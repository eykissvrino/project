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7" autoAdjust="0"/>
    <p:restoredTop sz="94660"/>
  </p:normalViewPr>
  <p:slideViewPr>
    <p:cSldViewPr snapToGrid="0">
      <p:cViewPr>
        <p:scale>
          <a:sx n="50" d="100"/>
          <a:sy n="50" d="100"/>
        </p:scale>
        <p:origin x="1188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26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99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524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71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225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5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폰트, 상징, 로고, 그래픽이(가) 표시된 사진&#10;&#10;자동 생성된 설명">
            <a:extLst>
              <a:ext uri="{FF2B5EF4-FFF2-40B4-BE49-F238E27FC236}">
                <a16:creationId xmlns:a16="http://schemas.microsoft.com/office/drawing/2014/main" id="{976903BF-B9FE-2423-CC07-9620A7371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765" y="9250791"/>
            <a:ext cx="1697806" cy="49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6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50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89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2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34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3F6CF-DFC0-47DA-8FBA-016464C491B8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D8E7D-812A-4188-96C1-BF6C2B3404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60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2050142" y="0"/>
            <a:ext cx="2757715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생산공정도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066270" y="1001485"/>
            <a:ext cx="2725461" cy="70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밑술 원료 준비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74E53B-F81D-677B-C110-B4275BAABC7E}"/>
              </a:ext>
            </a:extLst>
          </p:cNvPr>
          <p:cNvSpPr/>
          <p:nvPr/>
        </p:nvSpPr>
        <p:spPr>
          <a:xfrm>
            <a:off x="2066270" y="1992566"/>
            <a:ext cx="2725461" cy="70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밑술 빚기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DFF5DA-F9E3-F7F5-5E94-356FEBB61588}"/>
              </a:ext>
            </a:extLst>
          </p:cNvPr>
          <p:cNvSpPr/>
          <p:nvPr/>
        </p:nvSpPr>
        <p:spPr>
          <a:xfrm>
            <a:off x="2066270" y="2983647"/>
            <a:ext cx="2725461" cy="70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덧술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원료 준비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FFA4BF-7D64-3F71-F33B-8BF754C0F02D}"/>
              </a:ext>
            </a:extLst>
          </p:cNvPr>
          <p:cNvSpPr/>
          <p:nvPr/>
        </p:nvSpPr>
        <p:spPr>
          <a:xfrm>
            <a:off x="2066270" y="3974728"/>
            <a:ext cx="2725461" cy="70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덧술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빚기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848753-84BD-9EAF-F0ED-35C9645C69B4}"/>
              </a:ext>
            </a:extLst>
          </p:cNvPr>
          <p:cNvSpPr/>
          <p:nvPr/>
        </p:nvSpPr>
        <p:spPr>
          <a:xfrm>
            <a:off x="2066270" y="4965808"/>
            <a:ext cx="2725461" cy="70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발효∙숙성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2D811B-A06A-DE67-0194-A2B25D586C2F}"/>
              </a:ext>
            </a:extLst>
          </p:cNvPr>
          <p:cNvSpPr/>
          <p:nvPr/>
        </p:nvSpPr>
        <p:spPr>
          <a:xfrm>
            <a:off x="290754" y="6045146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탁주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0BBD2E-3B7C-CB2A-ABD5-161AF079182B}"/>
              </a:ext>
            </a:extLst>
          </p:cNvPr>
          <p:cNvSpPr/>
          <p:nvPr/>
        </p:nvSpPr>
        <p:spPr>
          <a:xfrm>
            <a:off x="290754" y="8072210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병입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포장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87D62B-F25A-1BDC-3A2E-94B63685E539}"/>
              </a:ext>
            </a:extLst>
          </p:cNvPr>
          <p:cNvSpPr/>
          <p:nvPr/>
        </p:nvSpPr>
        <p:spPr>
          <a:xfrm>
            <a:off x="1936603" y="6045146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탁주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457A56-85C6-A1E4-B154-EF03034F7F18}"/>
              </a:ext>
            </a:extLst>
          </p:cNvPr>
          <p:cNvSpPr/>
          <p:nvPr/>
        </p:nvSpPr>
        <p:spPr>
          <a:xfrm>
            <a:off x="1936603" y="8072210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병입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포장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B0BBD1-57F6-B272-DE9D-7AF88CE4C6B3}"/>
              </a:ext>
            </a:extLst>
          </p:cNvPr>
          <p:cNvSpPr/>
          <p:nvPr/>
        </p:nvSpPr>
        <p:spPr>
          <a:xfrm>
            <a:off x="3582452" y="6045146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496B8E-8AE9-78C0-F586-B4E5F1F5E75E}"/>
              </a:ext>
            </a:extLst>
          </p:cNvPr>
          <p:cNvSpPr/>
          <p:nvPr/>
        </p:nvSpPr>
        <p:spPr>
          <a:xfrm>
            <a:off x="3582452" y="8072210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병입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포장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883E2A-AEB2-384F-2606-65A7555F99CC}"/>
              </a:ext>
            </a:extLst>
          </p:cNvPr>
          <p:cNvSpPr/>
          <p:nvPr/>
        </p:nvSpPr>
        <p:spPr>
          <a:xfrm>
            <a:off x="5228301" y="6045146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20B629-FAF1-A256-38C7-27047EBB9CC0}"/>
              </a:ext>
            </a:extLst>
          </p:cNvPr>
          <p:cNvSpPr/>
          <p:nvPr/>
        </p:nvSpPr>
        <p:spPr>
          <a:xfrm>
            <a:off x="5228301" y="8072210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병입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포장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59A2CB8-2F5C-B32D-9FD1-026CA6B7CAA8}"/>
              </a:ext>
            </a:extLst>
          </p:cNvPr>
          <p:cNvSpPr/>
          <p:nvPr/>
        </p:nvSpPr>
        <p:spPr>
          <a:xfrm>
            <a:off x="1936603" y="7058678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숙성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0A13C8-D6B7-F6D4-B568-A790CB9ADF36}"/>
              </a:ext>
            </a:extLst>
          </p:cNvPr>
          <p:cNvSpPr/>
          <p:nvPr/>
        </p:nvSpPr>
        <p:spPr>
          <a:xfrm>
            <a:off x="3582452" y="7058678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숙성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CC0045-6FD6-2A53-FB10-9379178CB4BC}"/>
              </a:ext>
            </a:extLst>
          </p:cNvPr>
          <p:cNvSpPr/>
          <p:nvPr/>
        </p:nvSpPr>
        <p:spPr>
          <a:xfrm>
            <a:off x="5228301" y="7058678"/>
            <a:ext cx="1338945" cy="708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숙성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AAD5782-41BD-8B7D-88A5-C26475EBD2B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429001" y="1710685"/>
            <a:ext cx="0" cy="281881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6182BE7-49F6-36CC-98A9-C15A4AB11FC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3429001" y="2701766"/>
            <a:ext cx="0" cy="281881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D4D3B74-2EE5-8AD7-4011-FFD428D2773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429001" y="3692847"/>
            <a:ext cx="0" cy="281881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5D09328-5106-901F-E1AB-52FEACD6A2A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429001" y="4683928"/>
            <a:ext cx="0" cy="281880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CC4535B-02DC-B111-D8DC-D6C74FA1C6A6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>
            <a:off x="2606076" y="6753472"/>
            <a:ext cx="0" cy="30520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B85DB5A4-7224-5934-0527-B16FD39072B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2009545" y="4625690"/>
            <a:ext cx="370138" cy="2468774"/>
          </a:xfrm>
          <a:prstGeom prst="bentConnector3">
            <a:avLst>
              <a:gd name="adj1" fmla="val 50000"/>
            </a:avLst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F9F8375C-761A-A81D-C570-570B51A6D610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2832470" y="5448615"/>
            <a:ext cx="370138" cy="822925"/>
          </a:xfrm>
          <a:prstGeom prst="bentConnector3">
            <a:avLst>
              <a:gd name="adj1" fmla="val 50000"/>
            </a:avLst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4740FC4-A951-CAD7-45E2-A0C309152E8C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16200000" flipH="1">
            <a:off x="3655394" y="5448615"/>
            <a:ext cx="370138" cy="822924"/>
          </a:xfrm>
          <a:prstGeom prst="bentConnector3">
            <a:avLst>
              <a:gd name="adj1" fmla="val 50000"/>
            </a:avLst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9C240E69-9208-A2AC-D349-F223E1C5D6D5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 rot="16200000" flipH="1">
            <a:off x="4478318" y="4625690"/>
            <a:ext cx="370138" cy="2468773"/>
          </a:xfrm>
          <a:prstGeom prst="bentConnector3">
            <a:avLst>
              <a:gd name="adj1" fmla="val 50000"/>
            </a:avLst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2F2C727-9259-D2AA-D200-741A6F3A4885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4251925" y="6753472"/>
            <a:ext cx="0" cy="30520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03FD530-C13C-39C1-5E00-D128F99E09D5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>
            <a:off x="5897774" y="6753472"/>
            <a:ext cx="0" cy="30520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23B4845-62A3-140C-99EE-E2DC4E12CFCA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>
            <a:off x="2606076" y="7767004"/>
            <a:ext cx="0" cy="30520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83A2195-B13E-ED5A-209D-64B94694AEEA}"/>
              </a:ext>
            </a:extLst>
          </p:cNvPr>
          <p:cNvCxnSpPr>
            <a:cxnSpLocks/>
            <a:stCxn id="24" idx="2"/>
            <a:endCxn id="18" idx="0"/>
          </p:cNvCxnSpPr>
          <p:nvPr/>
        </p:nvCxnSpPr>
        <p:spPr>
          <a:xfrm>
            <a:off x="4251925" y="7767004"/>
            <a:ext cx="0" cy="30520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9354F43-75FA-EE88-EF38-3DD6BE71772C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5897774" y="7767004"/>
            <a:ext cx="0" cy="305206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9B9C3F6E-592A-F52D-E836-0216DE034828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960227" y="6753472"/>
            <a:ext cx="0" cy="1318738"/>
          </a:xfrm>
          <a:prstGeom prst="straightConnector1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87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밑술 원료 준비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밑술 원료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쌀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누룩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준비한다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쌀을 깨지지 않게 살살 맑은 물이 나올 때 까지 씻는다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물기를 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이상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빼준다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물을 제거 후 쌀을 분쇄하여 가루로 만든다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5E4E0-4A8E-6C6D-64B8-1D8E86D3E37A}"/>
              </a:ext>
            </a:extLst>
          </p:cNvPr>
          <p:cNvSpPr/>
          <p:nvPr/>
        </p:nvSpPr>
        <p:spPr>
          <a:xfrm>
            <a:off x="224316" y="5148276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밑술 빚기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D30B90-5163-CDF3-424D-F05A4E789CF9}"/>
              </a:ext>
            </a:extLst>
          </p:cNvPr>
          <p:cNvSpPr/>
          <p:nvPr/>
        </p:nvSpPr>
        <p:spPr>
          <a:xfrm>
            <a:off x="2278199" y="5148276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쌀가루로 죽을 만든다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세부적으로 작성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식힌 죽을 용기에 담아 누룩과 혼합한다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혼합한 죽을 용기에 담아 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온도로 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00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동안 숙성한다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74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덧술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원료 준비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5E4E0-4A8E-6C6D-64B8-1D8E86D3E37A}"/>
              </a:ext>
            </a:extLst>
          </p:cNvPr>
          <p:cNvSpPr/>
          <p:nvPr/>
        </p:nvSpPr>
        <p:spPr>
          <a:xfrm>
            <a:off x="224316" y="5148276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덧술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빚기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D30B90-5163-CDF3-424D-F05A4E789CF9}"/>
              </a:ext>
            </a:extLst>
          </p:cNvPr>
          <p:cNvSpPr/>
          <p:nvPr/>
        </p:nvSpPr>
        <p:spPr>
          <a:xfrm>
            <a:off x="2278199" y="5148276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5923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발효∙숙성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251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탁주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02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약주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여과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AA26C6-209A-0CAF-19BA-22B58F0D17B2}"/>
              </a:ext>
            </a:extLst>
          </p:cNvPr>
          <p:cNvSpPr/>
          <p:nvPr/>
        </p:nvSpPr>
        <p:spPr>
          <a:xfrm>
            <a:off x="224316" y="5105820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약주 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숙성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36AADF-6F87-1B56-4D6A-8051AACF5A2F}"/>
              </a:ext>
            </a:extLst>
          </p:cNvPr>
          <p:cNvSpPr/>
          <p:nvPr/>
        </p:nvSpPr>
        <p:spPr>
          <a:xfrm>
            <a:off x="2278199" y="5105820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103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증류주 증류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AA26C6-209A-0CAF-19BA-22B58F0D17B2}"/>
              </a:ext>
            </a:extLst>
          </p:cNvPr>
          <p:cNvSpPr/>
          <p:nvPr/>
        </p:nvSpPr>
        <p:spPr>
          <a:xfrm>
            <a:off x="224316" y="5105820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증류주 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숙성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36AADF-6F87-1B56-4D6A-8051AACF5A2F}"/>
              </a:ext>
            </a:extLst>
          </p:cNvPr>
          <p:cNvSpPr/>
          <p:nvPr/>
        </p:nvSpPr>
        <p:spPr>
          <a:xfrm>
            <a:off x="2278199" y="5105820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887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AF66A9A-27C2-EB4E-ED8C-8B305CFC7843}"/>
              </a:ext>
            </a:extLst>
          </p:cNvPr>
          <p:cNvSpPr/>
          <p:nvPr/>
        </p:nvSpPr>
        <p:spPr>
          <a:xfrm>
            <a:off x="1434647" y="0"/>
            <a:ext cx="3988707" cy="69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생산공정단계별 설명</a:t>
            </a:r>
            <a:r>
              <a:rPr lang="en-US" altLang="ko-KR" sz="2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141F6E-ADF0-CF53-A4DD-5F5DF21E91A6}"/>
              </a:ext>
            </a:extLst>
          </p:cNvPr>
          <p:cNvSpPr/>
          <p:nvPr/>
        </p:nvSpPr>
        <p:spPr>
          <a:xfrm>
            <a:off x="224316" y="1447048"/>
            <a:ext cx="1759229" cy="35059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병입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포장 보관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254F3B-1750-E4FB-F574-379A63995E3A}"/>
              </a:ext>
            </a:extLst>
          </p:cNvPr>
          <p:cNvSpPr/>
          <p:nvPr/>
        </p:nvSpPr>
        <p:spPr>
          <a:xfrm>
            <a:off x="224316" y="844314"/>
            <a:ext cx="1759229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생산공정단계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1BD35D-DC1F-1260-7A35-BF5071053BE7}"/>
              </a:ext>
            </a:extLst>
          </p:cNvPr>
          <p:cNvSpPr/>
          <p:nvPr/>
        </p:nvSpPr>
        <p:spPr>
          <a:xfrm>
            <a:off x="2278199" y="844314"/>
            <a:ext cx="4355485" cy="449914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생산공정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DCBEF5-A071-7AA7-F3E3-B051578936B4}"/>
              </a:ext>
            </a:extLst>
          </p:cNvPr>
          <p:cNvSpPr/>
          <p:nvPr/>
        </p:nvSpPr>
        <p:spPr>
          <a:xfrm>
            <a:off x="2278199" y="1447048"/>
            <a:ext cx="4355485" cy="350595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indent="-84138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밑술 원료 준비</a:t>
            </a:r>
          </a:p>
        </p:txBody>
      </p:sp>
    </p:spTree>
    <p:extLst>
      <p:ext uri="{BB962C8B-B14F-4D97-AF65-F5344CB8AC3E}">
        <p14:creationId xmlns:p14="http://schemas.microsoft.com/office/powerpoint/2010/main" val="107700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224</Words>
  <Application>Microsoft Office PowerPoint</Application>
  <PresentationFormat>A4 용지(210x297mm)</PresentationFormat>
  <Paragraphs>57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석주 이</dc:creator>
  <cp:lastModifiedBy>석주 이</cp:lastModifiedBy>
  <cp:revision>2</cp:revision>
  <dcterms:created xsi:type="dcterms:W3CDTF">2024-07-14T00:12:45Z</dcterms:created>
  <dcterms:modified xsi:type="dcterms:W3CDTF">2024-07-14T01:05:49Z</dcterms:modified>
</cp:coreProperties>
</file>