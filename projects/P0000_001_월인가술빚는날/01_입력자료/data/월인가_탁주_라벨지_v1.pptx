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6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46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17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71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6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6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07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6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45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25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49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6C976FD-17EA-4932-6ADF-47EB37B5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57200"/>
            <a:ext cx="9702800" cy="56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1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석주 이</dc:creator>
  <cp:lastModifiedBy>석주 이</cp:lastModifiedBy>
  <cp:revision>4</cp:revision>
  <dcterms:created xsi:type="dcterms:W3CDTF">2026-05-09T04:52:40Z</dcterms:created>
  <dcterms:modified xsi:type="dcterms:W3CDTF">2026-05-09T04:55:50Z</dcterms:modified>
</cp:coreProperties>
</file>