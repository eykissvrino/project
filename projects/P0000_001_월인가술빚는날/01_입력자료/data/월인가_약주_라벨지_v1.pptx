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6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46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17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7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71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066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96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07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64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45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25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76595-A88C-4876-B494-692CD0E22396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B004E-96F5-4A05-99A6-510262A05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49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BDE912-9487-296B-BEB2-FEC34D63D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682"/>
            <a:ext cx="9956800" cy="598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3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A4 용지(210x297mm)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석주 이</dc:creator>
  <cp:lastModifiedBy>석주 이</cp:lastModifiedBy>
  <cp:revision>3</cp:revision>
  <dcterms:created xsi:type="dcterms:W3CDTF">2026-05-09T04:52:40Z</dcterms:created>
  <dcterms:modified xsi:type="dcterms:W3CDTF">2026-05-09T04:55:10Z</dcterms:modified>
</cp:coreProperties>
</file>