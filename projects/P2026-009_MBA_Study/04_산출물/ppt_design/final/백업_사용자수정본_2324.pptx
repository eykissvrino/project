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81" r:id="rId25"/>
    <p:sldId id="282" r:id="rId26"/>
  </p:sldIdLst>
  <p:sldSz cx="10693400" cy="7562850"/>
  <p:notesSz cx="756285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 userDrawn="1">
          <p15:clr>
            <a:srgbClr val="A4A3A4"/>
          </p15:clr>
        </p15:guide>
        <p15:guide id="2" pos="3368" userDrawn="1">
          <p15:clr>
            <a:srgbClr val="A4A3A4"/>
          </p15:clr>
        </p15:guide>
        <p15:guide id="3" pos="352" userDrawn="1">
          <p15:clr>
            <a:srgbClr val="A4A3A4"/>
          </p15:clr>
        </p15:guide>
        <p15:guide id="4" pos="6384" userDrawn="1">
          <p15:clr>
            <a:srgbClr val="A4A3A4"/>
          </p15:clr>
        </p15:guide>
        <p15:guide id="5" orient="horz" pos="477" userDrawn="1">
          <p15:clr>
            <a:srgbClr val="A4A3A4"/>
          </p15:clr>
        </p15:guide>
        <p15:guide id="6" orient="horz" pos="1067" userDrawn="1">
          <p15:clr>
            <a:srgbClr val="A4A3A4"/>
          </p15:clr>
        </p15:guide>
        <p15:guide id="7" orient="horz" pos="44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44AD1-FEB0-434D-8912-084E9DF7BEC6}" v="74" dt="2026-06-12T14:24:06.1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38" y="1086"/>
      </p:cViewPr>
      <p:guideLst>
        <p:guide orient="horz" pos="2382"/>
        <p:guide pos="3368"/>
        <p:guide pos="352"/>
        <p:guide pos="6384"/>
        <p:guide orient="horz" pos="477"/>
        <p:guide orient="horz" pos="1067"/>
        <p:guide orient="horz" pos="44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석주 이" userId="b6553f64e91d015d" providerId="LiveId" clId="{0BC1CC68-5FB1-45E5-A6E2-A4614C9CFE72}"/>
    <pc:docChg chg="undo custSel delSld modSld">
      <pc:chgData name="석주 이" userId="b6553f64e91d015d" providerId="LiveId" clId="{0BC1CC68-5FB1-45E5-A6E2-A4614C9CFE72}" dt="2026-06-12T14:24:38.208" v="1591" actId="20577"/>
      <pc:docMkLst>
        <pc:docMk/>
      </pc:docMkLst>
      <pc:sldChg chg="delSp modSp mod">
        <pc:chgData name="석주 이" userId="b6553f64e91d015d" providerId="LiveId" clId="{0BC1CC68-5FB1-45E5-A6E2-A4614C9CFE72}" dt="2026-06-12T13:20:30.833" v="72" actId="20577"/>
        <pc:sldMkLst>
          <pc:docMk/>
          <pc:sldMk cId="0" sldId="256"/>
        </pc:sldMkLst>
        <pc:spChg chg="mod">
          <ac:chgData name="석주 이" userId="b6553f64e91d015d" providerId="LiveId" clId="{0BC1CC68-5FB1-45E5-A6E2-A4614C9CFE72}" dt="2026-06-12T13:20:30.833" v="72" actId="20577"/>
          <ac:spMkLst>
            <pc:docMk/>
            <pc:sldMk cId="0" sldId="256"/>
            <ac:spMk id="4" creationId="{00000000-0000-0000-0000-000000000000}"/>
          </ac:spMkLst>
        </pc:spChg>
        <pc:spChg chg="del">
          <ac:chgData name="석주 이" userId="b6553f64e91d015d" providerId="LiveId" clId="{0BC1CC68-5FB1-45E5-A6E2-A4614C9CFE72}" dt="2026-06-12T13:20:10.796" v="64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0:24.135" v="67" actId="207"/>
          <ac:spMkLst>
            <pc:docMk/>
            <pc:sldMk cId="0" sldId="256"/>
            <ac:spMk id="6" creationId="{00000000-0000-0000-0000-000000000000}"/>
          </ac:spMkLst>
        </pc:spChg>
        <pc:spChg chg="del">
          <ac:chgData name="석주 이" userId="b6553f64e91d015d" providerId="LiveId" clId="{0BC1CC68-5FB1-45E5-A6E2-A4614C9CFE72}" dt="2026-06-12T13:19:32.122" v="19" actId="478"/>
          <ac:spMkLst>
            <pc:docMk/>
            <pc:sldMk cId="0" sldId="256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19:50.733" v="38" actId="20577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석주 이" userId="b6553f64e91d015d" providerId="LiveId" clId="{0BC1CC68-5FB1-45E5-A6E2-A4614C9CFE72}" dt="2026-06-12T13:19:53.065" v="39" actId="478"/>
          <ac:spMkLst>
            <pc:docMk/>
            <pc:sldMk cId="0" sldId="256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19:57.431" v="40" actId="20577"/>
          <ac:spMkLst>
            <pc:docMk/>
            <pc:sldMk cId="0" sldId="256"/>
            <ac:spMk id="11" creationId="{00000000-0000-0000-0000-000000000000}"/>
          </ac:spMkLst>
        </pc:spChg>
        <pc:picChg chg="del mod">
          <ac:chgData name="석주 이" userId="b6553f64e91d015d" providerId="LiveId" clId="{0BC1CC68-5FB1-45E5-A6E2-A4614C9CFE72}" dt="2026-06-12T13:20:10.796" v="64" actId="478"/>
          <ac:picMkLst>
            <pc:docMk/>
            <pc:sldMk cId="0" sldId="256"/>
            <ac:picMk id="3" creationId="{00000000-0000-0000-0000-000000000000}"/>
          </ac:picMkLst>
        </pc:picChg>
      </pc:sldChg>
      <pc:sldChg chg="addSp delSp modSp mod">
        <pc:chgData name="석주 이" userId="b6553f64e91d015d" providerId="LiveId" clId="{0BC1CC68-5FB1-45E5-A6E2-A4614C9CFE72}" dt="2026-06-12T13:25:35.080" v="358" actId="1076"/>
        <pc:sldMkLst>
          <pc:docMk/>
          <pc:sldMk cId="0" sldId="257"/>
        </pc:sldMkLst>
        <pc:spChg chg="mod">
          <ac:chgData name="석주 이" userId="b6553f64e91d015d" providerId="LiveId" clId="{0BC1CC68-5FB1-45E5-A6E2-A4614C9CFE72}" dt="2026-06-12T13:23:41.435" v="323" actId="948"/>
          <ac:spMkLst>
            <pc:docMk/>
            <pc:sldMk cId="0" sldId="257"/>
            <ac:spMk id="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2:12.121" v="299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41.435" v="323" actId="948"/>
          <ac:spMkLst>
            <pc:docMk/>
            <pc:sldMk cId="0" sldId="257"/>
            <ac:spMk id="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33.541" v="322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31.636" v="320" actId="242"/>
          <ac:spMkLst>
            <pc:docMk/>
            <pc:sldMk cId="0" sldId="257"/>
            <ac:spMk id="1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31.636" v="320" actId="242"/>
          <ac:spMkLst>
            <pc:docMk/>
            <pc:sldMk cId="0" sldId="257"/>
            <ac:spMk id="1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31.636" v="320" actId="242"/>
          <ac:spMkLst>
            <pc:docMk/>
            <pc:sldMk cId="0" sldId="257"/>
            <ac:spMk id="1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4:41.514" v="341" actId="1076"/>
          <ac:spMkLst>
            <pc:docMk/>
            <pc:sldMk cId="0" sldId="257"/>
            <ac:spMk id="2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2:34.675" v="306" actId="165"/>
          <ac:spMkLst>
            <pc:docMk/>
            <pc:sldMk cId="0" sldId="257"/>
            <ac:spMk id="2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46.626" v="331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41.435" v="323" actId="948"/>
          <ac:spMkLst>
            <pc:docMk/>
            <pc:sldMk cId="0" sldId="257"/>
            <ac:spMk id="2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2:41.936" v="311" actId="404"/>
          <ac:spMkLst>
            <pc:docMk/>
            <pc:sldMk cId="0" sldId="257"/>
            <ac:spMk id="2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2:41.936" v="311" actId="404"/>
          <ac:spMkLst>
            <pc:docMk/>
            <pc:sldMk cId="0" sldId="257"/>
            <ac:spMk id="2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41.435" v="323" actId="948"/>
          <ac:spMkLst>
            <pc:docMk/>
            <pc:sldMk cId="0" sldId="257"/>
            <ac:spMk id="2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41.435" v="323" actId="948"/>
          <ac:spMkLst>
            <pc:docMk/>
            <pc:sldMk cId="0" sldId="257"/>
            <ac:spMk id="31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2:41.936" v="311" actId="404"/>
          <ac:spMkLst>
            <pc:docMk/>
            <pc:sldMk cId="0" sldId="257"/>
            <ac:spMk id="32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2:41.936" v="311" actId="404"/>
          <ac:spMkLst>
            <pc:docMk/>
            <pc:sldMk cId="0" sldId="257"/>
            <ac:spMk id="33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2:41.936" v="311" actId="404"/>
          <ac:spMkLst>
            <pc:docMk/>
            <pc:sldMk cId="0" sldId="257"/>
            <ac:spMk id="34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2:34.675" v="306" actId="165"/>
          <ac:spMkLst>
            <pc:docMk/>
            <pc:sldMk cId="0" sldId="257"/>
            <ac:spMk id="3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2:34.675" v="306" actId="165"/>
          <ac:spMkLst>
            <pc:docMk/>
            <pc:sldMk cId="0" sldId="257"/>
            <ac:spMk id="3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2:41.936" v="311" actId="404"/>
          <ac:spMkLst>
            <pc:docMk/>
            <pc:sldMk cId="0" sldId="257"/>
            <ac:spMk id="3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41.435" v="323" actId="948"/>
          <ac:spMkLst>
            <pc:docMk/>
            <pc:sldMk cId="0" sldId="257"/>
            <ac:spMk id="38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3:41.435" v="323" actId="948"/>
          <ac:spMkLst>
            <pc:docMk/>
            <pc:sldMk cId="0" sldId="257"/>
            <ac:spMk id="3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41.435" v="323" actId="948"/>
          <ac:spMkLst>
            <pc:docMk/>
            <pc:sldMk cId="0" sldId="257"/>
            <ac:spMk id="4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4:32.798" v="339" actId="1076"/>
          <ac:spMkLst>
            <pc:docMk/>
            <pc:sldMk cId="0" sldId="257"/>
            <ac:spMk id="42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2:34.675" v="306" actId="165"/>
          <ac:spMkLst>
            <pc:docMk/>
            <pc:sldMk cId="0" sldId="257"/>
            <ac:spMk id="43" creationId="{00000000-0000-0000-0000-000000000000}"/>
          </ac:spMkLst>
        </pc:spChg>
        <pc:spChg chg="del">
          <ac:chgData name="석주 이" userId="b6553f64e91d015d" providerId="LiveId" clId="{0BC1CC68-5FB1-45E5-A6E2-A4614C9CFE72}" dt="2026-06-12T13:24:23.465" v="336" actId="478"/>
          <ac:spMkLst>
            <pc:docMk/>
            <pc:sldMk cId="0" sldId="257"/>
            <ac:spMk id="44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5:35.080" v="358" actId="1076"/>
          <ac:spMkLst>
            <pc:docMk/>
            <pc:sldMk cId="0" sldId="257"/>
            <ac:spMk id="45" creationId="{00000000-0000-0000-0000-000000000000}"/>
          </ac:spMkLst>
        </pc:spChg>
        <pc:spChg chg="del mod">
          <ac:chgData name="석주 이" userId="b6553f64e91d015d" providerId="LiveId" clId="{0BC1CC68-5FB1-45E5-A6E2-A4614C9CFE72}" dt="2026-06-12T13:25:24.820" v="353" actId="478"/>
          <ac:spMkLst>
            <pc:docMk/>
            <pc:sldMk cId="0" sldId="257"/>
            <ac:spMk id="46" creationId="{00000000-0000-0000-0000-000000000000}"/>
          </ac:spMkLst>
        </pc:spChg>
        <pc:spChg chg="del mod">
          <ac:chgData name="석주 이" userId="b6553f64e91d015d" providerId="LiveId" clId="{0BC1CC68-5FB1-45E5-A6E2-A4614C9CFE72}" dt="2026-06-12T13:25:24.820" v="353" actId="478"/>
          <ac:spMkLst>
            <pc:docMk/>
            <pc:sldMk cId="0" sldId="257"/>
            <ac:spMk id="4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3:41.435" v="323" actId="948"/>
          <ac:spMkLst>
            <pc:docMk/>
            <pc:sldMk cId="0" sldId="257"/>
            <ac:spMk id="48" creationId="{00000000-0000-0000-0000-000000000000}"/>
          </ac:spMkLst>
        </pc:spChg>
        <pc:grpChg chg="mod">
          <ac:chgData name="석주 이" userId="b6553f64e91d015d" providerId="LiveId" clId="{0BC1CC68-5FB1-45E5-A6E2-A4614C9CFE72}" dt="2026-06-12T13:22:23.845" v="301" actId="14100"/>
          <ac:grpSpMkLst>
            <pc:docMk/>
            <pc:sldMk cId="0" sldId="257"/>
            <ac:grpSpMk id="51" creationId="{40CD1A96-CF12-23D2-2446-8B2F49255773}"/>
          </ac:grpSpMkLst>
        </pc:grpChg>
        <pc:grpChg chg="mod">
          <ac:chgData name="석주 이" userId="b6553f64e91d015d" providerId="LiveId" clId="{0BC1CC68-5FB1-45E5-A6E2-A4614C9CFE72}" dt="2026-06-12T13:22:44.855" v="312" actId="1076"/>
          <ac:grpSpMkLst>
            <pc:docMk/>
            <pc:sldMk cId="0" sldId="257"/>
            <ac:grpSpMk id="52" creationId="{411CB345-222D-1418-FAF2-0612F18DE346}"/>
          </ac:grpSpMkLst>
        </pc:grpChg>
      </pc:sldChg>
      <pc:sldChg chg="addSp delSp modSp mod">
        <pc:chgData name="석주 이" userId="b6553f64e91d015d" providerId="LiveId" clId="{0BC1CC68-5FB1-45E5-A6E2-A4614C9CFE72}" dt="2026-06-12T13:26:31.217" v="367" actId="165"/>
        <pc:sldMkLst>
          <pc:docMk/>
          <pc:sldMk cId="0" sldId="258"/>
        </pc:sldMkLst>
        <pc:spChg chg="mod topLvl">
          <ac:chgData name="석주 이" userId="b6553f64e91d015d" providerId="LiveId" clId="{0BC1CC68-5FB1-45E5-A6E2-A4614C9CFE72}" dt="2026-06-12T13:26:31.217" v="367" actId="16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27.225" v="365" actId="164"/>
          <ac:spMkLst>
            <pc:docMk/>
            <pc:sldMk cId="0" sldId="258"/>
            <ac:spMk id="1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27.225" v="365" actId="164"/>
          <ac:spMkLst>
            <pc:docMk/>
            <pc:sldMk cId="0" sldId="258"/>
            <ac:spMk id="16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6:31.217" v="367" actId="165"/>
          <ac:spMkLst>
            <pc:docMk/>
            <pc:sldMk cId="0" sldId="258"/>
            <ac:spMk id="1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27.225" v="365" actId="164"/>
          <ac:spMkLst>
            <pc:docMk/>
            <pc:sldMk cId="0" sldId="258"/>
            <ac:spMk id="19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6:31.217" v="367" actId="165"/>
          <ac:spMkLst>
            <pc:docMk/>
            <pc:sldMk cId="0" sldId="258"/>
            <ac:spMk id="2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6:31.217" v="367" actId="165"/>
          <ac:spMkLst>
            <pc:docMk/>
            <pc:sldMk cId="0" sldId="258"/>
            <ac:spMk id="21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6:31.217" v="367" actId="165"/>
          <ac:spMkLst>
            <pc:docMk/>
            <pc:sldMk cId="0" sldId="258"/>
            <ac:spMk id="2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27.225" v="365" actId="164"/>
          <ac:spMkLst>
            <pc:docMk/>
            <pc:sldMk cId="0" sldId="258"/>
            <ac:spMk id="2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27.225" v="365" actId="164"/>
          <ac:spMkLst>
            <pc:docMk/>
            <pc:sldMk cId="0" sldId="258"/>
            <ac:spMk id="3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27.225" v="365" actId="164"/>
          <ac:spMkLst>
            <pc:docMk/>
            <pc:sldMk cId="0" sldId="258"/>
            <ac:spMk id="3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27.225" v="365" actId="164"/>
          <ac:spMkLst>
            <pc:docMk/>
            <pc:sldMk cId="0" sldId="258"/>
            <ac:spMk id="3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27.225" v="365" actId="164"/>
          <ac:spMkLst>
            <pc:docMk/>
            <pc:sldMk cId="0" sldId="258"/>
            <ac:spMk id="3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5:50.342" v="361" actId="403"/>
          <ac:spMkLst>
            <pc:docMk/>
            <pc:sldMk cId="0" sldId="258"/>
            <ac:spMk id="3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5:50.342" v="361" actId="403"/>
          <ac:spMkLst>
            <pc:docMk/>
            <pc:sldMk cId="0" sldId="258"/>
            <ac:spMk id="3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31.217" v="367" actId="165"/>
          <ac:spMkLst>
            <pc:docMk/>
            <pc:sldMk cId="0" sldId="258"/>
            <ac:spMk id="3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31.217" v="367" actId="165"/>
          <ac:spMkLst>
            <pc:docMk/>
            <pc:sldMk cId="0" sldId="258"/>
            <ac:spMk id="3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5:50.342" v="361" actId="403"/>
          <ac:spMkLst>
            <pc:docMk/>
            <pc:sldMk cId="0" sldId="258"/>
            <ac:spMk id="4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5:50.342" v="361" actId="403"/>
          <ac:spMkLst>
            <pc:docMk/>
            <pc:sldMk cId="0" sldId="258"/>
            <ac:spMk id="4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5:50.342" v="361" actId="403"/>
          <ac:spMkLst>
            <pc:docMk/>
            <pc:sldMk cId="0" sldId="258"/>
            <ac:spMk id="4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31.217" v="367" actId="165"/>
          <ac:spMkLst>
            <pc:docMk/>
            <pc:sldMk cId="0" sldId="258"/>
            <ac:spMk id="4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31.217" v="367" actId="165"/>
          <ac:spMkLst>
            <pc:docMk/>
            <pc:sldMk cId="0" sldId="258"/>
            <ac:spMk id="4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5:50.342" v="361" actId="403"/>
          <ac:spMkLst>
            <pc:docMk/>
            <pc:sldMk cId="0" sldId="258"/>
            <ac:spMk id="4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31.217" v="367" actId="165"/>
          <ac:spMkLst>
            <pc:docMk/>
            <pc:sldMk cId="0" sldId="258"/>
            <ac:spMk id="5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5:58.898" v="363" actId="404"/>
          <ac:spMkLst>
            <pc:docMk/>
            <pc:sldMk cId="0" sldId="258"/>
            <ac:spMk id="5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5:50.342" v="361" actId="403"/>
          <ac:spMkLst>
            <pc:docMk/>
            <pc:sldMk cId="0" sldId="258"/>
            <ac:spMk id="5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5:58.898" v="363" actId="404"/>
          <ac:spMkLst>
            <pc:docMk/>
            <pc:sldMk cId="0" sldId="258"/>
            <ac:spMk id="58" creationId="{00000000-0000-0000-0000-000000000000}"/>
          </ac:spMkLst>
        </pc:spChg>
        <pc:grpChg chg="mod">
          <ac:chgData name="석주 이" userId="b6553f64e91d015d" providerId="LiveId" clId="{0BC1CC68-5FB1-45E5-A6E2-A4614C9CFE72}" dt="2026-06-12T13:26:05.885" v="364" actId="14100"/>
          <ac:grpSpMkLst>
            <pc:docMk/>
            <pc:sldMk cId="0" sldId="258"/>
            <ac:grpSpMk id="62" creationId="{BD80FC66-5073-8CF9-609F-655267BDADB4}"/>
          </ac:grpSpMkLst>
        </pc:grpChg>
        <pc:grpChg chg="mod">
          <ac:chgData name="석주 이" userId="b6553f64e91d015d" providerId="LiveId" clId="{0BC1CC68-5FB1-45E5-A6E2-A4614C9CFE72}" dt="2026-06-12T13:26:30.305" v="366" actId="14100"/>
          <ac:grpSpMkLst>
            <pc:docMk/>
            <pc:sldMk cId="0" sldId="258"/>
            <ac:grpSpMk id="63" creationId="{03BFC8FA-D532-D1C4-433B-90E0EF89B007}"/>
          </ac:grpSpMkLst>
        </pc:grpChg>
      </pc:sldChg>
      <pc:sldChg chg="addSp modSp mod">
        <pc:chgData name="석주 이" userId="b6553f64e91d015d" providerId="LiveId" clId="{0BC1CC68-5FB1-45E5-A6E2-A4614C9CFE72}" dt="2026-06-12T13:27:34.886" v="380" actId="20577"/>
        <pc:sldMkLst>
          <pc:docMk/>
          <pc:sldMk cId="0" sldId="259"/>
        </pc:sldMkLst>
        <pc:spChg chg="mod">
          <ac:chgData name="석주 이" userId="b6553f64e91d015d" providerId="LiveId" clId="{0BC1CC68-5FB1-45E5-A6E2-A4614C9CFE72}" dt="2026-06-12T13:26:45.586" v="368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7:34.886" v="380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2.524" v="370" actId="404"/>
          <ac:spMkLst>
            <pc:docMk/>
            <pc:sldMk cId="0" sldId="259"/>
            <ac:spMk id="1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2.524" v="370" actId="404"/>
          <ac:spMkLst>
            <pc:docMk/>
            <pc:sldMk cId="0" sldId="259"/>
            <ac:spMk id="2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2.524" v="370" actId="404"/>
          <ac:spMkLst>
            <pc:docMk/>
            <pc:sldMk cId="0" sldId="259"/>
            <ac:spMk id="3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2.524" v="370" actId="404"/>
          <ac:spMkLst>
            <pc:docMk/>
            <pc:sldMk cId="0" sldId="259"/>
            <ac:spMk id="3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7:22.819" v="375" actId="164"/>
          <ac:spMkLst>
            <pc:docMk/>
            <pc:sldMk cId="0" sldId="259"/>
            <ac:spMk id="3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7:22.819" v="375" actId="164"/>
          <ac:spMkLst>
            <pc:docMk/>
            <pc:sldMk cId="0" sldId="259"/>
            <ac:spMk id="3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7:22.819" v="375" actId="164"/>
          <ac:spMkLst>
            <pc:docMk/>
            <pc:sldMk cId="0" sldId="259"/>
            <ac:spMk id="4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7:22.819" v="375" actId="164"/>
          <ac:spMkLst>
            <pc:docMk/>
            <pc:sldMk cId="0" sldId="259"/>
            <ac:spMk id="4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7:22.819" v="375" actId="164"/>
          <ac:spMkLst>
            <pc:docMk/>
            <pc:sldMk cId="0" sldId="259"/>
            <ac:spMk id="4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7:22.819" v="375" actId="164"/>
          <ac:spMkLst>
            <pc:docMk/>
            <pc:sldMk cId="0" sldId="259"/>
            <ac:spMk id="4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7:22.819" v="375" actId="164"/>
          <ac:spMkLst>
            <pc:docMk/>
            <pc:sldMk cId="0" sldId="259"/>
            <ac:spMk id="4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7:22.819" v="375" actId="164"/>
          <ac:spMkLst>
            <pc:docMk/>
            <pc:sldMk cId="0" sldId="259"/>
            <ac:spMk id="4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7:22.819" v="375" actId="164"/>
          <ac:spMkLst>
            <pc:docMk/>
            <pc:sldMk cId="0" sldId="259"/>
            <ac:spMk id="4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7:22.819" v="375" actId="164"/>
          <ac:spMkLst>
            <pc:docMk/>
            <pc:sldMk cId="0" sldId="259"/>
            <ac:spMk id="4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2.524" v="370" actId="404"/>
          <ac:spMkLst>
            <pc:docMk/>
            <pc:sldMk cId="0" sldId="259"/>
            <ac:spMk id="4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7.274" v="371" actId="164"/>
          <ac:spMkLst>
            <pc:docMk/>
            <pc:sldMk cId="0" sldId="259"/>
            <ac:spMk id="5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7.274" v="371" actId="164"/>
          <ac:spMkLst>
            <pc:docMk/>
            <pc:sldMk cId="0" sldId="259"/>
            <ac:spMk id="5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7.274" v="371" actId="164"/>
          <ac:spMkLst>
            <pc:docMk/>
            <pc:sldMk cId="0" sldId="259"/>
            <ac:spMk id="5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7.274" v="371" actId="164"/>
          <ac:spMkLst>
            <pc:docMk/>
            <pc:sldMk cId="0" sldId="259"/>
            <ac:spMk id="5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7.274" v="371" actId="164"/>
          <ac:spMkLst>
            <pc:docMk/>
            <pc:sldMk cId="0" sldId="259"/>
            <ac:spMk id="5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7.274" v="371" actId="164"/>
          <ac:spMkLst>
            <pc:docMk/>
            <pc:sldMk cId="0" sldId="259"/>
            <ac:spMk id="5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7.274" v="371" actId="164"/>
          <ac:spMkLst>
            <pc:docMk/>
            <pc:sldMk cId="0" sldId="259"/>
            <ac:spMk id="6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7.274" v="371" actId="164"/>
          <ac:spMkLst>
            <pc:docMk/>
            <pc:sldMk cId="0" sldId="259"/>
            <ac:spMk id="6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7.274" v="371" actId="164"/>
          <ac:spMkLst>
            <pc:docMk/>
            <pc:sldMk cId="0" sldId="259"/>
            <ac:spMk id="6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2.524" v="370" actId="404"/>
          <ac:spMkLst>
            <pc:docMk/>
            <pc:sldMk cId="0" sldId="259"/>
            <ac:spMk id="6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6:57.274" v="371" actId="164"/>
          <ac:spMkLst>
            <pc:docMk/>
            <pc:sldMk cId="0" sldId="259"/>
            <ac:spMk id="67" creationId="{00000000-0000-0000-0000-000000000000}"/>
          </ac:spMkLst>
        </pc:spChg>
        <pc:grpChg chg="mod">
          <ac:chgData name="석주 이" userId="b6553f64e91d015d" providerId="LiveId" clId="{0BC1CC68-5FB1-45E5-A6E2-A4614C9CFE72}" dt="2026-06-12T13:27:05.947" v="373" actId="14100"/>
          <ac:grpSpMkLst>
            <pc:docMk/>
            <pc:sldMk cId="0" sldId="259"/>
            <ac:grpSpMk id="72" creationId="{1F3377CF-740C-6CA2-BA9A-E963B934A30F}"/>
          </ac:grpSpMkLst>
        </pc:grpChg>
      </pc:sldChg>
      <pc:sldChg chg="addSp delSp modSp mod">
        <pc:chgData name="석주 이" userId="b6553f64e91d015d" providerId="LiveId" clId="{0BC1CC68-5FB1-45E5-A6E2-A4614C9CFE72}" dt="2026-06-12T13:31:49.001" v="554" actId="6549"/>
        <pc:sldMkLst>
          <pc:docMk/>
          <pc:sldMk cId="0" sldId="260"/>
        </pc:sldMkLst>
        <pc:spChg chg="mod">
          <ac:chgData name="석주 이" userId="b6553f64e91d015d" providerId="LiveId" clId="{0BC1CC68-5FB1-45E5-A6E2-A4614C9CFE72}" dt="2026-06-12T13:31:49.001" v="554" actId="6549"/>
          <ac:spMkLst>
            <pc:docMk/>
            <pc:sldMk cId="0" sldId="260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8:12.943" v="400" actId="1076"/>
          <ac:spMkLst>
            <pc:docMk/>
            <pc:sldMk cId="0" sldId="260"/>
            <ac:spMk id="1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8:24.237" v="403" actId="165"/>
          <ac:spMkLst>
            <pc:docMk/>
            <pc:sldMk cId="0" sldId="260"/>
            <ac:spMk id="1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8:27.733" v="404" actId="164"/>
          <ac:spMkLst>
            <pc:docMk/>
            <pc:sldMk cId="0" sldId="260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8:27.733" v="404" actId="164"/>
          <ac:spMkLst>
            <pc:docMk/>
            <pc:sldMk cId="0" sldId="260"/>
            <ac:spMk id="1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8:27.733" v="404" actId="164"/>
          <ac:spMkLst>
            <pc:docMk/>
            <pc:sldMk cId="0" sldId="260"/>
            <ac:spMk id="1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8:27.733" v="404" actId="164"/>
          <ac:spMkLst>
            <pc:docMk/>
            <pc:sldMk cId="0" sldId="260"/>
            <ac:spMk id="16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8:39.536" v="407" actId="20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9:36.173" v="422" actId="164"/>
          <ac:spMkLst>
            <pc:docMk/>
            <pc:sldMk cId="0" sldId="260"/>
            <ac:spMk id="2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0:41.826" v="432" actId="20577"/>
          <ac:spMkLst>
            <pc:docMk/>
            <pc:sldMk cId="0" sldId="260"/>
            <ac:spMk id="23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9:36.173" v="422" actId="164"/>
          <ac:spMkLst>
            <pc:docMk/>
            <pc:sldMk cId="0" sldId="260"/>
            <ac:spMk id="2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9:36.173" v="422" actId="164"/>
          <ac:spMkLst>
            <pc:docMk/>
            <pc:sldMk cId="0" sldId="260"/>
            <ac:spMk id="2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0:39.251" v="431" actId="20577"/>
          <ac:spMkLst>
            <pc:docMk/>
            <pc:sldMk cId="0" sldId="260"/>
            <ac:spMk id="2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0:31.712" v="430" actId="20577"/>
          <ac:spMkLst>
            <pc:docMk/>
            <pc:sldMk cId="0" sldId="260"/>
            <ac:spMk id="3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8:24.237" v="403" actId="165"/>
          <ac:spMkLst>
            <pc:docMk/>
            <pc:sldMk cId="0" sldId="260"/>
            <ac:spMk id="3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9:36.173" v="422" actId="164"/>
          <ac:spMkLst>
            <pc:docMk/>
            <pc:sldMk cId="0" sldId="260"/>
            <ac:spMk id="3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9:36.173" v="422" actId="164"/>
          <ac:spMkLst>
            <pc:docMk/>
            <pc:sldMk cId="0" sldId="260"/>
            <ac:spMk id="41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8:24.237" v="403" actId="165"/>
          <ac:spMkLst>
            <pc:docMk/>
            <pc:sldMk cId="0" sldId="260"/>
            <ac:spMk id="4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9:36.173" v="422" actId="164"/>
          <ac:spMkLst>
            <pc:docMk/>
            <pc:sldMk cId="0" sldId="260"/>
            <ac:spMk id="4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0:43.454" v="433" actId="20577"/>
          <ac:spMkLst>
            <pc:docMk/>
            <pc:sldMk cId="0" sldId="260"/>
            <ac:spMk id="47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8:24.237" v="403" actId="165"/>
          <ac:spMkLst>
            <pc:docMk/>
            <pc:sldMk cId="0" sldId="260"/>
            <ac:spMk id="4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9:36.173" v="422" actId="164"/>
          <ac:spMkLst>
            <pc:docMk/>
            <pc:sldMk cId="0" sldId="260"/>
            <ac:spMk id="4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9:36.173" v="422" actId="164"/>
          <ac:spMkLst>
            <pc:docMk/>
            <pc:sldMk cId="0" sldId="260"/>
            <ac:spMk id="5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9:36.173" v="422" actId="164"/>
          <ac:spMkLst>
            <pc:docMk/>
            <pc:sldMk cId="0" sldId="260"/>
            <ac:spMk id="5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0:45.083" v="434" actId="20577"/>
          <ac:spMkLst>
            <pc:docMk/>
            <pc:sldMk cId="0" sldId="260"/>
            <ac:spMk id="53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30:52.603" v="435" actId="20577"/>
          <ac:spMkLst>
            <pc:docMk/>
            <pc:sldMk cId="0" sldId="260"/>
            <ac:spMk id="59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8:24.237" v="403" actId="165"/>
          <ac:spMkLst>
            <pc:docMk/>
            <pc:sldMk cId="0" sldId="260"/>
            <ac:spMk id="6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9:36.173" v="422" actId="164"/>
          <ac:spMkLst>
            <pc:docMk/>
            <pc:sldMk cId="0" sldId="260"/>
            <ac:spMk id="62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28:24.237" v="403" actId="165"/>
          <ac:spMkLst>
            <pc:docMk/>
            <pc:sldMk cId="0" sldId="260"/>
            <ac:spMk id="6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8:51.845" v="409" actId="948"/>
          <ac:spMkLst>
            <pc:docMk/>
            <pc:sldMk cId="0" sldId="260"/>
            <ac:spMk id="6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9:40.755" v="424" actId="14100"/>
          <ac:spMkLst>
            <pc:docMk/>
            <pc:sldMk cId="0" sldId="260"/>
            <ac:spMk id="6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1:01.208" v="442" actId="20577"/>
          <ac:spMkLst>
            <pc:docMk/>
            <pc:sldMk cId="0" sldId="260"/>
            <ac:spMk id="6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29:40.755" v="424" actId="14100"/>
          <ac:spMkLst>
            <pc:docMk/>
            <pc:sldMk cId="0" sldId="260"/>
            <ac:spMk id="6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1:30.342" v="544" actId="20577"/>
          <ac:spMkLst>
            <pc:docMk/>
            <pc:sldMk cId="0" sldId="260"/>
            <ac:spMk id="69" creationId="{00000000-0000-0000-0000-000000000000}"/>
          </ac:spMkLst>
        </pc:spChg>
        <pc:grpChg chg="mod">
          <ac:chgData name="석주 이" userId="b6553f64e91d015d" providerId="LiveId" clId="{0BC1CC68-5FB1-45E5-A6E2-A4614C9CFE72}" dt="2026-06-12T13:27:45.397" v="383" actId="1076"/>
          <ac:grpSpMkLst>
            <pc:docMk/>
            <pc:sldMk cId="0" sldId="260"/>
            <ac:grpSpMk id="73" creationId="{FA48C491-6844-0E81-CF95-1099921201D8}"/>
          </ac:grpSpMkLst>
        </pc:grpChg>
        <pc:grpChg chg="mod">
          <ac:chgData name="석주 이" userId="b6553f64e91d015d" providerId="LiveId" clId="{0BC1CC68-5FB1-45E5-A6E2-A4614C9CFE72}" dt="2026-06-12T13:27:53.316" v="387" actId="14100"/>
          <ac:grpSpMkLst>
            <pc:docMk/>
            <pc:sldMk cId="0" sldId="260"/>
            <ac:grpSpMk id="74" creationId="{9678C82E-9E36-B0EA-9ED2-0592B21483FD}"/>
          </ac:grpSpMkLst>
        </pc:grpChg>
        <pc:grpChg chg="add mod">
          <ac:chgData name="석주 이" userId="b6553f64e91d015d" providerId="LiveId" clId="{0BC1CC68-5FB1-45E5-A6E2-A4614C9CFE72}" dt="2026-06-12T13:28:34.389" v="406" actId="1076"/>
          <ac:grpSpMkLst>
            <pc:docMk/>
            <pc:sldMk cId="0" sldId="260"/>
            <ac:grpSpMk id="75" creationId="{1F03F458-487C-F7EA-3100-C582641D288A}"/>
          </ac:grpSpMkLst>
        </pc:grpChg>
        <pc:grpChg chg="mod">
          <ac:chgData name="석주 이" userId="b6553f64e91d015d" providerId="LiveId" clId="{0BC1CC68-5FB1-45E5-A6E2-A4614C9CFE72}" dt="2026-06-12T13:29:37.956" v="423" actId="14100"/>
          <ac:grpSpMkLst>
            <pc:docMk/>
            <pc:sldMk cId="0" sldId="260"/>
            <ac:grpSpMk id="76" creationId="{F2189B86-3EC3-53DF-9778-0FC61A96F794}"/>
          </ac:grpSpMkLst>
        </pc:grpChg>
      </pc:sldChg>
      <pc:sldChg chg="addSp delSp modSp mod">
        <pc:chgData name="석주 이" userId="b6553f64e91d015d" providerId="LiveId" clId="{0BC1CC68-5FB1-45E5-A6E2-A4614C9CFE72}" dt="2026-06-12T13:36:24.111" v="676" actId="20577"/>
        <pc:sldMkLst>
          <pc:docMk/>
          <pc:sldMk cId="0" sldId="261"/>
        </pc:sldMkLst>
        <pc:spChg chg="mod">
          <ac:chgData name="석주 이" userId="b6553f64e91d015d" providerId="LiveId" clId="{0BC1CC68-5FB1-45E5-A6E2-A4614C9CFE72}" dt="2026-06-12T13:36:24.111" v="676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1:58.262" v="555" actId="1076"/>
          <ac:spMkLst>
            <pc:docMk/>
            <pc:sldMk cId="0" sldId="261"/>
            <ac:spMk id="9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32:25.871" v="561" actId="165"/>
          <ac:spMkLst>
            <pc:docMk/>
            <pc:sldMk cId="0" sldId="261"/>
            <ac:spMk id="14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34:24.350" v="600" actId="164"/>
          <ac:spMkLst>
            <pc:docMk/>
            <pc:sldMk cId="0" sldId="261"/>
            <ac:spMk id="1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24.350" v="600" actId="164"/>
          <ac:spMkLst>
            <pc:docMk/>
            <pc:sldMk cId="0" sldId="261"/>
            <ac:spMk id="17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34:52.881" v="610" actId="1076"/>
          <ac:spMkLst>
            <pc:docMk/>
            <pc:sldMk cId="0" sldId="261"/>
            <ac:spMk id="18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34:24.350" v="600" actId="164"/>
          <ac:spMkLst>
            <pc:docMk/>
            <pc:sldMk cId="0" sldId="261"/>
            <ac:spMk id="1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24.350" v="600" actId="164"/>
          <ac:spMkLst>
            <pc:docMk/>
            <pc:sldMk cId="0" sldId="261"/>
            <ac:spMk id="2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24.350" v="600" actId="164"/>
          <ac:spMkLst>
            <pc:docMk/>
            <pc:sldMk cId="0" sldId="261"/>
            <ac:spMk id="2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52.881" v="610" actId="107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24.350" v="600" actId="164"/>
          <ac:spMkLst>
            <pc:docMk/>
            <pc:sldMk cId="0" sldId="261"/>
            <ac:spMk id="23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34:24.350" v="600" actId="164"/>
          <ac:spMkLst>
            <pc:docMk/>
            <pc:sldMk cId="0" sldId="261"/>
            <ac:spMk id="2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24.350" v="600" actId="164"/>
          <ac:spMkLst>
            <pc:docMk/>
            <pc:sldMk cId="0" sldId="261"/>
            <ac:spMk id="2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5:07.136" v="640" actId="20577"/>
          <ac:spMkLst>
            <pc:docMk/>
            <pc:sldMk cId="0" sldId="261"/>
            <ac:spMk id="26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32:41.695" v="565" actId="20577"/>
          <ac:spMkLst>
            <pc:docMk/>
            <pc:sldMk cId="0" sldId="261"/>
            <ac:spMk id="27" creationId="{00000000-0000-0000-0000-000000000000}"/>
          </ac:spMkLst>
        </pc:spChg>
        <pc:spChg chg="del mod">
          <ac:chgData name="석주 이" userId="b6553f64e91d015d" providerId="LiveId" clId="{0BC1CC68-5FB1-45E5-A6E2-A4614C9CFE72}" dt="2026-06-12T13:34:03.299" v="591" actId="478"/>
          <ac:spMkLst>
            <pc:docMk/>
            <pc:sldMk cId="0" sldId="261"/>
            <ac:spMk id="2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07.256" v="595" actId="164"/>
          <ac:spMkLst>
            <pc:docMk/>
            <pc:sldMk cId="0" sldId="261"/>
            <ac:spMk id="2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07.256" v="595" actId="164"/>
          <ac:spMkLst>
            <pc:docMk/>
            <pc:sldMk cId="0" sldId="261"/>
            <ac:spMk id="30" creationId="{00000000-0000-0000-0000-000000000000}"/>
          </ac:spMkLst>
        </pc:spChg>
        <pc:spChg chg="del mod">
          <ac:chgData name="석주 이" userId="b6553f64e91d015d" providerId="LiveId" clId="{0BC1CC68-5FB1-45E5-A6E2-A4614C9CFE72}" dt="2026-06-12T13:34:03.299" v="591" actId="478"/>
          <ac:spMkLst>
            <pc:docMk/>
            <pc:sldMk cId="0" sldId="261"/>
            <ac:spMk id="3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05.280" v="592" actId="164"/>
          <ac:spMkLst>
            <pc:docMk/>
            <pc:sldMk cId="0" sldId="261"/>
            <ac:spMk id="32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34:05.280" v="592" actId="164"/>
          <ac:spMkLst>
            <pc:docMk/>
            <pc:sldMk cId="0" sldId="261"/>
            <ac:spMk id="3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08.345" v="596" actId="164"/>
          <ac:spMkLst>
            <pc:docMk/>
            <pc:sldMk cId="0" sldId="261"/>
            <ac:spMk id="3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08.345" v="596" actId="164"/>
          <ac:spMkLst>
            <pc:docMk/>
            <pc:sldMk cId="0" sldId="261"/>
            <ac:spMk id="3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20.397" v="599" actId="1076"/>
          <ac:spMkLst>
            <pc:docMk/>
            <pc:sldMk cId="0" sldId="261"/>
            <ac:spMk id="3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20.397" v="599" actId="1076"/>
          <ac:spMkLst>
            <pc:docMk/>
            <pc:sldMk cId="0" sldId="261"/>
            <ac:spMk id="3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4:20.397" v="599" actId="1076"/>
          <ac:spMkLst>
            <pc:docMk/>
            <pc:sldMk cId="0" sldId="261"/>
            <ac:spMk id="3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5:15.017" v="641" actId="1076"/>
          <ac:spMkLst>
            <pc:docMk/>
            <pc:sldMk cId="0" sldId="261"/>
            <ac:spMk id="3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5:23.215" v="647" actId="403"/>
          <ac:spMkLst>
            <pc:docMk/>
            <pc:sldMk cId="0" sldId="261"/>
            <ac:spMk id="4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35:23.215" v="647" actId="403"/>
          <ac:spMkLst>
            <pc:docMk/>
            <pc:sldMk cId="0" sldId="261"/>
            <ac:spMk id="4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6:03.652" v="666" actId="1076"/>
          <ac:spMkLst>
            <pc:docMk/>
            <pc:sldMk cId="0" sldId="261"/>
            <ac:spMk id="42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36:03.652" v="666" actId="1076"/>
          <ac:spMkLst>
            <pc:docMk/>
            <pc:sldMk cId="0" sldId="261"/>
            <ac:spMk id="4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5:23.215" v="647" actId="403"/>
          <ac:spMkLst>
            <pc:docMk/>
            <pc:sldMk cId="0" sldId="261"/>
            <ac:spMk id="4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5:23.215" v="647" actId="403"/>
          <ac:spMkLst>
            <pc:docMk/>
            <pc:sldMk cId="0" sldId="261"/>
            <ac:spMk id="4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6:03.652" v="666" actId="1076"/>
          <ac:spMkLst>
            <pc:docMk/>
            <pc:sldMk cId="0" sldId="261"/>
            <ac:spMk id="4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6:03.652" v="666" actId="1076"/>
          <ac:spMkLst>
            <pc:docMk/>
            <pc:sldMk cId="0" sldId="261"/>
            <ac:spMk id="4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5:23.215" v="647" actId="403"/>
          <ac:spMkLst>
            <pc:docMk/>
            <pc:sldMk cId="0" sldId="261"/>
            <ac:spMk id="4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5:23.215" v="647" actId="403"/>
          <ac:spMkLst>
            <pc:docMk/>
            <pc:sldMk cId="0" sldId="261"/>
            <ac:spMk id="49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36:03.652" v="666" actId="1076"/>
          <ac:spMkLst>
            <pc:docMk/>
            <pc:sldMk cId="0" sldId="261"/>
            <ac:spMk id="5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6:03.652" v="666" actId="1076"/>
          <ac:spMkLst>
            <pc:docMk/>
            <pc:sldMk cId="0" sldId="261"/>
            <ac:spMk id="51" creationId="{00000000-0000-0000-0000-000000000000}"/>
          </ac:spMkLst>
        </pc:spChg>
        <pc:grpChg chg="mod">
          <ac:chgData name="석주 이" userId="b6553f64e91d015d" providerId="LiveId" clId="{0BC1CC68-5FB1-45E5-A6E2-A4614C9CFE72}" dt="2026-06-12T13:32:10.320" v="559" actId="14100"/>
          <ac:grpSpMkLst>
            <pc:docMk/>
            <pc:sldMk cId="0" sldId="261"/>
            <ac:grpSpMk id="55" creationId="{B44A99BB-B113-60CF-38AD-8DCADE7BF4E5}"/>
          </ac:grpSpMkLst>
        </pc:grpChg>
        <pc:grpChg chg="add mod">
          <ac:chgData name="석주 이" userId="b6553f64e91d015d" providerId="LiveId" clId="{0BC1CC68-5FB1-45E5-A6E2-A4614C9CFE72}" dt="2026-06-12T13:34:13.977" v="598" actId="465"/>
          <ac:grpSpMkLst>
            <pc:docMk/>
            <pc:sldMk cId="0" sldId="261"/>
            <ac:grpSpMk id="56" creationId="{B79D24B6-99E9-9268-313B-2D0EF10B9A87}"/>
          </ac:grpSpMkLst>
        </pc:grpChg>
        <pc:grpChg chg="add mod">
          <ac:chgData name="석주 이" userId="b6553f64e91d015d" providerId="LiveId" clId="{0BC1CC68-5FB1-45E5-A6E2-A4614C9CFE72}" dt="2026-06-12T13:34:07.256" v="595" actId="164"/>
          <ac:grpSpMkLst>
            <pc:docMk/>
            <pc:sldMk cId="0" sldId="261"/>
            <ac:grpSpMk id="57" creationId="{2B9F9E17-10FA-F641-E436-EC0E81EEBEC7}"/>
          </ac:grpSpMkLst>
        </pc:grpChg>
        <pc:grpChg chg="add mod">
          <ac:chgData name="석주 이" userId="b6553f64e91d015d" providerId="LiveId" clId="{0BC1CC68-5FB1-45E5-A6E2-A4614C9CFE72}" dt="2026-06-12T13:34:11.444" v="597" actId="1076"/>
          <ac:grpSpMkLst>
            <pc:docMk/>
            <pc:sldMk cId="0" sldId="261"/>
            <ac:grpSpMk id="58" creationId="{27AFFD73-7F14-3771-4F1E-C03C815269F0}"/>
          </ac:grpSpMkLst>
        </pc:grpChg>
        <pc:grpChg chg="mod">
          <ac:chgData name="석주 이" userId="b6553f64e91d015d" providerId="LiveId" clId="{0BC1CC68-5FB1-45E5-A6E2-A4614C9CFE72}" dt="2026-06-12T13:34:26.221" v="601" actId="14100"/>
          <ac:grpSpMkLst>
            <pc:docMk/>
            <pc:sldMk cId="0" sldId="261"/>
            <ac:grpSpMk id="59" creationId="{4593DB23-22AC-D359-941B-1A4205BB3CC6}"/>
          </ac:grpSpMkLst>
        </pc:grpChg>
        <pc:grpChg chg="mod">
          <ac:chgData name="석주 이" userId="b6553f64e91d015d" providerId="LiveId" clId="{0BC1CC68-5FB1-45E5-A6E2-A4614C9CFE72}" dt="2026-06-12T13:35:26.776" v="648" actId="14100"/>
          <ac:grpSpMkLst>
            <pc:docMk/>
            <pc:sldMk cId="0" sldId="261"/>
            <ac:grpSpMk id="60" creationId="{9BABDA79-7E3D-C5D7-574E-FB81CDDF4922}"/>
          </ac:grpSpMkLst>
        </pc:grpChg>
      </pc:sldChg>
      <pc:sldChg chg="modSp mod">
        <pc:chgData name="석주 이" userId="b6553f64e91d015d" providerId="LiveId" clId="{0BC1CC68-5FB1-45E5-A6E2-A4614C9CFE72}" dt="2026-06-12T13:38:29.281" v="728" actId="20577"/>
        <pc:sldMkLst>
          <pc:docMk/>
          <pc:sldMk cId="0" sldId="262"/>
        </pc:sldMkLst>
        <pc:spChg chg="mod">
          <ac:chgData name="석주 이" userId="b6553f64e91d015d" providerId="LiveId" clId="{0BC1CC68-5FB1-45E5-A6E2-A4614C9CFE72}" dt="2026-06-12T13:38:29.281" v="728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8:16.919" v="721" actId="6549"/>
          <ac:spMkLst>
            <pc:docMk/>
            <pc:sldMk cId="0" sldId="262"/>
            <ac:spMk id="12" creationId="{00000000-0000-0000-0000-000000000000}"/>
          </ac:spMkLst>
        </pc:spChg>
        <pc:graphicFrameChg chg="mod modGraphic">
          <ac:chgData name="석주 이" userId="b6553f64e91d015d" providerId="LiveId" clId="{0BC1CC68-5FB1-45E5-A6E2-A4614C9CFE72}" dt="2026-06-12T13:37:23.429" v="688" actId="6549"/>
          <ac:graphicFrameMkLst>
            <pc:docMk/>
            <pc:sldMk cId="0" sldId="262"/>
            <ac:graphicFrameMk id="16" creationId="{00000000-0000-0000-0000-000000000000}"/>
          </ac:graphicFrameMkLst>
        </pc:graphicFrameChg>
      </pc:sldChg>
      <pc:sldChg chg="addSp modSp mod">
        <pc:chgData name="석주 이" userId="b6553f64e91d015d" providerId="LiveId" clId="{0BC1CC68-5FB1-45E5-A6E2-A4614C9CFE72}" dt="2026-06-12T13:39:20.143" v="735" actId="14100"/>
        <pc:sldMkLst>
          <pc:docMk/>
          <pc:sldMk cId="0" sldId="263"/>
        </pc:sldMkLst>
        <pc:spChg chg="mod">
          <ac:chgData name="석주 이" userId="b6553f64e91d015d" providerId="LiveId" clId="{0BC1CC68-5FB1-45E5-A6E2-A4614C9CFE72}" dt="2026-06-12T13:38:48.208" v="732" actId="164"/>
          <ac:spMkLst>
            <pc:docMk/>
            <pc:sldMk cId="0" sldId="263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8:48.208" v="732" actId="164"/>
          <ac:spMkLst>
            <pc:docMk/>
            <pc:sldMk cId="0" sldId="263"/>
            <ac:spMk id="1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8:48.208" v="732" actId="164"/>
          <ac:spMkLst>
            <pc:docMk/>
            <pc:sldMk cId="0" sldId="263"/>
            <ac:spMk id="1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8:48.208" v="732" actId="164"/>
          <ac:spMkLst>
            <pc:docMk/>
            <pc:sldMk cId="0" sldId="263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8:48.208" v="732" actId="164"/>
          <ac:spMkLst>
            <pc:docMk/>
            <pc:sldMk cId="0" sldId="263"/>
            <ac:spMk id="1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9:20.143" v="735" actId="14100"/>
          <ac:spMkLst>
            <pc:docMk/>
            <pc:sldMk cId="0" sldId="263"/>
            <ac:spMk id="1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9:20.143" v="735" actId="14100"/>
          <ac:spMkLst>
            <pc:docMk/>
            <pc:sldMk cId="0" sldId="263"/>
            <ac:spMk id="16" creationId="{00000000-0000-0000-0000-000000000000}"/>
          </ac:spMkLst>
        </pc:spChg>
        <pc:grpChg chg="add mod">
          <ac:chgData name="석주 이" userId="b6553f64e91d015d" providerId="LiveId" clId="{0BC1CC68-5FB1-45E5-A6E2-A4614C9CFE72}" dt="2026-06-12T13:38:48.208" v="732" actId="164"/>
          <ac:grpSpMkLst>
            <pc:docMk/>
            <pc:sldMk cId="0" sldId="263"/>
            <ac:grpSpMk id="21" creationId="{2CEEE13A-57DD-A257-037A-733309183FC8}"/>
          </ac:grpSpMkLst>
        </pc:grpChg>
        <pc:graphicFrameChg chg="mod modGraphic">
          <ac:chgData name="석주 이" userId="b6553f64e91d015d" providerId="LiveId" clId="{0BC1CC68-5FB1-45E5-A6E2-A4614C9CFE72}" dt="2026-06-12T13:39:07.297" v="733" actId="14100"/>
          <ac:graphicFrameMkLst>
            <pc:docMk/>
            <pc:sldMk cId="0" sldId="263"/>
            <ac:graphicFrameMk id="20" creationId="{00000000-0000-0000-0000-000000000000}"/>
          </ac:graphicFrameMkLst>
        </pc:graphicFrameChg>
      </pc:sldChg>
      <pc:sldChg chg="modSp mod">
        <pc:chgData name="석주 이" userId="b6553f64e91d015d" providerId="LiveId" clId="{0BC1CC68-5FB1-45E5-A6E2-A4614C9CFE72}" dt="2026-06-12T13:43:24.326" v="827" actId="403"/>
        <pc:sldMkLst>
          <pc:docMk/>
          <pc:sldMk cId="0" sldId="264"/>
        </pc:sldMkLst>
        <pc:spChg chg="mod">
          <ac:chgData name="석주 이" userId="b6553f64e91d015d" providerId="LiveId" clId="{0BC1CC68-5FB1-45E5-A6E2-A4614C9CFE72}" dt="2026-06-12T13:39:31.878" v="736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9:31.878" v="736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0:01.237" v="739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0:17.862" v="761" actId="2057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9:31.878" v="736" actId="107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9:31.878" v="736" actId="107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39:31.878" v="736" actId="1076"/>
          <ac:spMkLst>
            <pc:docMk/>
            <pc:sldMk cId="0" sldId="264"/>
            <ac:spMk id="16" creationId="{00000000-0000-0000-0000-000000000000}"/>
          </ac:spMkLst>
        </pc:spChg>
        <pc:graphicFrameChg chg="mod modGraphic">
          <ac:chgData name="석주 이" userId="b6553f64e91d015d" providerId="LiveId" clId="{0BC1CC68-5FB1-45E5-A6E2-A4614C9CFE72}" dt="2026-06-12T13:43:24.326" v="827" actId="403"/>
          <ac:graphicFrameMkLst>
            <pc:docMk/>
            <pc:sldMk cId="0" sldId="264"/>
            <ac:graphicFrameMk id="20" creationId="{00000000-0000-0000-0000-000000000000}"/>
          </ac:graphicFrameMkLst>
        </pc:graphicFrameChg>
      </pc:sldChg>
      <pc:sldChg chg="addSp modSp mod">
        <pc:chgData name="석주 이" userId="b6553f64e91d015d" providerId="LiveId" clId="{0BC1CC68-5FB1-45E5-A6E2-A4614C9CFE72}" dt="2026-06-12T13:42:31.570" v="822" actId="403"/>
        <pc:sldMkLst>
          <pc:docMk/>
          <pc:sldMk cId="0" sldId="265"/>
        </pc:sldMkLst>
        <pc:spChg chg="mod">
          <ac:chgData name="석주 이" userId="b6553f64e91d015d" providerId="LiveId" clId="{0BC1CC68-5FB1-45E5-A6E2-A4614C9CFE72}" dt="2026-06-12T13:42:12.924" v="812" actId="164"/>
          <ac:spMkLst>
            <pc:docMk/>
            <pc:sldMk cId="0" sldId="265"/>
            <ac:spMk id="2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2:12.924" v="812" actId="164"/>
          <ac:spMkLst>
            <pc:docMk/>
            <pc:sldMk cId="0" sldId="265"/>
            <ac:spMk id="2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2:31.570" v="822" actId="403"/>
          <ac:spMkLst>
            <pc:docMk/>
            <pc:sldMk cId="0" sldId="265"/>
            <ac:spMk id="24" creationId="{00000000-0000-0000-0000-000000000000}"/>
          </ac:spMkLst>
        </pc:spChg>
        <pc:grpChg chg="add mod">
          <ac:chgData name="석주 이" userId="b6553f64e91d015d" providerId="LiveId" clId="{0BC1CC68-5FB1-45E5-A6E2-A4614C9CFE72}" dt="2026-06-12T13:42:16.610" v="814" actId="14100"/>
          <ac:grpSpMkLst>
            <pc:docMk/>
            <pc:sldMk cId="0" sldId="265"/>
            <ac:grpSpMk id="29" creationId="{D7019CDD-54A9-4B19-3573-D404ABE449F2}"/>
          </ac:grpSpMkLst>
        </pc:grpChg>
        <pc:graphicFrameChg chg="mod modGraphic">
          <ac:chgData name="석주 이" userId="b6553f64e91d015d" providerId="LiveId" clId="{0BC1CC68-5FB1-45E5-A6E2-A4614C9CFE72}" dt="2026-06-12T13:42:01.472" v="811"/>
          <ac:graphicFrameMkLst>
            <pc:docMk/>
            <pc:sldMk cId="0" sldId="265"/>
            <ac:graphicFrameMk id="28" creationId="{00000000-0000-0000-0000-000000000000}"/>
          </ac:graphicFrameMkLst>
        </pc:graphicFrameChg>
      </pc:sldChg>
      <pc:sldChg chg="del">
        <pc:chgData name="석주 이" userId="b6553f64e91d015d" providerId="LiveId" clId="{0BC1CC68-5FB1-45E5-A6E2-A4614C9CFE72}" dt="2026-06-12T13:43:15.108" v="823" actId="47"/>
        <pc:sldMkLst>
          <pc:docMk/>
          <pc:sldMk cId="0" sldId="266"/>
        </pc:sldMkLst>
      </pc:sldChg>
      <pc:sldChg chg="addSp modSp mod">
        <pc:chgData name="석주 이" userId="b6553f64e91d015d" providerId="LiveId" clId="{0BC1CC68-5FB1-45E5-A6E2-A4614C9CFE72}" dt="2026-06-12T13:45:32.607" v="868" actId="14100"/>
        <pc:sldMkLst>
          <pc:docMk/>
          <pc:sldMk cId="0" sldId="267"/>
        </pc:sldMkLst>
        <pc:spChg chg="mod">
          <ac:chgData name="석주 이" userId="b6553f64e91d015d" providerId="LiveId" clId="{0BC1CC68-5FB1-45E5-A6E2-A4614C9CFE72}" dt="2026-06-12T13:43:58.418" v="837" actId="2710"/>
          <ac:spMkLst>
            <pc:docMk/>
            <pc:sldMk cId="0" sldId="267"/>
            <ac:spMk id="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4:59.079" v="857" actId="571"/>
          <ac:spMkLst>
            <pc:docMk/>
            <pc:sldMk cId="0" sldId="267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3:48.268" v="835" actId="404"/>
          <ac:spMkLst>
            <pc:docMk/>
            <pc:sldMk cId="0" sldId="267"/>
            <ac:spMk id="1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4:59.079" v="857" actId="571"/>
          <ac:spMkLst>
            <pc:docMk/>
            <pc:sldMk cId="0" sldId="267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4:59.079" v="857" actId="571"/>
          <ac:spMkLst>
            <pc:docMk/>
            <pc:sldMk cId="0" sldId="267"/>
            <ac:spMk id="1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4:59.079" v="857" actId="571"/>
          <ac:spMkLst>
            <pc:docMk/>
            <pc:sldMk cId="0" sldId="267"/>
            <ac:spMk id="1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4:59.079" v="857" actId="571"/>
          <ac:spMkLst>
            <pc:docMk/>
            <pc:sldMk cId="0" sldId="267"/>
            <ac:spMk id="1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4:59.079" v="857" actId="571"/>
          <ac:spMkLst>
            <pc:docMk/>
            <pc:sldMk cId="0" sldId="267"/>
            <ac:spMk id="2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4:59.079" v="857" actId="571"/>
          <ac:spMkLst>
            <pc:docMk/>
            <pc:sldMk cId="0" sldId="267"/>
            <ac:spMk id="2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3:48.268" v="835" actId="404"/>
          <ac:spMkLst>
            <pc:docMk/>
            <pc:sldMk cId="0" sldId="267"/>
            <ac:spMk id="2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3:48.268" v="835" actId="404"/>
          <ac:spMkLst>
            <pc:docMk/>
            <pc:sldMk cId="0" sldId="267"/>
            <ac:spMk id="3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4:38.809" v="851" actId="20577"/>
          <ac:spMkLst>
            <pc:docMk/>
            <pc:sldMk cId="0" sldId="267"/>
            <ac:spMk id="3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3:48.268" v="835" actId="404"/>
          <ac:spMkLst>
            <pc:docMk/>
            <pc:sldMk cId="0" sldId="267"/>
            <ac:spMk id="3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4:59.079" v="857" actId="571"/>
          <ac:spMkLst>
            <pc:docMk/>
            <pc:sldMk cId="0" sldId="267"/>
            <ac:spMk id="4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4:59.079" v="857" actId="571"/>
          <ac:spMkLst>
            <pc:docMk/>
            <pc:sldMk cId="0" sldId="267"/>
            <ac:spMk id="4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3:48.268" v="835" actId="404"/>
          <ac:spMkLst>
            <pc:docMk/>
            <pc:sldMk cId="0" sldId="267"/>
            <ac:spMk id="4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5:11.376" v="861" actId="313"/>
          <ac:spMkLst>
            <pc:docMk/>
            <pc:sldMk cId="0" sldId="267"/>
            <ac:spMk id="5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5:32.607" v="868" actId="14100"/>
          <ac:spMkLst>
            <pc:docMk/>
            <pc:sldMk cId="0" sldId="267"/>
            <ac:spMk id="5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4:52.075" v="854" actId="571"/>
          <ac:spMkLst>
            <pc:docMk/>
            <pc:sldMk cId="0" sldId="267"/>
            <ac:spMk id="63" creationId="{CFE57971-F7B9-38F4-F8FB-6CD2332DE99F}"/>
          </ac:spMkLst>
        </pc:spChg>
        <pc:spChg chg="mod">
          <ac:chgData name="석주 이" userId="b6553f64e91d015d" providerId="LiveId" clId="{0BC1CC68-5FB1-45E5-A6E2-A4614C9CFE72}" dt="2026-06-12T13:44:52.075" v="854" actId="571"/>
          <ac:spMkLst>
            <pc:docMk/>
            <pc:sldMk cId="0" sldId="267"/>
            <ac:spMk id="65" creationId="{1BFA4646-F4B2-CB18-978B-78B7392CDC7C}"/>
          </ac:spMkLst>
        </pc:spChg>
        <pc:spChg chg="mod">
          <ac:chgData name="석주 이" userId="b6553f64e91d015d" providerId="LiveId" clId="{0BC1CC68-5FB1-45E5-A6E2-A4614C9CFE72}" dt="2026-06-12T13:44:52.075" v="854" actId="571"/>
          <ac:spMkLst>
            <pc:docMk/>
            <pc:sldMk cId="0" sldId="267"/>
            <ac:spMk id="67" creationId="{5554C930-0131-66EB-A25D-DB153572387C}"/>
          </ac:spMkLst>
        </pc:spChg>
        <pc:spChg chg="mod">
          <ac:chgData name="석주 이" userId="b6553f64e91d015d" providerId="LiveId" clId="{0BC1CC68-5FB1-45E5-A6E2-A4614C9CFE72}" dt="2026-06-12T13:44:52.075" v="854" actId="571"/>
          <ac:spMkLst>
            <pc:docMk/>
            <pc:sldMk cId="0" sldId="267"/>
            <ac:spMk id="72" creationId="{48F68875-1E80-7576-CD85-88239C95178A}"/>
          </ac:spMkLst>
        </pc:spChg>
        <pc:spChg chg="mod">
          <ac:chgData name="석주 이" userId="b6553f64e91d015d" providerId="LiveId" clId="{0BC1CC68-5FB1-45E5-A6E2-A4614C9CFE72}" dt="2026-06-12T13:44:52.075" v="854" actId="571"/>
          <ac:spMkLst>
            <pc:docMk/>
            <pc:sldMk cId="0" sldId="267"/>
            <ac:spMk id="77" creationId="{CB25C97C-48E1-2C7E-A156-11EFD399CD58}"/>
          </ac:spMkLst>
        </pc:spChg>
        <pc:spChg chg="mod">
          <ac:chgData name="석주 이" userId="b6553f64e91d015d" providerId="LiveId" clId="{0BC1CC68-5FB1-45E5-A6E2-A4614C9CFE72}" dt="2026-06-12T13:44:52.075" v="854" actId="571"/>
          <ac:spMkLst>
            <pc:docMk/>
            <pc:sldMk cId="0" sldId="267"/>
            <ac:spMk id="80" creationId="{DB0B27D1-8DE3-B43D-A66B-DF5B981C5D7A}"/>
          </ac:spMkLst>
        </pc:spChg>
        <pc:spChg chg="mod">
          <ac:chgData name="석주 이" userId="b6553f64e91d015d" providerId="LiveId" clId="{0BC1CC68-5FB1-45E5-A6E2-A4614C9CFE72}" dt="2026-06-12T13:44:52.075" v="854" actId="571"/>
          <ac:spMkLst>
            <pc:docMk/>
            <pc:sldMk cId="0" sldId="267"/>
            <ac:spMk id="82" creationId="{51F7D5B2-4E37-A2F3-2920-70F58C1A7F51}"/>
          </ac:spMkLst>
        </pc:spChg>
        <pc:spChg chg="mod">
          <ac:chgData name="석주 이" userId="b6553f64e91d015d" providerId="LiveId" clId="{0BC1CC68-5FB1-45E5-A6E2-A4614C9CFE72}" dt="2026-06-12T13:44:52.075" v="854" actId="571"/>
          <ac:spMkLst>
            <pc:docMk/>
            <pc:sldMk cId="0" sldId="267"/>
            <ac:spMk id="91" creationId="{B6DD13EF-5EBD-3C6C-D7C4-EC2C365714DF}"/>
          </ac:spMkLst>
        </pc:spChg>
        <pc:spChg chg="mod">
          <ac:chgData name="석주 이" userId="b6553f64e91d015d" providerId="LiveId" clId="{0BC1CC68-5FB1-45E5-A6E2-A4614C9CFE72}" dt="2026-06-12T13:44:52.075" v="854" actId="571"/>
          <ac:spMkLst>
            <pc:docMk/>
            <pc:sldMk cId="0" sldId="267"/>
            <ac:spMk id="93" creationId="{6B6C44B1-3C29-015B-E083-3FA9928EB54A}"/>
          </ac:spMkLst>
        </pc:spChg>
        <pc:spChg chg="mod">
          <ac:chgData name="석주 이" userId="b6553f64e91d015d" providerId="LiveId" clId="{0BC1CC68-5FB1-45E5-A6E2-A4614C9CFE72}" dt="2026-06-12T13:44:52.075" v="854" actId="571"/>
          <ac:spMkLst>
            <pc:docMk/>
            <pc:sldMk cId="0" sldId="267"/>
            <ac:spMk id="104" creationId="{6753AAEF-5D7B-B8B0-5DF9-F329D815E99C}"/>
          </ac:spMkLst>
        </pc:spChg>
        <pc:spChg chg="mod">
          <ac:chgData name="석주 이" userId="b6553f64e91d015d" providerId="LiveId" clId="{0BC1CC68-5FB1-45E5-A6E2-A4614C9CFE72}" dt="2026-06-12T13:45:01.119" v="858" actId="688"/>
          <ac:spMkLst>
            <pc:docMk/>
            <pc:sldMk cId="0" sldId="267"/>
            <ac:spMk id="107" creationId="{B9DDA3F0-E293-140C-E0BA-6C9385EC3002}"/>
          </ac:spMkLst>
        </pc:spChg>
        <pc:grpChg chg="mod">
          <ac:chgData name="석주 이" userId="b6553f64e91d015d" providerId="LiveId" clId="{0BC1CC68-5FB1-45E5-A6E2-A4614C9CFE72}" dt="2026-06-12T13:43:37.598" v="829" actId="14100"/>
          <ac:grpSpMkLst>
            <pc:docMk/>
            <pc:sldMk cId="0" sldId="267"/>
            <ac:grpSpMk id="58" creationId="{91C972FC-2F0C-6E54-4815-2875A24C3456}"/>
          </ac:grpSpMkLst>
        </pc:grpChg>
      </pc:sldChg>
      <pc:sldChg chg="addSp modSp mod">
        <pc:chgData name="석주 이" userId="b6553f64e91d015d" providerId="LiveId" clId="{0BC1CC68-5FB1-45E5-A6E2-A4614C9CFE72}" dt="2026-06-12T13:46:52.667" v="882" actId="313"/>
        <pc:sldMkLst>
          <pc:docMk/>
          <pc:sldMk cId="0" sldId="268"/>
        </pc:sldMkLst>
        <pc:spChg chg="mod">
          <ac:chgData name="석주 이" userId="b6553f64e91d015d" providerId="LiveId" clId="{0BC1CC68-5FB1-45E5-A6E2-A4614C9CFE72}" dt="2026-06-12T13:46:12.858" v="872" actId="404"/>
          <ac:spMkLst>
            <pc:docMk/>
            <pc:sldMk cId="0" sldId="268"/>
            <ac:spMk id="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12.858" v="872" actId="404"/>
          <ac:spMkLst>
            <pc:docMk/>
            <pc:sldMk cId="0" sldId="268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16.875" v="873" actId="164"/>
          <ac:spMkLst>
            <pc:docMk/>
            <pc:sldMk cId="0" sldId="268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23.133" v="877" actId="404"/>
          <ac:spMkLst>
            <pc:docMk/>
            <pc:sldMk cId="0" sldId="268"/>
            <ac:spMk id="1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51.348" v="880" actId="313"/>
          <ac:spMkLst>
            <pc:docMk/>
            <pc:sldMk cId="0" sldId="268"/>
            <ac:spMk id="1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16.875" v="873" actId="164"/>
          <ac:spMkLst>
            <pc:docMk/>
            <pc:sldMk cId="0" sldId="268"/>
            <ac:spMk id="1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16.875" v="873" actId="164"/>
          <ac:spMkLst>
            <pc:docMk/>
            <pc:sldMk cId="0" sldId="268"/>
            <ac:spMk id="1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23.133" v="877" actId="404"/>
          <ac:spMkLst>
            <pc:docMk/>
            <pc:sldMk cId="0" sldId="268"/>
            <ac:spMk id="1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51.877" v="881" actId="313"/>
          <ac:spMkLst>
            <pc:docMk/>
            <pc:sldMk cId="0" sldId="268"/>
            <ac:spMk id="1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16.875" v="873" actId="164"/>
          <ac:spMkLst>
            <pc:docMk/>
            <pc:sldMk cId="0" sldId="268"/>
            <ac:spMk id="2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16.875" v="873" actId="164"/>
          <ac:spMkLst>
            <pc:docMk/>
            <pc:sldMk cId="0" sldId="268"/>
            <ac:spMk id="2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23.133" v="877" actId="404"/>
          <ac:spMkLst>
            <pc:docMk/>
            <pc:sldMk cId="0" sldId="268"/>
            <ac:spMk id="2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6:52.667" v="882" actId="313"/>
          <ac:spMkLst>
            <pc:docMk/>
            <pc:sldMk cId="0" sldId="268"/>
            <ac:spMk id="23" creationId="{00000000-0000-0000-0000-000000000000}"/>
          </ac:spMkLst>
        </pc:spChg>
        <pc:grpChg chg="mod">
          <ac:chgData name="석주 이" userId="b6553f64e91d015d" providerId="LiveId" clId="{0BC1CC68-5FB1-45E5-A6E2-A4614C9CFE72}" dt="2026-06-12T13:46:19.870" v="875" actId="14100"/>
          <ac:grpSpMkLst>
            <pc:docMk/>
            <pc:sldMk cId="0" sldId="268"/>
            <ac:grpSpMk id="29" creationId="{8A5F084D-9750-C75D-726A-1674F2B64C60}"/>
          </ac:grpSpMkLst>
        </pc:grpChg>
      </pc:sldChg>
      <pc:sldChg chg="addSp modSp mod">
        <pc:chgData name="석주 이" userId="b6553f64e91d015d" providerId="LiveId" clId="{0BC1CC68-5FB1-45E5-A6E2-A4614C9CFE72}" dt="2026-06-12T13:49:43.067" v="971" actId="20577"/>
        <pc:sldMkLst>
          <pc:docMk/>
          <pc:sldMk cId="0" sldId="269"/>
        </pc:sldMkLst>
        <pc:spChg chg="mod">
          <ac:chgData name="석주 이" userId="b6553f64e91d015d" providerId="LiveId" clId="{0BC1CC68-5FB1-45E5-A6E2-A4614C9CFE72}" dt="2026-06-12T13:47:10.334" v="883" actId="1076"/>
          <ac:spMkLst>
            <pc:docMk/>
            <pc:sldMk cId="0" sldId="269"/>
            <ac:spMk id="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7:10.334" v="883" actId="1076"/>
          <ac:spMkLst>
            <pc:docMk/>
            <pc:sldMk cId="0" sldId="269"/>
            <ac:spMk id="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7:32.474" v="886" actId="107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7:32.474" v="886" actId="107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7:53.773" v="890" actId="403"/>
          <ac:spMkLst>
            <pc:docMk/>
            <pc:sldMk cId="0" sldId="269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7:49.283" v="888" actId="6549"/>
          <ac:spMkLst>
            <pc:docMk/>
            <pc:sldMk cId="0" sldId="269"/>
            <ac:spMk id="1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8:55.275" v="955" actId="164"/>
          <ac:spMkLst>
            <pc:docMk/>
            <pc:sldMk cId="0" sldId="269"/>
            <ac:spMk id="1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8:55.275" v="955" actId="164"/>
          <ac:spMkLst>
            <pc:docMk/>
            <pc:sldMk cId="0" sldId="269"/>
            <ac:spMk id="1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9:23.175" v="966" actId="20577"/>
          <ac:spMkLst>
            <pc:docMk/>
            <pc:sldMk cId="0" sldId="269"/>
            <ac:spMk id="1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8:55.275" v="955" actId="164"/>
          <ac:spMkLst>
            <pc:docMk/>
            <pc:sldMk cId="0" sldId="269"/>
            <ac:spMk id="2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9:30.273" v="968" actId="20577"/>
          <ac:spMkLst>
            <pc:docMk/>
            <pc:sldMk cId="0" sldId="269"/>
            <ac:spMk id="2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8:55.275" v="955" actId="164"/>
          <ac:spMkLst>
            <pc:docMk/>
            <pc:sldMk cId="0" sldId="269"/>
            <ac:spMk id="2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8:55.275" v="955" actId="164"/>
          <ac:spMkLst>
            <pc:docMk/>
            <pc:sldMk cId="0" sldId="269"/>
            <ac:spMk id="2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9:35.423" v="970" actId="20577"/>
          <ac:spMkLst>
            <pc:docMk/>
            <pc:sldMk cId="0" sldId="269"/>
            <ac:spMk id="2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8:55.275" v="955" actId="164"/>
          <ac:spMkLst>
            <pc:docMk/>
            <pc:sldMk cId="0" sldId="269"/>
            <ac:spMk id="2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8:55.275" v="955" actId="164"/>
          <ac:spMkLst>
            <pc:docMk/>
            <pc:sldMk cId="0" sldId="269"/>
            <ac:spMk id="2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9:43.067" v="971" actId="20577"/>
          <ac:spMkLst>
            <pc:docMk/>
            <pc:sldMk cId="0" sldId="269"/>
            <ac:spMk id="3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9:12.150" v="964" actId="2710"/>
          <ac:spMkLst>
            <pc:docMk/>
            <pc:sldMk cId="0" sldId="269"/>
            <ac:spMk id="3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49:12.150" v="964" actId="2710"/>
          <ac:spMkLst>
            <pc:docMk/>
            <pc:sldMk cId="0" sldId="269"/>
            <ac:spMk id="33" creationId="{00000000-0000-0000-0000-000000000000}"/>
          </ac:spMkLst>
        </pc:spChg>
        <pc:grpChg chg="mod">
          <ac:chgData name="석주 이" userId="b6553f64e91d015d" providerId="LiveId" clId="{0BC1CC68-5FB1-45E5-A6E2-A4614C9CFE72}" dt="2026-06-12T13:48:58.227" v="956" actId="14100"/>
          <ac:grpSpMkLst>
            <pc:docMk/>
            <pc:sldMk cId="0" sldId="269"/>
            <ac:grpSpMk id="38" creationId="{FBA7B5EA-B0B7-25D8-D141-AABFA199BE24}"/>
          </ac:grpSpMkLst>
        </pc:grpChg>
        <pc:graphicFrameChg chg="mod modGraphic">
          <ac:chgData name="석주 이" userId="b6553f64e91d015d" providerId="LiveId" clId="{0BC1CC68-5FB1-45E5-A6E2-A4614C9CFE72}" dt="2026-06-12T13:48:43.861" v="954" actId="20577"/>
          <ac:graphicFrameMkLst>
            <pc:docMk/>
            <pc:sldMk cId="0" sldId="269"/>
            <ac:graphicFrameMk id="37" creationId="{00000000-0000-0000-0000-000000000000}"/>
          </ac:graphicFrameMkLst>
        </pc:graphicFrameChg>
      </pc:sldChg>
      <pc:sldChg chg="addSp modSp mod">
        <pc:chgData name="석주 이" userId="b6553f64e91d015d" providerId="LiveId" clId="{0BC1CC68-5FB1-45E5-A6E2-A4614C9CFE72}" dt="2026-06-12T13:53:18.011" v="1074" actId="20577"/>
        <pc:sldMkLst>
          <pc:docMk/>
          <pc:sldMk cId="0" sldId="270"/>
        </pc:sldMkLst>
        <pc:spChg chg="mod">
          <ac:chgData name="석주 이" userId="b6553f64e91d015d" providerId="LiveId" clId="{0BC1CC68-5FB1-45E5-A6E2-A4614C9CFE72}" dt="2026-06-12T13:51:00.007" v="996" actId="2710"/>
          <ac:spMkLst>
            <pc:docMk/>
            <pc:sldMk cId="0" sldId="270"/>
            <ac:spMk id="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1:00.007" v="996" actId="2710"/>
          <ac:spMkLst>
            <pc:docMk/>
            <pc:sldMk cId="0" sldId="270"/>
            <ac:spMk id="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08.723" v="978" actId="255"/>
          <ac:spMkLst>
            <pc:docMk/>
            <pc:sldMk cId="0" sldId="270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16.337" v="980" actId="403"/>
          <ac:spMkLst>
            <pc:docMk/>
            <pc:sldMk cId="0" sldId="270"/>
            <ac:spMk id="1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1:00.007" v="996" actId="2710"/>
          <ac:spMkLst>
            <pc:docMk/>
            <pc:sldMk cId="0" sldId="270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16.337" v="980" actId="403"/>
          <ac:spMkLst>
            <pc:docMk/>
            <pc:sldMk cId="0" sldId="270"/>
            <ac:spMk id="1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20.201" v="982" actId="313"/>
          <ac:spMkLst>
            <pc:docMk/>
            <pc:sldMk cId="0" sldId="270"/>
            <ac:spMk id="1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1:00.007" v="996" actId="2710"/>
          <ac:spMkLst>
            <pc:docMk/>
            <pc:sldMk cId="0" sldId="270"/>
            <ac:spMk id="1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16.337" v="980" actId="403"/>
          <ac:spMkLst>
            <pc:docMk/>
            <pc:sldMk cId="0" sldId="270"/>
            <ac:spMk id="2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1:00.007" v="996" actId="2710"/>
          <ac:spMkLst>
            <pc:docMk/>
            <pc:sldMk cId="0" sldId="270"/>
            <ac:spMk id="2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16.337" v="980" actId="403"/>
          <ac:spMkLst>
            <pc:docMk/>
            <pc:sldMk cId="0" sldId="270"/>
            <ac:spMk id="2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21.150" v="984" actId="313"/>
          <ac:spMkLst>
            <pc:docMk/>
            <pc:sldMk cId="0" sldId="270"/>
            <ac:spMk id="2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1:54.707" v="1027" actId="20577"/>
          <ac:spMkLst>
            <pc:docMk/>
            <pc:sldMk cId="0" sldId="270"/>
            <ac:spMk id="2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1:00.007" v="996" actId="2710"/>
          <ac:spMkLst>
            <pc:docMk/>
            <pc:sldMk cId="0" sldId="270"/>
            <ac:spMk id="2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1:50.511" v="1024" actId="1076"/>
          <ac:spMkLst>
            <pc:docMk/>
            <pc:sldMk cId="0" sldId="270"/>
            <ac:spMk id="2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2:30.438" v="1045" actId="14100"/>
          <ac:spMkLst>
            <pc:docMk/>
            <pc:sldMk cId="0" sldId="270"/>
            <ac:spMk id="3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2:51.964" v="1069" actId="20577"/>
          <ac:spMkLst>
            <pc:docMk/>
            <pc:sldMk cId="0" sldId="270"/>
            <ac:spMk id="3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2:30.438" v="1045" actId="14100"/>
          <ac:spMkLst>
            <pc:docMk/>
            <pc:sldMk cId="0" sldId="270"/>
            <ac:spMk id="3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2:50.122" v="1068" actId="20577"/>
          <ac:spMkLst>
            <pc:docMk/>
            <pc:sldMk cId="0" sldId="270"/>
            <ac:spMk id="4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08.723" v="978" actId="255"/>
          <ac:spMkLst>
            <pc:docMk/>
            <pc:sldMk cId="0" sldId="270"/>
            <ac:spMk id="4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1:00.007" v="996" actId="2710"/>
          <ac:spMkLst>
            <pc:docMk/>
            <pc:sldMk cId="0" sldId="270"/>
            <ac:spMk id="4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2:47.453" v="1067" actId="108"/>
          <ac:spMkLst>
            <pc:docMk/>
            <pc:sldMk cId="0" sldId="270"/>
            <ac:spMk id="4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08.723" v="978" actId="255"/>
          <ac:spMkLst>
            <pc:docMk/>
            <pc:sldMk cId="0" sldId="270"/>
            <ac:spMk id="4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08.723" v="978" actId="255"/>
          <ac:spMkLst>
            <pc:docMk/>
            <pc:sldMk cId="0" sldId="270"/>
            <ac:spMk id="4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2:53.210" v="1070" actId="20577"/>
          <ac:spMkLst>
            <pc:docMk/>
            <pc:sldMk cId="0" sldId="270"/>
            <ac:spMk id="4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1:00.007" v="996" actId="2710"/>
          <ac:spMkLst>
            <pc:docMk/>
            <pc:sldMk cId="0" sldId="270"/>
            <ac:spMk id="5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08.723" v="978" actId="255"/>
          <ac:spMkLst>
            <pc:docMk/>
            <pc:sldMk cId="0" sldId="270"/>
            <ac:spMk id="5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2:30.438" v="1045" actId="14100"/>
          <ac:spMkLst>
            <pc:docMk/>
            <pc:sldMk cId="0" sldId="270"/>
            <ac:spMk id="5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3:18.011" v="1074" actId="20577"/>
          <ac:spMkLst>
            <pc:docMk/>
            <pc:sldMk cId="0" sldId="270"/>
            <ac:spMk id="5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1:00.007" v="996" actId="2710"/>
          <ac:spMkLst>
            <pc:docMk/>
            <pc:sldMk cId="0" sldId="270"/>
            <ac:spMk id="5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0:45.825" v="995" actId="6549"/>
          <ac:spMkLst>
            <pc:docMk/>
            <pc:sldMk cId="0" sldId="270"/>
            <ac:spMk id="5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1:36.235" v="1023" actId="20577"/>
          <ac:spMkLst>
            <pc:docMk/>
            <pc:sldMk cId="0" sldId="270"/>
            <ac:spMk id="61" creationId="{00000000-0000-0000-0000-000000000000}"/>
          </ac:spMkLst>
        </pc:spChg>
        <pc:grpChg chg="mod">
          <ac:chgData name="석주 이" userId="b6553f64e91d015d" providerId="LiveId" clId="{0BC1CC68-5FB1-45E5-A6E2-A4614C9CFE72}" dt="2026-06-12T13:50:03.253" v="974" actId="14100"/>
          <ac:grpSpMkLst>
            <pc:docMk/>
            <pc:sldMk cId="0" sldId="270"/>
            <ac:grpSpMk id="65" creationId="{A506BC49-38B7-A395-5016-84A8D600F071}"/>
          </ac:grpSpMkLst>
        </pc:grpChg>
      </pc:sldChg>
      <pc:sldChg chg="addSp delSp modSp mod">
        <pc:chgData name="석주 이" userId="b6553f64e91d015d" providerId="LiveId" clId="{0BC1CC68-5FB1-45E5-A6E2-A4614C9CFE72}" dt="2026-06-12T13:57:24.065" v="1144" actId="2710"/>
        <pc:sldMkLst>
          <pc:docMk/>
          <pc:sldMk cId="0" sldId="271"/>
        </pc:sldMkLst>
        <pc:spChg chg="mod">
          <ac:chgData name="석주 이" userId="b6553f64e91d015d" providerId="LiveId" clId="{0BC1CC68-5FB1-45E5-A6E2-A4614C9CFE72}" dt="2026-06-12T13:57:24.065" v="1144" actId="2710"/>
          <ac:spMkLst>
            <pc:docMk/>
            <pc:sldMk cId="0" sldId="271"/>
            <ac:spMk id="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7:24.065" v="1144" actId="2710"/>
          <ac:spMkLst>
            <pc:docMk/>
            <pc:sldMk cId="0" sldId="271"/>
            <ac:spMk id="19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54:12.041" v="1085" actId="165"/>
          <ac:spMkLst>
            <pc:docMk/>
            <pc:sldMk cId="0" sldId="271"/>
            <ac:spMk id="2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57:24.065" v="1144" actId="2710"/>
          <ac:spMkLst>
            <pc:docMk/>
            <pc:sldMk cId="0" sldId="271"/>
            <ac:spMk id="2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7:24.065" v="1144" actId="2710"/>
          <ac:spMkLst>
            <pc:docMk/>
            <pc:sldMk cId="0" sldId="271"/>
            <ac:spMk id="2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7:24.065" v="1144" actId="2710"/>
          <ac:spMkLst>
            <pc:docMk/>
            <pc:sldMk cId="0" sldId="271"/>
            <ac:spMk id="2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54:12.041" v="1085" actId="165"/>
          <ac:spMkLst>
            <pc:docMk/>
            <pc:sldMk cId="0" sldId="271"/>
            <ac:spMk id="26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54:12.041" v="1085" actId="165"/>
          <ac:spMkLst>
            <pc:docMk/>
            <pc:sldMk cId="0" sldId="271"/>
            <ac:spMk id="32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54:12.041" v="1085" actId="165"/>
          <ac:spMkLst>
            <pc:docMk/>
            <pc:sldMk cId="0" sldId="271"/>
            <ac:spMk id="3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7:24.065" v="1144" actId="2710"/>
          <ac:spMkLst>
            <pc:docMk/>
            <pc:sldMk cId="0" sldId="271"/>
            <ac:spMk id="3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54:12.041" v="1085" actId="165"/>
          <ac:spMkLst>
            <pc:docMk/>
            <pc:sldMk cId="0" sldId="271"/>
            <ac:spMk id="3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4:03.222" v="1080" actId="164"/>
          <ac:spMkLst>
            <pc:docMk/>
            <pc:sldMk cId="0" sldId="271"/>
            <ac:spMk id="3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4:03.222" v="1080" actId="164"/>
          <ac:spMkLst>
            <pc:docMk/>
            <pc:sldMk cId="0" sldId="271"/>
            <ac:spMk id="3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4:03.222" v="1080" actId="164"/>
          <ac:spMkLst>
            <pc:docMk/>
            <pc:sldMk cId="0" sldId="271"/>
            <ac:spMk id="4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7:07.560" v="1140" actId="313"/>
          <ac:spMkLst>
            <pc:docMk/>
            <pc:sldMk cId="0" sldId="271"/>
            <ac:spMk id="4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6:54.965" v="1139" actId="313"/>
          <ac:spMkLst>
            <pc:docMk/>
            <pc:sldMk cId="0" sldId="271"/>
            <ac:spMk id="4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4:12.041" v="1085" actId="165"/>
          <ac:spMkLst>
            <pc:docMk/>
            <pc:sldMk cId="0" sldId="271"/>
            <ac:spMk id="4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4:03.222" v="1080" actId="164"/>
          <ac:spMkLst>
            <pc:docMk/>
            <pc:sldMk cId="0" sldId="271"/>
            <ac:spMk id="4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7:24.065" v="1144" actId="2710"/>
          <ac:spMkLst>
            <pc:docMk/>
            <pc:sldMk cId="0" sldId="271"/>
            <ac:spMk id="4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7:24.065" v="1144" actId="2710"/>
          <ac:spMkLst>
            <pc:docMk/>
            <pc:sldMk cId="0" sldId="271"/>
            <ac:spMk id="4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4:03.222" v="1080" actId="164"/>
          <ac:spMkLst>
            <pc:docMk/>
            <pc:sldMk cId="0" sldId="271"/>
            <ac:spMk id="4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4:03.222" v="1080" actId="164"/>
          <ac:spMkLst>
            <pc:docMk/>
            <pc:sldMk cId="0" sldId="271"/>
            <ac:spMk id="4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7:24.065" v="1144" actId="2710"/>
          <ac:spMkLst>
            <pc:docMk/>
            <pc:sldMk cId="0" sldId="271"/>
            <ac:spMk id="5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5:05.980" v="1100" actId="6549"/>
          <ac:spMkLst>
            <pc:docMk/>
            <pc:sldMk cId="0" sldId="271"/>
            <ac:spMk id="5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7:24.065" v="1144" actId="2710"/>
          <ac:spMkLst>
            <pc:docMk/>
            <pc:sldMk cId="0" sldId="271"/>
            <ac:spMk id="5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6:20.282" v="1127" actId="164"/>
          <ac:spMkLst>
            <pc:docMk/>
            <pc:sldMk cId="0" sldId="271"/>
            <ac:spMk id="55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6:20.282" v="1127" actId="164"/>
          <ac:spMkLst>
            <pc:docMk/>
            <pc:sldMk cId="0" sldId="271"/>
            <ac:spMk id="5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6:20.282" v="1127" actId="164"/>
          <ac:spMkLst>
            <pc:docMk/>
            <pc:sldMk cId="0" sldId="271"/>
            <ac:spMk id="58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54:12.041" v="1085" actId="165"/>
          <ac:spMkLst>
            <pc:docMk/>
            <pc:sldMk cId="0" sldId="271"/>
            <ac:spMk id="5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6:20.282" v="1127" actId="164"/>
          <ac:spMkLst>
            <pc:docMk/>
            <pc:sldMk cId="0" sldId="271"/>
            <ac:spMk id="6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6:20.282" v="1127" actId="164"/>
          <ac:spMkLst>
            <pc:docMk/>
            <pc:sldMk cId="0" sldId="271"/>
            <ac:spMk id="6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5:15.261" v="1104" actId="404"/>
          <ac:spMkLst>
            <pc:docMk/>
            <pc:sldMk cId="0" sldId="271"/>
            <ac:spMk id="63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56:20.282" v="1127" actId="164"/>
          <ac:spMkLst>
            <pc:docMk/>
            <pc:sldMk cId="0" sldId="271"/>
            <ac:spMk id="6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6:20.282" v="1127" actId="164"/>
          <ac:spMkLst>
            <pc:docMk/>
            <pc:sldMk cId="0" sldId="271"/>
            <ac:spMk id="6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3:56:20.282" v="1127" actId="164"/>
          <ac:spMkLst>
            <pc:docMk/>
            <pc:sldMk cId="0" sldId="271"/>
            <ac:spMk id="6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6:39.460" v="1135" actId="20577"/>
          <ac:spMkLst>
            <pc:docMk/>
            <pc:sldMk cId="0" sldId="271"/>
            <ac:spMk id="67" creationId="{00000000-0000-0000-0000-000000000000}"/>
          </ac:spMkLst>
        </pc:spChg>
        <pc:grpChg chg="mod">
          <ac:chgData name="석주 이" userId="b6553f64e91d015d" providerId="LiveId" clId="{0BC1CC68-5FB1-45E5-A6E2-A4614C9CFE72}" dt="2026-06-12T13:54:06.412" v="1082" actId="14100"/>
          <ac:grpSpMkLst>
            <pc:docMk/>
            <pc:sldMk cId="0" sldId="271"/>
            <ac:grpSpMk id="71" creationId="{1733B4A5-A758-AB02-8429-C7109FC0EFB5}"/>
          </ac:grpSpMkLst>
        </pc:grpChg>
        <pc:grpChg chg="mod">
          <ac:chgData name="석주 이" userId="b6553f64e91d015d" providerId="LiveId" clId="{0BC1CC68-5FB1-45E5-A6E2-A4614C9CFE72}" dt="2026-06-12T13:54:11.359" v="1084" actId="14100"/>
          <ac:grpSpMkLst>
            <pc:docMk/>
            <pc:sldMk cId="0" sldId="271"/>
            <ac:grpSpMk id="72" creationId="{342BD0C1-E450-51FD-B926-4EF88751697C}"/>
          </ac:grpSpMkLst>
        </pc:grpChg>
        <pc:grpChg chg="mod">
          <ac:chgData name="석주 이" userId="b6553f64e91d015d" providerId="LiveId" clId="{0BC1CC68-5FB1-45E5-A6E2-A4614C9CFE72}" dt="2026-06-12T13:56:22.217" v="1128" actId="14100"/>
          <ac:grpSpMkLst>
            <pc:docMk/>
            <pc:sldMk cId="0" sldId="271"/>
            <ac:grpSpMk id="73" creationId="{8A78392A-2A1B-28F6-E6F9-D3BF13BB5674}"/>
          </ac:grpSpMkLst>
        </pc:grpChg>
      </pc:sldChg>
      <pc:sldChg chg="addSp modSp mod">
        <pc:chgData name="석주 이" userId="b6553f64e91d015d" providerId="LiveId" clId="{0BC1CC68-5FB1-45E5-A6E2-A4614C9CFE72}" dt="2026-06-12T13:58:44.850" v="1210" actId="14100"/>
        <pc:sldMkLst>
          <pc:docMk/>
          <pc:sldMk cId="0" sldId="272"/>
        </pc:sldMkLst>
        <pc:spChg chg="mod">
          <ac:chgData name="석주 이" userId="b6553f64e91d015d" providerId="LiveId" clId="{0BC1CC68-5FB1-45E5-A6E2-A4614C9CFE72}" dt="2026-06-12T13:58:31.792" v="1208" actId="2710"/>
          <ac:spMkLst>
            <pc:docMk/>
            <pc:sldMk cId="0" sldId="272"/>
            <ac:spMk id="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8:31.792" v="1208" actId="2710"/>
          <ac:spMkLst>
            <pc:docMk/>
            <pc:sldMk cId="0" sldId="272"/>
            <ac:spMk id="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8:31.792" v="1208" actId="2710"/>
          <ac:spMkLst>
            <pc:docMk/>
            <pc:sldMk cId="0" sldId="272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8:31.792" v="1208" actId="2710"/>
          <ac:spMkLst>
            <pc:docMk/>
            <pc:sldMk cId="0" sldId="272"/>
            <ac:spMk id="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8:31.792" v="1208" actId="2710"/>
          <ac:spMkLst>
            <pc:docMk/>
            <pc:sldMk cId="0" sldId="272"/>
            <ac:spMk id="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8:31.792" v="1208" actId="2710"/>
          <ac:spMkLst>
            <pc:docMk/>
            <pc:sldMk cId="0" sldId="272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8:31.792" v="1208" actId="2710"/>
          <ac:spMkLst>
            <pc:docMk/>
            <pc:sldMk cId="0" sldId="272"/>
            <ac:spMk id="11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8:31.792" v="1208" actId="2710"/>
          <ac:spMkLst>
            <pc:docMk/>
            <pc:sldMk cId="0" sldId="272"/>
            <ac:spMk id="12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8:31.792" v="1208" actId="2710"/>
          <ac:spMkLst>
            <pc:docMk/>
            <pc:sldMk cId="0" sldId="272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8:31.792" v="1208" actId="2710"/>
          <ac:spMkLst>
            <pc:docMk/>
            <pc:sldMk cId="0" sldId="272"/>
            <ac:spMk id="14" creationId="{00000000-0000-0000-0000-000000000000}"/>
          </ac:spMkLst>
        </pc:spChg>
        <pc:grpChg chg="add mod">
          <ac:chgData name="석주 이" userId="b6553f64e91d015d" providerId="LiveId" clId="{0BC1CC68-5FB1-45E5-A6E2-A4614C9CFE72}" dt="2026-06-12T13:58:43.094" v="1209" actId="1076"/>
          <ac:grpSpMkLst>
            <pc:docMk/>
            <pc:sldMk cId="0" sldId="272"/>
            <ac:grpSpMk id="15" creationId="{8065A21A-EED3-F62A-C5DE-EDD03A5AD398}"/>
          </ac:grpSpMkLst>
        </pc:grpChg>
        <pc:graphicFrameChg chg="mod modGraphic">
          <ac:chgData name="석주 이" userId="b6553f64e91d015d" providerId="LiveId" clId="{0BC1CC68-5FB1-45E5-A6E2-A4614C9CFE72}" dt="2026-06-12T13:58:44.850" v="1210" actId="14100"/>
          <ac:graphicFrameMkLst>
            <pc:docMk/>
            <pc:sldMk cId="0" sldId="272"/>
            <ac:graphicFrameMk id="18" creationId="{00000000-0000-0000-0000-000000000000}"/>
          </ac:graphicFrameMkLst>
        </pc:graphicFrameChg>
      </pc:sldChg>
      <pc:sldChg chg="addSp modSp mod">
        <pc:chgData name="석주 이" userId="b6553f64e91d015d" providerId="LiveId" clId="{0BC1CC68-5FB1-45E5-A6E2-A4614C9CFE72}" dt="2026-06-12T14:02:36.080" v="1258" actId="1076"/>
        <pc:sldMkLst>
          <pc:docMk/>
          <pc:sldMk cId="0" sldId="273"/>
        </pc:sldMkLst>
        <pc:spChg chg="mod">
          <ac:chgData name="석주 이" userId="b6553f64e91d015d" providerId="LiveId" clId="{0BC1CC68-5FB1-45E5-A6E2-A4614C9CFE72}" dt="2026-06-12T13:59:30.589" v="1211" actId="1076"/>
          <ac:spMkLst>
            <pc:docMk/>
            <pc:sldMk cId="0" sldId="273"/>
            <ac:spMk id="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0:55.223" v="1235" actId="107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9:46.106" v="1218" actId="403"/>
          <ac:spMkLst>
            <pc:docMk/>
            <pc:sldMk cId="0" sldId="273"/>
            <ac:spMk id="1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0:56.533" v="1237" actId="6549"/>
          <ac:spMkLst>
            <pc:docMk/>
            <pc:sldMk cId="0" sldId="273"/>
            <ac:spMk id="1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0:59.532" v="1238" actId="404"/>
          <ac:spMkLst>
            <pc:docMk/>
            <pc:sldMk cId="0" sldId="273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1:02.788" v="1239" actId="1076"/>
          <ac:spMkLst>
            <pc:docMk/>
            <pc:sldMk cId="0" sldId="273"/>
            <ac:spMk id="14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9:46.106" v="1218" actId="403"/>
          <ac:spMkLst>
            <pc:docMk/>
            <pc:sldMk cId="0" sldId="273"/>
            <ac:spMk id="1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1:16.138" v="1246" actId="403"/>
          <ac:spMkLst>
            <pc:docMk/>
            <pc:sldMk cId="0" sldId="273"/>
            <ac:spMk id="16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9:46.106" v="1218" actId="403"/>
          <ac:spMkLst>
            <pc:docMk/>
            <pc:sldMk cId="0" sldId="273"/>
            <ac:spMk id="17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9:46.106" v="1218" actId="403"/>
          <ac:spMkLst>
            <pc:docMk/>
            <pc:sldMk cId="0" sldId="273"/>
            <ac:spMk id="1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2:01.415" v="1255" actId="313"/>
          <ac:spMkLst>
            <pc:docMk/>
            <pc:sldMk cId="0" sldId="273"/>
            <ac:spMk id="20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2:36.080" v="1258" actId="1076"/>
          <ac:spMkLst>
            <pc:docMk/>
            <pc:sldMk cId="0" sldId="273"/>
            <ac:spMk id="2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1:16.138" v="1246" actId="403"/>
          <ac:spMkLst>
            <pc:docMk/>
            <pc:sldMk cId="0" sldId="273"/>
            <ac:spMk id="2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1:16.138" v="1246" actId="403"/>
          <ac:spMkLst>
            <pc:docMk/>
            <pc:sldMk cId="0" sldId="273"/>
            <ac:spMk id="24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1:16.138" v="1246" actId="403"/>
          <ac:spMkLst>
            <pc:docMk/>
            <pc:sldMk cId="0" sldId="273"/>
            <ac:spMk id="2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1:16.138" v="1246" actId="403"/>
          <ac:spMkLst>
            <pc:docMk/>
            <pc:sldMk cId="0" sldId="273"/>
            <ac:spMk id="26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1:28.956" v="1248" actId="6549"/>
          <ac:spMkLst>
            <pc:docMk/>
            <pc:sldMk cId="0" sldId="273"/>
            <ac:spMk id="27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1:16.138" v="1246" actId="403"/>
          <ac:spMkLst>
            <pc:docMk/>
            <pc:sldMk cId="0" sldId="273"/>
            <ac:spMk id="28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9:46.106" v="1218" actId="403"/>
          <ac:spMkLst>
            <pc:docMk/>
            <pc:sldMk cId="0" sldId="273"/>
            <ac:spMk id="29" creationId="{00000000-0000-0000-0000-000000000000}"/>
          </ac:spMkLst>
        </pc:spChg>
        <pc:spChg chg="mod">
          <ac:chgData name="석주 이" userId="b6553f64e91d015d" providerId="LiveId" clId="{0BC1CC68-5FB1-45E5-A6E2-A4614C9CFE72}" dt="2026-06-12T13:59:46.106" v="1218" actId="403"/>
          <ac:spMkLst>
            <pc:docMk/>
            <pc:sldMk cId="0" sldId="273"/>
            <ac:spMk id="3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2:27.243" v="1257" actId="20577"/>
          <ac:spMkLst>
            <pc:docMk/>
            <pc:sldMk cId="0" sldId="273"/>
            <ac:spMk id="3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2:36.080" v="1258" actId="1076"/>
          <ac:spMkLst>
            <pc:docMk/>
            <pc:sldMk cId="0" sldId="273"/>
            <ac:spMk id="33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1:16.138" v="1246" actId="403"/>
          <ac:spMkLst>
            <pc:docMk/>
            <pc:sldMk cId="0" sldId="273"/>
            <ac:spMk id="34" creationId="{00000000-0000-0000-0000-000000000000}"/>
          </ac:spMkLst>
        </pc:spChg>
        <pc:grpChg chg="mod">
          <ac:chgData name="석주 이" userId="b6553f64e91d015d" providerId="LiveId" clId="{0BC1CC68-5FB1-45E5-A6E2-A4614C9CFE72}" dt="2026-06-12T14:01:12.651" v="1244" actId="14100"/>
          <ac:grpSpMkLst>
            <pc:docMk/>
            <pc:sldMk cId="0" sldId="273"/>
            <ac:grpSpMk id="41" creationId="{9F1E1610-3091-9FDD-D27E-C3A08FE40DEE}"/>
          </ac:grpSpMkLst>
        </pc:grpChg>
        <pc:graphicFrameChg chg="mod modGraphic">
          <ac:chgData name="석주 이" userId="b6553f64e91d015d" providerId="LiveId" clId="{0BC1CC68-5FB1-45E5-A6E2-A4614C9CFE72}" dt="2026-06-12T14:01:07.633" v="1242" actId="14100"/>
          <ac:graphicFrameMkLst>
            <pc:docMk/>
            <pc:sldMk cId="0" sldId="273"/>
            <ac:graphicFrameMk id="40" creationId="{00000000-0000-0000-0000-000000000000}"/>
          </ac:graphicFrameMkLst>
        </pc:graphicFrameChg>
      </pc:sldChg>
      <pc:sldChg chg="addSp delSp modSp mod">
        <pc:chgData name="석주 이" userId="b6553f64e91d015d" providerId="LiveId" clId="{0BC1CC68-5FB1-45E5-A6E2-A4614C9CFE72}" dt="2026-06-12T14:06:15.711" v="1346" actId="20577"/>
        <pc:sldMkLst>
          <pc:docMk/>
          <pc:sldMk cId="0" sldId="274"/>
        </pc:sldMkLst>
        <pc:spChg chg="mod">
          <ac:chgData name="석주 이" userId="b6553f64e91d015d" providerId="LiveId" clId="{0BC1CC68-5FB1-45E5-A6E2-A4614C9CFE72}" dt="2026-06-12T14:06:15.711" v="1346" actId="20577"/>
          <ac:spMkLst>
            <pc:docMk/>
            <pc:sldMk cId="0" sldId="274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4:53.809" v="1297" actId="164"/>
          <ac:spMkLst>
            <pc:docMk/>
            <pc:sldMk cId="0" sldId="274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4:53.809" v="1297" actId="164"/>
          <ac:spMkLst>
            <pc:docMk/>
            <pc:sldMk cId="0" sldId="274"/>
            <ac:spMk id="1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04:53.809" v="1297" actId="164"/>
          <ac:spMkLst>
            <pc:docMk/>
            <pc:sldMk cId="0" sldId="274"/>
            <ac:spMk id="12" creationId="{00000000-0000-0000-0000-000000000000}"/>
          </ac:spMkLst>
        </pc:spChg>
        <pc:grpChg chg="add del mod">
          <ac:chgData name="석주 이" userId="b6553f64e91d015d" providerId="LiveId" clId="{0BC1CC68-5FB1-45E5-A6E2-A4614C9CFE72}" dt="2026-06-12T14:04:56.442" v="1299" actId="478"/>
          <ac:grpSpMkLst>
            <pc:docMk/>
            <pc:sldMk cId="0" sldId="274"/>
            <ac:grpSpMk id="16" creationId="{B654D9A8-774B-521F-8B55-46B01818D26C}"/>
          </ac:grpSpMkLst>
        </pc:grpChg>
        <pc:graphicFrameChg chg="mod modGraphic">
          <ac:chgData name="석주 이" userId="b6553f64e91d015d" providerId="LiveId" clId="{0BC1CC68-5FB1-45E5-A6E2-A4614C9CFE72}" dt="2026-06-12T14:05:10.396" v="1305" actId="255"/>
          <ac:graphicFrameMkLst>
            <pc:docMk/>
            <pc:sldMk cId="0" sldId="274"/>
            <ac:graphicFrameMk id="20" creationId="{00000000-0000-0000-0000-000000000000}"/>
          </ac:graphicFrameMkLst>
        </pc:graphicFrameChg>
      </pc:sldChg>
      <pc:sldChg chg="modSp mod">
        <pc:chgData name="석주 이" userId="b6553f64e91d015d" providerId="LiveId" clId="{0BC1CC68-5FB1-45E5-A6E2-A4614C9CFE72}" dt="2026-06-12T14:07:30.353" v="1365" actId="20577"/>
        <pc:sldMkLst>
          <pc:docMk/>
          <pc:sldMk cId="0" sldId="275"/>
        </pc:sldMkLst>
        <pc:spChg chg="mod">
          <ac:chgData name="석주 이" userId="b6553f64e91d015d" providerId="LiveId" clId="{0BC1CC68-5FB1-45E5-A6E2-A4614C9CFE72}" dt="2026-06-12T14:06:30.461" v="1347" actId="20577"/>
          <ac:spMkLst>
            <pc:docMk/>
            <pc:sldMk cId="0" sldId="275"/>
            <ac:spMk id="7" creationId="{00000000-0000-0000-0000-000000000000}"/>
          </ac:spMkLst>
        </pc:spChg>
        <pc:graphicFrameChg chg="mod modGraphic">
          <ac:chgData name="석주 이" userId="b6553f64e91d015d" providerId="LiveId" clId="{0BC1CC68-5FB1-45E5-A6E2-A4614C9CFE72}" dt="2026-06-12T14:07:30.353" v="1365" actId="20577"/>
          <ac:graphicFrameMkLst>
            <pc:docMk/>
            <pc:sldMk cId="0" sldId="275"/>
            <ac:graphicFrameMk id="21" creationId="{00000000-0000-0000-0000-000000000000}"/>
          </ac:graphicFrameMkLst>
        </pc:graphicFrameChg>
      </pc:sldChg>
      <pc:sldChg chg="delSp modSp mod">
        <pc:chgData name="석주 이" userId="b6553f64e91d015d" providerId="LiveId" clId="{0BC1CC68-5FB1-45E5-A6E2-A4614C9CFE72}" dt="2026-06-12T14:13:22.289" v="1391" actId="20577"/>
        <pc:sldMkLst>
          <pc:docMk/>
          <pc:sldMk cId="0" sldId="276"/>
        </pc:sldMkLst>
        <pc:spChg chg="del">
          <ac:chgData name="석주 이" userId="b6553f64e91d015d" providerId="LiveId" clId="{0BC1CC68-5FB1-45E5-A6E2-A4614C9CFE72}" dt="2026-06-12T14:08:04.636" v="1370" actId="478"/>
          <ac:spMkLst>
            <pc:docMk/>
            <pc:sldMk cId="0" sldId="276"/>
            <ac:spMk id="10" creationId="{00000000-0000-0000-0000-000000000000}"/>
          </ac:spMkLst>
        </pc:spChg>
        <pc:graphicFrameChg chg="mod modGraphic">
          <ac:chgData name="석주 이" userId="b6553f64e91d015d" providerId="LiveId" clId="{0BC1CC68-5FB1-45E5-A6E2-A4614C9CFE72}" dt="2026-06-12T14:13:22.289" v="1391" actId="20577"/>
          <ac:graphicFrameMkLst>
            <pc:docMk/>
            <pc:sldMk cId="0" sldId="276"/>
            <ac:graphicFrameMk id="22" creationId="{00000000-0000-0000-0000-000000000000}"/>
          </ac:graphicFrameMkLst>
        </pc:graphicFrameChg>
      </pc:sldChg>
      <pc:sldChg chg="addSp delSp modSp mod">
        <pc:chgData name="석주 이" userId="b6553f64e91d015d" providerId="LiveId" clId="{0BC1CC68-5FB1-45E5-A6E2-A4614C9CFE72}" dt="2026-06-12T14:17:46.806" v="1463" actId="1076"/>
        <pc:sldMkLst>
          <pc:docMk/>
          <pc:sldMk cId="0" sldId="277"/>
        </pc:sldMkLst>
        <pc:spChg chg="mod">
          <ac:chgData name="석주 이" userId="b6553f64e91d015d" providerId="LiveId" clId="{0BC1CC68-5FB1-45E5-A6E2-A4614C9CFE72}" dt="2026-06-12T14:17:02.721" v="1441" actId="2710"/>
          <ac:spMkLst>
            <pc:docMk/>
            <pc:sldMk cId="0" sldId="277"/>
            <ac:spMk id="4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7:46.806" v="1463" actId="1076"/>
          <ac:spMkLst>
            <pc:docMk/>
            <pc:sldMk cId="0" sldId="277"/>
            <ac:spMk id="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7:41.120" v="1461" actId="164"/>
          <ac:spMkLst>
            <pc:docMk/>
            <pc:sldMk cId="0" sldId="277"/>
            <ac:spMk id="9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7:41.120" v="1461" actId="164"/>
          <ac:spMkLst>
            <pc:docMk/>
            <pc:sldMk cId="0" sldId="277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14.782" v="1427" actId="164"/>
          <ac:spMkLst>
            <pc:docMk/>
            <pc:sldMk cId="0" sldId="277"/>
            <ac:spMk id="1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14.782" v="1427" actId="164"/>
          <ac:spMkLst>
            <pc:docMk/>
            <pc:sldMk cId="0" sldId="277"/>
            <ac:spMk id="1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5:10.608" v="1407" actId="404"/>
          <ac:spMkLst>
            <pc:docMk/>
            <pc:sldMk cId="0" sldId="277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56.391" v="1439" actId="403"/>
          <ac:spMkLst>
            <pc:docMk/>
            <pc:sldMk cId="0" sldId="277"/>
            <ac:spMk id="17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7:11.959" v="1445" actId="20577"/>
          <ac:spMkLst>
            <pc:docMk/>
            <pc:sldMk cId="0" sldId="277"/>
            <ac:spMk id="1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56.391" v="1439" actId="403"/>
          <ac:spMkLst>
            <pc:docMk/>
            <pc:sldMk cId="0" sldId="277"/>
            <ac:spMk id="19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7:02.721" v="1441" actId="2710"/>
          <ac:spMkLst>
            <pc:docMk/>
            <pc:sldMk cId="0" sldId="277"/>
            <ac:spMk id="2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7:02.721" v="1441" actId="2710"/>
          <ac:spMkLst>
            <pc:docMk/>
            <pc:sldMk cId="0" sldId="277"/>
            <ac:spMk id="2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5:10.608" v="1407" actId="404"/>
          <ac:spMkLst>
            <pc:docMk/>
            <pc:sldMk cId="0" sldId="277"/>
            <ac:spMk id="2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14.782" v="1427" actId="164"/>
          <ac:spMkLst>
            <pc:docMk/>
            <pc:sldMk cId="0" sldId="277"/>
            <ac:spMk id="24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7:02.721" v="1441" actId="2710"/>
          <ac:spMkLst>
            <pc:docMk/>
            <pc:sldMk cId="0" sldId="277"/>
            <ac:spMk id="2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56.391" v="1439" actId="403"/>
          <ac:spMkLst>
            <pc:docMk/>
            <pc:sldMk cId="0" sldId="277"/>
            <ac:spMk id="26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56.391" v="1439" actId="403"/>
          <ac:spMkLst>
            <pc:docMk/>
            <pc:sldMk cId="0" sldId="277"/>
            <ac:spMk id="27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56.391" v="1439" actId="403"/>
          <ac:spMkLst>
            <pc:docMk/>
            <pc:sldMk cId="0" sldId="277"/>
            <ac:spMk id="2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5:45.948" v="1419" actId="403"/>
          <ac:spMkLst>
            <pc:docMk/>
            <pc:sldMk cId="0" sldId="277"/>
            <ac:spMk id="3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7:29.357" v="1458" actId="179"/>
          <ac:spMkLst>
            <pc:docMk/>
            <pc:sldMk cId="0" sldId="277"/>
            <ac:spMk id="3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03.818" v="1424" actId="164"/>
          <ac:spMkLst>
            <pc:docMk/>
            <pc:sldMk cId="0" sldId="277"/>
            <ac:spMk id="34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7:02.721" v="1441" actId="2710"/>
          <ac:spMkLst>
            <pc:docMk/>
            <pc:sldMk cId="0" sldId="277"/>
            <ac:spMk id="3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7:19.714" v="1449" actId="403"/>
          <ac:spMkLst>
            <pc:docMk/>
            <pc:sldMk cId="0" sldId="277"/>
            <ac:spMk id="36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03.818" v="1424" actId="164"/>
          <ac:spMkLst>
            <pc:docMk/>
            <pc:sldMk cId="0" sldId="277"/>
            <ac:spMk id="3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03.818" v="1424" actId="164"/>
          <ac:spMkLst>
            <pc:docMk/>
            <pc:sldMk cId="0" sldId="277"/>
            <ac:spMk id="39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7:19.714" v="1449" actId="403"/>
          <ac:spMkLst>
            <pc:docMk/>
            <pc:sldMk cId="0" sldId="277"/>
            <ac:spMk id="40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03.818" v="1424" actId="164"/>
          <ac:spMkLst>
            <pc:docMk/>
            <pc:sldMk cId="0" sldId="277"/>
            <ac:spMk id="41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7:02.721" v="1441" actId="2710"/>
          <ac:spMkLst>
            <pc:docMk/>
            <pc:sldMk cId="0" sldId="277"/>
            <ac:spMk id="43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7:19.714" v="1449" actId="403"/>
          <ac:spMkLst>
            <pc:docMk/>
            <pc:sldMk cId="0" sldId="277"/>
            <ac:spMk id="44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03.818" v="1424" actId="164"/>
          <ac:spMkLst>
            <pc:docMk/>
            <pc:sldMk cId="0" sldId="277"/>
            <ac:spMk id="4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03.818" v="1424" actId="164"/>
          <ac:spMkLst>
            <pc:docMk/>
            <pc:sldMk cId="0" sldId="277"/>
            <ac:spMk id="47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7:19.714" v="1449" actId="403"/>
          <ac:spMkLst>
            <pc:docMk/>
            <pc:sldMk cId="0" sldId="277"/>
            <ac:spMk id="4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7:41.120" v="1461" actId="164"/>
          <ac:spMkLst>
            <pc:docMk/>
            <pc:sldMk cId="0" sldId="277"/>
            <ac:spMk id="49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7:41.120" v="1461" actId="164"/>
          <ac:spMkLst>
            <pc:docMk/>
            <pc:sldMk cId="0" sldId="277"/>
            <ac:spMk id="5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7:02.721" v="1441" actId="2710"/>
          <ac:spMkLst>
            <pc:docMk/>
            <pc:sldMk cId="0" sldId="277"/>
            <ac:spMk id="5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45.306" v="1436" actId="2710"/>
          <ac:spMkLst>
            <pc:docMk/>
            <pc:sldMk cId="0" sldId="277"/>
            <ac:spMk id="53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5:17.384" v="1411" actId="403"/>
          <ac:spMkLst>
            <pc:docMk/>
            <pc:sldMk cId="0" sldId="277"/>
            <ac:spMk id="5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7:02.721" v="1441" actId="2710"/>
          <ac:spMkLst>
            <pc:docMk/>
            <pc:sldMk cId="0" sldId="277"/>
            <ac:spMk id="56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5:17.384" v="1411" actId="403"/>
          <ac:spMkLst>
            <pc:docMk/>
            <pc:sldMk cId="0" sldId="277"/>
            <ac:spMk id="57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7:02.721" v="1441" actId="2710"/>
          <ac:spMkLst>
            <pc:docMk/>
            <pc:sldMk cId="0" sldId="277"/>
            <ac:spMk id="5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45.306" v="1436" actId="2710"/>
          <ac:spMkLst>
            <pc:docMk/>
            <pc:sldMk cId="0" sldId="277"/>
            <ac:spMk id="59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5:17.384" v="1411" actId="403"/>
          <ac:spMkLst>
            <pc:docMk/>
            <pc:sldMk cId="0" sldId="277"/>
            <ac:spMk id="60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5:17.384" v="1411" actId="403"/>
          <ac:spMkLst>
            <pc:docMk/>
            <pc:sldMk cId="0" sldId="277"/>
            <ac:spMk id="6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45.306" v="1436" actId="2710"/>
          <ac:spMkLst>
            <pc:docMk/>
            <pc:sldMk cId="0" sldId="277"/>
            <ac:spMk id="6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5:17.384" v="1411" actId="403"/>
          <ac:spMkLst>
            <pc:docMk/>
            <pc:sldMk cId="0" sldId="277"/>
            <ac:spMk id="63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6:45.306" v="1436" actId="2710"/>
          <ac:spMkLst>
            <pc:docMk/>
            <pc:sldMk cId="0" sldId="277"/>
            <ac:spMk id="64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5:45.948" v="1419" actId="403"/>
          <ac:spMkLst>
            <pc:docMk/>
            <pc:sldMk cId="0" sldId="277"/>
            <ac:spMk id="6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5:45.948" v="1419" actId="403"/>
          <ac:spMkLst>
            <pc:docMk/>
            <pc:sldMk cId="0" sldId="277"/>
            <ac:spMk id="66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5:45.948" v="1419" actId="403"/>
          <ac:spMkLst>
            <pc:docMk/>
            <pc:sldMk cId="0" sldId="277"/>
            <ac:spMk id="67" creationId="{00000000-0000-0000-0000-000000000000}"/>
          </ac:spMkLst>
        </pc:spChg>
        <pc:grpChg chg="mod">
          <ac:chgData name="석주 이" userId="b6553f64e91d015d" providerId="LiveId" clId="{0BC1CC68-5FB1-45E5-A6E2-A4614C9CFE72}" dt="2026-06-12T14:13:57.567" v="1393" actId="14100"/>
          <ac:grpSpMkLst>
            <pc:docMk/>
            <pc:sldMk cId="0" sldId="277"/>
            <ac:grpSpMk id="71" creationId="{FE26FA7E-4429-F535-6462-13EF9B09CCDF}"/>
          </ac:grpSpMkLst>
        </pc:grpChg>
        <pc:grpChg chg="mod">
          <ac:chgData name="석주 이" userId="b6553f64e91d015d" providerId="LiveId" clId="{0BC1CC68-5FB1-45E5-A6E2-A4614C9CFE72}" dt="2026-06-12T14:17:41.120" v="1461" actId="164"/>
          <ac:grpSpMkLst>
            <pc:docMk/>
            <pc:sldMk cId="0" sldId="277"/>
            <ac:grpSpMk id="72" creationId="{11F87865-9F46-C961-17E3-FBD189CCABB6}"/>
          </ac:grpSpMkLst>
        </pc:grpChg>
        <pc:grpChg chg="add del mod">
          <ac:chgData name="석주 이" userId="b6553f64e91d015d" providerId="LiveId" clId="{0BC1CC68-5FB1-45E5-A6E2-A4614C9CFE72}" dt="2026-06-12T14:15:54.025" v="1420" actId="478"/>
          <ac:grpSpMkLst>
            <pc:docMk/>
            <pc:sldMk cId="0" sldId="277"/>
            <ac:grpSpMk id="73" creationId="{D1685167-F09C-9811-7482-29E02A228212}"/>
          </ac:grpSpMkLst>
        </pc:grpChg>
        <pc:grpChg chg="mod">
          <ac:chgData name="석주 이" userId="b6553f64e91d015d" providerId="LiveId" clId="{0BC1CC68-5FB1-45E5-A6E2-A4614C9CFE72}" dt="2026-06-12T14:17:41.120" v="1461" actId="164"/>
          <ac:grpSpMkLst>
            <pc:docMk/>
            <pc:sldMk cId="0" sldId="277"/>
            <ac:grpSpMk id="74" creationId="{BE6D4C38-0BB6-FC3A-E698-4A45DC712535}"/>
          </ac:grpSpMkLst>
        </pc:grpChg>
        <pc:grpChg chg="mod">
          <ac:chgData name="석주 이" userId="b6553f64e91d015d" providerId="LiveId" clId="{0BC1CC68-5FB1-45E5-A6E2-A4614C9CFE72}" dt="2026-06-12T14:17:41.120" v="1461" actId="164"/>
          <ac:grpSpMkLst>
            <pc:docMk/>
            <pc:sldMk cId="0" sldId="277"/>
            <ac:grpSpMk id="75" creationId="{28E807A3-CE93-F0A3-D01F-1C48455B6959}"/>
          </ac:grpSpMkLst>
        </pc:grpChg>
        <pc:grpChg chg="add mod">
          <ac:chgData name="석주 이" userId="b6553f64e91d015d" providerId="LiveId" clId="{0BC1CC68-5FB1-45E5-A6E2-A4614C9CFE72}" dt="2026-06-12T14:17:44.163" v="1462" actId="14100"/>
          <ac:grpSpMkLst>
            <pc:docMk/>
            <pc:sldMk cId="0" sldId="277"/>
            <ac:grpSpMk id="76" creationId="{B0076C77-B228-D8C1-5CF8-8716D24F801D}"/>
          </ac:grpSpMkLst>
        </pc:grpChg>
      </pc:sldChg>
      <pc:sldChg chg="addSp delSp modSp del mod">
        <pc:chgData name="석주 이" userId="b6553f64e91d015d" providerId="LiveId" clId="{0BC1CC68-5FB1-45E5-A6E2-A4614C9CFE72}" dt="2026-06-12T14:19:15.122" v="1486" actId="47"/>
        <pc:sldMkLst>
          <pc:docMk/>
          <pc:sldMk cId="0" sldId="278"/>
        </pc:sldMkLst>
        <pc:spChg chg="mod">
          <ac:chgData name="석주 이" userId="b6553f64e91d015d" providerId="LiveId" clId="{0BC1CC68-5FB1-45E5-A6E2-A4614C9CFE72}" dt="2026-06-12T14:17:52.183" v="1464" actId="1076"/>
          <ac:spMkLst>
            <pc:docMk/>
            <pc:sldMk cId="0" sldId="278"/>
            <ac:spMk id="9" creationId="{00000000-0000-0000-0000-000000000000}"/>
          </ac:spMkLst>
        </pc:spChg>
        <pc:spChg chg="del">
          <ac:chgData name="석주 이" userId="b6553f64e91d015d" providerId="LiveId" clId="{0BC1CC68-5FB1-45E5-A6E2-A4614C9CFE72}" dt="2026-06-12T14:18:51.758" v="1471" actId="478"/>
          <ac:spMkLst>
            <pc:docMk/>
            <pc:sldMk cId="0" sldId="278"/>
            <ac:spMk id="10" creationId="{00000000-0000-0000-0000-000000000000}"/>
          </ac:spMkLst>
        </pc:spChg>
        <pc:spChg chg="del">
          <ac:chgData name="석주 이" userId="b6553f64e91d015d" providerId="LiveId" clId="{0BC1CC68-5FB1-45E5-A6E2-A4614C9CFE72}" dt="2026-06-12T14:18:58.512" v="1473" actId="478"/>
          <ac:spMkLst>
            <pc:docMk/>
            <pc:sldMk cId="0" sldId="278"/>
            <ac:spMk id="11" creationId="{00000000-0000-0000-0000-000000000000}"/>
          </ac:spMkLst>
        </pc:spChg>
        <pc:spChg chg="del mod topLvl">
          <ac:chgData name="석주 이" userId="b6553f64e91d015d" providerId="LiveId" clId="{0BC1CC68-5FB1-45E5-A6E2-A4614C9CFE72}" dt="2026-06-12T14:18:58.512" v="1473" actId="478"/>
          <ac:spMkLst>
            <pc:docMk/>
            <pc:sldMk cId="0" sldId="278"/>
            <ac:spMk id="12" creationId="{00000000-0000-0000-0000-000000000000}"/>
          </ac:spMkLst>
        </pc:spChg>
        <pc:spChg chg="del">
          <ac:chgData name="석주 이" userId="b6553f64e91d015d" providerId="LiveId" clId="{0BC1CC68-5FB1-45E5-A6E2-A4614C9CFE72}" dt="2026-06-12T14:18:58.512" v="1473" actId="478"/>
          <ac:spMkLst>
            <pc:docMk/>
            <pc:sldMk cId="0" sldId="278"/>
            <ac:spMk id="14" creationId="{00000000-0000-0000-0000-000000000000}"/>
          </ac:spMkLst>
        </pc:spChg>
        <pc:spChg chg="del">
          <ac:chgData name="석주 이" userId="b6553f64e91d015d" providerId="LiveId" clId="{0BC1CC68-5FB1-45E5-A6E2-A4614C9CFE72}" dt="2026-06-12T14:18:58.512" v="1473" actId="478"/>
          <ac:spMkLst>
            <pc:docMk/>
            <pc:sldMk cId="0" sldId="278"/>
            <ac:spMk id="16" creationId="{00000000-0000-0000-0000-000000000000}"/>
          </ac:spMkLst>
        </pc:spChg>
        <pc:spChg chg="del">
          <ac:chgData name="석주 이" userId="b6553f64e91d015d" providerId="LiveId" clId="{0BC1CC68-5FB1-45E5-A6E2-A4614C9CFE72}" dt="2026-06-12T14:18:58.512" v="1473" actId="478"/>
          <ac:spMkLst>
            <pc:docMk/>
            <pc:sldMk cId="0" sldId="278"/>
            <ac:spMk id="17" creationId="{00000000-0000-0000-0000-000000000000}"/>
          </ac:spMkLst>
        </pc:spChg>
        <pc:spChg chg="del">
          <ac:chgData name="석주 이" userId="b6553f64e91d015d" providerId="LiveId" clId="{0BC1CC68-5FB1-45E5-A6E2-A4614C9CFE72}" dt="2026-06-12T14:18:58.512" v="1473" actId="478"/>
          <ac:spMkLst>
            <pc:docMk/>
            <pc:sldMk cId="0" sldId="278"/>
            <ac:spMk id="22" creationId="{00000000-0000-0000-0000-000000000000}"/>
          </ac:spMkLst>
        </pc:spChg>
        <pc:spChg chg="del">
          <ac:chgData name="석주 이" userId="b6553f64e91d015d" providerId="LiveId" clId="{0BC1CC68-5FB1-45E5-A6E2-A4614C9CFE72}" dt="2026-06-12T14:18:58.512" v="1473" actId="478"/>
          <ac:spMkLst>
            <pc:docMk/>
            <pc:sldMk cId="0" sldId="278"/>
            <ac:spMk id="24" creationId="{00000000-0000-0000-0000-000000000000}"/>
          </ac:spMkLst>
        </pc:spChg>
        <pc:spChg chg="del">
          <ac:chgData name="석주 이" userId="b6553f64e91d015d" providerId="LiveId" clId="{0BC1CC68-5FB1-45E5-A6E2-A4614C9CFE72}" dt="2026-06-12T14:18:58.512" v="1473" actId="478"/>
          <ac:spMkLst>
            <pc:docMk/>
            <pc:sldMk cId="0" sldId="278"/>
            <ac:spMk id="25" creationId="{00000000-0000-0000-0000-000000000000}"/>
          </ac:spMkLst>
        </pc:spChg>
        <pc:spChg chg="del">
          <ac:chgData name="석주 이" userId="b6553f64e91d015d" providerId="LiveId" clId="{0BC1CC68-5FB1-45E5-A6E2-A4614C9CFE72}" dt="2026-06-12T14:18:58.512" v="1473" actId="478"/>
          <ac:spMkLst>
            <pc:docMk/>
            <pc:sldMk cId="0" sldId="278"/>
            <ac:spMk id="26" creationId="{00000000-0000-0000-0000-000000000000}"/>
          </ac:spMkLst>
        </pc:spChg>
        <pc:spChg chg="del">
          <ac:chgData name="석주 이" userId="b6553f64e91d015d" providerId="LiveId" clId="{0BC1CC68-5FB1-45E5-A6E2-A4614C9CFE72}" dt="2026-06-12T14:18:58.512" v="1473" actId="478"/>
          <ac:spMkLst>
            <pc:docMk/>
            <pc:sldMk cId="0" sldId="278"/>
            <ac:spMk id="28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09.897" v="1485" actId="1076"/>
          <ac:spMkLst>
            <pc:docMk/>
            <pc:sldMk cId="0" sldId="278"/>
            <ac:spMk id="3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8:55.726" v="1472" actId="165"/>
          <ac:spMkLst>
            <pc:docMk/>
            <pc:sldMk cId="0" sldId="278"/>
            <ac:spMk id="3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09.897" v="1485" actId="1076"/>
          <ac:spMkLst>
            <pc:docMk/>
            <pc:sldMk cId="0" sldId="278"/>
            <ac:spMk id="3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09.897" v="1485" actId="1076"/>
          <ac:spMkLst>
            <pc:docMk/>
            <pc:sldMk cId="0" sldId="278"/>
            <ac:spMk id="33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09.897" v="1485" actId="1076"/>
          <ac:spMkLst>
            <pc:docMk/>
            <pc:sldMk cId="0" sldId="278"/>
            <ac:spMk id="34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09.897" v="1485" actId="1076"/>
          <ac:spMkLst>
            <pc:docMk/>
            <pc:sldMk cId="0" sldId="278"/>
            <ac:spMk id="3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09.897" v="1485" actId="1076"/>
          <ac:spMkLst>
            <pc:docMk/>
            <pc:sldMk cId="0" sldId="278"/>
            <ac:spMk id="36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02.916" v="1484" actId="20577"/>
          <ac:spMkLst>
            <pc:docMk/>
            <pc:sldMk cId="0" sldId="278"/>
            <ac:spMk id="37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8:55.726" v="1472" actId="165"/>
          <ac:spMkLst>
            <pc:docMk/>
            <pc:sldMk cId="0" sldId="278"/>
            <ac:spMk id="4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8:55.726" v="1472" actId="165"/>
          <ac:spMkLst>
            <pc:docMk/>
            <pc:sldMk cId="0" sldId="278"/>
            <ac:spMk id="43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8:55.726" v="1472" actId="165"/>
          <ac:spMkLst>
            <pc:docMk/>
            <pc:sldMk cId="0" sldId="278"/>
            <ac:spMk id="4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8:55.726" v="1472" actId="165"/>
          <ac:spMkLst>
            <pc:docMk/>
            <pc:sldMk cId="0" sldId="278"/>
            <ac:spMk id="46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8:55.726" v="1472" actId="165"/>
          <ac:spMkLst>
            <pc:docMk/>
            <pc:sldMk cId="0" sldId="278"/>
            <ac:spMk id="49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8:55.726" v="1472" actId="165"/>
          <ac:spMkLst>
            <pc:docMk/>
            <pc:sldMk cId="0" sldId="278"/>
            <ac:spMk id="64" creationId="{00000000-0000-0000-0000-000000000000}"/>
          </ac:spMkLst>
        </pc:spChg>
        <pc:grpChg chg="mod">
          <ac:chgData name="석주 이" userId="b6553f64e91d015d" providerId="LiveId" clId="{0BC1CC68-5FB1-45E5-A6E2-A4614C9CFE72}" dt="2026-06-12T14:17:58.331" v="1466" actId="14100"/>
          <ac:grpSpMkLst>
            <pc:docMk/>
            <pc:sldMk cId="0" sldId="278"/>
            <ac:grpSpMk id="68" creationId="{38FC3A32-46FA-0CC7-DFB6-A99703A21EEA}"/>
          </ac:grpSpMkLst>
        </pc:grpChg>
      </pc:sldChg>
      <pc:sldChg chg="addSp delSp modSp mod">
        <pc:chgData name="석주 이" userId="b6553f64e91d015d" providerId="LiveId" clId="{0BC1CC68-5FB1-45E5-A6E2-A4614C9CFE72}" dt="2026-06-12T14:20:50.380" v="1511" actId="1076"/>
        <pc:sldMkLst>
          <pc:docMk/>
          <pc:sldMk cId="0" sldId="279"/>
        </pc:sldMkLst>
        <pc:spChg chg="mod">
          <ac:chgData name="석주 이" userId="b6553f64e91d015d" providerId="LiveId" clId="{0BC1CC68-5FB1-45E5-A6E2-A4614C9CFE72}" dt="2026-06-12T14:19:20.394" v="1488" actId="20577"/>
          <ac:spMkLst>
            <pc:docMk/>
            <pc:sldMk cId="0" sldId="279"/>
            <ac:spMk id="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40.360" v="1495" actId="403"/>
          <ac:spMkLst>
            <pc:docMk/>
            <pc:sldMk cId="0" sldId="279"/>
            <ac:spMk id="11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40.360" v="1495" actId="403"/>
          <ac:spMkLst>
            <pc:docMk/>
            <pc:sldMk cId="0" sldId="279"/>
            <ac:spMk id="1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40.360" v="1495" actId="403"/>
          <ac:spMkLst>
            <pc:docMk/>
            <pc:sldMk cId="0" sldId="279"/>
            <ac:spMk id="16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56.803" v="1499" actId="404"/>
          <ac:spMkLst>
            <pc:docMk/>
            <pc:sldMk cId="0" sldId="279"/>
            <ac:spMk id="17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56.803" v="1499" actId="404"/>
          <ac:spMkLst>
            <pc:docMk/>
            <pc:sldMk cId="0" sldId="279"/>
            <ac:spMk id="22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40.360" v="1495" actId="403"/>
          <ac:spMkLst>
            <pc:docMk/>
            <pc:sldMk cId="0" sldId="279"/>
            <ac:spMk id="24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56.803" v="1499" actId="404"/>
          <ac:spMkLst>
            <pc:docMk/>
            <pc:sldMk cId="0" sldId="279"/>
            <ac:spMk id="27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56.803" v="1499" actId="404"/>
          <ac:spMkLst>
            <pc:docMk/>
            <pc:sldMk cId="0" sldId="279"/>
            <ac:spMk id="31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40.360" v="1495" actId="403"/>
          <ac:spMkLst>
            <pc:docMk/>
            <pc:sldMk cId="0" sldId="279"/>
            <ac:spMk id="3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50.723" v="1498" actId="1076"/>
          <ac:spMkLst>
            <pc:docMk/>
            <pc:sldMk cId="0" sldId="279"/>
            <ac:spMk id="36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50.723" v="1498" actId="1076"/>
          <ac:spMkLst>
            <pc:docMk/>
            <pc:sldMk cId="0" sldId="279"/>
            <ac:spMk id="3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19:50.723" v="1498" actId="1076"/>
          <ac:spMkLst>
            <pc:docMk/>
            <pc:sldMk cId="0" sldId="279"/>
            <ac:spMk id="4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40.360" v="1495" actId="403"/>
          <ac:spMkLst>
            <pc:docMk/>
            <pc:sldMk cId="0" sldId="279"/>
            <ac:spMk id="52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40.360" v="1495" actId="403"/>
          <ac:spMkLst>
            <pc:docMk/>
            <pc:sldMk cId="0" sldId="279"/>
            <ac:spMk id="58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40.360" v="1495" actId="403"/>
          <ac:spMkLst>
            <pc:docMk/>
            <pc:sldMk cId="0" sldId="279"/>
            <ac:spMk id="61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40.360" v="1495" actId="403"/>
          <ac:spMkLst>
            <pc:docMk/>
            <pc:sldMk cId="0" sldId="279"/>
            <ac:spMk id="77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19:40.360" v="1495" actId="403"/>
          <ac:spMkLst>
            <pc:docMk/>
            <pc:sldMk cId="0" sldId="279"/>
            <ac:spMk id="8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0:34.654" v="1506" actId="20577"/>
          <ac:spMkLst>
            <pc:docMk/>
            <pc:sldMk cId="0" sldId="279"/>
            <ac:spMk id="87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0:50.380" v="1511" actId="1076"/>
          <ac:spMkLst>
            <pc:docMk/>
            <pc:sldMk cId="0" sldId="279"/>
            <ac:spMk id="8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0:48.598" v="1510" actId="1076"/>
          <ac:spMkLst>
            <pc:docMk/>
            <pc:sldMk cId="0" sldId="279"/>
            <ac:spMk id="89" creationId="{00000000-0000-0000-0000-000000000000}"/>
          </ac:spMkLst>
        </pc:spChg>
        <pc:grpChg chg="mod">
          <ac:chgData name="석주 이" userId="b6553f64e91d015d" providerId="LiveId" clId="{0BC1CC68-5FB1-45E5-A6E2-A4614C9CFE72}" dt="2026-06-12T14:19:29.999" v="1490" actId="14100"/>
          <ac:grpSpMkLst>
            <pc:docMk/>
            <pc:sldMk cId="0" sldId="279"/>
            <ac:grpSpMk id="93" creationId="{68BECC09-D3F1-207C-7DDB-EE2F0DD1ACA1}"/>
          </ac:grpSpMkLst>
        </pc:grpChg>
      </pc:sldChg>
      <pc:sldChg chg="addSp delSp modSp mod">
        <pc:chgData name="석주 이" userId="b6553f64e91d015d" providerId="LiveId" clId="{0BC1CC68-5FB1-45E5-A6E2-A4614C9CFE72}" dt="2026-06-12T14:23:04.116" v="1549" actId="1076"/>
        <pc:sldMkLst>
          <pc:docMk/>
          <pc:sldMk cId="0" sldId="280"/>
        </pc:sldMkLst>
        <pc:spChg chg="mod">
          <ac:chgData name="석주 이" userId="b6553f64e91d015d" providerId="LiveId" clId="{0BC1CC68-5FB1-45E5-A6E2-A4614C9CFE72}" dt="2026-06-12T14:22:12.502" v="1542" actId="2710"/>
          <ac:spMkLst>
            <pc:docMk/>
            <pc:sldMk cId="0" sldId="280"/>
            <ac:spMk id="3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12.502" v="1542" actId="2710"/>
          <ac:spMkLst>
            <pc:docMk/>
            <pc:sldMk cId="0" sldId="280"/>
            <ac:spMk id="7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3:04.116" v="1549" actId="1076"/>
          <ac:spMkLst>
            <pc:docMk/>
            <pc:sldMk cId="0" sldId="280"/>
            <ac:spMk id="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58.137" v="1547" actId="164"/>
          <ac:spMkLst>
            <pc:docMk/>
            <pc:sldMk cId="0" sldId="280"/>
            <ac:spMk id="9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1:34.333" v="1522" actId="14100"/>
          <ac:spMkLst>
            <pc:docMk/>
            <pc:sldMk cId="0" sldId="280"/>
            <ac:spMk id="1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12.502" v="1542" actId="2710"/>
          <ac:spMkLst>
            <pc:docMk/>
            <pc:sldMk cId="0" sldId="280"/>
            <ac:spMk id="1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22:58.137" v="1547" actId="164"/>
          <ac:spMkLst>
            <pc:docMk/>
            <pc:sldMk cId="0" sldId="280"/>
            <ac:spMk id="16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22:58.137" v="1547" actId="164"/>
          <ac:spMkLst>
            <pc:docMk/>
            <pc:sldMk cId="0" sldId="280"/>
            <ac:spMk id="17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1:34.333" v="1522" actId="14100"/>
          <ac:spMkLst>
            <pc:docMk/>
            <pc:sldMk cId="0" sldId="280"/>
            <ac:spMk id="1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12.502" v="1542" actId="2710"/>
          <ac:spMkLst>
            <pc:docMk/>
            <pc:sldMk cId="0" sldId="280"/>
            <ac:spMk id="19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12.502" v="1542" actId="2710"/>
          <ac:spMkLst>
            <pc:docMk/>
            <pc:sldMk cId="0" sldId="280"/>
            <ac:spMk id="2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1:39.354" v="1523" actId="14100"/>
          <ac:spMkLst>
            <pc:docMk/>
            <pc:sldMk cId="0" sldId="280"/>
            <ac:spMk id="23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22:58.137" v="1547" actId="164"/>
          <ac:spMkLst>
            <pc:docMk/>
            <pc:sldMk cId="0" sldId="280"/>
            <ac:spMk id="24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1:34.333" v="1522" actId="14100"/>
          <ac:spMkLst>
            <pc:docMk/>
            <pc:sldMk cId="0" sldId="280"/>
            <ac:spMk id="2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58.137" v="1547" actId="164"/>
          <ac:spMkLst>
            <pc:docMk/>
            <pc:sldMk cId="0" sldId="280"/>
            <ac:spMk id="30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1:39.354" v="1523" actId="14100"/>
          <ac:spMkLst>
            <pc:docMk/>
            <pc:sldMk cId="0" sldId="280"/>
            <ac:spMk id="31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22:58.137" v="1547" actId="164"/>
          <ac:spMkLst>
            <pc:docMk/>
            <pc:sldMk cId="0" sldId="280"/>
            <ac:spMk id="33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36.822" v="1545" actId="1076"/>
          <ac:spMkLst>
            <pc:docMk/>
            <pc:sldMk cId="0" sldId="280"/>
            <ac:spMk id="34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12.502" v="1542" actId="2710"/>
          <ac:spMkLst>
            <pc:docMk/>
            <pc:sldMk cId="0" sldId="280"/>
            <ac:spMk id="35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22:58.137" v="1547" actId="164"/>
          <ac:spMkLst>
            <pc:docMk/>
            <pc:sldMk cId="0" sldId="280"/>
            <ac:spMk id="39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22:58.137" v="1547" actId="164"/>
          <ac:spMkLst>
            <pc:docMk/>
            <pc:sldMk cId="0" sldId="280"/>
            <ac:spMk id="4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22:58.137" v="1547" actId="164"/>
          <ac:spMkLst>
            <pc:docMk/>
            <pc:sldMk cId="0" sldId="280"/>
            <ac:spMk id="4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18.777" v="1544" actId="1076"/>
          <ac:spMkLst>
            <pc:docMk/>
            <pc:sldMk cId="0" sldId="280"/>
            <ac:spMk id="4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18.777" v="1544" actId="1076"/>
          <ac:spMkLst>
            <pc:docMk/>
            <pc:sldMk cId="0" sldId="280"/>
            <ac:spMk id="43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22:58.137" v="1547" actId="164"/>
          <ac:spMkLst>
            <pc:docMk/>
            <pc:sldMk cId="0" sldId="280"/>
            <ac:spMk id="4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1:49.733" v="1525" actId="164"/>
          <ac:spMkLst>
            <pc:docMk/>
            <pc:sldMk cId="0" sldId="280"/>
            <ac:spMk id="47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12.502" v="1542" actId="2710"/>
          <ac:spMkLst>
            <pc:docMk/>
            <pc:sldMk cId="0" sldId="280"/>
            <ac:spMk id="50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1:49.733" v="1525" actId="164"/>
          <ac:spMkLst>
            <pc:docMk/>
            <pc:sldMk cId="0" sldId="280"/>
            <ac:spMk id="5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1:49.733" v="1525" actId="164"/>
          <ac:spMkLst>
            <pc:docMk/>
            <pc:sldMk cId="0" sldId="280"/>
            <ac:spMk id="54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21:49.733" v="1525" actId="164"/>
          <ac:spMkLst>
            <pc:docMk/>
            <pc:sldMk cId="0" sldId="280"/>
            <ac:spMk id="59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1:49.733" v="1525" actId="164"/>
          <ac:spMkLst>
            <pc:docMk/>
            <pc:sldMk cId="0" sldId="280"/>
            <ac:spMk id="60" creationId="{00000000-0000-0000-0000-000000000000}"/>
          </ac:spMkLst>
        </pc:spChg>
        <pc:spChg chg="mod topLvl">
          <ac:chgData name="석주 이" userId="b6553f64e91d015d" providerId="LiveId" clId="{0BC1CC68-5FB1-45E5-A6E2-A4614C9CFE72}" dt="2026-06-12T14:22:12.502" v="1542" actId="2710"/>
          <ac:spMkLst>
            <pc:docMk/>
            <pc:sldMk cId="0" sldId="280"/>
            <ac:spMk id="6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00" v="1534" actId="6549"/>
          <ac:spMkLst>
            <pc:docMk/>
            <pc:sldMk cId="0" sldId="280"/>
            <ac:spMk id="6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1:49.733" v="1525" actId="164"/>
          <ac:spMkLst>
            <pc:docMk/>
            <pc:sldMk cId="0" sldId="280"/>
            <ac:spMk id="63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1:49.733" v="1525" actId="164"/>
          <ac:spMkLst>
            <pc:docMk/>
            <pc:sldMk cId="0" sldId="280"/>
            <ac:spMk id="64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07.991" v="1541" actId="20577"/>
          <ac:spMkLst>
            <pc:docMk/>
            <pc:sldMk cId="0" sldId="280"/>
            <ac:spMk id="6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2:12.502" v="1542" actId="2710"/>
          <ac:spMkLst>
            <pc:docMk/>
            <pc:sldMk cId="0" sldId="280"/>
            <ac:spMk id="68" creationId="{00000000-0000-0000-0000-000000000000}"/>
          </ac:spMkLst>
        </pc:spChg>
        <pc:grpChg chg="mod">
          <ac:chgData name="석주 이" userId="b6553f64e91d015d" providerId="LiveId" clId="{0BC1CC68-5FB1-45E5-A6E2-A4614C9CFE72}" dt="2026-06-12T14:21:14.935" v="1513" actId="14100"/>
          <ac:grpSpMkLst>
            <pc:docMk/>
            <pc:sldMk cId="0" sldId="280"/>
            <ac:grpSpMk id="69" creationId="{A5F09343-0110-DA40-BA05-CF27E1FB8544}"/>
          </ac:grpSpMkLst>
        </pc:grpChg>
        <pc:grpChg chg="mod">
          <ac:chgData name="석주 이" userId="b6553f64e91d015d" providerId="LiveId" clId="{0BC1CC68-5FB1-45E5-A6E2-A4614C9CFE72}" dt="2026-06-12T14:21:53.048" v="1526" actId="14100"/>
          <ac:grpSpMkLst>
            <pc:docMk/>
            <pc:sldMk cId="0" sldId="280"/>
            <ac:grpSpMk id="70" creationId="{312EEAAE-0C14-7387-DFAE-C2F67CFF6978}"/>
          </ac:grpSpMkLst>
        </pc:grpChg>
        <pc:grpChg chg="mod">
          <ac:chgData name="석주 이" userId="b6553f64e91d015d" providerId="LiveId" clId="{0BC1CC68-5FB1-45E5-A6E2-A4614C9CFE72}" dt="2026-06-12T14:23:01.853" v="1548" actId="14100"/>
          <ac:grpSpMkLst>
            <pc:docMk/>
            <pc:sldMk cId="0" sldId="280"/>
            <ac:grpSpMk id="71" creationId="{3EF591BA-8666-D039-02DF-F09EE7ED59A9}"/>
          </ac:grpSpMkLst>
        </pc:grpChg>
      </pc:sldChg>
      <pc:sldChg chg="modSp mod">
        <pc:chgData name="석주 이" userId="b6553f64e91d015d" providerId="LiveId" clId="{0BC1CC68-5FB1-45E5-A6E2-A4614C9CFE72}" dt="2026-06-12T14:23:44.019" v="1558" actId="572"/>
        <pc:sldMkLst>
          <pc:docMk/>
          <pc:sldMk cId="0" sldId="281"/>
        </pc:sldMkLst>
        <pc:spChg chg="mod">
          <ac:chgData name="석주 이" userId="b6553f64e91d015d" providerId="LiveId" clId="{0BC1CC68-5FB1-45E5-A6E2-A4614C9CFE72}" dt="2026-06-12T14:23:12.566" v="1552" actId="1076"/>
          <ac:spMkLst>
            <pc:docMk/>
            <pc:sldMk cId="0" sldId="281"/>
            <ac:spMk id="8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3:12.566" v="1552" actId="1076"/>
          <ac:spMkLst>
            <pc:docMk/>
            <pc:sldMk cId="0" sldId="281"/>
            <ac:spMk id="9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3:12.566" v="1552" actId="1076"/>
          <ac:spMkLst>
            <pc:docMk/>
            <pc:sldMk cId="0" sldId="281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3:12.566" v="1552" actId="1076"/>
          <ac:spMkLst>
            <pc:docMk/>
            <pc:sldMk cId="0" sldId="281"/>
            <ac:spMk id="11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3:12.566" v="1552" actId="1076"/>
          <ac:spMkLst>
            <pc:docMk/>
            <pc:sldMk cId="0" sldId="281"/>
            <ac:spMk id="12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3:12.566" v="1552" actId="1076"/>
          <ac:spMkLst>
            <pc:docMk/>
            <pc:sldMk cId="0" sldId="281"/>
            <ac:spMk id="13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3:12.566" v="1552" actId="1076"/>
          <ac:spMkLst>
            <pc:docMk/>
            <pc:sldMk cId="0" sldId="281"/>
            <ac:spMk id="14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3:12.566" v="1552" actId="1076"/>
          <ac:spMkLst>
            <pc:docMk/>
            <pc:sldMk cId="0" sldId="281"/>
            <ac:spMk id="15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3:12.566" v="1552" actId="1076"/>
          <ac:spMkLst>
            <pc:docMk/>
            <pc:sldMk cId="0" sldId="281"/>
            <ac:spMk id="16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3:12.566" v="1552" actId="1076"/>
          <ac:spMkLst>
            <pc:docMk/>
            <pc:sldMk cId="0" sldId="281"/>
            <ac:spMk id="17" creationId="{00000000-0000-0000-0000-000000000000}"/>
          </ac:spMkLst>
        </pc:spChg>
        <pc:graphicFrameChg chg="mod modGraphic">
          <ac:chgData name="석주 이" userId="b6553f64e91d015d" providerId="LiveId" clId="{0BC1CC68-5FB1-45E5-A6E2-A4614C9CFE72}" dt="2026-06-12T14:23:44.019" v="1558" actId="572"/>
          <ac:graphicFrameMkLst>
            <pc:docMk/>
            <pc:sldMk cId="0" sldId="281"/>
            <ac:graphicFrameMk id="27" creationId="{00000000-0000-0000-0000-000000000000}"/>
          </ac:graphicFrameMkLst>
        </pc:graphicFrameChg>
      </pc:sldChg>
      <pc:sldChg chg="addSp delSp modSp mod">
        <pc:chgData name="석주 이" userId="b6553f64e91d015d" providerId="LiveId" clId="{0BC1CC68-5FB1-45E5-A6E2-A4614C9CFE72}" dt="2026-06-12T14:24:38.208" v="1591" actId="20577"/>
        <pc:sldMkLst>
          <pc:docMk/>
          <pc:sldMk cId="0" sldId="282"/>
        </pc:sldMkLst>
        <pc:spChg chg="mod">
          <ac:chgData name="석주 이" userId="b6553f64e91d015d" providerId="LiveId" clId="{0BC1CC68-5FB1-45E5-A6E2-A4614C9CFE72}" dt="2026-06-12T14:24:06.179" v="1562" actId="164"/>
          <ac:spMkLst>
            <pc:docMk/>
            <pc:sldMk cId="0" sldId="282"/>
            <ac:spMk id="10" creationId="{00000000-0000-0000-0000-000000000000}"/>
          </ac:spMkLst>
        </pc:spChg>
        <pc:spChg chg="mod">
          <ac:chgData name="석주 이" userId="b6553f64e91d015d" providerId="LiveId" clId="{0BC1CC68-5FB1-45E5-A6E2-A4614C9CFE72}" dt="2026-06-12T14:24:38.208" v="1591" actId="20577"/>
          <ac:spMkLst>
            <pc:docMk/>
            <pc:sldMk cId="0" sldId="282"/>
            <ac:spMk id="11" creationId="{00000000-0000-0000-0000-000000000000}"/>
          </ac:spMkLst>
        </pc:spChg>
        <pc:spChg chg="del">
          <ac:chgData name="석주 이" userId="b6553f64e91d015d" providerId="LiveId" clId="{0BC1CC68-5FB1-45E5-A6E2-A4614C9CFE72}" dt="2026-06-12T14:24:03.671" v="1561" actId="478"/>
          <ac:spMkLst>
            <pc:docMk/>
            <pc:sldMk cId="0" sldId="282"/>
            <ac:spMk id="12" creationId="{00000000-0000-0000-0000-000000000000}"/>
          </ac:spMkLst>
        </pc:spChg>
        <pc:spChg chg="del">
          <ac:chgData name="석주 이" userId="b6553f64e91d015d" providerId="LiveId" clId="{0BC1CC68-5FB1-45E5-A6E2-A4614C9CFE72}" dt="2026-06-12T14:24:03.671" v="1561" actId="478"/>
          <ac:spMkLst>
            <pc:docMk/>
            <pc:sldMk cId="0" sldId="282"/>
            <ac:spMk id="13" creationId="{00000000-0000-0000-0000-000000000000}"/>
          </ac:spMkLst>
        </pc:spChg>
        <pc:spChg chg="del">
          <ac:chgData name="석주 이" userId="b6553f64e91d015d" providerId="LiveId" clId="{0BC1CC68-5FB1-45E5-A6E2-A4614C9CFE72}" dt="2026-06-12T14:24:03.671" v="1561" actId="478"/>
          <ac:spMkLst>
            <pc:docMk/>
            <pc:sldMk cId="0" sldId="282"/>
            <ac:spMk id="14" creationId="{00000000-0000-0000-0000-000000000000}"/>
          </ac:spMkLst>
        </pc:spChg>
        <pc:grpChg chg="add mod">
          <ac:chgData name="석주 이" userId="b6553f64e91d015d" providerId="LiveId" clId="{0BC1CC68-5FB1-45E5-A6E2-A4614C9CFE72}" dt="2026-06-12T14:24:08.887" v="1563" actId="14100"/>
          <ac:grpSpMkLst>
            <pc:docMk/>
            <pc:sldMk cId="0" sldId="282"/>
            <ac:grpSpMk id="18" creationId="{91A9D68B-AB11-CD99-4F09-C4CAFF35895E}"/>
          </ac:grpSpMkLst>
        </pc:grpChg>
        <pc:graphicFrameChg chg="modGraphic">
          <ac:chgData name="석주 이" userId="b6553f64e91d015d" providerId="LiveId" clId="{0BC1CC68-5FB1-45E5-A6E2-A4614C9CFE72}" dt="2026-06-12T14:23:58.066" v="1560" actId="122"/>
          <ac:graphicFrameMkLst>
            <pc:docMk/>
            <pc:sldMk cId="0" sldId="282"/>
            <ac:graphicFrameMk id="28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</c:v>
                </c:pt>
              </c:strCache>
            </c:strRef>
          </c:tx>
          <c:spPr>
            <a:solidFill>
              <a:srgbClr val="3A3F4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A3F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E5D-4ABF-ADBB-4278C1EA4A7B}"/>
              </c:ext>
            </c:extLst>
          </c:dPt>
          <c:dPt>
            <c:idx val="1"/>
            <c:invertIfNegative val="0"/>
            <c:bubble3D val="0"/>
            <c:spPr>
              <a:solidFill>
                <a:srgbClr val="3A3F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E5D-4ABF-ADBB-4278C1EA4A7B}"/>
              </c:ext>
            </c:extLst>
          </c:dPt>
          <c:dPt>
            <c:idx val="2"/>
            <c:invertIfNegative val="0"/>
            <c:bubble3D val="0"/>
            <c:spPr>
              <a:solidFill>
                <a:srgbClr val="3A3F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E5D-4ABF-ADBB-4278C1EA4A7B}"/>
              </c:ext>
            </c:extLst>
          </c:dPt>
          <c:dPt>
            <c:idx val="3"/>
            <c:invertIfNegative val="0"/>
            <c:bubble3D val="0"/>
            <c:spPr>
              <a:solidFill>
                <a:srgbClr val="3A3F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E5D-4ABF-ADBB-4278C1EA4A7B}"/>
              </c:ext>
            </c:extLst>
          </c:dPt>
          <c:dPt>
            <c:idx val="4"/>
            <c:invertIfNegative val="0"/>
            <c:bubble3D val="0"/>
            <c:spPr>
              <a:solidFill>
                <a:srgbClr val="3A3F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E5D-4ABF-ADBB-4278C1EA4A7B}"/>
              </c:ext>
            </c:extLst>
          </c:dPt>
          <c:dPt>
            <c:idx val="5"/>
            <c:invertIfNegative val="0"/>
            <c:bubble3D val="0"/>
            <c:spPr>
              <a:solidFill>
                <a:srgbClr val="3A3F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E5D-4ABF-ADBB-4278C1EA4A7B}"/>
              </c:ext>
            </c:extLst>
          </c:dPt>
          <c:dPt>
            <c:idx val="6"/>
            <c:invertIfNegative val="0"/>
            <c:bubble3D val="0"/>
            <c:spPr>
              <a:solidFill>
                <a:srgbClr val="3A3F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E5D-4ABF-ADBB-4278C1EA4A7B}"/>
              </c:ext>
            </c:extLst>
          </c:dPt>
          <c:dPt>
            <c:idx val="7"/>
            <c:invertIfNegative val="0"/>
            <c:bubble3D val="0"/>
            <c:spPr>
              <a:solidFill>
                <a:srgbClr val="3A3F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E5D-4ABF-ADBB-4278C1EA4A7B}"/>
              </c:ext>
            </c:extLst>
          </c:dPt>
          <c:dPt>
            <c:idx val="8"/>
            <c:invertIfNegative val="0"/>
            <c:bubble3D val="0"/>
            <c:spPr>
              <a:solidFill>
                <a:srgbClr val="3A3F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AE5D-4ABF-ADBB-4278C1EA4A7B}"/>
              </c:ext>
            </c:extLst>
          </c:dPt>
          <c:dPt>
            <c:idx val="9"/>
            <c:invertIfNegative val="0"/>
            <c:bubble3D val="0"/>
            <c:spPr>
              <a:solidFill>
                <a:srgbClr val="3A3F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AE5D-4ABF-ADBB-4278C1EA4A7B}"/>
              </c:ext>
            </c:extLst>
          </c:dPt>
          <c:dPt>
            <c:idx val="10"/>
            <c:invertIfNegative val="0"/>
            <c:bubble3D val="0"/>
            <c:spPr>
              <a:solidFill>
                <a:srgbClr val="3A3F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AE5D-4ABF-ADBB-4278C1EA4A7B}"/>
              </c:ext>
            </c:extLst>
          </c:dPt>
          <c:dPt>
            <c:idx val="11"/>
            <c:invertIfNegative val="0"/>
            <c:bubble3D val="0"/>
            <c:spPr>
              <a:solidFill>
                <a:srgbClr val="3A3F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AE5D-4ABF-ADBB-4278C1EA4A7B}"/>
              </c:ext>
            </c:extLst>
          </c:dPt>
          <c:dPt>
            <c:idx val="12"/>
            <c:invertIfNegative val="0"/>
            <c:bubble3D val="0"/>
            <c:spPr>
              <a:solidFill>
                <a:srgbClr val="3A3F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AE5D-4ABF-ADBB-4278C1EA4A7B}"/>
              </c:ext>
            </c:extLst>
          </c:dPt>
          <c:dPt>
            <c:idx val="13"/>
            <c:invertIfNegative val="0"/>
            <c:bubble3D val="0"/>
            <c:spPr>
              <a:solidFill>
                <a:srgbClr val="F08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AE5D-4ABF-ADBB-4278C1EA4A7B}"/>
              </c:ext>
            </c:extLst>
          </c:dPt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6B7178"/>
                    </a:solidFill>
                    <a:latin typeface="Paperlogy 4 Regular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  <c:pt idx="12">
                  <c:v>2024</c:v>
                </c:pt>
                <c:pt idx="13">
                  <c:v>2025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3.5</c:v>
                </c:pt>
                <c:pt idx="1">
                  <c:v>7.7</c:v>
                </c:pt>
                <c:pt idx="2">
                  <c:v>13.4</c:v>
                </c:pt>
                <c:pt idx="3">
                  <c:v>16.8</c:v>
                </c:pt>
                <c:pt idx="4">
                  <c:v>2.8</c:v>
                </c:pt>
                <c:pt idx="5">
                  <c:v>20</c:v>
                </c:pt>
                <c:pt idx="6">
                  <c:v>18.8</c:v>
                </c:pt>
                <c:pt idx="7">
                  <c:v>44.5</c:v>
                </c:pt>
                <c:pt idx="8">
                  <c:v>59.9</c:v>
                </c:pt>
                <c:pt idx="9">
                  <c:v>52.4</c:v>
                </c:pt>
                <c:pt idx="10">
                  <c:v>77.599999999999994</c:v>
                </c:pt>
                <c:pt idx="11">
                  <c:v>78.3</c:v>
                </c:pt>
                <c:pt idx="12">
                  <c:v>85.9</c:v>
                </c:pt>
                <c:pt idx="13">
                  <c:v>89.8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AE5D-4ABF-ADBB-4278C1EA4A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1E5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Paperlogy 4 Regula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</c:v>
                </c:pt>
              </c:strCache>
            </c:strRef>
          </c:tx>
          <c:spPr>
            <a:solidFill>
              <a:srgbClr val="3A3F4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A3F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796-454B-A765-8F578818048F}"/>
              </c:ext>
            </c:extLst>
          </c:dPt>
          <c:dPt>
            <c:idx val="1"/>
            <c:invertIfNegative val="0"/>
            <c:bubble3D val="0"/>
            <c:spPr>
              <a:solidFill>
                <a:srgbClr val="3A3F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796-454B-A765-8F578818048F}"/>
              </c:ext>
            </c:extLst>
          </c:dPt>
          <c:dPt>
            <c:idx val="2"/>
            <c:invertIfNegative val="0"/>
            <c:bubble3D val="0"/>
            <c:spPr>
              <a:solidFill>
                <a:srgbClr val="3A3F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796-454B-A765-8F578818048F}"/>
              </c:ext>
            </c:extLst>
          </c:dPt>
          <c:dPt>
            <c:idx val="3"/>
            <c:invertIfNegative val="0"/>
            <c:bubble3D val="0"/>
            <c:spPr>
              <a:solidFill>
                <a:srgbClr val="3A3F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796-454B-A765-8F578818048F}"/>
              </c:ext>
            </c:extLst>
          </c:dPt>
          <c:dPt>
            <c:idx val="4"/>
            <c:invertIfNegative val="0"/>
            <c:bubble3D val="0"/>
            <c:spPr>
              <a:solidFill>
                <a:srgbClr val="3A3F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796-454B-A765-8F578818048F}"/>
              </c:ext>
            </c:extLst>
          </c:dPt>
          <c:dPt>
            <c:idx val="5"/>
            <c:invertIfNegative val="0"/>
            <c:bubble3D val="0"/>
            <c:spPr>
              <a:solidFill>
                <a:srgbClr val="3A3F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796-454B-A765-8F578818048F}"/>
              </c:ext>
            </c:extLst>
          </c:dPt>
          <c:dPt>
            <c:idx val="6"/>
            <c:invertIfNegative val="0"/>
            <c:bubble3D val="0"/>
            <c:spPr>
              <a:solidFill>
                <a:srgbClr val="F08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796-454B-A765-8F578818048F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6B7178"/>
                    </a:solidFill>
                    <a:latin typeface="Paperlogy 4 Regular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44.5</c:v>
                </c:pt>
                <c:pt idx="1">
                  <c:v>59.9</c:v>
                </c:pt>
                <c:pt idx="2">
                  <c:v>52.4</c:v>
                </c:pt>
                <c:pt idx="3">
                  <c:v>77.599999999999994</c:v>
                </c:pt>
                <c:pt idx="4">
                  <c:v>78.3</c:v>
                </c:pt>
                <c:pt idx="5">
                  <c:v>85.9</c:v>
                </c:pt>
                <c:pt idx="6">
                  <c:v>89.8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796-454B-A765-8F57881804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1E5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Paperlogy 4 Regula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영업이익률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C0392B"/>
                    </a:solidFill>
                    <a:latin typeface="Paperlogy 4 Regular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18.100000000000001</c:v>
                </c:pt>
                <c:pt idx="1">
                  <c:v>3.5</c:v>
                </c:pt>
                <c:pt idx="2">
                  <c:v>-3.1</c:v>
                </c:pt>
                <c:pt idx="3">
                  <c:v>6.5</c:v>
                </c:pt>
                <c:pt idx="4">
                  <c:v>4.2</c:v>
                </c:pt>
                <c:pt idx="5">
                  <c:v>3.8</c:v>
                </c:pt>
                <c:pt idx="6">
                  <c:v>2.6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56C-4598-BA11-36B6D77DF5A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1E5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Paperlogy 4 Regula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  <c:min val="-6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7908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693301" cy="8885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60350" y="485626"/>
            <a:ext cx="95600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2026 인적자원관리 · 기말 프로젝트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60350" y="3110805"/>
            <a:ext cx="9560052" cy="67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80"/>
              </a:lnSpc>
              <a:spcAft>
                <a:spcPts val="1600"/>
              </a:spcAft>
              <a:buNone/>
            </a:pPr>
            <a:r>
              <a:rPr lang="ko-KR" alt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시앤피컨설팅</a:t>
            </a:r>
            <a:r>
              <a:rPr lang="ko-KR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 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HR </a:t>
            </a:r>
            <a:r>
              <a:rPr lang="ko-KR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개선과제</a:t>
            </a: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660350" y="6475512"/>
            <a:ext cx="9372600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60350" y="6657975"/>
            <a:ext cx="544068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KUMBA 32</a:t>
            </a:r>
            <a:r>
              <a:rPr lang="ko-KR" altLang="en-US" sz="13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기</a:t>
            </a:r>
            <a:r>
              <a:rPr lang="en-US" altLang="ko-KR" sz="13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</a:t>
            </a:r>
            <a:r>
              <a:rPr lang="en-US" sz="13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이석주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82996" y="6657975"/>
            <a:ext cx="8499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2026. 06. 13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660350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36266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요약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451" y="253901"/>
            <a:ext cx="21105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371451" y="488752"/>
            <a:ext cx="21105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진단 — 핵심 문제 — 개선 방향 (한 장 요약)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81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buNone/>
            </a:pPr>
            <a:r>
              <a:rPr lang="ko-KR" altLang="en-US" sz="16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조직의</a:t>
            </a:r>
            <a:r>
              <a:rPr lang="en-US" sz="16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</a:t>
            </a:r>
            <a:r>
              <a:rPr lang="en-US" sz="160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전략</a:t>
            </a:r>
            <a:r>
              <a:rPr lang="ko-KR" altLang="en-US" sz="16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적 방향</a:t>
            </a:r>
            <a:r>
              <a:rPr lang="en-US" sz="16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과 정렬되지 않은 HR시스템이 '인재 이탈 → 생산성 정체 → 보상 재원 부족'의 악순환을 만들고 있어,</a:t>
            </a:r>
            <a:endParaRPr lang="en-US" sz="1600" dirty="0"/>
          </a:p>
          <a:p>
            <a:pPr marL="0" indent="0" algn="l">
              <a:spcBef>
                <a:spcPts val="1100"/>
              </a:spcBef>
              <a:buNone/>
            </a:pPr>
            <a:r>
              <a:rPr lang="en-US" sz="160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평가·보상·육성을</a:t>
            </a:r>
            <a:r>
              <a:rPr lang="en-US" sz="16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</a:t>
            </a:r>
            <a:r>
              <a:rPr lang="ko-KR" altLang="en-US" sz="16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전략적 방향과 </a:t>
            </a:r>
            <a:r>
              <a:rPr lang="en-US" altLang="ko-KR" sz="16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HR </a:t>
            </a:r>
            <a:r>
              <a:rPr lang="ko-KR" altLang="en-US" sz="16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제도간 적합성을 확보하기 위한 개선방안을 도출하였음</a:t>
            </a:r>
            <a:r>
              <a:rPr lang="en-US" altLang="ko-KR" sz="16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8701" y="1687562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8906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1950987"/>
            <a:ext cx="1312664" cy="1390872"/>
          </a:xfrm>
          <a:prstGeom prst="rect">
            <a:avLst/>
          </a:prstGeom>
          <a:solidFill>
            <a:srgbClr val="FB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711101" y="2155541"/>
            <a:ext cx="1183469" cy="184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039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DIAGNOSIS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1101" y="2380478"/>
            <a:ext cx="1183469" cy="337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20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진단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871365" y="1950987"/>
            <a:ext cx="8263235" cy="1390872"/>
          </a:xfrm>
          <a:prstGeom prst="rect">
            <a:avLst/>
          </a:prstGeom>
          <a:solidFill>
            <a:srgbClr val="FB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1890415" y="1950987"/>
            <a:ext cx="0" cy="1390872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5" name="Text 12"/>
          <p:cNvSpPr/>
          <p:nvPr/>
        </p:nvSpPr>
        <p:spPr>
          <a:xfrm>
            <a:off x="2087166" y="2030168"/>
            <a:ext cx="8027128" cy="286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C0392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외적 정합성 ✗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전략은 차별화(전문성)를 요구하나, 평가는 단기 영업익 중심(KPI 20~40%)·보상은 연공식·의사결정은 하향식 → </a:t>
            </a:r>
            <a:r>
              <a:rPr lang="en-US" sz="1400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원가우위형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r>
              <a:rPr lang="en-US" sz="1400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관행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087166" y="2517327"/>
            <a:ext cx="8027128" cy="286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C0392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내적 정합성 ✗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평가↛보상↛육성 단절: 구성원 48%(주임·선임 44명)는 평가 결과와 무관한 자동 정액 인상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087166" y="3004485"/>
            <a:ext cx="8027128" cy="286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0392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VRIO: O 결핍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가치(V)·희소성(R)을 갖춘 인적자원이 조직화(O) 실패로 '일시적 우위'에 그침 (순이익률 18.2%→3.4% 회귀)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58701" y="3546412"/>
            <a:ext cx="1312664" cy="1619887"/>
          </a:xfrm>
          <a:prstGeom prst="rect">
            <a:avLst/>
          </a:prstGeom>
          <a:solidFill>
            <a:srgbClr val="FB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711101" y="3750968"/>
            <a:ext cx="1183469" cy="184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17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CORE PROBLEM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11101" y="4147942"/>
            <a:ext cx="1183469" cy="337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20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핵심 문제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871365" y="3546412"/>
            <a:ext cx="8263235" cy="1619887"/>
          </a:xfrm>
          <a:prstGeom prst="rect">
            <a:avLst/>
          </a:prstGeom>
          <a:solidFill>
            <a:srgbClr val="FB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2" name="Shape 19"/>
          <p:cNvSpPr/>
          <p:nvPr/>
        </p:nvSpPr>
        <p:spPr>
          <a:xfrm>
            <a:off x="1890415" y="3546412"/>
            <a:ext cx="0" cy="1619887"/>
          </a:xfrm>
          <a:prstGeom prst="line">
            <a:avLst/>
          </a:prstGeom>
          <a:noFill/>
          <a:ln w="38100">
            <a:solidFill>
              <a:srgbClr val="8B9197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3" name="Text 20"/>
          <p:cNvSpPr/>
          <p:nvPr/>
        </p:nvSpPr>
        <p:spPr>
          <a:xfrm>
            <a:off x="2087166" y="3730583"/>
            <a:ext cx="8027128" cy="28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보상 경쟁력·공정성 약화 → 핵심인재 조기 이탈 → 도제식 육성 와해·암묵지 유실 → 재채용·재육성 비용 반복 →         </a:t>
            </a:r>
            <a:r>
              <a:rPr lang="en-US" sz="1400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수익성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하락 → 보상 재원 부족 (악순환)</a:t>
            </a:r>
            <a:endParaRPr lang="en-US" sz="1400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411CB345-222D-1418-FAF2-0612F18DE346}"/>
              </a:ext>
            </a:extLst>
          </p:cNvPr>
          <p:cNvGrpSpPr/>
          <p:nvPr/>
        </p:nvGrpSpPr>
        <p:grpSpPr>
          <a:xfrm>
            <a:off x="2087166" y="4313550"/>
            <a:ext cx="7895133" cy="822054"/>
            <a:chOff x="2087166" y="4160076"/>
            <a:chExt cx="5343525" cy="822054"/>
          </a:xfrm>
        </p:grpSpPr>
        <p:sp>
          <p:nvSpPr>
            <p:cNvPr id="24" name="Text 21"/>
            <p:cNvSpPr/>
            <p:nvPr/>
          </p:nvSpPr>
          <p:spPr>
            <a:xfrm>
              <a:off x="2087166" y="4160076"/>
              <a:ext cx="746373" cy="8220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3E6E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4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2210991" y="4277580"/>
              <a:ext cx="508698" cy="3436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600" dirty="0">
                  <a:solidFill>
                    <a:srgbClr val="C039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2.5년</a:t>
              </a:r>
              <a:endParaRPr lang="en-US" sz="16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2210991" y="4621221"/>
              <a:ext cx="508698" cy="2434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90"/>
                </a:lnSpc>
                <a:buNone/>
              </a:pPr>
              <a:r>
                <a:rPr lang="en-US" sz="10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근속 중앙값</a:t>
              </a:r>
              <a:endParaRPr lang="en-US" sz="10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2922389" y="4160076"/>
              <a:ext cx="1055340" cy="8220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3E6E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400" dirty="0"/>
            </a:p>
          </p:txBody>
        </p:sp>
        <p:sp>
          <p:nvSpPr>
            <p:cNvPr id="28" name="Text 25"/>
            <p:cNvSpPr/>
            <p:nvPr/>
          </p:nvSpPr>
          <p:spPr>
            <a:xfrm>
              <a:off x="3046214" y="4277580"/>
              <a:ext cx="823844" cy="3436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600" dirty="0">
                  <a:solidFill>
                    <a:srgbClr val="C039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10~20명/년</a:t>
              </a:r>
              <a:endParaRPr lang="en-US" sz="1600" dirty="0"/>
            </a:p>
          </p:txBody>
        </p:sp>
        <p:sp>
          <p:nvSpPr>
            <p:cNvPr id="29" name="Text 26"/>
            <p:cNvSpPr/>
            <p:nvPr/>
          </p:nvSpPr>
          <p:spPr>
            <a:xfrm>
              <a:off x="3046214" y="4621221"/>
              <a:ext cx="823844" cy="2434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90"/>
                </a:lnSpc>
                <a:buNone/>
              </a:pPr>
              <a:r>
                <a:rPr lang="en-US" sz="10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퇴사자 (증가 추세)</a:t>
              </a:r>
              <a:endParaRPr lang="en-US" sz="10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4066580" y="4160076"/>
              <a:ext cx="1030188" cy="8220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3E6E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40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4190405" y="4277580"/>
              <a:ext cx="798189" cy="3436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600" dirty="0">
                  <a:solidFill>
                    <a:srgbClr val="C039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0.98억</a:t>
              </a:r>
              <a:endParaRPr lang="en-US" sz="1600" dirty="0"/>
            </a:p>
          </p:txBody>
        </p:sp>
        <p:sp>
          <p:nvSpPr>
            <p:cNvPr id="32" name="Text 29"/>
            <p:cNvSpPr/>
            <p:nvPr/>
          </p:nvSpPr>
          <p:spPr>
            <a:xfrm>
              <a:off x="4190405" y="4621221"/>
              <a:ext cx="798189" cy="2434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90"/>
                </a:lnSpc>
                <a:buNone/>
              </a:pPr>
              <a:r>
                <a:rPr lang="en-US" sz="10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인당 매출 (2025)</a:t>
              </a:r>
              <a:endParaRPr lang="en-US" sz="100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5185618" y="4160076"/>
              <a:ext cx="1101328" cy="8220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3E6E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400" dirty="0"/>
            </a:p>
          </p:txBody>
        </p:sp>
        <p:sp>
          <p:nvSpPr>
            <p:cNvPr id="34" name="Text 31"/>
            <p:cNvSpPr/>
            <p:nvPr/>
          </p:nvSpPr>
          <p:spPr>
            <a:xfrm>
              <a:off x="5309443" y="4277580"/>
              <a:ext cx="870752" cy="3436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600" dirty="0">
                  <a:solidFill>
                    <a:srgbClr val="C039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2.6%</a:t>
              </a:r>
              <a:endParaRPr lang="en-US" sz="160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5309443" y="4621221"/>
              <a:ext cx="870752" cy="2434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90"/>
                </a:lnSpc>
                <a:buNone/>
              </a:pPr>
              <a:r>
                <a:rPr lang="en-US" sz="10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영업이익률 (2025)</a:t>
              </a:r>
              <a:endParaRPr lang="en-US" sz="1000" dirty="0"/>
            </a:p>
          </p:txBody>
        </p:sp>
        <p:sp>
          <p:nvSpPr>
            <p:cNvPr id="36" name="Text 33"/>
            <p:cNvSpPr/>
            <p:nvPr/>
          </p:nvSpPr>
          <p:spPr>
            <a:xfrm>
              <a:off x="6375797" y="4160076"/>
              <a:ext cx="1054894" cy="8220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3E6E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400" dirty="0"/>
            </a:p>
          </p:txBody>
        </p:sp>
        <p:sp>
          <p:nvSpPr>
            <p:cNvPr id="37" name="Text 34"/>
            <p:cNvSpPr/>
            <p:nvPr/>
          </p:nvSpPr>
          <p:spPr>
            <a:xfrm>
              <a:off x="6499622" y="4277580"/>
              <a:ext cx="823389" cy="3436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600" dirty="0">
                  <a:solidFill>
                    <a:srgbClr val="C039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69만 원</a:t>
              </a:r>
              <a:endParaRPr lang="en-US" sz="1600" dirty="0"/>
            </a:p>
          </p:txBody>
        </p:sp>
        <p:sp>
          <p:nvSpPr>
            <p:cNvPr id="38" name="Text 35"/>
            <p:cNvSpPr/>
            <p:nvPr/>
          </p:nvSpPr>
          <p:spPr>
            <a:xfrm>
              <a:off x="6499622" y="4621221"/>
              <a:ext cx="823389" cy="2434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90"/>
                </a:lnSpc>
                <a:buNone/>
              </a:pPr>
              <a:r>
                <a:rPr lang="en-US" sz="10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인당 연 교육훈련비</a:t>
              </a:r>
              <a:endParaRPr lang="en-US" sz="1000" dirty="0"/>
            </a:p>
          </p:txBody>
        </p:sp>
      </p:grpSp>
      <p:sp>
        <p:nvSpPr>
          <p:cNvPr id="39" name="Text 36"/>
          <p:cNvSpPr/>
          <p:nvPr/>
        </p:nvSpPr>
        <p:spPr>
          <a:xfrm>
            <a:off x="558701" y="5370854"/>
            <a:ext cx="1312664" cy="1638352"/>
          </a:xfrm>
          <a:prstGeom prst="rect">
            <a:avLst/>
          </a:prstGeom>
          <a:solidFill>
            <a:srgbClr val="FDF1E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40" name="Text 37"/>
          <p:cNvSpPr/>
          <p:nvPr/>
        </p:nvSpPr>
        <p:spPr>
          <a:xfrm>
            <a:off x="711101" y="5575408"/>
            <a:ext cx="1183469" cy="184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DIRECTION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11101" y="5800346"/>
            <a:ext cx="1183469" cy="337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20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개선 방향</a:t>
            </a:r>
            <a:endParaRPr lang="en-US" sz="2000" dirty="0"/>
          </a:p>
        </p:txBody>
      </p:sp>
      <p:sp>
        <p:nvSpPr>
          <p:cNvPr id="42" name="Text 39"/>
          <p:cNvSpPr/>
          <p:nvPr/>
        </p:nvSpPr>
        <p:spPr>
          <a:xfrm>
            <a:off x="1871365" y="5370854"/>
            <a:ext cx="8263235" cy="1638352"/>
          </a:xfrm>
          <a:prstGeom prst="rect">
            <a:avLst/>
          </a:prstGeom>
          <a:solidFill>
            <a:srgbClr val="FDF1E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43" name="Shape 40"/>
          <p:cNvSpPr/>
          <p:nvPr/>
        </p:nvSpPr>
        <p:spPr>
          <a:xfrm>
            <a:off x="1890415" y="5370854"/>
            <a:ext cx="0" cy="1638352"/>
          </a:xfrm>
          <a:prstGeom prst="line">
            <a:avLst/>
          </a:prstGeom>
          <a:noFill/>
          <a:ln w="38100">
            <a:solidFill>
              <a:srgbClr val="F08000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45" name="Text 42"/>
          <p:cNvSpPr/>
          <p:nvPr/>
        </p:nvSpPr>
        <p:spPr>
          <a:xfrm>
            <a:off x="2239566" y="5771774"/>
            <a:ext cx="7583634" cy="90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24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"전문가가 모이고, 성장하고, 머무는 회사"</a:t>
            </a:r>
            <a:endParaRPr lang="en-US" sz="2400" dirty="0">
              <a:solidFill>
                <a:srgbClr val="F08000"/>
              </a:solidFill>
            </a:endParaRPr>
          </a:p>
        </p:txBody>
      </p:sp>
      <p:sp>
        <p:nvSpPr>
          <p:cNvPr id="48" name="Shape 45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/>
          <p:nvPr/>
        </p:nvSpPr>
        <p:spPr>
          <a:xfrm>
            <a:off x="558701" y="7308949"/>
            <a:ext cx="48442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상세 근거: PART 2 진단(p.7~11) · PART 3 이슈 분석(p.12~17) · PART 4 개선과제 및 제도 세부 설계(p.18~27)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848874" y="7308949"/>
            <a:ext cx="13114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660350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36266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접근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451" y="253901"/>
            <a:ext cx="21572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진단 프레임워크 &amp; 목차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371451" y="488752"/>
            <a:ext cx="2157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Diagnostic Framework &amp; Contents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81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강의의 진단 절차(전략 정의 → 외적 정합성 → 내적 정합성 → VRIO)를 그대로 적용해 현 HR시스템을 진단하고,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기대이론(E→I→V) 관점에서 개선과제를 설계함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7562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8906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2001737"/>
            <a:ext cx="5570169" cy="218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진단 4단계 (강의 중간과제 질문 프레임)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58701" y="2356403"/>
            <a:ext cx="736550" cy="68729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51335" y="2571807"/>
            <a:ext cx="751281" cy="256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295251" y="2356403"/>
            <a:ext cx="4622750" cy="687290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447651" y="2476027"/>
            <a:ext cx="4404309" cy="218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우리 회사는 어떤 전략을 택하고 있는가?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447651" y="2728101"/>
            <a:ext cx="4404309" cy="19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Bef>
                <a:spcPts val="200"/>
              </a:spcBef>
              <a:buNone/>
            </a:pPr>
            <a:r>
              <a:rPr lang="en-US" sz="8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Porter 본원적 전략 — 원가우위 vs 차별화 → 시앤피 = 전문성 기반 차별화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59691" y="3163318"/>
            <a:ext cx="388620" cy="179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80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▼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58701" y="3462479"/>
            <a:ext cx="736550" cy="68729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51335" y="3677884"/>
            <a:ext cx="751281" cy="256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295251" y="3462479"/>
            <a:ext cx="4622750" cy="687290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447651" y="3582104"/>
            <a:ext cx="4404309" cy="218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전략과 HR제도의 정합성은? (외적 정합성)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447651" y="3834177"/>
            <a:ext cx="4404309" cy="19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Bef>
                <a:spcPts val="200"/>
              </a:spcBef>
              <a:buNone/>
            </a:pPr>
            <a:r>
              <a:rPr lang="en-US" sz="8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전략이 요구하는 HR 관행 vs 현행 제도 — 19항목 비교표(Noe)로 판정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59691" y="4269394"/>
            <a:ext cx="388620" cy="179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80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▼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58701" y="4568556"/>
            <a:ext cx="736550" cy="68729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51335" y="4783960"/>
            <a:ext cx="751281" cy="256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295251" y="4568556"/>
            <a:ext cx="4622750" cy="687290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1447651" y="4688180"/>
            <a:ext cx="4404309" cy="218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제도 간 정합성은? (내적 정합성)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447651" y="4940254"/>
            <a:ext cx="4404309" cy="19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Bef>
                <a:spcPts val="200"/>
              </a:spcBef>
              <a:buNone/>
            </a:pPr>
            <a:r>
              <a:rPr lang="en-US" sz="8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채용–평가–보상–육성이 하나의 방향으로 정렬된 번들(bundle)인가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59691" y="5375470"/>
            <a:ext cx="388620" cy="179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80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▼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58701" y="5674632"/>
            <a:ext cx="736550" cy="68729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51335" y="5890036"/>
            <a:ext cx="751281" cy="256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Q4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295251" y="5674632"/>
            <a:ext cx="4622750" cy="687290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1447651" y="5794256"/>
            <a:ext cx="4404309" cy="218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인적자원의 가치를 VRIO 관점에서 평가하면?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447651" y="6046330"/>
            <a:ext cx="4404309" cy="19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Bef>
                <a:spcPts val="200"/>
              </a:spcBef>
              <a:buNone/>
            </a:pPr>
            <a:r>
              <a:rPr lang="en-US" sz="8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Barney(1995) — 가치·희소성·모방가능성·조직화 → 경쟁우위 지속성 판정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58701" y="6532844"/>
            <a:ext cx="5460950" cy="442630"/>
          </a:xfrm>
          <a:prstGeom prst="rect">
            <a:avLst/>
          </a:prstGeom>
          <a:solidFill>
            <a:srgbClr val="FDF1E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711101" y="6652468"/>
            <a:ext cx="5259273" cy="203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+ 보조 진단 2종 (차별화): Pfeffer 1/8 법칙의 3대 장벽 · Kerr(1995) "A를 바라며 B를 보상하는 어리석음"</a:t>
            </a:r>
            <a:endParaRPr lang="en-US" sz="850" dirty="0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BD80FC66-5073-8CF9-609F-655267BDADB4}"/>
              </a:ext>
            </a:extLst>
          </p:cNvPr>
          <p:cNvGrpSpPr/>
          <p:nvPr/>
        </p:nvGrpSpPr>
        <p:grpSpPr>
          <a:xfrm>
            <a:off x="6019652" y="2001737"/>
            <a:ext cx="4188310" cy="4973737"/>
            <a:chOff x="6451402" y="2001738"/>
            <a:chExt cx="3756559" cy="2810768"/>
          </a:xfrm>
        </p:grpSpPr>
        <p:sp>
          <p:nvSpPr>
            <p:cNvPr id="36" name="Text 33"/>
            <p:cNvSpPr/>
            <p:nvPr/>
          </p:nvSpPr>
          <p:spPr>
            <a:xfrm>
              <a:off x="6451402" y="2001738"/>
              <a:ext cx="3756559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800"/>
                </a:spcAft>
                <a:buNone/>
              </a:pPr>
              <a:r>
                <a:rPr lang="en-US" sz="14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목차</a:t>
              </a:r>
              <a:endParaRPr lang="en-US" sz="1400" dirty="0"/>
            </a:p>
          </p:txBody>
        </p:sp>
        <p:sp>
          <p:nvSpPr>
            <p:cNvPr id="37" name="Shape 34"/>
            <p:cNvSpPr/>
            <p:nvPr/>
          </p:nvSpPr>
          <p:spPr>
            <a:xfrm>
              <a:off x="6451402" y="2274689"/>
              <a:ext cx="3682901" cy="0"/>
            </a:xfrm>
            <a:prstGeom prst="line">
              <a:avLst/>
            </a:prstGeom>
            <a:noFill/>
            <a:ln w="19050">
              <a:solidFill>
                <a:srgbClr val="26282B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8" name="Shape 35"/>
            <p:cNvSpPr/>
            <p:nvPr/>
          </p:nvSpPr>
          <p:spPr>
            <a:xfrm>
              <a:off x="6451402" y="2689027"/>
              <a:ext cx="368290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9" name="Text 36"/>
            <p:cNvSpPr/>
            <p:nvPr/>
          </p:nvSpPr>
          <p:spPr>
            <a:xfrm>
              <a:off x="6476702" y="2398514"/>
              <a:ext cx="77724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08000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PART 1</a:t>
              </a:r>
              <a:endParaRPr lang="en-US" sz="1200" dirty="0"/>
            </a:p>
          </p:txBody>
        </p:sp>
        <p:sp>
          <p:nvSpPr>
            <p:cNvPr id="40" name="Text 37"/>
            <p:cNvSpPr/>
            <p:nvPr/>
          </p:nvSpPr>
          <p:spPr>
            <a:xfrm>
              <a:off x="7238702" y="2398514"/>
              <a:ext cx="2461209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회사개요 &amp; 전략 정의</a:t>
              </a:r>
              <a:endParaRPr lang="en-US" sz="1200" dirty="0"/>
            </a:p>
          </p:txBody>
        </p:sp>
        <p:sp>
          <p:nvSpPr>
            <p:cNvPr id="41" name="Text 38"/>
            <p:cNvSpPr/>
            <p:nvPr/>
          </p:nvSpPr>
          <p:spPr>
            <a:xfrm>
              <a:off x="9920436" y="2398514"/>
              <a:ext cx="192337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8B9197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p.4</a:t>
              </a:r>
              <a:endParaRPr lang="en-US" sz="1050" dirty="0"/>
            </a:p>
          </p:txBody>
        </p:sp>
        <p:sp>
          <p:nvSpPr>
            <p:cNvPr id="42" name="Shape 39"/>
            <p:cNvSpPr/>
            <p:nvPr/>
          </p:nvSpPr>
          <p:spPr>
            <a:xfrm>
              <a:off x="6451402" y="3098602"/>
              <a:ext cx="368290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3" name="Text 40"/>
            <p:cNvSpPr/>
            <p:nvPr/>
          </p:nvSpPr>
          <p:spPr>
            <a:xfrm>
              <a:off x="6476702" y="2808089"/>
              <a:ext cx="77724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08000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PART 2</a:t>
              </a:r>
              <a:endParaRPr lang="en-US" sz="1200" dirty="0"/>
            </a:p>
          </p:txBody>
        </p:sp>
        <p:sp>
          <p:nvSpPr>
            <p:cNvPr id="44" name="Text 41"/>
            <p:cNvSpPr/>
            <p:nvPr/>
          </p:nvSpPr>
          <p:spPr>
            <a:xfrm>
              <a:off x="7238702" y="2808089"/>
              <a:ext cx="2461209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전략적 HRM 진단</a:t>
              </a:r>
              <a:endParaRPr lang="en-US" sz="1200" dirty="0"/>
            </a:p>
          </p:txBody>
        </p:sp>
        <p:sp>
          <p:nvSpPr>
            <p:cNvPr id="45" name="Text 42"/>
            <p:cNvSpPr/>
            <p:nvPr/>
          </p:nvSpPr>
          <p:spPr>
            <a:xfrm>
              <a:off x="9918799" y="2808089"/>
              <a:ext cx="194006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8B9197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p.7</a:t>
              </a:r>
              <a:endParaRPr lang="en-US" sz="1050" dirty="0"/>
            </a:p>
          </p:txBody>
        </p:sp>
        <p:sp>
          <p:nvSpPr>
            <p:cNvPr id="46" name="Text 43"/>
            <p:cNvSpPr/>
            <p:nvPr/>
          </p:nvSpPr>
          <p:spPr>
            <a:xfrm>
              <a:off x="7238702" y="3141464"/>
              <a:ext cx="2590243" cy="1510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90"/>
                </a:lnSpc>
                <a:spcBef>
                  <a:spcPts val="300"/>
                </a:spcBef>
                <a:buNone/>
              </a:pPr>
              <a:r>
                <a:rPr lang="en-US" sz="900" dirty="0">
                  <a:solidFill>
                    <a:srgbClr val="8B9197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HR 운영 현황(As-Is) · 외적·내적 정합성 · VRIO · 1/8 법칙</a:t>
              </a:r>
              <a:endParaRPr lang="en-US" sz="900" dirty="0"/>
            </a:p>
          </p:txBody>
        </p:sp>
        <p:sp>
          <p:nvSpPr>
            <p:cNvPr id="47" name="Shape 44"/>
            <p:cNvSpPr/>
            <p:nvPr/>
          </p:nvSpPr>
          <p:spPr>
            <a:xfrm>
              <a:off x="6451402" y="3373487"/>
              <a:ext cx="368290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8" name="Shape 45"/>
            <p:cNvSpPr/>
            <p:nvPr/>
          </p:nvSpPr>
          <p:spPr>
            <a:xfrm>
              <a:off x="6451402" y="3783062"/>
              <a:ext cx="368290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9" name="Text 46"/>
            <p:cNvSpPr/>
            <p:nvPr/>
          </p:nvSpPr>
          <p:spPr>
            <a:xfrm>
              <a:off x="6476702" y="3492550"/>
              <a:ext cx="77724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08000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PART 3</a:t>
              </a:r>
              <a:endParaRPr lang="en-US" sz="1200" dirty="0"/>
            </a:p>
          </p:txBody>
        </p:sp>
        <p:sp>
          <p:nvSpPr>
            <p:cNvPr id="50" name="Text 47"/>
            <p:cNvSpPr/>
            <p:nvPr/>
          </p:nvSpPr>
          <p:spPr>
            <a:xfrm>
              <a:off x="7238702" y="3492550"/>
              <a:ext cx="2461209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주요 이슈 분석</a:t>
              </a:r>
              <a:endParaRPr lang="en-US" sz="1200" dirty="0"/>
            </a:p>
          </p:txBody>
        </p:sp>
        <p:sp>
          <p:nvSpPr>
            <p:cNvPr id="51" name="Text 48"/>
            <p:cNvSpPr/>
            <p:nvPr/>
          </p:nvSpPr>
          <p:spPr>
            <a:xfrm>
              <a:off x="9838432" y="3492550"/>
              <a:ext cx="275981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8B9197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p.12</a:t>
              </a:r>
              <a:endParaRPr lang="en-US" sz="1050" dirty="0"/>
            </a:p>
          </p:txBody>
        </p:sp>
        <p:sp>
          <p:nvSpPr>
            <p:cNvPr id="52" name="Text 49"/>
            <p:cNvSpPr/>
            <p:nvPr/>
          </p:nvSpPr>
          <p:spPr>
            <a:xfrm>
              <a:off x="7238702" y="3825925"/>
              <a:ext cx="2400791" cy="1510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90"/>
                </a:lnSpc>
                <a:spcBef>
                  <a:spcPts val="300"/>
                </a:spcBef>
                <a:buNone/>
              </a:pPr>
              <a:r>
                <a:rPr lang="en-US" sz="900" dirty="0">
                  <a:solidFill>
                    <a:srgbClr val="8B9197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악순환 구조 · 평가보상 · 확보유지 · 육성경력 · 이슈 종합</a:t>
              </a:r>
              <a:endParaRPr lang="en-US" sz="900" dirty="0"/>
            </a:p>
          </p:txBody>
        </p:sp>
        <p:sp>
          <p:nvSpPr>
            <p:cNvPr id="53" name="Shape 50"/>
            <p:cNvSpPr/>
            <p:nvPr/>
          </p:nvSpPr>
          <p:spPr>
            <a:xfrm>
              <a:off x="6451402" y="4057948"/>
              <a:ext cx="368290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54" name="Shape 51"/>
            <p:cNvSpPr/>
            <p:nvPr/>
          </p:nvSpPr>
          <p:spPr>
            <a:xfrm>
              <a:off x="6451402" y="4467523"/>
              <a:ext cx="368290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55" name="Text 52"/>
            <p:cNvSpPr/>
            <p:nvPr/>
          </p:nvSpPr>
          <p:spPr>
            <a:xfrm>
              <a:off x="6476702" y="4177010"/>
              <a:ext cx="77724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08000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PART 4</a:t>
              </a:r>
              <a:endParaRPr lang="en-US" sz="1200" dirty="0"/>
            </a:p>
          </p:txBody>
        </p:sp>
        <p:sp>
          <p:nvSpPr>
            <p:cNvPr id="56" name="Text 53"/>
            <p:cNvSpPr/>
            <p:nvPr/>
          </p:nvSpPr>
          <p:spPr>
            <a:xfrm>
              <a:off x="7238702" y="4177010"/>
              <a:ext cx="2461209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개선과제 도출</a:t>
              </a:r>
              <a:endParaRPr lang="en-US" sz="1200" dirty="0"/>
            </a:p>
          </p:txBody>
        </p:sp>
        <p:sp>
          <p:nvSpPr>
            <p:cNvPr id="57" name="Text 54"/>
            <p:cNvSpPr/>
            <p:nvPr/>
          </p:nvSpPr>
          <p:spPr>
            <a:xfrm>
              <a:off x="9838432" y="4177010"/>
              <a:ext cx="275981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8B9197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p.18</a:t>
              </a:r>
              <a:endParaRPr lang="en-US" sz="1050" dirty="0"/>
            </a:p>
          </p:txBody>
        </p:sp>
        <p:sp>
          <p:nvSpPr>
            <p:cNvPr id="58" name="Text 55"/>
            <p:cNvSpPr/>
            <p:nvPr/>
          </p:nvSpPr>
          <p:spPr>
            <a:xfrm>
              <a:off x="7238702" y="4510385"/>
              <a:ext cx="2927705" cy="3021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90"/>
                </a:lnSpc>
                <a:spcBef>
                  <a:spcPts val="300"/>
                </a:spcBef>
                <a:buNone/>
              </a:pPr>
              <a:r>
                <a:rPr lang="en-US" sz="900" dirty="0">
                  <a:solidFill>
                    <a:srgbClr val="8B9197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목표·설계철학 · E-I-V 과제맵 · 단기 액션플랜 + 제도 세부설계 4종(평가·OKR·보상·역량/경력) · 중장기 로드맵 · 기대효과</a:t>
              </a:r>
              <a:endParaRPr lang="en-US" sz="900" dirty="0"/>
            </a:p>
          </p:txBody>
        </p:sp>
      </p:grpSp>
      <p:sp>
        <p:nvSpPr>
          <p:cNvPr id="59" name="Shape 56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/>
          <p:nvPr/>
        </p:nvSpPr>
        <p:spPr>
          <a:xfrm>
            <a:off x="558701" y="7308949"/>
            <a:ext cx="46046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프레임 출처: 인적자원관리 강의자료 Session 3·4 (중간과제 질문 #1), Noe et al. (2020) 인적자원관리 11판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8848874" y="7308949"/>
            <a:ext cx="13114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18728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회사개요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18728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① 일반 현황 Company Overview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시앤피컨설팅은 13년간 매출 26배(3.5억→89.8억) 성장한 92명 규모의 Total HR 솔루션 기업으로,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경영전략부터 ESG까지 8대 사업영역 · 8개 본부 체계로 확장하고 있음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0121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81622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1968847"/>
            <a:ext cx="38862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일반 현황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58701" y="2672358"/>
            <a:ext cx="3810000" cy="0"/>
          </a:xfrm>
          <a:prstGeom prst="line">
            <a:avLst/>
          </a:prstGeom>
          <a:noFill/>
          <a:ln w="9525">
            <a:solidFill>
              <a:srgbClr val="EDF0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58701" y="2289423"/>
            <a:ext cx="1088136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5A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법인명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625501" y="2289423"/>
            <a:ext cx="2798064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시앤피컨설팅(주) </a:t>
            </a:r>
          </a:p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CNP = Competency &amp; Performance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8701" y="2975670"/>
            <a:ext cx="3810000" cy="0"/>
          </a:xfrm>
          <a:prstGeom prst="line">
            <a:avLst/>
          </a:prstGeom>
          <a:noFill/>
          <a:ln w="9525">
            <a:solidFill>
              <a:srgbClr val="EDF0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58701" y="2746921"/>
            <a:ext cx="108813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5A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설립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625501" y="2746921"/>
            <a:ext cx="279806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2012년 6월 (대표이사 조세형)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58701" y="3278981"/>
            <a:ext cx="3810000" cy="0"/>
          </a:xfrm>
          <a:prstGeom prst="line">
            <a:avLst/>
          </a:prstGeom>
          <a:noFill/>
          <a:ln w="9525">
            <a:solidFill>
              <a:srgbClr val="EDF0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58701" y="3050233"/>
            <a:ext cx="108813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5A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임직원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625501" y="3050233"/>
            <a:ext cx="279806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92명 (2025.1 기준, 석·박사 51%)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58701" y="3582293"/>
            <a:ext cx="3810000" cy="0"/>
          </a:xfrm>
          <a:prstGeom prst="line">
            <a:avLst/>
          </a:prstGeom>
          <a:noFill/>
          <a:ln w="9525">
            <a:solidFill>
              <a:srgbClr val="EDF0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558701" y="3353544"/>
            <a:ext cx="108813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5A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매출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625501" y="3353544"/>
            <a:ext cx="279806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89.8억 원 (2025) · 전년 대비 +4.5%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58701" y="3885605"/>
            <a:ext cx="3810000" cy="0"/>
          </a:xfrm>
          <a:prstGeom prst="line">
            <a:avLst/>
          </a:prstGeom>
          <a:noFill/>
          <a:ln w="9525">
            <a:solidFill>
              <a:srgbClr val="EDF0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58701" y="3656856"/>
            <a:ext cx="108813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5A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소재지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625501" y="3656856"/>
            <a:ext cx="279806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서울 금천구 가산디지털단지 (BYC하이시티)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58701" y="4343102"/>
            <a:ext cx="3810000" cy="0"/>
          </a:xfrm>
          <a:prstGeom prst="line">
            <a:avLst/>
          </a:prstGeom>
          <a:noFill/>
          <a:ln w="9525">
            <a:solidFill>
              <a:srgbClr val="EDF0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558701" y="3960168"/>
            <a:ext cx="1088136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5A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슬로건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625501" y="3960168"/>
            <a:ext cx="2798064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"HR Solutions for Competency and Performance"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58701" y="4646414"/>
            <a:ext cx="3810000" cy="0"/>
          </a:xfrm>
          <a:prstGeom prst="line">
            <a:avLst/>
          </a:prstGeom>
          <a:noFill/>
          <a:ln w="9525">
            <a:solidFill>
              <a:srgbClr val="EDF0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558701" y="4417665"/>
            <a:ext cx="108813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5A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경영철학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625501" y="4417665"/>
            <a:ext cx="279806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고객과 함께 성장 · 지속적인 학습과 연구 · 전문성과 윤리의식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58701" y="4949726"/>
            <a:ext cx="3810000" cy="0"/>
          </a:xfrm>
          <a:prstGeom prst="line">
            <a:avLst/>
          </a:prstGeom>
          <a:noFill/>
          <a:ln w="9525">
            <a:solidFill>
              <a:srgbClr val="EDF0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558701" y="4720977"/>
            <a:ext cx="108813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5A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관계사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625501" y="4720977"/>
            <a:ext cx="279806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HR아카데미(교육) · 시앤피노무법인 · 시앤피에이 · 비즈허브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58701" y="5024289"/>
            <a:ext cx="1088136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5A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조직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625501" y="5024289"/>
            <a:ext cx="2798064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8개 사업본부 + AI연구소 + 경영지원팀, 별도사업부(HR아카데미·HR진단)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58701" y="5542062"/>
            <a:ext cx="38862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700"/>
              </a:spcAft>
              <a:buNone/>
            </a:pPr>
            <a:r>
              <a:rPr lang="en-US" sz="11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인력 구성 (2025.1, 92명)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58701" y="5792837"/>
            <a:ext cx="1202382" cy="688777"/>
          </a:xfrm>
          <a:prstGeom prst="rect">
            <a:avLst/>
          </a:prstGeom>
          <a:solidFill>
            <a:srgbClr val="FDF1E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6"/>
          <p:cNvSpPr/>
          <p:nvPr/>
        </p:nvSpPr>
        <p:spPr>
          <a:xfrm>
            <a:off x="558701" y="5807125"/>
            <a:ext cx="1202382" cy="0"/>
          </a:xfrm>
          <a:prstGeom prst="line">
            <a:avLst/>
          </a:prstGeom>
          <a:noFill/>
          <a:ln w="28575">
            <a:solidFill>
              <a:srgbClr val="F08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698302" y="5910263"/>
            <a:ext cx="10840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08000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51%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98302" y="6145113"/>
            <a:ext cx="108403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석·박사 비중</a:t>
            </a:r>
            <a:endParaRPr lang="en-US" sz="700" dirty="0"/>
          </a:p>
          <a:p>
            <a:pPr marL="0" indent="0" algn="l">
              <a:lnSpc>
                <a:spcPts val="975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(전문성의 원천)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1862584" y="5792837"/>
            <a:ext cx="1202234" cy="688777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0"/>
          <p:cNvSpPr/>
          <p:nvPr/>
        </p:nvSpPr>
        <p:spPr>
          <a:xfrm>
            <a:off x="1862584" y="5807125"/>
            <a:ext cx="1202234" cy="0"/>
          </a:xfrm>
          <a:prstGeom prst="line">
            <a:avLst/>
          </a:prstGeom>
          <a:noFill/>
          <a:ln w="28575">
            <a:solidFill>
              <a:srgbClr val="8B919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2002185" y="5910263"/>
            <a:ext cx="10838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3F4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40%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2002185" y="6145113"/>
            <a:ext cx="10838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1990년대생</a:t>
            </a:r>
            <a:endParaRPr lang="en-US" sz="700" dirty="0"/>
          </a:p>
          <a:p>
            <a:pPr marL="0" indent="0" algn="l">
              <a:lnSpc>
                <a:spcPts val="975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(주니어 중심 구조)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3166318" y="5792837"/>
            <a:ext cx="1202382" cy="688777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4"/>
          <p:cNvSpPr/>
          <p:nvPr/>
        </p:nvSpPr>
        <p:spPr>
          <a:xfrm>
            <a:off x="3166318" y="5807125"/>
            <a:ext cx="1202382" cy="0"/>
          </a:xfrm>
          <a:prstGeom prst="line">
            <a:avLst/>
          </a:prstGeom>
          <a:noFill/>
          <a:ln w="28575">
            <a:solidFill>
              <a:srgbClr val="8B919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3305919" y="5910263"/>
            <a:ext cx="10840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3F4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79명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3305919" y="6145113"/>
            <a:ext cx="108403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주임~수석 연구원</a:t>
            </a:r>
            <a:endParaRPr lang="en-US" sz="700" dirty="0"/>
          </a:p>
          <a:p>
            <a:pPr marL="0" indent="0" algn="l">
              <a:lnSpc>
                <a:spcPts val="975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(컨설팅 직군)</a:t>
            </a:r>
            <a:endParaRPr lang="en-US" sz="700" dirty="0"/>
          </a:p>
        </p:txBody>
      </p:sp>
      <p:sp>
        <p:nvSpPr>
          <p:cNvPr id="68" name="Shape 65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/>
          <p:nvPr/>
        </p:nvSpPr>
        <p:spPr>
          <a:xfrm>
            <a:off x="558701" y="7308949"/>
            <a:ext cx="49263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자료: 시앤피컨설팅 홈페이지(2026.6), 손익계산서 2012–2024(내부)·2025(표준재무제표증명), 인원현황(2025.1)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8848874" y="7308949"/>
            <a:ext cx="13114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4</a:t>
            </a:r>
            <a:endParaRPr lang="en-US" sz="800" dirty="0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1F3377CF-740C-6CA2-BA9A-E963B934A30F}"/>
              </a:ext>
            </a:extLst>
          </p:cNvPr>
          <p:cNvGrpSpPr/>
          <p:nvPr/>
        </p:nvGrpSpPr>
        <p:grpSpPr>
          <a:xfrm>
            <a:off x="4812121" y="1968847"/>
            <a:ext cx="5348194" cy="5016153"/>
            <a:chOff x="4812121" y="1968847"/>
            <a:chExt cx="5998528" cy="3764906"/>
          </a:xfrm>
        </p:grpSpPr>
        <p:sp>
          <p:nvSpPr>
            <p:cNvPr id="50" name="Text 47"/>
            <p:cNvSpPr/>
            <p:nvPr/>
          </p:nvSpPr>
          <p:spPr>
            <a:xfrm>
              <a:off x="4825901" y="1968847"/>
              <a:ext cx="5984748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700"/>
                </a:spcAft>
                <a:buNone/>
              </a:pPr>
              <a:r>
                <a:rPr lang="en-US" sz="11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매출액 추이 (억 원, 2012–2025) — 13년간 약 26배 성장</a:t>
              </a:r>
              <a:endParaRPr lang="en-US" sz="1100" dirty="0"/>
            </a:p>
          </p:txBody>
        </p:sp>
        <p:sp>
          <p:nvSpPr>
            <p:cNvPr id="51" name="Text 48"/>
            <p:cNvSpPr/>
            <p:nvPr/>
          </p:nvSpPr>
          <p:spPr>
            <a:xfrm>
              <a:off x="4825901" y="4886474"/>
              <a:ext cx="5984748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700"/>
                </a:spcAft>
                <a:buNone/>
              </a:pPr>
              <a:r>
                <a:rPr lang="en-US" sz="11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8대 사업영역 (2026 홈페이지 기준) — 공공 기반에서 민간·신규영역으로 확장 중</a:t>
              </a:r>
              <a:endParaRPr lang="en-US" sz="1100" dirty="0"/>
            </a:p>
          </p:txBody>
        </p:sp>
        <p:sp>
          <p:nvSpPr>
            <p:cNvPr id="52" name="Text 49"/>
            <p:cNvSpPr/>
            <p:nvPr/>
          </p:nvSpPr>
          <p:spPr>
            <a:xfrm>
              <a:off x="4825901" y="5137249"/>
              <a:ext cx="1378000" cy="260152"/>
            </a:xfrm>
            <a:prstGeom prst="rect">
              <a:avLst/>
            </a:prstGeom>
            <a:solidFill>
              <a:srgbClr val="FDF1E3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53" name="Text 50"/>
            <p:cNvSpPr/>
            <p:nvPr/>
          </p:nvSpPr>
          <p:spPr>
            <a:xfrm>
              <a:off x="4812121" y="5200650"/>
              <a:ext cx="1405560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A85A00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① 경영전략</a:t>
              </a:r>
              <a:endParaRPr lang="en-US" sz="900" dirty="0"/>
            </a:p>
          </p:txBody>
        </p:sp>
        <p:sp>
          <p:nvSpPr>
            <p:cNvPr id="54" name="Text 51"/>
            <p:cNvSpPr/>
            <p:nvPr/>
          </p:nvSpPr>
          <p:spPr>
            <a:xfrm>
              <a:off x="6292751" y="5137249"/>
              <a:ext cx="1378000" cy="260152"/>
            </a:xfrm>
            <a:prstGeom prst="rect">
              <a:avLst/>
            </a:prstGeom>
            <a:solidFill>
              <a:srgbClr val="FDF1E3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55" name="Text 52"/>
            <p:cNvSpPr/>
            <p:nvPr/>
          </p:nvSpPr>
          <p:spPr>
            <a:xfrm>
              <a:off x="6278971" y="5200650"/>
              <a:ext cx="1405560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A85A00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② HRM</a:t>
              </a:r>
              <a:endParaRPr lang="en-US" sz="900" dirty="0"/>
            </a:p>
          </p:txBody>
        </p:sp>
        <p:sp>
          <p:nvSpPr>
            <p:cNvPr id="56" name="Text 53"/>
            <p:cNvSpPr/>
            <p:nvPr/>
          </p:nvSpPr>
          <p:spPr>
            <a:xfrm>
              <a:off x="7759601" y="5137249"/>
              <a:ext cx="1378000" cy="260152"/>
            </a:xfrm>
            <a:prstGeom prst="rect">
              <a:avLst/>
            </a:prstGeom>
            <a:solidFill>
              <a:srgbClr val="FDF1E3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57" name="Text 54"/>
            <p:cNvSpPr/>
            <p:nvPr/>
          </p:nvSpPr>
          <p:spPr>
            <a:xfrm>
              <a:off x="7745821" y="5200650"/>
              <a:ext cx="1405560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A85A00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③ HRD</a:t>
              </a:r>
              <a:endParaRPr lang="en-US" sz="900" dirty="0"/>
            </a:p>
          </p:txBody>
        </p:sp>
        <p:sp>
          <p:nvSpPr>
            <p:cNvPr id="58" name="Text 55"/>
            <p:cNvSpPr/>
            <p:nvPr/>
          </p:nvSpPr>
          <p:spPr>
            <a:xfrm>
              <a:off x="9226451" y="5137249"/>
              <a:ext cx="1378000" cy="260152"/>
            </a:xfrm>
            <a:prstGeom prst="rect">
              <a:avLst/>
            </a:prstGeom>
            <a:solidFill>
              <a:srgbClr val="FDF1E3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59" name="Text 56"/>
            <p:cNvSpPr/>
            <p:nvPr/>
          </p:nvSpPr>
          <p:spPr>
            <a:xfrm>
              <a:off x="9212671" y="5200650"/>
              <a:ext cx="1405560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A85A00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④ NCS</a:t>
              </a:r>
              <a:endParaRPr lang="en-US" sz="900" dirty="0"/>
            </a:p>
          </p:txBody>
        </p:sp>
        <p:sp>
          <p:nvSpPr>
            <p:cNvPr id="60" name="Text 57"/>
            <p:cNvSpPr/>
            <p:nvPr/>
          </p:nvSpPr>
          <p:spPr>
            <a:xfrm>
              <a:off x="4825901" y="5473601"/>
              <a:ext cx="1378000" cy="260152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1" name="Text 58"/>
            <p:cNvSpPr/>
            <p:nvPr/>
          </p:nvSpPr>
          <p:spPr>
            <a:xfrm>
              <a:off x="4812121" y="5537002"/>
              <a:ext cx="1405560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B7178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⑤ Career Consulting</a:t>
              </a:r>
              <a:endParaRPr lang="en-US" sz="900" dirty="0"/>
            </a:p>
          </p:txBody>
        </p:sp>
        <p:sp>
          <p:nvSpPr>
            <p:cNvPr id="62" name="Text 59"/>
            <p:cNvSpPr/>
            <p:nvPr/>
          </p:nvSpPr>
          <p:spPr>
            <a:xfrm>
              <a:off x="6292751" y="5473601"/>
              <a:ext cx="1378000" cy="260152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3" name="Text 60"/>
            <p:cNvSpPr/>
            <p:nvPr/>
          </p:nvSpPr>
          <p:spPr>
            <a:xfrm>
              <a:off x="6278971" y="5537002"/>
              <a:ext cx="1405560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B7178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⑥ ODA (국제개발)</a:t>
              </a:r>
              <a:endParaRPr lang="en-US" sz="900" dirty="0"/>
            </a:p>
          </p:txBody>
        </p:sp>
        <p:sp>
          <p:nvSpPr>
            <p:cNvPr id="64" name="Text 61"/>
            <p:cNvSpPr/>
            <p:nvPr/>
          </p:nvSpPr>
          <p:spPr>
            <a:xfrm>
              <a:off x="7759601" y="5473601"/>
              <a:ext cx="1378000" cy="260152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5" name="Text 62"/>
            <p:cNvSpPr/>
            <p:nvPr/>
          </p:nvSpPr>
          <p:spPr>
            <a:xfrm>
              <a:off x="7745821" y="5537002"/>
              <a:ext cx="1405560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B7178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⑦ 조사·연구</a:t>
              </a:r>
              <a:endParaRPr lang="en-US" sz="900" dirty="0"/>
            </a:p>
          </p:txBody>
        </p:sp>
        <p:sp>
          <p:nvSpPr>
            <p:cNvPr id="66" name="Text 63"/>
            <p:cNvSpPr/>
            <p:nvPr/>
          </p:nvSpPr>
          <p:spPr>
            <a:xfrm>
              <a:off x="9226451" y="5473601"/>
              <a:ext cx="1378000" cy="260152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7" name="Text 64"/>
            <p:cNvSpPr/>
            <p:nvPr/>
          </p:nvSpPr>
          <p:spPr>
            <a:xfrm>
              <a:off x="9212671" y="5537002"/>
              <a:ext cx="1405560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B7178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⑧ ESG</a:t>
              </a:r>
              <a:endParaRPr lang="en-US" sz="900" dirty="0"/>
            </a:p>
          </p:txBody>
        </p:sp>
        <p:graphicFrame>
          <p:nvGraphicFramePr>
            <p:cNvPr id="71" name="Chart 0"/>
            <p:cNvGraphicFramePr/>
            <p:nvPr>
              <p:extLst>
                <p:ext uri="{D42A27DB-BD31-4B8C-83A1-F6EECF244321}">
                  <p14:modId xmlns:p14="http://schemas.microsoft.com/office/powerpoint/2010/main" val="3906808652"/>
                </p:ext>
              </p:extLst>
            </p:nvPr>
          </p:nvGraphicFramePr>
          <p:xfrm>
            <a:off x="4825901" y="2219623"/>
            <a:ext cx="5867400" cy="24891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32168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회사개요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32168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② 2026년 조직 구조와 주요 사업 Organization &amp; Business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2026년 시앤피는 대표이사 직속 AI연구소·경영지원팀과 8개 사업본부, 2개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별도사업부로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운영됨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본부별 전문영역이 명확한 전문가 조직이며, 일터혁신·NCS 등 정부사업과 민간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컨설팅을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병행함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8678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90179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811612" y="1964754"/>
            <a:ext cx="3070175" cy="543086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3811613" y="2085440"/>
            <a:ext cx="3070174" cy="30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대표이사 (CEO 조세형)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62942" y="2628526"/>
            <a:ext cx="9767417" cy="226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BFC6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│</a:t>
            </a:r>
            <a:endParaRPr lang="en-US" sz="1200" dirty="0"/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1F03F458-487C-F7EA-3100-C582641D288A}"/>
              </a:ext>
            </a:extLst>
          </p:cNvPr>
          <p:cNvGrpSpPr/>
          <p:nvPr/>
        </p:nvGrpSpPr>
        <p:grpSpPr>
          <a:xfrm>
            <a:off x="2271712" y="2935190"/>
            <a:ext cx="6149876" cy="387043"/>
            <a:chOff x="3324225" y="2935190"/>
            <a:chExt cx="4044851" cy="387043"/>
          </a:xfrm>
        </p:grpSpPr>
        <p:sp>
          <p:nvSpPr>
            <p:cNvPr id="13" name="Text 10"/>
            <p:cNvSpPr/>
            <p:nvPr/>
          </p:nvSpPr>
          <p:spPr>
            <a:xfrm>
              <a:off x="3333750" y="2935190"/>
              <a:ext cx="1924050" cy="387043"/>
            </a:xfrm>
            <a:prstGeom prst="rect">
              <a:avLst/>
            </a:prstGeom>
            <a:solidFill>
              <a:srgbClr val="F7F8F9"/>
            </a:solidFill>
            <a:ln w="9525">
              <a:solidFill>
                <a:srgbClr val="E3E6E9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36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3324225" y="3030655"/>
              <a:ext cx="1943100" cy="1961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3A3F45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경영지원팀 </a:t>
              </a:r>
              <a:r>
                <a:rPr lang="en-US" sz="1100" dirty="0">
                  <a:solidFill>
                    <a:srgbClr val="8B9197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— 인사·재무·총무 (2명, HR 전담 없음)</a:t>
              </a:r>
              <a:endParaRPr lang="en-US" sz="12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5435501" y="2935190"/>
              <a:ext cx="1924050" cy="387043"/>
            </a:xfrm>
            <a:prstGeom prst="rect">
              <a:avLst/>
            </a:prstGeom>
            <a:solidFill>
              <a:srgbClr val="F7F8F9"/>
            </a:solidFill>
            <a:ln w="9525">
              <a:solidFill>
                <a:srgbClr val="E3E6E9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36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5425976" y="3030655"/>
              <a:ext cx="1943100" cy="1961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3A3F45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AI연구소 </a:t>
              </a:r>
              <a:r>
                <a:rPr lang="en-US" sz="1100" dirty="0">
                  <a:solidFill>
                    <a:srgbClr val="8B9197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— AI 기반 HR 솔루션 연구 ('26.1 출범)</a:t>
              </a:r>
              <a:endParaRPr lang="en-US" sz="1200" dirty="0"/>
            </a:p>
          </p:txBody>
        </p:sp>
      </p:grpSp>
      <p:sp>
        <p:nvSpPr>
          <p:cNvPr id="17" name="Text 14"/>
          <p:cNvSpPr/>
          <p:nvPr/>
        </p:nvSpPr>
        <p:spPr>
          <a:xfrm>
            <a:off x="462942" y="3442919"/>
            <a:ext cx="9767417" cy="226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───────────────────── 8개 사업본부 ─────────────────────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F2189B86-3EC3-53DF-9778-0FC61A96F794}"/>
              </a:ext>
            </a:extLst>
          </p:cNvPr>
          <p:cNvGrpSpPr/>
          <p:nvPr/>
        </p:nvGrpSpPr>
        <p:grpSpPr>
          <a:xfrm>
            <a:off x="535841" y="3749585"/>
            <a:ext cx="9608522" cy="2141464"/>
            <a:chOff x="535841" y="3749585"/>
            <a:chExt cx="9608522" cy="2423144"/>
          </a:xfrm>
        </p:grpSpPr>
        <p:sp>
          <p:nvSpPr>
            <p:cNvPr id="18" name="Text 15"/>
            <p:cNvSpPr/>
            <p:nvPr/>
          </p:nvSpPr>
          <p:spPr>
            <a:xfrm>
              <a:off x="558701" y="3749585"/>
              <a:ext cx="2286000" cy="371958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36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535841" y="3829963"/>
              <a:ext cx="2331720" cy="211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글로벌컨설팅본부</a:t>
              </a:r>
              <a:endParaRPr lang="en-US" sz="1400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2839938" y="4121541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21" name="Shape 18"/>
            <p:cNvSpPr/>
            <p:nvPr/>
          </p:nvSpPr>
          <p:spPr>
            <a:xfrm>
              <a:off x="558701" y="4893271"/>
              <a:ext cx="2286000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22" name="Shape 19"/>
            <p:cNvSpPr/>
            <p:nvPr/>
          </p:nvSpPr>
          <p:spPr>
            <a:xfrm>
              <a:off x="563463" y="4121541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23" name="Text 20"/>
            <p:cNvSpPr/>
            <p:nvPr/>
          </p:nvSpPr>
          <p:spPr>
            <a:xfrm>
              <a:off x="669727" y="4201920"/>
              <a:ext cx="2105227" cy="4073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ODA·개도국 HRD </a:t>
              </a: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역량강화</a:t>
              </a:r>
              <a:endParaRPr lang="en-US" sz="11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endParaRP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(르완다 일자리정보체계 등)</a:t>
              </a:r>
              <a:endParaRPr lang="en-US" sz="11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2984302" y="3749585"/>
              <a:ext cx="2286000" cy="371958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36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2961442" y="3829963"/>
              <a:ext cx="2331720" cy="211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경영컨설팅본부</a:t>
              </a:r>
              <a:endParaRPr lang="en-US" sz="1400" dirty="0"/>
            </a:p>
          </p:txBody>
        </p:sp>
        <p:sp>
          <p:nvSpPr>
            <p:cNvPr id="26" name="Shape 23"/>
            <p:cNvSpPr/>
            <p:nvPr/>
          </p:nvSpPr>
          <p:spPr>
            <a:xfrm>
              <a:off x="5265539" y="4121541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27" name="Shape 24"/>
            <p:cNvSpPr/>
            <p:nvPr/>
          </p:nvSpPr>
          <p:spPr>
            <a:xfrm>
              <a:off x="2984302" y="4893271"/>
              <a:ext cx="2286000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28" name="Shape 25"/>
            <p:cNvSpPr/>
            <p:nvPr/>
          </p:nvSpPr>
          <p:spPr>
            <a:xfrm>
              <a:off x="2989064" y="4121541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29" name="Text 26"/>
            <p:cNvSpPr/>
            <p:nvPr/>
          </p:nvSpPr>
          <p:spPr>
            <a:xfrm>
              <a:off x="3095327" y="4201920"/>
              <a:ext cx="2105227" cy="203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경영진단·중장기 전략 </a:t>
              </a: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수립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·</a:t>
              </a: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신규사업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타당성 분석</a:t>
              </a:r>
              <a:endParaRPr lang="en-US" sz="11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5409902" y="3749585"/>
              <a:ext cx="2286000" cy="371958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360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5387042" y="3829963"/>
              <a:ext cx="2331720" cy="211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넥스트보상연구본부</a:t>
              </a:r>
              <a:endParaRPr lang="en-US" sz="1400" dirty="0"/>
            </a:p>
          </p:txBody>
        </p:sp>
        <p:sp>
          <p:nvSpPr>
            <p:cNvPr id="32" name="Shape 29"/>
            <p:cNvSpPr/>
            <p:nvPr/>
          </p:nvSpPr>
          <p:spPr>
            <a:xfrm>
              <a:off x="7691140" y="4121541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33" name="Shape 30"/>
            <p:cNvSpPr/>
            <p:nvPr/>
          </p:nvSpPr>
          <p:spPr>
            <a:xfrm>
              <a:off x="5409902" y="4893271"/>
              <a:ext cx="2286000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34" name="Shape 31"/>
            <p:cNvSpPr/>
            <p:nvPr/>
          </p:nvSpPr>
          <p:spPr>
            <a:xfrm>
              <a:off x="5414665" y="4121541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35" name="Text 32"/>
            <p:cNvSpPr/>
            <p:nvPr/>
          </p:nvSpPr>
          <p:spPr>
            <a:xfrm>
              <a:off x="5520928" y="4201920"/>
              <a:ext cx="2105227" cy="203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미래지향 </a:t>
              </a: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보상체계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설계·임금체계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개선 연구</a:t>
              </a:r>
              <a:endParaRPr lang="en-US" sz="1100" dirty="0"/>
            </a:p>
          </p:txBody>
        </p:sp>
        <p:sp>
          <p:nvSpPr>
            <p:cNvPr id="36" name="Text 33"/>
            <p:cNvSpPr/>
            <p:nvPr/>
          </p:nvSpPr>
          <p:spPr>
            <a:xfrm>
              <a:off x="7835503" y="3749585"/>
              <a:ext cx="2286000" cy="371958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3600" dirty="0"/>
            </a:p>
          </p:txBody>
        </p:sp>
        <p:sp>
          <p:nvSpPr>
            <p:cNvPr id="37" name="Text 34"/>
            <p:cNvSpPr/>
            <p:nvPr/>
          </p:nvSpPr>
          <p:spPr>
            <a:xfrm>
              <a:off x="7812643" y="3829963"/>
              <a:ext cx="2331720" cy="211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일터혁신컨설팅본부</a:t>
              </a:r>
              <a:endParaRPr lang="en-US" sz="1400" dirty="0"/>
            </a:p>
          </p:txBody>
        </p:sp>
        <p:sp>
          <p:nvSpPr>
            <p:cNvPr id="38" name="Shape 35"/>
            <p:cNvSpPr/>
            <p:nvPr/>
          </p:nvSpPr>
          <p:spPr>
            <a:xfrm>
              <a:off x="10116741" y="4121541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39" name="Shape 36"/>
            <p:cNvSpPr/>
            <p:nvPr/>
          </p:nvSpPr>
          <p:spPr>
            <a:xfrm>
              <a:off x="7835503" y="4893271"/>
              <a:ext cx="2286000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40" name="Shape 37"/>
            <p:cNvSpPr/>
            <p:nvPr/>
          </p:nvSpPr>
          <p:spPr>
            <a:xfrm>
              <a:off x="7840266" y="4121541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41" name="Text 38"/>
            <p:cNvSpPr/>
            <p:nvPr/>
          </p:nvSpPr>
          <p:spPr>
            <a:xfrm>
              <a:off x="7946529" y="4201920"/>
              <a:ext cx="2105227" cy="4073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고용노동부 일터혁신 상생컨설팅 — 13년 연속 수행기관</a:t>
              </a:r>
              <a:endParaRPr lang="en-US" sz="1100" dirty="0"/>
            </a:p>
          </p:txBody>
        </p:sp>
        <p:sp>
          <p:nvSpPr>
            <p:cNvPr id="42" name="Text 39"/>
            <p:cNvSpPr/>
            <p:nvPr/>
          </p:nvSpPr>
          <p:spPr>
            <a:xfrm>
              <a:off x="558701" y="5021499"/>
              <a:ext cx="2286000" cy="371958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3600" dirty="0"/>
            </a:p>
          </p:txBody>
        </p:sp>
        <p:sp>
          <p:nvSpPr>
            <p:cNvPr id="43" name="Text 40"/>
            <p:cNvSpPr/>
            <p:nvPr/>
          </p:nvSpPr>
          <p:spPr>
            <a:xfrm>
              <a:off x="535841" y="5101877"/>
              <a:ext cx="2331720" cy="211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직업능력개발본부</a:t>
              </a:r>
              <a:endParaRPr lang="en-US" sz="1400" dirty="0"/>
            </a:p>
          </p:txBody>
        </p:sp>
        <p:sp>
          <p:nvSpPr>
            <p:cNvPr id="44" name="Shape 41"/>
            <p:cNvSpPr/>
            <p:nvPr/>
          </p:nvSpPr>
          <p:spPr>
            <a:xfrm>
              <a:off x="2839938" y="5393457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45" name="Shape 42"/>
            <p:cNvSpPr/>
            <p:nvPr/>
          </p:nvSpPr>
          <p:spPr>
            <a:xfrm>
              <a:off x="558701" y="6165185"/>
              <a:ext cx="2286000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46" name="Shape 43"/>
            <p:cNvSpPr/>
            <p:nvPr/>
          </p:nvSpPr>
          <p:spPr>
            <a:xfrm>
              <a:off x="563463" y="5393457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47" name="Text 44"/>
            <p:cNvSpPr/>
            <p:nvPr/>
          </p:nvSpPr>
          <p:spPr>
            <a:xfrm>
              <a:off x="669727" y="5473835"/>
              <a:ext cx="2105227" cy="203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산업 수요 기반 </a:t>
              </a: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직업능력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모델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연구·훈련과정 개발</a:t>
              </a:r>
              <a:endParaRPr lang="en-US" sz="1100" dirty="0"/>
            </a:p>
          </p:txBody>
        </p:sp>
        <p:sp>
          <p:nvSpPr>
            <p:cNvPr id="48" name="Text 45"/>
            <p:cNvSpPr/>
            <p:nvPr/>
          </p:nvSpPr>
          <p:spPr>
            <a:xfrm>
              <a:off x="2984302" y="5021499"/>
              <a:ext cx="2286000" cy="371958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3600" dirty="0"/>
            </a:p>
          </p:txBody>
        </p:sp>
        <p:sp>
          <p:nvSpPr>
            <p:cNvPr id="49" name="Text 46"/>
            <p:cNvSpPr/>
            <p:nvPr/>
          </p:nvSpPr>
          <p:spPr>
            <a:xfrm>
              <a:off x="2961442" y="5101877"/>
              <a:ext cx="2331720" cy="211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직업능력컨설팅본부</a:t>
              </a:r>
              <a:endParaRPr lang="en-US" sz="1400" dirty="0"/>
            </a:p>
          </p:txBody>
        </p:sp>
        <p:sp>
          <p:nvSpPr>
            <p:cNvPr id="50" name="Shape 47"/>
            <p:cNvSpPr/>
            <p:nvPr/>
          </p:nvSpPr>
          <p:spPr>
            <a:xfrm>
              <a:off x="5265539" y="5393457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51" name="Shape 48"/>
            <p:cNvSpPr/>
            <p:nvPr/>
          </p:nvSpPr>
          <p:spPr>
            <a:xfrm>
              <a:off x="2984302" y="6165185"/>
              <a:ext cx="2286000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52" name="Shape 49"/>
            <p:cNvSpPr/>
            <p:nvPr/>
          </p:nvSpPr>
          <p:spPr>
            <a:xfrm>
              <a:off x="2989064" y="5393457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53" name="Text 50"/>
            <p:cNvSpPr/>
            <p:nvPr/>
          </p:nvSpPr>
          <p:spPr>
            <a:xfrm>
              <a:off x="3095327" y="5473835"/>
              <a:ext cx="2105227" cy="203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NCS 기업활용·개발 컨설팅, </a:t>
              </a: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직무분석·역량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컨설팅</a:t>
              </a:r>
              <a:endParaRPr lang="en-US" sz="1100" dirty="0"/>
            </a:p>
          </p:txBody>
        </p:sp>
        <p:sp>
          <p:nvSpPr>
            <p:cNvPr id="54" name="Text 51"/>
            <p:cNvSpPr/>
            <p:nvPr/>
          </p:nvSpPr>
          <p:spPr>
            <a:xfrm>
              <a:off x="5409902" y="5021499"/>
              <a:ext cx="2286000" cy="371958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3600" dirty="0"/>
            </a:p>
          </p:txBody>
        </p:sp>
        <p:sp>
          <p:nvSpPr>
            <p:cNvPr id="55" name="Text 52"/>
            <p:cNvSpPr/>
            <p:nvPr/>
          </p:nvSpPr>
          <p:spPr>
            <a:xfrm>
              <a:off x="5387042" y="5101877"/>
              <a:ext cx="2331720" cy="211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공공경영컨설팅본부</a:t>
              </a:r>
              <a:endParaRPr lang="en-US" sz="1400" dirty="0"/>
            </a:p>
          </p:txBody>
        </p:sp>
        <p:sp>
          <p:nvSpPr>
            <p:cNvPr id="56" name="Shape 53"/>
            <p:cNvSpPr/>
            <p:nvPr/>
          </p:nvSpPr>
          <p:spPr>
            <a:xfrm>
              <a:off x="7691140" y="5393457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57" name="Shape 54"/>
            <p:cNvSpPr/>
            <p:nvPr/>
          </p:nvSpPr>
          <p:spPr>
            <a:xfrm>
              <a:off x="5409902" y="6165185"/>
              <a:ext cx="2286000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58" name="Shape 55"/>
            <p:cNvSpPr/>
            <p:nvPr/>
          </p:nvSpPr>
          <p:spPr>
            <a:xfrm>
              <a:off x="5414665" y="5393457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59" name="Text 56"/>
            <p:cNvSpPr/>
            <p:nvPr/>
          </p:nvSpPr>
          <p:spPr>
            <a:xfrm>
              <a:off x="5520928" y="5473835"/>
              <a:ext cx="2105227" cy="203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공공기관 경영평가 </a:t>
              </a: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대응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·</a:t>
              </a: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조직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진단 컨설팅</a:t>
              </a:r>
              <a:endParaRPr lang="en-US" sz="1100" dirty="0"/>
            </a:p>
          </p:txBody>
        </p:sp>
        <p:sp>
          <p:nvSpPr>
            <p:cNvPr id="60" name="Text 57"/>
            <p:cNvSpPr/>
            <p:nvPr/>
          </p:nvSpPr>
          <p:spPr>
            <a:xfrm>
              <a:off x="7835503" y="5021499"/>
              <a:ext cx="2286000" cy="371958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3600" dirty="0"/>
            </a:p>
          </p:txBody>
        </p:sp>
        <p:sp>
          <p:nvSpPr>
            <p:cNvPr id="61" name="Text 58"/>
            <p:cNvSpPr/>
            <p:nvPr/>
          </p:nvSpPr>
          <p:spPr>
            <a:xfrm>
              <a:off x="7812643" y="5101877"/>
              <a:ext cx="2331720" cy="211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지속가능경영본부</a:t>
              </a:r>
              <a:endParaRPr lang="en-US" sz="1400" dirty="0"/>
            </a:p>
          </p:txBody>
        </p:sp>
        <p:sp>
          <p:nvSpPr>
            <p:cNvPr id="62" name="Shape 59"/>
            <p:cNvSpPr/>
            <p:nvPr/>
          </p:nvSpPr>
          <p:spPr>
            <a:xfrm>
              <a:off x="10116741" y="5393457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63" name="Shape 60"/>
            <p:cNvSpPr/>
            <p:nvPr/>
          </p:nvSpPr>
          <p:spPr>
            <a:xfrm>
              <a:off x="7835503" y="6165185"/>
              <a:ext cx="2286000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64" name="Shape 61"/>
            <p:cNvSpPr/>
            <p:nvPr/>
          </p:nvSpPr>
          <p:spPr>
            <a:xfrm>
              <a:off x="7840266" y="5393457"/>
              <a:ext cx="0" cy="779272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65" name="Text 62"/>
            <p:cNvSpPr/>
            <p:nvPr/>
          </p:nvSpPr>
          <p:spPr>
            <a:xfrm>
              <a:off x="7946529" y="5473835"/>
              <a:ext cx="2105227" cy="203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ESG 전략 수립·지속가능경영보고서·공급망 ESG 진단</a:t>
              </a:r>
              <a:endParaRPr lang="en-US" sz="1100" dirty="0"/>
            </a:p>
          </p:txBody>
        </p:sp>
      </p:grpSp>
      <p:sp>
        <p:nvSpPr>
          <p:cNvPr id="66" name="Text 63"/>
          <p:cNvSpPr/>
          <p:nvPr/>
        </p:nvSpPr>
        <p:spPr>
          <a:xfrm>
            <a:off x="558701" y="6068739"/>
            <a:ext cx="4698802" cy="916261"/>
          </a:xfrm>
          <a:prstGeom prst="rect">
            <a:avLst/>
          </a:prstGeom>
          <a:solidFill>
            <a:srgbClr val="FDF1E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67" name="Text 64"/>
          <p:cNvSpPr/>
          <p:nvPr/>
        </p:nvSpPr>
        <p:spPr>
          <a:xfrm>
            <a:off x="698302" y="6122382"/>
            <a:ext cx="4507992" cy="450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별도 </a:t>
            </a:r>
            <a:r>
              <a:rPr lang="en-US" sz="1200" b="1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사업부</a:t>
            </a:r>
            <a:r>
              <a:rPr lang="en-US" sz="1200" b="1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HR아카데미</a:t>
            </a:r>
            <a:r>
              <a:rPr lang="en-US" sz="12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(HR 담당자 위탁교육·직업훈련 전문기관)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HR진단</a:t>
            </a:r>
            <a:r>
              <a:rPr lang="en-US" sz="12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(HR 데이터 기반 진단·평가 솔루션)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5397103" y="6068739"/>
            <a:ext cx="4698802" cy="916261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69" name="Text 66"/>
          <p:cNvSpPr/>
          <p:nvPr/>
        </p:nvSpPr>
        <p:spPr>
          <a:xfrm>
            <a:off x="5536704" y="6122382"/>
            <a:ext cx="4507992" cy="450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조직 </a:t>
            </a:r>
            <a:r>
              <a:rPr lang="en-US" sz="1200" b="1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시사점</a:t>
            </a:r>
            <a:r>
              <a:rPr lang="en-US" sz="1200" b="1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보상연구·HR진단·아카데미</a:t>
            </a:r>
            <a:r>
              <a:rPr lang="en-US" sz="12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등 HR 제도 설계 역량을 </a:t>
            </a:r>
            <a:r>
              <a:rPr lang="en-US" sz="1200" dirty="0" err="1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자체</a:t>
            </a:r>
            <a:r>
              <a:rPr lang="en-US" sz="12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r>
              <a:rPr lang="en-US" sz="1200" dirty="0" err="1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보유</a:t>
            </a:r>
            <a:endParaRPr lang="en-US" sz="1200" dirty="0">
              <a:solidFill>
                <a:srgbClr val="6B7178"/>
              </a:solidFill>
              <a:latin typeface="Paperlogy 4 Regular" pitchFamily="34" charset="0"/>
              <a:ea typeface="Paperlogy 4 Regular" pitchFamily="34" charset="-122"/>
              <a:cs typeface="Paperlogy 4 Regular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</a:rPr>
              <a:t>본부간 사업 영역 중복으로 인한 내부 경쟁 심화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/>
          <p:nvPr/>
        </p:nvSpPr>
        <p:spPr>
          <a:xfrm>
            <a:off x="558701" y="7308949"/>
            <a:ext cx="52075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자료: 시앤피컨설팅 홈페이지 조직도·사업본부 소개 (2026.6 열람) — 본부별 인원은 인원현황(2025.1) 기준 구조 개편 진행 중</a:t>
            </a:r>
            <a:endParaRPr lang="en-US" sz="800" dirty="0"/>
          </a:p>
        </p:txBody>
      </p:sp>
      <p:sp>
        <p:nvSpPr>
          <p:cNvPr id="72" name="Text 69"/>
          <p:cNvSpPr/>
          <p:nvPr/>
        </p:nvSpPr>
        <p:spPr>
          <a:xfrm>
            <a:off x="8848874" y="7308949"/>
            <a:ext cx="13114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045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회사개요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045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② 비즈니스 전략의 정의 — 진단의 출발점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시앤피의 전략은 전문성 기반 '차별화(Differentiation)'이며, 경쟁의 무기(With what will we compete?)가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전적으로 '사람'인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지식집약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사업</a:t>
            </a:r>
            <a:r>
              <a:rPr lang="ko-KR" alt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이며</a:t>
            </a:r>
            <a:r>
              <a:rPr lang="en-US" altLang="ko-KR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,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따라서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HR시스템이 곧 전략 실행의 수단임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96840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98341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1985567"/>
            <a:ext cx="4766971" cy="20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2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전략 판정 — Porter의 본원적 전략 (Session 3)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8701" y="2299536"/>
            <a:ext cx="4673501" cy="1414069"/>
          </a:xfrm>
          <a:prstGeom prst="rect">
            <a:avLst/>
          </a:prstGeom>
          <a:solidFill>
            <a:srgbClr val="2628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61851" y="2490339"/>
            <a:ext cx="4352544" cy="166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B8BFC6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원가우위(Cost Leadership) vs 차별화(Differentiation) ?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61851" y="2720831"/>
            <a:ext cx="4352544" cy="32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차별화 전략 — 전문성이 곧 상품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1851" y="3122189"/>
            <a:ext cx="4352544" cy="400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B8BFC6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가격이 아닌 전문지식·방법론·통합 솔루션(HRM+HRD+노무+ESG One-Stop)으로 경쟁하며, 공공 기반에서 민간·신규영역(AI·ESG·글로벌)으로 확장 중</a:t>
            </a:r>
            <a:endParaRPr lang="en-US" sz="1000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4593DB23-22AC-D359-941B-1A4205BB3CC6}"/>
              </a:ext>
            </a:extLst>
          </p:cNvPr>
          <p:cNvGrpSpPr/>
          <p:nvPr/>
        </p:nvGrpSpPr>
        <p:grpSpPr>
          <a:xfrm>
            <a:off x="558701" y="3856706"/>
            <a:ext cx="4673501" cy="1340219"/>
            <a:chOff x="558701" y="3856707"/>
            <a:chExt cx="4673501" cy="954390"/>
          </a:xfrm>
        </p:grpSpPr>
        <p:sp>
          <p:nvSpPr>
            <p:cNvPr id="15" name="Text 12"/>
            <p:cNvSpPr/>
            <p:nvPr/>
          </p:nvSpPr>
          <p:spPr>
            <a:xfrm>
              <a:off x="558701" y="3856707"/>
              <a:ext cx="1481733" cy="954390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0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558701" y="3874595"/>
              <a:ext cx="1481733" cy="0"/>
            </a:xfrm>
            <a:prstGeom prst="line">
              <a:avLst/>
            </a:prstGeom>
            <a:noFill/>
            <a:ln w="28575">
              <a:solidFill>
                <a:srgbClr val="F08000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7" name="Text 14"/>
            <p:cNvSpPr/>
            <p:nvPr/>
          </p:nvSpPr>
          <p:spPr>
            <a:xfrm>
              <a:off x="685651" y="4019561"/>
              <a:ext cx="1252389" cy="2862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F08000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51%</a:t>
              </a:r>
              <a:endParaRPr lang="en-US" sz="16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685651" y="4353466"/>
              <a:ext cx="1252389" cy="3305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석·박사 비중 (92명 중 47명) 차별화의 원천</a:t>
              </a:r>
              <a:endParaRPr lang="en-US" sz="11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2154734" y="3856707"/>
              <a:ext cx="1481584" cy="954390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000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2154734" y="3874595"/>
              <a:ext cx="1481584" cy="0"/>
            </a:xfrm>
            <a:prstGeom prst="line">
              <a:avLst/>
            </a:prstGeom>
            <a:noFill/>
            <a:ln w="28575">
              <a:solidFill>
                <a:srgbClr val="F08000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1" name="Text 18"/>
            <p:cNvSpPr/>
            <p:nvPr/>
          </p:nvSpPr>
          <p:spPr>
            <a:xfrm>
              <a:off x="2281684" y="4019561"/>
              <a:ext cx="1252237" cy="2862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F08000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400+</a:t>
              </a:r>
              <a:endParaRPr lang="en-US" sz="16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2281684" y="4353466"/>
              <a:ext cx="1252237" cy="3305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누적 고객사 프로젝트 경험 자산</a:t>
              </a:r>
              <a:endParaRPr lang="en-US" sz="11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3750618" y="3856707"/>
              <a:ext cx="1481584" cy="954390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000" dirty="0"/>
            </a:p>
          </p:txBody>
        </p:sp>
        <p:sp>
          <p:nvSpPr>
            <p:cNvPr id="24" name="Shape 21"/>
            <p:cNvSpPr/>
            <p:nvPr/>
          </p:nvSpPr>
          <p:spPr>
            <a:xfrm>
              <a:off x="3750618" y="3874595"/>
              <a:ext cx="1481584" cy="0"/>
            </a:xfrm>
            <a:prstGeom prst="line">
              <a:avLst/>
            </a:prstGeom>
            <a:noFill/>
            <a:ln w="28575">
              <a:solidFill>
                <a:srgbClr val="F08000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5" name="Text 22"/>
            <p:cNvSpPr/>
            <p:nvPr/>
          </p:nvSpPr>
          <p:spPr>
            <a:xfrm>
              <a:off x="3877568" y="4019561"/>
              <a:ext cx="1252237" cy="2862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F08000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13년</a:t>
              </a:r>
              <a:endParaRPr lang="en-US" sz="16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3877568" y="4353466"/>
              <a:ext cx="1252237" cy="3305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일터혁신 컨설팅 </a:t>
              </a: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연속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수행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(4년 </a:t>
              </a: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연속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우수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ko-KR" alt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운영기관 선정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)</a:t>
              </a:r>
              <a:endParaRPr lang="en-US" sz="1100" dirty="0"/>
            </a:p>
          </p:txBody>
        </p:sp>
      </p:grpSp>
      <p:sp>
        <p:nvSpPr>
          <p:cNvPr id="27" name="Text 24"/>
          <p:cNvSpPr/>
          <p:nvPr/>
        </p:nvSpPr>
        <p:spPr>
          <a:xfrm>
            <a:off x="5460802" y="1985567"/>
            <a:ext cx="4766971" cy="20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전략적 선택 3질문</a:t>
            </a:r>
            <a:endParaRPr lang="en-US" sz="12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2B9F9E17-10FA-F641-E436-EC0E81EEBEC7}"/>
              </a:ext>
            </a:extLst>
          </p:cNvPr>
          <p:cNvGrpSpPr/>
          <p:nvPr/>
        </p:nvGrpSpPr>
        <p:grpSpPr>
          <a:xfrm>
            <a:off x="5460802" y="2410775"/>
            <a:ext cx="4728871" cy="407693"/>
            <a:chOff x="5460802" y="2410775"/>
            <a:chExt cx="4728871" cy="407693"/>
          </a:xfrm>
        </p:grpSpPr>
        <p:sp>
          <p:nvSpPr>
            <p:cNvPr id="29" name="Text 26"/>
            <p:cNvSpPr/>
            <p:nvPr/>
          </p:nvSpPr>
          <p:spPr>
            <a:xfrm>
              <a:off x="5460802" y="2410775"/>
              <a:ext cx="1943100" cy="4076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① Where to compete?</a:t>
              </a:r>
              <a:endParaRPr lang="en-US" sz="11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7365802" y="2410775"/>
              <a:ext cx="2823871" cy="4076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83"/>
                </a:lnSpc>
                <a:buNone/>
              </a:pPr>
              <a:r>
                <a:rPr lang="en-US" sz="110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HR 컨설팅 시장 — 공공(정부지원사업) + 민간 + 신규(ESG·AI·ODA)</a:t>
              </a:r>
              <a:endParaRPr lang="en-US" sz="1100" dirty="0"/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B79D24B6-99E9-9268-313B-2D0EF10B9A87}"/>
              </a:ext>
            </a:extLst>
          </p:cNvPr>
          <p:cNvGrpSpPr/>
          <p:nvPr/>
        </p:nvGrpSpPr>
        <p:grpSpPr>
          <a:xfrm>
            <a:off x="5460802" y="2920771"/>
            <a:ext cx="4728871" cy="407693"/>
            <a:chOff x="5460802" y="3052874"/>
            <a:chExt cx="4728871" cy="407693"/>
          </a:xfrm>
        </p:grpSpPr>
        <p:sp>
          <p:nvSpPr>
            <p:cNvPr id="32" name="Text 29"/>
            <p:cNvSpPr/>
            <p:nvPr/>
          </p:nvSpPr>
          <p:spPr>
            <a:xfrm>
              <a:off x="5460802" y="3052874"/>
              <a:ext cx="1943100" cy="4076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② How to compete?</a:t>
              </a:r>
              <a:endParaRPr lang="en-US" sz="110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7365802" y="3052874"/>
              <a:ext cx="2823871" cy="4076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83"/>
                </a:lnSpc>
                <a:buNone/>
              </a:pPr>
              <a:r>
                <a:rPr lang="en-US" sz="110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전문성 기반 차별화 — 연구·조사 기반의 과학적 접근(Convergence)</a:t>
              </a:r>
              <a:endParaRPr lang="en-US" sz="1100" dirty="0"/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27AFFD73-7F14-3771-4F1E-C03C815269F0}"/>
              </a:ext>
            </a:extLst>
          </p:cNvPr>
          <p:cNvGrpSpPr/>
          <p:nvPr/>
        </p:nvGrpSpPr>
        <p:grpSpPr>
          <a:xfrm>
            <a:off x="5460802" y="3430768"/>
            <a:ext cx="4728871" cy="357756"/>
            <a:chOff x="5460802" y="3694972"/>
            <a:chExt cx="4728871" cy="357756"/>
          </a:xfrm>
        </p:grpSpPr>
        <p:sp>
          <p:nvSpPr>
            <p:cNvPr id="34" name="Text 31"/>
            <p:cNvSpPr/>
            <p:nvPr/>
          </p:nvSpPr>
          <p:spPr>
            <a:xfrm>
              <a:off x="5460802" y="3694972"/>
              <a:ext cx="1943100" cy="357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③ With what will we compete?</a:t>
              </a:r>
              <a:endParaRPr lang="en-US" sz="110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7365802" y="3694972"/>
              <a:ext cx="2823871" cy="357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83"/>
                </a:lnSpc>
                <a:buNone/>
              </a:pPr>
              <a:r>
                <a:rPr lang="en-US" sz="1100" dirty="0">
                  <a:solidFill>
                    <a:srgbClr val="F08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사람</a:t>
              </a:r>
              <a:r>
                <a:rPr lang="en-US" sz="110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— 컨설턴트의 역량·경험·관계가 유일한 생산수단</a:t>
              </a:r>
              <a:endParaRPr lang="en-US" sz="1100" dirty="0"/>
            </a:p>
          </p:txBody>
        </p:sp>
      </p:grpSp>
      <p:sp>
        <p:nvSpPr>
          <p:cNvPr id="36" name="Text 33"/>
          <p:cNvSpPr/>
          <p:nvPr/>
        </p:nvSpPr>
        <p:spPr>
          <a:xfrm>
            <a:off x="5460802" y="3877327"/>
            <a:ext cx="4673501" cy="1319599"/>
          </a:xfrm>
          <a:prstGeom prst="rect">
            <a:avLst/>
          </a:prstGeom>
          <a:solidFill>
            <a:srgbClr val="FDF1E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5479852" y="3877327"/>
            <a:ext cx="0" cy="1319599"/>
          </a:xfrm>
          <a:prstGeom prst="line">
            <a:avLst/>
          </a:prstGeom>
          <a:noFill/>
          <a:ln w="38100">
            <a:solidFill>
              <a:srgbClr val="F08000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8" name="Text 35"/>
          <p:cNvSpPr/>
          <p:nvPr/>
        </p:nvSpPr>
        <p:spPr>
          <a:xfrm>
            <a:off x="5676602" y="3946400"/>
            <a:ext cx="4365599" cy="1001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4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전략적 </a:t>
            </a:r>
            <a:r>
              <a:rPr lang="en-US" sz="1400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함의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</a:p>
          <a:p>
            <a:pPr marL="0" indent="0" algn="l">
              <a:lnSpc>
                <a:spcPts val="1575"/>
              </a:lnSpc>
              <a:buNone/>
            </a:pPr>
            <a:r>
              <a:rPr lang="en-US" sz="1400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전략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실행(Strategy Implementation)은 HR Practices(채용·평가·보상·육성)를 통해 인적자원의 역량과 행동을 만들어 </a:t>
            </a:r>
            <a:r>
              <a:rPr lang="en-US" sz="1400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기업성과로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r>
              <a:rPr lang="en-US" sz="1400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연결됨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. </a:t>
            </a:r>
          </a:p>
          <a:p>
            <a:pPr marL="0" indent="0" algn="l">
              <a:lnSpc>
                <a:spcPts val="1575"/>
              </a:lnSpc>
              <a:buNone/>
            </a:pPr>
            <a:r>
              <a:rPr lang="en-US" sz="1400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사람이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무기인 회사에서 </a:t>
            </a:r>
            <a:r>
              <a:rPr lang="en-US" sz="14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HR시스템의 부정합은 곧 전략의 </a:t>
            </a:r>
            <a:r>
              <a:rPr lang="en-US" sz="1400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실패</a:t>
            </a:r>
            <a:r>
              <a:rPr lang="en-US" sz="1400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를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r>
              <a:rPr lang="en-US" sz="1400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의미함</a:t>
            </a:r>
            <a:r>
              <a:rPr lang="en-US" sz="140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.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558701" y="5344266"/>
            <a:ext cx="9767417" cy="20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전략 실행을 압박하는 환경 변화 3 — HR시스템 정비의 시급성을 높임</a:t>
            </a:r>
            <a:endParaRPr lang="en-US" sz="1200" dirty="0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9BABDA79-7E3D-C5D7-574E-FB81CDDF4922}"/>
              </a:ext>
            </a:extLst>
          </p:cNvPr>
          <p:cNvGrpSpPr/>
          <p:nvPr/>
        </p:nvGrpSpPr>
        <p:grpSpPr>
          <a:xfrm>
            <a:off x="558701" y="5642395"/>
            <a:ext cx="9575899" cy="1316483"/>
            <a:chOff x="558701" y="5642396"/>
            <a:chExt cx="9575899" cy="841100"/>
          </a:xfrm>
        </p:grpSpPr>
        <p:sp>
          <p:nvSpPr>
            <p:cNvPr id="40" name="Text 37"/>
            <p:cNvSpPr/>
            <p:nvPr/>
          </p:nvSpPr>
          <p:spPr>
            <a:xfrm>
              <a:off x="558701" y="5642396"/>
              <a:ext cx="3090416" cy="841100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41" name="Shape 38"/>
            <p:cNvSpPr/>
            <p:nvPr/>
          </p:nvSpPr>
          <p:spPr>
            <a:xfrm>
              <a:off x="558701" y="5660284"/>
              <a:ext cx="3090416" cy="0"/>
            </a:xfrm>
            <a:prstGeom prst="line">
              <a:avLst/>
            </a:prstGeom>
            <a:noFill/>
            <a:ln w="28575">
              <a:solidFill>
                <a:srgbClr val="3A3F45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42" name="Text 39"/>
            <p:cNvSpPr/>
            <p:nvPr/>
          </p:nvSpPr>
          <p:spPr>
            <a:xfrm>
              <a:off x="698302" y="5720585"/>
              <a:ext cx="2867439" cy="1788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① 경쟁 심화 · 인재 전쟁</a:t>
              </a:r>
              <a:endParaRPr lang="en-US" sz="1400" dirty="0"/>
            </a:p>
          </p:txBody>
        </p:sp>
        <p:sp>
          <p:nvSpPr>
            <p:cNvPr id="43" name="Text 40"/>
            <p:cNvSpPr/>
            <p:nvPr/>
          </p:nvSpPr>
          <p:spPr>
            <a:xfrm>
              <a:off x="698302" y="5947164"/>
              <a:ext cx="2867439" cy="3562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대형 펌·부티크·인하우스가 동일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인재풀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경쟁</a:t>
              </a:r>
              <a:endParaRPr lang="en-US" sz="12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endParaRPr>
            </a:p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-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보상·성장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매력도가 곧 수주 역량</a:t>
              </a:r>
              <a:endParaRPr lang="en-US" sz="1200" dirty="0"/>
            </a:p>
          </p:txBody>
        </p:sp>
        <p:sp>
          <p:nvSpPr>
            <p:cNvPr id="44" name="Text 41"/>
            <p:cNvSpPr/>
            <p:nvPr/>
          </p:nvSpPr>
          <p:spPr>
            <a:xfrm>
              <a:off x="3801517" y="5642396"/>
              <a:ext cx="3090267" cy="841100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45" name="Shape 42"/>
            <p:cNvSpPr/>
            <p:nvPr/>
          </p:nvSpPr>
          <p:spPr>
            <a:xfrm>
              <a:off x="3801517" y="5660284"/>
              <a:ext cx="3090267" cy="0"/>
            </a:xfrm>
            <a:prstGeom prst="line">
              <a:avLst/>
            </a:prstGeom>
            <a:noFill/>
            <a:ln w="28575">
              <a:solidFill>
                <a:srgbClr val="3A3F45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46" name="Text 43"/>
            <p:cNvSpPr/>
            <p:nvPr/>
          </p:nvSpPr>
          <p:spPr>
            <a:xfrm>
              <a:off x="3941118" y="5720585"/>
              <a:ext cx="2867287" cy="1788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② 공공 의존 리스크</a:t>
              </a:r>
              <a:endParaRPr lang="en-US" sz="1400" dirty="0"/>
            </a:p>
          </p:txBody>
        </p:sp>
        <p:sp>
          <p:nvSpPr>
            <p:cNvPr id="47" name="Text 44"/>
            <p:cNvSpPr/>
            <p:nvPr/>
          </p:nvSpPr>
          <p:spPr>
            <a:xfrm>
              <a:off x="3941118" y="5947164"/>
              <a:ext cx="2867287" cy="3562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정부지원사업 비중이 큰 매출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구조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</a:p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-  민간·신규영역 확장에는 더 높은 전문성·시니어 역량 필요</a:t>
              </a:r>
              <a:endParaRPr lang="en-US" sz="1200" dirty="0"/>
            </a:p>
          </p:txBody>
        </p:sp>
        <p:sp>
          <p:nvSpPr>
            <p:cNvPr id="48" name="Text 45"/>
            <p:cNvSpPr/>
            <p:nvPr/>
          </p:nvSpPr>
          <p:spPr>
            <a:xfrm>
              <a:off x="7044184" y="5642396"/>
              <a:ext cx="3090416" cy="841100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49" name="Shape 46"/>
            <p:cNvSpPr/>
            <p:nvPr/>
          </p:nvSpPr>
          <p:spPr>
            <a:xfrm>
              <a:off x="7044184" y="5660284"/>
              <a:ext cx="3090416" cy="0"/>
            </a:xfrm>
            <a:prstGeom prst="line">
              <a:avLst/>
            </a:prstGeom>
            <a:noFill/>
            <a:ln w="28575">
              <a:solidFill>
                <a:srgbClr val="3A3F45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50" name="Text 47"/>
            <p:cNvSpPr/>
            <p:nvPr/>
          </p:nvSpPr>
          <p:spPr>
            <a:xfrm>
              <a:off x="7183785" y="5720585"/>
              <a:ext cx="2867439" cy="1788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③ AI 전환</a:t>
              </a:r>
              <a:endParaRPr lang="en-US" sz="1400" dirty="0"/>
            </a:p>
          </p:txBody>
        </p:sp>
        <p:sp>
          <p:nvSpPr>
            <p:cNvPr id="51" name="Text 48"/>
            <p:cNvSpPr/>
            <p:nvPr/>
          </p:nvSpPr>
          <p:spPr>
            <a:xfrm>
              <a:off x="7183785" y="5947164"/>
              <a:ext cx="2867439" cy="3562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분석·문서작업의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자동화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</a:p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-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컨설턴트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가치가 '작업'에서 '통찰·관계'로 이동, 고숙련 인재의 중요성 가속 (AI연구소 설립, 2026.1)</a:t>
              </a:r>
              <a:endParaRPr lang="en-US" sz="1200" dirty="0"/>
            </a:p>
          </p:txBody>
        </p:sp>
      </p:grpSp>
      <p:sp>
        <p:nvSpPr>
          <p:cNvPr id="52" name="Shape 49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/>
          <p:nvPr/>
        </p:nvSpPr>
        <p:spPr>
          <a:xfrm>
            <a:off x="558701" y="7308949"/>
            <a:ext cx="50840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이론: Porter, Two Generic Strategies · 전략적 선택 3질문 및 (전략적)인적자원관리의 기본체계 (강의자료 Session 3)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8848874" y="7308949"/>
            <a:ext cx="13114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5885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전략적 HRM 진단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5885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① HR 영역별 운영 현황 (As-Is) — 진단의 사실 기반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81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HR 6개 영역의 현행 운영을 사실 그대로 기술함 — 평가·승진의 '틀'은 정비되어 있으나 보상 연동·육성·유지관리가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공백이며, 이 현황이 이후 외적·내적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정합성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진단의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사실 기반이 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7562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8906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6472089"/>
            <a:ext cx="9232850" cy="508992"/>
          </a:xfrm>
          <a:prstGeom prst="rect">
            <a:avLst/>
          </a:prstGeom>
          <a:solidFill>
            <a:srgbClr val="FDF1E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577751" y="6472089"/>
            <a:ext cx="0" cy="508992"/>
          </a:xfrm>
          <a:prstGeom prst="line">
            <a:avLst/>
          </a:prstGeom>
          <a:noFill/>
          <a:ln w="38100">
            <a:solidFill>
              <a:srgbClr val="F08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49201" y="6512830"/>
            <a:ext cx="9067749" cy="331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제도가</a:t>
            </a:r>
            <a:r>
              <a:rPr lang="en-US" sz="14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'없는' 회사가 아니라 제도들이 '</a:t>
            </a:r>
            <a:r>
              <a:rPr lang="en-US" sz="1400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연결되지</a:t>
            </a:r>
            <a:r>
              <a:rPr lang="en-US" sz="14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r>
              <a:rPr lang="en-US" sz="1400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않은</a:t>
            </a:r>
            <a:r>
              <a:rPr lang="en-US" altLang="ko-KR" sz="14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’</a:t>
            </a:r>
            <a:r>
              <a:rPr lang="en-US" sz="14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r>
              <a:rPr lang="ko-KR" altLang="en-US" sz="14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회사임</a:t>
            </a:r>
            <a:r>
              <a:rPr lang="en-US" altLang="ko-KR" sz="14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r>
              <a:rPr lang="en-US" sz="14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: </a:t>
            </a:r>
          </a:p>
          <a:p>
            <a:r>
              <a:rPr lang="en-US" sz="1400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평가는</a:t>
            </a:r>
            <a:r>
              <a:rPr lang="en-US" sz="14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있으나 보상·육성으로 이어지지 않고, 승진 기준은 있으나 육성 체계가 없으며, 유지관리는 담당 주체 </a:t>
            </a:r>
            <a:r>
              <a:rPr lang="en-US" sz="1400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자체가</a:t>
            </a:r>
            <a:r>
              <a:rPr lang="en-US" sz="14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r>
              <a:rPr lang="en-US" sz="1400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없음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58701" y="7308949"/>
            <a:ext cx="68682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자료: 25년도 컨설팅센터 개인평가 계획(내부), 직위별 임금 인상 운영 기준(내부), 승진심사 기준·직속리더 평가의견서(2026.4), 손익계산서(2025), 인원현황(2025.1)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848874" y="7308949"/>
            <a:ext cx="13114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7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338564"/>
              </p:ext>
            </p:extLst>
          </p:nvPr>
        </p:nvGraphicFramePr>
        <p:xfrm>
          <a:off x="558700" y="1950988"/>
          <a:ext cx="9575899" cy="4428306"/>
        </p:xfrm>
        <a:graphic>
          <a:graphicData uri="http://schemas.openxmlformats.org/drawingml/2006/table">
            <a:tbl>
              <a:tblPr/>
              <a:tblGrid>
                <a:gridCol w="1334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1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HR 영역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현행 운영 (사실 기술)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채용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결원 발생 시 수시채용 중심(신입·경력 혼합) — 최근 2년 입사자 27명. 체계적 온보딩·사회화 프로그램은 없음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성과평가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본부·센터 단위 자체 운영 — 팀장 70% + 센터장 30%, 점수 합산으로 S~D 5등급(절대평가).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KPI = 목표영업익(20~40%) + 신규사업(10~30%) + 프로젝트 품질(40%) + 역량개발(10~20%). 일부 본부는 사전 질의지·1on1 면담·평가자 체크리스트 운영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보상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주임 초임 3,400만 + 연 200만 정액 인상, 선임 연 300만 정액 인상(평가 무관) · 책임·수석은 등급(S~D)별 % + 물가상승률. 페이밴드 존재하나 비공개, 변동급(인센티브)은 소액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승진·경력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표준연한(3·4·4년) + 직급별 기준: 선임=PL 가능, 책임=PM 가능, 수석=독자 수주 2억+전체 경영진 합격.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직속리더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평가의견서(3기준 × Exceeds/Meets/NI) + 심사위원회. 트랙은 단일(관리·영업형)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육성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공식 교육체계 없음 — 도제식 OJT·비공식 학습 의존. 교육훈련비 연 6,325만 원(인당 약 69만 원, 매출의 0.07%). 관계사 HR아카데미 보유하나 자사 컨설턴트 육성에는 미활용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유지관리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이직 관리 제도(Stay Interview·이직원인 분석) 없음 — 연 10~20명 퇴사(증가 추세), 근속 중앙값 2.5년. HR 전담 조직 없음(경영지원팀 2명이 인사행정 겸무)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7598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전략적 HRM 진단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7598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② 외적 정합성 분석 External Fit — 전략 ↔ HR시스템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차별화 전략은 장기·개발·그룹 중심의 HR을 요구하나, 현행 제도는 단기 영업익 중심 평가·연공식 자동 인상·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하향식 의사결정 등 원가우위형 관행에 머물러 있어 외적 정합성이 '부정합(Misfit)' 상태임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415951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517452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CEEE13A-57DD-A257-037A-733309183FC8}"/>
              </a:ext>
            </a:extLst>
          </p:cNvPr>
          <p:cNvGrpSpPr/>
          <p:nvPr/>
        </p:nvGrpSpPr>
        <p:grpSpPr>
          <a:xfrm>
            <a:off x="558701" y="6151289"/>
            <a:ext cx="9575899" cy="791021"/>
            <a:chOff x="558701" y="6151289"/>
            <a:chExt cx="9575899" cy="791021"/>
          </a:xfrm>
        </p:grpSpPr>
        <p:sp>
          <p:nvSpPr>
            <p:cNvPr id="10" name="Text 7"/>
            <p:cNvSpPr/>
            <p:nvPr/>
          </p:nvSpPr>
          <p:spPr>
            <a:xfrm>
              <a:off x="558701" y="6151289"/>
              <a:ext cx="6250632" cy="791021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577751" y="6151289"/>
              <a:ext cx="0" cy="791021"/>
            </a:xfrm>
            <a:prstGeom prst="line">
              <a:avLst/>
            </a:prstGeom>
            <a:noFill/>
            <a:ln w="38100">
              <a:solidFill>
                <a:srgbClr val="F0800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9"/>
            <p:cNvSpPr/>
            <p:nvPr/>
          </p:nvSpPr>
          <p:spPr>
            <a:xfrm>
              <a:off x="774502" y="6265589"/>
              <a:ext cx="5974273" cy="1839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50"/>
                </a:lnSpc>
                <a:buNone/>
              </a:pPr>
              <a:r>
                <a:rPr lang="en-US" sz="1000" i="1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"솔직히 말해, 메인 사업모델이랑 현재 조직 운영구조가 맞지를 않습니다… 구성원들은 겁나 갈려나가는 것 같아요"</a:t>
              </a:r>
              <a:endParaRPr lang="en-US" sz="10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774502" y="6487641"/>
              <a:ext cx="5974273" cy="1564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32"/>
                </a:lnSpc>
                <a:spcBef>
                  <a:spcPts val="300"/>
                </a:spcBef>
                <a:buNone/>
              </a:pPr>
              <a:r>
                <a:rPr lang="en-US" sz="850" dirty="0">
                  <a:solidFill>
                    <a:srgbClr val="8B9197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— 잡플래닛 현직자 리뷰 (2026.4) · 평점 3.0/5.0, 97건 — 재직자도 체감하는 전략-운영 부정합</a:t>
              </a:r>
              <a:endParaRPr lang="en-US" sz="85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6961733" y="6151289"/>
              <a:ext cx="3172867" cy="791021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7065108" y="6265589"/>
              <a:ext cx="3050541" cy="2043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10"/>
                </a:lnSpc>
                <a:buNone/>
              </a:pPr>
              <a:r>
                <a:rPr lang="en-US" sz="115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외적 정합성: 부정합 (Misfit)</a:t>
              </a:r>
              <a:endParaRPr lang="en-US" sz="115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7065108" y="6508030"/>
              <a:ext cx="3050541" cy="319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60"/>
                </a:lnSpc>
                <a:spcBef>
                  <a:spcPts val="300"/>
                </a:spcBef>
                <a:buNone/>
              </a:pPr>
              <a:r>
                <a:rPr lang="en-US" sz="900" dirty="0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6개 영역 중 명백한 부정합 3개(✗) · 부분 부정합 3개(△) · 정합 0개</a:t>
              </a:r>
              <a:endParaRPr lang="en-US" sz="900" dirty="0"/>
            </a:p>
          </p:txBody>
        </p:sp>
      </p:grpSp>
      <p:sp>
        <p:nvSpPr>
          <p:cNvPr id="17" name="Shape 14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58701" y="7308949"/>
            <a:ext cx="57321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자료: 강의자료 Session 3·4 "인사시스템 설계: 외적 &amp; 내적 적합성" 19항목 비교표(Noe), 본인 자가진단(Session 4), 잡플래닛(2026.6)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848874" y="7308949"/>
            <a:ext cx="13114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8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10800"/>
              </p:ext>
            </p:extLst>
          </p:nvPr>
        </p:nvGraphicFramePr>
        <p:xfrm>
          <a:off x="558701" y="1679375"/>
          <a:ext cx="9573768" cy="416390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8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HR 영역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차별화 전략이 요구하는 관행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시앤피 현행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정합성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직무분석·설계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다양한 직무 · 복잡한 업무 · 일반적 직무기술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적은 직무 분류, 프로젝트별 유동적 업무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△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채용·선발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집중적인 사회화 · 일반적 스킬 평가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수시·결원 채용 중심, 온보딩 체계 미흡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△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훈련·개발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미래 직무스킬 · 그룹 지향 · 전 직원 훈련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방향은 부합하나 체계 없는 도제식 — 인당 교육비 연 69만 원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△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성과관리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결과+장기 기준 · 개발적 목적 · 그룹 중심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본부별 자체 평가, 당해 영업익 중심(20~40%) · 역량 비중 10~20%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✗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보상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장기 인센티브 · 외적 형평성 · 그룹 인센티브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주임·선임(48%) 평가 무관 자동 인상 · 변동급 미미 · 페이밴드 비공개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✗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노사/직원관계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참여식 의사결정 · 직원=자산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하향식 의사결정 관행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✗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6588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전략적 HRM 진단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6588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③ 내적 정합성 분석 Internal Fit — HR 제도 간 연계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평가·보상·육성·채용이 각각 존재하나 시너지를 내는 번들(bundle)로 연결되지 않음 — 특히 구성원의 48%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(주임·선임 44명)는 평가 결과와 무관하게 보상이 결정되어 제도 간 연계가 구조적으로 단절됨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415951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517452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6202611"/>
            <a:ext cx="6250632" cy="782389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577751" y="6202611"/>
            <a:ext cx="0" cy="782389"/>
          </a:xfrm>
          <a:prstGeom prst="line">
            <a:avLst/>
          </a:prstGeom>
          <a:noFill/>
          <a:ln w="38100">
            <a:solidFill>
              <a:srgbClr val="8B919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39069" y="6316911"/>
            <a:ext cx="6151973" cy="359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buNone/>
            </a:pPr>
            <a:r>
              <a:rPr lang="en-US" sz="950" i="1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"우리 회사의 채용, 평가, 보상, 교육 제도는 서로 모순되지 않고 하나의 방향(전략)을 향해 정렬(Alignment)되어 있는가?"</a:t>
            </a:r>
            <a:r>
              <a:rPr lang="en-US" sz="9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→ </a:t>
            </a:r>
            <a:r>
              <a:rPr lang="en-US" sz="950" dirty="0">
                <a:solidFill>
                  <a:srgbClr val="C0392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39069" y="6714282"/>
            <a:ext cx="6151973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2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"HR 컨설팅을 파는 회사가 정작 자사의 HR </a:t>
            </a:r>
            <a:r>
              <a:rPr lang="ko-KR" altLang="en-US" sz="110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체계는</a:t>
            </a:r>
            <a:r>
              <a:rPr lang="en-US" sz="110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r>
              <a:rPr lang="ko-KR" altLang="en-US" sz="110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미흡</a:t>
            </a:r>
            <a:r>
              <a:rPr lang="en-US" sz="110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"이라는 역설이 본 과제의 출발점임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961733" y="6202611"/>
            <a:ext cx="3172867" cy="782389"/>
          </a:xfrm>
          <a:prstGeom prst="rect">
            <a:avLst/>
          </a:prstGeom>
          <a:solidFill>
            <a:srgbClr val="2628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164884" y="6392515"/>
            <a:ext cx="2821897" cy="20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내적 정합성: 단절 (No Bundle)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164884" y="6634956"/>
            <a:ext cx="282189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2A551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5개 연계 중 4개 단절(✗) · 1개 부분 연계(△)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58701" y="7308949"/>
            <a:ext cx="62323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자료: 25년도 개인평가 계획(내부), 직위별 임금 인상 운영 기준(내부), 승진심사 기준(2026.4, 내부) · 이론: 내적 적합성(internal fit), Pfeffer 1/8 법칙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848874" y="7308949"/>
            <a:ext cx="13114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9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479390"/>
              </p:ext>
            </p:extLst>
          </p:nvPr>
        </p:nvGraphicFramePr>
        <p:xfrm>
          <a:off x="558701" y="1679375"/>
          <a:ext cx="9573768" cy="426744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2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제도 간 연계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현황 진단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판정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82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평가 ↔ 보상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S~D 절대평가를 운영하나 주임·선임 44명(48%)은 평가와 무관한 자동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정액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인상</a:t>
                      </a:r>
                      <a:endParaRPr lang="en-US" sz="1200" dirty="0">
                        <a:solidFill>
                          <a:srgbClr val="3A3F45"/>
                        </a:solidFill>
                        <a:latin typeface="Paperlogy 4 Regular" pitchFamily="34" charset="0"/>
                        <a:ea typeface="Paperlogy 4 Regular" pitchFamily="34" charset="-122"/>
                        <a:cs typeface="Paperlogy 4 Regular" pitchFamily="34" charset="-120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성장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욕구가 가장 큰 주니어 층에서 수단성(Instrumentality)이 구조적으로 0. 책임·수석도 기본급 인상률 차등뿐, 변동급 미미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✗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82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평가 ↔ 육성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평가가 관리적 목적(연봉 조정)에 치우쳐 개발적(developmental)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기능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부재</a:t>
                      </a:r>
                      <a:endParaRPr lang="en-US" sz="1200" dirty="0">
                        <a:solidFill>
                          <a:srgbClr val="3A3F45"/>
                        </a:solidFill>
                        <a:latin typeface="Paperlogy 4 Regular" pitchFamily="34" charset="0"/>
                        <a:ea typeface="Paperlogy 4 Regular" pitchFamily="34" charset="-122"/>
                        <a:cs typeface="Paperlogy 4 Regular" pitchFamily="34" charset="-120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평가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결과가 교육·코칭·경력으로 이어지는 경로 없음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✗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82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육성 ↔ 경력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승진 기준(PL→PM→독자수주)·심사위원회는 존재하나 기준 도달을 돕는 육성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체계가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없음</a:t>
                      </a:r>
                      <a:endParaRPr lang="en-US" sz="1200" dirty="0">
                        <a:solidFill>
                          <a:srgbClr val="3A3F45"/>
                        </a:solidFill>
                        <a:latin typeface="Paperlogy 4 Regular" pitchFamily="34" charset="0"/>
                        <a:ea typeface="Paperlogy 4 Regular" pitchFamily="34" charset="-122"/>
                        <a:cs typeface="Paperlogy 4 Regular" pitchFamily="34" charset="-120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검증만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있고 육성은 개인 몫, 역량 기준도 추상적(행동지표 부재)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✗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82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채용 ↔ 유지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주니어 수시 채용 → 조기 이탈 →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재채용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반복</a:t>
                      </a:r>
                      <a:endParaRPr lang="en-US" sz="1200" dirty="0">
                        <a:solidFill>
                          <a:srgbClr val="3A3F45"/>
                        </a:solidFill>
                        <a:latin typeface="Paperlogy 4 Regular" pitchFamily="34" charset="0"/>
                        <a:ea typeface="Paperlogy 4 Regular" pitchFamily="34" charset="-122"/>
                        <a:cs typeface="Paperlogy 4 Regular" pitchFamily="34" charset="-120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채용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투자가 유지 제도로 회수되지 못하는 회전문 구조 (최근 2년 입사자 44%)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✗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82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훈련 ↔ 전략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"학습과 연구"를 경영철학으로 표방하고 관계사 HR아카데미까지 보유하나, 자사 컨설턴트 육성은 비공식 OJT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의존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회사의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자원이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제도로 조직화되지 않음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△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30808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전략적 HRM 진단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30808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④ VRIO 분석 (Barney, 1995) — 인적자원의 경쟁우위 평가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81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인적자원은 가치(V)와 희소성(R)을 충족하나 조직화(O)의 결핍으로 경쟁우위가 '일시적(Temporary)'에 그침 —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순이익률이 18.2%(2019)에서 3.4%(2025)로 회귀한 것이 그 실증임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7562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8906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5710089"/>
            <a:ext cx="1371600" cy="915442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44985" y="5953274"/>
            <a:ext cx="139903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8B9197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V만 충족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4985" y="6101804"/>
            <a:ext cx="1399032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5"/>
              </a:lnSpc>
              <a:buNone/>
            </a:pPr>
            <a:r>
              <a:rPr lang="en-US" sz="85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동등 경쟁</a:t>
            </a:r>
            <a:endParaRPr lang="en-US" sz="850" dirty="0"/>
          </a:p>
          <a:p>
            <a:pPr marL="0" indent="0" algn="ctr">
              <a:lnSpc>
                <a:spcPts val="1105"/>
              </a:lnSpc>
              <a:buNone/>
            </a:pPr>
            <a:r>
              <a:rPr lang="en-US" sz="85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(Parity)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006501" y="5710089"/>
            <a:ext cx="1371600" cy="915442"/>
          </a:xfrm>
          <a:prstGeom prst="rect">
            <a:avLst/>
          </a:prstGeom>
          <a:solidFill>
            <a:srgbClr val="FDF1E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992785" y="5953274"/>
            <a:ext cx="139903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A85A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V+R 충족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992785" y="6101804"/>
            <a:ext cx="1399032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5"/>
              </a:lnSpc>
              <a:buNone/>
            </a:pPr>
            <a:r>
              <a:rPr lang="en-US" sz="85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일시적 우위</a:t>
            </a:r>
            <a:endParaRPr lang="en-US" sz="850" dirty="0"/>
          </a:p>
          <a:p>
            <a:pPr marL="0" indent="0" algn="ctr">
              <a:lnSpc>
                <a:spcPts val="1105"/>
              </a:lnSpc>
              <a:buNone/>
            </a:pPr>
            <a:r>
              <a:rPr lang="en-US" sz="85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(Temporary)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454301" y="5710089"/>
            <a:ext cx="1409700" cy="915442"/>
          </a:xfrm>
          <a:prstGeom prst="rect">
            <a:avLst/>
          </a:prstGeom>
          <a:solidFill>
            <a:srgbClr val="FDF1E3"/>
          </a:solidFill>
          <a:ln w="19050">
            <a:solidFill>
              <a:srgbClr val="C039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459635" y="5953274"/>
            <a:ext cx="139903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V+R+I — 시앤피 현재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459635" y="6101804"/>
            <a:ext cx="1399032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5"/>
              </a:lnSpc>
              <a:buNone/>
            </a:pPr>
            <a:r>
              <a:rPr lang="en-US" sz="850" dirty="0">
                <a:solidFill>
                  <a:srgbClr val="C0392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일시적 우위</a:t>
            </a:r>
            <a:endParaRPr lang="en-US" sz="850" dirty="0"/>
          </a:p>
          <a:p>
            <a:pPr marL="0" indent="0" algn="ctr">
              <a:lnSpc>
                <a:spcPts val="1105"/>
              </a:lnSpc>
              <a:buNone/>
            </a:pPr>
            <a:r>
              <a:rPr lang="en-US" sz="850" dirty="0">
                <a:solidFill>
                  <a:srgbClr val="C0392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O 결핍으로 지속 실패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940201" y="5710089"/>
            <a:ext cx="1371600" cy="915442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926485" y="5953274"/>
            <a:ext cx="139903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V+R+I+O 충족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926485" y="6101804"/>
            <a:ext cx="1399032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5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지속적 경쟁우위</a:t>
            </a:r>
            <a:endParaRPr lang="en-US" sz="850" dirty="0"/>
          </a:p>
          <a:p>
            <a:pPr marL="0" indent="0" algn="ctr">
              <a:lnSpc>
                <a:spcPts val="1105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(Sustained) ← 목표</a:t>
            </a:r>
            <a:endParaRPr lang="en-US" sz="850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7019CDD-54A9-4B19-3573-D404ABE449F2}"/>
              </a:ext>
            </a:extLst>
          </p:cNvPr>
          <p:cNvGrpSpPr/>
          <p:nvPr/>
        </p:nvGrpSpPr>
        <p:grpSpPr>
          <a:xfrm>
            <a:off x="6471138" y="5710089"/>
            <a:ext cx="3661331" cy="915442"/>
            <a:chOff x="6680002" y="5710089"/>
            <a:chExt cx="3225701" cy="915442"/>
          </a:xfrm>
        </p:grpSpPr>
        <p:sp>
          <p:nvSpPr>
            <p:cNvPr id="22" name="Text 19"/>
            <p:cNvSpPr/>
            <p:nvPr/>
          </p:nvSpPr>
          <p:spPr>
            <a:xfrm>
              <a:off x="6680002" y="5710089"/>
              <a:ext cx="3225701" cy="915442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6883152" y="5824389"/>
              <a:ext cx="2875788" cy="195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40"/>
                </a:lnSpc>
                <a:buNone/>
              </a:pPr>
              <a:r>
                <a:rPr lang="en-US" sz="11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O(조직화)의 결핍이 핵심 —</a:t>
              </a:r>
              <a:endParaRPr lang="en-US" sz="11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6883152" y="6058049"/>
              <a:ext cx="2875788" cy="4531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90"/>
                </a:lnSpc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"한 가지 HR제도가 아닌 전체 </a:t>
              </a:r>
              <a:r>
                <a:rPr lang="en-US" sz="1200" dirty="0" err="1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시스템이</a:t>
              </a:r>
              <a:r>
                <a:rPr lang="en-US" sz="1200" dirty="0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중요</a:t>
              </a:r>
              <a:endParaRPr lang="en-US" sz="1200" dirty="0">
                <a:solidFill>
                  <a:srgbClr val="F2A551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endParaRPr>
            </a:p>
            <a:p>
              <a:pPr marL="0" indent="0" algn="l">
                <a:lnSpc>
                  <a:spcPts val="1190"/>
                </a:lnSpc>
                <a:spcBef>
                  <a:spcPts val="300"/>
                </a:spcBef>
                <a:buNone/>
              </a:pPr>
              <a:r>
                <a:rPr lang="en-US" sz="1200" dirty="0" err="1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HR시스템</a:t>
              </a:r>
              <a:r>
                <a:rPr lang="en-US" sz="1200" dirty="0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정비가 곧 경쟁우위 지속의 전략 과제임</a:t>
              </a:r>
              <a:endParaRPr lang="en-US" sz="1200" dirty="0"/>
            </a:p>
          </p:txBody>
        </p:sp>
      </p:grpSp>
      <p:sp>
        <p:nvSpPr>
          <p:cNvPr id="25" name="Shape 22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558701" y="7308949"/>
            <a:ext cx="57785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이론: VRIO Framework (Barney, 1995) · 모방가능성 3대 메커니즘(인과적 모호성·사회적 복잡성·경로 의존성) — 강의자료 Session 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10</a:t>
            </a:r>
            <a:endParaRPr lang="en-US" sz="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453815"/>
              </p:ext>
            </p:extLst>
          </p:nvPr>
        </p:nvGraphicFramePr>
        <p:xfrm>
          <a:off x="558701" y="1950988"/>
          <a:ext cx="9573768" cy="363215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1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64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요소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핵심 질문 (Barney, 1995 — 강의 정의)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판정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시앤피 근거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4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V 가치</a:t>
                      </a:r>
                      <a:endParaRPr lang="en-US" sz="10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인적자원이 전략 실행에 기여하고 경제적 가치를 제공하는가?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449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○</a:t>
                      </a:r>
                      <a:endParaRPr lang="en-US" sz="13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석·박사 51%(47명), 공인노무사 등 전문자격, 400여 개사 프로젝트 수행 — 수익 창출의 직접 원천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4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R 희소성</a:t>
                      </a:r>
                      <a:endParaRPr lang="en-US" sz="10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경쟁자들이 보유하지 못한 희소한 자원인가?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449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○</a:t>
                      </a:r>
                      <a:endParaRPr lang="en-US" sz="13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일터혁신 13년 연속 수행기관(4년 연속 우수사례), NCS 개발·활용 노하우, HRM+HRD+노무 Total Solution 조합은 중소 컨설팅 시장에서 희소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64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I 모방가능성</a:t>
                      </a:r>
                      <a:endParaRPr lang="en-US" sz="10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경쟁사가 동일하게 모방하거나 대체하기 어려운가?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△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경로 의존성·인과적 모호성·사회적 복잡성으로 모방은 곤란 — 단, 핵심 노하우가 개인 암묵지에 체화되어 인력 이탈과 함께 유출되기 쉬움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64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O 조직화</a:t>
                      </a:r>
                      <a:endParaRPr lang="en-US" sz="10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구조·프로세스·문화가 인적자원의 가치를 극대화하도록 정렬되어 있는가?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✗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평가·보상·육성 시스템 미정렬(p.6~7), HR 전담 조직 부재, 지식관리 부재 — "전체 시스템이 중요(Horizontal Integration)" 조건 불충족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3982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주요 이슈 분석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3982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① 이슈의 구조 — 3대 이슈가 만드는 악순환 고리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81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보상 약화(이슈1) → 인재 이탈(이슈2) → 육성 와해(이슈3) → 생산성 정체 → 보상 재원 부족의 5단계 악순환이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작동 중이며, 3대 이슈는 독립된 문제가 아니라 서로를 강화하는 하나의 시스템 실패임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7562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91C972FC-2F0C-6E54-4815-2875A24C3456}"/>
              </a:ext>
            </a:extLst>
          </p:cNvPr>
          <p:cNvGrpSpPr/>
          <p:nvPr/>
        </p:nvGrpSpPr>
        <p:grpSpPr>
          <a:xfrm>
            <a:off x="558701" y="1789063"/>
            <a:ext cx="9575899" cy="5195936"/>
            <a:chOff x="558701" y="1789063"/>
            <a:chExt cx="9575899" cy="3330625"/>
          </a:xfrm>
        </p:grpSpPr>
        <p:sp>
          <p:nvSpPr>
            <p:cNvPr id="9" name="Text 6"/>
            <p:cNvSpPr/>
            <p:nvPr/>
          </p:nvSpPr>
          <p:spPr>
            <a:xfrm>
              <a:off x="558701" y="1789063"/>
              <a:ext cx="9575899" cy="9525"/>
            </a:xfrm>
            <a:prstGeom prst="rect">
              <a:avLst/>
            </a:prstGeom>
            <a:solidFill>
              <a:srgbClr val="E3E6E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558701" y="2001738"/>
              <a:ext cx="2920901" cy="314325"/>
            </a:xfrm>
            <a:prstGeom prst="rect">
              <a:avLst/>
            </a:prstGeom>
            <a:solidFill>
              <a:srgbClr val="C039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711101" y="2077938"/>
              <a:ext cx="2668423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① 보상 경쟁력·공정성 약화</a:t>
              </a:r>
              <a:endParaRPr lang="en-US" sz="160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3474839" y="2316063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13" name="Shape 10"/>
            <p:cNvSpPr/>
            <p:nvPr/>
          </p:nvSpPr>
          <p:spPr>
            <a:xfrm>
              <a:off x="558701" y="3031927"/>
              <a:ext cx="292090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14" name="Shape 11"/>
            <p:cNvSpPr/>
            <p:nvPr/>
          </p:nvSpPr>
          <p:spPr>
            <a:xfrm>
              <a:off x="563463" y="2316063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15" name="Text 12"/>
            <p:cNvSpPr/>
            <p:nvPr/>
          </p:nvSpPr>
          <p:spPr>
            <a:xfrm>
              <a:off x="720626" y="2392263"/>
              <a:ext cx="2648992" cy="291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성과 무관 자동 인상(48%) · 변동급 ≈ 0 · 페이밴드 비공개
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잡플래닛: "근로시간 대비 임금"</a:t>
              </a:r>
              <a:endParaRPr lang="en-US" sz="12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3475539" y="2400151"/>
              <a:ext cx="414427" cy="238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C039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3885902" y="2001738"/>
              <a:ext cx="2920901" cy="314325"/>
            </a:xfrm>
            <a:prstGeom prst="rect">
              <a:avLst/>
            </a:prstGeom>
            <a:solidFill>
              <a:srgbClr val="C039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4038302" y="2077938"/>
              <a:ext cx="2668423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② 핵심인재 조기 이탈</a:t>
              </a:r>
              <a:endParaRPr lang="en-US" sz="160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6802041" y="2316063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20" name="Shape 17"/>
            <p:cNvSpPr/>
            <p:nvPr/>
          </p:nvSpPr>
          <p:spPr>
            <a:xfrm>
              <a:off x="3885902" y="3031927"/>
              <a:ext cx="292090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21" name="Shape 18"/>
            <p:cNvSpPr/>
            <p:nvPr/>
          </p:nvSpPr>
          <p:spPr>
            <a:xfrm>
              <a:off x="3890665" y="2316063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22" name="Text 19"/>
            <p:cNvSpPr/>
            <p:nvPr/>
          </p:nvSpPr>
          <p:spPr>
            <a:xfrm>
              <a:off x="4047827" y="2392263"/>
              <a:ext cx="2648992" cy="4366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연 10~20명 퇴사(증가 추세) · 고용대안 많은 전문인력부터 이탈
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근속 중앙값 2.5년</a:t>
              </a:r>
              <a:endParaRPr lang="en-US" sz="12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6802740" y="2400151"/>
              <a:ext cx="414427" cy="238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C039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7213104" y="2001738"/>
              <a:ext cx="2920901" cy="314325"/>
            </a:xfrm>
            <a:prstGeom prst="rect">
              <a:avLst/>
            </a:prstGeom>
            <a:solidFill>
              <a:srgbClr val="C039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7365504" y="2077938"/>
              <a:ext cx="2668423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③ 육성 와해 · 암묵지 유실</a:t>
              </a:r>
              <a:endParaRPr lang="en-US" sz="1600" dirty="0"/>
            </a:p>
          </p:txBody>
        </p:sp>
        <p:sp>
          <p:nvSpPr>
            <p:cNvPr id="26" name="Shape 23"/>
            <p:cNvSpPr/>
            <p:nvPr/>
          </p:nvSpPr>
          <p:spPr>
            <a:xfrm>
              <a:off x="10129242" y="2316063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27" name="Shape 24"/>
            <p:cNvSpPr/>
            <p:nvPr/>
          </p:nvSpPr>
          <p:spPr>
            <a:xfrm>
              <a:off x="7213104" y="3031927"/>
              <a:ext cx="292090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28" name="Shape 25"/>
            <p:cNvSpPr/>
            <p:nvPr/>
          </p:nvSpPr>
          <p:spPr>
            <a:xfrm>
              <a:off x="7217866" y="2316063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29" name="Text 26"/>
            <p:cNvSpPr/>
            <p:nvPr/>
          </p:nvSpPr>
          <p:spPr>
            <a:xfrm>
              <a:off x="7375029" y="2392263"/>
              <a:ext cx="2648992" cy="291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도제식 학습의 스승이 떠남 · firm-specific skills 축적 차단
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최근 2년 입사자 44%</a:t>
              </a:r>
              <a:endParaRPr lang="en-US" sz="12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8584704" y="3112889"/>
              <a:ext cx="181407" cy="238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C039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▼</a:t>
              </a:r>
              <a:endParaRPr lang="en-US" sz="280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558701" y="3427214"/>
              <a:ext cx="2920901" cy="314325"/>
            </a:xfrm>
            <a:prstGeom prst="rect">
              <a:avLst/>
            </a:prstGeom>
            <a:solidFill>
              <a:srgbClr val="8B919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32" name="Text 29"/>
            <p:cNvSpPr/>
            <p:nvPr/>
          </p:nvSpPr>
          <p:spPr>
            <a:xfrm>
              <a:off x="711101" y="3503414"/>
              <a:ext cx="2668423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⑤ 보상 재원 부족 → ①로 회귀</a:t>
              </a:r>
              <a:endParaRPr lang="en-US" sz="1600" dirty="0"/>
            </a:p>
          </p:txBody>
        </p:sp>
        <p:sp>
          <p:nvSpPr>
            <p:cNvPr id="33" name="Shape 30"/>
            <p:cNvSpPr/>
            <p:nvPr/>
          </p:nvSpPr>
          <p:spPr>
            <a:xfrm>
              <a:off x="3474839" y="3741539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34" name="Shape 31"/>
            <p:cNvSpPr/>
            <p:nvPr/>
          </p:nvSpPr>
          <p:spPr>
            <a:xfrm>
              <a:off x="558701" y="4457402"/>
              <a:ext cx="292090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35" name="Shape 32"/>
            <p:cNvSpPr/>
            <p:nvPr/>
          </p:nvSpPr>
          <p:spPr>
            <a:xfrm>
              <a:off x="563463" y="3741539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36" name="Text 33"/>
            <p:cNvSpPr/>
            <p:nvPr/>
          </p:nvSpPr>
          <p:spPr>
            <a:xfrm>
              <a:off x="720626" y="3817739"/>
              <a:ext cx="2648992" cy="291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이익이 안 남으니 보상 투자 여력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없음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ko-KR" alt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→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악순환의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완성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
영업이익 2.4억 (2025)</a:t>
              </a:r>
              <a:endParaRPr lang="en-US" sz="1200" dirty="0"/>
            </a:p>
          </p:txBody>
        </p:sp>
        <p:sp>
          <p:nvSpPr>
            <p:cNvPr id="37" name="Text 34"/>
            <p:cNvSpPr/>
            <p:nvPr/>
          </p:nvSpPr>
          <p:spPr>
            <a:xfrm>
              <a:off x="3475539" y="3825627"/>
              <a:ext cx="414427" cy="238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8B9197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←</a:t>
              </a:r>
              <a:endParaRPr lang="en-US" sz="2800" dirty="0"/>
            </a:p>
          </p:txBody>
        </p:sp>
        <p:sp>
          <p:nvSpPr>
            <p:cNvPr id="38" name="Text 35"/>
            <p:cNvSpPr/>
            <p:nvPr/>
          </p:nvSpPr>
          <p:spPr>
            <a:xfrm>
              <a:off x="3885902" y="3427214"/>
              <a:ext cx="2920901" cy="314325"/>
            </a:xfrm>
            <a:prstGeom prst="rect">
              <a:avLst/>
            </a:prstGeom>
            <a:solidFill>
              <a:srgbClr val="8B919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39" name="Text 36"/>
            <p:cNvSpPr/>
            <p:nvPr/>
          </p:nvSpPr>
          <p:spPr>
            <a:xfrm>
              <a:off x="4038302" y="3503414"/>
              <a:ext cx="2668423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④ 생산성 정체 · 수익성 하락</a:t>
              </a:r>
              <a:endParaRPr lang="en-US" sz="1600" dirty="0"/>
            </a:p>
          </p:txBody>
        </p:sp>
        <p:sp>
          <p:nvSpPr>
            <p:cNvPr id="40" name="Shape 37"/>
            <p:cNvSpPr/>
            <p:nvPr/>
          </p:nvSpPr>
          <p:spPr>
            <a:xfrm>
              <a:off x="6802041" y="3741539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41" name="Shape 38"/>
            <p:cNvSpPr/>
            <p:nvPr/>
          </p:nvSpPr>
          <p:spPr>
            <a:xfrm>
              <a:off x="3885902" y="4457402"/>
              <a:ext cx="292090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42" name="Shape 39"/>
            <p:cNvSpPr/>
            <p:nvPr/>
          </p:nvSpPr>
          <p:spPr>
            <a:xfrm>
              <a:off x="3890665" y="3741539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43" name="Text 40"/>
            <p:cNvSpPr/>
            <p:nvPr/>
          </p:nvSpPr>
          <p:spPr>
            <a:xfrm>
              <a:off x="4047827" y="3817739"/>
              <a:ext cx="2648992" cy="291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영구 주니어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조직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ko-KR" alt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→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재채용·재육성 비용 반복, 품질 변동
인당 매출 0.98억 · 영업이익률 2.6%</a:t>
              </a:r>
              <a:endParaRPr lang="en-US" sz="1200" dirty="0"/>
            </a:p>
          </p:txBody>
        </p:sp>
        <p:sp>
          <p:nvSpPr>
            <p:cNvPr id="44" name="Text 41"/>
            <p:cNvSpPr/>
            <p:nvPr/>
          </p:nvSpPr>
          <p:spPr>
            <a:xfrm>
              <a:off x="6802740" y="3825627"/>
              <a:ext cx="414427" cy="238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8B9197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←</a:t>
              </a:r>
              <a:endParaRPr lang="en-US" sz="2800" dirty="0"/>
            </a:p>
          </p:txBody>
        </p:sp>
        <p:sp>
          <p:nvSpPr>
            <p:cNvPr id="45" name="Text 42"/>
            <p:cNvSpPr/>
            <p:nvPr/>
          </p:nvSpPr>
          <p:spPr>
            <a:xfrm>
              <a:off x="7213104" y="3427214"/>
              <a:ext cx="2920901" cy="314325"/>
            </a:xfrm>
            <a:prstGeom prst="rect">
              <a:avLst/>
            </a:prstGeom>
            <a:solidFill>
              <a:srgbClr val="8B919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46" name="Text 43"/>
            <p:cNvSpPr/>
            <p:nvPr/>
          </p:nvSpPr>
          <p:spPr>
            <a:xfrm>
              <a:off x="7365504" y="3503414"/>
              <a:ext cx="2668423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(③에서 이어짐)</a:t>
              </a:r>
              <a:endParaRPr lang="en-US" sz="1600" dirty="0"/>
            </a:p>
          </p:txBody>
        </p:sp>
        <p:sp>
          <p:nvSpPr>
            <p:cNvPr id="47" name="Shape 44"/>
            <p:cNvSpPr/>
            <p:nvPr/>
          </p:nvSpPr>
          <p:spPr>
            <a:xfrm>
              <a:off x="10129242" y="3741539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48" name="Shape 45"/>
            <p:cNvSpPr/>
            <p:nvPr/>
          </p:nvSpPr>
          <p:spPr>
            <a:xfrm>
              <a:off x="7213104" y="4457402"/>
              <a:ext cx="292090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49" name="Shape 46"/>
            <p:cNvSpPr/>
            <p:nvPr/>
          </p:nvSpPr>
          <p:spPr>
            <a:xfrm>
              <a:off x="7217866" y="3741539"/>
              <a:ext cx="0" cy="7206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50" name="Text 47"/>
            <p:cNvSpPr/>
            <p:nvPr/>
          </p:nvSpPr>
          <p:spPr>
            <a:xfrm>
              <a:off x="7375029" y="3817739"/>
              <a:ext cx="2648992" cy="291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숙련 형성 전에 떠나고, 떠난 자리를 신입으로 채우는 회전문 구조가 고착됨</a:t>
              </a:r>
              <a:endParaRPr lang="en-US" sz="1200" dirty="0"/>
            </a:p>
          </p:txBody>
        </p:sp>
        <p:sp>
          <p:nvSpPr>
            <p:cNvPr id="51" name="Text 48"/>
            <p:cNvSpPr/>
            <p:nvPr/>
          </p:nvSpPr>
          <p:spPr>
            <a:xfrm>
              <a:off x="558701" y="4538365"/>
              <a:ext cx="5650557" cy="581323"/>
            </a:xfrm>
            <a:prstGeom prst="rect">
              <a:avLst/>
            </a:prstGeom>
            <a:solidFill>
              <a:srgbClr val="FDF1E3"/>
            </a:solidFill>
            <a:ln w="9525">
              <a:solidFill>
                <a:srgbClr val="F08000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52" name="Text 49"/>
            <p:cNvSpPr/>
            <p:nvPr/>
          </p:nvSpPr>
          <p:spPr>
            <a:xfrm>
              <a:off x="745927" y="4649391"/>
              <a:ext cx="5381628" cy="3592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왜 '</a:t>
              </a:r>
              <a:r>
                <a:rPr lang="en-US" sz="14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시스템</a:t>
              </a:r>
              <a:r>
                <a:rPr lang="en-US" sz="14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4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실패’인가</a:t>
              </a:r>
              <a:r>
                <a:rPr lang="en-US" sz="14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14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어느</a:t>
              </a:r>
              <a:r>
                <a:rPr lang="en-US" sz="14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한 고리(예: 연봉 인상)만 손대면 재원 부족으로 지속 불가능함. 고리 전체를 끊으려면 평가·보상·육성을 동시에 정렬하는 시스템 개입이 필요함</a:t>
              </a:r>
              <a:endParaRPr lang="en-US" sz="1400" dirty="0"/>
            </a:p>
          </p:txBody>
        </p:sp>
        <p:sp>
          <p:nvSpPr>
            <p:cNvPr id="53" name="Text 50"/>
            <p:cNvSpPr/>
            <p:nvPr/>
          </p:nvSpPr>
          <p:spPr>
            <a:xfrm>
              <a:off x="6361658" y="4538365"/>
              <a:ext cx="3772942" cy="581323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54" name="Text 51"/>
            <p:cNvSpPr/>
            <p:nvPr/>
          </p:nvSpPr>
          <p:spPr>
            <a:xfrm>
              <a:off x="6396484" y="4583460"/>
              <a:ext cx="3732758" cy="4252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개입</a:t>
              </a:r>
              <a:r>
                <a:rPr lang="en-US" sz="1400" dirty="0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400" dirty="0" err="1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지점</a:t>
              </a:r>
              <a:endPara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endParaRPr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가장 통제 가능한 고리는 ①(보상)과 ③(육성)이며, 그 전제는 </a:t>
              </a:r>
              <a:r>
                <a:rPr lang="en-US" sz="1400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평가의</a:t>
              </a:r>
              <a:r>
                <a:rPr lang="en-US" sz="14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400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재설계임</a:t>
              </a:r>
              <a:endParaRPr lang="en-US" sz="1400" dirty="0"/>
            </a:p>
          </p:txBody>
        </p:sp>
        <p:sp>
          <p:nvSpPr>
            <p:cNvPr id="107" name="Text 27">
              <a:extLst>
                <a:ext uri="{FF2B5EF4-FFF2-40B4-BE49-F238E27FC236}">
                  <a16:creationId xmlns:a16="http://schemas.microsoft.com/office/drawing/2014/main" id="{B9DDA3F0-E293-140C-E0BA-6C9385EC3002}"/>
                </a:ext>
              </a:extLst>
            </p:cNvPr>
            <p:cNvSpPr/>
            <p:nvPr/>
          </p:nvSpPr>
          <p:spPr>
            <a:xfrm rot="10800000">
              <a:off x="1928447" y="3112889"/>
              <a:ext cx="181407" cy="238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C039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▼</a:t>
              </a:r>
              <a:endParaRPr lang="en-US" sz="2800" dirty="0"/>
            </a:p>
          </p:txBody>
        </p:sp>
      </p:grpSp>
      <p:sp>
        <p:nvSpPr>
          <p:cNvPr id="55" name="Shape 52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3"/>
          <p:cNvSpPr/>
          <p:nvPr/>
        </p:nvSpPr>
        <p:spPr>
          <a:xfrm>
            <a:off x="558701" y="7308949"/>
            <a:ext cx="38106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자료: 인원현황(2025.1), 손익계산서(2025), 잡플래닛(2026.6), 내부 확인(연간 퇴사자 수)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3974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주요 이슈 분석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3974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② 데이터 대시보드 — 악순환이 남긴 재무적 흔적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매출은 89.8억까지 성장했으나 영업이익률은 2.6%까지 하락함 — 인당 매출 정체(0.98억)와 급여 비중 상승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(56.1%)이 동시에 진행되어, 사람을 갈아 넣어 성장하는 구조의 한계가 숫자로 확인됨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700510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58701" y="1802011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58701" y="1989236"/>
            <a:ext cx="48058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A3F4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매출액 추이 (억 원, 2019–2025) — 성장 지속, 단 2025년 +4.5%로 둔화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22702" y="1989236"/>
            <a:ext cx="48058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A3F4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영업이익률 추이 (%, 2019–2025) — 18.1%에서 2.6%로 하락</a:t>
            </a:r>
            <a:endParaRPr lang="en-US" sz="1200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A5F084D-9750-C75D-726A-1674F2B64C60}"/>
              </a:ext>
            </a:extLst>
          </p:cNvPr>
          <p:cNvGrpSpPr/>
          <p:nvPr/>
        </p:nvGrpSpPr>
        <p:grpSpPr>
          <a:xfrm>
            <a:off x="558701" y="5641926"/>
            <a:ext cx="9633305" cy="1343074"/>
            <a:chOff x="558701" y="5427613"/>
            <a:chExt cx="9633305" cy="962174"/>
          </a:xfrm>
        </p:grpSpPr>
        <p:sp>
          <p:nvSpPr>
            <p:cNvPr id="12" name="Text 9"/>
            <p:cNvSpPr/>
            <p:nvPr/>
          </p:nvSpPr>
          <p:spPr>
            <a:xfrm>
              <a:off x="558701" y="5427613"/>
              <a:ext cx="3073598" cy="962174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0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558701" y="5441900"/>
              <a:ext cx="3073598" cy="0"/>
            </a:xfrm>
            <a:prstGeom prst="line">
              <a:avLst/>
            </a:prstGeom>
            <a:noFill/>
            <a:ln w="28575">
              <a:solidFill>
                <a:srgbClr val="F08000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4" name="Text 11"/>
            <p:cNvSpPr/>
            <p:nvPr/>
          </p:nvSpPr>
          <p:spPr>
            <a:xfrm>
              <a:off x="761851" y="5595788"/>
              <a:ext cx="2927857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F08000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0.98억 원</a:t>
              </a:r>
              <a:endParaRPr lang="en-US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761851" y="5941814"/>
              <a:ext cx="2927857" cy="3083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15"/>
                </a:lnSpc>
                <a:spcBef>
                  <a:spcPts val="400"/>
                </a:spcBef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인당 매출 (2025, 92명) → 컨설팅업 기준 낮은 수준, 주니어 편중 구조의 결과</a:t>
              </a:r>
              <a:endParaRPr lang="en-US" sz="11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3810000" y="5427613"/>
              <a:ext cx="3073450" cy="962174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000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3810000" y="5441900"/>
              <a:ext cx="3073450" cy="0"/>
            </a:xfrm>
            <a:prstGeom prst="line">
              <a:avLst/>
            </a:prstGeom>
            <a:noFill/>
            <a:ln w="28575">
              <a:solidFill>
                <a:srgbClr val="F08000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8" name="Text 15"/>
            <p:cNvSpPr/>
            <p:nvPr/>
          </p:nvSpPr>
          <p:spPr>
            <a:xfrm>
              <a:off x="4013150" y="5595788"/>
              <a:ext cx="2927705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C0392B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56.1%</a:t>
              </a:r>
              <a:endParaRPr lang="en-US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4013150" y="5941814"/>
              <a:ext cx="2927705" cy="3083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15"/>
                </a:lnSpc>
                <a:spcBef>
                  <a:spcPts val="400"/>
                </a:spcBef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매출 대비 급여 </a:t>
              </a: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비중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→ 급여 증가율(10.5%)이 매출 증가율(8.4%)을 상회 (2020→2025 CAGR)</a:t>
              </a:r>
              <a:endParaRPr lang="en-US" sz="11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7061150" y="5427613"/>
              <a:ext cx="3073450" cy="962174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000" dirty="0"/>
            </a:p>
          </p:txBody>
        </p:sp>
        <p:sp>
          <p:nvSpPr>
            <p:cNvPr id="21" name="Shape 18"/>
            <p:cNvSpPr/>
            <p:nvPr/>
          </p:nvSpPr>
          <p:spPr>
            <a:xfrm>
              <a:off x="7061150" y="5441900"/>
              <a:ext cx="3073450" cy="0"/>
            </a:xfrm>
            <a:prstGeom prst="line">
              <a:avLst/>
            </a:prstGeom>
            <a:noFill/>
            <a:ln w="28575">
              <a:solidFill>
                <a:srgbClr val="F08000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2" name="Text 19"/>
            <p:cNvSpPr/>
            <p:nvPr/>
          </p:nvSpPr>
          <p:spPr>
            <a:xfrm>
              <a:off x="7264301" y="5595788"/>
              <a:ext cx="2927705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C0392B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69만 원</a:t>
              </a:r>
              <a:endParaRPr lang="en-US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7264301" y="5941814"/>
              <a:ext cx="2927705" cy="3083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15"/>
                </a:lnSpc>
                <a:spcBef>
                  <a:spcPts val="400"/>
                </a:spcBef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1인당 연간 교육훈련비 (총 6,325만 원 = 매출의 0.07%) → "학습과 연구" 철학과의 괴리</a:t>
              </a:r>
              <a:endParaRPr lang="en-US" sz="1100" dirty="0"/>
            </a:p>
          </p:txBody>
        </p:sp>
      </p:grpSp>
      <p:sp>
        <p:nvSpPr>
          <p:cNvPr id="24" name="Shape 21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558701" y="7308949"/>
            <a:ext cx="46678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자료: 시앤피컨설팅 손익계산서 2012–2024(내부), 2025년 손익계산서(표준재무제표증명), 인원현황(2025.1)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13</a:t>
            </a:r>
            <a:endParaRPr lang="en-US" sz="800" dirty="0"/>
          </a:p>
        </p:txBody>
      </p:sp>
      <p:graphicFrame>
        <p:nvGraphicFramePr>
          <p:cNvPr id="27" name="Chart 0"/>
          <p:cNvGraphicFramePr/>
          <p:nvPr>
            <p:extLst>
              <p:ext uri="{D42A27DB-BD31-4B8C-83A1-F6EECF244321}">
                <p14:modId xmlns:p14="http://schemas.microsoft.com/office/powerpoint/2010/main" val="147504925"/>
              </p:ext>
            </p:extLst>
          </p:nvPr>
        </p:nvGraphicFramePr>
        <p:xfrm>
          <a:off x="558701" y="2227361"/>
          <a:ext cx="4711601" cy="3022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8" name="Chart 1"/>
          <p:cNvGraphicFramePr/>
          <p:nvPr>
            <p:extLst>
              <p:ext uri="{D42A27DB-BD31-4B8C-83A1-F6EECF244321}">
                <p14:modId xmlns:p14="http://schemas.microsoft.com/office/powerpoint/2010/main" val="503690225"/>
              </p:ext>
            </p:extLst>
          </p:nvPr>
        </p:nvGraphicFramePr>
        <p:xfrm>
          <a:off x="5422702" y="2227361"/>
          <a:ext cx="4711601" cy="3022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2219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주요 이슈 분석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2219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③ 이슈 1 — 성과평가·보상: 동기의 사슬 단절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평가 제도(S~D 절대평가·1on1 면담)는 존재하나 출구가 막혀 있음 — 주임·선임 44명(48%)은 평가와 무관한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정액 인상, 책임·수석도 인상률 차등뿐이어서 '성과 → 보상'의 고리(Instrumentality)가 끊어짐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6074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87575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1949500"/>
            <a:ext cx="50001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현행 직위별 임금 인상 구조 (내부 운영 기준)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58701" y="6326386"/>
            <a:ext cx="4902101" cy="665262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77751" y="6326386"/>
            <a:ext cx="0" cy="665262"/>
          </a:xfrm>
          <a:prstGeom prst="line">
            <a:avLst/>
          </a:prstGeom>
          <a:noFill/>
          <a:ln w="38100">
            <a:solidFill>
              <a:srgbClr val="F08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49201" y="6415237"/>
            <a:ext cx="46503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i="1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"임금이 높게 올라가기는 하는데, 근로시간 대비로는 그렇게 높지는 않음… 바쁠 때는 밤새고 출장 가는 게 부지기수"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49201" y="6760518"/>
            <a:ext cx="465038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— 잡플래닛 현직자 (2026.4)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816352" y="1949500"/>
            <a:ext cx="44043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기대이론(Vroom, 1964)으로 본 동기 사슬의 단절 지점</a:t>
            </a:r>
            <a:endParaRPr lang="en-US" sz="1100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FBA7B5EA-B0B7-25D8-D141-AABFA199BE24}"/>
              </a:ext>
            </a:extLst>
          </p:cNvPr>
          <p:cNvGrpSpPr/>
          <p:nvPr/>
        </p:nvGrpSpPr>
        <p:grpSpPr>
          <a:xfrm>
            <a:off x="5802128" y="2187625"/>
            <a:ext cx="4405836" cy="4797375"/>
            <a:chOff x="5802128" y="2187625"/>
            <a:chExt cx="4405836" cy="3213645"/>
          </a:xfrm>
        </p:grpSpPr>
        <p:sp>
          <p:nvSpPr>
            <p:cNvPr id="16" name="Text 13"/>
            <p:cNvSpPr/>
            <p:nvPr/>
          </p:nvSpPr>
          <p:spPr>
            <a:xfrm>
              <a:off x="5816352" y="2187625"/>
              <a:ext cx="1422350" cy="314325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5802128" y="2263825"/>
              <a:ext cx="1450797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노력 Effort</a:t>
              </a:r>
              <a:endParaRPr lang="en-US" sz="105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7391102" y="2199233"/>
              <a:ext cx="2798064" cy="291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1E8449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E: Expectancy 작동 ○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역량 </a:t>
              </a:r>
              <a:r>
                <a:rPr lang="en-US" sz="1200" dirty="0" err="1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높은</a:t>
              </a:r>
              <a:r>
                <a:rPr lang="en-US" sz="1200" dirty="0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인력</a:t>
              </a:r>
              <a:r>
                <a:rPr lang="en-US" sz="1200" dirty="0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노력하면</a:t>
              </a:r>
              <a:r>
                <a:rPr lang="en-US" sz="1200" dirty="0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성과 가능</a:t>
              </a:r>
              <a:endParaRPr lang="en-US" sz="12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6451253" y="2527250"/>
              <a:ext cx="3756711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1E8449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↓</a:t>
              </a:r>
              <a:endParaRPr lang="en-US" sz="11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5816352" y="2743051"/>
              <a:ext cx="1422350" cy="314325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5802128" y="2819251"/>
              <a:ext cx="1450797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성과 Performance</a:t>
              </a:r>
              <a:endParaRPr lang="en-US" sz="105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7391102" y="2754660"/>
              <a:ext cx="2798064" cy="291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I: Instrumentality 단절 ✗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구성원 48% 평가-보상 무관 · 변동급 ≈ 0 </a:t>
              </a:r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"잘해도 똑같다"</a:t>
              </a:r>
              <a:endParaRPr lang="en-US" sz="12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6451253" y="3082677"/>
              <a:ext cx="3756711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C039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↓ ✗</a:t>
              </a:r>
              <a:endParaRPr lang="en-US" sz="11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5816352" y="3298478"/>
              <a:ext cx="1422350" cy="436662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5802128" y="3374678"/>
              <a:ext cx="1450797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보상 Outcome</a:t>
              </a:r>
              <a:endParaRPr lang="en-US" sz="105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7391102" y="3298478"/>
              <a:ext cx="2798064" cy="4366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V: Valence 약화 ✗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초임 3,400만 시장 대비 낮은 수준 · 페이밴드 비공개(정보공정성 결손)</a:t>
              </a:r>
              <a:endParaRPr lang="en-US" sz="12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6451253" y="3760440"/>
              <a:ext cx="3756711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C039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↓ ✗</a:t>
              </a:r>
              <a:endParaRPr lang="en-US" sz="1100" dirty="0"/>
            </a:p>
          </p:txBody>
        </p:sp>
        <p:sp>
          <p:nvSpPr>
            <p:cNvPr id="28" name="Text 25"/>
            <p:cNvSpPr/>
            <p:nvPr/>
          </p:nvSpPr>
          <p:spPr>
            <a:xfrm>
              <a:off x="5816352" y="3976241"/>
              <a:ext cx="1422350" cy="314325"/>
            </a:xfrm>
            <a:prstGeom prst="rect">
              <a:avLst/>
            </a:prstGeom>
            <a:solidFill>
              <a:srgbClr val="8B919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9" name="Text 26"/>
            <p:cNvSpPr/>
            <p:nvPr/>
          </p:nvSpPr>
          <p:spPr>
            <a:xfrm>
              <a:off x="5802128" y="4052441"/>
              <a:ext cx="1450797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목표 Goal</a:t>
              </a:r>
              <a:endParaRPr lang="en-US" sz="105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7391102" y="4060627"/>
              <a:ext cx="2798064" cy="145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동기 형성 실패 → </a:t>
              </a:r>
            </a:p>
            <a:p>
              <a:pPr marL="0" indent="0" algn="l">
                <a:buNone/>
              </a:pPr>
              <a:r>
                <a:rPr lang="en-US" sz="1200" dirty="0" err="1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이탈</a:t>
              </a:r>
              <a:r>
                <a:rPr lang="en-US" sz="1200" dirty="0">
                  <a:solidFill>
                    <a:srgbClr val="0000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또는 최소 노력 균형으로 수렴</a:t>
              </a:r>
              <a:endParaRPr lang="en-US" sz="120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5816352" y="4404866"/>
              <a:ext cx="4317950" cy="996404"/>
            </a:xfrm>
            <a:prstGeom prst="rect">
              <a:avLst/>
            </a:prstGeom>
            <a:solidFill>
              <a:srgbClr val="FDF1E3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2" name="Text 29"/>
            <p:cNvSpPr/>
            <p:nvPr/>
          </p:nvSpPr>
          <p:spPr>
            <a:xfrm>
              <a:off x="5968752" y="4506367"/>
              <a:ext cx="4093413" cy="4531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300"/>
                </a:spcAft>
                <a:buNone/>
              </a:pP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평가 5대 기준 진단(Session 7) — 전략적 적합성 ✗(KPI가 당해 영업익 20~40% 중심, 역량 10~20%) · 신뢰성 ✗(본부별 자체 운영, 본부 간 편차 통제 불가) · 구체성 △(역량 행동지표 부재)</a:t>
              </a:r>
              <a:endParaRPr lang="en-US" sz="120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5968752" y="4997648"/>
              <a:ext cx="4093413" cy="3021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강점(레버리지) — 1on1 면담·평가자 체크리스트 등 운영 인프라는 일부 본부에 이미 정비됨 → 전사 확산이 빠른 개선 경로임</a:t>
              </a:r>
              <a:endParaRPr lang="en-US" sz="1200" dirty="0"/>
            </a:p>
          </p:txBody>
        </p:sp>
      </p:grpSp>
      <p:sp>
        <p:nvSpPr>
          <p:cNvPr id="34" name="Shape 31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558701" y="7308949"/>
            <a:ext cx="60644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자료: 25년도 컨설팅센터 개인평가 계획(내부), 직위별 임금 운영 기준(내부) · 이론: 기대이론(Vroom), 형평이론(Adams), 성과평가 5대 기준(Noe)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14</a:t>
            </a:r>
            <a:endParaRPr lang="en-US" sz="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751747"/>
              </p:ext>
            </p:extLst>
          </p:nvPr>
        </p:nvGraphicFramePr>
        <p:xfrm>
          <a:off x="558701" y="2187624"/>
          <a:ext cx="4787999" cy="3941862"/>
        </p:xfrm>
        <a:graphic>
          <a:graphicData uri="http://schemas.openxmlformats.org/drawingml/2006/table">
            <a:tbl>
              <a:tblPr/>
              <a:tblGrid>
                <a:gridCol w="1012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3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2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6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직위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기본급 인상 방식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평가 연동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주임 (16명)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연 200만 원 정액 인상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없음 — 성과 무관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선임 (28명)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연 300만 원 정액 인상 (최대 집단)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없음 — 성과 무관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책임 (17명)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평가 등급(S~D)별 % + 물가상승률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9A441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인상률만 연동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수석 (18명)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평가 등급(S~D)별 % + 물가상승률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9A441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인상률만 연동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6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전 직위 공통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페이밴드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존재하나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비공개</a:t>
                      </a:r>
                      <a:endParaRPr lang="en-US" sz="1200" dirty="0">
                        <a:solidFill>
                          <a:srgbClr val="3A3F45"/>
                        </a:solidFill>
                        <a:latin typeface="Paperlogy 4 Regular" pitchFamily="34" charset="0"/>
                        <a:ea typeface="Paperlogy 4 Regular" pitchFamily="34" charset="-122"/>
                        <a:cs typeface="Paperlogy 4 Regular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변동급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(인센티브) </a:t>
                      </a:r>
                      <a:r>
                        <a:rPr lang="ko-KR" alt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미미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정보공정성 결손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4654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주요 이슈 분석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4654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④ 이슈 2 — 인재 확보·유지: 역기능적 이직의 반복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연간 10~20명이 퇴사(이직률 약 11~22%, 최근 증가 추세)하고 근속 중앙값이 2.5년에 불과함 —</a:t>
            </a:r>
            <a:endParaRPr lang="en-US" sz="1550" dirty="0"/>
          </a:p>
          <a:p>
            <a:pPr marL="0" indent="0" algn="l"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떠나는 사람이 곧 차별화 역량인 '역기능적 이직(Dysfunctional Turnover)'이 구조화되어 있음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6148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87649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A506BC49-38B7-A395-5016-84A8D600F071}"/>
              </a:ext>
            </a:extLst>
          </p:cNvPr>
          <p:cNvGrpSpPr/>
          <p:nvPr/>
        </p:nvGrpSpPr>
        <p:grpSpPr>
          <a:xfrm>
            <a:off x="542291" y="1962224"/>
            <a:ext cx="9783827" cy="5022776"/>
            <a:chOff x="542291" y="1962224"/>
            <a:chExt cx="9783827" cy="3319165"/>
          </a:xfrm>
        </p:grpSpPr>
        <p:sp>
          <p:nvSpPr>
            <p:cNvPr id="10" name="Text 7"/>
            <p:cNvSpPr/>
            <p:nvPr/>
          </p:nvSpPr>
          <p:spPr>
            <a:xfrm>
              <a:off x="558701" y="1962224"/>
              <a:ext cx="2279749" cy="797719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558701" y="1976511"/>
              <a:ext cx="2279749" cy="0"/>
            </a:xfrm>
            <a:prstGeom prst="line">
              <a:avLst/>
            </a:prstGeom>
            <a:noFill/>
            <a:ln w="28575">
              <a:solidFill>
                <a:srgbClr val="C0392B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12" name="Text 9"/>
            <p:cNvSpPr/>
            <p:nvPr/>
          </p:nvSpPr>
          <p:spPr>
            <a:xfrm>
              <a:off x="723751" y="2092300"/>
              <a:ext cx="2156993" cy="247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0392B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10~20명/년</a:t>
              </a:r>
              <a:endParaRPr lang="en-US" sz="16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723751" y="2378050"/>
              <a:ext cx="2156993" cy="280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연간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퇴사자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→ 92명 조직에서 이직률 약 11~22%, 국내 평균(10%) 상회</a:t>
              </a:r>
              <a:endParaRPr lang="en-US" sz="12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2990850" y="1962224"/>
              <a:ext cx="2279600" cy="797719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2990850" y="1976511"/>
              <a:ext cx="2279600" cy="0"/>
            </a:xfrm>
            <a:prstGeom prst="line">
              <a:avLst/>
            </a:prstGeom>
            <a:noFill/>
            <a:ln w="28575">
              <a:solidFill>
                <a:srgbClr val="C0392B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16" name="Text 13"/>
            <p:cNvSpPr/>
            <p:nvPr/>
          </p:nvSpPr>
          <p:spPr>
            <a:xfrm>
              <a:off x="3155900" y="2092300"/>
              <a:ext cx="2156841" cy="247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0392B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2.5년</a:t>
              </a:r>
              <a:endParaRPr lang="en-US" sz="16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3155900" y="2378050"/>
              <a:ext cx="2156841" cy="280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근속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중앙값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→ 3년 미만 재직자 57% (입사일 기재 61명 기준)</a:t>
              </a:r>
              <a:endParaRPr lang="en-US" sz="12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5422850" y="1962224"/>
              <a:ext cx="2279749" cy="797719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5422850" y="1976511"/>
              <a:ext cx="2279749" cy="0"/>
            </a:xfrm>
            <a:prstGeom prst="line">
              <a:avLst/>
            </a:prstGeom>
            <a:noFill/>
            <a:ln w="28575">
              <a:solidFill>
                <a:srgbClr val="C0392B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20" name="Text 17"/>
            <p:cNvSpPr/>
            <p:nvPr/>
          </p:nvSpPr>
          <p:spPr>
            <a:xfrm>
              <a:off x="5587901" y="2092300"/>
              <a:ext cx="2156993" cy="247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0392B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44%</a:t>
              </a:r>
              <a:endParaRPr lang="en-US" sz="16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5587901" y="2378050"/>
              <a:ext cx="2156993" cy="280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최근 2년 내 입사자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비중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→ 연 10명+ 채용해야 현원 유지되는 회전문</a:t>
              </a:r>
              <a:endParaRPr lang="en-US" sz="12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7855000" y="1962224"/>
              <a:ext cx="2279600" cy="797719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23" name="Shape 20"/>
            <p:cNvSpPr/>
            <p:nvPr/>
          </p:nvSpPr>
          <p:spPr>
            <a:xfrm>
              <a:off x="7855000" y="1976511"/>
              <a:ext cx="2279600" cy="0"/>
            </a:xfrm>
            <a:prstGeom prst="line">
              <a:avLst/>
            </a:prstGeom>
            <a:noFill/>
            <a:ln w="28575">
              <a:solidFill>
                <a:srgbClr val="C0392B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24" name="Text 21"/>
            <p:cNvSpPr/>
            <p:nvPr/>
          </p:nvSpPr>
          <p:spPr>
            <a:xfrm>
              <a:off x="8020050" y="2092300"/>
              <a:ext cx="2156841" cy="247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0392B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40%</a:t>
              </a:r>
              <a:endParaRPr lang="en-US" sz="16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8020050" y="2378050"/>
              <a:ext cx="2156841" cy="280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1990년대생 비중(37명) → 성장 욕구 최대 연령대가 조직의 중심</a:t>
              </a:r>
              <a:endParaRPr lang="en-US" sz="12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558701" y="2924993"/>
              <a:ext cx="9767417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700"/>
                </a:spcAft>
                <a:buNone/>
              </a:pPr>
              <a:r>
                <a:rPr lang="en-US" sz="12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이직(유지) </a:t>
              </a:r>
              <a:r>
                <a:rPr lang="en-US" sz="1200" dirty="0" err="1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의사결정</a:t>
              </a:r>
              <a:r>
                <a:rPr lang="en-US" sz="12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 </a:t>
              </a:r>
              <a:r>
                <a:rPr lang="en-US" sz="1200" dirty="0" err="1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모델로</a:t>
              </a:r>
              <a:r>
                <a:rPr lang="en-US" sz="12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 본 시앤피 — 사슬의 모든 단계가 약화됨</a:t>
              </a:r>
              <a:endParaRPr lang="en-US" sz="12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558701" y="3175768"/>
              <a:ext cx="1640979" cy="304800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28" name="Text 25"/>
            <p:cNvSpPr/>
            <p:nvPr/>
          </p:nvSpPr>
          <p:spPr>
            <a:xfrm>
              <a:off x="542291" y="3213570"/>
              <a:ext cx="1673798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직원의 기대 Expectation</a:t>
              </a:r>
              <a:endParaRPr lang="en-US" sz="1200" dirty="0"/>
            </a:p>
          </p:txBody>
        </p:sp>
        <p:sp>
          <p:nvSpPr>
            <p:cNvPr id="29" name="Shape 26"/>
            <p:cNvSpPr/>
            <p:nvPr/>
          </p:nvSpPr>
          <p:spPr>
            <a:xfrm>
              <a:off x="2194917" y="3480568"/>
              <a:ext cx="0" cy="8730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0" name="Shape 27"/>
            <p:cNvSpPr/>
            <p:nvPr/>
          </p:nvSpPr>
          <p:spPr>
            <a:xfrm>
              <a:off x="558701" y="4348832"/>
              <a:ext cx="1640979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1" name="Shape 28"/>
            <p:cNvSpPr/>
            <p:nvPr/>
          </p:nvSpPr>
          <p:spPr>
            <a:xfrm>
              <a:off x="563463" y="3480568"/>
              <a:ext cx="0" cy="8730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2" name="Text 29"/>
            <p:cNvSpPr/>
            <p:nvPr/>
          </p:nvSpPr>
          <p:spPr>
            <a:xfrm>
              <a:off x="682527" y="3556768"/>
              <a:ext cx="1421388" cy="4366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보상·성장에 대한 기대
</a:t>
              </a:r>
              <a:r>
                <a:rPr lang="en-US" sz="1200" dirty="0" err="1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미충족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→ </a:t>
              </a:r>
              <a:r>
                <a:rPr lang="en-US" sz="1200" dirty="0" err="1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평가·보상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단절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, </a:t>
              </a:r>
              <a:r>
                <a:rPr lang="en-US" sz="1200" dirty="0" err="1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성장경로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불투명</a:t>
              </a:r>
              <a:endParaRPr lang="en-US" sz="120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2196873" y="3655144"/>
              <a:ext cx="286304" cy="2190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B9197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→</a:t>
              </a:r>
              <a:endParaRPr lang="en-US" sz="1200" dirty="0"/>
            </a:p>
          </p:txBody>
        </p:sp>
        <p:sp>
          <p:nvSpPr>
            <p:cNvPr id="34" name="Text 31"/>
            <p:cNvSpPr/>
            <p:nvPr/>
          </p:nvSpPr>
          <p:spPr>
            <a:xfrm>
              <a:off x="2480370" y="3175768"/>
              <a:ext cx="1641128" cy="304800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2463958" y="3213570"/>
              <a:ext cx="16739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 err="1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사기</a:t>
              </a:r>
              <a:r>
                <a:rPr lang="en-US" sz="12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 </a:t>
              </a: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Morale</a:t>
              </a:r>
              <a:endParaRPr lang="en-US" sz="1200" dirty="0"/>
            </a:p>
          </p:txBody>
        </p:sp>
        <p:sp>
          <p:nvSpPr>
            <p:cNvPr id="36" name="Shape 33"/>
            <p:cNvSpPr/>
            <p:nvPr/>
          </p:nvSpPr>
          <p:spPr>
            <a:xfrm>
              <a:off x="4116735" y="3480568"/>
              <a:ext cx="0" cy="8730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7" name="Shape 34"/>
            <p:cNvSpPr/>
            <p:nvPr/>
          </p:nvSpPr>
          <p:spPr>
            <a:xfrm>
              <a:off x="2480370" y="4348832"/>
              <a:ext cx="1641128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8" name="Shape 35"/>
            <p:cNvSpPr/>
            <p:nvPr/>
          </p:nvSpPr>
          <p:spPr>
            <a:xfrm>
              <a:off x="2485132" y="3480568"/>
              <a:ext cx="0" cy="8730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9" name="Text 36"/>
            <p:cNvSpPr/>
            <p:nvPr/>
          </p:nvSpPr>
          <p:spPr>
            <a:xfrm>
              <a:off x="2604195" y="3556768"/>
              <a:ext cx="1421540" cy="4366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기대 충족 여부가 사기 결정
</a:t>
              </a:r>
              <a:r>
                <a:rPr lang="en-US" sz="1200" dirty="0" err="1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저하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→ 잡플래닛 3.0, "갈려나간다"</a:t>
              </a:r>
              <a:endParaRPr lang="en-US" sz="1200" dirty="0"/>
            </a:p>
          </p:txBody>
        </p:sp>
        <p:sp>
          <p:nvSpPr>
            <p:cNvPr id="40" name="Text 37"/>
            <p:cNvSpPr/>
            <p:nvPr/>
          </p:nvSpPr>
          <p:spPr>
            <a:xfrm>
              <a:off x="4118690" y="3655144"/>
              <a:ext cx="286304" cy="2190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B9197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→</a:t>
              </a:r>
              <a:endParaRPr lang="en-US" sz="1200" dirty="0"/>
            </a:p>
          </p:txBody>
        </p:sp>
        <p:sp>
          <p:nvSpPr>
            <p:cNvPr id="41" name="Text 38"/>
            <p:cNvSpPr/>
            <p:nvPr/>
          </p:nvSpPr>
          <p:spPr>
            <a:xfrm>
              <a:off x="4402187" y="3175768"/>
              <a:ext cx="1641128" cy="304800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42" name="Text 39"/>
            <p:cNvSpPr/>
            <p:nvPr/>
          </p:nvSpPr>
          <p:spPr>
            <a:xfrm>
              <a:off x="4385776" y="3213570"/>
              <a:ext cx="16739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잔류 </a:t>
              </a:r>
              <a:r>
                <a:rPr lang="en-US" sz="1200" dirty="0" err="1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의도</a:t>
              </a:r>
              <a:r>
                <a:rPr lang="en-US" sz="12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 </a:t>
              </a: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Intention to Stay</a:t>
              </a:r>
              <a:endParaRPr lang="en-US" sz="1200" dirty="0"/>
            </a:p>
          </p:txBody>
        </p:sp>
        <p:sp>
          <p:nvSpPr>
            <p:cNvPr id="43" name="Shape 40"/>
            <p:cNvSpPr/>
            <p:nvPr/>
          </p:nvSpPr>
          <p:spPr>
            <a:xfrm>
              <a:off x="6038552" y="3480568"/>
              <a:ext cx="0" cy="8730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44" name="Shape 41"/>
            <p:cNvSpPr/>
            <p:nvPr/>
          </p:nvSpPr>
          <p:spPr>
            <a:xfrm>
              <a:off x="4402187" y="4348832"/>
              <a:ext cx="1641128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45" name="Shape 42"/>
            <p:cNvSpPr/>
            <p:nvPr/>
          </p:nvSpPr>
          <p:spPr>
            <a:xfrm>
              <a:off x="4406950" y="3480568"/>
              <a:ext cx="0" cy="8730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46" name="Text 43"/>
            <p:cNvSpPr/>
            <p:nvPr/>
          </p:nvSpPr>
          <p:spPr>
            <a:xfrm>
              <a:off x="4526012" y="3556768"/>
              <a:ext cx="1421540" cy="291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머물 이유의 총합
</a:t>
              </a:r>
              <a:r>
                <a:rPr lang="ko-KR" alt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</a:rPr>
                <a:t>잔류의지 </a:t>
              </a:r>
              <a:r>
                <a:rPr lang="en-US" sz="1200" dirty="0" err="1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</a:rPr>
                <a:t>약화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</a:rPr>
                <a:t> 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→ </a:t>
              </a:r>
              <a:r>
                <a:rPr lang="en-US" sz="1200" dirty="0" err="1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근속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2.5년이 결과</a:t>
              </a:r>
              <a:endParaRPr lang="en-US" sz="1200" dirty="0"/>
            </a:p>
          </p:txBody>
        </p:sp>
        <p:sp>
          <p:nvSpPr>
            <p:cNvPr id="47" name="Text 44"/>
            <p:cNvSpPr/>
            <p:nvPr/>
          </p:nvSpPr>
          <p:spPr>
            <a:xfrm>
              <a:off x="6040508" y="3655144"/>
              <a:ext cx="286304" cy="2190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B9197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→</a:t>
              </a:r>
              <a:endParaRPr lang="en-US" sz="1200" dirty="0"/>
            </a:p>
          </p:txBody>
        </p:sp>
        <p:sp>
          <p:nvSpPr>
            <p:cNvPr id="48" name="Text 45"/>
            <p:cNvSpPr/>
            <p:nvPr/>
          </p:nvSpPr>
          <p:spPr>
            <a:xfrm>
              <a:off x="6324005" y="3175768"/>
              <a:ext cx="1641128" cy="304800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49" name="Text 46"/>
            <p:cNvSpPr/>
            <p:nvPr/>
          </p:nvSpPr>
          <p:spPr>
            <a:xfrm>
              <a:off x="6307593" y="3213570"/>
              <a:ext cx="16739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 err="1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유지</a:t>
              </a:r>
              <a:r>
                <a:rPr lang="en-US" sz="12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 </a:t>
              </a: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Retention</a:t>
              </a:r>
              <a:endParaRPr lang="en-US" sz="1200" dirty="0"/>
            </a:p>
          </p:txBody>
        </p:sp>
        <p:sp>
          <p:nvSpPr>
            <p:cNvPr id="50" name="Shape 47"/>
            <p:cNvSpPr/>
            <p:nvPr/>
          </p:nvSpPr>
          <p:spPr>
            <a:xfrm>
              <a:off x="7960370" y="3480568"/>
              <a:ext cx="0" cy="8730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51" name="Shape 48"/>
            <p:cNvSpPr/>
            <p:nvPr/>
          </p:nvSpPr>
          <p:spPr>
            <a:xfrm>
              <a:off x="6324005" y="4348832"/>
              <a:ext cx="1641128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52" name="Shape 49"/>
            <p:cNvSpPr/>
            <p:nvPr/>
          </p:nvSpPr>
          <p:spPr>
            <a:xfrm>
              <a:off x="6328767" y="3480568"/>
              <a:ext cx="0" cy="873026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53" name="Text 50"/>
            <p:cNvSpPr/>
            <p:nvPr/>
          </p:nvSpPr>
          <p:spPr>
            <a:xfrm>
              <a:off x="6447830" y="3556768"/>
              <a:ext cx="1421540" cy="4366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실제 잔류
</a:t>
              </a:r>
              <a:r>
                <a:rPr lang="en-US" sz="1200" dirty="0" err="1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실패</a:t>
              </a: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→ 연 10~20명 퇴사, 증가 추세</a:t>
              </a:r>
              <a:endParaRPr lang="en-US" sz="1200" dirty="0"/>
            </a:p>
          </p:txBody>
        </p:sp>
        <p:sp>
          <p:nvSpPr>
            <p:cNvPr id="54" name="Text 51"/>
            <p:cNvSpPr/>
            <p:nvPr/>
          </p:nvSpPr>
          <p:spPr>
            <a:xfrm>
              <a:off x="7962326" y="3655144"/>
              <a:ext cx="286304" cy="2190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B9197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←</a:t>
              </a:r>
              <a:endParaRPr lang="en-US" sz="1200" dirty="0"/>
            </a:p>
          </p:txBody>
        </p:sp>
        <p:sp>
          <p:nvSpPr>
            <p:cNvPr id="55" name="Text 52"/>
            <p:cNvSpPr/>
            <p:nvPr/>
          </p:nvSpPr>
          <p:spPr>
            <a:xfrm>
              <a:off x="8245822" y="3175768"/>
              <a:ext cx="1888778" cy="1177826"/>
            </a:xfrm>
            <a:prstGeom prst="rect">
              <a:avLst/>
            </a:prstGeom>
            <a:solidFill>
              <a:srgbClr val="FDF1E3"/>
            </a:solidFill>
            <a:ln w="9525">
              <a:solidFill>
                <a:srgbClr val="F08000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56" name="Text 53"/>
            <p:cNvSpPr/>
            <p:nvPr/>
          </p:nvSpPr>
          <p:spPr>
            <a:xfrm>
              <a:off x="8369647" y="3462560"/>
              <a:ext cx="1673950" cy="6042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+ 고용대안(Alternatives)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석박사 HR 전문인력은 이직 기회가 </a:t>
              </a:r>
              <a:r>
                <a:rPr lang="en-US" sz="12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풍부</a:t>
              </a: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→ 고성과자일수록 이직 </a:t>
              </a:r>
              <a:r>
                <a:rPr lang="en-US" sz="12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확률이</a:t>
              </a: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높음</a:t>
              </a:r>
              <a:endParaRPr lang="en-US" sz="1200" dirty="0"/>
            </a:p>
          </p:txBody>
        </p:sp>
        <p:sp>
          <p:nvSpPr>
            <p:cNvPr id="57" name="Text 54"/>
            <p:cNvSpPr/>
            <p:nvPr/>
          </p:nvSpPr>
          <p:spPr>
            <a:xfrm>
              <a:off x="558701" y="4518645"/>
              <a:ext cx="4908352" cy="762744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58" name="Shape 55"/>
            <p:cNvSpPr/>
            <p:nvPr/>
          </p:nvSpPr>
          <p:spPr>
            <a:xfrm>
              <a:off x="577751" y="4518645"/>
              <a:ext cx="0" cy="762744"/>
            </a:xfrm>
            <a:prstGeom prst="line">
              <a:avLst/>
            </a:prstGeom>
            <a:noFill/>
            <a:ln w="38100">
              <a:solidFill>
                <a:srgbClr val="C0392B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59" name="Text 56"/>
            <p:cNvSpPr/>
            <p:nvPr/>
          </p:nvSpPr>
          <p:spPr>
            <a:xfrm>
              <a:off x="761851" y="4632945"/>
              <a:ext cx="4630954" cy="5341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왜 '</a:t>
              </a:r>
              <a:r>
                <a:rPr lang="en-US" sz="1200" dirty="0" err="1">
                  <a:solidFill>
                    <a:srgbClr val="C039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역기능적’인가</a:t>
              </a:r>
              <a:r>
                <a:rPr lang="en-US" sz="120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1200" dirty="0" err="1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지속가능</a:t>
              </a:r>
              <a:r>
                <a:rPr lang="en-US" sz="120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경쟁우위의 원천은 firm-specific skills(자사 방법론·고객 관계·정부사업 노하우)</a:t>
              </a:r>
              <a:r>
                <a:rPr lang="en-US" sz="1200" dirty="0" err="1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인데</a:t>
              </a:r>
              <a:r>
                <a:rPr lang="en-US" sz="120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, 이것이 축적된 사람부터 떠남. 채용·육성에 투자한 인적자본이 회수 전에 유출되는 구조임</a:t>
              </a:r>
              <a:endParaRPr lang="en-US" sz="1200" dirty="0"/>
            </a:p>
          </p:txBody>
        </p:sp>
        <p:sp>
          <p:nvSpPr>
            <p:cNvPr id="60" name="Text 57"/>
            <p:cNvSpPr/>
            <p:nvPr/>
          </p:nvSpPr>
          <p:spPr>
            <a:xfrm>
              <a:off x="5619452" y="4518645"/>
              <a:ext cx="4515148" cy="762744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61" name="Text 58"/>
            <p:cNvSpPr/>
            <p:nvPr/>
          </p:nvSpPr>
          <p:spPr>
            <a:xfrm>
              <a:off x="5784503" y="4632945"/>
              <a:ext cx="4268748" cy="3592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2차 </a:t>
              </a:r>
              <a:r>
                <a:rPr lang="en-US" sz="1200" dirty="0" err="1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악순환</a:t>
              </a:r>
              <a:endParaRPr lang="en-US" sz="12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endParaRPr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이탈 → 잔류 </a:t>
              </a:r>
              <a:r>
                <a:rPr lang="en-US" sz="1200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인원</a:t>
              </a:r>
              <a:r>
                <a:rPr lang="en-US" sz="12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과부하</a:t>
              </a:r>
              <a:r>
                <a:rPr lang="en-US" sz="12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"일은 많은데 사람이 적어서 업무가 계속 </a:t>
              </a:r>
              <a:r>
                <a:rPr lang="en-US" sz="1200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쌓임</a:t>
              </a:r>
              <a:r>
                <a:rPr lang="en-US" sz="12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" → </a:t>
              </a:r>
              <a:r>
                <a:rPr lang="en-US" sz="1200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추가</a:t>
              </a:r>
              <a:r>
                <a:rPr lang="en-US" sz="12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이탈</a:t>
              </a:r>
              <a:r>
                <a:rPr lang="en-US" sz="12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ko-KR" altLang="en-US" sz="12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및 </a:t>
              </a:r>
              <a:r>
                <a:rPr lang="en-US" sz="1200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유지</a:t>
              </a:r>
              <a:r>
                <a:rPr lang="en-US" sz="12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200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실패가</a:t>
              </a:r>
              <a:r>
                <a:rPr lang="en-US" sz="12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ko-KR" altLang="en-US" sz="12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추가 </a:t>
              </a:r>
              <a:r>
                <a:rPr lang="en-US" sz="1200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유지</a:t>
              </a:r>
              <a:r>
                <a:rPr lang="en-US" sz="12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실패를 부르는 가속 구조가 이미 작동 중임</a:t>
              </a:r>
              <a:endParaRPr lang="en-US" sz="1200" dirty="0"/>
            </a:p>
          </p:txBody>
        </p:sp>
      </p:grpSp>
      <p:sp>
        <p:nvSpPr>
          <p:cNvPr id="62" name="Shape 59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/>
          <p:nvPr/>
        </p:nvSpPr>
        <p:spPr>
          <a:xfrm>
            <a:off x="558701" y="7308949"/>
            <a:ext cx="6899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자료: 인원현황(2025.1), 내부 확인(퇴사자 수), 잡플래닛(2026.6) · 이론: 이직 의사결정 모델·기능적/역기능적 이직(Session 12), firm-specific skills(Session 3)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898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주요 이슈 분석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8984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⑤ 이슈 3 — 육성·경력경로: 사다리는 있으나 시스템이 없음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승진의 사다리(PL→PM→독자수주)는 명확하나 그 역량을 만들어 주는 육성 시스템이 없음 — 인당 교육비가</a:t>
            </a:r>
            <a:endParaRPr lang="en-US" sz="1550" dirty="0"/>
          </a:p>
          <a:p>
            <a:pPr marL="0" indent="0" algn="l"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 69만 원에 그쳐, 컨설턴트의 성장이 '어느 팀장을 만나느냐'는 운에 의존하고 있음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95153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96654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1971229"/>
            <a:ext cx="51815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현행 승진 사다리 (승진심사 기준, 2026) — '검증'은 있으나 '육성'은 없음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5994202" y="1971229"/>
            <a:ext cx="42229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70:20:10 </a:t>
            </a:r>
            <a:r>
              <a:rPr lang="en-US" sz="1100" dirty="0" err="1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진단</a:t>
            </a:r>
            <a:r>
              <a:rPr lang="en-US" sz="11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 — '10'이 사실상 0임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58701" y="2222003"/>
            <a:ext cx="1041350" cy="504949"/>
          </a:xfrm>
          <a:prstGeom prst="rect">
            <a:avLst/>
          </a:prstGeom>
          <a:solidFill>
            <a:srgbClr val="2628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548287" y="2336667"/>
            <a:ext cx="1062177" cy="27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주임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595289" y="2726952"/>
            <a:ext cx="0" cy="1119445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4" name="Shape 11"/>
          <p:cNvSpPr/>
          <p:nvPr/>
        </p:nvSpPr>
        <p:spPr>
          <a:xfrm>
            <a:off x="558701" y="3837785"/>
            <a:ext cx="1041350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5" name="Shape 12"/>
          <p:cNvSpPr/>
          <p:nvPr/>
        </p:nvSpPr>
        <p:spPr>
          <a:xfrm>
            <a:off x="563463" y="2726952"/>
            <a:ext cx="0" cy="1119445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6" name="Text 13"/>
          <p:cNvSpPr/>
          <p:nvPr/>
        </p:nvSpPr>
        <p:spPr>
          <a:xfrm>
            <a:off x="635727" y="2818736"/>
            <a:ext cx="887298" cy="447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16명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초임 3,400만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597003" y="2827350"/>
            <a:ext cx="310896" cy="413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904851" y="2222003"/>
            <a:ext cx="1041350" cy="504949"/>
          </a:xfrm>
          <a:prstGeom prst="rect">
            <a:avLst/>
          </a:prstGeom>
          <a:solidFill>
            <a:srgbClr val="2628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1894438" y="2336667"/>
            <a:ext cx="1062177" cy="27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선임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941439" y="2726952"/>
            <a:ext cx="0" cy="1119445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1" name="Shape 18"/>
          <p:cNvSpPr/>
          <p:nvPr/>
        </p:nvSpPr>
        <p:spPr>
          <a:xfrm>
            <a:off x="1904851" y="3837785"/>
            <a:ext cx="1041350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2" name="Shape 19"/>
          <p:cNvSpPr/>
          <p:nvPr/>
        </p:nvSpPr>
        <p:spPr>
          <a:xfrm>
            <a:off x="1909614" y="2726952"/>
            <a:ext cx="0" cy="1119445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3" name="Text 20"/>
          <p:cNvSpPr/>
          <p:nvPr/>
        </p:nvSpPr>
        <p:spPr>
          <a:xfrm>
            <a:off x="1981877" y="2818736"/>
            <a:ext cx="887298" cy="447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28명요건: PL 가능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943154" y="2827350"/>
            <a:ext cx="310896" cy="413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4년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251002" y="2222003"/>
            <a:ext cx="1041350" cy="504949"/>
          </a:xfrm>
          <a:prstGeom prst="rect">
            <a:avLst/>
          </a:prstGeom>
          <a:solidFill>
            <a:srgbClr val="2628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3240588" y="2336667"/>
            <a:ext cx="1062177" cy="27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책임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287589" y="2726952"/>
            <a:ext cx="0" cy="1119445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8" name="Shape 25"/>
          <p:cNvSpPr/>
          <p:nvPr/>
        </p:nvSpPr>
        <p:spPr>
          <a:xfrm>
            <a:off x="3251002" y="3837785"/>
            <a:ext cx="1041350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9" name="Shape 26"/>
          <p:cNvSpPr/>
          <p:nvPr/>
        </p:nvSpPr>
        <p:spPr>
          <a:xfrm>
            <a:off x="3255764" y="2726952"/>
            <a:ext cx="0" cy="1119445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30" name="Text 27"/>
          <p:cNvSpPr/>
          <p:nvPr/>
        </p:nvSpPr>
        <p:spPr>
          <a:xfrm>
            <a:off x="3328028" y="2818736"/>
            <a:ext cx="887298" cy="447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17명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요건: PM 가능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289304" y="2827350"/>
            <a:ext cx="310896" cy="413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4년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→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97152" y="2222003"/>
            <a:ext cx="1041350" cy="504949"/>
          </a:xfrm>
          <a:prstGeom prst="rect">
            <a:avLst/>
          </a:prstGeom>
          <a:solidFill>
            <a:srgbClr val="2628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33" name="Text 30"/>
          <p:cNvSpPr/>
          <p:nvPr/>
        </p:nvSpPr>
        <p:spPr>
          <a:xfrm>
            <a:off x="4586738" y="2336667"/>
            <a:ext cx="1062177" cy="27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수석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633740" y="2726952"/>
            <a:ext cx="0" cy="1119445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35" name="Shape 32"/>
          <p:cNvSpPr/>
          <p:nvPr/>
        </p:nvSpPr>
        <p:spPr>
          <a:xfrm>
            <a:off x="4597152" y="3837785"/>
            <a:ext cx="1041350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36" name="Shape 33"/>
          <p:cNvSpPr/>
          <p:nvPr/>
        </p:nvSpPr>
        <p:spPr>
          <a:xfrm>
            <a:off x="4601914" y="2726952"/>
            <a:ext cx="0" cy="1119445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37" name="Text 34"/>
          <p:cNvSpPr/>
          <p:nvPr/>
        </p:nvSpPr>
        <p:spPr>
          <a:xfrm>
            <a:off x="4674178" y="2818736"/>
            <a:ext cx="887298" cy="67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18명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요건: 독자 수주 2억+ · 전체 경영진 합격</a:t>
            </a:r>
            <a:endParaRPr lang="en-US" sz="1050" dirty="0"/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1733B4A5-A758-AB02-8429-C7109FC0EFB5}"/>
              </a:ext>
            </a:extLst>
          </p:cNvPr>
          <p:cNvGrpSpPr/>
          <p:nvPr/>
        </p:nvGrpSpPr>
        <p:grpSpPr>
          <a:xfrm>
            <a:off x="554891" y="4122020"/>
            <a:ext cx="5058162" cy="2850428"/>
            <a:chOff x="554891" y="3272582"/>
            <a:chExt cx="5058162" cy="1576090"/>
          </a:xfrm>
        </p:grpSpPr>
        <p:sp>
          <p:nvSpPr>
            <p:cNvPr id="38" name="Text 35"/>
            <p:cNvSpPr/>
            <p:nvPr/>
          </p:nvSpPr>
          <p:spPr>
            <a:xfrm>
              <a:off x="558701" y="3272582"/>
              <a:ext cx="381000" cy="466130"/>
            </a:xfrm>
            <a:prstGeom prst="rect">
              <a:avLst/>
            </a:prstGeom>
            <a:solidFill>
              <a:srgbClr val="C039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39" name="Text 36"/>
            <p:cNvSpPr/>
            <p:nvPr/>
          </p:nvSpPr>
          <p:spPr>
            <a:xfrm>
              <a:off x="554891" y="3410397"/>
              <a:ext cx="38862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FFFFFF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1</a:t>
              </a:r>
              <a:endParaRPr lang="en-US" dirty="0"/>
            </a:p>
          </p:txBody>
        </p:sp>
        <p:sp>
          <p:nvSpPr>
            <p:cNvPr id="40" name="Text 37"/>
            <p:cNvSpPr/>
            <p:nvPr/>
          </p:nvSpPr>
          <p:spPr>
            <a:xfrm>
              <a:off x="939701" y="3272582"/>
              <a:ext cx="4673352" cy="466130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41" name="Text 38"/>
            <p:cNvSpPr/>
            <p:nvPr/>
          </p:nvSpPr>
          <p:spPr>
            <a:xfrm>
              <a:off x="1079302" y="3348782"/>
              <a:ext cx="4482033" cy="142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육성의 </a:t>
              </a:r>
              <a:r>
                <a:rPr lang="en-US" sz="1200" dirty="0" err="1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공백</a:t>
              </a:r>
              <a:r>
                <a:rPr lang="en-US" sz="12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 → 기준은 '검증' 장치일 뿐</a:t>
              </a:r>
              <a:endParaRPr lang="en-US" sz="1200" dirty="0"/>
            </a:p>
          </p:txBody>
        </p:sp>
        <p:sp>
          <p:nvSpPr>
            <p:cNvPr id="42" name="Text 39"/>
            <p:cNvSpPr/>
            <p:nvPr/>
          </p:nvSpPr>
          <p:spPr>
            <a:xfrm>
              <a:off x="1079302" y="3516958"/>
              <a:ext cx="4482033" cy="145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200"/>
                </a:spcBef>
                <a:buNone/>
              </a:pP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PL→PM→수주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1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역량을</a:t>
              </a: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어떻게 만들지(교육·코칭·경험 설계)는 전적으로 개인과 운에 의존함</a:t>
              </a:r>
              <a:endParaRPr lang="en-US" sz="1100" dirty="0"/>
            </a:p>
          </p:txBody>
        </p:sp>
        <p:sp>
          <p:nvSpPr>
            <p:cNvPr id="43" name="Text 40"/>
            <p:cNvSpPr/>
            <p:nvPr/>
          </p:nvSpPr>
          <p:spPr>
            <a:xfrm>
              <a:off x="558701" y="3827562"/>
              <a:ext cx="381000" cy="466130"/>
            </a:xfrm>
            <a:prstGeom prst="rect">
              <a:avLst/>
            </a:prstGeom>
            <a:solidFill>
              <a:srgbClr val="C039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44" name="Text 41"/>
            <p:cNvSpPr/>
            <p:nvPr/>
          </p:nvSpPr>
          <p:spPr>
            <a:xfrm>
              <a:off x="554891" y="3965377"/>
              <a:ext cx="38862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FFFFFF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2</a:t>
              </a:r>
              <a:endParaRPr lang="en-US" dirty="0"/>
            </a:p>
          </p:txBody>
        </p:sp>
        <p:sp>
          <p:nvSpPr>
            <p:cNvPr id="45" name="Text 42"/>
            <p:cNvSpPr/>
            <p:nvPr/>
          </p:nvSpPr>
          <p:spPr>
            <a:xfrm>
              <a:off x="939701" y="3827562"/>
              <a:ext cx="4673352" cy="466130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46" name="Text 43"/>
            <p:cNvSpPr/>
            <p:nvPr/>
          </p:nvSpPr>
          <p:spPr>
            <a:xfrm>
              <a:off x="1079302" y="3903762"/>
              <a:ext cx="4482033" cy="142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기준의 </a:t>
              </a:r>
              <a:r>
                <a:rPr lang="en-US" sz="1200" dirty="0" err="1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추상성</a:t>
              </a:r>
              <a:r>
                <a:rPr lang="en-US" sz="12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 → 행동지표 부재</a:t>
              </a:r>
              <a:endParaRPr lang="en-US" sz="1200" dirty="0"/>
            </a:p>
          </p:txBody>
        </p:sp>
        <p:sp>
          <p:nvSpPr>
            <p:cNvPr id="47" name="Text 44"/>
            <p:cNvSpPr/>
            <p:nvPr/>
          </p:nvSpPr>
          <p:spPr>
            <a:xfrm>
              <a:off x="1079302" y="4071938"/>
              <a:ext cx="4482033" cy="145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200"/>
                </a:spcBef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"조직 기여도, 책임감, 대인관계, 팀웍 등" → 평가자마다 다르게 해석되는 역량 기준</a:t>
              </a:r>
              <a:endParaRPr lang="en-US" sz="1100" dirty="0"/>
            </a:p>
          </p:txBody>
        </p:sp>
        <p:sp>
          <p:nvSpPr>
            <p:cNvPr id="48" name="Text 45"/>
            <p:cNvSpPr/>
            <p:nvPr/>
          </p:nvSpPr>
          <p:spPr>
            <a:xfrm>
              <a:off x="558701" y="4382542"/>
              <a:ext cx="381000" cy="466130"/>
            </a:xfrm>
            <a:prstGeom prst="rect">
              <a:avLst/>
            </a:prstGeom>
            <a:solidFill>
              <a:srgbClr val="C039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49" name="Text 46"/>
            <p:cNvSpPr/>
            <p:nvPr/>
          </p:nvSpPr>
          <p:spPr>
            <a:xfrm>
              <a:off x="554891" y="4520357"/>
              <a:ext cx="38862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FFFFFF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3</a:t>
              </a:r>
              <a:endParaRPr lang="en-US" dirty="0"/>
            </a:p>
          </p:txBody>
        </p:sp>
        <p:sp>
          <p:nvSpPr>
            <p:cNvPr id="50" name="Text 47"/>
            <p:cNvSpPr/>
            <p:nvPr/>
          </p:nvSpPr>
          <p:spPr>
            <a:xfrm>
              <a:off x="939701" y="4382542"/>
              <a:ext cx="4673352" cy="466130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51" name="Text 48"/>
            <p:cNvSpPr/>
            <p:nvPr/>
          </p:nvSpPr>
          <p:spPr>
            <a:xfrm>
              <a:off x="1079302" y="4458742"/>
              <a:ext cx="4482033" cy="142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단일 </a:t>
              </a:r>
              <a:r>
                <a:rPr lang="en-US" sz="1200" dirty="0" err="1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사다리</a:t>
              </a:r>
              <a:r>
                <a:rPr lang="en-US" sz="12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 → 전문가 트랙(Dual Ladder) 부재</a:t>
              </a:r>
              <a:endParaRPr lang="en-US" sz="1200" dirty="0"/>
            </a:p>
          </p:txBody>
        </p:sp>
        <p:sp>
          <p:nvSpPr>
            <p:cNvPr id="52" name="Text 49"/>
            <p:cNvSpPr/>
            <p:nvPr/>
          </p:nvSpPr>
          <p:spPr>
            <a:xfrm>
              <a:off x="1079302" y="4626918"/>
              <a:ext cx="4482033" cy="145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200"/>
                </a:spcBef>
                <a:buNone/>
              </a:pPr>
              <a:r>
                <a:rPr lang="en-US" sz="11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수석 승진에 영업(독자 수주 2억)이 필수 → 영업 안 하는 최고 전문가는 성장 천장에 막힘</a:t>
              </a:r>
              <a:endParaRPr lang="en-US" sz="1100" dirty="0"/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8A78392A-2A1B-28F6-E6F9-D3BF13BB5674}"/>
              </a:ext>
            </a:extLst>
          </p:cNvPr>
          <p:cNvGrpSpPr/>
          <p:nvPr/>
        </p:nvGrpSpPr>
        <p:grpSpPr>
          <a:xfrm>
            <a:off x="5748844" y="2222003"/>
            <a:ext cx="4468261" cy="4336475"/>
            <a:chOff x="5966517" y="2222003"/>
            <a:chExt cx="4250588" cy="4336475"/>
          </a:xfrm>
        </p:grpSpPr>
        <p:sp>
          <p:nvSpPr>
            <p:cNvPr id="54" name="Text 51"/>
            <p:cNvSpPr/>
            <p:nvPr/>
          </p:nvSpPr>
          <p:spPr>
            <a:xfrm>
              <a:off x="5994202" y="2222003"/>
              <a:ext cx="2768501" cy="453270"/>
            </a:xfrm>
            <a:prstGeom prst="rect">
              <a:avLst/>
            </a:prstGeom>
            <a:solidFill>
              <a:srgbClr val="8B919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55" name="Text 52"/>
            <p:cNvSpPr/>
            <p:nvPr/>
          </p:nvSpPr>
          <p:spPr>
            <a:xfrm>
              <a:off x="5966517" y="2336667"/>
              <a:ext cx="2823871" cy="2239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70 직무경험 — 설계 없는 투입</a:t>
              </a:r>
              <a:endParaRPr lang="en-US" sz="1100" dirty="0"/>
            </a:p>
          </p:txBody>
        </p:sp>
        <p:sp>
          <p:nvSpPr>
            <p:cNvPr id="56" name="Text 53"/>
            <p:cNvSpPr/>
            <p:nvPr/>
          </p:nvSpPr>
          <p:spPr>
            <a:xfrm>
              <a:off x="8762702" y="2222003"/>
              <a:ext cx="812750" cy="453270"/>
            </a:xfrm>
            <a:prstGeom prst="rect">
              <a:avLst/>
            </a:prstGeom>
            <a:solidFill>
              <a:srgbClr val="B8BFC6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57" name="Text 54"/>
            <p:cNvSpPr/>
            <p:nvPr/>
          </p:nvSpPr>
          <p:spPr>
            <a:xfrm>
              <a:off x="8754575" y="2336667"/>
              <a:ext cx="829005" cy="2239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20 비공식</a:t>
              </a:r>
              <a:endParaRPr lang="en-US" sz="1100" dirty="0"/>
            </a:p>
          </p:txBody>
        </p:sp>
        <p:sp>
          <p:nvSpPr>
            <p:cNvPr id="58" name="Text 55"/>
            <p:cNvSpPr/>
            <p:nvPr/>
          </p:nvSpPr>
          <p:spPr>
            <a:xfrm>
              <a:off x="9575453" y="2222003"/>
              <a:ext cx="381000" cy="453270"/>
            </a:xfrm>
            <a:prstGeom prst="rect">
              <a:avLst/>
            </a:prstGeom>
            <a:solidFill>
              <a:srgbClr val="C039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59" name="Text 56"/>
            <p:cNvSpPr/>
            <p:nvPr/>
          </p:nvSpPr>
          <p:spPr>
            <a:xfrm>
              <a:off x="9571643" y="2336667"/>
              <a:ext cx="388620" cy="2239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10?</a:t>
              </a:r>
              <a:endParaRPr lang="en-US" sz="1100" dirty="0"/>
            </a:p>
          </p:txBody>
        </p:sp>
        <p:sp>
          <p:nvSpPr>
            <p:cNvPr id="60" name="Text 57"/>
            <p:cNvSpPr/>
            <p:nvPr/>
          </p:nvSpPr>
          <p:spPr>
            <a:xfrm>
              <a:off x="5994202" y="2865572"/>
              <a:ext cx="4222903" cy="5463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70(프로젝트 투입)과 20(어깨너머 학습)만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존재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.</a:t>
              </a:r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"배울 게 많다"는 사람에게 배우는 것이지 시스템이 아님. </a:t>
              </a:r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10(공식 교육)과 셋을 묶는 의도된 설계(ISD)가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부재함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.</a:t>
              </a:r>
              <a:endParaRPr lang="en-US" sz="1200" dirty="0"/>
            </a:p>
          </p:txBody>
        </p:sp>
        <p:sp>
          <p:nvSpPr>
            <p:cNvPr id="61" name="Text 58"/>
            <p:cNvSpPr/>
            <p:nvPr/>
          </p:nvSpPr>
          <p:spPr>
            <a:xfrm>
              <a:off x="5994202" y="3543052"/>
              <a:ext cx="4140101" cy="1542838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62" name="Shape 59"/>
            <p:cNvSpPr/>
            <p:nvPr/>
          </p:nvSpPr>
          <p:spPr>
            <a:xfrm>
              <a:off x="5994202" y="3568891"/>
              <a:ext cx="4140101" cy="0"/>
            </a:xfrm>
            <a:prstGeom prst="line">
              <a:avLst/>
            </a:prstGeom>
            <a:noFill/>
            <a:ln w="28575">
              <a:solidFill>
                <a:srgbClr val="C0392B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63" name="Text 60"/>
            <p:cNvSpPr/>
            <p:nvPr/>
          </p:nvSpPr>
          <p:spPr>
            <a:xfrm>
              <a:off x="6159252" y="3801448"/>
              <a:ext cx="3886200" cy="482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C0392B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69만 원 / 인 · 년</a:t>
              </a:r>
              <a:endParaRPr lang="en-US" dirty="0"/>
            </a:p>
          </p:txBody>
        </p:sp>
        <p:sp>
          <p:nvSpPr>
            <p:cNvPr id="64" name="Text 61"/>
            <p:cNvSpPr/>
            <p:nvPr/>
          </p:nvSpPr>
          <p:spPr>
            <a:xfrm>
              <a:off x="6159252" y="4352692"/>
              <a:ext cx="3886200" cy="5264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교육훈련비 총 6,325만 원(2025) = 매출의 0.07% </a:t>
              </a:r>
            </a:p>
            <a:p>
              <a:pPr marL="0" indent="0" algn="l">
                <a:spcBef>
                  <a:spcPts val="300"/>
                </a:spcBef>
                <a:buNone/>
              </a:pP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HRD 역할 단계로는 사실상 'No HRD'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수준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(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전략적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HRD </a:t>
              </a:r>
              <a:r>
                <a:rPr lang="en-US" sz="120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대비</a:t>
              </a:r>
              <a:r>
                <a:rPr lang="en-US" sz="120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)</a:t>
              </a:r>
              <a:endParaRPr lang="en-US" sz="1200" dirty="0"/>
            </a:p>
          </p:txBody>
        </p:sp>
        <p:sp>
          <p:nvSpPr>
            <p:cNvPr id="65" name="Text 62"/>
            <p:cNvSpPr/>
            <p:nvPr/>
          </p:nvSpPr>
          <p:spPr>
            <a:xfrm>
              <a:off x="5994202" y="5292607"/>
              <a:ext cx="4140101" cy="1265871"/>
            </a:xfrm>
            <a:prstGeom prst="rect">
              <a:avLst/>
            </a:prstGeom>
            <a:solidFill>
              <a:srgbClr val="FDF1E3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66" name="Shape 63"/>
            <p:cNvSpPr/>
            <p:nvPr/>
          </p:nvSpPr>
          <p:spPr>
            <a:xfrm>
              <a:off x="6013252" y="5292607"/>
              <a:ext cx="0" cy="1265871"/>
            </a:xfrm>
            <a:prstGeom prst="line">
              <a:avLst/>
            </a:prstGeom>
            <a:noFill/>
            <a:ln w="38100">
              <a:solidFill>
                <a:srgbClr val="F08000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67" name="Text 64"/>
            <p:cNvSpPr/>
            <p:nvPr/>
          </p:nvSpPr>
          <p:spPr>
            <a:xfrm>
              <a:off x="6159252" y="5476174"/>
              <a:ext cx="3975348" cy="8987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최대</a:t>
              </a: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집단인 선임 28명이 책임 승진까지 4년을 버텨야 하는 </a:t>
              </a:r>
              <a:r>
                <a:rPr lang="en-US" sz="12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구간에</a:t>
              </a: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12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육성</a:t>
              </a: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지원이 없음 → </a:t>
              </a:r>
            </a:p>
            <a:p>
              <a:pPr marL="0" indent="0" algn="l">
                <a:buNone/>
              </a:pPr>
              <a:r>
                <a:rPr lang="en-US" sz="12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이탈</a:t>
              </a: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최다 구간(근속 중앙값 2.5년)과 정확히 </a:t>
              </a:r>
              <a:r>
                <a:rPr lang="en-US" sz="12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일치함</a:t>
              </a: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.</a:t>
              </a:r>
            </a:p>
            <a:p>
              <a:pPr marL="0" indent="0" algn="l">
                <a:buNone/>
              </a:pPr>
              <a:endParaRPr lang="en-US" sz="12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endParaRPr>
            </a:p>
            <a:p>
              <a:pPr marL="0" indent="0" algn="l">
                <a:buNone/>
              </a:pPr>
              <a:r>
                <a:rPr lang="en-US" sz="1200" dirty="0" err="1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자기결정이론의</a:t>
              </a:r>
              <a:r>
                <a: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'유능감(성장 실감)' 욕구가 제도적으로 충족되지 않음</a:t>
              </a:r>
              <a:endParaRPr lang="en-US" sz="1200" dirty="0"/>
            </a:p>
          </p:txBody>
        </p:sp>
      </p:grpSp>
      <p:sp>
        <p:nvSpPr>
          <p:cNvPr id="68" name="Shape 65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/>
          <p:nvPr/>
        </p:nvSpPr>
        <p:spPr>
          <a:xfrm>
            <a:off x="558701" y="7308949"/>
            <a:ext cx="66028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자료: 승진심사 기준(2026.4, 내부), 손익계산서(2025), 인원현황(2025.1) · 이론: 70:20:10, ISD, HRD 역할 변천(Session 10), 자기결정이론(Session 9)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34033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주요 이슈 분석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34033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⑥ 이슈 종합 — Kerr(1995) "A를 바라면서 B를 보상하는 어리석음"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회사는 장기 전문성·협업·성장·고객 파트너십을 바라면서, 실제로는 단기 영업익·본부 실적·근속·신규 수주에</a:t>
            </a:r>
            <a:endParaRPr lang="en-US" sz="1550" dirty="0"/>
          </a:p>
          <a:p>
            <a:pPr marL="0" indent="0" algn="l"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보상하고 있음 — 전략이 바라는 행동과 정반대 행동이 보상받는 구조임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415951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517452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065A21A-EED3-F62A-C5DE-EDD03A5AD398}"/>
              </a:ext>
            </a:extLst>
          </p:cNvPr>
          <p:cNvGrpSpPr/>
          <p:nvPr/>
        </p:nvGrpSpPr>
        <p:grpSpPr>
          <a:xfrm>
            <a:off x="558701" y="5919637"/>
            <a:ext cx="9575899" cy="1057573"/>
            <a:chOff x="558701" y="5400377"/>
            <a:chExt cx="9575899" cy="692348"/>
          </a:xfrm>
        </p:grpSpPr>
        <p:sp>
          <p:nvSpPr>
            <p:cNvPr id="10" name="Text 7"/>
            <p:cNvSpPr/>
            <p:nvPr/>
          </p:nvSpPr>
          <p:spPr>
            <a:xfrm>
              <a:off x="558701" y="5400377"/>
              <a:ext cx="9575899" cy="692348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32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787301" y="5539978"/>
              <a:ext cx="9301073" cy="4131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진단의 결론</a:t>
              </a:r>
              <a:r>
                <a:rPr lang="en-US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— 구성원들은 비합리적이어서 떠나는 것이 아니라, </a:t>
              </a:r>
              <a:r>
                <a:rPr lang="en-US" dirty="0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현 보상 구조가 시키는 대로 합리적으로 행동한 결과</a:t>
              </a:r>
              <a:r>
                <a:rPr lang="en-US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가 짧은 </a:t>
              </a:r>
              <a:r>
                <a:rPr lang="en-US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근속과</a:t>
              </a:r>
              <a:r>
                <a:rPr lang="en-US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사일로임</a:t>
              </a:r>
              <a:r>
                <a:rPr lang="en-US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.  </a:t>
              </a:r>
              <a:r>
                <a:rPr lang="en-US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따라서</a:t>
              </a:r>
              <a:r>
                <a:rPr lang="en-US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해법도 사람이 아니라 </a:t>
              </a:r>
              <a:r>
                <a:rPr lang="en-US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시스템을</a:t>
              </a:r>
              <a:r>
                <a:rPr lang="en-US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ko-KR" altLang="en-US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바꾸는 것이여야 함</a:t>
              </a:r>
              <a:r>
                <a:rPr lang="en-US" altLang="ko-KR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.</a:t>
              </a:r>
              <a:endParaRPr lang="en-US" dirty="0"/>
            </a:p>
          </p:txBody>
        </p:sp>
      </p:grpSp>
      <p:sp>
        <p:nvSpPr>
          <p:cNvPr id="12" name="Shape 9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58701" y="7308949"/>
            <a:ext cx="53836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이론: Kerr (1995) "On the folly of rewarding A, while hoping for B" (Session 7) · Microsoft 케이스 (Session 11)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17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719817"/>
              </p:ext>
            </p:extLst>
          </p:nvPr>
        </p:nvGraphicFramePr>
        <p:xfrm>
          <a:off x="558701" y="1679376"/>
          <a:ext cx="9573768" cy="3854646"/>
        </p:xfrm>
        <a:graphic>
          <a:graphicData uri="http://schemas.openxmlformats.org/drawingml/2006/table">
            <a:tbl>
              <a:tblPr/>
              <a:tblGrid>
                <a:gridCol w="333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1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2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회사가 바라는 것 (Hoping for A)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실제로 보상되는 것 (Rewarding B)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결과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4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장기 전문성 축적 — 차별화 전략의 원천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당해연도 영업익 달성률 (KPI 최대 40%)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단기 수주 우선, 역량 투자는 뒷전으로 밀림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4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본부 간 협업·지식공유 — Total Solution의 전제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본부별 영업익 — 본부 단위 평가·보상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사일로 강화 (2025 조직재설계 과제 진단과 일치)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4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주니어의 도전과 성장 — 1990년대생 40%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근속 연수 — 평가 무관 자동 인상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"잘해도 똑같다" — 고성과 주니어부터 이탈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4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고객과의 장기 파트너십 — 재계약 기반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신규 수주 금액 (신규사업 발굴 KPI)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기존 고객 사후관리의 보상 공백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4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전문가로의 성장 — 학습·연구 철학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영업 능력 — 수석 승진 = 독자 수주 2억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딜리버리 전문가의 성장 천장 → 이탈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3717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개선과제 도출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3717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① 핵심 목표(North Star) &amp; TO-BE 설계 철학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'전문가가 모이고, 성장하고, 머무는 회사'를 North Star로, 글로벌 기업(Netflix·Google·MS)과 글로벌 펌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(McKinsey·BCG)의 검증된 HR 원리를 시앤피의 상황(92명·프로젝트 기반)에 맞게 번역하여 적용함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63452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6495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1939528"/>
            <a:ext cx="4495800" cy="1438275"/>
          </a:xfrm>
          <a:prstGeom prst="rect">
            <a:avLst/>
          </a:prstGeom>
          <a:solidFill>
            <a:srgbClr val="2628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61851" y="2104578"/>
            <a:ext cx="41712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2A551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NORTH STAR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61851" y="2301329"/>
            <a:ext cx="4171289" cy="515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spcBef>
                <a:spcPts val="5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"전문가가 모이고, </a:t>
            </a:r>
            <a:r>
              <a:rPr lang="en-US" sz="1600" dirty="0" err="1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성장하고</a:t>
            </a: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머무는</a:t>
            </a: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회사"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1851" y="2892772"/>
            <a:ext cx="41712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B8BFC6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3년 내 HR시스템의 외적·내적 정합성을 회복하여 인적자원의 경쟁우위를 '일시적'에서 '지속적'으로 전환함 (VRIO의 O 확보)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58701" y="3840064"/>
            <a:ext cx="45857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목표 체계 — 이슈와 1:1 대응 (2029.6 기준)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10051" y="1939528"/>
            <a:ext cx="48188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TO-BE 설계 철학 3원칙 — 보편론(검증된 원리)의 상황론적 적용</a:t>
            </a:r>
            <a:endParaRPr lang="en-US" sz="12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F1E1610-3091-9FDD-D27E-C3A08FE40DEE}"/>
              </a:ext>
            </a:extLst>
          </p:cNvPr>
          <p:cNvGrpSpPr/>
          <p:nvPr/>
        </p:nvGrpSpPr>
        <p:grpSpPr>
          <a:xfrm>
            <a:off x="5405734" y="2177652"/>
            <a:ext cx="4728717" cy="4807347"/>
            <a:chOff x="5405734" y="2177653"/>
            <a:chExt cx="4728717" cy="3476774"/>
          </a:xfrm>
        </p:grpSpPr>
        <p:sp>
          <p:nvSpPr>
            <p:cNvPr id="16" name="Text 13"/>
            <p:cNvSpPr/>
            <p:nvPr/>
          </p:nvSpPr>
          <p:spPr>
            <a:xfrm>
              <a:off x="5410051" y="2177653"/>
              <a:ext cx="431750" cy="841772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5405734" y="2493764"/>
              <a:ext cx="440385" cy="2095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FFFFFF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1</a:t>
              </a:r>
              <a:endParaRPr lang="en-US" sz="20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5841802" y="2177653"/>
              <a:ext cx="4292501" cy="841772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5994202" y="2266503"/>
              <a:ext cx="4067455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628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평가와 보상의 분리 (Decoupling)</a:t>
              </a:r>
              <a:endParaRPr lang="en-US" sz="14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5994202" y="2476053"/>
              <a:ext cx="4067455" cy="3021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90"/>
                </a:lnSpc>
                <a:spcBef>
                  <a:spcPts val="300"/>
                </a:spcBef>
                <a:buNone/>
              </a:pPr>
              <a:r>
                <a:rPr lang="en-US" sz="105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성장 대화와 돈 계산을 한 테이블에 올리지 </a:t>
              </a:r>
              <a:r>
                <a:rPr lang="en-US" sz="105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않음</a:t>
              </a:r>
              <a:r>
                <a:rPr lang="en-US" sz="105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→ 평가가 보상 산식에 직결되면 도전적 목표와 솔직한 피드백이 사라짐 ("평가도구가 되는 </a:t>
              </a:r>
              <a:r>
                <a:rPr lang="en-US" sz="105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순간</a:t>
              </a:r>
              <a:r>
                <a:rPr lang="en-US" sz="105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05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변질</a:t>
              </a:r>
              <a:r>
                <a:rPr lang="en-US" sz="105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“)</a:t>
              </a:r>
              <a:endParaRPr lang="en-US" sz="105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5994202" y="2719166"/>
              <a:ext cx="4067455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050" dirty="0">
                  <a:solidFill>
                    <a:srgbClr val="A85A00"/>
                  </a:solidFill>
                  <a:latin typeface="Paperlogy 5 Medium" pitchFamily="34" charset="0"/>
                  <a:ea typeface="Paperlogy 5 Medium" pitchFamily="34" charset="-122"/>
                  <a:cs typeface="Paperlogy 5 Medium" pitchFamily="34" charset="-120"/>
                </a:rPr>
                <a:t>벤치마크: MS(Stack Ranking 폐지) · 글로벌 펌(리뷰는 육성용, 보상·승진은 별도 위원회)</a:t>
              </a:r>
              <a:endParaRPr lang="en-US" sz="105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5410051" y="3120926"/>
              <a:ext cx="431750" cy="841772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5405734" y="3437037"/>
              <a:ext cx="440385" cy="2095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FFFFFF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2</a:t>
              </a:r>
              <a:endParaRPr lang="en-US" sz="20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5841802" y="3120926"/>
              <a:ext cx="4292501" cy="841772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5994202" y="3209776"/>
              <a:ext cx="4067455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628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평가 단순화 + 상시 성과관리</a:t>
              </a:r>
              <a:endParaRPr lang="en-US" sz="14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5994202" y="3419326"/>
              <a:ext cx="4067455" cy="3021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90"/>
                </a:lnSpc>
                <a:spcBef>
                  <a:spcPts val="300"/>
                </a:spcBef>
                <a:buNone/>
              </a:pPr>
              <a:r>
                <a:rPr lang="en-US" sz="105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100점 산식·8개 KPI → 프로젝트 단위 간이 리뷰 + 분기 OKR 체크인 + 연 1회 종합(3단계). 프로젝트 기반 사업에선 프로젝트 종료 시점이 자연스러운 성과 대화의 단위임</a:t>
              </a:r>
              <a:endParaRPr lang="en-US" sz="105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5994202" y="3759547"/>
              <a:ext cx="4067455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050" dirty="0">
                  <a:solidFill>
                    <a:srgbClr val="A85A00"/>
                  </a:solidFill>
                  <a:latin typeface="Paperlogy 5 Medium" pitchFamily="34" charset="0"/>
                  <a:ea typeface="Paperlogy 5 Medium" pitchFamily="34" charset="-122"/>
                  <a:cs typeface="Paperlogy 5 Medium" pitchFamily="34" charset="-120"/>
                </a:rPr>
                <a:t>벤치마크: Google(OKR+CFR) · Deloitte · Adobe(Check-in)</a:t>
              </a:r>
              <a:endParaRPr lang="en-US" sz="1050" dirty="0"/>
            </a:p>
          </p:txBody>
        </p:sp>
        <p:sp>
          <p:nvSpPr>
            <p:cNvPr id="28" name="Text 25"/>
            <p:cNvSpPr/>
            <p:nvPr/>
          </p:nvSpPr>
          <p:spPr>
            <a:xfrm>
              <a:off x="5410051" y="4064198"/>
              <a:ext cx="431750" cy="841772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 dirty="0"/>
            </a:p>
          </p:txBody>
        </p:sp>
        <p:sp>
          <p:nvSpPr>
            <p:cNvPr id="29" name="Text 26"/>
            <p:cNvSpPr/>
            <p:nvPr/>
          </p:nvSpPr>
          <p:spPr>
            <a:xfrm>
              <a:off x="5405734" y="4380309"/>
              <a:ext cx="440385" cy="2095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FFFFFF"/>
                  </a:solidFill>
                  <a:latin typeface="Paperlogy 8 ExtraBold" pitchFamily="34" charset="0"/>
                  <a:ea typeface="Paperlogy 8 ExtraBold" pitchFamily="34" charset="-122"/>
                  <a:cs typeface="Paperlogy 8 ExtraBold" pitchFamily="34" charset="-120"/>
                </a:rPr>
                <a:t>3</a:t>
              </a:r>
              <a:endParaRPr lang="en-US" sz="20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5841802" y="4064198"/>
              <a:ext cx="4292501" cy="841772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5994202" y="4153049"/>
              <a:ext cx="4067455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6282B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성과에 따른 강력한 보상 (Top of Market 지향)</a:t>
              </a:r>
              <a:endParaRPr lang="en-US" sz="1400" dirty="0"/>
            </a:p>
          </p:txBody>
        </p:sp>
        <p:sp>
          <p:nvSpPr>
            <p:cNvPr id="32" name="Text 29"/>
            <p:cNvSpPr/>
            <p:nvPr/>
          </p:nvSpPr>
          <p:spPr>
            <a:xfrm>
              <a:off x="5994202" y="4362599"/>
              <a:ext cx="4067455" cy="3021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90"/>
                </a:lnSpc>
                <a:spcBef>
                  <a:spcPts val="300"/>
                </a:spcBef>
                <a:buNone/>
              </a:pPr>
              <a:r>
                <a:rPr lang="en-US" sz="105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보상 수준의 시장 경쟁력 회복 + 변동급 신설로 고성과에 확실히 보상 — 단, 개인 단기 인센티브보다 프로젝트·조직 단위 성과배분 중심 (협력이 </a:t>
              </a:r>
              <a:r>
                <a:rPr lang="en-US" sz="105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성과의</a:t>
              </a:r>
              <a:r>
                <a:rPr lang="en-US" sz="105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en-US" sz="1050" dirty="0" err="1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원천</a:t>
              </a:r>
              <a:r>
                <a:rPr lang="en-US" sz="105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)</a:t>
              </a:r>
              <a:endParaRPr lang="en-US" sz="105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5994202" y="4605713"/>
              <a:ext cx="4067455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050" dirty="0">
                  <a:solidFill>
                    <a:srgbClr val="A85A00"/>
                  </a:solidFill>
                  <a:latin typeface="Paperlogy 5 Medium" pitchFamily="34" charset="0"/>
                  <a:ea typeface="Paperlogy 5 Medium" pitchFamily="34" charset="-122"/>
                  <a:cs typeface="Paperlogy 5 Medium" pitchFamily="34" charset="-120"/>
                </a:rPr>
                <a:t>벤치마크: Netflix(인재밀도 — "최고의 복지는 최고의 동료") · HPWS 4번 관행(Pfeffer)</a:t>
              </a:r>
              <a:endParaRPr lang="en-US" sz="1050" dirty="0"/>
            </a:p>
          </p:txBody>
        </p:sp>
        <p:sp>
          <p:nvSpPr>
            <p:cNvPr id="34" name="Text 31"/>
            <p:cNvSpPr/>
            <p:nvPr/>
          </p:nvSpPr>
          <p:spPr>
            <a:xfrm>
              <a:off x="5410051" y="5007471"/>
              <a:ext cx="4724400" cy="646956"/>
            </a:xfrm>
            <a:prstGeom prst="rect">
              <a:avLst/>
            </a:prstGeom>
            <a:solidFill>
              <a:srgbClr val="FDF1E3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 dirty="0"/>
            </a:p>
          </p:txBody>
        </p:sp>
        <p:sp>
          <p:nvSpPr>
            <p:cNvPr id="35" name="Shape 32"/>
            <p:cNvSpPr/>
            <p:nvPr/>
          </p:nvSpPr>
          <p:spPr>
            <a:xfrm>
              <a:off x="5429101" y="5007471"/>
              <a:ext cx="0" cy="646956"/>
            </a:xfrm>
            <a:prstGeom prst="line">
              <a:avLst/>
            </a:prstGeom>
            <a:noFill/>
            <a:ln w="38100">
              <a:solidFill>
                <a:srgbClr val="F08000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36" name="Text 33"/>
            <p:cNvSpPr/>
            <p:nvPr/>
          </p:nvSpPr>
          <p:spPr>
            <a:xfrm>
              <a:off x="5600551" y="5096321"/>
              <a:ext cx="4469130" cy="4692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32"/>
                </a:lnSpc>
                <a:buNone/>
              </a:pPr>
              <a:r>
                <a:rPr lang="en-US" sz="105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무분별한 복제가 아닌 '번역' — 1/8 법칙 체크리스트 8번("외부 Best Practice를 무분별하게 복제하는 대신…")의 경고에 따라, 원리(분리·단순화·강한 보상)만 차용하고 제도의 형태는 92명·프로젝트 기반·재무 여력에 맞게 설계함</a:t>
              </a:r>
              <a:endParaRPr lang="en-US" sz="1050" dirty="0"/>
            </a:p>
          </p:txBody>
        </p:sp>
      </p:grpSp>
      <p:sp>
        <p:nvSpPr>
          <p:cNvPr id="37" name="Shape 34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558701" y="7308949"/>
            <a:ext cx="58466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이론: 보편론 vs 상황론(Session 2), OKR·CFR(Session 8), HPWS(Session 2), Netflix 케이스(Session 3), MS 케이스(Session 11)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18</a:t>
            </a:r>
            <a:endParaRPr lang="en-US" sz="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653462"/>
              </p:ext>
            </p:extLst>
          </p:nvPr>
        </p:nvGraphicFramePr>
        <p:xfrm>
          <a:off x="558700" y="4153048"/>
          <a:ext cx="4786577" cy="2809427"/>
        </p:xfrm>
        <a:graphic>
          <a:graphicData uri="http://schemas.openxmlformats.org/drawingml/2006/table">
            <a:tbl>
              <a:tblPr/>
              <a:tblGrid>
                <a:gridCol w="1622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4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5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영역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3년 목표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① 평가·보상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상시 성과관리 정착 + 강력한 성과 보상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② 확보·유지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핵심인재 이탈 차단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6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③ 육성·경력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컨설턴트 성장 시스템 구축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6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④ </a:t>
                      </a:r>
                      <a:r>
                        <a:rPr lang="en-US" sz="1200" dirty="0" err="1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재무</a:t>
                      </a: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 연동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인적자본 생산성 회복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34134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개선과제 도출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3413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② 개선과제 맵 — 기대이론(E→I→V)으로 끊어진 동기의 사슬을 복원함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81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2장 진단의 결론(동기 사슬 3곳 단절)에 1:1로 대응하는 9개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과제를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설계함</a:t>
            </a:r>
            <a:endParaRPr lang="en-US" sz="1550" dirty="0">
              <a:solidFill>
                <a:srgbClr val="26282B"/>
              </a:solidFill>
              <a:latin typeface="Paperlogy 7 Bold" pitchFamily="34" charset="0"/>
              <a:ea typeface="Paperlogy 7 Bold" pitchFamily="34" charset="-122"/>
              <a:cs typeface="Paperlogy 7 Bold" pitchFamily="34" charset="-120"/>
            </a:endParaRPr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육성으로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E를,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평가·보상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연계로</a:t>
            </a:r>
            <a:r>
              <a:rPr lang="en-US" sz="1550" dirty="0"/>
              <a:t> 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</a:t>
            </a:r>
            <a:r>
              <a:rPr lang="ko-KR" alt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를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, 총보상·시장 경쟁력으로 V를 복원하여 진단의 이론이 곧 처방의 설계 원리가 되게 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7562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8906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58701" y="7308949"/>
            <a:ext cx="58420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이론: 기대이론(Vroom, 1964) E-I-V · 핵심인재 유지 3단계 중 "② 시스템 개선하기"(Session 12) · Kotter 8단계 변화관리(Session 11)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19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130544"/>
              </p:ext>
            </p:extLst>
          </p:nvPr>
        </p:nvGraphicFramePr>
        <p:xfrm>
          <a:off x="558701" y="1950987"/>
          <a:ext cx="9573768" cy="503401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5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9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1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동기의 고리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끊어진 지점 (진단)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복원 과제 (처방)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24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E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노력→성과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역량을 키워주는 시스템 </a:t>
                      </a:r>
                      <a:r>
                        <a:rPr lang="en-US" sz="1200" b="1" dirty="0" err="1">
                          <a:solidFill>
                            <a:schemeClr val="accent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부재</a:t>
                      </a: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→ 성장이 운(어느 팀장)에 의존, 승진 기준은 추상적 (이슈③)</a:t>
                      </a:r>
                      <a:endParaRPr lang="en-US" sz="1200" b="1" dirty="0">
                        <a:solidFill>
                          <a:schemeClr val="accent2"/>
                        </a:solidFill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B1 역량모델(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행동지표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B2 경력경로 CDP·전문가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트랙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B3 컨설턴트 아카데미(70:20:10)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B4 지식관리 + A2 상시 피드백(분기 OKR 체크인)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67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I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성과→보상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구성원 48% 평가-보상 무관(자동 인상), 변동급 ≈ 0, 단기 영업익만 </a:t>
                      </a:r>
                      <a:r>
                        <a:rPr lang="en-US" sz="1200" b="1" dirty="0" err="1">
                          <a:solidFill>
                            <a:schemeClr val="accent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보상</a:t>
                      </a: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→ Kerr의 오류 (이슈①)</a:t>
                      </a:r>
                      <a:endParaRPr lang="en-US" sz="1200" b="1" dirty="0">
                        <a:solidFill>
                          <a:schemeClr val="accent2"/>
                        </a:solidFill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A1 평가 단순화·전사 표준화(프로젝트 단위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리뷰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A3 보상 4P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재설계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→ 자동 인상 폐지, 성과 연동 변동급(Gain/Profit-sharing), 별도 캘리브레이션, 페이밴드 공개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67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V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보상→가치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보상 수준 시장 열위(초임 3,400만), 금전 외 보상(성장·인정)도 빈약 (이슈①·②)</a:t>
                      </a:r>
                      <a:endParaRPr lang="en-US" sz="1200" b="1" dirty="0">
                        <a:solidFill>
                          <a:schemeClr val="accent2"/>
                        </a:solidFill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A4 총보상 체계(직접+간접+비금전: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자율성·성장·인정→자기결정이론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3욕구)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C5 핵심인재 리텐션(장기 인센티브) · Pay Level의 시장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경쟁력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회복</a:t>
                      </a:r>
                      <a:endParaRPr lang="en-US" sz="1200" dirty="0">
                        <a:solidFill>
                          <a:srgbClr val="3A3F45"/>
                        </a:solidFill>
                        <a:latin typeface="Paperlogy 4 Regular" pitchFamily="34" charset="0"/>
                        <a:ea typeface="Paperlogy 4 Regular" pitchFamily="34" charset="-122"/>
                        <a:cs typeface="Paperlogy 4 Regular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(Top of Market 지향)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67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기반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91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사슬 전체를 측정·관리할 주체와 데이터 부재</a:t>
                      </a:r>
                      <a:endParaRPr lang="en-US" sz="1200" b="1" dirty="0">
                        <a:solidFill>
                          <a:schemeClr val="accent2"/>
                        </a:solidFill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C1 HR 전담 기능 신설("자사를 0호 </a:t>
                      </a:r>
                      <a:r>
                        <a:rPr lang="en-US" sz="12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고객사로</a:t>
                      </a: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")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C2 구성원 경험 진단(eNPS·Stay Interview·이직원인 분석)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43419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개선과제 도출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43419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③ 단기 액션플랜 총괄 (2026.7 ~ 2027.6) — 제도별 변경 총괄·세부 설계는 p.21~25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81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1년 차에는 '진단 → 기준 → 제도'의 순서로 추진하며, 분기마다 눈에 보이는 산출물(TF 발족·역량모델·신평가제·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CDP·보상 개편안)을 만들어 "회사가 달라진다"는 단기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성과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</a:t>
            </a:r>
            <a:r>
              <a:rPr lang="en-US" sz="1550" dirty="0" err="1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신호를</a:t>
            </a: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조직에 보냄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7562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8906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6802189"/>
            <a:ext cx="97674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※ 절차공정성 원칙</a:t>
            </a:r>
            <a:r>
              <a:rPr lang="en-US" sz="9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모든 제도 설계에 구성원 의견수렴을 포함함(수용성의 전제, Session 7) · 담당 약어: TF = HR 전담 TF(전담 1명 + 내부 컨설턴트 겸직 4명) · 보상硏 = 넥스트보상연구본부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58701" y="7308949"/>
            <a:ext cx="4833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실행 자원: 자사 보유 방법론(조직진단·역량모델링·보상설계)을 자사에 적용 — "자사를 0호 고객사로", 외주 비용 최소화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20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101233"/>
              </p:ext>
            </p:extLst>
          </p:nvPr>
        </p:nvGraphicFramePr>
        <p:xfrm>
          <a:off x="558701" y="1950988"/>
          <a:ext cx="9575899" cy="4749704"/>
        </p:xfrm>
        <a:graphic>
          <a:graphicData uri="http://schemas.openxmlformats.org/drawingml/2006/table">
            <a:tbl>
              <a:tblPr/>
              <a:tblGrid>
                <a:gridCol w="644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8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63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43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3713"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분기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과제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핵심 실행 내용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담당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성공지표 (KPI)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713"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'26 3Q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C1 HR 전담 신설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HR파트 지정(전담 1명+겸직 TF 4명), 사내 컨설팅 프로젝트로 </a:t>
                      </a:r>
                      <a:r>
                        <a:rPr lang="en-US" sz="105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공식</a:t>
                      </a: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발족</a:t>
                      </a:r>
                      <a:endParaRPr lang="en-US" sz="1050" dirty="0">
                        <a:solidFill>
                          <a:srgbClr val="3A3F45"/>
                        </a:solidFill>
                        <a:latin typeface="Paperlogy 4 Regular" pitchFamily="34" charset="0"/>
                        <a:ea typeface="Paperlogy 4 Regular" pitchFamily="34" charset="-122"/>
                        <a:cs typeface="Paperlogy 4 Regular" pitchFamily="34" charset="-120"/>
                      </a:endParaRPr>
                    </a:p>
                    <a:p>
                      <a:pPr marL="0" indent="0" algn="l" latinLnBrk="0">
                        <a:buNone/>
                      </a:pPr>
                      <a:r>
                        <a:rPr lang="en-US" altLang="ko-KR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→ </a:t>
                      </a:r>
                      <a:r>
                        <a:rPr lang="en-US" sz="105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수익성</a:t>
                      </a: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데이터 공유로 위기감 조성, 킥오프 전사 설명회(Kotter ①·②)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대표이사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A85A0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TF 발족, 전사 설명회 1회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713"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'26 3Q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C2 구성원 경험 진단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전 직원 조직진단 서베이(자사 HR진단 솔루션 활용), 최근 2년 퇴직자 이직원인 분석, 직위·본부별 보상 데이터 분석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A85A0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응답률 80%+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713"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'26 3~4Q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B1 역량모델 구축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우수성과자 BEI 인터뷰(8~10명) + 전문가 패널 워크숍 → 역량군-역량-행동지표 도출 → 타당성 검증 (자사 역량모델링 방법론 활용)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TF+본부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A85A0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행동지표 커버리지 100%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713"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'26 4Q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A1 평가 재설계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프로젝트 단위 간이 리뷰(5문항) + 연 1회 종합 리뷰(3단계) 설계, 우수 본부 1on1 관행 전사 표준화, 구성원 의견수렴 2회, 평가자 교육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A85A0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'27.1Q 시행, 수용도 60%+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713"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'27 1Q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A2 상시 성과관리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분기 OKR 체크인 + 원온원(CFR) 도입 — "보상 산정과 분리" 원칙을 공표하여 도전적 목표와 솔직한 피드백 보호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본부장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A85A0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분기 체크인 실시율 90%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713"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'27 1~2Q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B2 경력경로 공표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승진 기준(PL→PM→수주)을 역량모델 행동지표로 구체화, 직위별 육성 로드맵 연결, 전문가 트랙(Dual Ladder) 설계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A85A0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전 직위 커버, 설명회 1회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713"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'27 2Q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A3 보상 설계 착수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시장 임금 조사(외부 형평성) + 직무·역량 가치 분석(내부 형평성) → Pay Band 재설계안, 변동급(집단 성과배분) 시뮬레이션 — 넥스트보상연구본부 방법론 활용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TF+보상硏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050" dirty="0">
                          <a:solidFill>
                            <a:srgbClr val="A85A0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'27.3Q 경영진 보고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5524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개선과제 — HR 제도 세부 설계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5524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③-0 변경 총괄표 — As-Is → To-Be와 변경의 근거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네 가지 제도 모두 '현재 어떠한가(As-Is) → 무엇으로 바꾸는가(To-Be) → 왜 바꾸는가(이론적 근거) →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어떻게 가능한가(실행적 근거)'의 구조로 설계함 — 모든 변경은 강의 이론과 자사 보유 자원에 근거함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415951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517452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58701" y="7308949"/>
            <a:ext cx="42493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구조: As-Is(p.7 운영 현황 기반) → To-Be → 이론적 근거(강의 세션) → 실행적 근거(자사 자원·재무 여건)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21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068501"/>
              </p:ext>
            </p:extLst>
          </p:nvPr>
        </p:nvGraphicFramePr>
        <p:xfrm>
          <a:off x="558700" y="1679376"/>
          <a:ext cx="9575899" cy="5305625"/>
        </p:xfrm>
        <a:graphic>
          <a:graphicData uri="http://schemas.openxmlformats.org/drawingml/2006/table">
            <a:tbl>
              <a:tblPr/>
              <a:tblGrid>
                <a:gridCol w="1174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2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11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7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611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제도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As-Is (현재)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To-Be (개선)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이론적 근거 — 왜 바꾸는가</a:t>
                      </a:r>
                      <a:endParaRPr lang="en-US" sz="10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1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성과평가</a:t>
                      </a:r>
                      <a:endParaRPr lang="en-US" sz="9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(A1)</a:t>
                      </a:r>
                      <a:endParaRPr lang="en-US" sz="9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8B9197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100점 산식·8개 KPI, 당해 영업익 중심(20~40%), 본부별 자체 운영으로 기준 상이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85A0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2층 구조 — 프로젝트 리뷰(개발용) + 연간 종합 3단계, 전사 표준 + 캘리브레이션</a:t>
                      </a:r>
                      <a:endParaRPr lang="en-US" sz="11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평가 5대 </a:t>
                      </a:r>
                      <a:r>
                        <a:rPr lang="en-US" sz="11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기준</a:t>
                      </a: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: 단순하고 구체적인 기준이 수용성·신뢰성을 </a:t>
                      </a:r>
                      <a:r>
                        <a:rPr lang="en-US" sz="11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높임</a:t>
                      </a: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MS </a:t>
                      </a:r>
                      <a:r>
                        <a:rPr lang="en-US" sz="11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사례</a:t>
                      </a: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— </a:t>
                      </a:r>
                      <a:r>
                        <a:rPr lang="en-US" sz="11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절대평가+상시</a:t>
                      </a: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피드백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11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상시</a:t>
                      </a:r>
                      <a:endParaRPr lang="en-US" sz="9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성과관리</a:t>
                      </a:r>
                      <a:endParaRPr lang="en-US" sz="9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(A2)</a:t>
                      </a:r>
                      <a:endParaRPr lang="en-US" sz="9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8B9197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연 1회 연말 평가 외 공식적 성과 대화 없음 — 기억 의존 평가, 피드백 공백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85A0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분기 OKR 체크인 + CFR(대화·피드백·인정) — 보상 산정과 분리 운영</a:t>
                      </a:r>
                      <a:endParaRPr lang="en-US" sz="11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OKR — "평가도구가 되는 </a:t>
                      </a:r>
                      <a:r>
                        <a:rPr lang="en-US" sz="11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순간</a:t>
                      </a: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변질</a:t>
                      </a: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“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수시(CONTINUOUS) </a:t>
                      </a:r>
                      <a:r>
                        <a:rPr lang="en-US" sz="11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성과관리</a:t>
                      </a:r>
                      <a:endParaRPr lang="en-US" sz="1100" dirty="0">
                        <a:solidFill>
                          <a:srgbClr val="3A3F45"/>
                        </a:solidFill>
                        <a:latin typeface="Paperlogy 4 Regular" pitchFamily="34" charset="0"/>
                        <a:ea typeface="Paperlogy 4 Regular" pitchFamily="34" charset="-122"/>
                        <a:cs typeface="Paperlogy 4 Regular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자기결정이론</a:t>
                      </a: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— </a:t>
                      </a:r>
                      <a:r>
                        <a:rPr lang="en-US" sz="1100" dirty="0" err="1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유능감·관계성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11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보상</a:t>
                      </a:r>
                      <a:endParaRPr lang="en-US" sz="9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(A3·A4)</a:t>
                      </a:r>
                      <a:endParaRPr lang="en-US" sz="9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8B9197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주임·선임 자동 정액 인상(평가 무관, 구성원 48%), 책임·수석 인상률만 차등, 변동급 ≈ 0, 페이밴드 비공개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85A0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Pay Band 공개 + 인상 매트릭스(밴드 위치×리뷰) + 변동급 2층(프로젝트 Gain-sharing·전사 Profit-sharing)</a:t>
                      </a:r>
                      <a:endParaRPr lang="en-US" sz="11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기대이론 — 수단성(I) 복원(S7) · 4P Model·외부/내부 형평성·총보상(S9) · Gain-sharing 설계 3요소(Harrah's) · 정보공정성(S7)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11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육성·경력</a:t>
                      </a:r>
                      <a:endParaRPr lang="en-US" sz="9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(B1·B2·B3)</a:t>
                      </a:r>
                      <a:endParaRPr lang="en-US" sz="9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8B9197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승진 기준(검증)만 있고 육성 없음 — 도제식 의존, 인당 교육비 69만 원, 단일 사다리(수석=영업 필수)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A85A0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역량모델(행동지표) + 직위별 육성 로드맵 + Dual Ladder(전문가 트랙 신설) + 컨설턴트 아카데미</a:t>
                      </a:r>
                      <a:endParaRPr lang="en-US" sz="11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역량모델링·BEI(McClelland·S5) · 70:20:10의 '10' 설계(S10) · 피터의 법칙 방지(S8) · 유능감 충족(S9)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7045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개선과제 — HR 제도 세부 설계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7045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③-1 제도설계 1 · 성과평가 (A1) — 2층 구조로 단순화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평가를 '프로젝트 리뷰(상시·개발용)'와 '연간 종합 리뷰(보상·승진 참고용)'의 2층 구조로 단순화하고,</a:t>
            </a:r>
            <a:endParaRPr lang="en-US" sz="1550" dirty="0"/>
          </a:p>
          <a:p>
            <a:pPr marL="0" indent="0" algn="l"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평가 5대 기준(Noe)을 설계 단계에서 장치로 충족시킴 — 등급은 승진의견서와 동일한 3단계 척도로 통일함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702279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B0076C77-B228-D8C1-5CF8-8716D24F801D}"/>
              </a:ext>
            </a:extLst>
          </p:cNvPr>
          <p:cNvGrpSpPr/>
          <p:nvPr/>
        </p:nvGrpSpPr>
        <p:grpSpPr>
          <a:xfrm>
            <a:off x="558701" y="1731963"/>
            <a:ext cx="9676632" cy="5262660"/>
            <a:chOff x="558701" y="1517452"/>
            <a:chExt cx="9676632" cy="5477171"/>
          </a:xfrm>
        </p:grpSpPr>
        <p:sp>
          <p:nvSpPr>
            <p:cNvPr id="9" name="Text 6"/>
            <p:cNvSpPr/>
            <p:nvPr/>
          </p:nvSpPr>
          <p:spPr>
            <a:xfrm>
              <a:off x="558701" y="1517452"/>
              <a:ext cx="9575899" cy="9525"/>
            </a:xfrm>
            <a:prstGeom prst="rect">
              <a:avLst/>
            </a:prstGeom>
            <a:solidFill>
              <a:srgbClr val="E3E6E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558701" y="1679377"/>
              <a:ext cx="5129784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600"/>
                </a:spcAft>
                <a:buNone/>
              </a:pPr>
              <a:r>
                <a:rPr lang="en-US" sz="105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신(新)평가 2층 구조 — 현행 100점 산식·8개 KPI를 대체함</a:t>
              </a:r>
              <a:endParaRPr lang="en-US" sz="1050" dirty="0"/>
            </a:p>
          </p:txBody>
        </p:sp>
        <p:sp>
          <p:nvSpPr>
            <p:cNvPr id="49" name="Text 46"/>
            <p:cNvSpPr/>
            <p:nvPr/>
          </p:nvSpPr>
          <p:spPr>
            <a:xfrm>
              <a:off x="5533103" y="1679377"/>
              <a:ext cx="4685168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600"/>
                </a:spcAft>
                <a:buNone/>
              </a:pPr>
              <a:r>
                <a:rPr lang="en-US" sz="1050" dirty="0" err="1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평가</a:t>
              </a:r>
              <a:r>
                <a:rPr lang="en-US" sz="105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 </a:t>
              </a:r>
              <a:r>
                <a:rPr lang="en-US" sz="1050" dirty="0" err="1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기준</a:t>
              </a:r>
              <a:r>
                <a:rPr lang="en-US" sz="105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 충족 설계 — 기준별 장치</a:t>
              </a:r>
              <a:endParaRPr lang="en-US" sz="1050" dirty="0"/>
            </a:p>
          </p:txBody>
        </p: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28E807A3-CE93-F0A3-D01F-1C48455B6959}"/>
                </a:ext>
              </a:extLst>
            </p:cNvPr>
            <p:cNvGrpSpPr/>
            <p:nvPr/>
          </p:nvGrpSpPr>
          <p:grpSpPr>
            <a:xfrm>
              <a:off x="558701" y="1917501"/>
              <a:ext cx="4787999" cy="5008957"/>
              <a:chOff x="558701" y="1917501"/>
              <a:chExt cx="5029200" cy="3494671"/>
            </a:xfrm>
          </p:grpSpPr>
          <p:sp>
            <p:nvSpPr>
              <p:cNvPr id="11" name="Text 8"/>
              <p:cNvSpPr/>
              <p:nvPr/>
            </p:nvSpPr>
            <p:spPr>
              <a:xfrm>
                <a:off x="558701" y="1917501"/>
                <a:ext cx="1055638" cy="1173157"/>
              </a:xfrm>
              <a:prstGeom prst="rect">
                <a:avLst/>
              </a:prstGeom>
              <a:solidFill>
                <a:srgbClr val="F08000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12" name="Text 9"/>
              <p:cNvSpPr/>
              <p:nvPr/>
            </p:nvSpPr>
            <p:spPr>
              <a:xfrm>
                <a:off x="685651" y="2057279"/>
                <a:ext cx="1131704" cy="26234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300" dirty="0">
                    <a:solidFill>
                      <a:srgbClr val="FFFFFF"/>
                    </a:solidFill>
                    <a:latin typeface="Paperlogy 8 ExtraBold" pitchFamily="34" charset="0"/>
                    <a:ea typeface="Paperlogy 8 ExtraBold" pitchFamily="34" charset="-122"/>
                    <a:cs typeface="Paperlogy 8 ExtraBold" pitchFamily="34" charset="-120"/>
                  </a:rPr>
                  <a:t>1층</a:t>
                </a:r>
                <a:endParaRPr lang="en-US" sz="1300" dirty="0"/>
              </a:p>
            </p:txBody>
          </p:sp>
          <p:sp>
            <p:nvSpPr>
              <p:cNvPr id="13" name="Text 10"/>
              <p:cNvSpPr/>
              <p:nvPr/>
            </p:nvSpPr>
            <p:spPr>
              <a:xfrm>
                <a:off x="685651" y="2354462"/>
                <a:ext cx="1131704" cy="3935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spcBef>
                    <a:spcPts val="200"/>
                  </a:spcBef>
                  <a:buNone/>
                </a:pPr>
                <a:r>
                  <a:rPr lang="en-US" sz="1000" dirty="0">
                    <a:solidFill>
                      <a:srgbClr val="FFFFFF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프로젝트 리뷰</a:t>
                </a:r>
                <a:endParaRPr lang="en-US" sz="1000" dirty="0"/>
              </a:p>
              <a:p>
                <a:pPr marL="0" indent="0" algn="l">
                  <a:spcBef>
                    <a:spcPts val="200"/>
                  </a:spcBef>
                  <a:buNone/>
                </a:pPr>
                <a:r>
                  <a:rPr lang="en-US" sz="1000" dirty="0">
                    <a:solidFill>
                      <a:srgbClr val="FFFFFF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(상시 · 개발용)</a:t>
                </a:r>
                <a:endParaRPr lang="en-US" sz="1000" dirty="0"/>
              </a:p>
            </p:txBody>
          </p:sp>
          <p:sp>
            <p:nvSpPr>
              <p:cNvPr id="14" name="Shape 11"/>
              <p:cNvSpPr/>
              <p:nvPr/>
            </p:nvSpPr>
            <p:spPr>
              <a:xfrm>
                <a:off x="1922115" y="1924059"/>
                <a:ext cx="3665786" cy="0"/>
              </a:xfrm>
              <a:prstGeom prst="line">
                <a:avLst/>
              </a:prstGeom>
              <a:noFill/>
              <a:ln w="9525">
                <a:solidFill>
                  <a:srgbClr val="E3E6E9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Shape 12"/>
              <p:cNvSpPr/>
              <p:nvPr/>
            </p:nvSpPr>
            <p:spPr>
              <a:xfrm>
                <a:off x="5583138" y="1917501"/>
                <a:ext cx="0" cy="1173157"/>
              </a:xfrm>
              <a:prstGeom prst="line">
                <a:avLst/>
              </a:prstGeom>
              <a:noFill/>
              <a:ln w="9525">
                <a:solidFill>
                  <a:srgbClr val="E3E6E9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" name="Shape 13"/>
              <p:cNvSpPr/>
              <p:nvPr/>
            </p:nvSpPr>
            <p:spPr>
              <a:xfrm>
                <a:off x="1922115" y="3084098"/>
                <a:ext cx="3665786" cy="0"/>
              </a:xfrm>
              <a:prstGeom prst="line">
                <a:avLst/>
              </a:prstGeom>
              <a:noFill/>
              <a:ln w="9525">
                <a:solidFill>
                  <a:srgbClr val="E3E6E9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 14"/>
              <p:cNvSpPr/>
              <p:nvPr/>
            </p:nvSpPr>
            <p:spPr>
              <a:xfrm>
                <a:off x="1723037" y="2035555"/>
                <a:ext cx="3783279" cy="20802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spcAft>
                    <a:spcPts val="300"/>
                  </a:spcAft>
                  <a:buNone/>
                </a:pPr>
                <a:r>
                  <a:rPr lang="en-US" sz="1100" dirty="0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시점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— 프로젝트 </a:t>
                </a:r>
                <a:r>
                  <a:rPr lang="en-US" sz="1100" dirty="0" err="1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종료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</a:t>
                </a:r>
                <a:r>
                  <a:rPr lang="en-US" sz="1100" dirty="0" err="1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시마다</a:t>
                </a:r>
                <a:endParaRPr lang="en-US" sz="1100" dirty="0"/>
              </a:p>
            </p:txBody>
          </p:sp>
          <p:sp>
            <p:nvSpPr>
              <p:cNvPr id="18" name="Text 15"/>
              <p:cNvSpPr/>
              <p:nvPr/>
            </p:nvSpPr>
            <p:spPr>
              <a:xfrm>
                <a:off x="1723037" y="2296050"/>
                <a:ext cx="3783279" cy="41605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spcAft>
                    <a:spcPts val="300"/>
                  </a:spcAft>
                  <a:buNone/>
                </a:pPr>
                <a:r>
                  <a:rPr lang="en-US" sz="1100" dirty="0" err="1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도구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— </a:t>
                </a:r>
                <a:r>
                  <a:rPr lang="en-US" sz="1100" dirty="0" err="1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간이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</a:t>
                </a:r>
                <a:r>
                  <a:rPr lang="en-US" sz="1100" dirty="0" err="1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리뷰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5문항: ①산출물 품질 ②고객 기여 ③</a:t>
                </a:r>
                <a:r>
                  <a:rPr lang="en-US" sz="1100" dirty="0" err="1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협업·지식공유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④성장 포인트 ⑤다음 과제 — 등급 없음, 피드백 대화 중심</a:t>
                </a:r>
                <a:endParaRPr lang="en-US" sz="1100" dirty="0"/>
              </a:p>
            </p:txBody>
          </p:sp>
          <p:sp>
            <p:nvSpPr>
              <p:cNvPr id="19" name="Text 16"/>
              <p:cNvSpPr/>
              <p:nvPr/>
            </p:nvSpPr>
            <p:spPr>
              <a:xfrm>
                <a:off x="1723037" y="2764575"/>
                <a:ext cx="3783279" cy="20802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참여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— PM·동료 </a:t>
                </a:r>
                <a:r>
                  <a:rPr lang="en-US" sz="1100" dirty="0" err="1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피드백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</a:t>
                </a:r>
                <a:r>
                  <a:rPr lang="en-US" sz="1100" dirty="0" err="1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포함</a:t>
                </a:r>
                <a:endParaRPr lang="en-US" sz="1100" dirty="0"/>
              </a:p>
            </p:txBody>
          </p:sp>
          <p:sp>
            <p:nvSpPr>
              <p:cNvPr id="20" name="Text 17"/>
              <p:cNvSpPr/>
              <p:nvPr/>
            </p:nvSpPr>
            <p:spPr>
              <a:xfrm>
                <a:off x="558701" y="3230437"/>
                <a:ext cx="1055638" cy="1381186"/>
              </a:xfrm>
              <a:prstGeom prst="rect">
                <a:avLst/>
              </a:prstGeom>
              <a:solidFill>
                <a:srgbClr val="26282B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21" name="Text 18"/>
              <p:cNvSpPr/>
              <p:nvPr/>
            </p:nvSpPr>
            <p:spPr>
              <a:xfrm>
                <a:off x="685651" y="3370214"/>
                <a:ext cx="1131704" cy="26234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300" dirty="0">
                    <a:solidFill>
                      <a:srgbClr val="FFFFFF"/>
                    </a:solidFill>
                    <a:latin typeface="Paperlogy 8 ExtraBold" pitchFamily="34" charset="0"/>
                    <a:ea typeface="Paperlogy 8 ExtraBold" pitchFamily="34" charset="-122"/>
                    <a:cs typeface="Paperlogy 8 ExtraBold" pitchFamily="34" charset="-120"/>
                  </a:rPr>
                  <a:t>2층</a:t>
                </a:r>
                <a:endParaRPr lang="en-US" sz="1300" dirty="0"/>
              </a:p>
            </p:txBody>
          </p:sp>
          <p:sp>
            <p:nvSpPr>
              <p:cNvPr id="22" name="Text 19"/>
              <p:cNvSpPr/>
              <p:nvPr/>
            </p:nvSpPr>
            <p:spPr>
              <a:xfrm>
                <a:off x="685651" y="3667398"/>
                <a:ext cx="1131704" cy="3935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spcBef>
                    <a:spcPts val="200"/>
                  </a:spcBef>
                  <a:buNone/>
                </a:pPr>
                <a:r>
                  <a:rPr lang="en-US" sz="1000" dirty="0">
                    <a:solidFill>
                      <a:srgbClr val="FFFFFF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연간 종합 리뷰</a:t>
                </a:r>
                <a:endParaRPr lang="en-US" sz="1000" dirty="0"/>
              </a:p>
              <a:p>
                <a:pPr marL="0" indent="0" algn="l">
                  <a:spcBef>
                    <a:spcPts val="200"/>
                  </a:spcBef>
                  <a:buNone/>
                </a:pPr>
                <a:r>
                  <a:rPr lang="en-US" sz="1000" dirty="0">
                    <a:solidFill>
                      <a:srgbClr val="FFFFFF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(보상·승진 참고)</a:t>
                </a:r>
                <a:endParaRPr lang="en-US" sz="1000" dirty="0"/>
              </a:p>
            </p:txBody>
          </p:sp>
          <p:sp>
            <p:nvSpPr>
              <p:cNvPr id="23" name="Shape 20"/>
              <p:cNvSpPr/>
              <p:nvPr/>
            </p:nvSpPr>
            <p:spPr>
              <a:xfrm>
                <a:off x="1922115" y="3236994"/>
                <a:ext cx="3665786" cy="0"/>
              </a:xfrm>
              <a:prstGeom prst="line">
                <a:avLst/>
              </a:prstGeom>
              <a:noFill/>
              <a:ln w="9525">
                <a:solidFill>
                  <a:srgbClr val="E3E6E9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Shape 21"/>
              <p:cNvSpPr/>
              <p:nvPr/>
            </p:nvSpPr>
            <p:spPr>
              <a:xfrm>
                <a:off x="5583138" y="3230437"/>
                <a:ext cx="0" cy="1381186"/>
              </a:xfrm>
              <a:prstGeom prst="line">
                <a:avLst/>
              </a:prstGeom>
              <a:noFill/>
              <a:ln w="9525">
                <a:solidFill>
                  <a:srgbClr val="E3E6E9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" name="Shape 22"/>
              <p:cNvSpPr/>
              <p:nvPr/>
            </p:nvSpPr>
            <p:spPr>
              <a:xfrm>
                <a:off x="1922115" y="4605063"/>
                <a:ext cx="3665786" cy="0"/>
              </a:xfrm>
              <a:prstGeom prst="line">
                <a:avLst/>
              </a:prstGeom>
              <a:noFill/>
              <a:ln w="9525">
                <a:solidFill>
                  <a:srgbClr val="E3E6E9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Text 23"/>
              <p:cNvSpPr/>
              <p:nvPr/>
            </p:nvSpPr>
            <p:spPr>
              <a:xfrm>
                <a:off x="1723037" y="3348490"/>
                <a:ext cx="3783279" cy="41605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spcAft>
                    <a:spcPts val="300"/>
                  </a:spcAft>
                  <a:buNone/>
                </a:pPr>
                <a:r>
                  <a:rPr lang="en-US" sz="1100" dirty="0">
                    <a:solidFill>
                      <a:srgbClr val="26282B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시점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— 연 1회 (4Q) · </a:t>
                </a:r>
                <a:r>
                  <a:rPr lang="en-US" sz="1100" dirty="0">
                    <a:solidFill>
                      <a:srgbClr val="26282B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투입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— 업적(연중 프로젝트 리뷰 종합) + 역량(행동지표 기반 — BARS 방식)</a:t>
                </a:r>
                <a:endParaRPr lang="en-US" sz="1100" dirty="0"/>
              </a:p>
            </p:txBody>
          </p:sp>
          <p:sp>
            <p:nvSpPr>
              <p:cNvPr id="27" name="Text 24"/>
              <p:cNvSpPr/>
              <p:nvPr/>
            </p:nvSpPr>
            <p:spPr>
              <a:xfrm>
                <a:off x="1723037" y="3817015"/>
                <a:ext cx="3783279" cy="41605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spcAft>
                    <a:spcPts val="300"/>
                  </a:spcAft>
                  <a:buNone/>
                </a:pPr>
                <a:r>
                  <a:rPr lang="en-US" sz="1100" dirty="0">
                    <a:solidFill>
                      <a:srgbClr val="26282B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등급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— 3단계: Exceeds / Meets / Needs Improvement — 승진 의견서 척도와 통일하여 제도 간 일관성 확보</a:t>
                </a:r>
                <a:endParaRPr lang="en-US" sz="1100" dirty="0"/>
              </a:p>
            </p:txBody>
          </p:sp>
          <p:sp>
            <p:nvSpPr>
              <p:cNvPr id="28" name="Text 25"/>
              <p:cNvSpPr/>
              <p:nvPr/>
            </p:nvSpPr>
            <p:spPr>
              <a:xfrm>
                <a:off x="1723037" y="4285540"/>
                <a:ext cx="3783279" cy="20802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26282B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조정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— 본부 간 편차는 캘리브레이션 위원회에서 조정 (신뢰성 확보)</a:t>
                </a:r>
                <a:endParaRPr lang="en-US" sz="1100" dirty="0"/>
              </a:p>
            </p:txBody>
          </p:sp>
          <p:sp>
            <p:nvSpPr>
              <p:cNvPr id="29" name="Text 26"/>
              <p:cNvSpPr/>
              <p:nvPr/>
            </p:nvSpPr>
            <p:spPr>
              <a:xfrm>
                <a:off x="558701" y="4751400"/>
                <a:ext cx="5029200" cy="660772"/>
              </a:xfrm>
              <a:prstGeom prst="rect">
                <a:avLst/>
              </a:prstGeom>
              <a:solidFill>
                <a:srgbClr val="FDF1E3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30" name="Shape 27"/>
              <p:cNvSpPr/>
              <p:nvPr/>
            </p:nvSpPr>
            <p:spPr>
              <a:xfrm>
                <a:off x="577751" y="4751400"/>
                <a:ext cx="0" cy="660772"/>
              </a:xfrm>
              <a:prstGeom prst="line">
                <a:avLst/>
              </a:prstGeom>
              <a:noFill/>
              <a:ln w="38100">
                <a:solidFill>
                  <a:srgbClr val="F08000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Text 28"/>
              <p:cNvSpPr/>
              <p:nvPr/>
            </p:nvSpPr>
            <p:spPr>
              <a:xfrm>
                <a:off x="736402" y="4873757"/>
                <a:ext cx="4806136" cy="41605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분리 원칙 — 1층(성장 대화)은 보상 산정에 직결하지 않음. 2층 결과도 보상의 '참고 입력'일 뿐, 최종 보상은 별도 캘리브레이션에서 시장가치·기여·역량을 종합해 결정함 (MS 모델)</a:t>
                </a:r>
                <a:endParaRPr lang="en-US" sz="1100" dirty="0"/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BE6D4C38-0BB6-FC3A-E698-4A45DC712535}"/>
                </a:ext>
              </a:extLst>
            </p:cNvPr>
            <p:cNvGrpSpPr/>
            <p:nvPr/>
          </p:nvGrpSpPr>
          <p:grpSpPr>
            <a:xfrm>
              <a:off x="5531466" y="5011825"/>
              <a:ext cx="4703867" cy="1982798"/>
              <a:chOff x="5093357" y="5551951"/>
              <a:chExt cx="5141976" cy="1442671"/>
            </a:xfrm>
          </p:grpSpPr>
          <p:sp>
            <p:nvSpPr>
              <p:cNvPr id="32" name="Text 29"/>
              <p:cNvSpPr/>
              <p:nvPr/>
            </p:nvSpPr>
            <p:spPr>
              <a:xfrm>
                <a:off x="5105549" y="5551951"/>
                <a:ext cx="5129784" cy="2229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spcAft>
                    <a:spcPts val="600"/>
                  </a:spcAft>
                  <a:buNone/>
                  <a:tabLst>
                    <a:tab pos="2962275" algn="l"/>
                  </a:tabLst>
                </a:pPr>
                <a:r>
                  <a:rPr lang="en-US" sz="1050" dirty="0">
                    <a:solidFill>
                      <a:srgbClr val="26282B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연간 </a:t>
                </a:r>
                <a:r>
                  <a:rPr lang="en-US" sz="1050" dirty="0" err="1">
                    <a:solidFill>
                      <a:srgbClr val="26282B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운영</a:t>
                </a:r>
                <a:r>
                  <a:rPr lang="en-US" sz="1050" dirty="0">
                    <a:solidFill>
                      <a:srgbClr val="26282B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 </a:t>
                </a:r>
                <a:r>
                  <a:rPr lang="ko-KR" altLang="en-US" sz="1050" dirty="0">
                    <a:solidFill>
                      <a:srgbClr val="26282B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방안</a:t>
                </a:r>
                <a:endParaRPr lang="en-US" sz="1050" dirty="0"/>
              </a:p>
            </p:txBody>
          </p:sp>
          <p:sp>
            <p:nvSpPr>
              <p:cNvPr id="33" name="Text 30"/>
              <p:cNvSpPr/>
              <p:nvPr/>
            </p:nvSpPr>
            <p:spPr>
              <a:xfrm>
                <a:off x="5105549" y="5879877"/>
                <a:ext cx="1219200" cy="275458"/>
              </a:xfrm>
              <a:prstGeom prst="rect">
                <a:avLst/>
              </a:prstGeom>
              <a:solidFill>
                <a:srgbClr val="3A3F45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34" name="Text 31"/>
              <p:cNvSpPr/>
              <p:nvPr/>
            </p:nvSpPr>
            <p:spPr>
              <a:xfrm>
                <a:off x="5093357" y="5932345"/>
                <a:ext cx="1243584" cy="17052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850" dirty="0">
                    <a:solidFill>
                      <a:srgbClr val="FFFFFF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1Q</a:t>
                </a:r>
                <a:endParaRPr lang="en-US" sz="850" dirty="0"/>
              </a:p>
            </p:txBody>
          </p:sp>
          <p:sp>
            <p:nvSpPr>
              <p:cNvPr id="35" name="Text 32"/>
              <p:cNvSpPr/>
              <p:nvPr/>
            </p:nvSpPr>
            <p:spPr>
              <a:xfrm>
                <a:off x="5105549" y="6155335"/>
                <a:ext cx="1219200" cy="839287"/>
              </a:xfrm>
              <a:prstGeom prst="rect">
                <a:avLst/>
              </a:prstGeom>
              <a:solidFill>
                <a:srgbClr val="F7F8F9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36" name="Text 33"/>
              <p:cNvSpPr/>
              <p:nvPr/>
            </p:nvSpPr>
            <p:spPr>
              <a:xfrm>
                <a:off x="5181749" y="6225224"/>
                <a:ext cx="1088136" cy="3541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050" dirty="0">
                    <a:solidFill>
                      <a:srgbClr val="6B7178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연간 목표·OKR 설정, 역량 개발계획 수립 (원온원)</a:t>
                </a:r>
                <a:endParaRPr lang="en-US" sz="1050" dirty="0"/>
              </a:p>
            </p:txBody>
          </p:sp>
          <p:sp>
            <p:nvSpPr>
              <p:cNvPr id="37" name="Text 34"/>
              <p:cNvSpPr/>
              <p:nvPr/>
            </p:nvSpPr>
            <p:spPr>
              <a:xfrm>
                <a:off x="6375499" y="5879877"/>
                <a:ext cx="1219200" cy="275458"/>
              </a:xfrm>
              <a:prstGeom prst="rect">
                <a:avLst/>
              </a:prstGeom>
              <a:solidFill>
                <a:srgbClr val="3A3F45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38" name="Text 35"/>
              <p:cNvSpPr/>
              <p:nvPr/>
            </p:nvSpPr>
            <p:spPr>
              <a:xfrm>
                <a:off x="6363307" y="5932345"/>
                <a:ext cx="1243584" cy="17052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850" dirty="0">
                    <a:solidFill>
                      <a:srgbClr val="FFFFFF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2Q</a:t>
                </a:r>
                <a:endParaRPr lang="en-US" sz="850" dirty="0"/>
              </a:p>
            </p:txBody>
          </p:sp>
          <p:sp>
            <p:nvSpPr>
              <p:cNvPr id="39" name="Text 36"/>
              <p:cNvSpPr/>
              <p:nvPr/>
            </p:nvSpPr>
            <p:spPr>
              <a:xfrm>
                <a:off x="6375499" y="6155335"/>
                <a:ext cx="1219200" cy="839287"/>
              </a:xfrm>
              <a:prstGeom prst="rect">
                <a:avLst/>
              </a:prstGeom>
              <a:solidFill>
                <a:srgbClr val="F7F8F9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40" name="Text 37"/>
              <p:cNvSpPr/>
              <p:nvPr/>
            </p:nvSpPr>
            <p:spPr>
              <a:xfrm>
                <a:off x="6451699" y="6225224"/>
                <a:ext cx="1088136" cy="3541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050" dirty="0">
                    <a:solidFill>
                      <a:srgbClr val="6B7178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분기 체크인 + 프로젝트 리뷰 (수시)</a:t>
                </a:r>
                <a:endParaRPr lang="en-US" sz="1050" dirty="0"/>
              </a:p>
            </p:txBody>
          </p:sp>
          <p:sp>
            <p:nvSpPr>
              <p:cNvPr id="41" name="Text 38"/>
              <p:cNvSpPr/>
              <p:nvPr/>
            </p:nvSpPr>
            <p:spPr>
              <a:xfrm>
                <a:off x="7645450" y="5879877"/>
                <a:ext cx="1219200" cy="275458"/>
              </a:xfrm>
              <a:prstGeom prst="rect">
                <a:avLst/>
              </a:prstGeom>
              <a:solidFill>
                <a:srgbClr val="3A3F45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42" name="Text 39"/>
              <p:cNvSpPr/>
              <p:nvPr/>
            </p:nvSpPr>
            <p:spPr>
              <a:xfrm>
                <a:off x="7633258" y="5932345"/>
                <a:ext cx="1243584" cy="17052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850" dirty="0">
                    <a:solidFill>
                      <a:srgbClr val="FFFFFF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3Q</a:t>
                </a:r>
                <a:endParaRPr lang="en-US" sz="850" dirty="0"/>
              </a:p>
            </p:txBody>
          </p:sp>
          <p:sp>
            <p:nvSpPr>
              <p:cNvPr id="43" name="Text 40"/>
              <p:cNvSpPr/>
              <p:nvPr/>
            </p:nvSpPr>
            <p:spPr>
              <a:xfrm>
                <a:off x="7645450" y="6155335"/>
                <a:ext cx="1219200" cy="839287"/>
              </a:xfrm>
              <a:prstGeom prst="rect">
                <a:avLst/>
              </a:prstGeom>
              <a:solidFill>
                <a:srgbClr val="F7F8F9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44" name="Text 41"/>
              <p:cNvSpPr/>
              <p:nvPr/>
            </p:nvSpPr>
            <p:spPr>
              <a:xfrm>
                <a:off x="7721650" y="6225224"/>
                <a:ext cx="1088136" cy="3541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050" dirty="0">
                    <a:solidFill>
                      <a:srgbClr val="6B7178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분기 체크인 + 중간 점검 원온원</a:t>
                </a:r>
                <a:endParaRPr lang="en-US" sz="1050" dirty="0"/>
              </a:p>
            </p:txBody>
          </p:sp>
          <p:sp>
            <p:nvSpPr>
              <p:cNvPr id="45" name="Text 42"/>
              <p:cNvSpPr/>
              <p:nvPr/>
            </p:nvSpPr>
            <p:spPr>
              <a:xfrm>
                <a:off x="8915400" y="5879877"/>
                <a:ext cx="1219200" cy="275458"/>
              </a:xfrm>
              <a:prstGeom prst="rect">
                <a:avLst/>
              </a:prstGeom>
              <a:solidFill>
                <a:srgbClr val="3A3F45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46" name="Text 43"/>
              <p:cNvSpPr/>
              <p:nvPr/>
            </p:nvSpPr>
            <p:spPr>
              <a:xfrm>
                <a:off x="8903208" y="5932345"/>
                <a:ext cx="1243584" cy="17052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850" dirty="0">
                    <a:solidFill>
                      <a:srgbClr val="FFFFFF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4Q</a:t>
                </a:r>
                <a:endParaRPr lang="en-US" sz="850" dirty="0"/>
              </a:p>
            </p:txBody>
          </p:sp>
          <p:sp>
            <p:nvSpPr>
              <p:cNvPr id="47" name="Text 44"/>
              <p:cNvSpPr/>
              <p:nvPr/>
            </p:nvSpPr>
            <p:spPr>
              <a:xfrm>
                <a:off x="8915400" y="6155335"/>
                <a:ext cx="1219200" cy="839287"/>
              </a:xfrm>
              <a:prstGeom prst="rect">
                <a:avLst/>
              </a:prstGeom>
              <a:solidFill>
                <a:srgbClr val="F7F8F9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dirty="0"/>
              </a:p>
            </p:txBody>
          </p:sp>
          <p:sp>
            <p:nvSpPr>
              <p:cNvPr id="48" name="Text 45"/>
              <p:cNvSpPr/>
              <p:nvPr/>
            </p:nvSpPr>
            <p:spPr>
              <a:xfrm>
                <a:off x="8991600" y="6225224"/>
                <a:ext cx="1088136" cy="3541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050" dirty="0">
                    <a:solidFill>
                      <a:srgbClr val="6B7178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연간 종합 리뷰 → 캘리브레이션 → 결과 면담(소명 절차)</a:t>
                </a:r>
                <a:endParaRPr lang="en-US" sz="1050" dirty="0"/>
              </a:p>
            </p:txBody>
          </p:sp>
        </p:grpSp>
        <p:sp>
          <p:nvSpPr>
            <p:cNvPr id="50" name="Shape 47"/>
            <p:cNvSpPr/>
            <p:nvPr/>
          </p:nvSpPr>
          <p:spPr>
            <a:xfrm>
              <a:off x="5541149" y="1930618"/>
              <a:ext cx="4593302" cy="0"/>
            </a:xfrm>
            <a:prstGeom prst="line">
              <a:avLst/>
            </a:prstGeom>
            <a:noFill/>
            <a:ln w="19050">
              <a:solidFill>
                <a:srgbClr val="26282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11F87865-9F46-C961-17E3-FBD189CCABB6}"/>
                </a:ext>
              </a:extLst>
            </p:cNvPr>
            <p:cNvGrpSpPr/>
            <p:nvPr/>
          </p:nvGrpSpPr>
          <p:grpSpPr>
            <a:xfrm>
              <a:off x="5535444" y="2039858"/>
              <a:ext cx="4658443" cy="2825906"/>
              <a:chOff x="5943451" y="2039858"/>
              <a:chExt cx="4250436" cy="2825906"/>
            </a:xfrm>
          </p:grpSpPr>
          <p:sp>
            <p:nvSpPr>
              <p:cNvPr id="51" name="Shape 48"/>
              <p:cNvSpPr/>
              <p:nvPr/>
            </p:nvSpPr>
            <p:spPr>
              <a:xfrm>
                <a:off x="5943451" y="2543431"/>
                <a:ext cx="4191000" cy="0"/>
              </a:xfrm>
              <a:prstGeom prst="line">
                <a:avLst/>
              </a:prstGeom>
              <a:noFill/>
              <a:ln w="9525">
                <a:solidFill>
                  <a:srgbClr val="EDF0F2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2800"/>
              </a:p>
            </p:txBody>
          </p:sp>
          <p:sp>
            <p:nvSpPr>
              <p:cNvPr id="52" name="Text 49"/>
              <p:cNvSpPr/>
              <p:nvPr/>
            </p:nvSpPr>
            <p:spPr>
              <a:xfrm>
                <a:off x="5943451" y="2039858"/>
                <a:ext cx="1243584" cy="4008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26282B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① 전략적 적합성</a:t>
                </a:r>
                <a:endParaRPr lang="en-US" sz="1100" dirty="0"/>
              </a:p>
            </p:txBody>
          </p:sp>
          <p:sp>
            <p:nvSpPr>
              <p:cNvPr id="53" name="Text 50"/>
              <p:cNvSpPr/>
              <p:nvPr/>
            </p:nvSpPr>
            <p:spPr>
              <a:xfrm>
                <a:off x="6921841" y="2039858"/>
                <a:ext cx="3272046" cy="4008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역량 평가에 </a:t>
                </a:r>
                <a:r>
                  <a:rPr lang="en-US" sz="1100" dirty="0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협업·지식공유·전문성 축적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을 명시적 </a:t>
                </a:r>
                <a:r>
                  <a:rPr lang="en-US" sz="1100" dirty="0" err="1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반영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—</a:t>
                </a:r>
              </a:p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차별화 전략이 요구하는 행동을 평가가 견인 (Kerr 오류 교정)</a:t>
                </a:r>
                <a:endParaRPr lang="en-US" sz="1100" dirty="0"/>
              </a:p>
            </p:txBody>
          </p:sp>
          <p:sp>
            <p:nvSpPr>
              <p:cNvPr id="54" name="Shape 51"/>
              <p:cNvSpPr/>
              <p:nvPr/>
            </p:nvSpPr>
            <p:spPr>
              <a:xfrm>
                <a:off x="5943451" y="3149684"/>
                <a:ext cx="4191000" cy="0"/>
              </a:xfrm>
              <a:prstGeom prst="line">
                <a:avLst/>
              </a:prstGeom>
              <a:noFill/>
              <a:ln w="9525">
                <a:solidFill>
                  <a:srgbClr val="EDF0F2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2800"/>
              </a:p>
            </p:txBody>
          </p:sp>
          <p:sp>
            <p:nvSpPr>
              <p:cNvPr id="55" name="Text 52"/>
              <p:cNvSpPr/>
              <p:nvPr/>
            </p:nvSpPr>
            <p:spPr>
              <a:xfrm>
                <a:off x="5943451" y="2646113"/>
                <a:ext cx="1243584" cy="4008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26282B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② 타당성</a:t>
                </a:r>
                <a:endParaRPr lang="en-US" sz="1100" dirty="0"/>
              </a:p>
            </p:txBody>
          </p:sp>
          <p:sp>
            <p:nvSpPr>
              <p:cNvPr id="56" name="Text 53"/>
              <p:cNvSpPr/>
              <p:nvPr/>
            </p:nvSpPr>
            <p:spPr>
              <a:xfrm>
                <a:off x="6921841" y="2646113"/>
                <a:ext cx="3272046" cy="4008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프로젝트 단위 리뷰로 </a:t>
                </a:r>
                <a:r>
                  <a:rPr lang="en-US" sz="1100" dirty="0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실제 수행한 일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을 평가 — </a:t>
                </a:r>
              </a:p>
              <a:p>
                <a:pPr marL="0" indent="0" algn="l">
                  <a:buNone/>
                </a:pPr>
                <a:r>
                  <a:rPr lang="en-US" sz="1100" dirty="0" err="1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연말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기억 의존(오염·부족) 제거</a:t>
                </a:r>
                <a:endParaRPr lang="en-US" sz="1100" dirty="0"/>
              </a:p>
            </p:txBody>
          </p:sp>
          <p:sp>
            <p:nvSpPr>
              <p:cNvPr id="57" name="Shape 54"/>
              <p:cNvSpPr/>
              <p:nvPr/>
            </p:nvSpPr>
            <p:spPr>
              <a:xfrm>
                <a:off x="5943451" y="3755938"/>
                <a:ext cx="4191000" cy="0"/>
              </a:xfrm>
              <a:prstGeom prst="line">
                <a:avLst/>
              </a:prstGeom>
              <a:noFill/>
              <a:ln w="9525">
                <a:solidFill>
                  <a:srgbClr val="EDF0F2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2800"/>
              </a:p>
            </p:txBody>
          </p:sp>
          <p:sp>
            <p:nvSpPr>
              <p:cNvPr id="58" name="Text 55"/>
              <p:cNvSpPr/>
              <p:nvPr/>
            </p:nvSpPr>
            <p:spPr>
              <a:xfrm>
                <a:off x="5943451" y="3252366"/>
                <a:ext cx="1243584" cy="4008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26282B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③ 신뢰성</a:t>
                </a:r>
                <a:endParaRPr lang="en-US" sz="1100" dirty="0"/>
              </a:p>
            </p:txBody>
          </p:sp>
          <p:sp>
            <p:nvSpPr>
              <p:cNvPr id="59" name="Text 56"/>
              <p:cNvSpPr/>
              <p:nvPr/>
            </p:nvSpPr>
            <p:spPr>
              <a:xfrm>
                <a:off x="6921841" y="3252366"/>
                <a:ext cx="3272046" cy="4008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전사 공통 양식 + </a:t>
                </a:r>
                <a:r>
                  <a:rPr lang="en-US" sz="1100" dirty="0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캘리브레이션 위원회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로 본부 간·평가자 간 편차 통제, 평가자 교육 의무화(관대화·후광 오류 방지)</a:t>
                </a:r>
                <a:endParaRPr lang="en-US" sz="1100" dirty="0"/>
              </a:p>
            </p:txBody>
          </p:sp>
          <p:sp>
            <p:nvSpPr>
              <p:cNvPr id="60" name="Shape 57"/>
              <p:cNvSpPr/>
              <p:nvPr/>
            </p:nvSpPr>
            <p:spPr>
              <a:xfrm>
                <a:off x="5943451" y="4362192"/>
                <a:ext cx="4191000" cy="0"/>
              </a:xfrm>
              <a:prstGeom prst="line">
                <a:avLst/>
              </a:prstGeom>
              <a:noFill/>
              <a:ln w="9525">
                <a:solidFill>
                  <a:srgbClr val="EDF0F2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2800"/>
              </a:p>
            </p:txBody>
          </p:sp>
          <p:sp>
            <p:nvSpPr>
              <p:cNvPr id="61" name="Text 58"/>
              <p:cNvSpPr/>
              <p:nvPr/>
            </p:nvSpPr>
            <p:spPr>
              <a:xfrm>
                <a:off x="5943451" y="3858620"/>
                <a:ext cx="1243584" cy="4008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26282B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④ 수용성</a:t>
                </a:r>
                <a:endParaRPr lang="en-US" sz="1100" dirty="0"/>
              </a:p>
            </p:txBody>
          </p:sp>
          <p:sp>
            <p:nvSpPr>
              <p:cNvPr id="62" name="Text 59"/>
              <p:cNvSpPr/>
              <p:nvPr/>
            </p:nvSpPr>
            <p:spPr>
              <a:xfrm>
                <a:off x="6921841" y="3858620"/>
                <a:ext cx="3272046" cy="4008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기준 사전 공개 + 설계 단계 구성원 의견수렴 2회 + </a:t>
                </a:r>
                <a:r>
                  <a:rPr lang="en-US" sz="1100" dirty="0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소명 절차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— 절차·정보공정성 확보</a:t>
                </a:r>
                <a:endParaRPr lang="en-US" sz="1100" dirty="0"/>
              </a:p>
            </p:txBody>
          </p:sp>
          <p:sp>
            <p:nvSpPr>
              <p:cNvPr id="63" name="Text 60"/>
              <p:cNvSpPr/>
              <p:nvPr/>
            </p:nvSpPr>
            <p:spPr>
              <a:xfrm>
                <a:off x="5943451" y="4464874"/>
                <a:ext cx="1243584" cy="4008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26282B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⑤ 구체성</a:t>
                </a:r>
                <a:endParaRPr lang="en-US" sz="1100" dirty="0"/>
              </a:p>
            </p:txBody>
          </p:sp>
          <p:sp>
            <p:nvSpPr>
              <p:cNvPr id="64" name="Text 61"/>
              <p:cNvSpPr/>
              <p:nvPr/>
            </p:nvSpPr>
            <p:spPr>
              <a:xfrm>
                <a:off x="6921841" y="4464874"/>
                <a:ext cx="3272046" cy="4008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역량모델의 </a:t>
                </a:r>
                <a:r>
                  <a:rPr lang="en-US" sz="1100" dirty="0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행동지표(BARS)</a:t>
                </a:r>
                <a:r>
                  <a:rPr lang="en-US" sz="110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로 "무엇을 하면 Exceeds인지"를 행동 수준으로 정의</a:t>
                </a:r>
                <a:endParaRPr lang="en-US" sz="1100" dirty="0"/>
              </a:p>
            </p:txBody>
          </p:sp>
        </p:grpSp>
      </p:grpSp>
      <p:sp>
        <p:nvSpPr>
          <p:cNvPr id="68" name="Shape 65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/>
          <p:nvPr/>
        </p:nvSpPr>
        <p:spPr>
          <a:xfrm>
            <a:off x="558701" y="7308949"/>
            <a:ext cx="59146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이론: 성과평가 5대 기준·조직공정성·평가자 오류(Session 7), BARS·평가센터(Session 8), Morgan Stanley·MS 케이스 — Noe 교재 8장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22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3833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개선과제 — HR 제도 세부 설계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383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③-2 </a:t>
            </a:r>
            <a:r>
              <a:rPr lang="en-US" sz="950" dirty="0" err="1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제도설계</a:t>
            </a: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2 · 보상체계 4P 재설계 (A3·A4)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81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역량/역할 중심 Pay Band를 설계·공개하고, 기본급 인상은 '밴드 내 위치 × 종합 리뷰' 매트릭스로,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변동급은 프로젝트 수익성 연동 집단 성과배분(Gain-sharing) + 전사 이익공유(Profit-sharing)의 2층으로 설계함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7562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8906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1950988"/>
            <a:ext cx="4922419" cy="22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5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Pay Band 구조(안) — 시장 조사 후 확정, 밴드 공개가 원칙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58701" y="2278231"/>
            <a:ext cx="1139901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직위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676251" y="2278231"/>
            <a:ext cx="2590699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밴드 범위 (만 원/년) — 시장 Median 이상 지향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58701" y="2860518"/>
            <a:ext cx="4825901" cy="0"/>
          </a:xfrm>
          <a:prstGeom prst="line">
            <a:avLst/>
          </a:prstGeom>
          <a:noFill/>
          <a:ln w="9525">
            <a:solidFill>
              <a:srgbClr val="EDF0F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4" name="Text 11"/>
          <p:cNvSpPr/>
          <p:nvPr/>
        </p:nvSpPr>
        <p:spPr>
          <a:xfrm>
            <a:off x="558701" y="2583588"/>
            <a:ext cx="1139901" cy="191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주임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676251" y="2583588"/>
            <a:ext cx="507950" cy="19184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2184202" y="2583588"/>
            <a:ext cx="660350" cy="191846"/>
          </a:xfrm>
          <a:prstGeom prst="rect">
            <a:avLst/>
          </a:prstGeom>
          <a:solidFill>
            <a:srgbClr val="F8DCB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4292352" y="2583588"/>
            <a:ext cx="1113943" cy="191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3,600~4,400 [안]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58701" y="3222529"/>
            <a:ext cx="4825901" cy="0"/>
          </a:xfrm>
          <a:prstGeom prst="line">
            <a:avLst/>
          </a:prstGeom>
          <a:noFill/>
          <a:ln w="9525">
            <a:solidFill>
              <a:srgbClr val="EDF0F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9" name="Text 16"/>
          <p:cNvSpPr/>
          <p:nvPr/>
        </p:nvSpPr>
        <p:spPr>
          <a:xfrm>
            <a:off x="558701" y="2945601"/>
            <a:ext cx="1139901" cy="191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선임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676251" y="2945601"/>
            <a:ext cx="787301" cy="19184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2463552" y="2945601"/>
            <a:ext cx="787301" cy="191846"/>
          </a:xfrm>
          <a:prstGeom prst="rect">
            <a:avLst/>
          </a:prstGeom>
          <a:solidFill>
            <a:srgbClr val="F2A5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4292352" y="2945601"/>
            <a:ext cx="1113943" cy="191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4,200~5,400 [안]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58701" y="3584542"/>
            <a:ext cx="4825901" cy="0"/>
          </a:xfrm>
          <a:prstGeom prst="line">
            <a:avLst/>
          </a:prstGeom>
          <a:noFill/>
          <a:ln w="9525">
            <a:solidFill>
              <a:srgbClr val="EDF0F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4" name="Text 21"/>
          <p:cNvSpPr/>
          <p:nvPr/>
        </p:nvSpPr>
        <p:spPr>
          <a:xfrm>
            <a:off x="558701" y="3307613"/>
            <a:ext cx="1139901" cy="191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책임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676251" y="3307613"/>
            <a:ext cx="1117550" cy="19184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2793802" y="3307613"/>
            <a:ext cx="939701" cy="19184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4292352" y="3307613"/>
            <a:ext cx="1113943" cy="191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5,200~6,800 [안]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58701" y="3669625"/>
            <a:ext cx="1139901" cy="191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수석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676251" y="3669625"/>
            <a:ext cx="1498550" cy="19184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30" name="Text 27"/>
          <p:cNvSpPr/>
          <p:nvPr/>
        </p:nvSpPr>
        <p:spPr>
          <a:xfrm>
            <a:off x="3174802" y="3669625"/>
            <a:ext cx="1041350" cy="191846"/>
          </a:xfrm>
          <a:prstGeom prst="rect">
            <a:avLst/>
          </a:prstGeom>
          <a:solidFill>
            <a:srgbClr val="C86A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4292352" y="3669625"/>
            <a:ext cx="1113943" cy="191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6,500~8,500+ [안]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58701" y="4114470"/>
            <a:ext cx="4922419" cy="22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기본급 인상 매트릭스 — 밴드 내 위치 × 연간 종합 리뷰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58701" y="4616174"/>
            <a:ext cx="1187351" cy="362012"/>
          </a:xfrm>
          <a:prstGeom prst="rect">
            <a:avLst/>
          </a:prstGeom>
          <a:solidFill>
            <a:srgbClr val="3A3F45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556543" y="4699008"/>
            <a:ext cx="1191667" cy="196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밴드 내 위치 ＼ 리뷰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746052" y="4616174"/>
            <a:ext cx="1187351" cy="362012"/>
          </a:xfrm>
          <a:prstGeom prst="rect">
            <a:avLst/>
          </a:prstGeom>
          <a:solidFill>
            <a:srgbClr val="3A3F45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36" name="Text 33"/>
          <p:cNvSpPr/>
          <p:nvPr/>
        </p:nvSpPr>
        <p:spPr>
          <a:xfrm>
            <a:off x="1743894" y="4652842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Needs Improvement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2933402" y="4616174"/>
            <a:ext cx="1187351" cy="362012"/>
          </a:xfrm>
          <a:prstGeom prst="rect">
            <a:avLst/>
          </a:prstGeom>
          <a:solidFill>
            <a:srgbClr val="3A3F45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38" name="Text 35"/>
          <p:cNvSpPr/>
          <p:nvPr/>
        </p:nvSpPr>
        <p:spPr>
          <a:xfrm>
            <a:off x="2931244" y="4652842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Meets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120753" y="4616174"/>
            <a:ext cx="1187351" cy="362012"/>
          </a:xfrm>
          <a:prstGeom prst="rect">
            <a:avLst/>
          </a:prstGeom>
          <a:solidFill>
            <a:srgbClr val="3A3F45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40" name="Text 37"/>
          <p:cNvSpPr/>
          <p:nvPr/>
        </p:nvSpPr>
        <p:spPr>
          <a:xfrm>
            <a:off x="4118595" y="4652842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Exceeds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558701" y="4978186"/>
            <a:ext cx="1187351" cy="362012"/>
          </a:xfrm>
          <a:prstGeom prst="rect">
            <a:avLst/>
          </a:prstGeom>
          <a:solidFill>
            <a:srgbClr val="3A3F45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42" name="Text 39"/>
          <p:cNvSpPr/>
          <p:nvPr/>
        </p:nvSpPr>
        <p:spPr>
          <a:xfrm>
            <a:off x="556543" y="5061019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하단 (~1/3)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1746052" y="4978186"/>
            <a:ext cx="1187351" cy="362012"/>
          </a:xfrm>
          <a:prstGeom prst="rect">
            <a:avLst/>
          </a:prstGeom>
          <a:solidFill>
            <a:srgbClr val="FDF1E3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44" name="Text 41"/>
          <p:cNvSpPr/>
          <p:nvPr/>
        </p:nvSpPr>
        <p:spPr>
          <a:xfrm>
            <a:off x="1743894" y="5061019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물가연동만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2933402" y="4978186"/>
            <a:ext cx="1187351" cy="362012"/>
          </a:xfrm>
          <a:prstGeom prst="rect">
            <a:avLst/>
          </a:prstGeom>
          <a:solidFill>
            <a:srgbClr val="F8DCBA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46" name="Text 43"/>
          <p:cNvSpPr/>
          <p:nvPr/>
        </p:nvSpPr>
        <p:spPr>
          <a:xfrm>
            <a:off x="2931244" y="5061019"/>
            <a:ext cx="1191667" cy="196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표준+α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4120753" y="4978186"/>
            <a:ext cx="1187351" cy="362012"/>
          </a:xfrm>
          <a:prstGeom prst="rect">
            <a:avLst/>
          </a:prstGeom>
          <a:solidFill>
            <a:srgbClr val="F08000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48" name="Text 45"/>
          <p:cNvSpPr/>
          <p:nvPr/>
        </p:nvSpPr>
        <p:spPr>
          <a:xfrm>
            <a:off x="4118595" y="5061019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최대 인상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558701" y="5340198"/>
            <a:ext cx="1187351" cy="362012"/>
          </a:xfrm>
          <a:prstGeom prst="rect">
            <a:avLst/>
          </a:prstGeom>
          <a:solidFill>
            <a:srgbClr val="3A3F45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50" name="Text 47"/>
          <p:cNvSpPr/>
          <p:nvPr/>
        </p:nvSpPr>
        <p:spPr>
          <a:xfrm>
            <a:off x="556543" y="5423031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중단 (1/3~2/3)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1746052" y="5340198"/>
            <a:ext cx="1187351" cy="362012"/>
          </a:xfrm>
          <a:prstGeom prst="rect">
            <a:avLst/>
          </a:prstGeom>
          <a:solidFill>
            <a:srgbClr val="F7F8F9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52" name="Text 49"/>
          <p:cNvSpPr/>
          <p:nvPr/>
        </p:nvSpPr>
        <p:spPr>
          <a:xfrm>
            <a:off x="1743894" y="5423031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동결 검토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2933402" y="5340198"/>
            <a:ext cx="1187351" cy="362012"/>
          </a:xfrm>
          <a:prstGeom prst="rect">
            <a:avLst/>
          </a:prstGeom>
          <a:solidFill>
            <a:srgbClr val="FDF1E3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54" name="Text 51"/>
          <p:cNvSpPr/>
          <p:nvPr/>
        </p:nvSpPr>
        <p:spPr>
          <a:xfrm>
            <a:off x="2931244" y="5423031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표준 인상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4120753" y="5340198"/>
            <a:ext cx="1187351" cy="362012"/>
          </a:xfrm>
          <a:prstGeom prst="rect">
            <a:avLst/>
          </a:prstGeom>
          <a:solidFill>
            <a:srgbClr val="F8DCBA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56" name="Text 53"/>
          <p:cNvSpPr/>
          <p:nvPr/>
        </p:nvSpPr>
        <p:spPr>
          <a:xfrm>
            <a:off x="4118595" y="5423031"/>
            <a:ext cx="1191667" cy="196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표준+α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558701" y="5702211"/>
            <a:ext cx="1187351" cy="322743"/>
          </a:xfrm>
          <a:prstGeom prst="rect">
            <a:avLst/>
          </a:prstGeom>
          <a:solidFill>
            <a:srgbClr val="3A3F45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58" name="Text 55"/>
          <p:cNvSpPr/>
          <p:nvPr/>
        </p:nvSpPr>
        <p:spPr>
          <a:xfrm>
            <a:off x="556543" y="5785043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상단 (2/3~)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1746052" y="5702211"/>
            <a:ext cx="1187351" cy="322743"/>
          </a:xfrm>
          <a:prstGeom prst="rect">
            <a:avLst/>
          </a:prstGeom>
          <a:solidFill>
            <a:srgbClr val="F7F8F9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60" name="Text 57"/>
          <p:cNvSpPr/>
          <p:nvPr/>
        </p:nvSpPr>
        <p:spPr>
          <a:xfrm>
            <a:off x="1743894" y="5785043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동결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2933402" y="5702211"/>
            <a:ext cx="1187351" cy="322743"/>
          </a:xfrm>
          <a:prstGeom prst="rect">
            <a:avLst/>
          </a:prstGeom>
          <a:solidFill>
            <a:srgbClr val="F7F8F9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62" name="Text 59"/>
          <p:cNvSpPr/>
          <p:nvPr/>
        </p:nvSpPr>
        <p:spPr>
          <a:xfrm>
            <a:off x="2931244" y="5785043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최소 인상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4120753" y="5702211"/>
            <a:ext cx="1187351" cy="322743"/>
          </a:xfrm>
          <a:prstGeom prst="rect">
            <a:avLst/>
          </a:prstGeom>
          <a:solidFill>
            <a:srgbClr val="FDF1E3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64" name="Text 61"/>
          <p:cNvSpPr/>
          <p:nvPr/>
        </p:nvSpPr>
        <p:spPr>
          <a:xfrm>
            <a:off x="4118595" y="5785043"/>
            <a:ext cx="1191667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승진·변동급으로 보상</a:t>
            </a:r>
            <a:endParaRPr lang="en-US" sz="1050" dirty="0"/>
          </a:p>
        </p:txBody>
      </p:sp>
      <p:sp>
        <p:nvSpPr>
          <p:cNvPr id="65" name="Text 62"/>
          <p:cNvSpPr/>
          <p:nvPr/>
        </p:nvSpPr>
        <p:spPr>
          <a:xfrm>
            <a:off x="558701" y="6182029"/>
            <a:ext cx="4825901" cy="624624"/>
          </a:xfrm>
          <a:prstGeom prst="rect">
            <a:avLst/>
          </a:prstGeom>
          <a:solidFill>
            <a:srgbClr val="FDF1E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66" name="Shape 63"/>
          <p:cNvSpPr/>
          <p:nvPr/>
        </p:nvSpPr>
        <p:spPr>
          <a:xfrm>
            <a:off x="577751" y="6182029"/>
            <a:ext cx="0" cy="624624"/>
          </a:xfrm>
          <a:prstGeom prst="line">
            <a:avLst/>
          </a:prstGeom>
          <a:noFill/>
          <a:ln w="38100">
            <a:solidFill>
              <a:srgbClr val="F08000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67" name="Text 64"/>
          <p:cNvSpPr/>
          <p:nvPr/>
        </p:nvSpPr>
        <p:spPr>
          <a:xfrm>
            <a:off x="736402" y="6286747"/>
            <a:ext cx="4598771" cy="41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설계 논리 — 같은 Exceeds라도 밴드 하단(시장 대비 저보상자)에게 더 큰 인상 → 내부 형평성과 외부 경쟁력을 동시에 회복. 주임·선임 자동 정액 인상은 이 매트릭스로 대체함</a:t>
            </a:r>
            <a:endParaRPr lang="en-US" sz="1050" dirty="0"/>
          </a:p>
        </p:txBody>
      </p:sp>
      <p:sp>
        <p:nvSpPr>
          <p:cNvPr id="68" name="Text 65"/>
          <p:cNvSpPr/>
          <p:nvPr/>
        </p:nvSpPr>
        <p:spPr>
          <a:xfrm>
            <a:off x="5740152" y="1950988"/>
            <a:ext cx="4482033" cy="22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50" dirty="0">
                <a:solidFill>
                  <a:srgbClr val="26282B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변동급 2층 설계 — "성과에 따른 강력한 보상"</a:t>
            </a:r>
            <a:endParaRPr lang="en-US" sz="1050" dirty="0"/>
          </a:p>
        </p:txBody>
      </p:sp>
      <p:sp>
        <p:nvSpPr>
          <p:cNvPr id="69" name="Text 66"/>
          <p:cNvSpPr/>
          <p:nvPr/>
        </p:nvSpPr>
        <p:spPr>
          <a:xfrm>
            <a:off x="5740152" y="2278231"/>
            <a:ext cx="1402259" cy="153354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70" name="Text 67"/>
          <p:cNvSpPr/>
          <p:nvPr/>
        </p:nvSpPr>
        <p:spPr>
          <a:xfrm>
            <a:off x="5867102" y="2400332"/>
            <a:ext cx="1171325" cy="453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1층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Gain-sharing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5867102" y="2888333"/>
            <a:ext cx="1171325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프로젝트 단위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7142411" y="2284775"/>
            <a:ext cx="2991892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73" name="Shape 70"/>
          <p:cNvSpPr/>
          <p:nvPr/>
        </p:nvSpPr>
        <p:spPr>
          <a:xfrm>
            <a:off x="10129540" y="2278231"/>
            <a:ext cx="0" cy="153354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74" name="Shape 71"/>
          <p:cNvSpPr/>
          <p:nvPr/>
        </p:nvSpPr>
        <p:spPr>
          <a:xfrm>
            <a:off x="7142411" y="3805226"/>
            <a:ext cx="2991892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75" name="Text 72"/>
          <p:cNvSpPr/>
          <p:nvPr/>
        </p:nvSpPr>
        <p:spPr>
          <a:xfrm>
            <a:off x="7282011" y="2396038"/>
            <a:ext cx="2757229" cy="622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26282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산식 구조</a:t>
            </a: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프로젝트 마진이 목표 기준선 초과 시, 초과분의 일정률(예: 30% [안])을 해당 프로젝트 팀 풀(pool)로 적립 → 기여도에 따라 팀 내 배분</a:t>
            </a:r>
            <a:endParaRPr lang="en-US" sz="1050" dirty="0"/>
          </a:p>
        </p:txBody>
      </p:sp>
      <p:sp>
        <p:nvSpPr>
          <p:cNvPr id="76" name="Text 73"/>
          <p:cNvSpPr/>
          <p:nvPr/>
        </p:nvSpPr>
        <p:spPr>
          <a:xfrm>
            <a:off x="7282011" y="3071181"/>
            <a:ext cx="2757229" cy="622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6282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효과</a:t>
            </a: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품질·효율 개선이 즉시 팀 보상으로 연결 (Harrah's Gain-sharing 구조의 적용: 측정지표·집계단위·보상규모의 3요소 설계)</a:t>
            </a:r>
            <a:endParaRPr lang="en-US" sz="1050" dirty="0"/>
          </a:p>
        </p:txBody>
      </p:sp>
      <p:sp>
        <p:nvSpPr>
          <p:cNvPr id="77" name="Text 74"/>
          <p:cNvSpPr/>
          <p:nvPr/>
        </p:nvSpPr>
        <p:spPr>
          <a:xfrm>
            <a:off x="5740152" y="3951258"/>
            <a:ext cx="1402259" cy="1325946"/>
          </a:xfrm>
          <a:prstGeom prst="rect">
            <a:avLst/>
          </a:prstGeom>
          <a:solidFill>
            <a:srgbClr val="2628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78" name="Text 75"/>
          <p:cNvSpPr/>
          <p:nvPr/>
        </p:nvSpPr>
        <p:spPr>
          <a:xfrm>
            <a:off x="5867102" y="4073360"/>
            <a:ext cx="1171325" cy="453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2층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Profit-sharing</a:t>
            </a:r>
            <a:endParaRPr lang="en-US" sz="1200" dirty="0"/>
          </a:p>
        </p:txBody>
      </p:sp>
      <p:sp>
        <p:nvSpPr>
          <p:cNvPr id="79" name="Text 76"/>
          <p:cNvSpPr/>
          <p:nvPr/>
        </p:nvSpPr>
        <p:spPr>
          <a:xfrm>
            <a:off x="5867102" y="4561360"/>
            <a:ext cx="1171325" cy="15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전사 단위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7142411" y="3957802"/>
            <a:ext cx="2991892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81" name="Shape 78"/>
          <p:cNvSpPr/>
          <p:nvPr/>
        </p:nvSpPr>
        <p:spPr>
          <a:xfrm>
            <a:off x="10129540" y="3951258"/>
            <a:ext cx="0" cy="1325946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82" name="Shape 79"/>
          <p:cNvSpPr/>
          <p:nvPr/>
        </p:nvSpPr>
        <p:spPr>
          <a:xfrm>
            <a:off x="7142411" y="5270659"/>
            <a:ext cx="2991892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83" name="Text 80"/>
          <p:cNvSpPr/>
          <p:nvPr/>
        </p:nvSpPr>
        <p:spPr>
          <a:xfrm>
            <a:off x="7282011" y="4069065"/>
            <a:ext cx="2757229" cy="622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26282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산식 구조</a:t>
            </a: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전사 영업이익률이 기준(예: 5% [안]) 초과 시, 초과이익의 일정률을 전 구성원에 배분 (직위별 기본 배분 + 종합 리뷰 가중)</a:t>
            </a:r>
            <a:endParaRPr lang="en-US" sz="1050" dirty="0"/>
          </a:p>
        </p:txBody>
      </p:sp>
      <p:sp>
        <p:nvSpPr>
          <p:cNvPr id="84" name="Text 81"/>
          <p:cNvSpPr/>
          <p:nvPr/>
        </p:nvSpPr>
        <p:spPr>
          <a:xfrm>
            <a:off x="7282011" y="4744208"/>
            <a:ext cx="2757229" cy="41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6282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효과</a:t>
            </a: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본부 사일로 완화: "회사가 잘 돼야 나도 받는다" — 협력이 성과의 원천(Session 4), 정보 공유(HPWS 7번 관행)</a:t>
            </a:r>
            <a:endParaRPr lang="en-US" sz="1050" dirty="0"/>
          </a:p>
        </p:txBody>
      </p:sp>
      <p:sp>
        <p:nvSpPr>
          <p:cNvPr id="85" name="Shape 82"/>
          <p:cNvSpPr/>
          <p:nvPr/>
        </p:nvSpPr>
        <p:spPr>
          <a:xfrm>
            <a:off x="5740152" y="5464550"/>
            <a:ext cx="4394150" cy="0"/>
          </a:xfrm>
          <a:prstGeom prst="line">
            <a:avLst/>
          </a:prstGeom>
          <a:noFill/>
          <a:ln w="19050">
            <a:solidFill>
              <a:srgbClr val="26282B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86" name="Text 83"/>
          <p:cNvSpPr/>
          <p:nvPr/>
        </p:nvSpPr>
        <p:spPr>
          <a:xfrm>
            <a:off x="5740152" y="5582357"/>
            <a:ext cx="4482033" cy="207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총보상(Total Rewards) 관점의 완성 (A4)</a:t>
            </a:r>
            <a:endParaRPr lang="en-US" sz="1050" dirty="0"/>
          </a:p>
        </p:txBody>
      </p:sp>
      <p:sp>
        <p:nvSpPr>
          <p:cNvPr id="87" name="Text 84"/>
          <p:cNvSpPr/>
          <p:nvPr/>
        </p:nvSpPr>
        <p:spPr>
          <a:xfrm>
            <a:off x="5740152" y="5842311"/>
            <a:ext cx="4482033" cy="207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· 직접 </a:t>
            </a:r>
            <a:r>
              <a:rPr lang="en-US" sz="1050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보상</a:t>
            </a: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: 기본급(Pay Band) + 변동급 2층 · 간접 보상 — 복리후생 정비</a:t>
            </a:r>
            <a:endParaRPr lang="en-US" sz="1050" dirty="0"/>
          </a:p>
        </p:txBody>
      </p:sp>
      <p:sp>
        <p:nvSpPr>
          <p:cNvPr id="88" name="Text 85"/>
          <p:cNvSpPr/>
          <p:nvPr/>
        </p:nvSpPr>
        <p:spPr>
          <a:xfrm>
            <a:off x="5740152" y="6024954"/>
            <a:ext cx="4482033" cy="41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· 비금전 </a:t>
            </a:r>
            <a:r>
              <a:rPr lang="en-US" sz="1050" dirty="0" err="1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보상</a:t>
            </a: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: 자율성 유지(현 강점), 성장 기회(아카데미·CDP), 인정(R 프로그램) — 내재적 동기를 훼손하지 않는 설계(자기결정이론)</a:t>
            </a:r>
            <a:endParaRPr lang="en-US" sz="1050" dirty="0"/>
          </a:p>
        </p:txBody>
      </p:sp>
      <p:sp>
        <p:nvSpPr>
          <p:cNvPr id="89" name="Text 86"/>
          <p:cNvSpPr/>
          <p:nvPr/>
        </p:nvSpPr>
        <p:spPr>
          <a:xfrm>
            <a:off x="5740152" y="6398550"/>
            <a:ext cx="4482033" cy="41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· </a:t>
            </a:r>
            <a:r>
              <a:rPr lang="en-US" sz="1050" dirty="0" err="1">
                <a:solidFill>
                  <a:srgbClr val="A85A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투명성</a:t>
            </a: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페이밴드·인상 매트릭스·변동급 산식 전면 공개 → 정보공정성 회복, "내 보상의 위치와 전망"을 누구나 알 수 있게 함</a:t>
            </a:r>
            <a:endParaRPr lang="en-US" sz="1050" dirty="0"/>
          </a:p>
        </p:txBody>
      </p:sp>
      <p:sp>
        <p:nvSpPr>
          <p:cNvPr id="90" name="Shape 87"/>
          <p:cNvSpPr/>
          <p:nvPr/>
        </p:nvSpPr>
        <p:spPr>
          <a:xfrm>
            <a:off x="558701" y="71264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8"/>
          <p:cNvSpPr/>
          <p:nvPr/>
        </p:nvSpPr>
        <p:spPr>
          <a:xfrm>
            <a:off x="558701" y="7194649"/>
            <a:ext cx="84154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이론: 임금전략 4P Model·외부/내부 형평성·변동급 유형(개인/집단)·총보상(Session 9), Gain-sharing 설계 3요소(Harrah's), HPWS(Session 2) ※ 금액·비율은 [안] — 시장 임금 조사('27.2Q) 후 확정</a:t>
            </a:r>
            <a:endParaRPr lang="en-US" sz="800" dirty="0"/>
          </a:p>
        </p:txBody>
      </p:sp>
      <p:sp>
        <p:nvSpPr>
          <p:cNvPr id="92" name="Text 89"/>
          <p:cNvSpPr/>
          <p:nvPr/>
        </p:nvSpPr>
        <p:spPr>
          <a:xfrm>
            <a:off x="8809137" y="7194649"/>
            <a:ext cx="13519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24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4089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개선과제 — HR 제도 세부 설계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408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③-4 제도설계 4 · 역량모델과 경력경로 (B1·B2)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역량모델(역량군-역량-행동지표)을 채용·평가·육성·승진의 공통 언어로 구축하고, 책임 이상에서 관리 트랙과</a:t>
            </a:r>
            <a:endParaRPr lang="en-US" sz="1550" dirty="0"/>
          </a:p>
          <a:p>
            <a:pPr marL="0" indent="0" algn="l"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전문가 트랙으로 갈라지는 Dual Ladder를 신설함 — 직위별 육성 로드맵은 HR아카데미 인프라로 운영함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92293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3EF591BA-8666-D039-02DF-F09EE7ED59A9}"/>
              </a:ext>
            </a:extLst>
          </p:cNvPr>
          <p:cNvGrpSpPr/>
          <p:nvPr/>
        </p:nvGrpSpPr>
        <p:grpSpPr>
          <a:xfrm>
            <a:off x="558701" y="1693862"/>
            <a:ext cx="9663484" cy="5291137"/>
            <a:chOff x="558701" y="1517452"/>
            <a:chExt cx="9663484" cy="5467548"/>
          </a:xfrm>
        </p:grpSpPr>
        <p:sp>
          <p:nvSpPr>
            <p:cNvPr id="9" name="Text 6"/>
            <p:cNvSpPr/>
            <p:nvPr/>
          </p:nvSpPr>
          <p:spPr>
            <a:xfrm>
              <a:off x="558701" y="1517452"/>
              <a:ext cx="9575899" cy="9525"/>
            </a:xfrm>
            <a:prstGeom prst="rect">
              <a:avLst/>
            </a:prstGeom>
            <a:solidFill>
              <a:srgbClr val="E3E6E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558701" y="1679377"/>
              <a:ext cx="4922419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600"/>
                </a:spcAft>
                <a:buNone/>
              </a:pPr>
              <a:r>
                <a:rPr lang="en-US" sz="105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컨설턴트 역량모델 구조(안) — McClelland·BEI 방법론으로 도출</a:t>
              </a:r>
              <a:endParaRPr lang="en-US" sz="1050" dirty="0"/>
            </a:p>
          </p:txBody>
        </p:sp>
        <p:sp>
          <p:nvSpPr>
            <p:cNvPr id="46" name="Text 43"/>
            <p:cNvSpPr/>
            <p:nvPr/>
          </p:nvSpPr>
          <p:spPr>
            <a:xfrm>
              <a:off x="5740152" y="1679377"/>
              <a:ext cx="4482033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600"/>
                </a:spcAft>
                <a:buNone/>
              </a:pPr>
              <a:r>
                <a:rPr lang="en-US" sz="105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Dual Ladder 구조(안) — 영업 없이도 최고 전문가로 성장</a:t>
              </a:r>
              <a:endParaRPr lang="en-US" sz="105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558701" y="1917502"/>
              <a:ext cx="1131539" cy="708511"/>
            </a:xfrm>
            <a:prstGeom prst="rect">
              <a:avLst/>
            </a:prstGeom>
            <a:solidFill>
              <a:srgbClr val="F08000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685651" y="2007785"/>
              <a:ext cx="1283812" cy="1858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컨설팅 전문역량</a:t>
              </a:r>
              <a:endParaRPr lang="en-US" sz="11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2071241" y="1923144"/>
              <a:ext cx="331336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14" name="Shape 11"/>
            <p:cNvSpPr/>
            <p:nvPr/>
          </p:nvSpPr>
          <p:spPr>
            <a:xfrm>
              <a:off x="5379839" y="1917502"/>
              <a:ext cx="0" cy="708511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15" name="Shape 12"/>
            <p:cNvSpPr/>
            <p:nvPr/>
          </p:nvSpPr>
          <p:spPr>
            <a:xfrm>
              <a:off x="2071241" y="2620370"/>
              <a:ext cx="331336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16" name="Text 13"/>
            <p:cNvSpPr/>
            <p:nvPr/>
          </p:nvSpPr>
          <p:spPr>
            <a:xfrm>
              <a:off x="1781179" y="2003905"/>
              <a:ext cx="3527946" cy="1685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200"/>
                </a:spcAft>
                <a:buNone/>
              </a:pPr>
              <a:r>
                <a:rPr lang="en-US" sz="105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문제정의 · 조사분석 · 산출물 설계 · 방법론 활용</a:t>
              </a:r>
              <a:endParaRPr lang="en-US" sz="105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1781179" y="2202458"/>
              <a:ext cx="3527946" cy="3371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행동지표 예시(선임)</a:t>
              </a:r>
              <a:r>
                <a:rPr lang="en-US" sz="105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— "고객 요구를 과업 범위로 번역하고, 분석 결과를 의사결정 가능한 형태로 구조화한다"</a:t>
              </a:r>
              <a:endParaRPr lang="en-US" sz="105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558701" y="2731284"/>
              <a:ext cx="1131539" cy="708511"/>
            </a:xfrm>
            <a:prstGeom prst="rect">
              <a:avLst/>
            </a:prstGeom>
            <a:solidFill>
              <a:srgbClr val="3A3F45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685651" y="2821568"/>
              <a:ext cx="1283812" cy="1858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고객·사업역량</a:t>
              </a:r>
              <a:endParaRPr lang="en-US" sz="1100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2071241" y="2736928"/>
              <a:ext cx="331336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21" name="Shape 18"/>
            <p:cNvSpPr/>
            <p:nvPr/>
          </p:nvSpPr>
          <p:spPr>
            <a:xfrm>
              <a:off x="5379839" y="2731284"/>
              <a:ext cx="0" cy="708511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22" name="Shape 19"/>
            <p:cNvSpPr/>
            <p:nvPr/>
          </p:nvSpPr>
          <p:spPr>
            <a:xfrm>
              <a:off x="2071241" y="3434154"/>
              <a:ext cx="331336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23" name="Text 20"/>
            <p:cNvSpPr/>
            <p:nvPr/>
          </p:nvSpPr>
          <p:spPr>
            <a:xfrm>
              <a:off x="1781179" y="2817689"/>
              <a:ext cx="3527946" cy="1685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200"/>
                </a:spcAft>
                <a:buNone/>
              </a:pPr>
              <a:r>
                <a:rPr lang="en-US" sz="105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프로젝트 관리(PL/PM) · 고객 관계 · 제안·수주</a:t>
              </a:r>
              <a:endParaRPr lang="en-US" sz="105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1781179" y="3016242"/>
              <a:ext cx="3527946" cy="3371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행동지표 예시(책임)</a:t>
              </a:r>
              <a:r>
                <a:rPr lang="en-US" sz="105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— "이해관계자 갈등 상황에서 대안을 설계해 합의를 끌어낸다" (승진 기준 'PM 가능'의 행동 번역)</a:t>
              </a:r>
              <a:endParaRPr lang="en-US" sz="105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558701" y="3545068"/>
              <a:ext cx="1131539" cy="708511"/>
            </a:xfrm>
            <a:prstGeom prst="rect">
              <a:avLst/>
            </a:prstGeom>
            <a:solidFill>
              <a:srgbClr val="8B919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685651" y="3635351"/>
              <a:ext cx="1283812" cy="1858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FFFFFF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공통역량</a:t>
              </a:r>
              <a:endParaRPr lang="en-US" sz="1100" dirty="0"/>
            </a:p>
          </p:txBody>
        </p:sp>
        <p:sp>
          <p:nvSpPr>
            <p:cNvPr id="27" name="Shape 24"/>
            <p:cNvSpPr/>
            <p:nvPr/>
          </p:nvSpPr>
          <p:spPr>
            <a:xfrm>
              <a:off x="2071241" y="3550711"/>
              <a:ext cx="331336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28" name="Shape 25"/>
            <p:cNvSpPr/>
            <p:nvPr/>
          </p:nvSpPr>
          <p:spPr>
            <a:xfrm>
              <a:off x="5379839" y="3545068"/>
              <a:ext cx="0" cy="708511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29" name="Shape 26"/>
            <p:cNvSpPr/>
            <p:nvPr/>
          </p:nvSpPr>
          <p:spPr>
            <a:xfrm>
              <a:off x="2071241" y="4247937"/>
              <a:ext cx="3313361" cy="0"/>
            </a:xfrm>
            <a:prstGeom prst="line">
              <a:avLst/>
            </a:prstGeom>
            <a:noFill/>
            <a:ln w="9525">
              <a:solidFill>
                <a:srgbClr val="E3E6E9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30" name="Text 27"/>
            <p:cNvSpPr/>
            <p:nvPr/>
          </p:nvSpPr>
          <p:spPr>
            <a:xfrm>
              <a:off x="1781179" y="3631472"/>
              <a:ext cx="3527946" cy="1685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200"/>
                </a:spcAft>
                <a:buNone/>
              </a:pPr>
              <a:r>
                <a:rPr lang="en-US" sz="105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협업·지식공유 · 책임감 · 학습민첩성(Learning Agility)</a:t>
              </a:r>
              <a:endParaRPr lang="en-US" sz="105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1781179" y="3830024"/>
              <a:ext cx="3527946" cy="3371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행동지표 예시</a:t>
              </a:r>
              <a:r>
                <a:rPr lang="en-US" sz="105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— "프로젝트 산출물·교훈을 지식체계에 등록하고 동료의 활용을 돕는다"</a:t>
              </a:r>
              <a:endParaRPr lang="en-US" sz="1050" dirty="0"/>
            </a:p>
          </p:txBody>
        </p:sp>
        <p:sp>
          <p:nvSpPr>
            <p:cNvPr id="32" name="Text 29"/>
            <p:cNvSpPr/>
            <p:nvPr/>
          </p:nvSpPr>
          <p:spPr>
            <a:xfrm>
              <a:off x="558701" y="4403993"/>
              <a:ext cx="4825901" cy="529709"/>
            </a:xfrm>
            <a:prstGeom prst="rect">
              <a:avLst/>
            </a:prstGeom>
            <a:solidFill>
              <a:srgbClr val="F7F8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558800" y="4444572"/>
              <a:ext cx="4777135" cy="3491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6282B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도출 절차(Session 5)</a:t>
              </a:r>
              <a:r>
                <a:rPr lang="en-US" sz="1050" dirty="0">
                  <a:solidFill>
                    <a:srgbClr val="6B7178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— 성과기준 정의 → 우수성과자 BEI 인터뷰(8~10명)·전문가 패널 → 모델 도출 → 타당성 검증 → 평가·승진·육성에 적용. 추상적이던 승진 기준("책임감, 팀웍 등")이 행동 수준으로 구체화됨</a:t>
              </a:r>
              <a:endParaRPr lang="en-US" sz="1050" dirty="0"/>
            </a:p>
          </p:txBody>
        </p:sp>
        <p:sp>
          <p:nvSpPr>
            <p:cNvPr id="34" name="Text 31"/>
            <p:cNvSpPr/>
            <p:nvPr/>
          </p:nvSpPr>
          <p:spPr>
            <a:xfrm>
              <a:off x="558701" y="5143666"/>
              <a:ext cx="4922419" cy="1918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900"/>
                </a:spcBef>
                <a:spcAft>
                  <a:spcPts val="600"/>
                </a:spcAft>
                <a:buNone/>
              </a:pPr>
              <a:r>
                <a:rPr lang="en-US" sz="140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직위별 육성 로드맵 — 70:20:10의 '10'을 설계함</a:t>
              </a:r>
              <a:endParaRPr lang="en-US" sz="1400" dirty="0"/>
            </a:p>
          </p:txBody>
        </p:sp>
        <p:sp>
          <p:nvSpPr>
            <p:cNvPr id="35" name="Shape 32"/>
            <p:cNvSpPr/>
            <p:nvPr/>
          </p:nvSpPr>
          <p:spPr>
            <a:xfrm>
              <a:off x="558701" y="5967904"/>
              <a:ext cx="4825901" cy="0"/>
            </a:xfrm>
            <a:prstGeom prst="line">
              <a:avLst/>
            </a:prstGeom>
            <a:noFill/>
            <a:ln w="9525">
              <a:solidFill>
                <a:srgbClr val="EDF0F2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36" name="Text 33"/>
            <p:cNvSpPr/>
            <p:nvPr/>
          </p:nvSpPr>
          <p:spPr>
            <a:xfrm>
              <a:off x="558701" y="5569387"/>
              <a:ext cx="725323" cy="325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주임</a:t>
              </a:r>
              <a:endParaRPr lang="en-US" sz="1050" dirty="0"/>
            </a:p>
          </p:txBody>
        </p:sp>
        <p:sp>
          <p:nvSpPr>
            <p:cNvPr id="37" name="Text 34"/>
            <p:cNvSpPr/>
            <p:nvPr/>
          </p:nvSpPr>
          <p:spPr>
            <a:xfrm>
              <a:off x="1269802" y="5569387"/>
              <a:ext cx="4197096" cy="325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컨설팅 기본기 부트캠프(분석·문서·고객 커뮤니케이션) + 멘토 지정(공식 멘토링) — 커리어 관심 분야 파악(기존 면담 관행 계승)</a:t>
              </a:r>
              <a:endParaRPr lang="en-US" sz="1050" dirty="0"/>
            </a:p>
          </p:txBody>
        </p:sp>
        <p:sp>
          <p:nvSpPr>
            <p:cNvPr id="38" name="Shape 35"/>
            <p:cNvSpPr/>
            <p:nvPr/>
          </p:nvSpPr>
          <p:spPr>
            <a:xfrm>
              <a:off x="558701" y="6277194"/>
              <a:ext cx="4825901" cy="0"/>
            </a:xfrm>
            <a:prstGeom prst="line">
              <a:avLst/>
            </a:prstGeom>
            <a:noFill/>
            <a:ln w="9525">
              <a:solidFill>
                <a:srgbClr val="EDF0F2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39" name="Text 36"/>
            <p:cNvSpPr/>
            <p:nvPr/>
          </p:nvSpPr>
          <p:spPr>
            <a:xfrm>
              <a:off x="558701" y="5977372"/>
              <a:ext cx="725323" cy="1625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선임</a:t>
              </a:r>
              <a:endParaRPr lang="en-US" sz="1050" dirty="0"/>
            </a:p>
          </p:txBody>
        </p:sp>
        <p:sp>
          <p:nvSpPr>
            <p:cNvPr id="40" name="Text 37"/>
            <p:cNvSpPr/>
            <p:nvPr/>
          </p:nvSpPr>
          <p:spPr>
            <a:xfrm>
              <a:off x="1269802" y="5977372"/>
              <a:ext cx="4197096" cy="1625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PL 양성과정(프로젝트 리드 시뮬레이션) + 직무전문 심화(HRM/HRD/보상 트랙 선택) + 코칭</a:t>
              </a:r>
              <a:endParaRPr lang="en-US" sz="1050" dirty="0"/>
            </a:p>
          </p:txBody>
        </p:sp>
        <p:sp>
          <p:nvSpPr>
            <p:cNvPr id="41" name="Shape 38"/>
            <p:cNvSpPr/>
            <p:nvPr/>
          </p:nvSpPr>
          <p:spPr>
            <a:xfrm>
              <a:off x="558701" y="6586485"/>
              <a:ext cx="4825901" cy="0"/>
            </a:xfrm>
            <a:prstGeom prst="line">
              <a:avLst/>
            </a:prstGeom>
            <a:noFill/>
            <a:ln w="9525">
              <a:solidFill>
                <a:srgbClr val="EDF0F2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42" name="Text 39"/>
            <p:cNvSpPr/>
            <p:nvPr/>
          </p:nvSpPr>
          <p:spPr>
            <a:xfrm>
              <a:off x="558701" y="6322762"/>
              <a:ext cx="725323" cy="1625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책임</a:t>
              </a:r>
              <a:endParaRPr lang="en-US" sz="1050" dirty="0"/>
            </a:p>
          </p:txBody>
        </p:sp>
        <p:sp>
          <p:nvSpPr>
            <p:cNvPr id="43" name="Text 40"/>
            <p:cNvSpPr/>
            <p:nvPr/>
          </p:nvSpPr>
          <p:spPr>
            <a:xfrm>
              <a:off x="1269802" y="6322762"/>
              <a:ext cx="4197096" cy="1625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PM 역량과정(범위·품질·리스크 관리) + 제안·수주 실전(수석 동행 영업) — 트랙 선택 상담</a:t>
              </a:r>
              <a:endParaRPr lang="en-US" sz="1050" dirty="0"/>
            </a:p>
          </p:txBody>
        </p:sp>
        <p:sp>
          <p:nvSpPr>
            <p:cNvPr id="44" name="Text 41"/>
            <p:cNvSpPr/>
            <p:nvPr/>
          </p:nvSpPr>
          <p:spPr>
            <a:xfrm>
              <a:off x="558701" y="6659839"/>
              <a:ext cx="725323" cy="325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6282B"/>
                  </a:solidFill>
                  <a:latin typeface="Paperlogy 6 SemiBold" pitchFamily="34" charset="0"/>
                  <a:ea typeface="Paperlogy 6 SemiBold" pitchFamily="34" charset="-122"/>
                  <a:cs typeface="Paperlogy 6 SemiBold" pitchFamily="34" charset="-120"/>
                </a:rPr>
                <a:t>전 직위</a:t>
              </a:r>
              <a:endParaRPr lang="en-US" sz="1050" dirty="0"/>
            </a:p>
          </p:txBody>
        </p:sp>
        <p:sp>
          <p:nvSpPr>
            <p:cNvPr id="45" name="Text 42"/>
            <p:cNvSpPr/>
            <p:nvPr/>
          </p:nvSpPr>
          <p:spPr>
            <a:xfrm>
              <a:off x="1269802" y="6659839"/>
              <a:ext cx="4197096" cy="325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3A3F45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전략적 프로젝트 배치(70) + 멘토링·코칭 제도화(20) + HR아카데미 필수과정(10) — 교육 효과는 Kirkpatrick 4수준으로 측정</a:t>
              </a:r>
              <a:endParaRPr lang="en-US" sz="1050" dirty="0"/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312EEAAE-0C14-7387-DFAE-C2F67CFF6978}"/>
                </a:ext>
              </a:extLst>
            </p:cNvPr>
            <p:cNvGrpSpPr/>
            <p:nvPr/>
          </p:nvGrpSpPr>
          <p:grpSpPr>
            <a:xfrm>
              <a:off x="5727452" y="1917502"/>
              <a:ext cx="4406850" cy="5067498"/>
              <a:chOff x="5727452" y="1917502"/>
              <a:chExt cx="4406850" cy="3757158"/>
            </a:xfrm>
          </p:grpSpPr>
          <p:sp>
            <p:nvSpPr>
              <p:cNvPr id="47" name="Text 44"/>
              <p:cNvSpPr/>
              <p:nvPr/>
            </p:nvSpPr>
            <p:spPr>
              <a:xfrm>
                <a:off x="5740152" y="1917502"/>
                <a:ext cx="1269950" cy="308233"/>
              </a:xfrm>
              <a:prstGeom prst="rect">
                <a:avLst/>
              </a:prstGeom>
              <a:solidFill>
                <a:srgbClr val="26282B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sz="2800" dirty="0"/>
              </a:p>
            </p:txBody>
          </p:sp>
          <p:sp>
            <p:nvSpPr>
              <p:cNvPr id="48" name="Text 45"/>
              <p:cNvSpPr/>
              <p:nvPr/>
            </p:nvSpPr>
            <p:spPr>
              <a:xfrm>
                <a:off x="5727452" y="1992620"/>
                <a:ext cx="1295349" cy="1579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FFFFFF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주임 (3년)</a:t>
                </a:r>
                <a:endParaRPr lang="en-US" sz="1100" dirty="0"/>
              </a:p>
            </p:txBody>
          </p:sp>
          <p:sp>
            <p:nvSpPr>
              <p:cNvPr id="49" name="Text 46"/>
              <p:cNvSpPr/>
              <p:nvPr/>
            </p:nvSpPr>
            <p:spPr>
              <a:xfrm>
                <a:off x="5740152" y="2285865"/>
                <a:ext cx="1269950" cy="308233"/>
              </a:xfrm>
              <a:prstGeom prst="rect">
                <a:avLst/>
              </a:prstGeom>
              <a:solidFill>
                <a:srgbClr val="26282B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sz="2800" dirty="0"/>
              </a:p>
            </p:txBody>
          </p:sp>
          <p:sp>
            <p:nvSpPr>
              <p:cNvPr id="50" name="Text 47"/>
              <p:cNvSpPr/>
              <p:nvPr/>
            </p:nvSpPr>
            <p:spPr>
              <a:xfrm>
                <a:off x="5727452" y="2360982"/>
                <a:ext cx="1295349" cy="1579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FFFFFF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선임 (4년)</a:t>
                </a:r>
                <a:endParaRPr lang="en-US" sz="1100" dirty="0"/>
              </a:p>
            </p:txBody>
          </p:sp>
          <p:sp>
            <p:nvSpPr>
              <p:cNvPr id="51" name="Text 48"/>
              <p:cNvSpPr/>
              <p:nvPr/>
            </p:nvSpPr>
            <p:spPr>
              <a:xfrm>
                <a:off x="5740152" y="2654226"/>
                <a:ext cx="1269950" cy="308233"/>
              </a:xfrm>
              <a:prstGeom prst="rect">
                <a:avLst/>
              </a:prstGeom>
              <a:solidFill>
                <a:srgbClr val="26282B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sz="2800" dirty="0"/>
              </a:p>
            </p:txBody>
          </p:sp>
          <p:sp>
            <p:nvSpPr>
              <p:cNvPr id="52" name="Text 49"/>
              <p:cNvSpPr/>
              <p:nvPr/>
            </p:nvSpPr>
            <p:spPr>
              <a:xfrm>
                <a:off x="5727452" y="2729345"/>
                <a:ext cx="1295349" cy="1579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FFFFFF"/>
                    </a:solidFill>
                    <a:latin typeface="Paperlogy 6 SemiBold" pitchFamily="34" charset="0"/>
                    <a:ea typeface="Paperlogy 6 SemiBold" pitchFamily="34" charset="-122"/>
                    <a:cs typeface="Paperlogy 6 SemiBold" pitchFamily="34" charset="-120"/>
                  </a:rPr>
                  <a:t>책임 — 분기점</a:t>
                </a:r>
                <a:endParaRPr lang="en-US" sz="1100" dirty="0"/>
              </a:p>
            </p:txBody>
          </p:sp>
          <p:sp>
            <p:nvSpPr>
              <p:cNvPr id="53" name="Text 50"/>
              <p:cNvSpPr/>
              <p:nvPr/>
            </p:nvSpPr>
            <p:spPr>
              <a:xfrm>
                <a:off x="7006292" y="2679266"/>
                <a:ext cx="388620" cy="2595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F08000"/>
                    </a:solidFill>
                    <a:latin typeface="Paperlogy 7 Bold" pitchFamily="34" charset="0"/>
                    <a:ea typeface="Paperlogy 7 Bold" pitchFamily="34" charset="-122"/>
                    <a:cs typeface="Paperlogy 7 Bold" pitchFamily="34" charset="-120"/>
                  </a:rPr>
                  <a:t>⟨</a:t>
                </a:r>
                <a:endParaRPr lang="en-US" dirty="0"/>
              </a:p>
            </p:txBody>
          </p:sp>
          <p:sp>
            <p:nvSpPr>
              <p:cNvPr id="54" name="Text 51"/>
              <p:cNvSpPr/>
              <p:nvPr/>
            </p:nvSpPr>
            <p:spPr>
              <a:xfrm>
                <a:off x="7391102" y="1917502"/>
                <a:ext cx="2743200" cy="762117"/>
              </a:xfrm>
              <a:prstGeom prst="rect">
                <a:avLst/>
              </a:prstGeom>
              <a:noFill/>
              <a:ln w="9525">
                <a:solidFill>
                  <a:srgbClr val="F08000"/>
                </a:solidFill>
              </a:ln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sz="2800" dirty="0"/>
              </a:p>
            </p:txBody>
          </p:sp>
          <p:sp>
            <p:nvSpPr>
              <p:cNvPr id="55" name="Text 52"/>
              <p:cNvSpPr/>
              <p:nvPr/>
            </p:nvSpPr>
            <p:spPr>
              <a:xfrm>
                <a:off x="7527578" y="2019071"/>
                <a:ext cx="2519654" cy="1918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F08000"/>
                    </a:solidFill>
                    <a:latin typeface="Paperlogy 7 Bold" pitchFamily="34" charset="0"/>
                    <a:ea typeface="Paperlogy 7 Bold" pitchFamily="34" charset="-122"/>
                    <a:cs typeface="Paperlogy 7 Bold" pitchFamily="34" charset="-120"/>
                  </a:rPr>
                  <a:t>관리 트랙 — 수석 · 본부장</a:t>
                </a:r>
                <a:endParaRPr lang="en-US" sz="1100" dirty="0"/>
              </a:p>
            </p:txBody>
          </p:sp>
          <p:sp>
            <p:nvSpPr>
              <p:cNvPr id="56" name="Text 53"/>
              <p:cNvSpPr/>
              <p:nvPr/>
            </p:nvSpPr>
            <p:spPr>
              <a:xfrm>
                <a:off x="7527578" y="2240898"/>
                <a:ext cx="2519654" cy="3371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spcBef>
                    <a:spcPts val="200"/>
                  </a:spcBef>
                  <a:buNone/>
                </a:pPr>
                <a:r>
                  <a:rPr lang="en-US" sz="105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요건: 독자 수주(현행 기준 유지) + 조직관리 역량. 사업 성장과 팀 운영을 책임짐</a:t>
                </a:r>
                <a:endParaRPr lang="en-US" sz="1050" dirty="0"/>
              </a:p>
            </p:txBody>
          </p:sp>
          <p:sp>
            <p:nvSpPr>
              <p:cNvPr id="57" name="Text 54"/>
              <p:cNvSpPr/>
              <p:nvPr/>
            </p:nvSpPr>
            <p:spPr>
              <a:xfrm>
                <a:off x="7391102" y="2769902"/>
                <a:ext cx="2743200" cy="930693"/>
              </a:xfrm>
              <a:prstGeom prst="rect">
                <a:avLst/>
              </a:prstGeom>
              <a:noFill/>
              <a:ln w="9525">
                <a:solidFill>
                  <a:srgbClr val="26282B"/>
                </a:solidFill>
              </a:ln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sz="2800" dirty="0"/>
              </a:p>
            </p:txBody>
          </p:sp>
          <p:sp>
            <p:nvSpPr>
              <p:cNvPr id="58" name="Text 55"/>
              <p:cNvSpPr/>
              <p:nvPr/>
            </p:nvSpPr>
            <p:spPr>
              <a:xfrm>
                <a:off x="7527578" y="2871471"/>
                <a:ext cx="2519654" cy="1918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26282B"/>
                    </a:solidFill>
                    <a:latin typeface="Paperlogy 7 Bold" pitchFamily="34" charset="0"/>
                    <a:ea typeface="Paperlogy 7 Bold" pitchFamily="34" charset="-122"/>
                    <a:cs typeface="Paperlogy 7 Bold" pitchFamily="34" charset="-120"/>
                  </a:rPr>
                  <a:t>전문가 트랙 — Principal 컨설턴트 [신설]</a:t>
                </a:r>
                <a:endParaRPr lang="en-US" sz="1100" dirty="0"/>
              </a:p>
            </p:txBody>
          </p:sp>
          <p:sp>
            <p:nvSpPr>
              <p:cNvPr id="59" name="Text 56"/>
              <p:cNvSpPr/>
              <p:nvPr/>
            </p:nvSpPr>
            <p:spPr>
              <a:xfrm>
                <a:off x="7527578" y="3093300"/>
                <a:ext cx="2519654" cy="50572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spcBef>
                    <a:spcPts val="200"/>
                  </a:spcBef>
                  <a:buNone/>
                </a:pPr>
                <a:r>
                  <a:rPr lang="en-US" sz="1050" dirty="0">
                    <a:solidFill>
                      <a:srgbClr val="3A3F45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요건: 방법론·품질 리더십 + 지식자산 기여 + 후배 육성. 수주 의무 없이 수석급 보상 — 딜리버리 최고 전문가의 성장 천장 제거</a:t>
                </a:r>
                <a:endParaRPr lang="en-US" sz="1050" dirty="0"/>
              </a:p>
            </p:txBody>
          </p:sp>
          <p:sp>
            <p:nvSpPr>
              <p:cNvPr id="60" name="Text 57"/>
              <p:cNvSpPr/>
              <p:nvPr/>
            </p:nvSpPr>
            <p:spPr>
              <a:xfrm>
                <a:off x="5740152" y="3836021"/>
                <a:ext cx="4394150" cy="951853"/>
              </a:xfrm>
              <a:prstGeom prst="rect">
                <a:avLst/>
              </a:prstGeom>
              <a:solidFill>
                <a:srgbClr val="FDF1E3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sz="2800" dirty="0"/>
              </a:p>
            </p:txBody>
          </p:sp>
          <p:sp>
            <p:nvSpPr>
              <p:cNvPr id="61" name="Shape 58"/>
              <p:cNvSpPr/>
              <p:nvPr/>
            </p:nvSpPr>
            <p:spPr>
              <a:xfrm>
                <a:off x="5759202" y="3836021"/>
                <a:ext cx="0" cy="951853"/>
              </a:xfrm>
              <a:prstGeom prst="line">
                <a:avLst/>
              </a:prstGeom>
              <a:noFill/>
              <a:ln w="38100">
                <a:solidFill>
                  <a:srgbClr val="F08000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2800"/>
              </a:p>
            </p:txBody>
          </p:sp>
          <p:sp>
            <p:nvSpPr>
              <p:cNvPr id="62" name="Text 59"/>
              <p:cNvSpPr/>
              <p:nvPr/>
            </p:nvSpPr>
            <p:spPr>
              <a:xfrm>
                <a:off x="5917853" y="3941292"/>
                <a:ext cx="4158386" cy="74130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내적 </a:t>
                </a:r>
                <a:r>
                  <a:rPr lang="en-US" sz="1200" dirty="0" err="1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정합성의</a:t>
                </a:r>
                <a:r>
                  <a:rPr lang="en-US" sz="1200" dirty="0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</a:t>
                </a:r>
                <a:r>
                  <a:rPr lang="en-US" sz="1200" dirty="0" err="1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완성</a:t>
                </a:r>
                <a:endParaRPr lang="en-US" sz="1200" dirty="0">
                  <a:solidFill>
                    <a:srgbClr val="A85A00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endParaRPr>
              </a:p>
              <a:p>
                <a:pPr marL="0" indent="0" algn="l">
                  <a:buNone/>
                </a:pPr>
                <a:r>
                  <a:rPr lang="en-US" sz="1200" dirty="0" err="1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하나의</a:t>
                </a:r>
                <a:r>
                  <a:rPr lang="en-US" sz="1200" dirty="0">
                    <a:solidFill>
                      <a:srgbClr val="A85A00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역량모델이 채용 기준(B1) → 평가의 역량 축(A1) → 승진 요건(B2) → 육성 과정 설계(B3)에 일관 적용됨 → "채용-평가-보상-육성-승진이 같은 언어로 말하는" 번들 완성. 평가에서 발견된 역량 격차가 다음 해 육성 계획으로 자동 연결됨 (개발적 목적의 제도화)</a:t>
                </a:r>
                <a:endParaRPr lang="en-US" sz="1200" dirty="0"/>
              </a:p>
            </p:txBody>
          </p:sp>
          <p:sp>
            <p:nvSpPr>
              <p:cNvPr id="63" name="Text 60"/>
              <p:cNvSpPr/>
              <p:nvPr/>
            </p:nvSpPr>
            <p:spPr>
              <a:xfrm>
                <a:off x="5740152" y="4908134"/>
                <a:ext cx="4394150" cy="766526"/>
              </a:xfrm>
              <a:prstGeom prst="rect">
                <a:avLst/>
              </a:prstGeom>
              <a:solidFill>
                <a:srgbClr val="F7F8F9"/>
              </a:solidFill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endParaRPr lang="en-US" sz="2800" dirty="0"/>
              </a:p>
            </p:txBody>
          </p:sp>
          <p:sp>
            <p:nvSpPr>
              <p:cNvPr id="64" name="Shape 61"/>
              <p:cNvSpPr/>
              <p:nvPr/>
            </p:nvSpPr>
            <p:spPr>
              <a:xfrm>
                <a:off x="5759202" y="4908134"/>
                <a:ext cx="0" cy="766526"/>
              </a:xfrm>
              <a:prstGeom prst="line">
                <a:avLst/>
              </a:prstGeom>
              <a:noFill/>
              <a:ln w="38100">
                <a:solidFill>
                  <a:srgbClr val="8B9197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2800"/>
              </a:p>
            </p:txBody>
          </p:sp>
          <p:sp>
            <p:nvSpPr>
              <p:cNvPr id="65" name="Text 62"/>
              <p:cNvSpPr/>
              <p:nvPr/>
            </p:nvSpPr>
            <p:spPr>
              <a:xfrm>
                <a:off x="5917853" y="5013405"/>
                <a:ext cx="4158386" cy="55598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26282B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피터의 법칙 방지 </a:t>
                </a:r>
                <a:r>
                  <a:rPr lang="en-US" sz="1200" dirty="0" err="1">
                    <a:solidFill>
                      <a:srgbClr val="26282B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장치</a:t>
                </a:r>
                <a:r>
                  <a:rPr lang="en-US" sz="1200" dirty="0">
                    <a:solidFill>
                      <a:srgbClr val="6B7178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</a:t>
                </a:r>
              </a:p>
              <a:p>
                <a:pPr marL="0" indent="0" algn="l">
                  <a:buNone/>
                </a:pPr>
                <a:r>
                  <a:rPr lang="en-US" sz="1200" dirty="0" err="1">
                    <a:solidFill>
                      <a:srgbClr val="6B7178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승진</a:t>
                </a:r>
                <a:r>
                  <a:rPr lang="en-US" sz="1200" dirty="0">
                    <a:solidFill>
                      <a:srgbClr val="6B7178"/>
                    </a:solidFill>
                    <a:latin typeface="Paperlogy 4 Regular" pitchFamily="34" charset="0"/>
                    <a:ea typeface="Paperlogy 4 Regular" pitchFamily="34" charset="-122"/>
                    <a:cs typeface="Paperlogy 4 Regular" pitchFamily="34" charset="-120"/>
                  </a:rPr>
                  <a:t> 전 차직급 역할 수행 검증(Leadership Challenge): 선임→책임 승진 후보는 승진 전 1개 프로젝트를 PM 역할로 수행하고 그 결과를 심사위원회가 검증함</a:t>
                </a:r>
                <a:endParaRPr lang="en-US" sz="1200" dirty="0"/>
              </a:p>
            </p:txBody>
          </p:sp>
        </p:grpSp>
      </p:grpSp>
      <p:sp>
        <p:nvSpPr>
          <p:cNvPr id="66" name="Shape 63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/>
          <p:nvPr/>
        </p:nvSpPr>
        <p:spPr>
          <a:xfrm>
            <a:off x="558701" y="7308949"/>
            <a:ext cx="69708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이론: 역량모델링·BEI(McClelland — Session 5), 70:20:10·개발 4방법·Kirkpatrick(Session 10), 피터의 법칙·AC/DC(Session 8), 학습민첩성(Session 10)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25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31324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개선과제 도출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31324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④ 중장기 액션플랜 — 3개년 실행 로드맵 (2026.3Q ~ 2029)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1년 안에 평가를 바꾸고, 3년에 걸쳐 보상과 육성을 같은 방향으로 정렬함 — 모든 과제는 E·I·V 사슬 복원에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매핑되며, '27년 보상 개편(A3)과 '28년 총보상·리텐션(A4·C5)으로 완성됨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7785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89286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701" y="6269161"/>
            <a:ext cx="139601" cy="139601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74502" y="6256511"/>
            <a:ext cx="1517743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</a:t>
            </a:r>
            <a:r>
              <a:rPr lang="en-US" sz="9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노력→성과 복원 (육성·경력)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516386" y="6269161"/>
            <a:ext cx="139601" cy="139601"/>
          </a:xfrm>
          <a:prstGeom prst="rect">
            <a:avLst/>
          </a:prstGeom>
          <a:solidFill>
            <a:srgbClr val="3A3F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732187" y="6256511"/>
            <a:ext cx="1475086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</a:t>
            </a:r>
            <a:r>
              <a:rPr lang="en-US" sz="9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성과→보상 복원 (평가·보상)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432250" y="6269161"/>
            <a:ext cx="139601" cy="139601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648051" y="6256511"/>
            <a:ext cx="1626284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V</a:t>
            </a:r>
            <a:r>
              <a:rPr lang="en-US" sz="9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보상→가치 복원 (총보상·유지)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96348" y="6269161"/>
            <a:ext cx="139601" cy="139601"/>
          </a:xfrm>
          <a:prstGeom prst="rect">
            <a:avLst/>
          </a:prstGeom>
          <a:solidFill>
            <a:srgbClr val="B8BFC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712148" y="6256511"/>
            <a:ext cx="94862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기반 (HR 전담·진단)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558701" y="7308949"/>
            <a:ext cx="61761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설계 원리: 기대이론(Vroom, 1964)의 동기 사슬(E→I→V) 복원 · 점진적 변화(Session 12) · Kotter 8단계 — 매년 4Q 정합성 재진단으로 지속 보완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26</a:t>
            </a:r>
            <a:endParaRPr lang="en-US" sz="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440637"/>
              </p:ext>
            </p:extLst>
          </p:nvPr>
        </p:nvGraphicFramePr>
        <p:xfrm>
          <a:off x="558701" y="1951211"/>
          <a:ext cx="9582912" cy="41910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과제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'26 3Q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4Q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'27 1Q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2Q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3Q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4Q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'28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'29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C1 HR 전담 기능 신설 — "자사를 0호 고객사로"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BF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C2 구성원 경험 진단 (eNPS·이직원인 분석)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BF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BF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B1 컨설턴트 역량모델 구축 (BEI·행동지표)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A1 평가 단순화·전사 표준화 (프로젝트 단위 리뷰)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A2 상시 성과관리 OKR+CFR — 보상과 분리 운영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B2 경력경로 CDP·전문가 트랙(Dual Ladder) 설계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A3 보상체계 4P 재설계 (변동급·페이밴드 공개)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B3 CNP 컨설턴트 아카데미 (70:20:10 체계화)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B4 지식관리 체계 (프로젝트 방법론·산출물 자산화)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A4·C5 총보상 체계 + 핵심인재 리텐션 프로그램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53901"/>
            <a:ext cx="903238" cy="377726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33226"/>
            <a:ext cx="6104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14339" y="253901"/>
            <a:ext cx="20250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080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개선과제 도출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14339" y="488752"/>
            <a:ext cx="20250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⑤ 기대효과 (Before → After) &amp; 마무리</a:t>
            </a:r>
            <a:endParaRPr lang="en-US" sz="950" dirty="0"/>
          </a:p>
        </p:txBody>
      </p:sp>
      <p:pic>
        <p:nvPicPr>
          <p:cNvPr id="6" name="Image 0" descr="C:/Users/PC/OneDrive/vrin_AI_hub/projects/P2026-009_MBA_Study/outputs/ppt_design/logo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99" y="328464"/>
            <a:ext cx="139690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01" y="771227"/>
            <a:ext cx="9767417" cy="81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3년 후 시앤피의 경쟁우위는 '일시적'에서 '지속적'으로 전환됨 — 외적·내적 정합성이 회복되고, 동기의 사슬이</a:t>
            </a:r>
            <a:endParaRPr lang="en-US" sz="1550" dirty="0"/>
          </a:p>
          <a:p>
            <a:pPr marL="0" indent="0" algn="l">
              <a:lnSpc>
                <a:spcPts val="2139"/>
              </a:lnSpc>
              <a:spcBef>
                <a:spcPts val="1100"/>
              </a:spcBef>
              <a:buNone/>
            </a:pPr>
            <a:r>
              <a:rPr lang="en-US" sz="155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복원되며, 우리가 직접 쓰는 HR시스템이 곧 최고의 영업 레퍼런스가 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8701" y="1687562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8701" y="178906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1A9D68B-AB11-CD99-4F09-C4CAFF35895E}"/>
              </a:ext>
            </a:extLst>
          </p:cNvPr>
          <p:cNvGrpSpPr/>
          <p:nvPr/>
        </p:nvGrpSpPr>
        <p:grpSpPr>
          <a:xfrm>
            <a:off x="558701" y="5646539"/>
            <a:ext cx="9573768" cy="898922"/>
            <a:chOff x="558701" y="5646539"/>
            <a:chExt cx="6121301" cy="898922"/>
          </a:xfrm>
        </p:grpSpPr>
        <p:sp>
          <p:nvSpPr>
            <p:cNvPr id="10" name="Text 7"/>
            <p:cNvSpPr/>
            <p:nvPr/>
          </p:nvSpPr>
          <p:spPr>
            <a:xfrm>
              <a:off x="558701" y="5646539"/>
              <a:ext cx="6121301" cy="898922"/>
            </a:xfrm>
            <a:prstGeom prst="rect">
              <a:avLst/>
            </a:prstGeom>
            <a:solidFill>
              <a:srgbClr val="26282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787301" y="5786140"/>
              <a:ext cx="5777383" cy="619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  <a:tabLst>
                  <a:tab pos="3495675" algn="l"/>
                </a:tabLst>
              </a:pPr>
              <a:r>
                <a:rPr lang="en-US" sz="14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"자사를 0호 고객사로" 삼아 자사 방법론(조직진단·역량모델링·보상설계·HR아카데미)으로 자사를 컨설팅함. </a:t>
              </a:r>
            </a:p>
            <a:p>
              <a:pPr marL="0" indent="0" algn="l">
                <a:lnSpc>
                  <a:spcPct val="150000"/>
                </a:lnSpc>
                <a:buNone/>
                <a:tabLst>
                  <a:tab pos="3495675" algn="l"/>
                </a:tabLst>
              </a:pPr>
              <a:r>
                <a:rPr lang="en-US" sz="14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이 프로젝트의 성공 자체가 </a:t>
              </a:r>
              <a:r>
                <a:rPr lang="en-US" sz="1400" dirty="0">
                  <a:solidFill>
                    <a:srgbClr val="F2A551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"우리가 직접 쓰고 검증한 HR시스템"</a:t>
              </a:r>
              <a:r>
                <a:rPr lang="en-US" sz="14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이라는 가장 강력한 영업 </a:t>
              </a:r>
              <a:r>
                <a:rPr lang="en-US" sz="1400" dirty="0" err="1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자산이</a:t>
              </a:r>
              <a:r>
                <a:rPr lang="en-US" sz="14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 </a:t>
              </a:r>
              <a:r>
                <a:rPr lang="ko-KR" altLang="en-US" sz="1400" dirty="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될 수 있음</a:t>
              </a:r>
              <a:r>
                <a:rPr lang="en-US" altLang="ko-KR" sz="1400">
                  <a:solidFill>
                    <a:srgbClr val="FFFFFF"/>
                  </a:solidFill>
                  <a:latin typeface="Paperlogy 4 Regular" pitchFamily="34" charset="0"/>
                  <a:ea typeface="Paperlogy 4 Regular" pitchFamily="34" charset="-122"/>
                  <a:cs typeface="Paperlogy 4 Regular" pitchFamily="34" charset="-120"/>
                </a:rPr>
                <a:t>.</a:t>
              </a:r>
              <a:endParaRPr lang="en-US" sz="1400" dirty="0"/>
            </a:p>
          </p:txBody>
        </p:sp>
      </p:grpSp>
      <p:sp>
        <p:nvSpPr>
          <p:cNvPr id="15" name="Shape 12"/>
          <p:cNvSpPr/>
          <p:nvPr/>
        </p:nvSpPr>
        <p:spPr>
          <a:xfrm>
            <a:off x="558701" y="7240786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58701" y="7308949"/>
            <a:ext cx="6506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본 보고서의 모든 진단·처방은 강의 이론(정합성·VRIO·기대이론·공정성·OKR·70:20:10·이직모델·Kotter)과 내부 데이터(재무·인원·평가·승진·임금)에 근거함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781157" y="7308949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27</a:t>
            </a:r>
            <a:endParaRPr lang="en-US" sz="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771533"/>
              </p:ext>
            </p:extLst>
          </p:nvPr>
        </p:nvGraphicFramePr>
        <p:xfrm>
          <a:off x="558701" y="1950988"/>
          <a:ext cx="9573768" cy="3555952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5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4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관점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Before (2026 현재)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After (2029 목표)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4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외적 정합성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197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차별화 전략 vs 원가우위형 HR — 부정합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전략-HR 정렬: 장기·개발·참여형 HR로 전환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4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내적 정합성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197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제도 단절 — 구성원 48% 평가·보상 무관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역량모델 기반 채용-평가-보상-육성-승진의 일관 번들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4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VRIO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197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V·R 보유, O 결핍 → 일시적 우위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O 확보 → 지속적 경쟁우위 (Sustained Advantage)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4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평가·보상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197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복잡한 산식 · 형식적 연결 · 약한 차등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단순한 상시 성과관리(성장용) + 강력한 성과 보상(별도 결정)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4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인재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197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근속 2.5년 · 연 10~20명 퇴사 · 회전문 채용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근속 4년+ · 이직률 한 자릿수 · 인재밀도가 인재를 부르는 선순환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4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재무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197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인당 매출 0.98억 · 영업이익률 2.6%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인당 매출 1.2억 · 영업이익률 8%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4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구성원 경험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B9197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"갈려나간다" (잡플래닛 3.0)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"일 잘하는 동료들과 성장한다" (3.5+)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8311</Words>
  <Application>Microsoft Office PowerPoint</Application>
  <PresentationFormat>사용자 지정</PresentationFormat>
  <Paragraphs>913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2" baseType="lpstr">
      <vt:lpstr>Paperlogy 4 Regular</vt:lpstr>
      <vt:lpstr>Paperlogy 5 Medium</vt:lpstr>
      <vt:lpstr>Paperlogy 6 SemiBold</vt:lpstr>
      <vt:lpstr>Paperlogy 7 Bold</vt:lpstr>
      <vt:lpstr>Paperlogy 8 ExtraBold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시앤피컨설팅 HR시스템 진단 및 개선과제 — 인적자원관리 기말 프로젝트</dc:title>
  <dc:subject>PptxGenJS Presentation</dc:subject>
  <dc:creator>이석주</dc:creator>
  <cp:lastModifiedBy>석주 이</cp:lastModifiedBy>
  <cp:revision>1</cp:revision>
  <dcterms:created xsi:type="dcterms:W3CDTF">2026-06-12T13:17:55Z</dcterms:created>
  <dcterms:modified xsi:type="dcterms:W3CDTF">2026-06-12T14:24:40Z</dcterms:modified>
</cp:coreProperties>
</file>