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embedTrueTypeFonts="1">
  <p:sldMasterIdLst>
    <p:sldMasterId id="2147483660" r:id="rId1"/>
  </p:sldMasterIdLst>
  <p:notesMasterIdLst>
    <p:notesMasterId r:id="rId18"/>
  </p:notesMasterIdLst>
  <p:handoutMasterIdLst>
    <p:handoutMasterId r:id="rId19"/>
  </p:handoutMasterIdLst>
  <p:sldIdLst>
    <p:sldId id="1417" r:id="rId2"/>
    <p:sldId id="1725" r:id="rId3"/>
    <p:sldId id="2032" r:id="rId4"/>
    <p:sldId id="2033" r:id="rId5"/>
    <p:sldId id="2034" r:id="rId6"/>
    <p:sldId id="2035" r:id="rId7"/>
    <p:sldId id="2036" r:id="rId8"/>
    <p:sldId id="2037" r:id="rId9"/>
    <p:sldId id="2038" r:id="rId10"/>
    <p:sldId id="2039" r:id="rId11"/>
    <p:sldId id="2040" r:id="rId12"/>
    <p:sldId id="2041" r:id="rId13"/>
    <p:sldId id="2042" r:id="rId14"/>
    <p:sldId id="2043" r:id="rId15"/>
    <p:sldId id="2044" r:id="rId16"/>
    <p:sldId id="2045" r:id="rId17"/>
  </p:sldIdLst>
  <p:sldSz cx="9906000" cy="6858000" type="A4"/>
  <p:notesSz cx="6797675" cy="9926638"/>
  <p:embeddedFontLst>
    <p:embeddedFont>
      <p:font typeface="a고딕12" panose="02020600000000000000" pitchFamily="18" charset="-127"/>
      <p:regular r:id="rId20"/>
    </p:embeddedFont>
    <p:embeddedFont>
      <p:font typeface="a고딕15" panose="02020600000000000000" pitchFamily="18" charset="-127"/>
      <p:regular r:id="rId21"/>
    </p:embeddedFont>
    <p:embeddedFont>
      <p:font typeface="a고딕16" panose="02020600000000000000" pitchFamily="18" charset="-127"/>
      <p:regular r:id="rId22"/>
    </p:embeddedFont>
    <p:embeddedFont>
      <p:font typeface="a고딕18" panose="02020600000000000000" pitchFamily="18" charset="-127"/>
      <p:regular r:id="rId23"/>
    </p:embeddedFont>
    <p:embeddedFont>
      <p:font typeface="SpoqaHanSans-Bold" panose="020B0600000101010101" charset="-127"/>
      <p:bold r:id="rId24"/>
    </p:embeddedFont>
    <p:embeddedFont>
      <p:font typeface="페이퍼로지 3 Light" pitchFamily="2" charset="-127"/>
      <p:regular r:id="rId25"/>
    </p:embeddedFont>
    <p:embeddedFont>
      <p:font typeface="페이퍼로지 4 Regular" pitchFamily="2" charset="-127"/>
      <p:regular r:id="rId26"/>
    </p:embeddedFont>
    <p:embeddedFont>
      <p:font typeface="페이퍼로지 5 Medium" pitchFamily="2" charset="-127"/>
      <p:regular r:id="rId27"/>
    </p:embeddedFont>
    <p:embeddedFont>
      <p:font typeface="페이퍼로지 6 SemiBold" pitchFamily="2" charset="-127"/>
      <p:bold r:id="rId28"/>
    </p:embeddedFont>
    <p:embeddedFont>
      <p:font typeface="페이퍼로지 8 ExtraBold" pitchFamily="2" charset="-127"/>
      <p:bold r:id="rId2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C9BF91E1-6BF4-4520-BF3B-8EDD9E77F379}">
          <p14:sldIdLst>
            <p14:sldId id="1417"/>
            <p14:sldId id="1725"/>
            <p14:sldId id="2032"/>
            <p14:sldId id="2033"/>
            <p14:sldId id="2034"/>
            <p14:sldId id="2035"/>
            <p14:sldId id="2036"/>
            <p14:sldId id="2037"/>
            <p14:sldId id="2038"/>
            <p14:sldId id="2039"/>
            <p14:sldId id="2040"/>
            <p14:sldId id="2041"/>
            <p14:sldId id="2042"/>
            <p14:sldId id="2043"/>
            <p14:sldId id="2044"/>
            <p14:sldId id="2045"/>
          </p14:sldIdLst>
        </p14:section>
        <p14:section name="Ⅰ. 사업 개요" id="{1D61A22F-B6FF-4347-BF9A-2EA5D2AB4036}">
          <p14:sldIdLst/>
        </p14:section>
        <p14:section name="Ⅱ. 사업 수행 계획 및 논의 안건" id="{A9A8B54E-67E8-4587-8132-9D76476EFC87}">
          <p14:sldIdLst/>
        </p14:section>
        <p14:section name="Ⅲ. NCS 활용 가이드 확산방안 제언" id="{A06CD4D3-B140-495A-ABD7-55F3486551B8}">
          <p14:sldIdLst/>
        </p14:section>
        <p14:section name="END" id="{05078E34-9388-456F-8A3C-88079BA2631A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935" userDrawn="1">
          <p15:clr>
            <a:srgbClr val="A4A3A4"/>
          </p15:clr>
        </p15:guide>
        <p15:guide id="2" pos="217" userDrawn="1">
          <p15:clr>
            <a:srgbClr val="A4A3A4"/>
          </p15:clr>
        </p15:guide>
        <p15:guide id="5" pos="3029" userDrawn="1">
          <p15:clr>
            <a:srgbClr val="A4A3A4"/>
          </p15:clr>
        </p15:guide>
        <p15:guide id="6" orient="horz" pos="1706" userDrawn="1">
          <p15:clr>
            <a:srgbClr val="A4A3A4"/>
          </p15:clr>
        </p15:guide>
        <p15:guide id="8" orient="horz" pos="3952" userDrawn="1">
          <p15:clr>
            <a:srgbClr val="A4A3A4"/>
          </p15:clr>
        </p15:guide>
        <p15:guide id="9" orient="horz" pos="459" userDrawn="1">
          <p15:clr>
            <a:srgbClr val="A4A3A4"/>
          </p15:clr>
        </p15:guide>
        <p15:guide id="10" pos="6023" userDrawn="1">
          <p15:clr>
            <a:srgbClr val="A4A3A4"/>
          </p15:clr>
        </p15:guide>
        <p15:guide id="11" orient="horz" pos="3045" userDrawn="1">
          <p15:clr>
            <a:srgbClr val="A4A3A4"/>
          </p15:clr>
        </p15:guide>
        <p15:guide id="12" orient="horz" pos="1185" userDrawn="1">
          <p15:clr>
            <a:srgbClr val="A4A3A4"/>
          </p15:clr>
        </p15:guide>
        <p15:guide id="14" pos="3211" userDrawn="1">
          <p15:clr>
            <a:srgbClr val="A4A3A4"/>
          </p15:clr>
        </p15:guide>
        <p15:guide id="15" orient="horz" pos="527" userDrawn="1">
          <p15:clr>
            <a:srgbClr val="A4A3A4"/>
          </p15:clr>
        </p15:guide>
        <p15:guide id="16" pos="1555" userDrawn="1">
          <p15:clr>
            <a:srgbClr val="A4A3A4"/>
          </p15:clr>
        </p15:guide>
        <p15:guide id="17" orient="horz" pos="1162" userDrawn="1">
          <p15:clr>
            <a:srgbClr val="A4A3A4"/>
          </p15:clr>
        </p15:guide>
        <p15:guide id="19" orient="horz" pos="1321" userDrawn="1">
          <p15:clr>
            <a:srgbClr val="A4A3A4"/>
          </p15:clr>
        </p15:guide>
        <p15:guide id="20" pos="1374" userDrawn="1">
          <p15:clr>
            <a:srgbClr val="A4A3A4"/>
          </p15:clr>
        </p15:guide>
        <p15:guide id="21" orient="horz" pos="404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OOO" initials="O" lastIdx="1" clrIdx="0">
    <p:extLst>
      <p:ext uri="{19B8F6BF-5375-455C-9EA6-DF929625EA0E}">
        <p15:presenceInfo xmlns:p15="http://schemas.microsoft.com/office/powerpoint/2012/main" userId="OOO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ABAF4"/>
    <a:srgbClr val="1E49E2"/>
    <a:srgbClr val="5F7DEB"/>
    <a:srgbClr val="00338D"/>
    <a:srgbClr val="EDF1F9"/>
    <a:srgbClr val="F3F2F2"/>
    <a:srgbClr val="A4A3A4"/>
    <a:srgbClr val="FFFFFF"/>
    <a:srgbClr val="969696"/>
    <a:srgbClr val="F3F6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5C7E428-1EE8-4230-B498-773CDC6DCA7F}" v="425" dt="2025-12-12T22:46:52.99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84E427A-3D55-4303-BF80-6455036E1DE7}" styleName="테마 스타일 1 - 강조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471" autoAdjust="0"/>
    <p:restoredTop sz="97384" autoAdjust="0"/>
  </p:normalViewPr>
  <p:slideViewPr>
    <p:cSldViewPr snapToGrid="0">
      <p:cViewPr>
        <p:scale>
          <a:sx n="66" d="100"/>
          <a:sy n="66" d="100"/>
        </p:scale>
        <p:origin x="432" y="972"/>
      </p:cViewPr>
      <p:guideLst>
        <p:guide orient="horz" pos="935"/>
        <p:guide pos="217"/>
        <p:guide pos="3029"/>
        <p:guide orient="horz" pos="1706"/>
        <p:guide orient="horz" pos="3952"/>
        <p:guide orient="horz" pos="459"/>
        <p:guide pos="6023"/>
        <p:guide orient="horz" pos="3045"/>
        <p:guide orient="horz" pos="1185"/>
        <p:guide pos="3211"/>
        <p:guide orient="horz" pos="527"/>
        <p:guide pos="1555"/>
        <p:guide orient="horz" pos="1162"/>
        <p:guide orient="horz" pos="1321"/>
        <p:guide pos="1374"/>
        <p:guide orient="horz" pos="4042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200" d="100"/>
        <a:sy n="200" d="100"/>
      </p:scale>
      <p:origin x="0" y="-2476"/>
    </p:cViewPr>
  </p:sorterViewPr>
  <p:notesViewPr>
    <p:cSldViewPr snapToGrid="0">
      <p:cViewPr varScale="1">
        <p:scale>
          <a:sx n="105" d="100"/>
          <a:sy n="105" d="100"/>
        </p:scale>
        <p:origin x="5322" y="13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commentAuthors" Target="commentAuthors.xml"/><Relationship Id="rId35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석주 이" userId="b6553f64e91d015d" providerId="LiveId" clId="{0BC1CC68-5FB1-45E5-A6E2-A4614C9CFE72}"/>
    <pc:docChg chg="undo redo custSel addSld delSld modSld sldOrd modSection">
      <pc:chgData name="석주 이" userId="b6553f64e91d015d" providerId="LiveId" clId="{0BC1CC68-5FB1-45E5-A6E2-A4614C9CFE72}" dt="2025-12-12T22:48:05.842" v="8919" actId="20577"/>
      <pc:docMkLst>
        <pc:docMk/>
      </pc:docMkLst>
      <pc:sldChg chg="delSp modSp mod">
        <pc:chgData name="석주 이" userId="b6553f64e91d015d" providerId="LiveId" clId="{0BC1CC68-5FB1-45E5-A6E2-A4614C9CFE72}" dt="2025-12-11T09:58:04.014" v="145" actId="404"/>
        <pc:sldMkLst>
          <pc:docMk/>
          <pc:sldMk cId="475785776" sldId="1417"/>
        </pc:sldMkLst>
        <pc:spChg chg="mod">
          <ac:chgData name="석주 이" userId="b6553f64e91d015d" providerId="LiveId" clId="{0BC1CC68-5FB1-45E5-A6E2-A4614C9CFE72}" dt="2025-12-11T09:58:04.014" v="145" actId="404"/>
          <ac:spMkLst>
            <pc:docMk/>
            <pc:sldMk cId="475785776" sldId="1417"/>
            <ac:spMk id="11" creationId="{FA030FDC-8527-45CB-80D8-D1568AF2151D}"/>
          </ac:spMkLst>
        </pc:spChg>
        <pc:spChg chg="mod">
          <ac:chgData name="석주 이" userId="b6553f64e91d015d" providerId="LiveId" clId="{0BC1CC68-5FB1-45E5-A6E2-A4614C9CFE72}" dt="2025-12-11T09:46:22.602" v="122" actId="403"/>
          <ac:spMkLst>
            <pc:docMk/>
            <pc:sldMk cId="475785776" sldId="1417"/>
            <ac:spMk id="17" creationId="{431FC115-C9F0-4A10-9D0B-DD4525C69CDA}"/>
          </ac:spMkLst>
        </pc:spChg>
        <pc:picChg chg="del">
          <ac:chgData name="석주 이" userId="b6553f64e91d015d" providerId="LiveId" clId="{0BC1CC68-5FB1-45E5-A6E2-A4614C9CFE72}" dt="2025-12-11T09:45:56.389" v="73" actId="478"/>
          <ac:picMkLst>
            <pc:docMk/>
            <pc:sldMk cId="475785776" sldId="1417"/>
            <ac:picMk id="3" creationId="{C4AFDEEA-411C-3FAE-17B4-3CA733A7E916}"/>
          </ac:picMkLst>
        </pc:picChg>
        <pc:picChg chg="del">
          <ac:chgData name="석주 이" userId="b6553f64e91d015d" providerId="LiveId" clId="{0BC1CC68-5FB1-45E5-A6E2-A4614C9CFE72}" dt="2025-12-11T09:45:56.389" v="73" actId="478"/>
          <ac:picMkLst>
            <pc:docMk/>
            <pc:sldMk cId="475785776" sldId="1417"/>
            <ac:picMk id="5" creationId="{39A86396-5F6B-80B5-8897-B662327A6D8A}"/>
          </ac:picMkLst>
        </pc:picChg>
      </pc:sldChg>
      <pc:sldChg chg="del">
        <pc:chgData name="석주 이" userId="b6553f64e91d015d" providerId="LiveId" clId="{0BC1CC68-5FB1-45E5-A6E2-A4614C9CFE72}" dt="2025-12-12T18:22:41.202" v="1698" actId="47"/>
        <pc:sldMkLst>
          <pc:docMk/>
          <pc:sldMk cId="1085636149" sldId="1559"/>
        </pc:sldMkLst>
      </pc:sldChg>
      <pc:sldChg chg="del">
        <pc:chgData name="석주 이" userId="b6553f64e91d015d" providerId="LiveId" clId="{0BC1CC68-5FB1-45E5-A6E2-A4614C9CFE72}" dt="2025-12-12T22:36:25.139" v="7764" actId="47"/>
        <pc:sldMkLst>
          <pc:docMk/>
          <pc:sldMk cId="3794915106" sldId="1667"/>
        </pc:sldMkLst>
      </pc:sldChg>
      <pc:sldChg chg="del">
        <pc:chgData name="석주 이" userId="b6553f64e91d015d" providerId="LiveId" clId="{0BC1CC68-5FB1-45E5-A6E2-A4614C9CFE72}" dt="2025-12-12T22:36:37.013" v="7767" actId="47"/>
        <pc:sldMkLst>
          <pc:docMk/>
          <pc:sldMk cId="381603427" sldId="1668"/>
        </pc:sldMkLst>
      </pc:sldChg>
      <pc:sldChg chg="del">
        <pc:chgData name="석주 이" userId="b6553f64e91d015d" providerId="LiveId" clId="{0BC1CC68-5FB1-45E5-A6E2-A4614C9CFE72}" dt="2025-12-11T10:46:25.053" v="1697" actId="47"/>
        <pc:sldMkLst>
          <pc:docMk/>
          <pc:sldMk cId="969012443" sldId="1682"/>
        </pc:sldMkLst>
      </pc:sldChg>
      <pc:sldChg chg="del">
        <pc:chgData name="석주 이" userId="b6553f64e91d015d" providerId="LiveId" clId="{0BC1CC68-5FB1-45E5-A6E2-A4614C9CFE72}" dt="2025-12-11T10:46:25.053" v="1697" actId="47"/>
        <pc:sldMkLst>
          <pc:docMk/>
          <pc:sldMk cId="1143704545" sldId="1683"/>
        </pc:sldMkLst>
      </pc:sldChg>
      <pc:sldChg chg="addSp delSp modSp mod ord">
        <pc:chgData name="석주 이" userId="b6553f64e91d015d" providerId="LiveId" clId="{0BC1CC68-5FB1-45E5-A6E2-A4614C9CFE72}" dt="2025-12-12T18:22:48.970" v="1701" actId="478"/>
        <pc:sldMkLst>
          <pc:docMk/>
          <pc:sldMk cId="1221107601" sldId="1725"/>
        </pc:sldMkLst>
        <pc:spChg chg="del">
          <ac:chgData name="석주 이" userId="b6553f64e91d015d" providerId="LiveId" clId="{0BC1CC68-5FB1-45E5-A6E2-A4614C9CFE72}" dt="2025-12-12T18:22:48.970" v="1701" actId="478"/>
          <ac:spMkLst>
            <pc:docMk/>
            <pc:sldMk cId="1221107601" sldId="1725"/>
            <ac:spMk id="5" creationId="{3A146688-E4F3-A692-1FFE-E9FA72B182D9}"/>
          </ac:spMkLst>
        </pc:spChg>
        <pc:spChg chg="del">
          <ac:chgData name="석주 이" userId="b6553f64e91d015d" providerId="LiveId" clId="{0BC1CC68-5FB1-45E5-A6E2-A4614C9CFE72}" dt="2025-12-11T10:12:07.903" v="347" actId="478"/>
          <ac:spMkLst>
            <pc:docMk/>
            <pc:sldMk cId="1221107601" sldId="1725"/>
            <ac:spMk id="7" creationId="{500E8CC5-EA73-15CA-43D4-90DC037F3486}"/>
          </ac:spMkLst>
        </pc:spChg>
        <pc:spChg chg="del">
          <ac:chgData name="석주 이" userId="b6553f64e91d015d" providerId="LiveId" clId="{0BC1CC68-5FB1-45E5-A6E2-A4614C9CFE72}" dt="2025-12-11T10:12:07.903" v="347" actId="478"/>
          <ac:spMkLst>
            <pc:docMk/>
            <pc:sldMk cId="1221107601" sldId="1725"/>
            <ac:spMk id="8" creationId="{53B45C08-B2DC-9A9F-C1CD-AC7EBA4CE75A}"/>
          </ac:spMkLst>
        </pc:spChg>
        <pc:spChg chg="del">
          <ac:chgData name="석주 이" userId="b6553f64e91d015d" providerId="LiveId" clId="{0BC1CC68-5FB1-45E5-A6E2-A4614C9CFE72}" dt="2025-12-11T10:12:07.903" v="347" actId="478"/>
          <ac:spMkLst>
            <pc:docMk/>
            <pc:sldMk cId="1221107601" sldId="1725"/>
            <ac:spMk id="9" creationId="{3656AD40-5E92-8A47-6521-A9F4D84D081D}"/>
          </ac:spMkLst>
        </pc:spChg>
        <pc:spChg chg="mod">
          <ac:chgData name="석주 이" userId="b6553f64e91d015d" providerId="LiveId" clId="{0BC1CC68-5FB1-45E5-A6E2-A4614C9CFE72}" dt="2025-12-11T10:37:34.428" v="1571" actId="6549"/>
          <ac:spMkLst>
            <pc:docMk/>
            <pc:sldMk cId="1221107601" sldId="1725"/>
            <ac:spMk id="10" creationId="{596C1B5F-AA0F-DAAE-BD8E-1BAD96CA6529}"/>
          </ac:spMkLst>
        </pc:spChg>
        <pc:spChg chg="del">
          <ac:chgData name="석주 이" userId="b6553f64e91d015d" providerId="LiveId" clId="{0BC1CC68-5FB1-45E5-A6E2-A4614C9CFE72}" dt="2025-12-11T10:12:07.903" v="347" actId="478"/>
          <ac:spMkLst>
            <pc:docMk/>
            <pc:sldMk cId="1221107601" sldId="1725"/>
            <ac:spMk id="11" creationId="{A73E9F52-39ED-041D-DE14-6F6DAE606779}"/>
          </ac:spMkLst>
        </pc:spChg>
        <pc:spChg chg="add mod topLvl">
          <ac:chgData name="석주 이" userId="b6553f64e91d015d" providerId="LiveId" clId="{0BC1CC68-5FB1-45E5-A6E2-A4614C9CFE72}" dt="2025-12-11T10:37:55.812" v="1574" actId="14100"/>
          <ac:spMkLst>
            <pc:docMk/>
            <pc:sldMk cId="1221107601" sldId="1725"/>
            <ac:spMk id="12" creationId="{833541B2-A2D7-D439-7441-2E55E0F562A4}"/>
          </ac:spMkLst>
        </pc:spChg>
        <pc:spChg chg="add mod topLvl">
          <ac:chgData name="석주 이" userId="b6553f64e91d015d" providerId="LiveId" clId="{0BC1CC68-5FB1-45E5-A6E2-A4614C9CFE72}" dt="2025-12-11T10:33:43.186" v="1497" actId="1076"/>
          <ac:spMkLst>
            <pc:docMk/>
            <pc:sldMk cId="1221107601" sldId="1725"/>
            <ac:spMk id="16" creationId="{A310FA61-9F26-CA45-5EAD-C8025A40CFFA}"/>
          </ac:spMkLst>
        </pc:spChg>
        <pc:spChg chg="del">
          <ac:chgData name="석주 이" userId="b6553f64e91d015d" providerId="LiveId" clId="{0BC1CC68-5FB1-45E5-A6E2-A4614C9CFE72}" dt="2025-12-11T10:12:10.106" v="348" actId="478"/>
          <ac:spMkLst>
            <pc:docMk/>
            <pc:sldMk cId="1221107601" sldId="1725"/>
            <ac:spMk id="18" creationId="{0AC004B3-4B78-8644-07C5-28F1FDA1C862}"/>
          </ac:spMkLst>
        </pc:spChg>
        <pc:spChg chg="del">
          <ac:chgData name="석주 이" userId="b6553f64e91d015d" providerId="LiveId" clId="{0BC1CC68-5FB1-45E5-A6E2-A4614C9CFE72}" dt="2025-12-11T10:12:07.903" v="347" actId="478"/>
          <ac:spMkLst>
            <pc:docMk/>
            <pc:sldMk cId="1221107601" sldId="1725"/>
            <ac:spMk id="19" creationId="{D68BAC53-B949-4390-E7D2-66B58F9EDEB5}"/>
          </ac:spMkLst>
        </pc:spChg>
        <pc:spChg chg="del">
          <ac:chgData name="석주 이" userId="b6553f64e91d015d" providerId="LiveId" clId="{0BC1CC68-5FB1-45E5-A6E2-A4614C9CFE72}" dt="2025-12-11T10:12:07.903" v="347" actId="478"/>
          <ac:spMkLst>
            <pc:docMk/>
            <pc:sldMk cId="1221107601" sldId="1725"/>
            <ac:spMk id="20" creationId="{CECDE995-7818-7E45-D9C4-EF862BBC1524}"/>
          </ac:spMkLst>
        </pc:spChg>
        <pc:spChg chg="add">
          <ac:chgData name="석주 이" userId="b6553f64e91d015d" providerId="LiveId" clId="{0BC1CC68-5FB1-45E5-A6E2-A4614C9CFE72}" dt="2025-12-11T10:14:17.153" v="471"/>
          <ac:spMkLst>
            <pc:docMk/>
            <pc:sldMk cId="1221107601" sldId="1725"/>
            <ac:spMk id="21" creationId="{239DBFED-2949-1CE9-CB3B-2468F8038555}"/>
          </ac:spMkLst>
        </pc:spChg>
        <pc:spChg chg="del">
          <ac:chgData name="석주 이" userId="b6553f64e91d015d" providerId="LiveId" clId="{0BC1CC68-5FB1-45E5-A6E2-A4614C9CFE72}" dt="2025-12-11T10:12:10.106" v="348" actId="478"/>
          <ac:spMkLst>
            <pc:docMk/>
            <pc:sldMk cId="1221107601" sldId="1725"/>
            <ac:spMk id="22" creationId="{9A2A396E-826D-DAD4-2587-32074E443234}"/>
          </ac:spMkLst>
        </pc:spChg>
        <pc:spChg chg="add del mod">
          <ac:chgData name="석주 이" userId="b6553f64e91d015d" providerId="LiveId" clId="{0BC1CC68-5FB1-45E5-A6E2-A4614C9CFE72}" dt="2025-12-11T10:14:28.860" v="481"/>
          <ac:spMkLst>
            <pc:docMk/>
            <pc:sldMk cId="1221107601" sldId="1725"/>
            <ac:spMk id="24" creationId="{CDE621F1-361E-9DCE-56CC-1D13B313E68E}"/>
          </ac:spMkLst>
        </pc:spChg>
        <pc:spChg chg="add del mod">
          <ac:chgData name="석주 이" userId="b6553f64e91d015d" providerId="LiveId" clId="{0BC1CC68-5FB1-45E5-A6E2-A4614C9CFE72}" dt="2025-12-11T10:35:25.780" v="1563" actId="478"/>
          <ac:spMkLst>
            <pc:docMk/>
            <pc:sldMk cId="1221107601" sldId="1725"/>
            <ac:spMk id="25" creationId="{0B3B0AD9-F133-C1F1-8531-111D3327236C}"/>
          </ac:spMkLst>
        </pc:spChg>
        <pc:spChg chg="add mod">
          <ac:chgData name="석주 이" userId="b6553f64e91d015d" providerId="LiveId" clId="{0BC1CC68-5FB1-45E5-A6E2-A4614C9CFE72}" dt="2025-12-11T10:18:04.368" v="530" actId="571"/>
          <ac:spMkLst>
            <pc:docMk/>
            <pc:sldMk cId="1221107601" sldId="1725"/>
            <ac:spMk id="34" creationId="{C6DF2711-263C-D2F7-5181-47286C69216B}"/>
          </ac:spMkLst>
        </pc:spChg>
        <pc:spChg chg="add mod">
          <ac:chgData name="석주 이" userId="b6553f64e91d015d" providerId="LiveId" clId="{0BC1CC68-5FB1-45E5-A6E2-A4614C9CFE72}" dt="2025-12-11T10:18:04.368" v="530" actId="571"/>
          <ac:spMkLst>
            <pc:docMk/>
            <pc:sldMk cId="1221107601" sldId="1725"/>
            <ac:spMk id="35" creationId="{A081F693-7E26-F666-A295-94C08E7F34DA}"/>
          </ac:spMkLst>
        </pc:spChg>
        <pc:spChg chg="add del mod">
          <ac:chgData name="석주 이" userId="b6553f64e91d015d" providerId="LiveId" clId="{0BC1CC68-5FB1-45E5-A6E2-A4614C9CFE72}" dt="2025-12-11T10:37:37.921" v="1572" actId="478"/>
          <ac:spMkLst>
            <pc:docMk/>
            <pc:sldMk cId="1221107601" sldId="1725"/>
            <ac:spMk id="36" creationId="{ED626C46-03DB-E5D6-1E8C-17735610BEA5}"/>
          </ac:spMkLst>
        </pc:spChg>
        <pc:spChg chg="add mod">
          <ac:chgData name="석주 이" userId="b6553f64e91d015d" providerId="LiveId" clId="{0BC1CC68-5FB1-45E5-A6E2-A4614C9CFE72}" dt="2025-12-11T10:19:02.368" v="539" actId="571"/>
          <ac:spMkLst>
            <pc:docMk/>
            <pc:sldMk cId="1221107601" sldId="1725"/>
            <ac:spMk id="37" creationId="{365320A4-0C71-A913-9CAC-A941D882F3FE}"/>
          </ac:spMkLst>
        </pc:spChg>
        <pc:spChg chg="add mod">
          <ac:chgData name="석주 이" userId="b6553f64e91d015d" providerId="LiveId" clId="{0BC1CC68-5FB1-45E5-A6E2-A4614C9CFE72}" dt="2025-12-11T10:19:02.368" v="539" actId="571"/>
          <ac:spMkLst>
            <pc:docMk/>
            <pc:sldMk cId="1221107601" sldId="1725"/>
            <ac:spMk id="38" creationId="{1ACD4224-FFE3-8783-C00E-2733EE29EE8F}"/>
          </ac:spMkLst>
        </pc:spChg>
        <pc:spChg chg="mod topLvl">
          <ac:chgData name="석주 이" userId="b6553f64e91d015d" providerId="LiveId" clId="{0BC1CC68-5FB1-45E5-A6E2-A4614C9CFE72}" dt="2025-12-11T10:37:55.812" v="1574" actId="14100"/>
          <ac:spMkLst>
            <pc:docMk/>
            <pc:sldMk cId="1221107601" sldId="1725"/>
            <ac:spMk id="41" creationId="{A942ADBD-02F3-B7CA-8F67-321D3FD1E7A0}"/>
          </ac:spMkLst>
        </pc:spChg>
        <pc:spChg chg="mod topLvl">
          <ac:chgData name="석주 이" userId="b6553f64e91d015d" providerId="LiveId" clId="{0BC1CC68-5FB1-45E5-A6E2-A4614C9CFE72}" dt="2025-12-11T10:33:43.186" v="1497" actId="1076"/>
          <ac:spMkLst>
            <pc:docMk/>
            <pc:sldMk cId="1221107601" sldId="1725"/>
            <ac:spMk id="42" creationId="{408AC087-56E7-917F-30FE-25F1A2F8A3C3}"/>
          </ac:spMkLst>
        </pc:spChg>
        <pc:spChg chg="mod">
          <ac:chgData name="석주 이" userId="b6553f64e91d015d" providerId="LiveId" clId="{0BC1CC68-5FB1-45E5-A6E2-A4614C9CFE72}" dt="2025-12-11T10:03:56.432" v="272" actId="20577"/>
          <ac:spMkLst>
            <pc:docMk/>
            <pc:sldMk cId="1221107601" sldId="1725"/>
            <ac:spMk id="44" creationId="{EDD920FB-DE6B-0A96-4EE1-40B4440E08CE}"/>
          </ac:spMkLst>
        </pc:spChg>
        <pc:spChg chg="mod topLvl">
          <ac:chgData name="석주 이" userId="b6553f64e91d015d" providerId="LiveId" clId="{0BC1CC68-5FB1-45E5-A6E2-A4614C9CFE72}" dt="2025-12-11T10:37:55.812" v="1574" actId="14100"/>
          <ac:spMkLst>
            <pc:docMk/>
            <pc:sldMk cId="1221107601" sldId="1725"/>
            <ac:spMk id="46" creationId="{81037C9C-4D57-7040-0963-621124F8133D}"/>
          </ac:spMkLst>
        </pc:spChg>
        <pc:spChg chg="mod topLvl">
          <ac:chgData name="석주 이" userId="b6553f64e91d015d" providerId="LiveId" clId="{0BC1CC68-5FB1-45E5-A6E2-A4614C9CFE72}" dt="2025-12-11T10:33:43.186" v="1497" actId="1076"/>
          <ac:spMkLst>
            <pc:docMk/>
            <pc:sldMk cId="1221107601" sldId="1725"/>
            <ac:spMk id="47" creationId="{59ED3FAB-F28B-5832-AC07-B74525A243C1}"/>
          </ac:spMkLst>
        </pc:spChg>
        <pc:spChg chg="add del mod">
          <ac:chgData name="석주 이" userId="b6553f64e91d015d" providerId="LiveId" clId="{0BC1CC68-5FB1-45E5-A6E2-A4614C9CFE72}" dt="2025-12-11T10:24:03.408" v="802"/>
          <ac:spMkLst>
            <pc:docMk/>
            <pc:sldMk cId="1221107601" sldId="1725"/>
            <ac:spMk id="48" creationId="{DCE3FFFE-7597-9B63-6D0E-D068C96EB833}"/>
          </ac:spMkLst>
        </pc:spChg>
        <pc:spChg chg="add del mod">
          <ac:chgData name="석주 이" userId="b6553f64e91d015d" providerId="LiveId" clId="{0BC1CC68-5FB1-45E5-A6E2-A4614C9CFE72}" dt="2025-12-11T10:32:06.842" v="1467" actId="478"/>
          <ac:spMkLst>
            <pc:docMk/>
            <pc:sldMk cId="1221107601" sldId="1725"/>
            <ac:spMk id="49" creationId="{AD40038A-66E2-30BC-603D-89A61178C627}"/>
          </ac:spMkLst>
        </pc:spChg>
        <pc:spChg chg="add del mod">
          <ac:chgData name="석주 이" userId="b6553f64e91d015d" providerId="LiveId" clId="{0BC1CC68-5FB1-45E5-A6E2-A4614C9CFE72}" dt="2025-12-11T10:32:06.842" v="1467" actId="478"/>
          <ac:spMkLst>
            <pc:docMk/>
            <pc:sldMk cId="1221107601" sldId="1725"/>
            <ac:spMk id="50" creationId="{B4F6A096-8676-235D-6E13-BAC3144BE22A}"/>
          </ac:spMkLst>
        </pc:spChg>
        <pc:spChg chg="del">
          <ac:chgData name="석주 이" userId="b6553f64e91d015d" providerId="LiveId" clId="{0BC1CC68-5FB1-45E5-A6E2-A4614C9CFE72}" dt="2025-12-11T10:34:40.748" v="1510" actId="478"/>
          <ac:spMkLst>
            <pc:docMk/>
            <pc:sldMk cId="1221107601" sldId="1725"/>
            <ac:spMk id="53" creationId="{FE33F11E-E502-79B3-CB82-109310A9E30E}"/>
          </ac:spMkLst>
        </pc:spChg>
        <pc:spChg chg="add del mod">
          <ac:chgData name="석주 이" userId="b6553f64e91d015d" providerId="LiveId" clId="{0BC1CC68-5FB1-45E5-A6E2-A4614C9CFE72}" dt="2025-12-11T10:30:24.451" v="1336" actId="478"/>
          <ac:spMkLst>
            <pc:docMk/>
            <pc:sldMk cId="1221107601" sldId="1725"/>
            <ac:spMk id="56" creationId="{E66E41A5-A3E9-E4C8-70B3-5F0E6F83FAE4}"/>
          </ac:spMkLst>
        </pc:spChg>
        <pc:spChg chg="add del mod">
          <ac:chgData name="석주 이" userId="b6553f64e91d015d" providerId="LiveId" clId="{0BC1CC68-5FB1-45E5-A6E2-A4614C9CFE72}" dt="2025-12-11T10:30:42.594" v="1341" actId="478"/>
          <ac:spMkLst>
            <pc:docMk/>
            <pc:sldMk cId="1221107601" sldId="1725"/>
            <ac:spMk id="57" creationId="{CAC66FF7-4336-D71B-67AC-46C1721C7767}"/>
          </ac:spMkLst>
        </pc:spChg>
        <pc:spChg chg="add del mod">
          <ac:chgData name="석주 이" userId="b6553f64e91d015d" providerId="LiveId" clId="{0BC1CC68-5FB1-45E5-A6E2-A4614C9CFE72}" dt="2025-12-11T10:32:06.842" v="1467" actId="478"/>
          <ac:spMkLst>
            <pc:docMk/>
            <pc:sldMk cId="1221107601" sldId="1725"/>
            <ac:spMk id="59" creationId="{3C05417F-6DF5-2828-85F8-899F31DED917}"/>
          </ac:spMkLst>
        </pc:spChg>
        <pc:spChg chg="mod topLvl">
          <ac:chgData name="석주 이" userId="b6553f64e91d015d" providerId="LiveId" clId="{0BC1CC68-5FB1-45E5-A6E2-A4614C9CFE72}" dt="2025-12-11T10:45:58.280" v="1693" actId="164"/>
          <ac:spMkLst>
            <pc:docMk/>
            <pc:sldMk cId="1221107601" sldId="1725"/>
            <ac:spMk id="66" creationId="{960E7E9A-E08F-E94C-4F93-5F0EE57B06AD}"/>
          </ac:spMkLst>
        </pc:spChg>
        <pc:spChg chg="mod topLvl">
          <ac:chgData name="석주 이" userId="b6553f64e91d015d" providerId="LiveId" clId="{0BC1CC68-5FB1-45E5-A6E2-A4614C9CFE72}" dt="2025-12-11T10:45:58.280" v="1693" actId="164"/>
          <ac:spMkLst>
            <pc:docMk/>
            <pc:sldMk cId="1221107601" sldId="1725"/>
            <ac:spMk id="67" creationId="{DBC23263-6B76-0E4B-C3CD-AB044594E2A2}"/>
          </ac:spMkLst>
        </pc:spChg>
        <pc:spChg chg="mod topLvl">
          <ac:chgData name="석주 이" userId="b6553f64e91d015d" providerId="LiveId" clId="{0BC1CC68-5FB1-45E5-A6E2-A4614C9CFE72}" dt="2025-12-11T10:45:58.280" v="1693" actId="164"/>
          <ac:spMkLst>
            <pc:docMk/>
            <pc:sldMk cId="1221107601" sldId="1725"/>
            <ac:spMk id="69" creationId="{A7EB9480-25AF-DD46-2D56-02FBFB023AB5}"/>
          </ac:spMkLst>
        </pc:spChg>
        <pc:spChg chg="mod topLvl">
          <ac:chgData name="석주 이" userId="b6553f64e91d015d" providerId="LiveId" clId="{0BC1CC68-5FB1-45E5-A6E2-A4614C9CFE72}" dt="2025-12-11T10:45:58.280" v="1693" actId="164"/>
          <ac:spMkLst>
            <pc:docMk/>
            <pc:sldMk cId="1221107601" sldId="1725"/>
            <ac:spMk id="70" creationId="{2B11FBFB-87BD-5806-D3DE-470D39581C7B}"/>
          </ac:spMkLst>
        </pc:spChg>
        <pc:spChg chg="mod topLvl">
          <ac:chgData name="석주 이" userId="b6553f64e91d015d" providerId="LiveId" clId="{0BC1CC68-5FB1-45E5-A6E2-A4614C9CFE72}" dt="2025-12-11T10:45:58.280" v="1693" actId="164"/>
          <ac:spMkLst>
            <pc:docMk/>
            <pc:sldMk cId="1221107601" sldId="1725"/>
            <ac:spMk id="73" creationId="{6DE864B1-A9BD-214A-C7E9-25180F78D113}"/>
          </ac:spMkLst>
        </pc:spChg>
        <pc:spChg chg="mod topLvl">
          <ac:chgData name="석주 이" userId="b6553f64e91d015d" providerId="LiveId" clId="{0BC1CC68-5FB1-45E5-A6E2-A4614C9CFE72}" dt="2025-12-11T10:45:58.280" v="1693" actId="164"/>
          <ac:spMkLst>
            <pc:docMk/>
            <pc:sldMk cId="1221107601" sldId="1725"/>
            <ac:spMk id="74" creationId="{9322C537-00EB-236E-93DA-6D37824D9C9C}"/>
          </ac:spMkLst>
        </pc:spChg>
        <pc:spChg chg="add mod">
          <ac:chgData name="석주 이" userId="b6553f64e91d015d" providerId="LiveId" clId="{0BC1CC68-5FB1-45E5-A6E2-A4614C9CFE72}" dt="2025-12-11T10:46:11.921" v="1696" actId="1076"/>
          <ac:spMkLst>
            <pc:docMk/>
            <pc:sldMk cId="1221107601" sldId="1725"/>
            <ac:spMk id="93" creationId="{9A4CDED8-5577-C052-6775-870E3584AB30}"/>
          </ac:spMkLst>
        </pc:spChg>
        <pc:spChg chg="add mod">
          <ac:chgData name="석주 이" userId="b6553f64e91d015d" providerId="LiveId" clId="{0BC1CC68-5FB1-45E5-A6E2-A4614C9CFE72}" dt="2025-12-11T10:46:11.921" v="1696" actId="1076"/>
          <ac:spMkLst>
            <pc:docMk/>
            <pc:sldMk cId="1221107601" sldId="1725"/>
            <ac:spMk id="98" creationId="{04915207-2659-DA86-338F-A7A9BBE8FD3F}"/>
          </ac:spMkLst>
        </pc:spChg>
        <pc:spChg chg="mod">
          <ac:chgData name="석주 이" userId="b6553f64e91d015d" providerId="LiveId" clId="{0BC1CC68-5FB1-45E5-A6E2-A4614C9CFE72}" dt="2025-12-11T10:06:56.920" v="298" actId="20577"/>
          <ac:spMkLst>
            <pc:docMk/>
            <pc:sldMk cId="1221107601" sldId="1725"/>
            <ac:spMk id="140" creationId="{66235B07-85C8-AE4B-F514-76189F21EC6D}"/>
          </ac:spMkLst>
        </pc:spChg>
        <pc:grpChg chg="del">
          <ac:chgData name="석주 이" userId="b6553f64e91d015d" providerId="LiveId" clId="{0BC1CC68-5FB1-45E5-A6E2-A4614C9CFE72}" dt="2025-12-11T10:12:07.903" v="347" actId="478"/>
          <ac:grpSpMkLst>
            <pc:docMk/>
            <pc:sldMk cId="1221107601" sldId="1725"/>
            <ac:grpSpMk id="3" creationId="{3E0F5C08-AE51-F15C-695E-5698B49A1A6E}"/>
          </ac:grpSpMkLst>
        </pc:grpChg>
        <pc:grpChg chg="del">
          <ac:chgData name="석주 이" userId="b6553f64e91d015d" providerId="LiveId" clId="{0BC1CC68-5FB1-45E5-A6E2-A4614C9CFE72}" dt="2025-12-11T10:12:02.682" v="344" actId="478"/>
          <ac:grpSpMkLst>
            <pc:docMk/>
            <pc:sldMk cId="1221107601" sldId="1725"/>
            <ac:grpSpMk id="4" creationId="{D4D054AF-6F5E-8F9F-98DF-0699A61E429B}"/>
          </ac:grpSpMkLst>
        </pc:grpChg>
        <pc:grpChg chg="del mod">
          <ac:chgData name="석주 이" userId="b6553f64e91d015d" providerId="LiveId" clId="{0BC1CC68-5FB1-45E5-A6E2-A4614C9CFE72}" dt="2025-12-11T10:12:05.326" v="346" actId="478"/>
          <ac:grpSpMkLst>
            <pc:docMk/>
            <pc:sldMk cId="1221107601" sldId="1725"/>
            <ac:grpSpMk id="13" creationId="{9BBB3788-F193-AB7B-B9B7-39674958F4E4}"/>
          </ac:grpSpMkLst>
        </pc:grpChg>
        <pc:grpChg chg="del">
          <ac:chgData name="석주 이" userId="b6553f64e91d015d" providerId="LiveId" clId="{0BC1CC68-5FB1-45E5-A6E2-A4614C9CFE72}" dt="2025-12-11T10:12:02.682" v="344" actId="478"/>
          <ac:grpSpMkLst>
            <pc:docMk/>
            <pc:sldMk cId="1221107601" sldId="1725"/>
            <ac:grpSpMk id="27" creationId="{7CF2928B-5344-D502-4EFC-3727EC0DB6FA}"/>
          </ac:grpSpMkLst>
        </pc:grpChg>
        <pc:grpChg chg="del">
          <ac:chgData name="석주 이" userId="b6553f64e91d015d" providerId="LiveId" clId="{0BC1CC68-5FB1-45E5-A6E2-A4614C9CFE72}" dt="2025-12-11T10:12:02.682" v="344" actId="478"/>
          <ac:grpSpMkLst>
            <pc:docMk/>
            <pc:sldMk cId="1221107601" sldId="1725"/>
            <ac:grpSpMk id="33" creationId="{FE4E8232-D4DB-2B33-9FC0-848CE2577A8F}"/>
          </ac:grpSpMkLst>
        </pc:grpChg>
        <pc:grpChg chg="add del mod">
          <ac:chgData name="석주 이" userId="b6553f64e91d015d" providerId="LiveId" clId="{0BC1CC68-5FB1-45E5-A6E2-A4614C9CFE72}" dt="2025-12-11T10:24:03.076" v="800" actId="165"/>
          <ac:grpSpMkLst>
            <pc:docMk/>
            <pc:sldMk cId="1221107601" sldId="1725"/>
            <ac:grpSpMk id="39" creationId="{09F24C79-1CDA-50A9-D2F5-5721091736E6}"/>
          </ac:grpSpMkLst>
        </pc:grpChg>
        <pc:grpChg chg="add del mod">
          <ac:chgData name="석주 이" userId="b6553f64e91d015d" providerId="LiveId" clId="{0BC1CC68-5FB1-45E5-A6E2-A4614C9CFE72}" dt="2025-12-11T10:24:03.076" v="800" actId="165"/>
          <ac:grpSpMkLst>
            <pc:docMk/>
            <pc:sldMk cId="1221107601" sldId="1725"/>
            <ac:grpSpMk id="40" creationId="{70AE7277-9A18-C9ED-DA07-B4274FA8F3BB}"/>
          </ac:grpSpMkLst>
        </pc:grpChg>
        <pc:grpChg chg="add del mod">
          <ac:chgData name="석주 이" userId="b6553f64e91d015d" providerId="LiveId" clId="{0BC1CC68-5FB1-45E5-A6E2-A4614C9CFE72}" dt="2025-12-11T10:24:03.076" v="800" actId="165"/>
          <ac:grpSpMkLst>
            <pc:docMk/>
            <pc:sldMk cId="1221107601" sldId="1725"/>
            <ac:grpSpMk id="43" creationId="{FEC4CC21-F1A3-9AD6-40FC-22B9D08D7B2F}"/>
          </ac:grpSpMkLst>
        </pc:grpChg>
        <pc:grpChg chg="del">
          <ac:chgData name="석주 이" userId="b6553f64e91d015d" providerId="LiveId" clId="{0BC1CC68-5FB1-45E5-A6E2-A4614C9CFE72}" dt="2025-12-11T10:12:07.903" v="347" actId="478"/>
          <ac:grpSpMkLst>
            <pc:docMk/>
            <pc:sldMk cId="1221107601" sldId="1725"/>
            <ac:grpSpMk id="63" creationId="{EF0684F3-8A92-C46A-C11B-E7180FA28796}"/>
          </ac:grpSpMkLst>
        </pc:grpChg>
        <pc:grpChg chg="add del mod">
          <ac:chgData name="석주 이" userId="b6553f64e91d015d" providerId="LiveId" clId="{0BC1CC68-5FB1-45E5-A6E2-A4614C9CFE72}" dt="2025-12-11T10:32:09.373" v="1468" actId="165"/>
          <ac:grpSpMkLst>
            <pc:docMk/>
            <pc:sldMk cId="1221107601" sldId="1725"/>
            <ac:grpSpMk id="65" creationId="{BBA2BAE9-6E15-7A0C-BEC2-F965B9BD47F9}"/>
          </ac:grpSpMkLst>
        </pc:grpChg>
        <pc:grpChg chg="add del mod">
          <ac:chgData name="석주 이" userId="b6553f64e91d015d" providerId="LiveId" clId="{0BC1CC68-5FB1-45E5-A6E2-A4614C9CFE72}" dt="2025-12-11T10:32:09.373" v="1468" actId="165"/>
          <ac:grpSpMkLst>
            <pc:docMk/>
            <pc:sldMk cId="1221107601" sldId="1725"/>
            <ac:grpSpMk id="68" creationId="{EA46BCBF-10B0-7DD3-549F-2E609190B851}"/>
          </ac:grpSpMkLst>
        </pc:grpChg>
        <pc:grpChg chg="add del mod">
          <ac:chgData name="석주 이" userId="b6553f64e91d015d" providerId="LiveId" clId="{0BC1CC68-5FB1-45E5-A6E2-A4614C9CFE72}" dt="2025-12-11T10:32:09.373" v="1468" actId="165"/>
          <ac:grpSpMkLst>
            <pc:docMk/>
            <pc:sldMk cId="1221107601" sldId="1725"/>
            <ac:grpSpMk id="71" creationId="{2831298A-F80D-010B-6108-7DCE2EF0DCA5}"/>
          </ac:grpSpMkLst>
        </pc:grpChg>
        <pc:grpChg chg="add del mod">
          <ac:chgData name="석주 이" userId="b6553f64e91d015d" providerId="LiveId" clId="{0BC1CC68-5FB1-45E5-A6E2-A4614C9CFE72}" dt="2025-12-11T10:33:07.474" v="1486" actId="165"/>
          <ac:grpSpMkLst>
            <pc:docMk/>
            <pc:sldMk cId="1221107601" sldId="1725"/>
            <ac:grpSpMk id="78" creationId="{B1D9FF02-64EA-AA31-3415-A78E1766D555}"/>
          </ac:grpSpMkLst>
        </pc:grpChg>
        <pc:grpChg chg="add del mod">
          <ac:chgData name="석주 이" userId="b6553f64e91d015d" providerId="LiveId" clId="{0BC1CC68-5FB1-45E5-A6E2-A4614C9CFE72}" dt="2025-12-11T10:33:07.474" v="1486" actId="165"/>
          <ac:grpSpMkLst>
            <pc:docMk/>
            <pc:sldMk cId="1221107601" sldId="1725"/>
            <ac:grpSpMk id="79" creationId="{ABE34C39-F9D7-7EE5-9FC0-EE6B215F5445}"/>
          </ac:grpSpMkLst>
        </pc:grpChg>
        <pc:grpChg chg="add del mod">
          <ac:chgData name="석주 이" userId="b6553f64e91d015d" providerId="LiveId" clId="{0BC1CC68-5FB1-45E5-A6E2-A4614C9CFE72}" dt="2025-12-11T10:33:07.474" v="1486" actId="165"/>
          <ac:grpSpMkLst>
            <pc:docMk/>
            <pc:sldMk cId="1221107601" sldId="1725"/>
            <ac:grpSpMk id="80" creationId="{4C6ADDA4-3A61-7949-CDCC-68D2CAB542F7}"/>
          </ac:grpSpMkLst>
        </pc:grpChg>
        <pc:grpChg chg="add del mod">
          <ac:chgData name="석주 이" userId="b6553f64e91d015d" providerId="LiveId" clId="{0BC1CC68-5FB1-45E5-A6E2-A4614C9CFE72}" dt="2025-12-11T10:33:59.515" v="1502" actId="165"/>
          <ac:grpSpMkLst>
            <pc:docMk/>
            <pc:sldMk cId="1221107601" sldId="1725"/>
            <ac:grpSpMk id="84" creationId="{C41DB819-3EB8-3E3E-8946-1C59B2AD64D2}"/>
          </ac:grpSpMkLst>
        </pc:grpChg>
        <pc:grpChg chg="add del mod">
          <ac:chgData name="석주 이" userId="b6553f64e91d015d" providerId="LiveId" clId="{0BC1CC68-5FB1-45E5-A6E2-A4614C9CFE72}" dt="2025-12-11T10:44:40.626" v="1678" actId="165"/>
          <ac:grpSpMkLst>
            <pc:docMk/>
            <pc:sldMk cId="1221107601" sldId="1725"/>
            <ac:grpSpMk id="99" creationId="{AA78680F-8EE9-9F95-134F-9D09D27DBB9C}"/>
          </ac:grpSpMkLst>
        </pc:grpChg>
        <pc:grpChg chg="add mod">
          <ac:chgData name="석주 이" userId="b6553f64e91d015d" providerId="LiveId" clId="{0BC1CC68-5FB1-45E5-A6E2-A4614C9CFE72}" dt="2025-12-11T10:45:59.666" v="1694" actId="14100"/>
          <ac:grpSpMkLst>
            <pc:docMk/>
            <pc:sldMk cId="1221107601" sldId="1725"/>
            <ac:grpSpMk id="103" creationId="{536FFEF5-C7B4-D426-76DE-9B83CE3AEEEF}"/>
          </ac:grpSpMkLst>
        </pc:grpChg>
        <pc:graphicFrameChg chg="del">
          <ac:chgData name="석주 이" userId="b6553f64e91d015d" providerId="LiveId" clId="{0BC1CC68-5FB1-45E5-A6E2-A4614C9CFE72}" dt="2025-12-11T10:12:10.106" v="348" actId="478"/>
          <ac:graphicFrameMkLst>
            <pc:docMk/>
            <pc:sldMk cId="1221107601" sldId="1725"/>
            <ac:graphicFrameMk id="23" creationId="{A4D98E67-6B64-3CA2-CC71-C373F173422A}"/>
          </ac:graphicFrameMkLst>
        </pc:graphicFrameChg>
        <pc:graphicFrameChg chg="del">
          <ac:chgData name="석주 이" userId="b6553f64e91d015d" providerId="LiveId" clId="{0BC1CC68-5FB1-45E5-A6E2-A4614C9CFE72}" dt="2025-12-11T10:12:10.106" v="348" actId="478"/>
          <ac:graphicFrameMkLst>
            <pc:docMk/>
            <pc:sldMk cId="1221107601" sldId="1725"/>
            <ac:graphicFrameMk id="26" creationId="{238DA732-2A36-12AA-7D5A-F83FC6AF5A79}"/>
          </ac:graphicFrameMkLst>
        </pc:graphicFrameChg>
        <pc:picChg chg="del">
          <ac:chgData name="석주 이" userId="b6553f64e91d015d" providerId="LiveId" clId="{0BC1CC68-5FB1-45E5-A6E2-A4614C9CFE72}" dt="2025-12-11T10:12:07.903" v="347" actId="478"/>
          <ac:picMkLst>
            <pc:docMk/>
            <pc:sldMk cId="1221107601" sldId="1725"/>
            <ac:picMk id="17" creationId="{B2C5EF91-7EFF-D715-AB36-16D97F8919BA}"/>
          </ac:picMkLst>
        </pc:picChg>
        <pc:cxnChg chg="mod">
          <ac:chgData name="석주 이" userId="b6553f64e91d015d" providerId="LiveId" clId="{0BC1CC68-5FB1-45E5-A6E2-A4614C9CFE72}" dt="2025-12-11T10:34:44.438" v="1511" actId="14100"/>
          <ac:cxnSpMkLst>
            <pc:docMk/>
            <pc:sldMk cId="1221107601" sldId="1725"/>
            <ac:cxnSpMk id="45" creationId="{A75EB93D-A3D3-C10B-A97C-3DC6F0A7DD6C}"/>
          </ac:cxnSpMkLst>
        </pc:cxnChg>
        <pc:cxnChg chg="add mod topLvl">
          <ac:chgData name="석주 이" userId="b6553f64e91d015d" providerId="LiveId" clId="{0BC1CC68-5FB1-45E5-A6E2-A4614C9CFE72}" dt="2025-12-11T10:45:58.280" v="1693" actId="164"/>
          <ac:cxnSpMkLst>
            <pc:docMk/>
            <pc:sldMk cId="1221107601" sldId="1725"/>
            <ac:cxnSpMk id="52" creationId="{05E638EB-C76C-C486-3021-0C6DA661C334}"/>
          </ac:cxnSpMkLst>
        </pc:cxnChg>
        <pc:cxnChg chg="del">
          <ac:chgData name="석주 이" userId="b6553f64e91d015d" providerId="LiveId" clId="{0BC1CC68-5FB1-45E5-A6E2-A4614C9CFE72}" dt="2025-12-11T10:34:40.748" v="1510" actId="478"/>
          <ac:cxnSpMkLst>
            <pc:docMk/>
            <pc:sldMk cId="1221107601" sldId="1725"/>
            <ac:cxnSpMk id="54" creationId="{21292977-54D3-2BAF-B8AE-881BE638771F}"/>
          </ac:cxnSpMkLst>
        </pc:cxnChg>
        <pc:cxnChg chg="add mod topLvl">
          <ac:chgData name="석주 이" userId="b6553f64e91d015d" providerId="LiveId" clId="{0BC1CC68-5FB1-45E5-A6E2-A4614C9CFE72}" dt="2025-12-11T10:45:58.280" v="1693" actId="164"/>
          <ac:cxnSpMkLst>
            <pc:docMk/>
            <pc:sldMk cId="1221107601" sldId="1725"/>
            <ac:cxnSpMk id="60" creationId="{A21118CC-7956-6E70-FF4B-072621DC9AC7}"/>
          </ac:cxnSpMkLst>
        </pc:cxnChg>
        <pc:cxnChg chg="add mod">
          <ac:chgData name="석주 이" userId="b6553f64e91d015d" providerId="LiveId" clId="{0BC1CC68-5FB1-45E5-A6E2-A4614C9CFE72}" dt="2025-12-11T10:46:11.921" v="1696" actId="1076"/>
          <ac:cxnSpMkLst>
            <pc:docMk/>
            <pc:sldMk cId="1221107601" sldId="1725"/>
            <ac:cxnSpMk id="97" creationId="{9C02A14C-34B5-E3CB-D173-F5C3B4EB7DB6}"/>
          </ac:cxnSpMkLst>
        </pc:cxnChg>
      </pc:sldChg>
      <pc:sldChg chg="del">
        <pc:chgData name="석주 이" userId="b6553f64e91d015d" providerId="LiveId" clId="{0BC1CC68-5FB1-45E5-A6E2-A4614C9CFE72}" dt="2025-12-12T22:36:25.139" v="7764" actId="47"/>
        <pc:sldMkLst>
          <pc:docMk/>
          <pc:sldMk cId="2177409506" sldId="1803"/>
        </pc:sldMkLst>
      </pc:sldChg>
      <pc:sldChg chg="del">
        <pc:chgData name="석주 이" userId="b6553f64e91d015d" providerId="LiveId" clId="{0BC1CC68-5FB1-45E5-A6E2-A4614C9CFE72}" dt="2025-12-12T22:36:25.139" v="7764" actId="47"/>
        <pc:sldMkLst>
          <pc:docMk/>
          <pc:sldMk cId="3679637827" sldId="1894"/>
        </pc:sldMkLst>
      </pc:sldChg>
      <pc:sldChg chg="del">
        <pc:chgData name="석주 이" userId="b6553f64e91d015d" providerId="LiveId" clId="{0BC1CC68-5FB1-45E5-A6E2-A4614C9CFE72}" dt="2025-12-12T22:36:25.139" v="7764" actId="47"/>
        <pc:sldMkLst>
          <pc:docMk/>
          <pc:sldMk cId="4199201457" sldId="1947"/>
        </pc:sldMkLst>
      </pc:sldChg>
      <pc:sldChg chg="del">
        <pc:chgData name="석주 이" userId="b6553f64e91d015d" providerId="LiveId" clId="{0BC1CC68-5FB1-45E5-A6E2-A4614C9CFE72}" dt="2025-12-12T22:36:25.139" v="7764" actId="47"/>
        <pc:sldMkLst>
          <pc:docMk/>
          <pc:sldMk cId="3107933952" sldId="1949"/>
        </pc:sldMkLst>
      </pc:sldChg>
      <pc:sldChg chg="del">
        <pc:chgData name="석주 이" userId="b6553f64e91d015d" providerId="LiveId" clId="{0BC1CC68-5FB1-45E5-A6E2-A4614C9CFE72}" dt="2025-12-12T22:36:25.139" v="7764" actId="47"/>
        <pc:sldMkLst>
          <pc:docMk/>
          <pc:sldMk cId="2452257481" sldId="1955"/>
        </pc:sldMkLst>
      </pc:sldChg>
      <pc:sldChg chg="del">
        <pc:chgData name="석주 이" userId="b6553f64e91d015d" providerId="LiveId" clId="{0BC1CC68-5FB1-45E5-A6E2-A4614C9CFE72}" dt="2025-12-12T22:36:25.139" v="7764" actId="47"/>
        <pc:sldMkLst>
          <pc:docMk/>
          <pc:sldMk cId="4031297828" sldId="1957"/>
        </pc:sldMkLst>
      </pc:sldChg>
      <pc:sldChg chg="del">
        <pc:chgData name="석주 이" userId="b6553f64e91d015d" providerId="LiveId" clId="{0BC1CC68-5FB1-45E5-A6E2-A4614C9CFE72}" dt="2025-12-12T22:36:25.139" v="7764" actId="47"/>
        <pc:sldMkLst>
          <pc:docMk/>
          <pc:sldMk cId="1177448305" sldId="1982"/>
        </pc:sldMkLst>
      </pc:sldChg>
      <pc:sldChg chg="del">
        <pc:chgData name="석주 이" userId="b6553f64e91d015d" providerId="LiveId" clId="{0BC1CC68-5FB1-45E5-A6E2-A4614C9CFE72}" dt="2025-12-12T22:36:25.139" v="7764" actId="47"/>
        <pc:sldMkLst>
          <pc:docMk/>
          <pc:sldMk cId="1188733601" sldId="1983"/>
        </pc:sldMkLst>
      </pc:sldChg>
      <pc:sldChg chg="del">
        <pc:chgData name="석주 이" userId="b6553f64e91d015d" providerId="LiveId" clId="{0BC1CC68-5FB1-45E5-A6E2-A4614C9CFE72}" dt="2025-12-12T22:36:25.139" v="7764" actId="47"/>
        <pc:sldMkLst>
          <pc:docMk/>
          <pc:sldMk cId="2664020131" sldId="1987"/>
        </pc:sldMkLst>
      </pc:sldChg>
      <pc:sldChg chg="del">
        <pc:chgData name="석주 이" userId="b6553f64e91d015d" providerId="LiveId" clId="{0BC1CC68-5FB1-45E5-A6E2-A4614C9CFE72}" dt="2025-12-12T22:36:25.139" v="7764" actId="47"/>
        <pc:sldMkLst>
          <pc:docMk/>
          <pc:sldMk cId="227874908" sldId="1992"/>
        </pc:sldMkLst>
      </pc:sldChg>
      <pc:sldChg chg="del">
        <pc:chgData name="석주 이" userId="b6553f64e91d015d" providerId="LiveId" clId="{0BC1CC68-5FB1-45E5-A6E2-A4614C9CFE72}" dt="2025-12-12T22:36:25.139" v="7764" actId="47"/>
        <pc:sldMkLst>
          <pc:docMk/>
          <pc:sldMk cId="1217136889" sldId="1993"/>
        </pc:sldMkLst>
      </pc:sldChg>
      <pc:sldChg chg="del">
        <pc:chgData name="석주 이" userId="b6553f64e91d015d" providerId="LiveId" clId="{0BC1CC68-5FB1-45E5-A6E2-A4614C9CFE72}" dt="2025-12-12T22:36:25.139" v="7764" actId="47"/>
        <pc:sldMkLst>
          <pc:docMk/>
          <pc:sldMk cId="2340887798" sldId="1994"/>
        </pc:sldMkLst>
      </pc:sldChg>
      <pc:sldChg chg="del">
        <pc:chgData name="석주 이" userId="b6553f64e91d015d" providerId="LiveId" clId="{0BC1CC68-5FB1-45E5-A6E2-A4614C9CFE72}" dt="2025-12-12T22:36:25.139" v="7764" actId="47"/>
        <pc:sldMkLst>
          <pc:docMk/>
          <pc:sldMk cId="2936920657" sldId="1996"/>
        </pc:sldMkLst>
      </pc:sldChg>
      <pc:sldChg chg="del">
        <pc:chgData name="석주 이" userId="b6553f64e91d015d" providerId="LiveId" clId="{0BC1CC68-5FB1-45E5-A6E2-A4614C9CFE72}" dt="2025-12-12T22:36:25.139" v="7764" actId="47"/>
        <pc:sldMkLst>
          <pc:docMk/>
          <pc:sldMk cId="1298650767" sldId="1997"/>
        </pc:sldMkLst>
      </pc:sldChg>
      <pc:sldChg chg="del">
        <pc:chgData name="석주 이" userId="b6553f64e91d015d" providerId="LiveId" clId="{0BC1CC68-5FB1-45E5-A6E2-A4614C9CFE72}" dt="2025-12-12T22:36:25.139" v="7764" actId="47"/>
        <pc:sldMkLst>
          <pc:docMk/>
          <pc:sldMk cId="4276758664" sldId="2002"/>
        </pc:sldMkLst>
      </pc:sldChg>
      <pc:sldChg chg="del">
        <pc:chgData name="석주 이" userId="b6553f64e91d015d" providerId="LiveId" clId="{0BC1CC68-5FB1-45E5-A6E2-A4614C9CFE72}" dt="2025-12-12T22:36:25.139" v="7764" actId="47"/>
        <pc:sldMkLst>
          <pc:docMk/>
          <pc:sldMk cId="513045029" sldId="2003"/>
        </pc:sldMkLst>
      </pc:sldChg>
      <pc:sldChg chg="del">
        <pc:chgData name="석주 이" userId="b6553f64e91d015d" providerId="LiveId" clId="{0BC1CC68-5FB1-45E5-A6E2-A4614C9CFE72}" dt="2025-12-12T22:36:25.139" v="7764" actId="47"/>
        <pc:sldMkLst>
          <pc:docMk/>
          <pc:sldMk cId="3549142727" sldId="2007"/>
        </pc:sldMkLst>
      </pc:sldChg>
      <pc:sldChg chg="del">
        <pc:chgData name="석주 이" userId="b6553f64e91d015d" providerId="LiveId" clId="{0BC1CC68-5FB1-45E5-A6E2-A4614C9CFE72}" dt="2025-12-12T22:36:25.139" v="7764" actId="47"/>
        <pc:sldMkLst>
          <pc:docMk/>
          <pc:sldMk cId="58341504" sldId="2008"/>
        </pc:sldMkLst>
      </pc:sldChg>
      <pc:sldChg chg="del">
        <pc:chgData name="석주 이" userId="b6553f64e91d015d" providerId="LiveId" clId="{0BC1CC68-5FB1-45E5-A6E2-A4614C9CFE72}" dt="2025-12-12T22:36:25.139" v="7764" actId="47"/>
        <pc:sldMkLst>
          <pc:docMk/>
          <pc:sldMk cId="3066337914" sldId="2009"/>
        </pc:sldMkLst>
      </pc:sldChg>
      <pc:sldChg chg="del">
        <pc:chgData name="석주 이" userId="b6553f64e91d015d" providerId="LiveId" clId="{0BC1CC68-5FB1-45E5-A6E2-A4614C9CFE72}" dt="2025-12-12T22:36:25.139" v="7764" actId="47"/>
        <pc:sldMkLst>
          <pc:docMk/>
          <pc:sldMk cId="2117218952" sldId="2010"/>
        </pc:sldMkLst>
      </pc:sldChg>
      <pc:sldChg chg="del">
        <pc:chgData name="석주 이" userId="b6553f64e91d015d" providerId="LiveId" clId="{0BC1CC68-5FB1-45E5-A6E2-A4614C9CFE72}" dt="2025-12-12T22:36:25.139" v="7764" actId="47"/>
        <pc:sldMkLst>
          <pc:docMk/>
          <pc:sldMk cId="1032420694" sldId="2011"/>
        </pc:sldMkLst>
      </pc:sldChg>
      <pc:sldChg chg="del">
        <pc:chgData name="석주 이" userId="b6553f64e91d015d" providerId="LiveId" clId="{0BC1CC68-5FB1-45E5-A6E2-A4614C9CFE72}" dt="2025-12-12T22:36:25.139" v="7764" actId="47"/>
        <pc:sldMkLst>
          <pc:docMk/>
          <pc:sldMk cId="3883649872" sldId="2012"/>
        </pc:sldMkLst>
      </pc:sldChg>
      <pc:sldChg chg="del">
        <pc:chgData name="석주 이" userId="b6553f64e91d015d" providerId="LiveId" clId="{0BC1CC68-5FB1-45E5-A6E2-A4614C9CFE72}" dt="2025-12-12T22:36:25.139" v="7764" actId="47"/>
        <pc:sldMkLst>
          <pc:docMk/>
          <pc:sldMk cId="3630192192" sldId="2013"/>
        </pc:sldMkLst>
      </pc:sldChg>
      <pc:sldChg chg="del">
        <pc:chgData name="석주 이" userId="b6553f64e91d015d" providerId="LiveId" clId="{0BC1CC68-5FB1-45E5-A6E2-A4614C9CFE72}" dt="2025-12-12T22:36:25.139" v="7764" actId="47"/>
        <pc:sldMkLst>
          <pc:docMk/>
          <pc:sldMk cId="667393625" sldId="2014"/>
        </pc:sldMkLst>
      </pc:sldChg>
      <pc:sldChg chg="del">
        <pc:chgData name="석주 이" userId="b6553f64e91d015d" providerId="LiveId" clId="{0BC1CC68-5FB1-45E5-A6E2-A4614C9CFE72}" dt="2025-12-12T22:36:25.139" v="7764" actId="47"/>
        <pc:sldMkLst>
          <pc:docMk/>
          <pc:sldMk cId="4061868313" sldId="2017"/>
        </pc:sldMkLst>
      </pc:sldChg>
      <pc:sldChg chg="del">
        <pc:chgData name="석주 이" userId="b6553f64e91d015d" providerId="LiveId" clId="{0BC1CC68-5FB1-45E5-A6E2-A4614C9CFE72}" dt="2025-12-12T22:36:25.139" v="7764" actId="47"/>
        <pc:sldMkLst>
          <pc:docMk/>
          <pc:sldMk cId="2514338494" sldId="2018"/>
        </pc:sldMkLst>
      </pc:sldChg>
      <pc:sldChg chg="modSp del mod">
        <pc:chgData name="석주 이" userId="b6553f64e91d015d" providerId="LiveId" clId="{0BC1CC68-5FB1-45E5-A6E2-A4614C9CFE72}" dt="2025-12-12T22:36:25.139" v="7764" actId="47"/>
        <pc:sldMkLst>
          <pc:docMk/>
          <pc:sldMk cId="3775502290" sldId="2019"/>
        </pc:sldMkLst>
        <pc:spChg chg="mod">
          <ac:chgData name="석주 이" userId="b6553f64e91d015d" providerId="LiveId" clId="{0BC1CC68-5FB1-45E5-A6E2-A4614C9CFE72}" dt="2025-12-12T19:39:30.045" v="2509" actId="1076"/>
          <ac:spMkLst>
            <pc:docMk/>
            <pc:sldMk cId="3775502290" sldId="2019"/>
            <ac:spMk id="129" creationId="{6701F15B-C503-87E3-36CA-235177C3708B}"/>
          </ac:spMkLst>
        </pc:spChg>
        <pc:spChg chg="mod">
          <ac:chgData name="석주 이" userId="b6553f64e91d015d" providerId="LiveId" clId="{0BC1CC68-5FB1-45E5-A6E2-A4614C9CFE72}" dt="2025-12-12T19:39:26.435" v="2499" actId="1076"/>
          <ac:spMkLst>
            <pc:docMk/>
            <pc:sldMk cId="3775502290" sldId="2019"/>
            <ac:spMk id="161" creationId="{11A2A591-2B30-70E2-D5AE-48981B915BBE}"/>
          </ac:spMkLst>
        </pc:spChg>
      </pc:sldChg>
      <pc:sldChg chg="delSp modSp del mod">
        <pc:chgData name="석주 이" userId="b6553f64e91d015d" providerId="LiveId" clId="{0BC1CC68-5FB1-45E5-A6E2-A4614C9CFE72}" dt="2025-12-12T22:36:25.139" v="7764" actId="47"/>
        <pc:sldMkLst>
          <pc:docMk/>
          <pc:sldMk cId="2280436965" sldId="2020"/>
        </pc:sldMkLst>
        <pc:spChg chg="mod topLvl">
          <ac:chgData name="석주 이" userId="b6553f64e91d015d" providerId="LiveId" clId="{0BC1CC68-5FB1-45E5-A6E2-A4614C9CFE72}" dt="2025-12-12T19:39:16.749" v="2496" actId="165"/>
          <ac:spMkLst>
            <pc:docMk/>
            <pc:sldMk cId="2280436965" sldId="2020"/>
            <ac:spMk id="78" creationId="{A2629D5C-ED5A-E274-9741-4C5FCA8E963D}"/>
          </ac:spMkLst>
        </pc:spChg>
        <pc:spChg chg="mod topLvl">
          <ac:chgData name="석주 이" userId="b6553f64e91d015d" providerId="LiveId" clId="{0BC1CC68-5FB1-45E5-A6E2-A4614C9CFE72}" dt="2025-12-12T19:39:16.749" v="2496" actId="165"/>
          <ac:spMkLst>
            <pc:docMk/>
            <pc:sldMk cId="2280436965" sldId="2020"/>
            <ac:spMk id="79" creationId="{7C35E2E9-4EF8-1FA0-C176-0ECF0C54DD60}"/>
          </ac:spMkLst>
        </pc:spChg>
        <pc:spChg chg="mod topLvl">
          <ac:chgData name="석주 이" userId="b6553f64e91d015d" providerId="LiveId" clId="{0BC1CC68-5FB1-45E5-A6E2-A4614C9CFE72}" dt="2025-12-12T19:39:16.749" v="2496" actId="165"/>
          <ac:spMkLst>
            <pc:docMk/>
            <pc:sldMk cId="2280436965" sldId="2020"/>
            <ac:spMk id="81" creationId="{0AC320BA-86B9-B30F-07B2-204A86776EB2}"/>
          </ac:spMkLst>
        </pc:spChg>
        <pc:spChg chg="mod topLvl">
          <ac:chgData name="석주 이" userId="b6553f64e91d015d" providerId="LiveId" clId="{0BC1CC68-5FB1-45E5-A6E2-A4614C9CFE72}" dt="2025-12-12T19:39:16.749" v="2496" actId="165"/>
          <ac:spMkLst>
            <pc:docMk/>
            <pc:sldMk cId="2280436965" sldId="2020"/>
            <ac:spMk id="82" creationId="{EFE70FD0-9C99-77AC-7AAE-8789A6400BE3}"/>
          </ac:spMkLst>
        </pc:spChg>
        <pc:spChg chg="mod topLvl">
          <ac:chgData name="석주 이" userId="b6553f64e91d015d" providerId="LiveId" clId="{0BC1CC68-5FB1-45E5-A6E2-A4614C9CFE72}" dt="2025-12-12T19:39:19.067" v="2498" actId="1076"/>
          <ac:spMkLst>
            <pc:docMk/>
            <pc:sldMk cId="2280436965" sldId="2020"/>
            <ac:spMk id="87" creationId="{5EB8F1C9-85B1-D8C4-D6A6-B4A771848D47}"/>
          </ac:spMkLst>
        </pc:spChg>
        <pc:grpChg chg="del">
          <ac:chgData name="석주 이" userId="b6553f64e91d015d" providerId="LiveId" clId="{0BC1CC68-5FB1-45E5-A6E2-A4614C9CFE72}" dt="2025-12-12T19:39:16.749" v="2496" actId="165"/>
          <ac:grpSpMkLst>
            <pc:docMk/>
            <pc:sldMk cId="2280436965" sldId="2020"/>
            <ac:grpSpMk id="88" creationId="{E6673B17-A23C-309B-D152-C85E70C87CCC}"/>
          </ac:grpSpMkLst>
        </pc:grpChg>
      </pc:sldChg>
      <pc:sldChg chg="del">
        <pc:chgData name="석주 이" userId="b6553f64e91d015d" providerId="LiveId" clId="{0BC1CC68-5FB1-45E5-A6E2-A4614C9CFE72}" dt="2025-12-12T22:36:25.139" v="7764" actId="47"/>
        <pc:sldMkLst>
          <pc:docMk/>
          <pc:sldMk cId="2981492372" sldId="2021"/>
        </pc:sldMkLst>
      </pc:sldChg>
      <pc:sldChg chg="del">
        <pc:chgData name="석주 이" userId="b6553f64e91d015d" providerId="LiveId" clId="{0BC1CC68-5FB1-45E5-A6E2-A4614C9CFE72}" dt="2025-12-12T22:36:25.139" v="7764" actId="47"/>
        <pc:sldMkLst>
          <pc:docMk/>
          <pc:sldMk cId="3061976775" sldId="2022"/>
        </pc:sldMkLst>
      </pc:sldChg>
      <pc:sldChg chg="del">
        <pc:chgData name="석주 이" userId="b6553f64e91d015d" providerId="LiveId" clId="{0BC1CC68-5FB1-45E5-A6E2-A4614C9CFE72}" dt="2025-12-12T22:36:25.139" v="7764" actId="47"/>
        <pc:sldMkLst>
          <pc:docMk/>
          <pc:sldMk cId="2206385474" sldId="2023"/>
        </pc:sldMkLst>
      </pc:sldChg>
      <pc:sldChg chg="del">
        <pc:chgData name="석주 이" userId="b6553f64e91d015d" providerId="LiveId" clId="{0BC1CC68-5FB1-45E5-A6E2-A4614C9CFE72}" dt="2025-12-12T22:36:25.139" v="7764" actId="47"/>
        <pc:sldMkLst>
          <pc:docMk/>
          <pc:sldMk cId="3866439025" sldId="2024"/>
        </pc:sldMkLst>
      </pc:sldChg>
      <pc:sldChg chg="del">
        <pc:chgData name="석주 이" userId="b6553f64e91d015d" providerId="LiveId" clId="{0BC1CC68-5FB1-45E5-A6E2-A4614C9CFE72}" dt="2025-12-12T22:36:25.139" v="7764" actId="47"/>
        <pc:sldMkLst>
          <pc:docMk/>
          <pc:sldMk cId="109603422" sldId="2026"/>
        </pc:sldMkLst>
      </pc:sldChg>
      <pc:sldChg chg="del">
        <pc:chgData name="석주 이" userId="b6553f64e91d015d" providerId="LiveId" clId="{0BC1CC68-5FB1-45E5-A6E2-A4614C9CFE72}" dt="2025-12-12T22:36:25.139" v="7764" actId="47"/>
        <pc:sldMkLst>
          <pc:docMk/>
          <pc:sldMk cId="1954704849" sldId="2027"/>
        </pc:sldMkLst>
      </pc:sldChg>
      <pc:sldChg chg="del">
        <pc:chgData name="석주 이" userId="b6553f64e91d015d" providerId="LiveId" clId="{0BC1CC68-5FB1-45E5-A6E2-A4614C9CFE72}" dt="2025-12-12T22:36:25.139" v="7764" actId="47"/>
        <pc:sldMkLst>
          <pc:docMk/>
          <pc:sldMk cId="4143215707" sldId="2028"/>
        </pc:sldMkLst>
      </pc:sldChg>
      <pc:sldChg chg="del">
        <pc:chgData name="석주 이" userId="b6553f64e91d015d" providerId="LiveId" clId="{0BC1CC68-5FB1-45E5-A6E2-A4614C9CFE72}" dt="2025-12-12T22:36:25.139" v="7764" actId="47"/>
        <pc:sldMkLst>
          <pc:docMk/>
          <pc:sldMk cId="700155531" sldId="2029"/>
        </pc:sldMkLst>
      </pc:sldChg>
      <pc:sldChg chg="del">
        <pc:chgData name="석주 이" userId="b6553f64e91d015d" providerId="LiveId" clId="{0BC1CC68-5FB1-45E5-A6E2-A4614C9CFE72}" dt="2025-12-12T22:36:25.139" v="7764" actId="47"/>
        <pc:sldMkLst>
          <pc:docMk/>
          <pc:sldMk cId="3302158140" sldId="2030"/>
        </pc:sldMkLst>
      </pc:sldChg>
      <pc:sldChg chg="del">
        <pc:chgData name="석주 이" userId="b6553f64e91d015d" providerId="LiveId" clId="{0BC1CC68-5FB1-45E5-A6E2-A4614C9CFE72}" dt="2025-12-12T22:36:25.139" v="7764" actId="47"/>
        <pc:sldMkLst>
          <pc:docMk/>
          <pc:sldMk cId="680150028" sldId="2031"/>
        </pc:sldMkLst>
      </pc:sldChg>
      <pc:sldChg chg="addSp delSp modSp add mod">
        <pc:chgData name="석주 이" userId="b6553f64e91d015d" providerId="LiveId" clId="{0BC1CC68-5FB1-45E5-A6E2-A4614C9CFE72}" dt="2025-12-12T22:37:53.263" v="8063" actId="6549"/>
        <pc:sldMkLst>
          <pc:docMk/>
          <pc:sldMk cId="2236605013" sldId="2032"/>
        </pc:sldMkLst>
        <pc:spChg chg="mod topLvl">
          <ac:chgData name="석주 이" userId="b6553f64e91d015d" providerId="LiveId" clId="{0BC1CC68-5FB1-45E5-A6E2-A4614C9CFE72}" dt="2025-12-12T18:30:25.870" v="1865" actId="165"/>
          <ac:spMkLst>
            <pc:docMk/>
            <pc:sldMk cId="2236605013" sldId="2032"/>
            <ac:spMk id="6" creationId="{2A09DF1A-62C5-B407-5D78-48DCC010639D}"/>
          </ac:spMkLst>
        </pc:spChg>
        <pc:spChg chg="mod topLvl">
          <ac:chgData name="석주 이" userId="b6553f64e91d015d" providerId="LiveId" clId="{0BC1CC68-5FB1-45E5-A6E2-A4614C9CFE72}" dt="2025-12-12T18:30:25.870" v="1865" actId="165"/>
          <ac:spMkLst>
            <pc:docMk/>
            <pc:sldMk cId="2236605013" sldId="2032"/>
            <ac:spMk id="7" creationId="{FC753BBE-13CA-7A22-F678-96C44CF0D9E5}"/>
          </ac:spMkLst>
        </pc:spChg>
        <pc:spChg chg="mod topLvl">
          <ac:chgData name="석주 이" userId="b6553f64e91d015d" providerId="LiveId" clId="{0BC1CC68-5FB1-45E5-A6E2-A4614C9CFE72}" dt="2025-12-12T18:30:25.870" v="1865" actId="165"/>
          <ac:spMkLst>
            <pc:docMk/>
            <pc:sldMk cId="2236605013" sldId="2032"/>
            <ac:spMk id="8" creationId="{90689B57-6A9B-F408-1DB6-EE12AFAD517F}"/>
          </ac:spMkLst>
        </pc:spChg>
        <pc:spChg chg="mod topLvl">
          <ac:chgData name="석주 이" userId="b6553f64e91d015d" providerId="LiveId" clId="{0BC1CC68-5FB1-45E5-A6E2-A4614C9CFE72}" dt="2025-12-12T18:30:25.870" v="1865" actId="165"/>
          <ac:spMkLst>
            <pc:docMk/>
            <pc:sldMk cId="2236605013" sldId="2032"/>
            <ac:spMk id="9" creationId="{4F290C81-76A1-E36B-A244-08E9487D0960}"/>
          </ac:spMkLst>
        </pc:spChg>
        <pc:spChg chg="mod">
          <ac:chgData name="석주 이" userId="b6553f64e91d015d" providerId="LiveId" clId="{0BC1CC68-5FB1-45E5-A6E2-A4614C9CFE72}" dt="2025-12-12T22:37:53.263" v="8063" actId="6549"/>
          <ac:spMkLst>
            <pc:docMk/>
            <pc:sldMk cId="2236605013" sldId="2032"/>
            <ac:spMk id="10" creationId="{263CBDF7-832D-A696-39B1-ED12CE62C437}"/>
          </ac:spMkLst>
        </pc:spChg>
        <pc:spChg chg="mod topLvl">
          <ac:chgData name="석주 이" userId="b6553f64e91d015d" providerId="LiveId" clId="{0BC1CC68-5FB1-45E5-A6E2-A4614C9CFE72}" dt="2025-12-12T20:53:39.986" v="4309" actId="165"/>
          <ac:spMkLst>
            <pc:docMk/>
            <pc:sldMk cId="2236605013" sldId="2032"/>
            <ac:spMk id="11" creationId="{DF547DA1-A31A-F5A2-D710-884CA5F232E6}"/>
          </ac:spMkLst>
        </pc:spChg>
        <pc:spChg chg="del">
          <ac:chgData name="석주 이" userId="b6553f64e91d015d" providerId="LiveId" clId="{0BC1CC68-5FB1-45E5-A6E2-A4614C9CFE72}" dt="2025-12-12T18:24:07.062" v="1703" actId="478"/>
          <ac:spMkLst>
            <pc:docMk/>
            <pc:sldMk cId="2236605013" sldId="2032"/>
            <ac:spMk id="12" creationId="{87BC9E2F-EFC5-5CB9-C2B2-6FC8F0B1F260}"/>
          </ac:spMkLst>
        </pc:spChg>
        <pc:spChg chg="mod topLvl">
          <ac:chgData name="석주 이" userId="b6553f64e91d015d" providerId="LiveId" clId="{0BC1CC68-5FB1-45E5-A6E2-A4614C9CFE72}" dt="2025-12-12T20:53:39.986" v="4309" actId="165"/>
          <ac:spMkLst>
            <pc:docMk/>
            <pc:sldMk cId="2236605013" sldId="2032"/>
            <ac:spMk id="13" creationId="{26DC594C-CDC4-D2B1-5BFD-4262675828AA}"/>
          </ac:spMkLst>
        </pc:spChg>
        <pc:spChg chg="add mod">
          <ac:chgData name="석주 이" userId="b6553f64e91d015d" providerId="LiveId" clId="{0BC1CC68-5FB1-45E5-A6E2-A4614C9CFE72}" dt="2025-12-12T18:25:06.743" v="1763" actId="571"/>
          <ac:spMkLst>
            <pc:docMk/>
            <pc:sldMk cId="2236605013" sldId="2032"/>
            <ac:spMk id="15" creationId="{68B2677A-7FD8-0929-06DA-34A0AA13CE78}"/>
          </ac:spMkLst>
        </pc:spChg>
        <pc:spChg chg="del">
          <ac:chgData name="석주 이" userId="b6553f64e91d015d" providerId="LiveId" clId="{0BC1CC68-5FB1-45E5-A6E2-A4614C9CFE72}" dt="2025-12-12T18:24:07.062" v="1703" actId="478"/>
          <ac:spMkLst>
            <pc:docMk/>
            <pc:sldMk cId="2236605013" sldId="2032"/>
            <ac:spMk id="16" creationId="{3CB92DCC-7AFC-DA9F-EF95-0805B5B79598}"/>
          </ac:spMkLst>
        </pc:spChg>
        <pc:spChg chg="add mod">
          <ac:chgData name="석주 이" userId="b6553f64e91d015d" providerId="LiveId" clId="{0BC1CC68-5FB1-45E5-A6E2-A4614C9CFE72}" dt="2025-12-12T18:25:06.743" v="1763" actId="571"/>
          <ac:spMkLst>
            <pc:docMk/>
            <pc:sldMk cId="2236605013" sldId="2032"/>
            <ac:spMk id="17" creationId="{4D8C445A-6B6D-9F97-F4A3-3E772D22F00F}"/>
          </ac:spMkLst>
        </pc:spChg>
        <pc:spChg chg="add mod">
          <ac:chgData name="석주 이" userId="b6553f64e91d015d" providerId="LiveId" clId="{0BC1CC68-5FB1-45E5-A6E2-A4614C9CFE72}" dt="2025-12-12T18:25:17.250" v="1770" actId="571"/>
          <ac:spMkLst>
            <pc:docMk/>
            <pc:sldMk cId="2236605013" sldId="2032"/>
            <ac:spMk id="18" creationId="{A7C22446-360C-1B7A-D419-124EFEB23EF8}"/>
          </ac:spMkLst>
        </pc:spChg>
        <pc:spChg chg="add mod">
          <ac:chgData name="석주 이" userId="b6553f64e91d015d" providerId="LiveId" clId="{0BC1CC68-5FB1-45E5-A6E2-A4614C9CFE72}" dt="2025-12-12T18:28:54.824" v="1833" actId="403"/>
          <ac:spMkLst>
            <pc:docMk/>
            <pc:sldMk cId="2236605013" sldId="2032"/>
            <ac:spMk id="22" creationId="{2928B766-270E-4FBA-FB3E-06C06B58165D}"/>
          </ac:spMkLst>
        </pc:spChg>
        <pc:spChg chg="add mod">
          <ac:chgData name="석주 이" userId="b6553f64e91d015d" providerId="LiveId" clId="{0BC1CC68-5FB1-45E5-A6E2-A4614C9CFE72}" dt="2025-12-12T18:28:54.824" v="1833" actId="403"/>
          <ac:spMkLst>
            <pc:docMk/>
            <pc:sldMk cId="2236605013" sldId="2032"/>
            <ac:spMk id="23" creationId="{FC4F465D-4635-F9DF-F1D9-38E01D9AED7D}"/>
          </ac:spMkLst>
        </pc:spChg>
        <pc:spChg chg="add mod">
          <ac:chgData name="석주 이" userId="b6553f64e91d015d" providerId="LiveId" clId="{0BC1CC68-5FB1-45E5-A6E2-A4614C9CFE72}" dt="2025-12-12T18:28:54.824" v="1833" actId="403"/>
          <ac:spMkLst>
            <pc:docMk/>
            <pc:sldMk cId="2236605013" sldId="2032"/>
            <ac:spMk id="24" creationId="{26FA0866-267D-FDA4-7B1C-2CCB479203BC}"/>
          </ac:spMkLst>
        </pc:spChg>
        <pc:spChg chg="add mod">
          <ac:chgData name="석주 이" userId="b6553f64e91d015d" providerId="LiveId" clId="{0BC1CC68-5FB1-45E5-A6E2-A4614C9CFE72}" dt="2025-12-12T18:27:50.110" v="1820" actId="571"/>
          <ac:spMkLst>
            <pc:docMk/>
            <pc:sldMk cId="2236605013" sldId="2032"/>
            <ac:spMk id="25" creationId="{6A73F853-32C0-7711-4ABE-E967A3C0D529}"/>
          </ac:spMkLst>
        </pc:spChg>
        <pc:spChg chg="add mod">
          <ac:chgData name="석주 이" userId="b6553f64e91d015d" providerId="LiveId" clId="{0BC1CC68-5FB1-45E5-A6E2-A4614C9CFE72}" dt="2025-12-12T18:27:50.110" v="1820" actId="571"/>
          <ac:spMkLst>
            <pc:docMk/>
            <pc:sldMk cId="2236605013" sldId="2032"/>
            <ac:spMk id="26" creationId="{71294DB2-7C14-620F-3668-4F1313CA01FB}"/>
          </ac:spMkLst>
        </pc:spChg>
        <pc:spChg chg="add mod">
          <ac:chgData name="석주 이" userId="b6553f64e91d015d" providerId="LiveId" clId="{0BC1CC68-5FB1-45E5-A6E2-A4614C9CFE72}" dt="2025-12-12T18:27:50.110" v="1820" actId="571"/>
          <ac:spMkLst>
            <pc:docMk/>
            <pc:sldMk cId="2236605013" sldId="2032"/>
            <ac:spMk id="27" creationId="{967F45C3-054F-A8C4-E7B6-3FAF4D2A144F}"/>
          </ac:spMkLst>
        </pc:spChg>
        <pc:spChg chg="mod">
          <ac:chgData name="석주 이" userId="b6553f64e91d015d" providerId="LiveId" clId="{0BC1CC68-5FB1-45E5-A6E2-A4614C9CFE72}" dt="2025-12-12T18:28:54.824" v="1833" actId="403"/>
          <ac:spMkLst>
            <pc:docMk/>
            <pc:sldMk cId="2236605013" sldId="2032"/>
            <ac:spMk id="30" creationId="{AE9ABFF9-B487-9DB5-9221-A9FB5F1A0013}"/>
          </ac:spMkLst>
        </pc:spChg>
        <pc:spChg chg="mod">
          <ac:chgData name="석주 이" userId="b6553f64e91d015d" providerId="LiveId" clId="{0BC1CC68-5FB1-45E5-A6E2-A4614C9CFE72}" dt="2025-12-12T18:28:54.824" v="1833" actId="403"/>
          <ac:spMkLst>
            <pc:docMk/>
            <pc:sldMk cId="2236605013" sldId="2032"/>
            <ac:spMk id="31" creationId="{3FA37C8D-237C-CCEB-B8CE-036BAAF34D0A}"/>
          </ac:spMkLst>
        </pc:spChg>
        <pc:spChg chg="mod">
          <ac:chgData name="석주 이" userId="b6553f64e91d015d" providerId="LiveId" clId="{0BC1CC68-5FB1-45E5-A6E2-A4614C9CFE72}" dt="2025-12-12T18:28:54.824" v="1833" actId="403"/>
          <ac:spMkLst>
            <pc:docMk/>
            <pc:sldMk cId="2236605013" sldId="2032"/>
            <ac:spMk id="32" creationId="{7C1A2353-C552-0BAE-2936-9BBCA036478F}"/>
          </ac:spMkLst>
        </pc:spChg>
        <pc:spChg chg="mod">
          <ac:chgData name="석주 이" userId="b6553f64e91d015d" providerId="LiveId" clId="{0BC1CC68-5FB1-45E5-A6E2-A4614C9CFE72}" dt="2025-12-12T20:53:39.986" v="4309" actId="165"/>
          <ac:spMkLst>
            <pc:docMk/>
            <pc:sldMk cId="2236605013" sldId="2032"/>
            <ac:spMk id="34" creationId="{CD6624B0-395F-1A52-5A5B-8F32DEFAD7F2}"/>
          </ac:spMkLst>
        </pc:spChg>
        <pc:spChg chg="mod">
          <ac:chgData name="석주 이" userId="b6553f64e91d015d" providerId="LiveId" clId="{0BC1CC68-5FB1-45E5-A6E2-A4614C9CFE72}" dt="2025-12-12T18:29:34.015" v="1845" actId="571"/>
          <ac:spMkLst>
            <pc:docMk/>
            <pc:sldMk cId="2236605013" sldId="2032"/>
            <ac:spMk id="35" creationId="{CC2445D5-E8C1-17AA-899A-E6282973A009}"/>
          </ac:spMkLst>
        </pc:spChg>
        <pc:spChg chg="mod">
          <ac:chgData name="석주 이" userId="b6553f64e91d015d" providerId="LiveId" clId="{0BC1CC68-5FB1-45E5-A6E2-A4614C9CFE72}" dt="2025-12-12T20:53:39.986" v="4309" actId="165"/>
          <ac:spMkLst>
            <pc:docMk/>
            <pc:sldMk cId="2236605013" sldId="2032"/>
            <ac:spMk id="36" creationId="{D36458AD-2D58-A5B2-58F7-6193E68F6BA9}"/>
          </ac:spMkLst>
        </pc:spChg>
        <pc:spChg chg="add mod">
          <ac:chgData name="석주 이" userId="b6553f64e91d015d" providerId="LiveId" clId="{0BC1CC68-5FB1-45E5-A6E2-A4614C9CFE72}" dt="2025-12-12T18:29:34.015" v="1845" actId="571"/>
          <ac:spMkLst>
            <pc:docMk/>
            <pc:sldMk cId="2236605013" sldId="2032"/>
            <ac:spMk id="37" creationId="{818DBEE3-FE1E-175C-AB38-8AEC76347AD3}"/>
          </ac:spMkLst>
        </pc:spChg>
        <pc:spChg chg="mod topLvl">
          <ac:chgData name="석주 이" userId="b6553f64e91d015d" providerId="LiveId" clId="{0BC1CC68-5FB1-45E5-A6E2-A4614C9CFE72}" dt="2025-12-12T20:53:39.986" v="4309" actId="165"/>
          <ac:spMkLst>
            <pc:docMk/>
            <pc:sldMk cId="2236605013" sldId="2032"/>
            <ac:spMk id="39" creationId="{38B5BE96-EEA5-6BC7-575B-9B6ECB180588}"/>
          </ac:spMkLst>
        </pc:spChg>
        <pc:spChg chg="mod topLvl">
          <ac:chgData name="석주 이" userId="b6553f64e91d015d" providerId="LiveId" clId="{0BC1CC68-5FB1-45E5-A6E2-A4614C9CFE72}" dt="2025-12-12T20:53:39.986" v="4309" actId="165"/>
          <ac:spMkLst>
            <pc:docMk/>
            <pc:sldMk cId="2236605013" sldId="2032"/>
            <ac:spMk id="40" creationId="{D8F76B2D-986D-DA06-428D-C67C40EFC798}"/>
          </ac:spMkLst>
        </pc:spChg>
        <pc:spChg chg="del">
          <ac:chgData name="석주 이" userId="b6553f64e91d015d" providerId="LiveId" clId="{0BC1CC68-5FB1-45E5-A6E2-A4614C9CFE72}" dt="2025-12-12T18:24:07.062" v="1703" actId="478"/>
          <ac:spMkLst>
            <pc:docMk/>
            <pc:sldMk cId="2236605013" sldId="2032"/>
            <ac:spMk id="41" creationId="{187A965E-0464-384C-5DFD-C34DC91C8766}"/>
          </ac:spMkLst>
        </pc:spChg>
        <pc:spChg chg="del">
          <ac:chgData name="석주 이" userId="b6553f64e91d015d" providerId="LiveId" clId="{0BC1CC68-5FB1-45E5-A6E2-A4614C9CFE72}" dt="2025-12-12T18:24:07.062" v="1703" actId="478"/>
          <ac:spMkLst>
            <pc:docMk/>
            <pc:sldMk cId="2236605013" sldId="2032"/>
            <ac:spMk id="42" creationId="{F3D312E0-9CAF-509B-ED2B-BC90CA410D53}"/>
          </ac:spMkLst>
        </pc:spChg>
        <pc:spChg chg="mod topLvl">
          <ac:chgData name="석주 이" userId="b6553f64e91d015d" providerId="LiveId" clId="{0BC1CC68-5FB1-45E5-A6E2-A4614C9CFE72}" dt="2025-12-12T20:53:39.986" v="4309" actId="165"/>
          <ac:spMkLst>
            <pc:docMk/>
            <pc:sldMk cId="2236605013" sldId="2032"/>
            <ac:spMk id="43" creationId="{A0F95259-CF93-E148-92D2-18564114AE4F}"/>
          </ac:spMkLst>
        </pc:spChg>
        <pc:spChg chg="mod">
          <ac:chgData name="석주 이" userId="b6553f64e91d015d" providerId="LiveId" clId="{0BC1CC68-5FB1-45E5-A6E2-A4614C9CFE72}" dt="2025-12-12T18:24:27.246" v="1749" actId="20577"/>
          <ac:spMkLst>
            <pc:docMk/>
            <pc:sldMk cId="2236605013" sldId="2032"/>
            <ac:spMk id="44" creationId="{F7618270-0C87-53F0-EB61-A1316AAF14F1}"/>
          </ac:spMkLst>
        </pc:spChg>
        <pc:spChg chg="del">
          <ac:chgData name="석주 이" userId="b6553f64e91d015d" providerId="LiveId" clId="{0BC1CC68-5FB1-45E5-A6E2-A4614C9CFE72}" dt="2025-12-12T18:24:07.062" v="1703" actId="478"/>
          <ac:spMkLst>
            <pc:docMk/>
            <pc:sldMk cId="2236605013" sldId="2032"/>
            <ac:spMk id="46" creationId="{C8ABDBDD-F59C-E0EB-CC74-EE6835765A35}"/>
          </ac:spMkLst>
        </pc:spChg>
        <pc:spChg chg="del">
          <ac:chgData name="석주 이" userId="b6553f64e91d015d" providerId="LiveId" clId="{0BC1CC68-5FB1-45E5-A6E2-A4614C9CFE72}" dt="2025-12-12T18:24:07.062" v="1703" actId="478"/>
          <ac:spMkLst>
            <pc:docMk/>
            <pc:sldMk cId="2236605013" sldId="2032"/>
            <ac:spMk id="47" creationId="{2A0A2640-3686-3DBB-CE4B-DFEFD41C4F20}"/>
          </ac:spMkLst>
        </pc:spChg>
        <pc:spChg chg="mod topLvl">
          <ac:chgData name="석주 이" userId="b6553f64e91d015d" providerId="LiveId" clId="{0BC1CC68-5FB1-45E5-A6E2-A4614C9CFE72}" dt="2025-12-12T20:53:39.986" v="4309" actId="165"/>
          <ac:spMkLst>
            <pc:docMk/>
            <pc:sldMk cId="2236605013" sldId="2032"/>
            <ac:spMk id="49" creationId="{7F68CFC7-906F-FCC5-0DC6-08A5756CF4C8}"/>
          </ac:spMkLst>
        </pc:spChg>
        <pc:spChg chg="mod topLvl">
          <ac:chgData name="석주 이" userId="b6553f64e91d015d" providerId="LiveId" clId="{0BC1CC68-5FB1-45E5-A6E2-A4614C9CFE72}" dt="2025-12-12T20:53:39.986" v="4309" actId="165"/>
          <ac:spMkLst>
            <pc:docMk/>
            <pc:sldMk cId="2236605013" sldId="2032"/>
            <ac:spMk id="50" creationId="{90589F59-44FD-75F2-80C6-2C84A72E8774}"/>
          </ac:spMkLst>
        </pc:spChg>
        <pc:spChg chg="mod topLvl">
          <ac:chgData name="석주 이" userId="b6553f64e91d015d" providerId="LiveId" clId="{0BC1CC68-5FB1-45E5-A6E2-A4614C9CFE72}" dt="2025-12-12T20:53:39.986" v="4309" actId="165"/>
          <ac:spMkLst>
            <pc:docMk/>
            <pc:sldMk cId="2236605013" sldId="2032"/>
            <ac:spMk id="51" creationId="{C4C01948-AE51-9F81-8BEE-48E155131E3A}"/>
          </ac:spMkLst>
        </pc:spChg>
        <pc:spChg chg="add mod">
          <ac:chgData name="석주 이" userId="b6553f64e91d015d" providerId="LiveId" clId="{0BC1CC68-5FB1-45E5-A6E2-A4614C9CFE72}" dt="2025-12-12T18:36:47.326" v="2086" actId="14100"/>
          <ac:spMkLst>
            <pc:docMk/>
            <pc:sldMk cId="2236605013" sldId="2032"/>
            <ac:spMk id="54" creationId="{20A9D256-07A9-4213-15D7-7DEC49C52822}"/>
          </ac:spMkLst>
        </pc:spChg>
        <pc:spChg chg="add mod">
          <ac:chgData name="석주 이" userId="b6553f64e91d015d" providerId="LiveId" clId="{0BC1CC68-5FB1-45E5-A6E2-A4614C9CFE72}" dt="2025-12-12T18:36:50.003" v="2087" actId="1076"/>
          <ac:spMkLst>
            <pc:docMk/>
            <pc:sldMk cId="2236605013" sldId="2032"/>
            <ac:spMk id="55" creationId="{8661720E-DF94-5BC0-B2F6-E6062E554EE0}"/>
          </ac:spMkLst>
        </pc:spChg>
        <pc:spChg chg="add mod">
          <ac:chgData name="석주 이" userId="b6553f64e91d015d" providerId="LiveId" clId="{0BC1CC68-5FB1-45E5-A6E2-A4614C9CFE72}" dt="2025-12-12T18:36:55.777" v="2088" actId="164"/>
          <ac:spMkLst>
            <pc:docMk/>
            <pc:sldMk cId="2236605013" sldId="2032"/>
            <ac:spMk id="56" creationId="{CE2267A9-20F7-9EB3-5E14-73F8332514BA}"/>
          </ac:spMkLst>
        </pc:spChg>
        <pc:spChg chg="add mod">
          <ac:chgData name="석주 이" userId="b6553f64e91d015d" providerId="LiveId" clId="{0BC1CC68-5FB1-45E5-A6E2-A4614C9CFE72}" dt="2025-12-12T18:36:50.003" v="2087" actId="1076"/>
          <ac:spMkLst>
            <pc:docMk/>
            <pc:sldMk cId="2236605013" sldId="2032"/>
            <ac:spMk id="57" creationId="{6A36F1B5-EA8A-58C7-A54D-AA6281A91146}"/>
          </ac:spMkLst>
        </pc:spChg>
        <pc:spChg chg="add del mod">
          <ac:chgData name="석주 이" userId="b6553f64e91d015d" providerId="LiveId" clId="{0BC1CC68-5FB1-45E5-A6E2-A4614C9CFE72}" dt="2025-12-12T19:13:26.526" v="2301" actId="478"/>
          <ac:spMkLst>
            <pc:docMk/>
            <pc:sldMk cId="2236605013" sldId="2032"/>
            <ac:spMk id="58" creationId="{E55D262B-E9DD-78D2-BAC1-F310CE386B56}"/>
          </ac:spMkLst>
        </pc:spChg>
        <pc:spChg chg="add mod">
          <ac:chgData name="석주 이" userId="b6553f64e91d015d" providerId="LiveId" clId="{0BC1CC68-5FB1-45E5-A6E2-A4614C9CFE72}" dt="2025-12-12T18:36:50.003" v="2087" actId="1076"/>
          <ac:spMkLst>
            <pc:docMk/>
            <pc:sldMk cId="2236605013" sldId="2032"/>
            <ac:spMk id="59" creationId="{E5134041-88E9-7B85-3CBF-D25CFE806DDF}"/>
          </ac:spMkLst>
        </pc:spChg>
        <pc:spChg chg="del">
          <ac:chgData name="석주 이" userId="b6553f64e91d015d" providerId="LiveId" clId="{0BC1CC68-5FB1-45E5-A6E2-A4614C9CFE72}" dt="2025-12-12T18:24:07.062" v="1703" actId="478"/>
          <ac:spMkLst>
            <pc:docMk/>
            <pc:sldMk cId="2236605013" sldId="2032"/>
            <ac:spMk id="86" creationId="{AE07360E-1049-2480-A6B3-03B94ABF5F42}"/>
          </ac:spMkLst>
        </pc:spChg>
        <pc:spChg chg="del">
          <ac:chgData name="석주 이" userId="b6553f64e91d015d" providerId="LiveId" clId="{0BC1CC68-5FB1-45E5-A6E2-A4614C9CFE72}" dt="2025-12-12T18:24:07.062" v="1703" actId="478"/>
          <ac:spMkLst>
            <pc:docMk/>
            <pc:sldMk cId="2236605013" sldId="2032"/>
            <ac:spMk id="93" creationId="{1D470FB2-02B4-7114-4389-C0661FF334AC}"/>
          </ac:spMkLst>
        </pc:spChg>
        <pc:spChg chg="del">
          <ac:chgData name="석주 이" userId="b6553f64e91d015d" providerId="LiveId" clId="{0BC1CC68-5FB1-45E5-A6E2-A4614C9CFE72}" dt="2025-12-12T18:24:07.062" v="1703" actId="478"/>
          <ac:spMkLst>
            <pc:docMk/>
            <pc:sldMk cId="2236605013" sldId="2032"/>
            <ac:spMk id="98" creationId="{427933D5-D1B5-2979-B906-67643F553CD0}"/>
          </ac:spMkLst>
        </pc:spChg>
        <pc:grpChg chg="add del mod">
          <ac:chgData name="석주 이" userId="b6553f64e91d015d" providerId="LiveId" clId="{0BC1CC68-5FB1-45E5-A6E2-A4614C9CFE72}" dt="2025-12-12T18:24:36.404" v="1751" actId="165"/>
          <ac:grpSpMkLst>
            <pc:docMk/>
            <pc:sldMk cId="2236605013" sldId="2032"/>
            <ac:grpSpMk id="3" creationId="{4E5CCB10-29C5-5103-C146-43E6AA172C2B}"/>
          </ac:grpSpMkLst>
        </pc:grpChg>
        <pc:grpChg chg="add mod">
          <ac:chgData name="석주 이" userId="b6553f64e91d015d" providerId="LiveId" clId="{0BC1CC68-5FB1-45E5-A6E2-A4614C9CFE72}" dt="2025-12-12T18:36:47.326" v="2086" actId="14100"/>
          <ac:grpSpMkLst>
            <pc:docMk/>
            <pc:sldMk cId="2236605013" sldId="2032"/>
            <ac:grpSpMk id="19" creationId="{95C72744-9364-B4A9-23CE-5BD7D5516985}"/>
          </ac:grpSpMkLst>
        </pc:grpChg>
        <pc:grpChg chg="add mod">
          <ac:chgData name="석주 이" userId="b6553f64e91d015d" providerId="LiveId" clId="{0BC1CC68-5FB1-45E5-A6E2-A4614C9CFE72}" dt="2025-12-12T19:13:29.842" v="2302" actId="14100"/>
          <ac:grpSpMkLst>
            <pc:docMk/>
            <pc:sldMk cId="2236605013" sldId="2032"/>
            <ac:grpSpMk id="20" creationId="{1E609924-7AFD-7CEC-9D6F-8051460C007A}"/>
          </ac:grpSpMkLst>
        </pc:grpChg>
        <pc:grpChg chg="add mod">
          <ac:chgData name="석주 이" userId="b6553f64e91d015d" providerId="LiveId" clId="{0BC1CC68-5FB1-45E5-A6E2-A4614C9CFE72}" dt="2025-12-12T18:36:47.326" v="2086" actId="14100"/>
          <ac:grpSpMkLst>
            <pc:docMk/>
            <pc:sldMk cId="2236605013" sldId="2032"/>
            <ac:grpSpMk id="21" creationId="{3AAD9D4D-C537-41D2-E16C-61DED2556611}"/>
          </ac:grpSpMkLst>
        </pc:grpChg>
        <pc:grpChg chg="add del mod">
          <ac:chgData name="석주 이" userId="b6553f64e91d015d" providerId="LiveId" clId="{0BC1CC68-5FB1-45E5-A6E2-A4614C9CFE72}" dt="2025-12-12T18:30:12.537" v="1861" actId="478"/>
          <ac:grpSpMkLst>
            <pc:docMk/>
            <pc:sldMk cId="2236605013" sldId="2032"/>
            <ac:grpSpMk id="28" creationId="{A4F64ABB-BD05-D3C6-FA4C-78F9FABD08C8}"/>
          </ac:grpSpMkLst>
        </pc:grpChg>
        <pc:grpChg chg="add del mod">
          <ac:chgData name="석주 이" userId="b6553f64e91d015d" providerId="LiveId" clId="{0BC1CC68-5FB1-45E5-A6E2-A4614C9CFE72}" dt="2025-12-12T18:30:12.537" v="1861" actId="478"/>
          <ac:grpSpMkLst>
            <pc:docMk/>
            <pc:sldMk cId="2236605013" sldId="2032"/>
            <ac:grpSpMk id="29" creationId="{071AE385-C0D4-99B7-A5CE-17DCC37CE8D8}"/>
          </ac:grpSpMkLst>
        </pc:grpChg>
        <pc:grpChg chg="add mod">
          <ac:chgData name="석주 이" userId="b6553f64e91d015d" providerId="LiveId" clId="{0BC1CC68-5FB1-45E5-A6E2-A4614C9CFE72}" dt="2025-12-12T18:36:55.777" v="2088" actId="164"/>
          <ac:grpSpMkLst>
            <pc:docMk/>
            <pc:sldMk cId="2236605013" sldId="2032"/>
            <ac:grpSpMk id="33" creationId="{DA80ACAD-0AA5-BFC3-A8A9-CEC0C9F6DF66}"/>
          </ac:grpSpMkLst>
        </pc:grpChg>
        <pc:grpChg chg="add del mod">
          <ac:chgData name="석주 이" userId="b6553f64e91d015d" providerId="LiveId" clId="{0BC1CC68-5FB1-45E5-A6E2-A4614C9CFE72}" dt="2025-12-12T18:29:59.394" v="1853" actId="165"/>
          <ac:grpSpMkLst>
            <pc:docMk/>
            <pc:sldMk cId="2236605013" sldId="2032"/>
            <ac:grpSpMk id="38" creationId="{7DFC613C-6763-E913-9D7C-5D9819B4AAB8}"/>
          </ac:grpSpMkLst>
        </pc:grpChg>
        <pc:grpChg chg="add del mod">
          <ac:chgData name="석주 이" userId="b6553f64e91d015d" providerId="LiveId" clId="{0BC1CC68-5FB1-45E5-A6E2-A4614C9CFE72}" dt="2025-12-12T18:29:59.394" v="1853" actId="165"/>
          <ac:grpSpMkLst>
            <pc:docMk/>
            <pc:sldMk cId="2236605013" sldId="2032"/>
            <ac:grpSpMk id="48" creationId="{C6720895-4EE7-0889-A15B-0EF6075FD629}"/>
          </ac:grpSpMkLst>
        </pc:grpChg>
        <pc:grpChg chg="add mod">
          <ac:chgData name="석주 이" userId="b6553f64e91d015d" providerId="LiveId" clId="{0BC1CC68-5FB1-45E5-A6E2-A4614C9CFE72}" dt="2025-12-12T18:30:25.092" v="1864" actId="14100"/>
          <ac:grpSpMkLst>
            <pc:docMk/>
            <pc:sldMk cId="2236605013" sldId="2032"/>
            <ac:grpSpMk id="53" creationId="{0B8D62CF-14BE-7C6C-C09A-3F24027E34CE}"/>
          </ac:grpSpMkLst>
        </pc:grpChg>
        <pc:grpChg chg="add mod">
          <ac:chgData name="석주 이" userId="b6553f64e91d015d" providerId="LiveId" clId="{0BC1CC68-5FB1-45E5-A6E2-A4614C9CFE72}" dt="2025-12-12T18:36:58.049" v="2089" actId="14100"/>
          <ac:grpSpMkLst>
            <pc:docMk/>
            <pc:sldMk cId="2236605013" sldId="2032"/>
            <ac:grpSpMk id="61" creationId="{1F6CB5A4-46F3-4446-26CC-EC3E44DD3D78}"/>
          </ac:grpSpMkLst>
        </pc:grpChg>
        <pc:grpChg chg="del">
          <ac:chgData name="석주 이" userId="b6553f64e91d015d" providerId="LiveId" clId="{0BC1CC68-5FB1-45E5-A6E2-A4614C9CFE72}" dt="2025-12-12T18:24:09.951" v="1704" actId="478"/>
          <ac:grpSpMkLst>
            <pc:docMk/>
            <pc:sldMk cId="2236605013" sldId="2032"/>
            <ac:grpSpMk id="103" creationId="{F244C232-CB0D-7BC5-7377-7BB650DCE010}"/>
          </ac:grpSpMkLst>
        </pc:grpChg>
        <pc:cxnChg chg="add del mod topLvl">
          <ac:chgData name="석주 이" userId="b6553f64e91d015d" providerId="LiveId" clId="{0BC1CC68-5FB1-45E5-A6E2-A4614C9CFE72}" dt="2025-12-12T18:25:38.201" v="1794" actId="478"/>
          <ac:cxnSpMkLst>
            <pc:docMk/>
            <pc:sldMk cId="2236605013" sldId="2032"/>
            <ac:cxnSpMk id="4" creationId="{999D4A45-7A6B-6CDC-9A1E-AAA5FC03561C}"/>
          </ac:cxnSpMkLst>
        </pc:cxnChg>
        <pc:cxnChg chg="del mod topLvl">
          <ac:chgData name="석주 이" userId="b6553f64e91d015d" providerId="LiveId" clId="{0BC1CC68-5FB1-45E5-A6E2-A4614C9CFE72}" dt="2025-12-12T18:25:46.405" v="1799" actId="478"/>
          <ac:cxnSpMkLst>
            <pc:docMk/>
            <pc:sldMk cId="2236605013" sldId="2032"/>
            <ac:cxnSpMk id="5" creationId="{3E447410-964A-70A5-D9D8-ADD347E4529C}"/>
          </ac:cxnSpMkLst>
        </pc:cxnChg>
        <pc:cxnChg chg="mod">
          <ac:chgData name="석주 이" userId="b6553f64e91d015d" providerId="LiveId" clId="{0BC1CC68-5FB1-45E5-A6E2-A4614C9CFE72}" dt="2025-12-12T18:24:09.951" v="1704" actId="478"/>
          <ac:cxnSpMkLst>
            <pc:docMk/>
            <pc:sldMk cId="2236605013" sldId="2032"/>
            <ac:cxnSpMk id="52" creationId="{3FAA9F3C-C321-1669-E85C-7AF5EDD537C8}"/>
          </ac:cxnSpMkLst>
        </pc:cxnChg>
        <pc:cxnChg chg="mod">
          <ac:chgData name="석주 이" userId="b6553f64e91d015d" providerId="LiveId" clId="{0BC1CC68-5FB1-45E5-A6E2-A4614C9CFE72}" dt="2025-12-12T18:24:09.951" v="1704" actId="478"/>
          <ac:cxnSpMkLst>
            <pc:docMk/>
            <pc:sldMk cId="2236605013" sldId="2032"/>
            <ac:cxnSpMk id="60" creationId="{89FF6EB6-B332-4087-7BB6-988E485B8425}"/>
          </ac:cxnSpMkLst>
        </pc:cxnChg>
        <pc:cxnChg chg="del">
          <ac:chgData name="석주 이" userId="b6553f64e91d015d" providerId="LiveId" clId="{0BC1CC68-5FB1-45E5-A6E2-A4614C9CFE72}" dt="2025-12-12T18:24:07.062" v="1703" actId="478"/>
          <ac:cxnSpMkLst>
            <pc:docMk/>
            <pc:sldMk cId="2236605013" sldId="2032"/>
            <ac:cxnSpMk id="97" creationId="{A8428A6A-8F90-7F58-9B86-AF3B6CA2804C}"/>
          </ac:cxnSpMkLst>
        </pc:cxnChg>
      </pc:sldChg>
      <pc:sldChg chg="addSp delSp modSp add mod">
        <pc:chgData name="석주 이" userId="b6553f64e91d015d" providerId="LiveId" clId="{0BC1CC68-5FB1-45E5-A6E2-A4614C9CFE72}" dt="2025-12-12T22:38:26.222" v="8162" actId="20577"/>
        <pc:sldMkLst>
          <pc:docMk/>
          <pc:sldMk cId="1352865676" sldId="2033"/>
        </pc:sldMkLst>
        <pc:spChg chg="add del mod">
          <ac:chgData name="석주 이" userId="b6553f64e91d015d" providerId="LiveId" clId="{0BC1CC68-5FB1-45E5-A6E2-A4614C9CFE72}" dt="2025-12-12T18:46:12.846" v="2091" actId="478"/>
          <ac:spMkLst>
            <pc:docMk/>
            <pc:sldMk cId="1352865676" sldId="2033"/>
            <ac:spMk id="4" creationId="{8474DAC6-8DC5-8044-97AC-AAFCCF864255}"/>
          </ac:spMkLst>
        </pc:spChg>
        <pc:spChg chg="mod">
          <ac:chgData name="석주 이" userId="b6553f64e91d015d" providerId="LiveId" clId="{0BC1CC68-5FB1-45E5-A6E2-A4614C9CFE72}" dt="2025-12-12T22:38:26.222" v="8162" actId="20577"/>
          <ac:spMkLst>
            <pc:docMk/>
            <pc:sldMk cId="1352865676" sldId="2033"/>
            <ac:spMk id="10" creationId="{74F6074D-2AE4-A9CA-000E-E9625374B1DA}"/>
          </ac:spMkLst>
        </pc:spChg>
        <pc:spChg chg="add del mod">
          <ac:chgData name="석주 이" userId="b6553f64e91d015d" providerId="LiveId" clId="{0BC1CC68-5FB1-45E5-A6E2-A4614C9CFE72}" dt="2025-12-12T19:00:57.359" v="2099" actId="478"/>
          <ac:spMkLst>
            <pc:docMk/>
            <pc:sldMk cId="1352865676" sldId="2033"/>
            <ac:spMk id="12" creationId="{3444A832-DFC7-AC07-A849-5DB750E4E181}"/>
          </ac:spMkLst>
        </pc:spChg>
        <pc:spChg chg="del">
          <ac:chgData name="석주 이" userId="b6553f64e91d015d" providerId="LiveId" clId="{0BC1CC68-5FB1-45E5-A6E2-A4614C9CFE72}" dt="2025-12-12T18:36:32.888" v="2085" actId="478"/>
          <ac:spMkLst>
            <pc:docMk/>
            <pc:sldMk cId="1352865676" sldId="2033"/>
            <ac:spMk id="39" creationId="{53133EF4-5834-8E5E-5844-1BF596C4F32E}"/>
          </ac:spMkLst>
        </pc:spChg>
        <pc:spChg chg="del">
          <ac:chgData name="석주 이" userId="b6553f64e91d015d" providerId="LiveId" clId="{0BC1CC68-5FB1-45E5-A6E2-A4614C9CFE72}" dt="2025-12-12T18:36:32.888" v="2085" actId="478"/>
          <ac:spMkLst>
            <pc:docMk/>
            <pc:sldMk cId="1352865676" sldId="2033"/>
            <ac:spMk id="40" creationId="{26557F66-3E1D-30FE-AD45-8AFC9A109F6D}"/>
          </ac:spMkLst>
        </pc:spChg>
        <pc:spChg chg="del">
          <ac:chgData name="석주 이" userId="b6553f64e91d015d" providerId="LiveId" clId="{0BC1CC68-5FB1-45E5-A6E2-A4614C9CFE72}" dt="2025-12-12T18:36:32.888" v="2085" actId="478"/>
          <ac:spMkLst>
            <pc:docMk/>
            <pc:sldMk cId="1352865676" sldId="2033"/>
            <ac:spMk id="43" creationId="{1D8EDC3E-30A9-FEE9-3B42-0392BED05232}"/>
          </ac:spMkLst>
        </pc:spChg>
        <pc:spChg chg="mod">
          <ac:chgData name="석주 이" userId="b6553f64e91d015d" providerId="LiveId" clId="{0BC1CC68-5FB1-45E5-A6E2-A4614C9CFE72}" dt="2025-12-12T18:36:25.393" v="2084" actId="20577"/>
          <ac:spMkLst>
            <pc:docMk/>
            <pc:sldMk cId="1352865676" sldId="2033"/>
            <ac:spMk id="44" creationId="{61BB49AE-6062-73C2-BE9C-2A8DCB88FF3D}"/>
          </ac:spMkLst>
        </pc:spChg>
        <pc:spChg chg="del">
          <ac:chgData name="석주 이" userId="b6553f64e91d015d" providerId="LiveId" clId="{0BC1CC68-5FB1-45E5-A6E2-A4614C9CFE72}" dt="2025-12-12T18:36:32.888" v="2085" actId="478"/>
          <ac:spMkLst>
            <pc:docMk/>
            <pc:sldMk cId="1352865676" sldId="2033"/>
            <ac:spMk id="49" creationId="{5EBD5D2A-A6AF-AED4-3DB5-C9C75A10655B}"/>
          </ac:spMkLst>
        </pc:spChg>
        <pc:spChg chg="del">
          <ac:chgData name="석주 이" userId="b6553f64e91d015d" providerId="LiveId" clId="{0BC1CC68-5FB1-45E5-A6E2-A4614C9CFE72}" dt="2025-12-12T18:36:32.888" v="2085" actId="478"/>
          <ac:spMkLst>
            <pc:docMk/>
            <pc:sldMk cId="1352865676" sldId="2033"/>
            <ac:spMk id="51" creationId="{909D280C-E000-785A-306F-C2E9FD9039D2}"/>
          </ac:spMkLst>
        </pc:spChg>
        <pc:spChg chg="del">
          <ac:chgData name="석주 이" userId="b6553f64e91d015d" providerId="LiveId" clId="{0BC1CC68-5FB1-45E5-A6E2-A4614C9CFE72}" dt="2025-12-12T18:36:32.888" v="2085" actId="478"/>
          <ac:spMkLst>
            <pc:docMk/>
            <pc:sldMk cId="1352865676" sldId="2033"/>
            <ac:spMk id="54" creationId="{D0328553-C486-5F9E-4EA6-07EC0DDED79E}"/>
          </ac:spMkLst>
        </pc:spChg>
        <pc:spChg chg="del">
          <ac:chgData name="석주 이" userId="b6553f64e91d015d" providerId="LiveId" clId="{0BC1CC68-5FB1-45E5-A6E2-A4614C9CFE72}" dt="2025-12-12T18:36:32.888" v="2085" actId="478"/>
          <ac:spMkLst>
            <pc:docMk/>
            <pc:sldMk cId="1352865676" sldId="2033"/>
            <ac:spMk id="55" creationId="{434E3A8B-83AE-D24D-343C-0C07A369F6F5}"/>
          </ac:spMkLst>
        </pc:spChg>
        <pc:spChg chg="del">
          <ac:chgData name="석주 이" userId="b6553f64e91d015d" providerId="LiveId" clId="{0BC1CC68-5FB1-45E5-A6E2-A4614C9CFE72}" dt="2025-12-12T18:36:32.888" v="2085" actId="478"/>
          <ac:spMkLst>
            <pc:docMk/>
            <pc:sldMk cId="1352865676" sldId="2033"/>
            <ac:spMk id="56" creationId="{5A5EF201-39C1-8116-B0A8-EF0705ACA91B}"/>
          </ac:spMkLst>
        </pc:spChg>
        <pc:spChg chg="del">
          <ac:chgData name="석주 이" userId="b6553f64e91d015d" providerId="LiveId" clId="{0BC1CC68-5FB1-45E5-A6E2-A4614C9CFE72}" dt="2025-12-12T18:36:32.888" v="2085" actId="478"/>
          <ac:spMkLst>
            <pc:docMk/>
            <pc:sldMk cId="1352865676" sldId="2033"/>
            <ac:spMk id="57" creationId="{3E4273D9-972F-EB89-DA04-7E009CD2DECF}"/>
          </ac:spMkLst>
        </pc:spChg>
        <pc:spChg chg="del">
          <ac:chgData name="석주 이" userId="b6553f64e91d015d" providerId="LiveId" clId="{0BC1CC68-5FB1-45E5-A6E2-A4614C9CFE72}" dt="2025-12-12T18:36:32.888" v="2085" actId="478"/>
          <ac:spMkLst>
            <pc:docMk/>
            <pc:sldMk cId="1352865676" sldId="2033"/>
            <ac:spMk id="59" creationId="{3EC06FB5-96CC-A3D6-8790-E8DBD478FFF7}"/>
          </ac:spMkLst>
        </pc:spChg>
        <pc:spChg chg="mod">
          <ac:chgData name="석주 이" userId="b6553f64e91d015d" providerId="LiveId" clId="{0BC1CC68-5FB1-45E5-A6E2-A4614C9CFE72}" dt="2025-12-12T18:36:18.431" v="2052" actId="20577"/>
          <ac:spMkLst>
            <pc:docMk/>
            <pc:sldMk cId="1352865676" sldId="2033"/>
            <ac:spMk id="140" creationId="{67B5E91B-BFC1-C417-4EDD-BCE0662772B5}"/>
          </ac:spMkLst>
        </pc:spChg>
        <pc:graphicFrameChg chg="add del mod modGraphic">
          <ac:chgData name="석주 이" userId="b6553f64e91d015d" providerId="LiveId" clId="{0BC1CC68-5FB1-45E5-A6E2-A4614C9CFE72}" dt="2025-12-12T18:47:02.070" v="2097" actId="478"/>
          <ac:graphicFrameMkLst>
            <pc:docMk/>
            <pc:sldMk cId="1352865676" sldId="2033"/>
            <ac:graphicFrameMk id="3" creationId="{A35028EE-08C6-0FBF-9641-B5E3964A5427}"/>
          </ac:graphicFrameMkLst>
        </pc:graphicFrameChg>
        <pc:graphicFrameChg chg="add del mod modGraphic">
          <ac:chgData name="석주 이" userId="b6553f64e91d015d" providerId="LiveId" clId="{0BC1CC68-5FB1-45E5-A6E2-A4614C9CFE72}" dt="2025-12-12T19:29:16.495" v="2349" actId="207"/>
          <ac:graphicFrameMkLst>
            <pc:docMk/>
            <pc:sldMk cId="1352865676" sldId="2033"/>
            <ac:graphicFrameMk id="5" creationId="{1D105367-ADF5-5777-0FED-6A51C2C172E9}"/>
          </ac:graphicFrameMkLst>
        </pc:graphicFrameChg>
      </pc:sldChg>
      <pc:sldChg chg="addSp delSp modSp add mod">
        <pc:chgData name="석주 이" userId="b6553f64e91d015d" providerId="LiveId" clId="{0BC1CC68-5FB1-45E5-A6E2-A4614C9CFE72}" dt="2025-12-12T22:40:00.646" v="8308" actId="20577"/>
        <pc:sldMkLst>
          <pc:docMk/>
          <pc:sldMk cId="3286599642" sldId="2034"/>
        </pc:sldMkLst>
        <pc:spChg chg="add del mod">
          <ac:chgData name="석주 이" userId="b6553f64e91d015d" providerId="LiveId" clId="{0BC1CC68-5FB1-45E5-A6E2-A4614C9CFE72}" dt="2025-12-12T19:27:04.538" v="2304" actId="478"/>
          <ac:spMkLst>
            <pc:docMk/>
            <pc:sldMk cId="3286599642" sldId="2034"/>
            <ac:spMk id="4" creationId="{60452A9F-05B8-BC6C-89D9-BCE3BD5C0808}"/>
          </ac:spMkLst>
        </pc:spChg>
        <pc:spChg chg="add del mod">
          <ac:chgData name="석주 이" userId="b6553f64e91d015d" providerId="LiveId" clId="{0BC1CC68-5FB1-45E5-A6E2-A4614C9CFE72}" dt="2025-12-12T19:28:47.628" v="2333" actId="478"/>
          <ac:spMkLst>
            <pc:docMk/>
            <pc:sldMk cId="3286599642" sldId="2034"/>
            <ac:spMk id="6" creationId="{612E8C48-C6C5-9D52-FC56-403BF42F6A5B}"/>
          </ac:spMkLst>
        </pc:spChg>
        <pc:spChg chg="mod">
          <ac:chgData name="석주 이" userId="b6553f64e91d015d" providerId="LiveId" clId="{0BC1CC68-5FB1-45E5-A6E2-A4614C9CFE72}" dt="2025-12-12T20:06:30.522" v="3439" actId="20577"/>
          <ac:spMkLst>
            <pc:docMk/>
            <pc:sldMk cId="3286599642" sldId="2034"/>
            <ac:spMk id="10" creationId="{7970E4BF-4BE5-85CC-39A3-246A1B7D4938}"/>
          </ac:spMkLst>
        </pc:spChg>
        <pc:spChg chg="add del mod">
          <ac:chgData name="석주 이" userId="b6553f64e91d015d" providerId="LiveId" clId="{0BC1CC68-5FB1-45E5-A6E2-A4614C9CFE72}" dt="2025-12-12T19:36:26.809" v="2467"/>
          <ac:spMkLst>
            <pc:docMk/>
            <pc:sldMk cId="3286599642" sldId="2034"/>
            <ac:spMk id="13" creationId="{EE78578F-E835-74BB-9883-A9BE6EFC88E7}"/>
          </ac:spMkLst>
        </pc:spChg>
        <pc:spChg chg="add mod">
          <ac:chgData name="석주 이" userId="b6553f64e91d015d" providerId="LiveId" clId="{0BC1CC68-5FB1-45E5-A6E2-A4614C9CFE72}" dt="2025-12-12T19:43:49.057" v="2696" actId="404"/>
          <ac:spMkLst>
            <pc:docMk/>
            <pc:sldMk cId="3286599642" sldId="2034"/>
            <ac:spMk id="14" creationId="{54303EBB-31E7-A504-769D-3215023B80B6}"/>
          </ac:spMkLst>
        </pc:spChg>
        <pc:spChg chg="add del mod">
          <ac:chgData name="석주 이" userId="b6553f64e91d015d" providerId="LiveId" clId="{0BC1CC68-5FB1-45E5-A6E2-A4614C9CFE72}" dt="2025-12-12T19:40:24.518" v="2525"/>
          <ac:spMkLst>
            <pc:docMk/>
            <pc:sldMk cId="3286599642" sldId="2034"/>
            <ac:spMk id="15" creationId="{35138683-9188-E307-CEEA-C3E4623ADA65}"/>
          </ac:spMkLst>
        </pc:spChg>
        <pc:spChg chg="add mod">
          <ac:chgData name="석주 이" userId="b6553f64e91d015d" providerId="LiveId" clId="{0BC1CC68-5FB1-45E5-A6E2-A4614C9CFE72}" dt="2025-12-12T19:43:44.602" v="2693" actId="404"/>
          <ac:spMkLst>
            <pc:docMk/>
            <pc:sldMk cId="3286599642" sldId="2034"/>
            <ac:spMk id="16" creationId="{6F306281-7AFA-C0F6-6449-1BE4775DBF44}"/>
          </ac:spMkLst>
        </pc:spChg>
        <pc:spChg chg="add del mod">
          <ac:chgData name="석주 이" userId="b6553f64e91d015d" providerId="LiveId" clId="{0BC1CC68-5FB1-45E5-A6E2-A4614C9CFE72}" dt="2025-12-12T19:43:45.656" v="2695"/>
          <ac:spMkLst>
            <pc:docMk/>
            <pc:sldMk cId="3286599642" sldId="2034"/>
            <ac:spMk id="17" creationId="{3BA05331-F28E-3D04-8BA4-3AECDD38EB06}"/>
          </ac:spMkLst>
        </pc:spChg>
        <pc:spChg chg="add del mod">
          <ac:chgData name="석주 이" userId="b6553f64e91d015d" providerId="LiveId" clId="{0BC1CC68-5FB1-45E5-A6E2-A4614C9CFE72}" dt="2025-12-12T20:06:15.506" v="3423"/>
          <ac:spMkLst>
            <pc:docMk/>
            <pc:sldMk cId="3286599642" sldId="2034"/>
            <ac:spMk id="18" creationId="{B9AF20A1-82CE-885E-BE19-900FA783B120}"/>
          </ac:spMkLst>
        </pc:spChg>
        <pc:spChg chg="mod">
          <ac:chgData name="석주 이" userId="b6553f64e91d015d" providerId="LiveId" clId="{0BC1CC68-5FB1-45E5-A6E2-A4614C9CFE72}" dt="2025-12-12T22:40:00.646" v="8308" actId="20577"/>
          <ac:spMkLst>
            <pc:docMk/>
            <pc:sldMk cId="3286599642" sldId="2034"/>
            <ac:spMk id="44" creationId="{8254735A-7633-D8A8-9C45-1CDDCAD77679}"/>
          </ac:spMkLst>
        </pc:spChg>
        <pc:spChg chg="mod">
          <ac:chgData name="석주 이" userId="b6553f64e91d015d" providerId="LiveId" clId="{0BC1CC68-5FB1-45E5-A6E2-A4614C9CFE72}" dt="2025-12-12T19:06:46.448" v="2182" actId="20577"/>
          <ac:spMkLst>
            <pc:docMk/>
            <pc:sldMk cId="3286599642" sldId="2034"/>
            <ac:spMk id="140" creationId="{9BCCC4EB-C15D-778A-9235-6CD4156777DF}"/>
          </ac:spMkLst>
        </pc:spChg>
        <pc:graphicFrameChg chg="add del mod modGraphic">
          <ac:chgData name="석주 이" userId="b6553f64e91d015d" providerId="LiveId" clId="{0BC1CC68-5FB1-45E5-A6E2-A4614C9CFE72}" dt="2025-12-12T19:38:07.485" v="2495" actId="207"/>
          <ac:graphicFrameMkLst>
            <pc:docMk/>
            <pc:sldMk cId="3286599642" sldId="2034"/>
            <ac:graphicFrameMk id="3" creationId="{A603C0B5-8B5B-43DC-9E16-E6CB948F1FE8}"/>
          </ac:graphicFrameMkLst>
        </pc:graphicFrameChg>
        <pc:graphicFrameChg chg="del">
          <ac:chgData name="석주 이" userId="b6553f64e91d015d" providerId="LiveId" clId="{0BC1CC68-5FB1-45E5-A6E2-A4614C9CFE72}" dt="2025-12-12T19:05:06.092" v="2155" actId="478"/>
          <ac:graphicFrameMkLst>
            <pc:docMk/>
            <pc:sldMk cId="3286599642" sldId="2034"/>
            <ac:graphicFrameMk id="5" creationId="{AE4F3E04-A8DA-7990-AABE-BA8BE9349179}"/>
          </ac:graphicFrameMkLst>
        </pc:graphicFrameChg>
        <pc:graphicFrameChg chg="add mod modGraphic">
          <ac:chgData name="석주 이" userId="b6553f64e91d015d" providerId="LiveId" clId="{0BC1CC68-5FB1-45E5-A6E2-A4614C9CFE72}" dt="2025-12-12T19:35:55.249" v="2452" actId="14100"/>
          <ac:graphicFrameMkLst>
            <pc:docMk/>
            <pc:sldMk cId="3286599642" sldId="2034"/>
            <ac:graphicFrameMk id="7" creationId="{6195AA6E-459B-DD3E-65FE-F6F9B67D5936}"/>
          </ac:graphicFrameMkLst>
        </pc:graphicFrameChg>
        <pc:picChg chg="add mod modCrop">
          <ac:chgData name="석주 이" userId="b6553f64e91d015d" providerId="LiveId" clId="{0BC1CC68-5FB1-45E5-A6E2-A4614C9CFE72}" dt="2025-12-12T19:36:03.484" v="2458" actId="1038"/>
          <ac:picMkLst>
            <pc:docMk/>
            <pc:sldMk cId="3286599642" sldId="2034"/>
            <ac:picMk id="9" creationId="{F296F58E-4C70-7883-C0DC-B5D0A9C8D0F8}"/>
          </ac:picMkLst>
        </pc:picChg>
        <pc:picChg chg="add del mod">
          <ac:chgData name="석주 이" userId="b6553f64e91d015d" providerId="LiveId" clId="{0BC1CC68-5FB1-45E5-A6E2-A4614C9CFE72}" dt="2025-12-12T19:36:18.787" v="2462" actId="22"/>
          <ac:picMkLst>
            <pc:docMk/>
            <pc:sldMk cId="3286599642" sldId="2034"/>
            <ac:picMk id="12" creationId="{FCC6974A-0B33-D4B1-4230-AA7639097E2C}"/>
          </ac:picMkLst>
        </pc:picChg>
        <pc:picChg chg="add del mod">
          <ac:chgData name="석주 이" userId="b6553f64e91d015d" providerId="LiveId" clId="{0BC1CC68-5FB1-45E5-A6E2-A4614C9CFE72}" dt="2025-12-12T19:27:54.360" v="2320" actId="478"/>
          <ac:picMkLst>
            <pc:docMk/>
            <pc:sldMk cId="3286599642" sldId="2034"/>
            <ac:picMk id="3075" creationId="{D8579536-39A9-B6C3-9772-D2CCDF1434A0}"/>
          </ac:picMkLst>
        </pc:picChg>
      </pc:sldChg>
      <pc:sldChg chg="addSp delSp modSp add mod">
        <pc:chgData name="석주 이" userId="b6553f64e91d015d" providerId="LiveId" clId="{0BC1CC68-5FB1-45E5-A6E2-A4614C9CFE72}" dt="2025-12-12T22:39:55.092" v="8288" actId="20577"/>
        <pc:sldMkLst>
          <pc:docMk/>
          <pc:sldMk cId="2911714668" sldId="2035"/>
        </pc:sldMkLst>
        <pc:spChg chg="mod">
          <ac:chgData name="석주 이" userId="b6553f64e91d015d" providerId="LiveId" clId="{0BC1CC68-5FB1-45E5-A6E2-A4614C9CFE72}" dt="2025-12-12T20:09:18.248" v="3545" actId="948"/>
          <ac:spMkLst>
            <pc:docMk/>
            <pc:sldMk cId="2911714668" sldId="2035"/>
            <ac:spMk id="2" creationId="{573F1A50-42E6-BF30-C165-FB2AB1F33668}"/>
          </ac:spMkLst>
        </pc:spChg>
        <pc:spChg chg="add del mod">
          <ac:chgData name="석주 이" userId="b6553f64e91d015d" providerId="LiveId" clId="{0BC1CC68-5FB1-45E5-A6E2-A4614C9CFE72}" dt="2025-12-12T19:48:42.348" v="2698" actId="478"/>
          <ac:spMkLst>
            <pc:docMk/>
            <pc:sldMk cId="2911714668" sldId="2035"/>
            <ac:spMk id="4" creationId="{EEA67549-9BCA-726F-9568-B984428079CA}"/>
          </ac:spMkLst>
        </pc:spChg>
        <pc:spChg chg="add del mod">
          <ac:chgData name="석주 이" userId="b6553f64e91d015d" providerId="LiveId" clId="{0BC1CC68-5FB1-45E5-A6E2-A4614C9CFE72}" dt="2025-12-12T19:48:56.905" v="2702" actId="478"/>
          <ac:spMkLst>
            <pc:docMk/>
            <pc:sldMk cId="2911714668" sldId="2035"/>
            <ac:spMk id="6" creationId="{2A1A0806-0AF9-24AA-228D-5AA016C9B9F5}"/>
          </ac:spMkLst>
        </pc:spChg>
        <pc:spChg chg="add del mod">
          <ac:chgData name="석주 이" userId="b6553f64e91d015d" providerId="LiveId" clId="{0BC1CC68-5FB1-45E5-A6E2-A4614C9CFE72}" dt="2025-12-12T19:49:31.967" v="2708" actId="478"/>
          <ac:spMkLst>
            <pc:docMk/>
            <pc:sldMk cId="2911714668" sldId="2035"/>
            <ac:spMk id="7" creationId="{96C79C39-5D5B-5D26-1711-DD9C6A982DE6}"/>
          </ac:spMkLst>
        </pc:spChg>
        <pc:spChg chg="mod">
          <ac:chgData name="석주 이" userId="b6553f64e91d015d" providerId="LiveId" clId="{0BC1CC68-5FB1-45E5-A6E2-A4614C9CFE72}" dt="2025-12-12T20:09:18.248" v="3545" actId="948"/>
          <ac:spMkLst>
            <pc:docMk/>
            <pc:sldMk cId="2911714668" sldId="2035"/>
            <ac:spMk id="10" creationId="{DE432B14-D72A-F499-25AE-673B68F5C56D}"/>
          </ac:spMkLst>
        </pc:spChg>
        <pc:spChg chg="add mod">
          <ac:chgData name="석주 이" userId="b6553f64e91d015d" providerId="LiveId" clId="{0BC1CC68-5FB1-45E5-A6E2-A4614C9CFE72}" dt="2025-12-12T20:08:40.171" v="3506" actId="20577"/>
          <ac:spMkLst>
            <pc:docMk/>
            <pc:sldMk cId="2911714668" sldId="2035"/>
            <ac:spMk id="11" creationId="{474431AE-E327-D4A0-84AE-984EFC378E2E}"/>
          </ac:spMkLst>
        </pc:spChg>
        <pc:spChg chg="add del mod">
          <ac:chgData name="석주 이" userId="b6553f64e91d015d" providerId="LiveId" clId="{0BC1CC68-5FB1-45E5-A6E2-A4614C9CFE72}" dt="2025-12-12T20:02:49.531" v="2847"/>
          <ac:spMkLst>
            <pc:docMk/>
            <pc:sldMk cId="2911714668" sldId="2035"/>
            <ac:spMk id="12" creationId="{951BA22D-FA5B-966C-825F-54131646246A}"/>
          </ac:spMkLst>
        </pc:spChg>
        <pc:spChg chg="mod">
          <ac:chgData name="석주 이" userId="b6553f64e91d015d" providerId="LiveId" clId="{0BC1CC68-5FB1-45E5-A6E2-A4614C9CFE72}" dt="2025-12-12T22:39:55.092" v="8288" actId="20577"/>
          <ac:spMkLst>
            <pc:docMk/>
            <pc:sldMk cId="2911714668" sldId="2035"/>
            <ac:spMk id="44" creationId="{44A592D0-F8C4-593B-A507-1DF152299284}"/>
          </ac:spMkLst>
        </pc:spChg>
        <pc:spChg chg="mod">
          <ac:chgData name="석주 이" userId="b6553f64e91d015d" providerId="LiveId" clId="{0BC1CC68-5FB1-45E5-A6E2-A4614C9CFE72}" dt="2025-12-12T20:09:18.248" v="3545" actId="948"/>
          <ac:spMkLst>
            <pc:docMk/>
            <pc:sldMk cId="2911714668" sldId="2035"/>
            <ac:spMk id="128" creationId="{2AE82B85-9109-6714-431D-131DB9BE363A}"/>
          </ac:spMkLst>
        </pc:spChg>
        <pc:spChg chg="mod">
          <ac:chgData name="석주 이" userId="b6553f64e91d015d" providerId="LiveId" clId="{0BC1CC68-5FB1-45E5-A6E2-A4614C9CFE72}" dt="2025-12-12T20:09:18.248" v="3545" actId="948"/>
          <ac:spMkLst>
            <pc:docMk/>
            <pc:sldMk cId="2911714668" sldId="2035"/>
            <ac:spMk id="129" creationId="{9676B3FC-13FC-8BBE-4618-41750696F0DF}"/>
          </ac:spMkLst>
        </pc:spChg>
        <pc:spChg chg="mod">
          <ac:chgData name="석주 이" userId="b6553f64e91d015d" providerId="LiveId" clId="{0BC1CC68-5FB1-45E5-A6E2-A4614C9CFE72}" dt="2025-12-12T20:09:18.248" v="3545" actId="948"/>
          <ac:spMkLst>
            <pc:docMk/>
            <pc:sldMk cId="2911714668" sldId="2035"/>
            <ac:spMk id="131" creationId="{4E0C94BA-CB0D-1031-33AD-033F97860C05}"/>
          </ac:spMkLst>
        </pc:spChg>
        <pc:spChg chg="mod">
          <ac:chgData name="석주 이" userId="b6553f64e91d015d" providerId="LiveId" clId="{0BC1CC68-5FB1-45E5-A6E2-A4614C9CFE72}" dt="2025-12-12T20:09:18.248" v="3545" actId="948"/>
          <ac:spMkLst>
            <pc:docMk/>
            <pc:sldMk cId="2911714668" sldId="2035"/>
            <ac:spMk id="132" creationId="{2F701608-49C2-43D0-C4AA-6042D15402A6}"/>
          </ac:spMkLst>
        </pc:spChg>
        <pc:spChg chg="mod">
          <ac:chgData name="석주 이" userId="b6553f64e91d015d" providerId="LiveId" clId="{0BC1CC68-5FB1-45E5-A6E2-A4614C9CFE72}" dt="2025-12-12T20:09:18.248" v="3545" actId="948"/>
          <ac:spMkLst>
            <pc:docMk/>
            <pc:sldMk cId="2911714668" sldId="2035"/>
            <ac:spMk id="135" creationId="{83620914-28D4-3207-EC09-185CDADB465E}"/>
          </ac:spMkLst>
        </pc:spChg>
        <pc:spChg chg="mod">
          <ac:chgData name="석주 이" userId="b6553f64e91d015d" providerId="LiveId" clId="{0BC1CC68-5FB1-45E5-A6E2-A4614C9CFE72}" dt="2025-12-12T20:09:18.248" v="3545" actId="948"/>
          <ac:spMkLst>
            <pc:docMk/>
            <pc:sldMk cId="2911714668" sldId="2035"/>
            <ac:spMk id="137" creationId="{F5A6707E-0C98-04ED-97A6-48740FA0E1B9}"/>
          </ac:spMkLst>
        </pc:spChg>
        <pc:spChg chg="mod">
          <ac:chgData name="석주 이" userId="b6553f64e91d015d" providerId="LiveId" clId="{0BC1CC68-5FB1-45E5-A6E2-A4614C9CFE72}" dt="2025-12-12T20:09:18.248" v="3545" actId="948"/>
          <ac:spMkLst>
            <pc:docMk/>
            <pc:sldMk cId="2911714668" sldId="2035"/>
            <ac:spMk id="139" creationId="{DD50F954-8AF5-93E5-A186-FD79361AD8A9}"/>
          </ac:spMkLst>
        </pc:spChg>
        <pc:spChg chg="mod">
          <ac:chgData name="석주 이" userId="b6553f64e91d015d" providerId="LiveId" clId="{0BC1CC68-5FB1-45E5-A6E2-A4614C9CFE72}" dt="2025-12-12T20:09:18.248" v="3545" actId="948"/>
          <ac:spMkLst>
            <pc:docMk/>
            <pc:sldMk cId="2911714668" sldId="2035"/>
            <ac:spMk id="140" creationId="{77D5463A-9C49-F45F-D3E7-5D97A4E674DA}"/>
          </ac:spMkLst>
        </pc:spChg>
        <pc:graphicFrameChg chg="add mod modGraphic">
          <ac:chgData name="석주 이" userId="b6553f64e91d015d" providerId="LiveId" clId="{0BC1CC68-5FB1-45E5-A6E2-A4614C9CFE72}" dt="2025-12-12T19:56:16.053" v="2756" actId="207"/>
          <ac:graphicFrameMkLst>
            <pc:docMk/>
            <pc:sldMk cId="2911714668" sldId="2035"/>
            <ac:graphicFrameMk id="3" creationId="{035C1EE1-9372-6D8F-9651-7C5DA9937FBA}"/>
          </ac:graphicFrameMkLst>
        </pc:graphicFrameChg>
        <pc:graphicFrameChg chg="add mod modGraphic">
          <ac:chgData name="석주 이" userId="b6553f64e91d015d" providerId="LiveId" clId="{0BC1CC68-5FB1-45E5-A6E2-A4614C9CFE72}" dt="2025-12-12T19:59:26.671" v="2780" actId="14100"/>
          <ac:graphicFrameMkLst>
            <pc:docMk/>
            <pc:sldMk cId="2911714668" sldId="2035"/>
            <ac:graphicFrameMk id="5" creationId="{9F3F68DD-9CA9-B5FC-88F6-8CD39BFB1819}"/>
          </ac:graphicFrameMkLst>
        </pc:graphicFrameChg>
        <pc:picChg chg="add mod">
          <ac:chgData name="석주 이" userId="b6553f64e91d015d" providerId="LiveId" clId="{0BC1CC68-5FB1-45E5-A6E2-A4614C9CFE72}" dt="2025-12-12T19:55:58.422" v="2755" actId="1035"/>
          <ac:picMkLst>
            <pc:docMk/>
            <pc:sldMk cId="2911714668" sldId="2035"/>
            <ac:picMk id="9" creationId="{E3860F15-838B-C350-D953-CB6AC9BFFDBB}"/>
          </ac:picMkLst>
        </pc:picChg>
      </pc:sldChg>
      <pc:sldChg chg="addSp delSp modSp add mod">
        <pc:chgData name="석주 이" userId="b6553f64e91d015d" providerId="LiveId" clId="{0BC1CC68-5FB1-45E5-A6E2-A4614C9CFE72}" dt="2025-12-12T22:40:31.914" v="8309"/>
        <pc:sldMkLst>
          <pc:docMk/>
          <pc:sldMk cId="1303248983" sldId="2036"/>
        </pc:sldMkLst>
        <pc:spChg chg="add del mod">
          <ac:chgData name="석주 이" userId="b6553f64e91d015d" providerId="LiveId" clId="{0BC1CC68-5FB1-45E5-A6E2-A4614C9CFE72}" dt="2025-12-12T21:03:25.590" v="5112" actId="478"/>
          <ac:spMkLst>
            <pc:docMk/>
            <pc:sldMk cId="1303248983" sldId="2036"/>
            <ac:spMk id="3" creationId="{B542563E-33AC-5C87-B8E9-8C371BA75CBD}"/>
          </ac:spMkLst>
        </pc:spChg>
        <pc:spChg chg="mod">
          <ac:chgData name="석주 이" userId="b6553f64e91d015d" providerId="LiveId" clId="{0BC1CC68-5FB1-45E5-A6E2-A4614C9CFE72}" dt="2025-12-12T21:05:53.190" v="5354" actId="20577"/>
          <ac:spMkLst>
            <pc:docMk/>
            <pc:sldMk cId="1303248983" sldId="2036"/>
            <ac:spMk id="10" creationId="{3C7808CA-B3D9-22F8-C82E-67D51DFD08DE}"/>
          </ac:spMkLst>
        </pc:spChg>
        <pc:spChg chg="mod">
          <ac:chgData name="석주 이" userId="b6553f64e91d015d" providerId="LiveId" clId="{0BC1CC68-5FB1-45E5-A6E2-A4614C9CFE72}" dt="2025-12-12T21:03:23.561" v="5111" actId="20577"/>
          <ac:spMkLst>
            <pc:docMk/>
            <pc:sldMk cId="1303248983" sldId="2036"/>
            <ac:spMk id="11" creationId="{69176992-2C7D-6294-49E2-7BC71083BBDC}"/>
          </ac:spMkLst>
        </pc:spChg>
        <pc:spChg chg="mod">
          <ac:chgData name="석주 이" userId="b6553f64e91d015d" providerId="LiveId" clId="{0BC1CC68-5FB1-45E5-A6E2-A4614C9CFE72}" dt="2025-12-12T22:40:31.914" v="8309"/>
          <ac:spMkLst>
            <pc:docMk/>
            <pc:sldMk cId="1303248983" sldId="2036"/>
            <ac:spMk id="44" creationId="{4F013047-B595-7D36-77A7-58C69E72D4D7}"/>
          </ac:spMkLst>
        </pc:spChg>
        <pc:graphicFrameChg chg="del">
          <ac:chgData name="석주 이" userId="b6553f64e91d015d" providerId="LiveId" clId="{0BC1CC68-5FB1-45E5-A6E2-A4614C9CFE72}" dt="2025-12-12T20:47:36.183" v="3551" actId="478"/>
          <ac:graphicFrameMkLst>
            <pc:docMk/>
            <pc:sldMk cId="1303248983" sldId="2036"/>
            <ac:graphicFrameMk id="3" creationId="{1854EB1B-C1EF-A5F0-8397-D38F04E375AD}"/>
          </ac:graphicFrameMkLst>
        </pc:graphicFrameChg>
        <pc:graphicFrameChg chg="mod modGraphic">
          <ac:chgData name="석주 이" userId="b6553f64e91d015d" providerId="LiveId" clId="{0BC1CC68-5FB1-45E5-A6E2-A4614C9CFE72}" dt="2025-12-12T21:06:11.373" v="5366" actId="20577"/>
          <ac:graphicFrameMkLst>
            <pc:docMk/>
            <pc:sldMk cId="1303248983" sldId="2036"/>
            <ac:graphicFrameMk id="5" creationId="{0067319C-F5F8-CDCB-9D01-486018BF5696}"/>
          </ac:graphicFrameMkLst>
        </pc:graphicFrameChg>
        <pc:picChg chg="del">
          <ac:chgData name="석주 이" userId="b6553f64e91d015d" providerId="LiveId" clId="{0BC1CC68-5FB1-45E5-A6E2-A4614C9CFE72}" dt="2025-12-12T20:46:43.919" v="3550" actId="478"/>
          <ac:picMkLst>
            <pc:docMk/>
            <pc:sldMk cId="1303248983" sldId="2036"/>
            <ac:picMk id="9" creationId="{2FFC8EA1-14D6-B30D-2790-DBB1F2D68B38}"/>
          </ac:picMkLst>
        </pc:picChg>
      </pc:sldChg>
      <pc:sldChg chg="add del">
        <pc:chgData name="석주 이" userId="b6553f64e91d015d" providerId="LiveId" clId="{0BC1CC68-5FB1-45E5-A6E2-A4614C9CFE72}" dt="2025-12-12T20:39:52.941" v="3547"/>
        <pc:sldMkLst>
          <pc:docMk/>
          <pc:sldMk cId="2981733919" sldId="2036"/>
        </pc:sldMkLst>
      </pc:sldChg>
      <pc:sldChg chg="addSp delSp modSp add mod">
        <pc:chgData name="석주 이" userId="b6553f64e91d015d" providerId="LiveId" clId="{0BC1CC68-5FB1-45E5-A6E2-A4614C9CFE72}" dt="2025-12-12T22:39:18.804" v="8277" actId="20577"/>
        <pc:sldMkLst>
          <pc:docMk/>
          <pc:sldMk cId="1324746659" sldId="2037"/>
        </pc:sldMkLst>
        <pc:spChg chg="mod topLvl">
          <ac:chgData name="석주 이" userId="b6553f64e91d015d" providerId="LiveId" clId="{0BC1CC68-5FB1-45E5-A6E2-A4614C9CFE72}" dt="2025-12-12T21:21:54.708" v="5816" actId="164"/>
          <ac:spMkLst>
            <pc:docMk/>
            <pc:sldMk cId="1324746659" sldId="2037"/>
            <ac:spMk id="7" creationId="{041F26E5-AAAA-C0AE-9D4D-78D6F2EC4A7D}"/>
          </ac:spMkLst>
        </pc:spChg>
        <pc:spChg chg="mod topLvl">
          <ac:chgData name="석주 이" userId="b6553f64e91d015d" providerId="LiveId" clId="{0BC1CC68-5FB1-45E5-A6E2-A4614C9CFE72}" dt="2025-12-12T21:21:54.708" v="5816" actId="164"/>
          <ac:spMkLst>
            <pc:docMk/>
            <pc:sldMk cId="1324746659" sldId="2037"/>
            <ac:spMk id="8" creationId="{84A46171-4546-B6F7-5DB8-A48935D504AD}"/>
          </ac:spMkLst>
        </pc:spChg>
        <pc:spChg chg="mod topLvl">
          <ac:chgData name="석주 이" userId="b6553f64e91d015d" providerId="LiveId" clId="{0BC1CC68-5FB1-45E5-A6E2-A4614C9CFE72}" dt="2025-12-12T21:21:54.708" v="5816" actId="164"/>
          <ac:spMkLst>
            <pc:docMk/>
            <pc:sldMk cId="1324746659" sldId="2037"/>
            <ac:spMk id="9" creationId="{DA5EB0E4-B48C-3A10-287C-DF682FBB7A7C}"/>
          </ac:spMkLst>
        </pc:spChg>
        <pc:spChg chg="mod">
          <ac:chgData name="석주 이" userId="b6553f64e91d015d" providerId="LiveId" clId="{0BC1CC68-5FB1-45E5-A6E2-A4614C9CFE72}" dt="2025-12-12T22:39:18.804" v="8277" actId="20577"/>
          <ac:spMkLst>
            <pc:docMk/>
            <pc:sldMk cId="1324746659" sldId="2037"/>
            <ac:spMk id="10" creationId="{F44E6AA2-64CF-6055-E291-CAC747202B64}"/>
          </ac:spMkLst>
        </pc:spChg>
        <pc:spChg chg="del">
          <ac:chgData name="석주 이" userId="b6553f64e91d015d" providerId="LiveId" clId="{0BC1CC68-5FB1-45E5-A6E2-A4614C9CFE72}" dt="2025-12-12T21:10:45.170" v="5433" actId="478"/>
          <ac:spMkLst>
            <pc:docMk/>
            <pc:sldMk cId="1324746659" sldId="2037"/>
            <ac:spMk id="11" creationId="{A8F3CD1C-50A5-1862-2DCE-3D45BE55FB66}"/>
          </ac:spMkLst>
        </pc:spChg>
        <pc:spChg chg="mod topLvl">
          <ac:chgData name="석주 이" userId="b6553f64e91d015d" providerId="LiveId" clId="{0BC1CC68-5FB1-45E5-A6E2-A4614C9CFE72}" dt="2025-12-12T21:21:54.708" v="5816" actId="164"/>
          <ac:spMkLst>
            <pc:docMk/>
            <pc:sldMk cId="1324746659" sldId="2037"/>
            <ac:spMk id="12" creationId="{78198CC8-E690-4519-2F9C-E3F09585063A}"/>
          </ac:spMkLst>
        </pc:spChg>
        <pc:spChg chg="mod topLvl">
          <ac:chgData name="석주 이" userId="b6553f64e91d015d" providerId="LiveId" clId="{0BC1CC68-5FB1-45E5-A6E2-A4614C9CFE72}" dt="2025-12-12T21:21:54.708" v="5816" actId="164"/>
          <ac:spMkLst>
            <pc:docMk/>
            <pc:sldMk cId="1324746659" sldId="2037"/>
            <ac:spMk id="13" creationId="{67A30BA3-22C5-0C23-4AA5-2EBA09E0645E}"/>
          </ac:spMkLst>
        </pc:spChg>
        <pc:spChg chg="mod topLvl">
          <ac:chgData name="석주 이" userId="b6553f64e91d015d" providerId="LiveId" clId="{0BC1CC68-5FB1-45E5-A6E2-A4614C9CFE72}" dt="2025-12-12T21:21:54.708" v="5816" actId="164"/>
          <ac:spMkLst>
            <pc:docMk/>
            <pc:sldMk cId="1324746659" sldId="2037"/>
            <ac:spMk id="14" creationId="{FC5873B6-569C-8C75-70DF-3D0EC68DF29E}"/>
          </ac:spMkLst>
        </pc:spChg>
        <pc:spChg chg="add del mod">
          <ac:chgData name="석주 이" userId="b6553f64e91d015d" providerId="LiveId" clId="{0BC1CC68-5FB1-45E5-A6E2-A4614C9CFE72}" dt="2025-12-12T21:11:02.577" v="5436" actId="478"/>
          <ac:spMkLst>
            <pc:docMk/>
            <pc:sldMk cId="1324746659" sldId="2037"/>
            <ac:spMk id="15" creationId="{C7284CEE-7EFF-6DC6-6FB4-68779E5A931A}"/>
          </ac:spMkLst>
        </pc:spChg>
        <pc:spChg chg="add mod">
          <ac:chgData name="석주 이" userId="b6553f64e91d015d" providerId="LiveId" clId="{0BC1CC68-5FB1-45E5-A6E2-A4614C9CFE72}" dt="2025-12-12T21:21:24.154" v="5815" actId="113"/>
          <ac:spMkLst>
            <pc:docMk/>
            <pc:sldMk cId="1324746659" sldId="2037"/>
            <ac:spMk id="17" creationId="{715FABB3-B13F-DC96-813E-DEDC32EA182D}"/>
          </ac:spMkLst>
        </pc:spChg>
        <pc:spChg chg="add mod">
          <ac:chgData name="석주 이" userId="b6553f64e91d015d" providerId="LiveId" clId="{0BC1CC68-5FB1-45E5-A6E2-A4614C9CFE72}" dt="2025-12-12T21:21:54.708" v="5816" actId="164"/>
          <ac:spMkLst>
            <pc:docMk/>
            <pc:sldMk cId="1324746659" sldId="2037"/>
            <ac:spMk id="19" creationId="{313CF588-4D1D-0283-CC7B-31B738DCD6B1}"/>
          </ac:spMkLst>
        </pc:spChg>
        <pc:spChg chg="add mod">
          <ac:chgData name="석주 이" userId="b6553f64e91d015d" providerId="LiveId" clId="{0BC1CC68-5FB1-45E5-A6E2-A4614C9CFE72}" dt="2025-12-12T21:21:54.708" v="5816" actId="164"/>
          <ac:spMkLst>
            <pc:docMk/>
            <pc:sldMk cId="1324746659" sldId="2037"/>
            <ac:spMk id="20" creationId="{1EA636F9-31B7-B52F-9414-7FE3C7CC45A4}"/>
          </ac:spMkLst>
        </pc:spChg>
        <pc:spChg chg="mod">
          <ac:chgData name="석주 이" userId="b6553f64e91d015d" providerId="LiveId" clId="{0BC1CC68-5FB1-45E5-A6E2-A4614C9CFE72}" dt="2025-12-12T21:10:58.310" v="5435"/>
          <ac:spMkLst>
            <pc:docMk/>
            <pc:sldMk cId="1324746659" sldId="2037"/>
            <ac:spMk id="44" creationId="{D277920F-261C-234E-18EC-96AC9BE4E68B}"/>
          </ac:spMkLst>
        </pc:spChg>
        <pc:spChg chg="mod">
          <ac:chgData name="석주 이" userId="b6553f64e91d015d" providerId="LiveId" clId="{0BC1CC68-5FB1-45E5-A6E2-A4614C9CFE72}" dt="2025-12-12T21:08:30.079" v="5431" actId="20577"/>
          <ac:spMkLst>
            <pc:docMk/>
            <pc:sldMk cId="1324746659" sldId="2037"/>
            <ac:spMk id="140" creationId="{972443BC-4CE9-6F1E-529E-BDD19F415B75}"/>
          </ac:spMkLst>
        </pc:spChg>
        <pc:grpChg chg="add del mod">
          <ac:chgData name="석주 이" userId="b6553f64e91d015d" providerId="LiveId" clId="{0BC1CC68-5FB1-45E5-A6E2-A4614C9CFE72}" dt="2025-12-12T21:18:01.912" v="5519" actId="165"/>
          <ac:grpSpMkLst>
            <pc:docMk/>
            <pc:sldMk cId="1324746659" sldId="2037"/>
            <ac:grpSpMk id="3" creationId="{C8893C30-D755-4831-CF6F-A863B003241E}"/>
          </ac:grpSpMkLst>
        </pc:grpChg>
        <pc:grpChg chg="add mod">
          <ac:chgData name="석주 이" userId="b6553f64e91d015d" providerId="LiveId" clId="{0BC1CC68-5FB1-45E5-A6E2-A4614C9CFE72}" dt="2025-12-12T21:21:55.983" v="5817" actId="1076"/>
          <ac:grpSpMkLst>
            <pc:docMk/>
            <pc:sldMk cId="1324746659" sldId="2037"/>
            <ac:grpSpMk id="23" creationId="{C5FA4EE7-EAF1-C9C6-E795-9BBBF1A7B210}"/>
          </ac:grpSpMkLst>
        </pc:grpChg>
        <pc:graphicFrameChg chg="del">
          <ac:chgData name="석주 이" userId="b6553f64e91d015d" providerId="LiveId" clId="{0BC1CC68-5FB1-45E5-A6E2-A4614C9CFE72}" dt="2025-12-12T21:10:43.264" v="5432" actId="478"/>
          <ac:graphicFrameMkLst>
            <pc:docMk/>
            <pc:sldMk cId="1324746659" sldId="2037"/>
            <ac:graphicFrameMk id="5" creationId="{E8C7CF41-DBD3-422D-4161-2CD2805CE8A2}"/>
          </ac:graphicFrameMkLst>
        </pc:graphicFrameChg>
        <pc:cxnChg chg="mod topLvl">
          <ac:chgData name="석주 이" userId="b6553f64e91d015d" providerId="LiveId" clId="{0BC1CC68-5FB1-45E5-A6E2-A4614C9CFE72}" dt="2025-12-12T21:21:54.708" v="5816" actId="164"/>
          <ac:cxnSpMkLst>
            <pc:docMk/>
            <pc:sldMk cId="1324746659" sldId="2037"/>
            <ac:cxnSpMk id="4" creationId="{59928B7E-1A72-8EEA-7EE5-203E3EC219D3}"/>
          </ac:cxnSpMkLst>
        </pc:cxnChg>
        <pc:cxnChg chg="mod topLvl">
          <ac:chgData name="석주 이" userId="b6553f64e91d015d" providerId="LiveId" clId="{0BC1CC68-5FB1-45E5-A6E2-A4614C9CFE72}" dt="2025-12-12T21:21:11.951" v="5765" actId="1076"/>
          <ac:cxnSpMkLst>
            <pc:docMk/>
            <pc:sldMk cId="1324746659" sldId="2037"/>
            <ac:cxnSpMk id="6" creationId="{BCC471AC-9138-8AA7-8E0B-9E8F7F97A879}"/>
          </ac:cxnSpMkLst>
        </pc:cxnChg>
        <pc:cxnChg chg="add del mod">
          <ac:chgData name="석주 이" userId="b6553f64e91d015d" providerId="LiveId" clId="{0BC1CC68-5FB1-45E5-A6E2-A4614C9CFE72}" dt="2025-12-12T21:11:02.577" v="5436" actId="478"/>
          <ac:cxnSpMkLst>
            <pc:docMk/>
            <pc:sldMk cId="1324746659" sldId="2037"/>
            <ac:cxnSpMk id="16" creationId="{458E388C-F6B9-FCBF-E075-D67AFF1C70C1}"/>
          </ac:cxnSpMkLst>
        </pc:cxnChg>
      </pc:sldChg>
      <pc:sldChg chg="addSp delSp modSp add mod">
        <pc:chgData name="석주 이" userId="b6553f64e91d015d" providerId="LiveId" clId="{0BC1CC68-5FB1-45E5-A6E2-A4614C9CFE72}" dt="2025-12-12T22:40:42.858" v="8339" actId="20577"/>
        <pc:sldMkLst>
          <pc:docMk/>
          <pc:sldMk cId="2544876768" sldId="2038"/>
        </pc:sldMkLst>
        <pc:spChg chg="add mod">
          <ac:chgData name="석주 이" userId="b6553f64e91d015d" providerId="LiveId" clId="{0BC1CC68-5FB1-45E5-A6E2-A4614C9CFE72}" dt="2025-12-12T21:24:10.043" v="5857" actId="14100"/>
          <ac:spMkLst>
            <pc:docMk/>
            <pc:sldMk cId="2544876768" sldId="2038"/>
            <ac:spMk id="3" creationId="{E4F7E6EC-4E29-487F-9170-557DDA03937A}"/>
          </ac:spMkLst>
        </pc:spChg>
        <pc:spChg chg="add mod">
          <ac:chgData name="석주 이" userId="b6553f64e91d015d" providerId="LiveId" clId="{0BC1CC68-5FB1-45E5-A6E2-A4614C9CFE72}" dt="2025-12-12T21:23:26.550" v="5840" actId="14100"/>
          <ac:spMkLst>
            <pc:docMk/>
            <pc:sldMk cId="2544876768" sldId="2038"/>
            <ac:spMk id="5" creationId="{D23F3F1E-F5E8-07A2-64A6-3D8D6CC40B12}"/>
          </ac:spMkLst>
        </pc:spChg>
        <pc:spChg chg="mod topLvl">
          <ac:chgData name="석주 이" userId="b6553f64e91d015d" providerId="LiveId" clId="{0BC1CC68-5FB1-45E5-A6E2-A4614C9CFE72}" dt="2025-12-12T21:23:51.280" v="5845" actId="165"/>
          <ac:spMkLst>
            <pc:docMk/>
            <pc:sldMk cId="2544876768" sldId="2038"/>
            <ac:spMk id="7" creationId="{212C48ED-7F37-9355-AB21-03A077AD65E9}"/>
          </ac:spMkLst>
        </pc:spChg>
        <pc:spChg chg="mod topLvl">
          <ac:chgData name="석주 이" userId="b6553f64e91d015d" providerId="LiveId" clId="{0BC1CC68-5FB1-45E5-A6E2-A4614C9CFE72}" dt="2025-12-12T21:26:42.177" v="5908" actId="14100"/>
          <ac:spMkLst>
            <pc:docMk/>
            <pc:sldMk cId="2544876768" sldId="2038"/>
            <ac:spMk id="8" creationId="{14D3DA32-AC99-8FE7-8AF1-7054A1D9CACD}"/>
          </ac:spMkLst>
        </pc:spChg>
        <pc:spChg chg="mod topLvl">
          <ac:chgData name="석주 이" userId="b6553f64e91d015d" providerId="LiveId" clId="{0BC1CC68-5FB1-45E5-A6E2-A4614C9CFE72}" dt="2025-12-12T21:26:36.310" v="5907" actId="165"/>
          <ac:spMkLst>
            <pc:docMk/>
            <pc:sldMk cId="2544876768" sldId="2038"/>
            <ac:spMk id="9" creationId="{5F9C3B90-E04F-41E5-C680-ADA95259951A}"/>
          </ac:spMkLst>
        </pc:spChg>
        <pc:spChg chg="mod">
          <ac:chgData name="석주 이" userId="b6553f64e91d015d" providerId="LiveId" clId="{0BC1CC68-5FB1-45E5-A6E2-A4614C9CFE72}" dt="2025-12-12T22:39:37.609" v="8280" actId="20577"/>
          <ac:spMkLst>
            <pc:docMk/>
            <pc:sldMk cId="2544876768" sldId="2038"/>
            <ac:spMk id="10" creationId="{215F46BC-9AD4-1BA7-63F8-112043C877CC}"/>
          </ac:spMkLst>
        </pc:spChg>
        <pc:spChg chg="mod topLvl">
          <ac:chgData name="석주 이" userId="b6553f64e91d015d" providerId="LiveId" clId="{0BC1CC68-5FB1-45E5-A6E2-A4614C9CFE72}" dt="2025-12-12T21:26:42.177" v="5908" actId="14100"/>
          <ac:spMkLst>
            <pc:docMk/>
            <pc:sldMk cId="2544876768" sldId="2038"/>
            <ac:spMk id="12" creationId="{4A320E98-0407-406A-6EAE-D7BCAAAA7C0E}"/>
          </ac:spMkLst>
        </pc:spChg>
        <pc:spChg chg="add del mod topLvl">
          <ac:chgData name="석주 이" userId="b6553f64e91d015d" providerId="LiveId" clId="{0BC1CC68-5FB1-45E5-A6E2-A4614C9CFE72}" dt="2025-12-12T21:24:05.591" v="5854" actId="108"/>
          <ac:spMkLst>
            <pc:docMk/>
            <pc:sldMk cId="2544876768" sldId="2038"/>
            <ac:spMk id="13" creationId="{83FDCB6A-CF9D-6DD9-D931-6FB4B42DEB98}"/>
          </ac:spMkLst>
        </pc:spChg>
        <pc:spChg chg="add del mod topLvl">
          <ac:chgData name="석주 이" userId="b6553f64e91d015d" providerId="LiveId" clId="{0BC1CC68-5FB1-45E5-A6E2-A4614C9CFE72}" dt="2025-12-12T21:26:42.177" v="5908" actId="14100"/>
          <ac:spMkLst>
            <pc:docMk/>
            <pc:sldMk cId="2544876768" sldId="2038"/>
            <ac:spMk id="14" creationId="{3393A032-FE09-CFE8-2BC8-3835927A7565}"/>
          </ac:spMkLst>
        </pc:spChg>
        <pc:spChg chg="del">
          <ac:chgData name="석주 이" userId="b6553f64e91d015d" providerId="LiveId" clId="{0BC1CC68-5FB1-45E5-A6E2-A4614C9CFE72}" dt="2025-12-12T21:22:39.571" v="5820" actId="478"/>
          <ac:spMkLst>
            <pc:docMk/>
            <pc:sldMk cId="2544876768" sldId="2038"/>
            <ac:spMk id="17" creationId="{CBA1EFBF-512A-CB96-751D-92ADBC9F9E49}"/>
          </ac:spMkLst>
        </pc:spChg>
        <pc:spChg chg="mod topLvl">
          <ac:chgData name="석주 이" userId="b6553f64e91d015d" providerId="LiveId" clId="{0BC1CC68-5FB1-45E5-A6E2-A4614C9CFE72}" dt="2025-12-12T21:26:35.536" v="5906" actId="165"/>
          <ac:spMkLst>
            <pc:docMk/>
            <pc:sldMk cId="2544876768" sldId="2038"/>
            <ac:spMk id="19" creationId="{6A8B8370-6EB5-47DA-6183-86E618406C1D}"/>
          </ac:spMkLst>
        </pc:spChg>
        <pc:spChg chg="mod topLvl">
          <ac:chgData name="석주 이" userId="b6553f64e91d015d" providerId="LiveId" clId="{0BC1CC68-5FB1-45E5-A6E2-A4614C9CFE72}" dt="2025-12-12T21:26:42.177" v="5908" actId="14100"/>
          <ac:spMkLst>
            <pc:docMk/>
            <pc:sldMk cId="2544876768" sldId="2038"/>
            <ac:spMk id="20" creationId="{DB077C42-A637-854D-414B-0DADD6A318A2}"/>
          </ac:spMkLst>
        </pc:spChg>
        <pc:spChg chg="add mod topLvl">
          <ac:chgData name="석주 이" userId="b6553f64e91d015d" providerId="LiveId" clId="{0BC1CC68-5FB1-45E5-A6E2-A4614C9CFE72}" dt="2025-12-12T21:24:06.334" v="5855" actId="108"/>
          <ac:spMkLst>
            <pc:docMk/>
            <pc:sldMk cId="2544876768" sldId="2038"/>
            <ac:spMk id="21" creationId="{6FF6698B-2267-DA8B-59FF-6F38E03B3F88}"/>
          </ac:spMkLst>
        </pc:spChg>
        <pc:spChg chg="add mod topLvl">
          <ac:chgData name="석주 이" userId="b6553f64e91d015d" providerId="LiveId" clId="{0BC1CC68-5FB1-45E5-A6E2-A4614C9CFE72}" dt="2025-12-12T21:24:06.962" v="5856" actId="108"/>
          <ac:spMkLst>
            <pc:docMk/>
            <pc:sldMk cId="2544876768" sldId="2038"/>
            <ac:spMk id="22" creationId="{9285060B-2C18-C11B-B352-D1E0D5FF2750}"/>
          </ac:spMkLst>
        </pc:spChg>
        <pc:spChg chg="add mod">
          <ac:chgData name="석주 이" userId="b6553f64e91d015d" providerId="LiveId" clId="{0BC1CC68-5FB1-45E5-A6E2-A4614C9CFE72}" dt="2025-12-12T21:26:33.238" v="5905" actId="14100"/>
          <ac:spMkLst>
            <pc:docMk/>
            <pc:sldMk cId="2544876768" sldId="2038"/>
            <ac:spMk id="25" creationId="{C88CB16E-E895-75EA-6499-219B4739953A}"/>
          </ac:spMkLst>
        </pc:spChg>
        <pc:spChg chg="add mod">
          <ac:chgData name="석주 이" userId="b6553f64e91d015d" providerId="LiveId" clId="{0BC1CC68-5FB1-45E5-A6E2-A4614C9CFE72}" dt="2025-12-12T21:24:32.945" v="5866" actId="571"/>
          <ac:spMkLst>
            <pc:docMk/>
            <pc:sldMk cId="2544876768" sldId="2038"/>
            <ac:spMk id="26" creationId="{1203AD91-6B68-144A-3FE5-432E80057A02}"/>
          </ac:spMkLst>
        </pc:spChg>
        <pc:spChg chg="add mod">
          <ac:chgData name="석주 이" userId="b6553f64e91d015d" providerId="LiveId" clId="{0BC1CC68-5FB1-45E5-A6E2-A4614C9CFE72}" dt="2025-12-12T21:24:37.179" v="5868" actId="571"/>
          <ac:spMkLst>
            <pc:docMk/>
            <pc:sldMk cId="2544876768" sldId="2038"/>
            <ac:spMk id="27" creationId="{0A9C5FFA-472B-1B28-9819-21F4801A2E23}"/>
          </ac:spMkLst>
        </pc:spChg>
        <pc:spChg chg="add mod">
          <ac:chgData name="석주 이" userId="b6553f64e91d015d" providerId="LiveId" clId="{0BC1CC68-5FB1-45E5-A6E2-A4614C9CFE72}" dt="2025-12-12T21:24:37.179" v="5868" actId="571"/>
          <ac:spMkLst>
            <pc:docMk/>
            <pc:sldMk cId="2544876768" sldId="2038"/>
            <ac:spMk id="28" creationId="{08F40F9A-FEAF-76B3-5EB8-9D022D9321BE}"/>
          </ac:spMkLst>
        </pc:spChg>
        <pc:spChg chg="add mod">
          <ac:chgData name="석주 이" userId="b6553f64e91d015d" providerId="LiveId" clId="{0BC1CC68-5FB1-45E5-A6E2-A4614C9CFE72}" dt="2025-12-12T21:24:37.179" v="5868" actId="571"/>
          <ac:spMkLst>
            <pc:docMk/>
            <pc:sldMk cId="2544876768" sldId="2038"/>
            <ac:spMk id="29" creationId="{100CC5BE-A923-03AE-77F4-AA65D1E46768}"/>
          </ac:spMkLst>
        </pc:spChg>
        <pc:spChg chg="add mod">
          <ac:chgData name="석주 이" userId="b6553f64e91d015d" providerId="LiveId" clId="{0BC1CC68-5FB1-45E5-A6E2-A4614C9CFE72}" dt="2025-12-12T21:25:42.914" v="5888" actId="20577"/>
          <ac:spMkLst>
            <pc:docMk/>
            <pc:sldMk cId="2544876768" sldId="2038"/>
            <ac:spMk id="30" creationId="{114AC03F-155F-15D4-BA52-A6A9595B1B31}"/>
          </ac:spMkLst>
        </pc:spChg>
        <pc:spChg chg="add mod">
          <ac:chgData name="석주 이" userId="b6553f64e91d015d" providerId="LiveId" clId="{0BC1CC68-5FB1-45E5-A6E2-A4614C9CFE72}" dt="2025-12-12T21:25:47.877" v="5893" actId="20577"/>
          <ac:spMkLst>
            <pc:docMk/>
            <pc:sldMk cId="2544876768" sldId="2038"/>
            <ac:spMk id="31" creationId="{334A9D82-2EE4-69CF-2F75-0894DBA62023}"/>
          </ac:spMkLst>
        </pc:spChg>
        <pc:spChg chg="add mod">
          <ac:chgData name="석주 이" userId="b6553f64e91d015d" providerId="LiveId" clId="{0BC1CC68-5FB1-45E5-A6E2-A4614C9CFE72}" dt="2025-12-12T21:25:53.124" v="5897" actId="20577"/>
          <ac:spMkLst>
            <pc:docMk/>
            <pc:sldMk cId="2544876768" sldId="2038"/>
            <ac:spMk id="32" creationId="{80300B7E-CA12-4097-BBA3-D265CE980973}"/>
          </ac:spMkLst>
        </pc:spChg>
        <pc:spChg chg="add mod">
          <ac:chgData name="석주 이" userId="b6553f64e91d015d" providerId="LiveId" clId="{0BC1CC68-5FB1-45E5-A6E2-A4614C9CFE72}" dt="2025-12-12T21:24:54.289" v="5877" actId="571"/>
          <ac:spMkLst>
            <pc:docMk/>
            <pc:sldMk cId="2544876768" sldId="2038"/>
            <ac:spMk id="33" creationId="{582954CD-DDA9-5B13-8812-E99D3752AB05}"/>
          </ac:spMkLst>
        </pc:spChg>
        <pc:spChg chg="add mod">
          <ac:chgData name="석주 이" userId="b6553f64e91d015d" providerId="LiveId" clId="{0BC1CC68-5FB1-45E5-A6E2-A4614C9CFE72}" dt="2025-12-12T21:24:54.289" v="5877" actId="571"/>
          <ac:spMkLst>
            <pc:docMk/>
            <pc:sldMk cId="2544876768" sldId="2038"/>
            <ac:spMk id="34" creationId="{D5FFC8E1-B181-D6F3-08A0-9DD9CAA6CEC2}"/>
          </ac:spMkLst>
        </pc:spChg>
        <pc:spChg chg="add mod">
          <ac:chgData name="석주 이" userId="b6553f64e91d015d" providerId="LiveId" clId="{0BC1CC68-5FB1-45E5-A6E2-A4614C9CFE72}" dt="2025-12-12T21:26:33.238" v="5905" actId="14100"/>
          <ac:spMkLst>
            <pc:docMk/>
            <pc:sldMk cId="2544876768" sldId="2038"/>
            <ac:spMk id="35" creationId="{921808C2-0E45-78EE-6BCA-9D881D5140F0}"/>
          </ac:spMkLst>
        </pc:spChg>
        <pc:spChg chg="add mod">
          <ac:chgData name="석주 이" userId="b6553f64e91d015d" providerId="LiveId" clId="{0BC1CC68-5FB1-45E5-A6E2-A4614C9CFE72}" dt="2025-12-12T21:26:33.238" v="5905" actId="14100"/>
          <ac:spMkLst>
            <pc:docMk/>
            <pc:sldMk cId="2544876768" sldId="2038"/>
            <ac:spMk id="36" creationId="{67571352-2143-58DA-2C22-8CE303CD2465}"/>
          </ac:spMkLst>
        </pc:spChg>
        <pc:spChg chg="mod">
          <ac:chgData name="석주 이" userId="b6553f64e91d015d" providerId="LiveId" clId="{0BC1CC68-5FB1-45E5-A6E2-A4614C9CFE72}" dt="2025-12-12T22:40:42.858" v="8339" actId="20577"/>
          <ac:spMkLst>
            <pc:docMk/>
            <pc:sldMk cId="2544876768" sldId="2038"/>
            <ac:spMk id="44" creationId="{60C1EF0C-39FE-3514-9975-CD9A7440C821}"/>
          </ac:spMkLst>
        </pc:spChg>
        <pc:spChg chg="mod">
          <ac:chgData name="석주 이" userId="b6553f64e91d015d" providerId="LiveId" clId="{0BC1CC68-5FB1-45E5-A6E2-A4614C9CFE72}" dt="2025-12-12T21:22:11.909" v="5819"/>
          <ac:spMkLst>
            <pc:docMk/>
            <pc:sldMk cId="2544876768" sldId="2038"/>
            <ac:spMk id="140" creationId="{1164251A-4C46-FFCA-46CE-2E14B5DF1020}"/>
          </ac:spMkLst>
        </pc:spChg>
        <pc:grpChg chg="add del mod">
          <ac:chgData name="석주 이" userId="b6553f64e91d015d" providerId="LiveId" clId="{0BC1CC68-5FB1-45E5-A6E2-A4614C9CFE72}" dt="2025-12-12T21:23:51.280" v="5845" actId="165"/>
          <ac:grpSpMkLst>
            <pc:docMk/>
            <pc:sldMk cId="2544876768" sldId="2038"/>
            <ac:grpSpMk id="11" creationId="{84464D03-21BC-37B5-A17A-B655AA8BD521}"/>
          </ac:grpSpMkLst>
        </pc:grpChg>
        <pc:grpChg chg="add del mod">
          <ac:chgData name="석주 이" userId="b6553f64e91d015d" providerId="LiveId" clId="{0BC1CC68-5FB1-45E5-A6E2-A4614C9CFE72}" dt="2025-12-12T21:23:51.280" v="5845" actId="165"/>
          <ac:grpSpMkLst>
            <pc:docMk/>
            <pc:sldMk cId="2544876768" sldId="2038"/>
            <ac:grpSpMk id="15" creationId="{0F11AE86-9CE3-425D-A6CA-13B8C3073BA2}"/>
          </ac:grpSpMkLst>
        </pc:grpChg>
        <pc:grpChg chg="add del mod">
          <ac:chgData name="석주 이" userId="b6553f64e91d015d" providerId="LiveId" clId="{0BC1CC68-5FB1-45E5-A6E2-A4614C9CFE72}" dt="2025-12-12T21:26:35.536" v="5906" actId="165"/>
          <ac:grpSpMkLst>
            <pc:docMk/>
            <pc:sldMk cId="2544876768" sldId="2038"/>
            <ac:grpSpMk id="16" creationId="{9175BE87-FA2C-6F23-CDC4-C42154487EFE}"/>
          </ac:grpSpMkLst>
        </pc:grpChg>
        <pc:grpChg chg="add mod">
          <ac:chgData name="석주 이" userId="b6553f64e91d015d" providerId="LiveId" clId="{0BC1CC68-5FB1-45E5-A6E2-A4614C9CFE72}" dt="2025-12-12T21:23:13.519" v="5838" actId="164"/>
          <ac:grpSpMkLst>
            <pc:docMk/>
            <pc:sldMk cId="2544876768" sldId="2038"/>
            <ac:grpSpMk id="18" creationId="{3FF93666-7FAC-67A5-7D89-3F6ACDE675AB}"/>
          </ac:grpSpMkLst>
        </pc:grpChg>
        <pc:grpChg chg="del">
          <ac:chgData name="석주 이" userId="b6553f64e91d015d" providerId="LiveId" clId="{0BC1CC68-5FB1-45E5-A6E2-A4614C9CFE72}" dt="2025-12-12T21:22:46.365" v="5822" actId="165"/>
          <ac:grpSpMkLst>
            <pc:docMk/>
            <pc:sldMk cId="2544876768" sldId="2038"/>
            <ac:grpSpMk id="23" creationId="{6BC1BD35-8508-5E2C-A195-055143A577A1}"/>
          </ac:grpSpMkLst>
        </pc:grpChg>
        <pc:grpChg chg="add del mod">
          <ac:chgData name="석주 이" userId="b6553f64e91d015d" providerId="LiveId" clId="{0BC1CC68-5FB1-45E5-A6E2-A4614C9CFE72}" dt="2025-12-12T21:26:36.310" v="5907" actId="165"/>
          <ac:grpSpMkLst>
            <pc:docMk/>
            <pc:sldMk cId="2544876768" sldId="2038"/>
            <ac:grpSpMk id="24" creationId="{0DF2091C-52E5-FB85-E046-EB094FDA733F}"/>
          </ac:grpSpMkLst>
        </pc:grpChg>
        <pc:cxnChg chg="del mod">
          <ac:chgData name="석주 이" userId="b6553f64e91d015d" providerId="LiveId" clId="{0BC1CC68-5FB1-45E5-A6E2-A4614C9CFE72}" dt="2025-12-12T21:22:53.710" v="5827" actId="478"/>
          <ac:cxnSpMkLst>
            <pc:docMk/>
            <pc:sldMk cId="2544876768" sldId="2038"/>
            <ac:cxnSpMk id="4" creationId="{141F2B3E-98EF-103F-5C32-998D3FBAAF9F}"/>
          </ac:cxnSpMkLst>
        </pc:cxnChg>
        <pc:cxnChg chg="del mod topLvl">
          <ac:chgData name="석주 이" userId="b6553f64e91d015d" providerId="LiveId" clId="{0BC1CC68-5FB1-45E5-A6E2-A4614C9CFE72}" dt="2025-12-12T21:22:54.400" v="5828" actId="478"/>
          <ac:cxnSpMkLst>
            <pc:docMk/>
            <pc:sldMk cId="2544876768" sldId="2038"/>
            <ac:cxnSpMk id="6" creationId="{24BADA5C-377D-6791-69A0-18A1E12CEE1C}"/>
          </ac:cxnSpMkLst>
        </pc:cxnChg>
      </pc:sldChg>
      <pc:sldChg chg="addSp delSp modSp add mod">
        <pc:chgData name="석주 이" userId="b6553f64e91d015d" providerId="LiveId" clId="{0BC1CC68-5FB1-45E5-A6E2-A4614C9CFE72}" dt="2025-12-12T22:40:59.436" v="8386" actId="20577"/>
        <pc:sldMkLst>
          <pc:docMk/>
          <pc:sldMk cId="3480423611" sldId="2039"/>
        </pc:sldMkLst>
        <pc:spChg chg="del">
          <ac:chgData name="석주 이" userId="b6553f64e91d015d" providerId="LiveId" clId="{0BC1CC68-5FB1-45E5-A6E2-A4614C9CFE72}" dt="2025-12-12T21:27:09.378" v="5910" actId="478"/>
          <ac:spMkLst>
            <pc:docMk/>
            <pc:sldMk cId="3480423611" sldId="2039"/>
            <ac:spMk id="3" creationId="{068A6355-8B45-46A5-93A5-2B3411C42A31}"/>
          </ac:spMkLst>
        </pc:spChg>
        <pc:spChg chg="del">
          <ac:chgData name="석주 이" userId="b6553f64e91d015d" providerId="LiveId" clId="{0BC1CC68-5FB1-45E5-A6E2-A4614C9CFE72}" dt="2025-12-12T21:27:09.378" v="5910" actId="478"/>
          <ac:spMkLst>
            <pc:docMk/>
            <pc:sldMk cId="3480423611" sldId="2039"/>
            <ac:spMk id="8" creationId="{2A8DBEC3-CE9F-E49C-43C5-9AE2B6D91F0D}"/>
          </ac:spMkLst>
        </pc:spChg>
        <pc:spChg chg="del">
          <ac:chgData name="석주 이" userId="b6553f64e91d015d" providerId="LiveId" clId="{0BC1CC68-5FB1-45E5-A6E2-A4614C9CFE72}" dt="2025-12-12T21:27:09.378" v="5910" actId="478"/>
          <ac:spMkLst>
            <pc:docMk/>
            <pc:sldMk cId="3480423611" sldId="2039"/>
            <ac:spMk id="9" creationId="{BB669ED7-B736-6B0F-8524-61E148BFAE97}"/>
          </ac:spMkLst>
        </pc:spChg>
        <pc:spChg chg="mod">
          <ac:chgData name="석주 이" userId="b6553f64e91d015d" providerId="LiveId" clId="{0BC1CC68-5FB1-45E5-A6E2-A4614C9CFE72}" dt="2025-12-12T22:39:45.815" v="8281"/>
          <ac:spMkLst>
            <pc:docMk/>
            <pc:sldMk cId="3480423611" sldId="2039"/>
            <ac:spMk id="10" creationId="{F1442EFA-0749-2674-EEF0-9F07B8E46D67}"/>
          </ac:spMkLst>
        </pc:spChg>
        <pc:spChg chg="add del mod">
          <ac:chgData name="석주 이" userId="b6553f64e91d015d" providerId="LiveId" clId="{0BC1CC68-5FB1-45E5-A6E2-A4614C9CFE72}" dt="2025-12-12T21:30:47.430" v="5914" actId="478"/>
          <ac:spMkLst>
            <pc:docMk/>
            <pc:sldMk cId="3480423611" sldId="2039"/>
            <ac:spMk id="11" creationId="{7DEE9C84-D2C9-15C3-E71D-75826A462720}"/>
          </ac:spMkLst>
        </pc:spChg>
        <pc:spChg chg="del">
          <ac:chgData name="석주 이" userId="b6553f64e91d015d" providerId="LiveId" clId="{0BC1CC68-5FB1-45E5-A6E2-A4614C9CFE72}" dt="2025-12-12T21:27:09.378" v="5910" actId="478"/>
          <ac:spMkLst>
            <pc:docMk/>
            <pc:sldMk cId="3480423611" sldId="2039"/>
            <ac:spMk id="12" creationId="{EB7FF444-9F8E-67A9-1730-94B147FA0274}"/>
          </ac:spMkLst>
        </pc:spChg>
        <pc:spChg chg="del">
          <ac:chgData name="석주 이" userId="b6553f64e91d015d" providerId="LiveId" clId="{0BC1CC68-5FB1-45E5-A6E2-A4614C9CFE72}" dt="2025-12-12T21:27:09.378" v="5910" actId="478"/>
          <ac:spMkLst>
            <pc:docMk/>
            <pc:sldMk cId="3480423611" sldId="2039"/>
            <ac:spMk id="21" creationId="{A61752B8-8907-B9B9-976C-19C976DACCD9}"/>
          </ac:spMkLst>
        </pc:spChg>
        <pc:spChg chg="del">
          <ac:chgData name="석주 이" userId="b6553f64e91d015d" providerId="LiveId" clId="{0BC1CC68-5FB1-45E5-A6E2-A4614C9CFE72}" dt="2025-12-12T21:27:09.378" v="5910" actId="478"/>
          <ac:spMkLst>
            <pc:docMk/>
            <pc:sldMk cId="3480423611" sldId="2039"/>
            <ac:spMk id="25" creationId="{42DE1639-133A-5222-D17E-6D6460545BF9}"/>
          </ac:spMkLst>
        </pc:spChg>
        <pc:spChg chg="del">
          <ac:chgData name="석주 이" userId="b6553f64e91d015d" providerId="LiveId" clId="{0BC1CC68-5FB1-45E5-A6E2-A4614C9CFE72}" dt="2025-12-12T21:27:09.378" v="5910" actId="478"/>
          <ac:spMkLst>
            <pc:docMk/>
            <pc:sldMk cId="3480423611" sldId="2039"/>
            <ac:spMk id="31" creationId="{63E6C389-DD57-49F7-9DD0-AE8B27BCA3EE}"/>
          </ac:spMkLst>
        </pc:spChg>
        <pc:spChg chg="del">
          <ac:chgData name="석주 이" userId="b6553f64e91d015d" providerId="LiveId" clId="{0BC1CC68-5FB1-45E5-A6E2-A4614C9CFE72}" dt="2025-12-12T21:27:09.378" v="5910" actId="478"/>
          <ac:spMkLst>
            <pc:docMk/>
            <pc:sldMk cId="3480423611" sldId="2039"/>
            <ac:spMk id="32" creationId="{AFDF794D-3A19-55E8-601F-BA55A6914147}"/>
          </ac:spMkLst>
        </pc:spChg>
        <pc:spChg chg="del">
          <ac:chgData name="석주 이" userId="b6553f64e91d015d" providerId="LiveId" clId="{0BC1CC68-5FB1-45E5-A6E2-A4614C9CFE72}" dt="2025-12-12T21:27:09.378" v="5910" actId="478"/>
          <ac:spMkLst>
            <pc:docMk/>
            <pc:sldMk cId="3480423611" sldId="2039"/>
            <ac:spMk id="35" creationId="{38BF5772-C263-2694-7241-6E88783FAF0E}"/>
          </ac:spMkLst>
        </pc:spChg>
        <pc:spChg chg="del">
          <ac:chgData name="석주 이" userId="b6553f64e91d015d" providerId="LiveId" clId="{0BC1CC68-5FB1-45E5-A6E2-A4614C9CFE72}" dt="2025-12-12T21:27:09.378" v="5910" actId="478"/>
          <ac:spMkLst>
            <pc:docMk/>
            <pc:sldMk cId="3480423611" sldId="2039"/>
            <ac:spMk id="36" creationId="{360A6B7A-DC45-EFBA-C1E5-0F11E71B8929}"/>
          </ac:spMkLst>
        </pc:spChg>
        <pc:spChg chg="mod">
          <ac:chgData name="석주 이" userId="b6553f64e91d015d" providerId="LiveId" clId="{0BC1CC68-5FB1-45E5-A6E2-A4614C9CFE72}" dt="2025-12-12T22:40:59.436" v="8386" actId="20577"/>
          <ac:spMkLst>
            <pc:docMk/>
            <pc:sldMk cId="3480423611" sldId="2039"/>
            <ac:spMk id="44" creationId="{171AC2AD-CA1F-DFC8-BBD4-1E086B660E5A}"/>
          </ac:spMkLst>
        </pc:spChg>
        <pc:graphicFrameChg chg="add mod modGraphic">
          <ac:chgData name="석주 이" userId="b6553f64e91d015d" providerId="LiveId" clId="{0BC1CC68-5FB1-45E5-A6E2-A4614C9CFE72}" dt="2025-12-12T21:44:42.283" v="5994" actId="572"/>
          <ac:graphicFrameMkLst>
            <pc:docMk/>
            <pc:sldMk cId="3480423611" sldId="2039"/>
            <ac:graphicFrameMk id="4" creationId="{7B05228E-AE4A-8499-C966-918FB9155D83}"/>
          </ac:graphicFrameMkLst>
        </pc:graphicFrameChg>
        <pc:graphicFrameChg chg="add del mod">
          <ac:chgData name="석주 이" userId="b6553f64e91d015d" providerId="LiveId" clId="{0BC1CC68-5FB1-45E5-A6E2-A4614C9CFE72}" dt="2025-12-12T21:31:04.673" v="5921" actId="478"/>
          <ac:graphicFrameMkLst>
            <pc:docMk/>
            <pc:sldMk cId="3480423611" sldId="2039"/>
            <ac:graphicFrameMk id="6" creationId="{C6A684B1-30CC-B1F0-51C7-773ABF0B0AB2}"/>
          </ac:graphicFrameMkLst>
        </pc:graphicFrameChg>
      </pc:sldChg>
      <pc:sldChg chg="addSp delSp modSp add mod">
        <pc:chgData name="석주 이" userId="b6553f64e91d015d" providerId="LiveId" clId="{0BC1CC68-5FB1-45E5-A6E2-A4614C9CFE72}" dt="2025-12-12T22:41:18.780" v="8404" actId="20577"/>
        <pc:sldMkLst>
          <pc:docMk/>
          <pc:sldMk cId="1276949662" sldId="2040"/>
        </pc:sldMkLst>
        <pc:spChg chg="add del mod">
          <ac:chgData name="석주 이" userId="b6553f64e91d015d" providerId="LiveId" clId="{0BC1CC68-5FB1-45E5-A6E2-A4614C9CFE72}" dt="2025-12-12T21:46:08.917" v="5999" actId="478"/>
          <ac:spMkLst>
            <pc:docMk/>
            <pc:sldMk cId="1276949662" sldId="2040"/>
            <ac:spMk id="5" creationId="{3FEE74B2-21DF-A123-C13A-0973D01F28F5}"/>
          </ac:spMkLst>
        </pc:spChg>
        <pc:spChg chg="add del mod">
          <ac:chgData name="석주 이" userId="b6553f64e91d015d" providerId="LiveId" clId="{0BC1CC68-5FB1-45E5-A6E2-A4614C9CFE72}" dt="2025-12-12T21:49:27.361" v="6215" actId="478"/>
          <ac:spMkLst>
            <pc:docMk/>
            <pc:sldMk cId="1276949662" sldId="2040"/>
            <ac:spMk id="8" creationId="{964F3A88-50B6-1817-6611-6834E6A4C5BE}"/>
          </ac:spMkLst>
        </pc:spChg>
        <pc:spChg chg="mod">
          <ac:chgData name="석주 이" userId="b6553f64e91d015d" providerId="LiveId" clId="{0BC1CC68-5FB1-45E5-A6E2-A4614C9CFE72}" dt="2025-12-12T21:54:21.980" v="6486" actId="14100"/>
          <ac:spMkLst>
            <pc:docMk/>
            <pc:sldMk cId="1276949662" sldId="2040"/>
            <ac:spMk id="14" creationId="{12695600-6A61-C954-5F1D-1EEFE448E89F}"/>
          </ac:spMkLst>
        </pc:spChg>
        <pc:spChg chg="del">
          <ac:chgData name="석주 이" userId="b6553f64e91d015d" providerId="LiveId" clId="{0BC1CC68-5FB1-45E5-A6E2-A4614C9CFE72}" dt="2025-12-12T21:44:58.123" v="5995" actId="478"/>
          <ac:spMkLst>
            <pc:docMk/>
            <pc:sldMk cId="1276949662" sldId="2040"/>
            <ac:spMk id="16" creationId="{4E091F5B-DC15-2B5C-3BD3-A561F7397E90}"/>
          </ac:spMkLst>
        </pc:spChg>
        <pc:spChg chg="mod">
          <ac:chgData name="석주 이" userId="b6553f64e91d015d" providerId="LiveId" clId="{0BC1CC68-5FB1-45E5-A6E2-A4614C9CFE72}" dt="2025-12-12T22:41:18.780" v="8404" actId="20577"/>
          <ac:spMkLst>
            <pc:docMk/>
            <pc:sldMk cId="1276949662" sldId="2040"/>
            <ac:spMk id="44" creationId="{735B5DF7-B535-7041-8AB4-3D1F9232F2F7}"/>
          </ac:spMkLst>
        </pc:spChg>
        <pc:graphicFrameChg chg="mod modGraphic">
          <ac:chgData name="석주 이" userId="b6553f64e91d015d" providerId="LiveId" clId="{0BC1CC68-5FB1-45E5-A6E2-A4614C9CFE72}" dt="2025-12-12T21:52:30.188" v="6471" actId="122"/>
          <ac:graphicFrameMkLst>
            <pc:docMk/>
            <pc:sldMk cId="1276949662" sldId="2040"/>
            <ac:graphicFrameMk id="3" creationId="{7A2A068E-A29F-1ED2-51DB-A1C7B8BD029F}"/>
          </ac:graphicFrameMkLst>
        </pc:graphicFrameChg>
        <pc:graphicFrameChg chg="add del mod modGraphic">
          <ac:chgData name="석주 이" userId="b6553f64e91d015d" providerId="LiveId" clId="{0BC1CC68-5FB1-45E5-A6E2-A4614C9CFE72}" dt="2025-12-12T21:48:53.520" v="6207" actId="478"/>
          <ac:graphicFrameMkLst>
            <pc:docMk/>
            <pc:sldMk cId="1276949662" sldId="2040"/>
            <ac:graphicFrameMk id="4" creationId="{54232BC7-A44E-8C70-655A-F177339D9AC3}"/>
          </ac:graphicFrameMkLst>
        </pc:graphicFrameChg>
        <pc:graphicFrameChg chg="add del mod">
          <ac:chgData name="석주 이" userId="b6553f64e91d015d" providerId="LiveId" clId="{0BC1CC68-5FB1-45E5-A6E2-A4614C9CFE72}" dt="2025-12-12T21:49:37.791" v="6217" actId="478"/>
          <ac:graphicFrameMkLst>
            <pc:docMk/>
            <pc:sldMk cId="1276949662" sldId="2040"/>
            <ac:graphicFrameMk id="6" creationId="{448DC011-B36F-3FA7-A51F-1B8F60B31302}"/>
          </ac:graphicFrameMkLst>
        </pc:graphicFrameChg>
        <pc:graphicFrameChg chg="del">
          <ac:chgData name="석주 이" userId="b6553f64e91d015d" providerId="LiveId" clId="{0BC1CC68-5FB1-45E5-A6E2-A4614C9CFE72}" dt="2025-12-12T21:44:59.997" v="5996" actId="478"/>
          <ac:graphicFrameMkLst>
            <pc:docMk/>
            <pc:sldMk cId="1276949662" sldId="2040"/>
            <ac:graphicFrameMk id="7" creationId="{FDF86B86-98DD-3FB2-58C3-4D61778CE3FA}"/>
          </ac:graphicFrameMkLst>
        </pc:graphicFrameChg>
        <pc:graphicFrameChg chg="add mod">
          <ac:chgData name="석주 이" userId="b6553f64e91d015d" providerId="LiveId" clId="{0BC1CC68-5FB1-45E5-A6E2-A4614C9CFE72}" dt="2025-12-12T21:53:06.890" v="6473" actId="571"/>
          <ac:graphicFrameMkLst>
            <pc:docMk/>
            <pc:sldMk cId="1276949662" sldId="2040"/>
            <ac:graphicFrameMk id="11" creationId="{C01963EF-2815-1D83-9D7B-566C2BD83538}"/>
          </ac:graphicFrameMkLst>
        </pc:graphicFrameChg>
        <pc:graphicFrameChg chg="add mod modGraphic">
          <ac:chgData name="석주 이" userId="b6553f64e91d015d" providerId="LiveId" clId="{0BC1CC68-5FB1-45E5-A6E2-A4614C9CFE72}" dt="2025-12-12T21:54:13.047" v="6484" actId="14734"/>
          <ac:graphicFrameMkLst>
            <pc:docMk/>
            <pc:sldMk cId="1276949662" sldId="2040"/>
            <ac:graphicFrameMk id="12" creationId="{8011063C-C61F-B024-2EA5-2FE8252B30A3}"/>
          </ac:graphicFrameMkLst>
        </pc:graphicFrameChg>
        <pc:picChg chg="del">
          <ac:chgData name="석주 이" userId="b6553f64e91d015d" providerId="LiveId" clId="{0BC1CC68-5FB1-45E5-A6E2-A4614C9CFE72}" dt="2025-12-12T21:44:58.123" v="5995" actId="478"/>
          <ac:picMkLst>
            <pc:docMk/>
            <pc:sldMk cId="1276949662" sldId="2040"/>
            <ac:picMk id="9" creationId="{BA411D41-21A5-8EE2-208D-01D40A557868}"/>
          </ac:picMkLst>
        </pc:picChg>
        <pc:picChg chg="add mod">
          <ac:chgData name="석주 이" userId="b6553f64e91d015d" providerId="LiveId" clId="{0BC1CC68-5FB1-45E5-A6E2-A4614C9CFE72}" dt="2025-12-12T21:53:55.141" v="6483" actId="14100"/>
          <ac:picMkLst>
            <pc:docMk/>
            <pc:sldMk cId="1276949662" sldId="2040"/>
            <ac:picMk id="15" creationId="{E0D136C0-D96B-4A07-C646-65B0ED90F746}"/>
          </ac:picMkLst>
        </pc:picChg>
      </pc:sldChg>
      <pc:sldChg chg="addSp delSp modSp add mod">
        <pc:chgData name="석주 이" userId="b6553f64e91d015d" providerId="LiveId" clId="{0BC1CC68-5FB1-45E5-A6E2-A4614C9CFE72}" dt="2025-12-12T22:43:25.320" v="8674" actId="20577"/>
        <pc:sldMkLst>
          <pc:docMk/>
          <pc:sldMk cId="3453813670" sldId="2041"/>
        </pc:sldMkLst>
        <pc:spChg chg="mod">
          <ac:chgData name="석주 이" userId="b6553f64e91d015d" providerId="LiveId" clId="{0BC1CC68-5FB1-45E5-A6E2-A4614C9CFE72}" dt="2025-12-12T22:01:37.812" v="6489"/>
          <ac:spMkLst>
            <pc:docMk/>
            <pc:sldMk cId="3453813670" sldId="2041"/>
            <ac:spMk id="7" creationId="{C8CD56D2-6FB1-10E7-FEF6-8935E88AE508}"/>
          </ac:spMkLst>
        </pc:spChg>
        <pc:spChg chg="mod">
          <ac:chgData name="석주 이" userId="b6553f64e91d015d" providerId="LiveId" clId="{0BC1CC68-5FB1-45E5-A6E2-A4614C9CFE72}" dt="2025-12-12T22:01:37.812" v="6489"/>
          <ac:spMkLst>
            <pc:docMk/>
            <pc:sldMk cId="3453813670" sldId="2041"/>
            <ac:spMk id="8" creationId="{16408F0B-C8DB-1B00-79C2-D016D5D38DC9}"/>
          </ac:spMkLst>
        </pc:spChg>
        <pc:spChg chg="mod">
          <ac:chgData name="석주 이" userId="b6553f64e91d015d" providerId="LiveId" clId="{0BC1CC68-5FB1-45E5-A6E2-A4614C9CFE72}" dt="2025-12-12T22:01:37.812" v="6489"/>
          <ac:spMkLst>
            <pc:docMk/>
            <pc:sldMk cId="3453813670" sldId="2041"/>
            <ac:spMk id="9" creationId="{39904579-084C-C220-B5EA-F54AE08E2218}"/>
          </ac:spMkLst>
        </pc:spChg>
        <pc:spChg chg="mod">
          <ac:chgData name="석주 이" userId="b6553f64e91d015d" providerId="LiveId" clId="{0BC1CC68-5FB1-45E5-A6E2-A4614C9CFE72}" dt="2025-12-12T22:43:25.320" v="8674" actId="20577"/>
          <ac:spMkLst>
            <pc:docMk/>
            <pc:sldMk cId="3453813670" sldId="2041"/>
            <ac:spMk id="10" creationId="{93F87DCC-AED6-D7F7-3491-F13DFBC07FAD}"/>
          </ac:spMkLst>
        </pc:spChg>
        <pc:spChg chg="mod">
          <ac:chgData name="석주 이" userId="b6553f64e91d015d" providerId="LiveId" clId="{0BC1CC68-5FB1-45E5-A6E2-A4614C9CFE72}" dt="2025-12-12T22:01:37.812" v="6489"/>
          <ac:spMkLst>
            <pc:docMk/>
            <pc:sldMk cId="3453813670" sldId="2041"/>
            <ac:spMk id="11" creationId="{A6C9E65C-E379-40FA-78C0-8701381D4351}"/>
          </ac:spMkLst>
        </pc:spChg>
        <pc:spChg chg="del mod">
          <ac:chgData name="석주 이" userId="b6553f64e91d015d" providerId="LiveId" clId="{0BC1CC68-5FB1-45E5-A6E2-A4614C9CFE72}" dt="2025-12-12T22:01:40.442" v="6490" actId="478"/>
          <ac:spMkLst>
            <pc:docMk/>
            <pc:sldMk cId="3453813670" sldId="2041"/>
            <ac:spMk id="13" creationId="{5EADEEE9-8C20-DC7E-90E1-3325A2D6ABC9}"/>
          </ac:spMkLst>
        </pc:spChg>
        <pc:spChg chg="mod">
          <ac:chgData name="석주 이" userId="b6553f64e91d015d" providerId="LiveId" clId="{0BC1CC68-5FB1-45E5-A6E2-A4614C9CFE72}" dt="2025-12-12T22:15:40.572" v="6763" actId="20577"/>
          <ac:spMkLst>
            <pc:docMk/>
            <pc:sldMk cId="3453813670" sldId="2041"/>
            <ac:spMk id="14" creationId="{5D7EFB86-EEA4-F235-A485-02AA4168FA35}"/>
          </ac:spMkLst>
        </pc:spChg>
        <pc:spChg chg="del mod">
          <ac:chgData name="석주 이" userId="b6553f64e91d015d" providerId="LiveId" clId="{0BC1CC68-5FB1-45E5-A6E2-A4614C9CFE72}" dt="2025-12-12T22:01:40.442" v="6490" actId="478"/>
          <ac:spMkLst>
            <pc:docMk/>
            <pc:sldMk cId="3453813670" sldId="2041"/>
            <ac:spMk id="16" creationId="{2CCF9D25-FDE2-072A-5E77-4BC3E617C4AF}"/>
          </ac:spMkLst>
        </pc:spChg>
        <pc:spChg chg="mod">
          <ac:chgData name="석주 이" userId="b6553f64e91d015d" providerId="LiveId" clId="{0BC1CC68-5FB1-45E5-A6E2-A4614C9CFE72}" dt="2025-12-12T22:01:37.812" v="6489"/>
          <ac:spMkLst>
            <pc:docMk/>
            <pc:sldMk cId="3453813670" sldId="2041"/>
            <ac:spMk id="17" creationId="{9508951D-C1A8-214A-F3A4-6B08AAC6ECB6}"/>
          </ac:spMkLst>
        </pc:spChg>
        <pc:spChg chg="mod">
          <ac:chgData name="석주 이" userId="b6553f64e91d015d" providerId="LiveId" clId="{0BC1CC68-5FB1-45E5-A6E2-A4614C9CFE72}" dt="2025-12-12T22:01:37.812" v="6489"/>
          <ac:spMkLst>
            <pc:docMk/>
            <pc:sldMk cId="3453813670" sldId="2041"/>
            <ac:spMk id="18" creationId="{13156E6A-2FB3-D4D8-6009-A0B078AAEF7B}"/>
          </ac:spMkLst>
        </pc:spChg>
        <pc:spChg chg="add del mod">
          <ac:chgData name="석주 이" userId="b6553f64e91d015d" providerId="LiveId" clId="{0BC1CC68-5FB1-45E5-A6E2-A4614C9CFE72}" dt="2025-12-12T22:01:54.566" v="6494" actId="478"/>
          <ac:spMkLst>
            <pc:docMk/>
            <pc:sldMk cId="3453813670" sldId="2041"/>
            <ac:spMk id="20" creationId="{9790407E-87BF-E193-D655-9AA33300ACA4}"/>
          </ac:spMkLst>
        </pc:spChg>
        <pc:spChg chg="mod">
          <ac:chgData name="석주 이" userId="b6553f64e91d015d" providerId="LiveId" clId="{0BC1CC68-5FB1-45E5-A6E2-A4614C9CFE72}" dt="2025-12-12T22:03:33.618" v="6559" actId="20577"/>
          <ac:spMkLst>
            <pc:docMk/>
            <pc:sldMk cId="3453813670" sldId="2041"/>
            <ac:spMk id="44" creationId="{4BAF01F5-B774-30E2-50CD-A9C3A60D60DD}"/>
          </ac:spMkLst>
        </pc:spChg>
        <pc:spChg chg="mod">
          <ac:chgData name="석주 이" userId="b6553f64e91d015d" providerId="LiveId" clId="{0BC1CC68-5FB1-45E5-A6E2-A4614C9CFE72}" dt="2025-12-12T22:36:15.811" v="7763" actId="20577"/>
          <ac:spMkLst>
            <pc:docMk/>
            <pc:sldMk cId="3453813670" sldId="2041"/>
            <ac:spMk id="140" creationId="{4BB7E2EA-DFA2-77E6-5C1C-978E1B826454}"/>
          </ac:spMkLst>
        </pc:spChg>
        <pc:grpChg chg="add mod">
          <ac:chgData name="석주 이" userId="b6553f64e91d015d" providerId="LiveId" clId="{0BC1CC68-5FB1-45E5-A6E2-A4614C9CFE72}" dt="2025-12-12T22:01:45.300" v="6492" actId="1076"/>
          <ac:grpSpMkLst>
            <pc:docMk/>
            <pc:sldMk cId="3453813670" sldId="2041"/>
            <ac:grpSpMk id="4" creationId="{2ACC7E0D-8135-9844-FD03-B53B627746DB}"/>
          </ac:grpSpMkLst>
        </pc:grpChg>
        <pc:graphicFrameChg chg="del">
          <ac:chgData name="석주 이" userId="b6553f64e91d015d" providerId="LiveId" clId="{0BC1CC68-5FB1-45E5-A6E2-A4614C9CFE72}" dt="2025-12-12T21:54:46.898" v="6488" actId="478"/>
          <ac:graphicFrameMkLst>
            <pc:docMk/>
            <pc:sldMk cId="3453813670" sldId="2041"/>
            <ac:graphicFrameMk id="3" creationId="{0BDE5003-EE8B-7154-E0E0-8257BC8B4229}"/>
          </ac:graphicFrameMkLst>
        </pc:graphicFrameChg>
        <pc:graphicFrameChg chg="del">
          <ac:chgData name="석주 이" userId="b6553f64e91d015d" providerId="LiveId" clId="{0BC1CC68-5FB1-45E5-A6E2-A4614C9CFE72}" dt="2025-12-12T21:54:46.898" v="6488" actId="478"/>
          <ac:graphicFrameMkLst>
            <pc:docMk/>
            <pc:sldMk cId="3453813670" sldId="2041"/>
            <ac:graphicFrameMk id="12" creationId="{947DBCFB-582E-C2E3-8DE3-603122D04540}"/>
          </ac:graphicFrameMkLst>
        </pc:graphicFrameChg>
        <pc:graphicFrameChg chg="add mod modGraphic">
          <ac:chgData name="석주 이" userId="b6553f64e91d015d" providerId="LiveId" clId="{0BC1CC68-5FB1-45E5-A6E2-A4614C9CFE72}" dt="2025-12-12T22:04:27.450" v="6578" actId="14100"/>
          <ac:graphicFrameMkLst>
            <pc:docMk/>
            <pc:sldMk cId="3453813670" sldId="2041"/>
            <ac:graphicFrameMk id="19" creationId="{0EEA863E-9EA1-BC0A-EB9D-96D9080EF59E}"/>
          </ac:graphicFrameMkLst>
        </pc:graphicFrameChg>
        <pc:picChg chg="del">
          <ac:chgData name="석주 이" userId="b6553f64e91d015d" providerId="LiveId" clId="{0BC1CC68-5FB1-45E5-A6E2-A4614C9CFE72}" dt="2025-12-12T21:54:46.898" v="6488" actId="478"/>
          <ac:picMkLst>
            <pc:docMk/>
            <pc:sldMk cId="3453813670" sldId="2041"/>
            <ac:picMk id="15" creationId="{01590AAF-F852-081E-FE22-0011E1A1F2F9}"/>
          </ac:picMkLst>
        </pc:picChg>
        <pc:cxnChg chg="mod">
          <ac:chgData name="석주 이" userId="b6553f64e91d015d" providerId="LiveId" clId="{0BC1CC68-5FB1-45E5-A6E2-A4614C9CFE72}" dt="2025-12-12T22:01:37.812" v="6489"/>
          <ac:cxnSpMkLst>
            <pc:docMk/>
            <pc:sldMk cId="3453813670" sldId="2041"/>
            <ac:cxnSpMk id="5" creationId="{6DD63338-F5F7-FA0C-940C-2562736F4D4D}"/>
          </ac:cxnSpMkLst>
        </pc:cxnChg>
        <pc:cxnChg chg="del mod">
          <ac:chgData name="석주 이" userId="b6553f64e91d015d" providerId="LiveId" clId="{0BC1CC68-5FB1-45E5-A6E2-A4614C9CFE72}" dt="2025-12-12T22:01:42.260" v="6491" actId="478"/>
          <ac:cxnSpMkLst>
            <pc:docMk/>
            <pc:sldMk cId="3453813670" sldId="2041"/>
            <ac:cxnSpMk id="6" creationId="{ACE7DD99-E20E-E39A-8BBC-62A086DE1D25}"/>
          </ac:cxnSpMkLst>
        </pc:cxnChg>
      </pc:sldChg>
      <pc:sldChg chg="addSp delSp modSp add mod">
        <pc:chgData name="석주 이" userId="b6553f64e91d015d" providerId="LiveId" clId="{0BC1CC68-5FB1-45E5-A6E2-A4614C9CFE72}" dt="2025-12-12T22:46:03.906" v="8846"/>
        <pc:sldMkLst>
          <pc:docMk/>
          <pc:sldMk cId="2799500117" sldId="2042"/>
        </pc:sldMkLst>
        <pc:spChg chg="mod">
          <ac:chgData name="석주 이" userId="b6553f64e91d015d" providerId="LiveId" clId="{0BC1CC68-5FB1-45E5-A6E2-A4614C9CFE72}" dt="2025-12-12T22:14:27.155" v="6688" actId="14100"/>
          <ac:spMkLst>
            <pc:docMk/>
            <pc:sldMk cId="2799500117" sldId="2042"/>
            <ac:spMk id="7" creationId="{38259086-03DC-C18A-C05C-9F7B02FEE43E}"/>
          </ac:spMkLst>
        </pc:spChg>
        <pc:spChg chg="mod">
          <ac:chgData name="석주 이" userId="b6553f64e91d015d" providerId="LiveId" clId="{0BC1CC68-5FB1-45E5-A6E2-A4614C9CFE72}" dt="2025-12-12T22:09:59.426" v="6617" actId="571"/>
          <ac:spMkLst>
            <pc:docMk/>
            <pc:sldMk cId="2799500117" sldId="2042"/>
            <ac:spMk id="8" creationId="{D32C5B13-D362-9915-4F45-824C44739D42}"/>
          </ac:spMkLst>
        </pc:spChg>
        <pc:spChg chg="mod">
          <ac:chgData name="석주 이" userId="b6553f64e91d015d" providerId="LiveId" clId="{0BC1CC68-5FB1-45E5-A6E2-A4614C9CFE72}" dt="2025-12-12T22:14:27.155" v="6688" actId="14100"/>
          <ac:spMkLst>
            <pc:docMk/>
            <pc:sldMk cId="2799500117" sldId="2042"/>
            <ac:spMk id="9" creationId="{F587FD5B-4B0B-06FC-40D0-95C13CDE611D}"/>
          </ac:spMkLst>
        </pc:spChg>
        <pc:spChg chg="mod">
          <ac:chgData name="석주 이" userId="b6553f64e91d015d" providerId="LiveId" clId="{0BC1CC68-5FB1-45E5-A6E2-A4614C9CFE72}" dt="2025-12-12T22:46:02.732" v="8844" actId="20577"/>
          <ac:spMkLst>
            <pc:docMk/>
            <pc:sldMk cId="2799500117" sldId="2042"/>
            <ac:spMk id="10" creationId="{48A88731-1BF6-062A-1351-1B322ED6DAAE}"/>
          </ac:spMkLst>
        </pc:spChg>
        <pc:spChg chg="mod">
          <ac:chgData name="석주 이" userId="b6553f64e91d015d" providerId="LiveId" clId="{0BC1CC68-5FB1-45E5-A6E2-A4614C9CFE72}" dt="2025-12-12T22:09:59.426" v="6617" actId="571"/>
          <ac:spMkLst>
            <pc:docMk/>
            <pc:sldMk cId="2799500117" sldId="2042"/>
            <ac:spMk id="11" creationId="{E00EF58B-49DA-22C5-3FCF-9C6507F1E384}"/>
          </ac:spMkLst>
        </pc:spChg>
        <pc:spChg chg="del">
          <ac:chgData name="석주 이" userId="b6553f64e91d015d" providerId="LiveId" clId="{0BC1CC68-5FB1-45E5-A6E2-A4614C9CFE72}" dt="2025-12-12T22:09:44.335" v="6581" actId="478"/>
          <ac:spMkLst>
            <pc:docMk/>
            <pc:sldMk cId="2799500117" sldId="2042"/>
            <ac:spMk id="14" creationId="{3A3A91AF-56EB-D90A-3A0E-406A40121643}"/>
          </ac:spMkLst>
        </pc:spChg>
        <pc:spChg chg="add del mod">
          <ac:chgData name="석주 이" userId="b6553f64e91d015d" providerId="LiveId" clId="{0BC1CC68-5FB1-45E5-A6E2-A4614C9CFE72}" dt="2025-12-12T22:11:08.807" v="6641" actId="478"/>
          <ac:spMkLst>
            <pc:docMk/>
            <pc:sldMk cId="2799500117" sldId="2042"/>
            <ac:spMk id="15" creationId="{32579103-7979-A721-E6E2-DD26C8A080BD}"/>
          </ac:spMkLst>
        </pc:spChg>
        <pc:spChg chg="add del">
          <ac:chgData name="석주 이" userId="b6553f64e91d015d" providerId="LiveId" clId="{0BC1CC68-5FB1-45E5-A6E2-A4614C9CFE72}" dt="2025-12-12T22:12:16.676" v="6674" actId="478"/>
          <ac:spMkLst>
            <pc:docMk/>
            <pc:sldMk cId="2799500117" sldId="2042"/>
            <ac:spMk id="16" creationId="{B7E96869-4099-7C95-C111-948F8E1BCAA1}"/>
          </ac:spMkLst>
        </pc:spChg>
        <pc:spChg chg="mod">
          <ac:chgData name="석주 이" userId="b6553f64e91d015d" providerId="LiveId" clId="{0BC1CC68-5FB1-45E5-A6E2-A4614C9CFE72}" dt="2025-12-12T22:14:32.368" v="6689" actId="1076"/>
          <ac:spMkLst>
            <pc:docMk/>
            <pc:sldMk cId="2799500117" sldId="2042"/>
            <ac:spMk id="17" creationId="{DAFFE0E9-E22B-38EA-74A3-FE9C8188C045}"/>
          </ac:spMkLst>
        </pc:spChg>
        <pc:spChg chg="mod">
          <ac:chgData name="석주 이" userId="b6553f64e91d015d" providerId="LiveId" clId="{0BC1CC68-5FB1-45E5-A6E2-A4614C9CFE72}" dt="2025-12-12T22:14:32.368" v="6689" actId="1076"/>
          <ac:spMkLst>
            <pc:docMk/>
            <pc:sldMk cId="2799500117" sldId="2042"/>
            <ac:spMk id="18" creationId="{94973960-2D0B-BA19-3987-35C4406C8C39}"/>
          </ac:spMkLst>
        </pc:spChg>
        <pc:spChg chg="add mod">
          <ac:chgData name="석주 이" userId="b6553f64e91d015d" providerId="LiveId" clId="{0BC1CC68-5FB1-45E5-A6E2-A4614C9CFE72}" dt="2025-12-12T22:19:23.263" v="6786"/>
          <ac:spMkLst>
            <pc:docMk/>
            <pc:sldMk cId="2799500117" sldId="2042"/>
            <ac:spMk id="20" creationId="{055E3ED3-7BA9-67F9-B65D-05614BB4A107}"/>
          </ac:spMkLst>
        </pc:spChg>
        <pc:spChg chg="add del mod">
          <ac:chgData name="석주 이" userId="b6553f64e91d015d" providerId="LiveId" clId="{0BC1CC68-5FB1-45E5-A6E2-A4614C9CFE72}" dt="2025-12-12T22:44:44.327" v="8811"/>
          <ac:spMkLst>
            <pc:docMk/>
            <pc:sldMk cId="2799500117" sldId="2042"/>
            <ac:spMk id="23" creationId="{53C91E35-CCE7-5735-9E1C-3ACF98F2CD36}"/>
          </ac:spMkLst>
        </pc:spChg>
        <pc:spChg chg="add del mod">
          <ac:chgData name="석주 이" userId="b6553f64e91d015d" providerId="LiveId" clId="{0BC1CC68-5FB1-45E5-A6E2-A4614C9CFE72}" dt="2025-12-12T22:46:03.906" v="8846"/>
          <ac:spMkLst>
            <pc:docMk/>
            <pc:sldMk cId="2799500117" sldId="2042"/>
            <ac:spMk id="24" creationId="{11149878-969C-A970-8465-C34DB43A01B0}"/>
          </ac:spMkLst>
        </pc:spChg>
        <pc:spChg chg="mod">
          <ac:chgData name="석주 이" userId="b6553f64e91d015d" providerId="LiveId" clId="{0BC1CC68-5FB1-45E5-A6E2-A4614C9CFE72}" dt="2025-12-12T22:16:10.576" v="6781" actId="20577"/>
          <ac:spMkLst>
            <pc:docMk/>
            <pc:sldMk cId="2799500117" sldId="2042"/>
            <ac:spMk id="44" creationId="{AE452C5A-E8F4-959D-4CC8-517FCDBE0204}"/>
          </ac:spMkLst>
        </pc:spChg>
        <pc:spChg chg="mod">
          <ac:chgData name="석주 이" userId="b6553f64e91d015d" providerId="LiveId" clId="{0BC1CC68-5FB1-45E5-A6E2-A4614C9CFE72}" dt="2025-12-12T22:36:10.753" v="7740"/>
          <ac:spMkLst>
            <pc:docMk/>
            <pc:sldMk cId="2799500117" sldId="2042"/>
            <ac:spMk id="140" creationId="{8A376C0B-B0A6-7F9E-22EF-3A57D4BD854D}"/>
          </ac:spMkLst>
        </pc:spChg>
        <pc:grpChg chg="mod">
          <ac:chgData name="석주 이" userId="b6553f64e91d015d" providerId="LiveId" clId="{0BC1CC68-5FB1-45E5-A6E2-A4614C9CFE72}" dt="2025-12-12T22:09:59.426" v="6617" actId="571"/>
          <ac:grpSpMkLst>
            <pc:docMk/>
            <pc:sldMk cId="2799500117" sldId="2042"/>
            <ac:grpSpMk id="4" creationId="{938A8909-F1DA-3294-FF23-902B0E5E9176}"/>
          </ac:grpSpMkLst>
        </pc:grpChg>
        <pc:graphicFrameChg chg="add mod modGraphic">
          <ac:chgData name="석주 이" userId="b6553f64e91d015d" providerId="LiveId" clId="{0BC1CC68-5FB1-45E5-A6E2-A4614C9CFE72}" dt="2025-12-12T22:21:01.462" v="6830" actId="404"/>
          <ac:graphicFrameMkLst>
            <pc:docMk/>
            <pc:sldMk cId="2799500117" sldId="2042"/>
            <ac:graphicFrameMk id="13" creationId="{369C0C9E-F7BE-28C2-8197-80E160AE3C0D}"/>
          </ac:graphicFrameMkLst>
        </pc:graphicFrameChg>
        <pc:graphicFrameChg chg="del">
          <ac:chgData name="석주 이" userId="b6553f64e91d015d" providerId="LiveId" clId="{0BC1CC68-5FB1-45E5-A6E2-A4614C9CFE72}" dt="2025-12-12T22:09:44.335" v="6581" actId="478"/>
          <ac:graphicFrameMkLst>
            <pc:docMk/>
            <pc:sldMk cId="2799500117" sldId="2042"/>
            <ac:graphicFrameMk id="19" creationId="{A284C657-03AE-7C90-2684-2C4C2B86B870}"/>
          </ac:graphicFrameMkLst>
        </pc:graphicFrameChg>
        <pc:picChg chg="add mod">
          <ac:chgData name="석주 이" userId="b6553f64e91d015d" providerId="LiveId" clId="{0BC1CC68-5FB1-45E5-A6E2-A4614C9CFE72}" dt="2025-12-12T22:23:52.505" v="6869" actId="14100"/>
          <ac:picMkLst>
            <pc:docMk/>
            <pc:sldMk cId="2799500117" sldId="2042"/>
            <ac:picMk id="4099" creationId="{8A854C9F-F79C-FAC3-6305-807BB91FFB1A}"/>
          </ac:picMkLst>
        </pc:picChg>
        <pc:cxnChg chg="add mod">
          <ac:chgData name="석주 이" userId="b6553f64e91d015d" providerId="LiveId" clId="{0BC1CC68-5FB1-45E5-A6E2-A4614C9CFE72}" dt="2025-12-12T22:14:37.128" v="6691" actId="14100"/>
          <ac:cxnSpMkLst>
            <pc:docMk/>
            <pc:sldMk cId="2799500117" sldId="2042"/>
            <ac:cxnSpMk id="3" creationId="{5998288B-848E-E487-7DDF-EC232727B59D}"/>
          </ac:cxnSpMkLst>
        </pc:cxnChg>
        <pc:cxnChg chg="mod">
          <ac:chgData name="석주 이" userId="b6553f64e91d015d" providerId="LiveId" clId="{0BC1CC68-5FB1-45E5-A6E2-A4614C9CFE72}" dt="2025-12-12T22:14:35.009" v="6690" actId="1076"/>
          <ac:cxnSpMkLst>
            <pc:docMk/>
            <pc:sldMk cId="2799500117" sldId="2042"/>
            <ac:cxnSpMk id="5" creationId="{3209945D-C150-12B9-C7C7-03170D65DCC6}"/>
          </ac:cxnSpMkLst>
        </pc:cxnChg>
      </pc:sldChg>
      <pc:sldChg chg="addSp delSp modSp add mod">
        <pc:chgData name="석주 이" userId="b6553f64e91d015d" providerId="LiveId" clId="{0BC1CC68-5FB1-45E5-A6E2-A4614C9CFE72}" dt="2025-12-12T22:48:05.842" v="8919" actId="20577"/>
        <pc:sldMkLst>
          <pc:docMk/>
          <pc:sldMk cId="773379871" sldId="2043"/>
        </pc:sldMkLst>
        <pc:spChg chg="mod">
          <ac:chgData name="석주 이" userId="b6553f64e91d015d" providerId="LiveId" clId="{0BC1CC68-5FB1-45E5-A6E2-A4614C9CFE72}" dt="2025-12-12T22:46:31.546" v="8861" actId="20577"/>
          <ac:spMkLst>
            <pc:docMk/>
            <pc:sldMk cId="773379871" sldId="2043"/>
            <ac:spMk id="10" creationId="{801ACE1F-B4C8-57D0-E620-BD280AA9AC8E}"/>
          </ac:spMkLst>
        </pc:spChg>
        <pc:spChg chg="add del mod">
          <ac:chgData name="석주 이" userId="b6553f64e91d015d" providerId="LiveId" clId="{0BC1CC68-5FB1-45E5-A6E2-A4614C9CFE72}" dt="2025-12-12T22:19:55.331" v="6789" actId="478"/>
          <ac:spMkLst>
            <pc:docMk/>
            <pc:sldMk cId="773379871" sldId="2043"/>
            <ac:spMk id="12" creationId="{373B9050-93FD-CF69-DA2A-BA805F20DFE0}"/>
          </ac:spMkLst>
        </pc:spChg>
        <pc:spChg chg="add del mod">
          <ac:chgData name="석주 이" userId="b6553f64e91d015d" providerId="LiveId" clId="{0BC1CC68-5FB1-45E5-A6E2-A4614C9CFE72}" dt="2025-12-12T22:20:23.653" v="6819" actId="478"/>
          <ac:spMkLst>
            <pc:docMk/>
            <pc:sldMk cId="773379871" sldId="2043"/>
            <ac:spMk id="14" creationId="{CF66BCC4-C71F-8B97-47D2-6AAEFA54F989}"/>
          </ac:spMkLst>
        </pc:spChg>
        <pc:spChg chg="add del mod">
          <ac:chgData name="석주 이" userId="b6553f64e91d015d" providerId="LiveId" clId="{0BC1CC68-5FB1-45E5-A6E2-A4614C9CFE72}" dt="2025-12-12T22:46:21.935" v="8851"/>
          <ac:spMkLst>
            <pc:docMk/>
            <pc:sldMk cId="773379871" sldId="2043"/>
            <ac:spMk id="16" creationId="{FC9F7E74-97C9-D05D-A79D-38A6447184FC}"/>
          </ac:spMkLst>
        </pc:spChg>
        <pc:spChg chg="mod">
          <ac:chgData name="석주 이" userId="b6553f64e91d015d" providerId="LiveId" clId="{0BC1CC68-5FB1-45E5-A6E2-A4614C9CFE72}" dt="2025-12-12T22:20:18.844" v="6816" actId="20577"/>
          <ac:spMkLst>
            <pc:docMk/>
            <pc:sldMk cId="773379871" sldId="2043"/>
            <ac:spMk id="17" creationId="{0337188A-5ADA-5291-2FD5-D31FF0CB186E}"/>
          </ac:spMkLst>
        </pc:spChg>
        <pc:spChg chg="mod">
          <ac:chgData name="석주 이" userId="b6553f64e91d015d" providerId="LiveId" clId="{0BC1CC68-5FB1-45E5-A6E2-A4614C9CFE72}" dt="2025-12-12T22:22:07.663" v="6837" actId="20577"/>
          <ac:spMkLst>
            <pc:docMk/>
            <pc:sldMk cId="773379871" sldId="2043"/>
            <ac:spMk id="20" creationId="{7C9FA6D4-094F-12A0-9E84-CC9FE7F7D609}"/>
          </ac:spMkLst>
        </pc:spChg>
        <pc:spChg chg="mod">
          <ac:chgData name="석주 이" userId="b6553f64e91d015d" providerId="LiveId" clId="{0BC1CC68-5FB1-45E5-A6E2-A4614C9CFE72}" dt="2025-12-12T22:36:09.592" v="7739"/>
          <ac:spMkLst>
            <pc:docMk/>
            <pc:sldMk cId="773379871" sldId="2043"/>
            <ac:spMk id="140" creationId="{59762B3E-8C5B-6D19-0D88-9FA92251A640}"/>
          </ac:spMkLst>
        </pc:spChg>
        <pc:graphicFrameChg chg="add del mod">
          <ac:chgData name="석주 이" userId="b6553f64e91d015d" providerId="LiveId" clId="{0BC1CC68-5FB1-45E5-A6E2-A4614C9CFE72}" dt="2025-12-12T22:20:08.230" v="6794" actId="478"/>
          <ac:graphicFrameMkLst>
            <pc:docMk/>
            <pc:sldMk cId="773379871" sldId="2043"/>
            <ac:graphicFrameMk id="6" creationId="{393A5214-4418-51BC-B539-7D169B51F468}"/>
          </ac:graphicFrameMkLst>
        </pc:graphicFrameChg>
        <pc:graphicFrameChg chg="mod modGraphic">
          <ac:chgData name="석주 이" userId="b6553f64e91d015d" providerId="LiveId" clId="{0BC1CC68-5FB1-45E5-A6E2-A4614C9CFE72}" dt="2025-12-12T22:48:05.842" v="8919" actId="20577"/>
          <ac:graphicFrameMkLst>
            <pc:docMk/>
            <pc:sldMk cId="773379871" sldId="2043"/>
            <ac:graphicFrameMk id="13" creationId="{77AA8177-CC38-1812-7920-EE5C21B66E83}"/>
          </ac:graphicFrameMkLst>
        </pc:graphicFrameChg>
        <pc:picChg chg="add mod">
          <ac:chgData name="석주 이" userId="b6553f64e91d015d" providerId="LiveId" clId="{0BC1CC68-5FB1-45E5-A6E2-A4614C9CFE72}" dt="2025-12-12T22:23:45.055" v="6867" actId="14100"/>
          <ac:picMkLst>
            <pc:docMk/>
            <pc:sldMk cId="773379871" sldId="2043"/>
            <ac:picMk id="15" creationId="{A0A1ECF9-3702-96CB-F00D-BC7BE36397D8}"/>
          </ac:picMkLst>
        </pc:picChg>
        <pc:picChg chg="del">
          <ac:chgData name="석주 이" userId="b6553f64e91d015d" providerId="LiveId" clId="{0BC1CC68-5FB1-45E5-A6E2-A4614C9CFE72}" dt="2025-12-12T22:20:33.225" v="6824" actId="478"/>
          <ac:picMkLst>
            <pc:docMk/>
            <pc:sldMk cId="773379871" sldId="2043"/>
            <ac:picMk id="4099" creationId="{2B07D9DA-773A-C3B1-74F1-23D0BF843D5A}"/>
          </ac:picMkLst>
        </pc:picChg>
        <pc:picChg chg="add del mod">
          <ac:chgData name="석주 이" userId="b6553f64e91d015d" providerId="LiveId" clId="{0BC1CC68-5FB1-45E5-A6E2-A4614C9CFE72}" dt="2025-12-12T22:20:31.127" v="6823" actId="21"/>
          <ac:picMkLst>
            <pc:docMk/>
            <pc:sldMk cId="773379871" sldId="2043"/>
            <ac:picMk id="6147" creationId="{A0A1ECF9-3702-96CB-F00D-BC7BE36397D8}"/>
          </ac:picMkLst>
        </pc:picChg>
      </pc:sldChg>
      <pc:sldChg chg="addSp delSp modSp add mod">
        <pc:chgData name="석주 이" userId="b6553f64e91d015d" providerId="LiveId" clId="{0BC1CC68-5FB1-45E5-A6E2-A4614C9CFE72}" dt="2025-12-12T22:48:01.960" v="8901" actId="20577"/>
        <pc:sldMkLst>
          <pc:docMk/>
          <pc:sldMk cId="524317645" sldId="2044"/>
        </pc:sldMkLst>
        <pc:spChg chg="mod">
          <ac:chgData name="석주 이" userId="b6553f64e91d015d" providerId="LiveId" clId="{0BC1CC68-5FB1-45E5-A6E2-A4614C9CFE72}" dt="2025-12-12T22:46:58.786" v="8875" actId="20577"/>
          <ac:spMkLst>
            <pc:docMk/>
            <pc:sldMk cId="524317645" sldId="2044"/>
            <ac:spMk id="10" creationId="{32A30674-1C7E-6CBF-0097-E695F6CF8210}"/>
          </ac:spMkLst>
        </pc:spChg>
        <pc:spChg chg="add del mod">
          <ac:chgData name="석주 이" userId="b6553f64e91d015d" providerId="LiveId" clId="{0BC1CC68-5FB1-45E5-A6E2-A4614C9CFE72}" dt="2025-12-12T22:22:29.247" v="6840" actId="478"/>
          <ac:spMkLst>
            <pc:docMk/>
            <pc:sldMk cId="524317645" sldId="2044"/>
            <ac:spMk id="12" creationId="{A66613A4-7460-1DEE-EAF0-8CB936B469FF}"/>
          </ac:spMkLst>
        </pc:spChg>
        <pc:spChg chg="add del">
          <ac:chgData name="석주 이" userId="b6553f64e91d015d" providerId="LiveId" clId="{0BC1CC68-5FB1-45E5-A6E2-A4614C9CFE72}" dt="2025-12-12T22:23:10.362" v="6851" actId="478"/>
          <ac:spMkLst>
            <pc:docMk/>
            <pc:sldMk cId="524317645" sldId="2044"/>
            <ac:spMk id="14" creationId="{905DD3CE-029A-FCF9-1F32-B75E98BC4974}"/>
          </ac:spMkLst>
        </pc:spChg>
        <pc:spChg chg="add del mod">
          <ac:chgData name="석주 이" userId="b6553f64e91d015d" providerId="LiveId" clId="{0BC1CC68-5FB1-45E5-A6E2-A4614C9CFE72}" dt="2025-12-12T22:46:53.857" v="8866"/>
          <ac:spMkLst>
            <pc:docMk/>
            <pc:sldMk cId="524317645" sldId="2044"/>
            <ac:spMk id="16" creationId="{FE328651-EBC8-EB67-DB31-1EAC8B1D15CB}"/>
          </ac:spMkLst>
        </pc:spChg>
        <pc:spChg chg="mod">
          <ac:chgData name="석주 이" userId="b6553f64e91d015d" providerId="LiveId" clId="{0BC1CC68-5FB1-45E5-A6E2-A4614C9CFE72}" dt="2025-12-12T22:27:52.920" v="6897" actId="20577"/>
          <ac:spMkLst>
            <pc:docMk/>
            <pc:sldMk cId="524317645" sldId="2044"/>
            <ac:spMk id="17" creationId="{08E508B6-C62A-12FC-7F5B-5D5A108AEAB8}"/>
          </ac:spMkLst>
        </pc:spChg>
        <pc:spChg chg="mod">
          <ac:chgData name="석주 이" userId="b6553f64e91d015d" providerId="LiveId" clId="{0BC1CC68-5FB1-45E5-A6E2-A4614C9CFE72}" dt="2025-12-12T22:23:01.418" v="6849" actId="6549"/>
          <ac:spMkLst>
            <pc:docMk/>
            <pc:sldMk cId="524317645" sldId="2044"/>
            <ac:spMk id="20" creationId="{82F1BE24-DE18-C734-2869-26EB79B6C96A}"/>
          </ac:spMkLst>
        </pc:spChg>
        <pc:spChg chg="mod">
          <ac:chgData name="석주 이" userId="b6553f64e91d015d" providerId="LiveId" clId="{0BC1CC68-5FB1-45E5-A6E2-A4614C9CFE72}" dt="2025-12-12T22:36:06.850" v="7738" actId="20577"/>
          <ac:spMkLst>
            <pc:docMk/>
            <pc:sldMk cId="524317645" sldId="2044"/>
            <ac:spMk id="140" creationId="{99E68CEF-96FA-4DFC-9266-65292A83DDA5}"/>
          </ac:spMkLst>
        </pc:spChg>
        <pc:graphicFrameChg chg="add del mod">
          <ac:chgData name="석주 이" userId="b6553f64e91d015d" providerId="LiveId" clId="{0BC1CC68-5FB1-45E5-A6E2-A4614C9CFE72}" dt="2025-12-12T22:22:37.879" v="6845" actId="478"/>
          <ac:graphicFrameMkLst>
            <pc:docMk/>
            <pc:sldMk cId="524317645" sldId="2044"/>
            <ac:graphicFrameMk id="6" creationId="{414CFA44-66C8-DDCF-3110-77DEBFC5F861}"/>
          </ac:graphicFrameMkLst>
        </pc:graphicFrameChg>
        <pc:graphicFrameChg chg="mod modGraphic">
          <ac:chgData name="석주 이" userId="b6553f64e91d015d" providerId="LiveId" clId="{0BC1CC68-5FB1-45E5-A6E2-A4614C9CFE72}" dt="2025-12-12T22:48:01.960" v="8901" actId="20577"/>
          <ac:graphicFrameMkLst>
            <pc:docMk/>
            <pc:sldMk cId="524317645" sldId="2044"/>
            <ac:graphicFrameMk id="13" creationId="{1897EB04-1F1B-004F-D186-1200FCE095FB}"/>
          </ac:graphicFrameMkLst>
        </pc:graphicFrameChg>
        <pc:picChg chg="add mod">
          <ac:chgData name="석주 이" userId="b6553f64e91d015d" providerId="LiveId" clId="{0BC1CC68-5FB1-45E5-A6E2-A4614C9CFE72}" dt="2025-12-12T22:23:41.303" v="6866" actId="14100"/>
          <ac:picMkLst>
            <pc:docMk/>
            <pc:sldMk cId="524317645" sldId="2044"/>
            <ac:picMk id="15" creationId="{D5654277-E584-6C72-FB93-CA8ADE663B54}"/>
          </ac:picMkLst>
        </pc:picChg>
        <pc:picChg chg="del">
          <ac:chgData name="석주 이" userId="b6553f64e91d015d" providerId="LiveId" clId="{0BC1CC68-5FB1-45E5-A6E2-A4614C9CFE72}" dt="2025-12-12T22:23:14.261" v="6854" actId="478"/>
          <ac:picMkLst>
            <pc:docMk/>
            <pc:sldMk cId="524317645" sldId="2044"/>
            <ac:picMk id="4099" creationId="{0DD2A277-CDEF-007E-D713-F3255B577A24}"/>
          </ac:picMkLst>
        </pc:picChg>
        <pc:picChg chg="add del mod">
          <ac:chgData name="석주 이" userId="b6553f64e91d015d" providerId="LiveId" clId="{0BC1CC68-5FB1-45E5-A6E2-A4614C9CFE72}" dt="2025-12-12T22:23:12.425" v="6853" actId="21"/>
          <ac:picMkLst>
            <pc:docMk/>
            <pc:sldMk cId="524317645" sldId="2044"/>
            <ac:picMk id="5123" creationId="{D5654277-E584-6C72-FB93-CA8ADE663B54}"/>
          </ac:picMkLst>
        </pc:picChg>
      </pc:sldChg>
      <pc:sldChg chg="addSp delSp modSp add mod">
        <pc:chgData name="석주 이" userId="b6553f64e91d015d" providerId="LiveId" clId="{0BC1CC68-5FB1-45E5-A6E2-A4614C9CFE72}" dt="2025-12-12T22:35:27.797" v="7704" actId="20577"/>
        <pc:sldMkLst>
          <pc:docMk/>
          <pc:sldMk cId="231834929" sldId="2045"/>
        </pc:sldMkLst>
        <pc:spChg chg="mod">
          <ac:chgData name="석주 이" userId="b6553f64e91d015d" providerId="LiveId" clId="{0BC1CC68-5FB1-45E5-A6E2-A4614C9CFE72}" dt="2025-12-12T22:30:25.330" v="7117" actId="20577"/>
          <ac:spMkLst>
            <pc:docMk/>
            <pc:sldMk cId="231834929" sldId="2045"/>
            <ac:spMk id="10" creationId="{A1D86211-8F1E-8074-A4EF-26D3A750535B}"/>
          </ac:spMkLst>
        </pc:spChg>
        <pc:spChg chg="mod">
          <ac:chgData name="석주 이" userId="b6553f64e91d015d" providerId="LiveId" clId="{0BC1CC68-5FB1-45E5-A6E2-A4614C9CFE72}" dt="2025-12-12T22:28:17.422" v="6922"/>
          <ac:spMkLst>
            <pc:docMk/>
            <pc:sldMk cId="231834929" sldId="2045"/>
            <ac:spMk id="14" creationId="{5C39EDA1-2470-133E-978F-8A77DE893FF7}"/>
          </ac:spMkLst>
        </pc:spChg>
        <pc:spChg chg="del">
          <ac:chgData name="석주 이" userId="b6553f64e91d015d" providerId="LiveId" clId="{0BC1CC68-5FB1-45E5-A6E2-A4614C9CFE72}" dt="2025-12-12T22:28:00.932" v="6921" actId="478"/>
          <ac:spMkLst>
            <pc:docMk/>
            <pc:sldMk cId="231834929" sldId="2045"/>
            <ac:spMk id="20" creationId="{4D14FBCB-EA34-B896-CF32-A8C4ED78F37E}"/>
          </ac:spMkLst>
        </pc:spChg>
        <pc:spChg chg="mod">
          <ac:chgData name="석주 이" userId="b6553f64e91d015d" providerId="LiveId" clId="{0BC1CC68-5FB1-45E5-A6E2-A4614C9CFE72}" dt="2025-12-12T22:28:17.422" v="6922"/>
          <ac:spMkLst>
            <pc:docMk/>
            <pc:sldMk cId="231834929" sldId="2045"/>
            <ac:spMk id="21" creationId="{334309D7-5478-9AE2-CAAD-437082406254}"/>
          </ac:spMkLst>
        </pc:spChg>
        <pc:spChg chg="add mod">
          <ac:chgData name="석주 이" userId="b6553f64e91d015d" providerId="LiveId" clId="{0BC1CC68-5FB1-45E5-A6E2-A4614C9CFE72}" dt="2025-12-12T22:28:17.422" v="6922"/>
          <ac:spMkLst>
            <pc:docMk/>
            <pc:sldMk cId="231834929" sldId="2045"/>
            <ac:spMk id="22" creationId="{818A11CA-1EF4-80F2-4EA6-A4C1DB44DADC}"/>
          </ac:spMkLst>
        </pc:spChg>
        <pc:spChg chg="add mod">
          <ac:chgData name="석주 이" userId="b6553f64e91d015d" providerId="LiveId" clId="{0BC1CC68-5FB1-45E5-A6E2-A4614C9CFE72}" dt="2025-12-12T22:28:17.422" v="6922"/>
          <ac:spMkLst>
            <pc:docMk/>
            <pc:sldMk cId="231834929" sldId="2045"/>
            <ac:spMk id="23" creationId="{8927EA47-BE6E-A483-697E-35B2AED9C01C}"/>
          </ac:spMkLst>
        </pc:spChg>
        <pc:spChg chg="add mod">
          <ac:chgData name="석주 이" userId="b6553f64e91d015d" providerId="LiveId" clId="{0BC1CC68-5FB1-45E5-A6E2-A4614C9CFE72}" dt="2025-12-12T22:28:17.422" v="6922"/>
          <ac:spMkLst>
            <pc:docMk/>
            <pc:sldMk cId="231834929" sldId="2045"/>
            <ac:spMk id="24" creationId="{293ABE3E-DFA9-F036-7542-91F1A58BB9CB}"/>
          </ac:spMkLst>
        </pc:spChg>
        <pc:spChg chg="add mod">
          <ac:chgData name="석주 이" userId="b6553f64e91d015d" providerId="LiveId" clId="{0BC1CC68-5FB1-45E5-A6E2-A4614C9CFE72}" dt="2025-12-12T22:28:17.422" v="6922"/>
          <ac:spMkLst>
            <pc:docMk/>
            <pc:sldMk cId="231834929" sldId="2045"/>
            <ac:spMk id="25" creationId="{B0136FE8-E1E8-998B-846A-C75E2FE8FA82}"/>
          </ac:spMkLst>
        </pc:spChg>
        <pc:spChg chg="add mod">
          <ac:chgData name="석주 이" userId="b6553f64e91d015d" providerId="LiveId" clId="{0BC1CC68-5FB1-45E5-A6E2-A4614C9CFE72}" dt="2025-12-12T22:28:17.422" v="6922"/>
          <ac:spMkLst>
            <pc:docMk/>
            <pc:sldMk cId="231834929" sldId="2045"/>
            <ac:spMk id="26" creationId="{14FE3DD9-742B-E956-E586-551E829C465E}"/>
          </ac:spMkLst>
        </pc:spChg>
        <pc:spChg chg="add mod">
          <ac:chgData name="석주 이" userId="b6553f64e91d015d" providerId="LiveId" clId="{0BC1CC68-5FB1-45E5-A6E2-A4614C9CFE72}" dt="2025-12-12T22:28:17.422" v="6922"/>
          <ac:spMkLst>
            <pc:docMk/>
            <pc:sldMk cId="231834929" sldId="2045"/>
            <ac:spMk id="27" creationId="{5630B4E5-30AA-8702-A6EF-30332215CF2D}"/>
          </ac:spMkLst>
        </pc:spChg>
        <pc:spChg chg="add mod">
          <ac:chgData name="석주 이" userId="b6553f64e91d015d" providerId="LiveId" clId="{0BC1CC68-5FB1-45E5-A6E2-A4614C9CFE72}" dt="2025-12-12T22:28:17.422" v="6922"/>
          <ac:spMkLst>
            <pc:docMk/>
            <pc:sldMk cId="231834929" sldId="2045"/>
            <ac:spMk id="28" creationId="{C3B35A3F-E032-A873-C531-21CC0CA20B7F}"/>
          </ac:spMkLst>
        </pc:spChg>
        <pc:spChg chg="add mod">
          <ac:chgData name="석주 이" userId="b6553f64e91d015d" providerId="LiveId" clId="{0BC1CC68-5FB1-45E5-A6E2-A4614C9CFE72}" dt="2025-12-12T22:28:17.422" v="6922"/>
          <ac:spMkLst>
            <pc:docMk/>
            <pc:sldMk cId="231834929" sldId="2045"/>
            <ac:spMk id="29" creationId="{5AA89F1D-9B7C-8BD5-3CEB-B10E5233EAA8}"/>
          </ac:spMkLst>
        </pc:spChg>
        <pc:spChg chg="mod">
          <ac:chgData name="석주 이" userId="b6553f64e91d015d" providerId="LiveId" clId="{0BC1CC68-5FB1-45E5-A6E2-A4614C9CFE72}" dt="2025-12-12T22:30:51.982" v="7147" actId="20577"/>
          <ac:spMkLst>
            <pc:docMk/>
            <pc:sldMk cId="231834929" sldId="2045"/>
            <ac:spMk id="32" creationId="{C916D938-B066-31ED-C496-5883A73EEE74}"/>
          </ac:spMkLst>
        </pc:spChg>
        <pc:spChg chg="mod">
          <ac:chgData name="석주 이" userId="b6553f64e91d015d" providerId="LiveId" clId="{0BC1CC68-5FB1-45E5-A6E2-A4614C9CFE72}" dt="2025-12-12T22:32:33.906" v="7364" actId="20577"/>
          <ac:spMkLst>
            <pc:docMk/>
            <pc:sldMk cId="231834929" sldId="2045"/>
            <ac:spMk id="35" creationId="{509B3365-7B39-024F-D307-AC542824896F}"/>
          </ac:spMkLst>
        </pc:spChg>
        <pc:spChg chg="add mod topLvl">
          <ac:chgData name="석주 이" userId="b6553f64e91d015d" providerId="LiveId" clId="{0BC1CC68-5FB1-45E5-A6E2-A4614C9CFE72}" dt="2025-12-12T22:31:44.828" v="7267" actId="20577"/>
          <ac:spMkLst>
            <pc:docMk/>
            <pc:sldMk cId="231834929" sldId="2045"/>
            <ac:spMk id="36" creationId="{F63C91F0-145B-9247-3DD9-8E5F861FE8BB}"/>
          </ac:spMkLst>
        </pc:spChg>
        <pc:spChg chg="add mod topLvl">
          <ac:chgData name="석주 이" userId="b6553f64e91d015d" providerId="LiveId" clId="{0BC1CC68-5FB1-45E5-A6E2-A4614C9CFE72}" dt="2025-12-12T22:31:39.733" v="7251" actId="14100"/>
          <ac:spMkLst>
            <pc:docMk/>
            <pc:sldMk cId="231834929" sldId="2045"/>
            <ac:spMk id="37" creationId="{04B40A78-CB81-1B13-DBF5-76143D4ABBC6}"/>
          </ac:spMkLst>
        </pc:spChg>
        <pc:spChg chg="add mod topLvl">
          <ac:chgData name="석주 이" userId="b6553f64e91d015d" providerId="LiveId" clId="{0BC1CC68-5FB1-45E5-A6E2-A4614C9CFE72}" dt="2025-12-12T22:32:10.039" v="7332" actId="20577"/>
          <ac:spMkLst>
            <pc:docMk/>
            <pc:sldMk cId="231834929" sldId="2045"/>
            <ac:spMk id="38" creationId="{673531F3-B72A-DF4F-C744-A5E2D0C67A25}"/>
          </ac:spMkLst>
        </pc:spChg>
        <pc:spChg chg="add mod topLvl">
          <ac:chgData name="석주 이" userId="b6553f64e91d015d" providerId="LiveId" clId="{0BC1CC68-5FB1-45E5-A6E2-A4614C9CFE72}" dt="2025-12-12T22:31:47.139" v="7268" actId="14100"/>
          <ac:spMkLst>
            <pc:docMk/>
            <pc:sldMk cId="231834929" sldId="2045"/>
            <ac:spMk id="39" creationId="{5CF8DFB3-1D3D-D9BE-35A0-CB6CC2425EEB}"/>
          </ac:spMkLst>
        </pc:spChg>
        <pc:spChg chg="add del mod topLvl">
          <ac:chgData name="석주 이" userId="b6553f64e91d015d" providerId="LiveId" clId="{0BC1CC68-5FB1-45E5-A6E2-A4614C9CFE72}" dt="2025-12-12T22:31:06.387" v="7150" actId="478"/>
          <ac:spMkLst>
            <pc:docMk/>
            <pc:sldMk cId="231834929" sldId="2045"/>
            <ac:spMk id="40" creationId="{06E8A028-9E59-CA4A-7463-61BAAB464C79}"/>
          </ac:spMkLst>
        </pc:spChg>
        <pc:spChg chg="add del mod topLvl">
          <ac:chgData name="석주 이" userId="b6553f64e91d015d" providerId="LiveId" clId="{0BC1CC68-5FB1-45E5-A6E2-A4614C9CFE72}" dt="2025-12-12T22:31:06.387" v="7150" actId="478"/>
          <ac:spMkLst>
            <pc:docMk/>
            <pc:sldMk cId="231834929" sldId="2045"/>
            <ac:spMk id="41" creationId="{8ED399D0-4C12-1A4D-EDA3-160B09148EAB}"/>
          </ac:spMkLst>
        </pc:spChg>
        <pc:spChg chg="add del mod topLvl">
          <ac:chgData name="석주 이" userId="b6553f64e91d015d" providerId="LiveId" clId="{0BC1CC68-5FB1-45E5-A6E2-A4614C9CFE72}" dt="2025-12-12T22:31:06.387" v="7150" actId="478"/>
          <ac:spMkLst>
            <pc:docMk/>
            <pc:sldMk cId="231834929" sldId="2045"/>
            <ac:spMk id="42" creationId="{21DAD17C-8DD4-87E2-368D-D3F0082F3241}"/>
          </ac:spMkLst>
        </pc:spChg>
        <pc:spChg chg="add del mod topLvl">
          <ac:chgData name="석주 이" userId="b6553f64e91d015d" providerId="LiveId" clId="{0BC1CC68-5FB1-45E5-A6E2-A4614C9CFE72}" dt="2025-12-12T22:31:06.387" v="7150" actId="478"/>
          <ac:spMkLst>
            <pc:docMk/>
            <pc:sldMk cId="231834929" sldId="2045"/>
            <ac:spMk id="43" creationId="{11C0D950-5416-CAC3-5669-FD08FF3B3208}"/>
          </ac:spMkLst>
        </pc:spChg>
        <pc:spChg chg="del">
          <ac:chgData name="석주 이" userId="b6553f64e91d015d" providerId="LiveId" clId="{0BC1CC68-5FB1-45E5-A6E2-A4614C9CFE72}" dt="2025-12-12T22:28:21.662" v="6923" actId="478"/>
          <ac:spMkLst>
            <pc:docMk/>
            <pc:sldMk cId="231834929" sldId="2045"/>
            <ac:spMk id="44" creationId="{26E1526C-34E9-67D4-FE86-24F5C4752E3A}"/>
          </ac:spMkLst>
        </pc:spChg>
        <pc:spChg chg="mod">
          <ac:chgData name="석주 이" userId="b6553f64e91d015d" providerId="LiveId" clId="{0BC1CC68-5FB1-45E5-A6E2-A4614C9CFE72}" dt="2025-12-12T22:34:32.904" v="7593" actId="20577"/>
          <ac:spMkLst>
            <pc:docMk/>
            <pc:sldMk cId="231834929" sldId="2045"/>
            <ac:spMk id="49" creationId="{FC6E1C75-2E12-06AA-0EF2-4416FD9DAC0E}"/>
          </ac:spMkLst>
        </pc:spChg>
        <pc:spChg chg="add del mod">
          <ac:chgData name="석주 이" userId="b6553f64e91d015d" providerId="LiveId" clId="{0BC1CC68-5FB1-45E5-A6E2-A4614C9CFE72}" dt="2025-12-12T22:31:06.387" v="7150" actId="478"/>
          <ac:spMkLst>
            <pc:docMk/>
            <pc:sldMk cId="231834929" sldId="2045"/>
            <ac:spMk id="50" creationId="{5CE86416-F331-17C8-969C-BF73E191F7D2}"/>
          </ac:spMkLst>
        </pc:spChg>
        <pc:spChg chg="add del mod">
          <ac:chgData name="석주 이" userId="b6553f64e91d015d" providerId="LiveId" clId="{0BC1CC68-5FB1-45E5-A6E2-A4614C9CFE72}" dt="2025-12-12T22:31:06.387" v="7150" actId="478"/>
          <ac:spMkLst>
            <pc:docMk/>
            <pc:sldMk cId="231834929" sldId="2045"/>
            <ac:spMk id="51" creationId="{880723EF-F69F-DC2B-48B1-DCA31C50A45B}"/>
          </ac:spMkLst>
        </pc:spChg>
        <pc:spChg chg="add del mod">
          <ac:chgData name="석주 이" userId="b6553f64e91d015d" providerId="LiveId" clId="{0BC1CC68-5FB1-45E5-A6E2-A4614C9CFE72}" dt="2025-12-12T22:31:06.387" v="7150" actId="478"/>
          <ac:spMkLst>
            <pc:docMk/>
            <pc:sldMk cId="231834929" sldId="2045"/>
            <ac:spMk id="52" creationId="{AEC8353A-9DDA-0CDE-55E0-547110004D1F}"/>
          </ac:spMkLst>
        </pc:spChg>
        <pc:spChg chg="add del mod">
          <ac:chgData name="석주 이" userId="b6553f64e91d015d" providerId="LiveId" clId="{0BC1CC68-5FB1-45E5-A6E2-A4614C9CFE72}" dt="2025-12-12T22:31:06.387" v="7150" actId="478"/>
          <ac:spMkLst>
            <pc:docMk/>
            <pc:sldMk cId="231834929" sldId="2045"/>
            <ac:spMk id="53" creationId="{BB5A8F22-9B4C-1B58-CFC1-67D74EC1E477}"/>
          </ac:spMkLst>
        </pc:spChg>
        <pc:spChg chg="add mod">
          <ac:chgData name="석주 이" userId="b6553f64e91d015d" providerId="LiveId" clId="{0BC1CC68-5FB1-45E5-A6E2-A4614C9CFE72}" dt="2025-12-12T22:31:32.841" v="7250" actId="20577"/>
          <ac:spMkLst>
            <pc:docMk/>
            <pc:sldMk cId="231834929" sldId="2045"/>
            <ac:spMk id="54" creationId="{E61440AD-95DC-EBA4-7E70-26774065C884}"/>
          </ac:spMkLst>
        </pc:spChg>
        <pc:spChg chg="add mod">
          <ac:chgData name="석주 이" userId="b6553f64e91d015d" providerId="LiveId" clId="{0BC1CC68-5FB1-45E5-A6E2-A4614C9CFE72}" dt="2025-12-12T22:31:20.068" v="7169" actId="20577"/>
          <ac:spMkLst>
            <pc:docMk/>
            <pc:sldMk cId="231834929" sldId="2045"/>
            <ac:spMk id="55" creationId="{182D6278-52B8-BF90-53AC-20F795B77236}"/>
          </ac:spMkLst>
        </pc:spChg>
        <pc:spChg chg="add mod">
          <ac:chgData name="석주 이" userId="b6553f64e91d015d" providerId="LiveId" clId="{0BC1CC68-5FB1-45E5-A6E2-A4614C9CFE72}" dt="2025-12-12T22:32:16.826" v="7334" actId="571"/>
          <ac:spMkLst>
            <pc:docMk/>
            <pc:sldMk cId="231834929" sldId="2045"/>
            <ac:spMk id="56" creationId="{1EF8D6A2-BBBE-7D66-EB12-CCC016501E05}"/>
          </ac:spMkLst>
        </pc:spChg>
        <pc:spChg chg="add mod">
          <ac:chgData name="석주 이" userId="b6553f64e91d015d" providerId="LiveId" clId="{0BC1CC68-5FB1-45E5-A6E2-A4614C9CFE72}" dt="2025-12-12T22:32:16.826" v="7334" actId="571"/>
          <ac:spMkLst>
            <pc:docMk/>
            <pc:sldMk cId="231834929" sldId="2045"/>
            <ac:spMk id="57" creationId="{E430408D-E1CF-FC1E-74B3-5FC18949371F}"/>
          </ac:spMkLst>
        </pc:spChg>
        <pc:spChg chg="add mod">
          <ac:chgData name="석주 이" userId="b6553f64e91d015d" providerId="LiveId" clId="{0BC1CC68-5FB1-45E5-A6E2-A4614C9CFE72}" dt="2025-12-12T22:32:16.826" v="7334" actId="571"/>
          <ac:spMkLst>
            <pc:docMk/>
            <pc:sldMk cId="231834929" sldId="2045"/>
            <ac:spMk id="58" creationId="{51DB00BC-E514-C74E-0DE0-1CA583C58C92}"/>
          </ac:spMkLst>
        </pc:spChg>
        <pc:spChg chg="add mod">
          <ac:chgData name="석주 이" userId="b6553f64e91d015d" providerId="LiveId" clId="{0BC1CC68-5FB1-45E5-A6E2-A4614C9CFE72}" dt="2025-12-12T22:32:16.826" v="7334" actId="571"/>
          <ac:spMkLst>
            <pc:docMk/>
            <pc:sldMk cId="231834929" sldId="2045"/>
            <ac:spMk id="59" creationId="{80350645-AC4F-1200-B483-16C8F3EAD206}"/>
          </ac:spMkLst>
        </pc:spChg>
        <pc:spChg chg="add mod">
          <ac:chgData name="석주 이" userId="b6553f64e91d015d" providerId="LiveId" clId="{0BC1CC68-5FB1-45E5-A6E2-A4614C9CFE72}" dt="2025-12-12T22:32:16.826" v="7334" actId="571"/>
          <ac:spMkLst>
            <pc:docMk/>
            <pc:sldMk cId="231834929" sldId="2045"/>
            <ac:spMk id="60" creationId="{372C3851-64D7-22CD-D9E6-FD2AFB631C66}"/>
          </ac:spMkLst>
        </pc:spChg>
        <pc:spChg chg="add mod">
          <ac:chgData name="석주 이" userId="b6553f64e91d015d" providerId="LiveId" clId="{0BC1CC68-5FB1-45E5-A6E2-A4614C9CFE72}" dt="2025-12-12T22:34:57.202" v="7624" actId="20577"/>
          <ac:spMkLst>
            <pc:docMk/>
            <pc:sldMk cId="231834929" sldId="2045"/>
            <ac:spMk id="61" creationId="{5F114A90-A646-1483-C2D0-42F682ABECD1}"/>
          </ac:spMkLst>
        </pc:spChg>
        <pc:spChg chg="add mod">
          <ac:chgData name="석주 이" userId="b6553f64e91d015d" providerId="LiveId" clId="{0BC1CC68-5FB1-45E5-A6E2-A4614C9CFE72}" dt="2025-12-12T22:32:22.530" v="7335" actId="571"/>
          <ac:spMkLst>
            <pc:docMk/>
            <pc:sldMk cId="231834929" sldId="2045"/>
            <ac:spMk id="62" creationId="{151BE2EC-CF56-8B90-678C-242CC05BFCDF}"/>
          </ac:spMkLst>
        </pc:spChg>
        <pc:spChg chg="add mod">
          <ac:chgData name="석주 이" userId="b6553f64e91d015d" providerId="LiveId" clId="{0BC1CC68-5FB1-45E5-A6E2-A4614C9CFE72}" dt="2025-12-12T22:33:53.741" v="7481" actId="20577"/>
          <ac:spMkLst>
            <pc:docMk/>
            <pc:sldMk cId="231834929" sldId="2045"/>
            <ac:spMk id="63" creationId="{C11724E9-2C29-9DE5-16A0-76FCD0BC27BE}"/>
          </ac:spMkLst>
        </pc:spChg>
        <pc:spChg chg="add mod">
          <ac:chgData name="석주 이" userId="b6553f64e91d015d" providerId="LiveId" clId="{0BC1CC68-5FB1-45E5-A6E2-A4614C9CFE72}" dt="2025-12-12T22:32:22.530" v="7335" actId="571"/>
          <ac:spMkLst>
            <pc:docMk/>
            <pc:sldMk cId="231834929" sldId="2045"/>
            <ac:spMk id="96" creationId="{3E8A873D-D1D7-2DE9-592B-EEED28302C83}"/>
          </ac:spMkLst>
        </pc:spChg>
        <pc:spChg chg="add mod">
          <ac:chgData name="석주 이" userId="b6553f64e91d015d" providerId="LiveId" clId="{0BC1CC68-5FB1-45E5-A6E2-A4614C9CFE72}" dt="2025-12-12T22:33:10.092" v="7431" actId="20577"/>
          <ac:spMkLst>
            <pc:docMk/>
            <pc:sldMk cId="231834929" sldId="2045"/>
            <ac:spMk id="97" creationId="{AB940283-9BFB-99C9-E9C9-285E75686C4F}"/>
          </ac:spMkLst>
        </pc:spChg>
        <pc:spChg chg="add mod">
          <ac:chgData name="석주 이" userId="b6553f64e91d015d" providerId="LiveId" clId="{0BC1CC68-5FB1-45E5-A6E2-A4614C9CFE72}" dt="2025-12-12T22:32:22.530" v="7335" actId="571"/>
          <ac:spMkLst>
            <pc:docMk/>
            <pc:sldMk cId="231834929" sldId="2045"/>
            <ac:spMk id="98" creationId="{1F986352-EBB3-0452-CF32-126A2F4C79D9}"/>
          </ac:spMkLst>
        </pc:spChg>
        <pc:spChg chg="add mod">
          <ac:chgData name="석주 이" userId="b6553f64e91d015d" providerId="LiveId" clId="{0BC1CC68-5FB1-45E5-A6E2-A4614C9CFE72}" dt="2025-12-12T22:34:48.342" v="7609" actId="20577"/>
          <ac:spMkLst>
            <pc:docMk/>
            <pc:sldMk cId="231834929" sldId="2045"/>
            <ac:spMk id="99" creationId="{47E0019A-E9A9-C418-9B95-55D336178539}"/>
          </ac:spMkLst>
        </pc:spChg>
        <pc:spChg chg="add mod">
          <ac:chgData name="석주 이" userId="b6553f64e91d015d" providerId="LiveId" clId="{0BC1CC68-5FB1-45E5-A6E2-A4614C9CFE72}" dt="2025-12-12T22:32:25.654" v="7336" actId="571"/>
          <ac:spMkLst>
            <pc:docMk/>
            <pc:sldMk cId="231834929" sldId="2045"/>
            <ac:spMk id="100" creationId="{68C53995-B771-2104-1987-FCB42F2AF675}"/>
          </ac:spMkLst>
        </pc:spChg>
        <pc:spChg chg="add mod">
          <ac:chgData name="석주 이" userId="b6553f64e91d015d" providerId="LiveId" clId="{0BC1CC68-5FB1-45E5-A6E2-A4614C9CFE72}" dt="2025-12-12T22:35:27.797" v="7704" actId="20577"/>
          <ac:spMkLst>
            <pc:docMk/>
            <pc:sldMk cId="231834929" sldId="2045"/>
            <ac:spMk id="101" creationId="{6CFAC73D-9D46-D690-8353-61C6838EBFCB}"/>
          </ac:spMkLst>
        </pc:spChg>
        <pc:spChg chg="add mod">
          <ac:chgData name="석주 이" userId="b6553f64e91d015d" providerId="LiveId" clId="{0BC1CC68-5FB1-45E5-A6E2-A4614C9CFE72}" dt="2025-12-12T22:32:25.654" v="7336" actId="571"/>
          <ac:spMkLst>
            <pc:docMk/>
            <pc:sldMk cId="231834929" sldId="2045"/>
            <ac:spMk id="102" creationId="{C9862786-BF12-CFDC-F0E1-CD5D14146DA2}"/>
          </ac:spMkLst>
        </pc:spChg>
        <pc:spChg chg="add mod">
          <ac:chgData name="석주 이" userId="b6553f64e91d015d" providerId="LiveId" clId="{0BC1CC68-5FB1-45E5-A6E2-A4614C9CFE72}" dt="2025-12-12T22:34:20.814" v="7583" actId="20577"/>
          <ac:spMkLst>
            <pc:docMk/>
            <pc:sldMk cId="231834929" sldId="2045"/>
            <ac:spMk id="103" creationId="{B6E3E02B-A332-08BC-9E84-372CC7D9F4C0}"/>
          </ac:spMkLst>
        </pc:spChg>
        <pc:spChg chg="add mod">
          <ac:chgData name="석주 이" userId="b6553f64e91d015d" providerId="LiveId" clId="{0BC1CC68-5FB1-45E5-A6E2-A4614C9CFE72}" dt="2025-12-12T22:32:25.654" v="7336" actId="571"/>
          <ac:spMkLst>
            <pc:docMk/>
            <pc:sldMk cId="231834929" sldId="2045"/>
            <ac:spMk id="104" creationId="{2DCCD1A9-CC2D-66C3-66D6-7F1AC2C815C7}"/>
          </ac:spMkLst>
        </pc:spChg>
        <pc:spChg chg="mod">
          <ac:chgData name="석주 이" userId="b6553f64e91d015d" providerId="LiveId" clId="{0BC1CC68-5FB1-45E5-A6E2-A4614C9CFE72}" dt="2025-12-12T22:27:58.186" v="6920" actId="20577"/>
          <ac:spMkLst>
            <pc:docMk/>
            <pc:sldMk cId="231834929" sldId="2045"/>
            <ac:spMk id="140" creationId="{9BB8C6E7-B471-3A42-AB49-969C9F176408}"/>
          </ac:spMkLst>
        </pc:spChg>
        <pc:grpChg chg="del">
          <ac:chgData name="석주 이" userId="b6553f64e91d015d" providerId="LiveId" clId="{0BC1CC68-5FB1-45E5-A6E2-A4614C9CFE72}" dt="2025-12-12T22:28:00.932" v="6921" actId="478"/>
          <ac:grpSpMkLst>
            <pc:docMk/>
            <pc:sldMk cId="231834929" sldId="2045"/>
            <ac:grpSpMk id="4" creationId="{854EB0EC-C0D4-8DBE-A486-43AA8D281247}"/>
          </ac:grpSpMkLst>
        </pc:grpChg>
        <pc:grpChg chg="mod">
          <ac:chgData name="석주 이" userId="b6553f64e91d015d" providerId="LiveId" clId="{0BC1CC68-5FB1-45E5-A6E2-A4614C9CFE72}" dt="2025-12-12T22:28:48.637" v="6925" actId="164"/>
          <ac:grpSpMkLst>
            <pc:docMk/>
            <pc:sldMk cId="231834929" sldId="2045"/>
            <ac:grpSpMk id="33" creationId="{6AFAE537-2C31-B300-2635-97C25880D33B}"/>
          </ac:grpSpMkLst>
        </pc:grpChg>
        <pc:grpChg chg="add mod">
          <ac:chgData name="석주 이" userId="b6553f64e91d015d" providerId="LiveId" clId="{0BC1CC68-5FB1-45E5-A6E2-A4614C9CFE72}" dt="2025-12-12T22:28:55.481" v="6926" actId="14100"/>
          <ac:grpSpMkLst>
            <pc:docMk/>
            <pc:sldMk cId="231834929" sldId="2045"/>
            <ac:grpSpMk id="46" creationId="{81BA2B7B-3ADB-0658-50F6-3F864B9B929F}"/>
          </ac:grpSpMkLst>
        </pc:grpChg>
        <pc:grpChg chg="add mod">
          <ac:chgData name="석주 이" userId="b6553f64e91d015d" providerId="LiveId" clId="{0BC1CC68-5FB1-45E5-A6E2-A4614C9CFE72}" dt="2025-12-12T22:29:06.280" v="6928" actId="571"/>
          <ac:grpSpMkLst>
            <pc:docMk/>
            <pc:sldMk cId="231834929" sldId="2045"/>
            <ac:grpSpMk id="47" creationId="{FA8D86DE-B175-ECAC-A6D0-49673EE79F00}"/>
          </ac:grpSpMkLst>
        </pc:grpChg>
        <pc:graphicFrameChg chg="del">
          <ac:chgData name="석주 이" userId="b6553f64e91d015d" providerId="LiveId" clId="{0BC1CC68-5FB1-45E5-A6E2-A4614C9CFE72}" dt="2025-12-12T22:28:00.932" v="6921" actId="478"/>
          <ac:graphicFrameMkLst>
            <pc:docMk/>
            <pc:sldMk cId="231834929" sldId="2045"/>
            <ac:graphicFrameMk id="13" creationId="{9348ADB1-79D1-3356-5EF0-31CDC3C63F3F}"/>
          </ac:graphicFrameMkLst>
        </pc:graphicFrameChg>
        <pc:picChg chg="del">
          <ac:chgData name="석주 이" userId="b6553f64e91d015d" providerId="LiveId" clId="{0BC1CC68-5FB1-45E5-A6E2-A4614C9CFE72}" dt="2025-12-12T22:28:00.932" v="6921" actId="478"/>
          <ac:picMkLst>
            <pc:docMk/>
            <pc:sldMk cId="231834929" sldId="2045"/>
            <ac:picMk id="15" creationId="{A9C04C70-240C-0108-2723-8363217ED4DA}"/>
          </ac:picMkLst>
        </pc:picChg>
        <pc:cxnChg chg="del">
          <ac:chgData name="석주 이" userId="b6553f64e91d015d" providerId="LiveId" clId="{0BC1CC68-5FB1-45E5-A6E2-A4614C9CFE72}" dt="2025-12-12T22:28:21.662" v="6923" actId="478"/>
          <ac:cxnSpMkLst>
            <pc:docMk/>
            <pc:sldMk cId="231834929" sldId="2045"/>
            <ac:cxnSpMk id="45" creationId="{47F4A5C2-44F8-126E-6E56-0E943D2DF29C}"/>
          </ac:cxnSpMkLst>
        </pc:cxnChg>
        <pc:cxnChg chg="mod">
          <ac:chgData name="석주 이" userId="b6553f64e91d015d" providerId="LiveId" clId="{0BC1CC68-5FB1-45E5-A6E2-A4614C9CFE72}" dt="2025-12-12T22:29:06.280" v="6928" actId="571"/>
          <ac:cxnSpMkLst>
            <pc:docMk/>
            <pc:sldMk cId="231834929" sldId="2045"/>
            <ac:cxnSpMk id="48" creationId="{47BFDCCF-FF85-2DD4-D8C7-6C6EFA93FF37}"/>
          </ac:cxnSpMkLst>
        </pc:cxnChg>
      </pc:sldChg>
      <pc:sldChg chg="new del">
        <pc:chgData name="석주 이" userId="b6553f64e91d015d" providerId="LiveId" clId="{0BC1CC68-5FB1-45E5-A6E2-A4614C9CFE72}" dt="2025-12-12T22:36:35.827" v="7766" actId="680"/>
        <pc:sldMkLst>
          <pc:docMk/>
          <pc:sldMk cId="763060416" sldId="2046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D5241C90-D41F-9F47-E690-BBBEB330714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>
              <a:latin typeface="a고딕12" panose="02020600000000000000" pitchFamily="18" charset="-127"/>
              <a:ea typeface="a고딕12" panose="02020600000000000000" pitchFamily="18" charset="-127"/>
            </a:endParaRP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EB28C55-8EBC-7D2E-DB8A-494ECF88023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88749A-AEBE-406B-81A2-A288812C3376}" type="datetimeFigureOut">
              <a:rPr lang="ko-KR" altLang="en-US" smtClean="0">
                <a:latin typeface="a고딕12" panose="02020600000000000000" pitchFamily="18" charset="-127"/>
                <a:ea typeface="a고딕12" panose="02020600000000000000" pitchFamily="18" charset="-127"/>
              </a:rPr>
              <a:t>2025-12-13</a:t>
            </a:fld>
            <a:endParaRPr lang="ko-KR" altLang="en-US" dirty="0">
              <a:latin typeface="a고딕12" panose="02020600000000000000" pitchFamily="18" charset="-127"/>
              <a:ea typeface="a고딕12" panose="02020600000000000000" pitchFamily="18" charset="-127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2EAB150-3EA2-0975-3E5F-98BEF650ECD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>
              <a:latin typeface="a고딕12" panose="02020600000000000000" pitchFamily="18" charset="-127"/>
              <a:ea typeface="a고딕12" panose="02020600000000000000" pitchFamily="18" charset="-127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C7B9F04-0DAD-F49C-01D8-460CD386494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D3400F-2808-44FF-B4C7-E90C1E4C3041}" type="slidenum">
              <a:rPr lang="ko-KR" altLang="en-US" smtClean="0">
                <a:latin typeface="a고딕12" panose="02020600000000000000" pitchFamily="18" charset="-127"/>
                <a:ea typeface="a고딕12" panose="02020600000000000000" pitchFamily="18" charset="-127"/>
              </a:rPr>
              <a:t>‹#›</a:t>
            </a:fld>
            <a:endParaRPr lang="ko-KR" altLang="en-US" dirty="0">
              <a:latin typeface="a고딕12" panose="02020600000000000000" pitchFamily="18" charset="-127"/>
              <a:ea typeface="a고딕12" panose="02020600000000000000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6132307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고딕12" panose="02020600000000000000" pitchFamily="18" charset="-127"/>
                <a:ea typeface="a고딕12" panose="02020600000000000000" pitchFamily="18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고딕12" panose="02020600000000000000" pitchFamily="18" charset="-127"/>
                <a:ea typeface="a고딕12" panose="02020600000000000000" pitchFamily="18" charset="-127"/>
              </a:defRPr>
            </a:lvl1pPr>
          </a:lstStyle>
          <a:p>
            <a:fld id="{E9B4268C-2B08-4556-BBDF-C9F7FDF6B4E0}" type="datetimeFigureOut">
              <a:rPr lang="ko-KR" altLang="en-US" smtClean="0"/>
              <a:pPr/>
              <a:t>2025-12-13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79488" y="1241425"/>
            <a:ext cx="483870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고딕12" panose="02020600000000000000" pitchFamily="18" charset="-127"/>
                <a:ea typeface="a고딕12" panose="02020600000000000000" pitchFamily="18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고딕12" panose="02020600000000000000" pitchFamily="18" charset="-127"/>
                <a:ea typeface="a고딕12" panose="02020600000000000000" pitchFamily="18" charset="-127"/>
              </a:defRPr>
            </a:lvl1pPr>
          </a:lstStyle>
          <a:p>
            <a:fld id="{A3BAB538-D59A-4EEA-A623-683E23FFA10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644269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a고딕12" panose="02020600000000000000" pitchFamily="18" charset="-127"/>
        <a:ea typeface="a고딕12" panose="02020600000000000000" pitchFamily="18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a고딕12" panose="02020600000000000000" pitchFamily="18" charset="-127"/>
        <a:ea typeface="a고딕12" panose="02020600000000000000" pitchFamily="18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a고딕12" panose="02020600000000000000" pitchFamily="18" charset="-127"/>
        <a:ea typeface="a고딕12" panose="02020600000000000000" pitchFamily="18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a고딕12" panose="02020600000000000000" pitchFamily="18" charset="-127"/>
        <a:ea typeface="a고딕12" panose="02020600000000000000" pitchFamily="18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a고딕12" panose="02020600000000000000" pitchFamily="18" charset="-127"/>
        <a:ea typeface="a고딕12" panose="02020600000000000000" pitchFamily="18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3127" userDrawn="1">
          <p15:clr>
            <a:srgbClr val="F26B43"/>
          </p15:clr>
        </p15:guide>
        <p15:guide id="2" pos="2141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6283B-E856-4A24-8359-3727BF806B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96788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본문_1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4732518" y="6492878"/>
            <a:ext cx="440967" cy="365125"/>
          </a:xfrm>
        </p:spPr>
        <p:txBody>
          <a:bodyPr/>
          <a:lstStyle>
            <a:lvl1pPr algn="ctr">
              <a:defRPr lang="en-US" altLang="ko-KR" sz="813" kern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anose="020B0800000000000000" pitchFamily="50" charset="-127"/>
                <a:ea typeface="SpoqaHanSans-Bold" panose="020B0800000000000000" pitchFamily="50" charset="-127"/>
                <a:cs typeface="+mn-cs"/>
              </a:defRPr>
            </a:lvl1pPr>
          </a:lstStyle>
          <a:p>
            <a:r>
              <a:rPr lang="en-US" altLang="ko-KR" dirty="0">
                <a:latin typeface="a고딕18" panose="02020600000000000000" pitchFamily="18" charset="-127"/>
                <a:ea typeface="a고딕18" panose="02020600000000000000" pitchFamily="18" charset="-127"/>
              </a:rPr>
              <a:t>− </a:t>
            </a:r>
            <a:fld id="{F0AEE96D-C800-4200-B178-74DC3655196B}" type="slidenum">
              <a:rPr lang="ko-KR" altLang="en-US" smtClean="0">
                <a:latin typeface="a고딕18" panose="02020600000000000000" pitchFamily="18" charset="-127"/>
                <a:ea typeface="a고딕18" panose="02020600000000000000" pitchFamily="18" charset="-127"/>
              </a:rPr>
              <a:pPr/>
              <a:t>‹#›</a:t>
            </a:fld>
            <a:r>
              <a:rPr lang="ko-KR" altLang="en-US" dirty="0">
                <a:latin typeface="a고딕18" panose="02020600000000000000" pitchFamily="18" charset="-127"/>
                <a:ea typeface="a고딕18" panose="02020600000000000000" pitchFamily="18" charset="-127"/>
              </a:rPr>
              <a:t> −</a:t>
            </a:r>
          </a:p>
        </p:txBody>
      </p:sp>
    </p:spTree>
    <p:extLst>
      <p:ext uri="{BB962C8B-B14F-4D97-AF65-F5344CB8AC3E}">
        <p14:creationId xmlns:p14="http://schemas.microsoft.com/office/powerpoint/2010/main" val="25613190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본문_1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4732518" y="6492878"/>
            <a:ext cx="440967" cy="365125"/>
          </a:xfrm>
        </p:spPr>
        <p:txBody>
          <a:bodyPr/>
          <a:lstStyle>
            <a:lvl1pPr algn="ctr">
              <a:defRPr lang="en-US" altLang="ko-KR" sz="813" kern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anose="020B0800000000000000" pitchFamily="50" charset="-127"/>
                <a:ea typeface="SpoqaHanSans-Bold" panose="020B0800000000000000" pitchFamily="50" charset="-127"/>
                <a:cs typeface="+mn-cs"/>
              </a:defRPr>
            </a:lvl1pPr>
          </a:lstStyle>
          <a:p>
            <a:r>
              <a:rPr lang="en-US" altLang="ko-KR" dirty="0">
                <a:latin typeface="a고딕18" panose="02020600000000000000" pitchFamily="18" charset="-127"/>
                <a:ea typeface="a고딕18" panose="02020600000000000000" pitchFamily="18" charset="-127"/>
              </a:rPr>
              <a:t>− </a:t>
            </a:r>
            <a:fld id="{F0AEE96D-C800-4200-B178-74DC3655196B}" type="slidenum">
              <a:rPr lang="ko-KR" altLang="en-US" smtClean="0">
                <a:latin typeface="a고딕18" panose="02020600000000000000" pitchFamily="18" charset="-127"/>
                <a:ea typeface="a고딕18" panose="02020600000000000000" pitchFamily="18" charset="-127"/>
              </a:rPr>
              <a:pPr/>
              <a:t>‹#›</a:t>
            </a:fld>
            <a:r>
              <a:rPr lang="ko-KR" altLang="en-US" dirty="0">
                <a:latin typeface="a고딕18" panose="02020600000000000000" pitchFamily="18" charset="-127"/>
                <a:ea typeface="a고딕18" panose="02020600000000000000" pitchFamily="18" charset="-127"/>
              </a:rPr>
              <a:t> −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3BEFE9C-86E5-D84E-85DD-2751B3EA8E3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2802" y="6462725"/>
            <a:ext cx="1464098" cy="323898"/>
          </a:xfrm>
          <a:prstGeom prst="rect">
            <a:avLst/>
          </a:prstGeom>
        </p:spPr>
      </p:pic>
      <p:pic>
        <p:nvPicPr>
          <p:cNvPr id="5" name="그림 4" descr="텍스트, 폰트, 스크린샷, 그래픽이(가) 표시된 사진&#10;&#10;자동 생성된 설명">
            <a:extLst>
              <a:ext uri="{FF2B5EF4-FFF2-40B4-BE49-F238E27FC236}">
                <a16:creationId xmlns:a16="http://schemas.microsoft.com/office/drawing/2014/main" id="{4776020F-9DFC-C6D3-5EB1-A5F1F36D956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03" y="6462725"/>
            <a:ext cx="703127" cy="34928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46EC10D-68B8-7199-6DB3-217D9162D7CD}"/>
              </a:ext>
            </a:extLst>
          </p:cNvPr>
          <p:cNvSpPr txBox="1"/>
          <p:nvPr userDrawn="1"/>
        </p:nvSpPr>
        <p:spPr>
          <a:xfrm>
            <a:off x="445990" y="-1259838"/>
            <a:ext cx="3292889" cy="267446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ko-KR"/>
            </a:defPPr>
            <a:lvl1pPr lv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SpoqaHanSans-Bold" pitchFamily="50" charset="-127"/>
                <a:ea typeface="SpoqaHanSans-Bold" pitchFamily="50" charset="-127"/>
              </a:defRPr>
            </a:lvl1pPr>
          </a:lstStyle>
          <a:p>
            <a:pPr marL="0" marR="0" lvl="0" indent="0" algn="l" defTabSz="74295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38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고딕12" panose="02020600000000000000" pitchFamily="18" charset="-127"/>
                <a:ea typeface="a고딕12" panose="02020600000000000000" pitchFamily="18" charset="-127"/>
                <a:cs typeface="+mn-cs"/>
              </a:rPr>
              <a:t>2025</a:t>
            </a:r>
            <a:r>
              <a:rPr kumimoji="0" lang="ko-KR" altLang="en-US" sz="1138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고딕12" panose="02020600000000000000" pitchFamily="18" charset="-127"/>
                <a:ea typeface="a고딕12" panose="02020600000000000000" pitchFamily="18" charset="-127"/>
                <a:cs typeface="+mn-cs"/>
              </a:rPr>
              <a:t>년도 기업수요맞춤형 직무분석 및 훈련과정 개발</a:t>
            </a:r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9FAA4CBB-C20B-D7BE-69C5-E3B9D50E9D00}"/>
              </a:ext>
            </a:extLst>
          </p:cNvPr>
          <p:cNvCxnSpPr>
            <a:cxnSpLocks/>
          </p:cNvCxnSpPr>
          <p:nvPr userDrawn="1"/>
        </p:nvCxnSpPr>
        <p:spPr>
          <a:xfrm>
            <a:off x="546895" y="1073705"/>
            <a:ext cx="8845597" cy="0"/>
          </a:xfrm>
          <a:prstGeom prst="line">
            <a:avLst/>
          </a:prstGeom>
          <a:ln w="28575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직사각형 2">
            <a:extLst>
              <a:ext uri="{FF2B5EF4-FFF2-40B4-BE49-F238E27FC236}">
                <a16:creationId xmlns:a16="http://schemas.microsoft.com/office/drawing/2014/main" id="{9ED87D48-67B5-3DBB-A198-2F824EAB1588}"/>
              </a:ext>
            </a:extLst>
          </p:cNvPr>
          <p:cNvSpPr/>
          <p:nvPr userDrawn="1"/>
        </p:nvSpPr>
        <p:spPr>
          <a:xfrm>
            <a:off x="7439819" y="568960"/>
            <a:ext cx="1952672" cy="493268"/>
          </a:xfrm>
          <a:prstGeom prst="rect">
            <a:avLst/>
          </a:prstGeom>
        </p:spPr>
        <p:txBody>
          <a:bodyPr wrap="square" anchor="ctr">
            <a:noAutofit/>
          </a:bodyPr>
          <a:lstStyle/>
          <a:p>
            <a:pPr algn="r" fontAlgn="base" latinLnBrk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2275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Ⅰ. </a:t>
            </a:r>
            <a:r>
              <a:rPr lang="ko-KR" altLang="en-US" sz="2275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제안 개요</a:t>
            </a:r>
            <a:endParaRPr lang="en-US" altLang="ko-KR" sz="2275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FF6600"/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223024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ea typeface="a고딕12" panose="02020600000000000000" pitchFamily="18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ea typeface="a고딕12" panose="02020600000000000000" pitchFamily="18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ea typeface="a고딕12" panose="02020600000000000000" pitchFamily="18" charset="-127"/>
              </a:defRPr>
            </a:lvl1pPr>
          </a:lstStyle>
          <a:p>
            <a:fld id="{AFE6283B-E856-4A24-8359-3727BF806BA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06546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4" r:id="rId2"/>
    <p:sldLayoutId id="2147483677" r:id="rId3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a고딕12" panose="02020600000000000000" pitchFamily="18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a고딕12" panose="02020600000000000000" pitchFamily="18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a고딕12" panose="02020600000000000000" pitchFamily="18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a고딕12" panose="02020600000000000000" pitchFamily="18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a고딕12" panose="02020600000000000000" pitchFamily="18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a고딕12" panose="02020600000000000000" pitchFamily="18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12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FA030FDC-8527-45CB-80D8-D1568AF2151D}"/>
              </a:ext>
            </a:extLst>
          </p:cNvPr>
          <p:cNvSpPr txBox="1"/>
          <p:nvPr/>
        </p:nvSpPr>
        <p:spPr>
          <a:xfrm>
            <a:off x="344488" y="2024294"/>
            <a:ext cx="9416115" cy="1821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sz="5400" dirty="0">
                <a:solidFill>
                  <a:srgbClr val="004193"/>
                </a:solidFill>
                <a:latin typeface="페이퍼로지 8 ExtraBold" pitchFamily="2" charset="-127"/>
                <a:ea typeface="페이퍼로지 8 ExtraBold" pitchFamily="2" charset="-127"/>
              </a:rPr>
              <a:t>건국 </a:t>
            </a:r>
            <a:r>
              <a:rPr lang="en-US" altLang="ko-KR" sz="5400" dirty="0">
                <a:solidFill>
                  <a:srgbClr val="004193"/>
                </a:solidFill>
                <a:latin typeface="페이퍼로지 8 ExtraBold" pitchFamily="2" charset="-127"/>
                <a:ea typeface="페이퍼로지 8 ExtraBold" pitchFamily="2" charset="-127"/>
              </a:rPr>
              <a:t>MBA </a:t>
            </a:r>
            <a:r>
              <a:rPr lang="ko-KR" altLang="en-US" sz="5400" dirty="0">
                <a:solidFill>
                  <a:srgbClr val="004193"/>
                </a:solidFill>
                <a:latin typeface="페이퍼로지 8 ExtraBold" pitchFamily="2" charset="-127"/>
                <a:ea typeface="페이퍼로지 8 ExtraBold" pitchFamily="2" charset="-127"/>
              </a:rPr>
              <a:t>활성화 방안</a:t>
            </a:r>
            <a:endParaRPr lang="en-US" altLang="ko-KR" sz="5400" dirty="0">
              <a:solidFill>
                <a:srgbClr val="004193"/>
              </a:solidFill>
              <a:latin typeface="페이퍼로지 8 ExtraBold" pitchFamily="2" charset="-127"/>
              <a:ea typeface="페이퍼로지 8 ExtraBold" pitchFamily="2" charset="-127"/>
            </a:endParaRPr>
          </a:p>
          <a:p>
            <a:r>
              <a:rPr lang="en-US" altLang="ko-KR" sz="3200" dirty="0">
                <a:solidFill>
                  <a:srgbClr val="004193"/>
                </a:solidFill>
                <a:latin typeface="페이퍼로지 8 ExtraBold" pitchFamily="2" charset="-127"/>
                <a:ea typeface="페이퍼로지 8 ExtraBold" pitchFamily="2" charset="-127"/>
              </a:rPr>
              <a:t>[</a:t>
            </a:r>
            <a:r>
              <a:rPr lang="ko-KR" altLang="en-US" sz="3200" dirty="0">
                <a:solidFill>
                  <a:srgbClr val="004193"/>
                </a:solidFill>
                <a:latin typeface="페이퍼로지 8 ExtraBold" pitchFamily="2" charset="-127"/>
                <a:ea typeface="페이퍼로지 8 ExtraBold" pitchFamily="2" charset="-127"/>
              </a:rPr>
              <a:t>개인</a:t>
            </a:r>
            <a:r>
              <a:rPr lang="en-US" altLang="ko-KR" sz="3200" dirty="0">
                <a:solidFill>
                  <a:srgbClr val="004193"/>
                </a:solidFill>
                <a:latin typeface="페이퍼로지 8 ExtraBold" pitchFamily="2" charset="-127"/>
                <a:ea typeface="페이퍼로지 8 ExtraBold" pitchFamily="2" charset="-127"/>
              </a:rPr>
              <a:t>-</a:t>
            </a:r>
            <a:r>
              <a:rPr lang="ko-KR" altLang="en-US" sz="3200" dirty="0">
                <a:solidFill>
                  <a:srgbClr val="004193"/>
                </a:solidFill>
                <a:latin typeface="페이퍼로지 8 ExtraBold" pitchFamily="2" charset="-127"/>
                <a:ea typeface="페이퍼로지 8 ExtraBold" pitchFamily="2" charset="-127"/>
              </a:rPr>
              <a:t>프로그램 적합도 → 지인추천의향을 중심으로</a:t>
            </a:r>
            <a:r>
              <a:rPr lang="en-US" altLang="ko-KR" sz="3200" dirty="0">
                <a:solidFill>
                  <a:srgbClr val="004193"/>
                </a:solidFill>
                <a:latin typeface="페이퍼로지 8 ExtraBold" pitchFamily="2" charset="-127"/>
                <a:ea typeface="페이퍼로지 8 ExtraBold" pitchFamily="2" charset="-127"/>
              </a:rPr>
              <a:t>]</a:t>
            </a:r>
          </a:p>
        </p:txBody>
      </p:sp>
      <p:sp>
        <p:nvSpPr>
          <p:cNvPr id="16" name="평행 사변형 15">
            <a:extLst>
              <a:ext uri="{FF2B5EF4-FFF2-40B4-BE49-F238E27FC236}">
                <a16:creationId xmlns:a16="http://schemas.microsoft.com/office/drawing/2014/main" id="{A266CF76-4E81-4DED-8199-C47952099E29}"/>
              </a:ext>
            </a:extLst>
          </p:cNvPr>
          <p:cNvSpPr/>
          <p:nvPr/>
        </p:nvSpPr>
        <p:spPr>
          <a:xfrm flipV="1">
            <a:off x="0" y="6116631"/>
            <a:ext cx="3609921" cy="738273"/>
          </a:xfrm>
          <a:custGeom>
            <a:avLst/>
            <a:gdLst>
              <a:gd name="connsiteX0" fmla="*/ 0 w 4772030"/>
              <a:gd name="connsiteY0" fmla="*/ 610220 h 610220"/>
              <a:gd name="connsiteX1" fmla="*/ 291331 w 4772030"/>
              <a:gd name="connsiteY1" fmla="*/ 0 h 610220"/>
              <a:gd name="connsiteX2" fmla="*/ 4772030 w 4772030"/>
              <a:gd name="connsiteY2" fmla="*/ 0 h 610220"/>
              <a:gd name="connsiteX3" fmla="*/ 4480699 w 4772030"/>
              <a:gd name="connsiteY3" fmla="*/ 610220 h 610220"/>
              <a:gd name="connsiteX4" fmla="*/ 0 w 4772030"/>
              <a:gd name="connsiteY4" fmla="*/ 610220 h 610220"/>
              <a:gd name="connsiteX0" fmla="*/ 3944 w 4480699"/>
              <a:gd name="connsiteY0" fmla="*/ 605458 h 610220"/>
              <a:gd name="connsiteX1" fmla="*/ 0 w 4480699"/>
              <a:gd name="connsiteY1" fmla="*/ 0 h 610220"/>
              <a:gd name="connsiteX2" fmla="*/ 4480699 w 4480699"/>
              <a:gd name="connsiteY2" fmla="*/ 0 h 610220"/>
              <a:gd name="connsiteX3" fmla="*/ 4189368 w 4480699"/>
              <a:gd name="connsiteY3" fmla="*/ 610220 h 610220"/>
              <a:gd name="connsiteX4" fmla="*/ 3944 w 4480699"/>
              <a:gd name="connsiteY4" fmla="*/ 605458 h 610220"/>
              <a:gd name="connsiteX0" fmla="*/ 301 w 4481859"/>
              <a:gd name="connsiteY0" fmla="*/ 605458 h 610220"/>
              <a:gd name="connsiteX1" fmla="*/ 1160 w 4481859"/>
              <a:gd name="connsiteY1" fmla="*/ 0 h 610220"/>
              <a:gd name="connsiteX2" fmla="*/ 4481859 w 4481859"/>
              <a:gd name="connsiteY2" fmla="*/ 0 h 610220"/>
              <a:gd name="connsiteX3" fmla="*/ 4190528 w 4481859"/>
              <a:gd name="connsiteY3" fmla="*/ 610220 h 610220"/>
              <a:gd name="connsiteX4" fmla="*/ 301 w 4481859"/>
              <a:gd name="connsiteY4" fmla="*/ 605458 h 610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481859" h="610220">
                <a:moveTo>
                  <a:pt x="301" y="605458"/>
                </a:moveTo>
                <a:cubicBezTo>
                  <a:pt x="-1014" y="403639"/>
                  <a:pt x="2475" y="201819"/>
                  <a:pt x="1160" y="0"/>
                </a:cubicBezTo>
                <a:lnTo>
                  <a:pt x="4481859" y="0"/>
                </a:lnTo>
                <a:lnTo>
                  <a:pt x="4190528" y="610220"/>
                </a:lnTo>
                <a:lnTo>
                  <a:pt x="301" y="605458"/>
                </a:lnTo>
                <a:close/>
              </a:path>
            </a:pathLst>
          </a:custGeom>
          <a:solidFill>
            <a:srgbClr val="AABA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463" dirty="0">
              <a:ea typeface="a고딕12" panose="02020600000000000000" pitchFamily="18" charset="-127"/>
            </a:endParaRPr>
          </a:p>
        </p:txBody>
      </p:sp>
      <p:sp>
        <p:nvSpPr>
          <p:cNvPr id="15" name="평행 사변형 14">
            <a:extLst>
              <a:ext uri="{FF2B5EF4-FFF2-40B4-BE49-F238E27FC236}">
                <a16:creationId xmlns:a16="http://schemas.microsoft.com/office/drawing/2014/main" id="{6B0D7678-64EC-456F-9E89-970DD045ADC2}"/>
              </a:ext>
            </a:extLst>
          </p:cNvPr>
          <p:cNvSpPr/>
          <p:nvPr/>
        </p:nvSpPr>
        <p:spPr>
          <a:xfrm flipV="1">
            <a:off x="153525" y="6013102"/>
            <a:ext cx="9716123" cy="872090"/>
          </a:xfrm>
          <a:custGeom>
            <a:avLst/>
            <a:gdLst>
              <a:gd name="connsiteX0" fmla="*/ 0 w 10517886"/>
              <a:gd name="connsiteY0" fmla="*/ 1179457 h 1179457"/>
              <a:gd name="connsiteX1" fmla="*/ 538552 w 10517886"/>
              <a:gd name="connsiteY1" fmla="*/ 0 h 1179457"/>
              <a:gd name="connsiteX2" fmla="*/ 10517886 w 10517886"/>
              <a:gd name="connsiteY2" fmla="*/ 0 h 1179457"/>
              <a:gd name="connsiteX3" fmla="*/ 9979334 w 10517886"/>
              <a:gd name="connsiteY3" fmla="*/ 1179457 h 1179457"/>
              <a:gd name="connsiteX4" fmla="*/ 0 w 10517886"/>
              <a:gd name="connsiteY4" fmla="*/ 1179457 h 1179457"/>
              <a:gd name="connsiteX0" fmla="*/ 0 w 9979723"/>
              <a:gd name="connsiteY0" fmla="*/ 1179457 h 1179457"/>
              <a:gd name="connsiteX1" fmla="*/ 538552 w 9979723"/>
              <a:gd name="connsiteY1" fmla="*/ 0 h 1179457"/>
              <a:gd name="connsiteX2" fmla="*/ 9979723 w 9979723"/>
              <a:gd name="connsiteY2" fmla="*/ 4762 h 1179457"/>
              <a:gd name="connsiteX3" fmla="*/ 9979334 w 9979723"/>
              <a:gd name="connsiteY3" fmla="*/ 1179457 h 1179457"/>
              <a:gd name="connsiteX4" fmla="*/ 0 w 9979723"/>
              <a:gd name="connsiteY4" fmla="*/ 1179457 h 11794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979723" h="1179457">
                <a:moveTo>
                  <a:pt x="0" y="1179457"/>
                </a:moveTo>
                <a:lnTo>
                  <a:pt x="538552" y="0"/>
                </a:lnTo>
                <a:lnTo>
                  <a:pt x="9979723" y="4762"/>
                </a:lnTo>
                <a:cubicBezTo>
                  <a:pt x="9979593" y="396327"/>
                  <a:pt x="9979464" y="787892"/>
                  <a:pt x="9979334" y="1179457"/>
                </a:cubicBezTo>
                <a:lnTo>
                  <a:pt x="0" y="1179457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63" dirty="0">
              <a:ea typeface="a고딕12" panose="02020600000000000000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31FC115-C9F0-4A10-9D0B-DD4525C69CDA}"/>
              </a:ext>
            </a:extLst>
          </p:cNvPr>
          <p:cNvSpPr txBox="1"/>
          <p:nvPr/>
        </p:nvSpPr>
        <p:spPr>
          <a:xfrm>
            <a:off x="361238" y="4604232"/>
            <a:ext cx="4901579" cy="1124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spc="-41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2025. 12. 13</a:t>
            </a:r>
          </a:p>
          <a:p>
            <a:pPr>
              <a:lnSpc>
                <a:spcPct val="150000"/>
              </a:lnSpc>
            </a:pPr>
            <a:r>
              <a:rPr lang="en-US" altLang="ko-KR" sz="2400" spc="-41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KUMBA 32</a:t>
            </a:r>
            <a:r>
              <a:rPr lang="ko-KR" altLang="en-US" sz="2400" spc="-41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기 </a:t>
            </a:r>
            <a:r>
              <a:rPr lang="en-US" altLang="ko-KR" sz="2400" spc="-41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: </a:t>
            </a:r>
            <a:r>
              <a:rPr lang="ko-KR" altLang="en-US" sz="2400" spc="-41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이석주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4C239EE-F40F-4C48-BC0C-FFE36FFFC4ED}"/>
              </a:ext>
            </a:extLst>
          </p:cNvPr>
          <p:cNvSpPr/>
          <p:nvPr/>
        </p:nvSpPr>
        <p:spPr>
          <a:xfrm rot="5400000">
            <a:off x="-3343603" y="3343603"/>
            <a:ext cx="6853239" cy="166033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63" dirty="0">
              <a:ea typeface="a고딕12" panose="02020600000000000000" pitchFamily="18" charset="-127"/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6C8F2191-E892-9F4D-CFFF-DE1ECBEAAF59}"/>
              </a:ext>
            </a:extLst>
          </p:cNvPr>
          <p:cNvGrpSpPr/>
          <p:nvPr/>
        </p:nvGrpSpPr>
        <p:grpSpPr>
          <a:xfrm>
            <a:off x="0" y="-762844"/>
            <a:ext cx="4375346" cy="626015"/>
            <a:chOff x="0" y="-762844"/>
            <a:chExt cx="4375346" cy="626015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C19344E5-5E09-4BB0-A072-022F7B5FADFA}"/>
                </a:ext>
              </a:extLst>
            </p:cNvPr>
            <p:cNvSpPr txBox="1"/>
            <p:nvPr/>
          </p:nvSpPr>
          <p:spPr>
            <a:xfrm>
              <a:off x="1229274" y="-762844"/>
              <a:ext cx="991907" cy="32898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algn="ctr"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ko-KR" altLang="en-US" sz="1625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페이퍼</a:t>
              </a:r>
              <a:r>
                <a:rPr lang="en-US" altLang="ko-KR" sz="1625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5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FEF7D035-20B5-4920-B3DF-5BE165E784EA}"/>
                </a:ext>
              </a:extLst>
            </p:cNvPr>
            <p:cNvSpPr txBox="1"/>
            <p:nvPr/>
          </p:nvSpPr>
          <p:spPr>
            <a:xfrm>
              <a:off x="2316075" y="-762844"/>
              <a:ext cx="991907" cy="32898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algn="ctr"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ko-KR" altLang="en-US" sz="1463" spc="-4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페이퍼</a:t>
              </a:r>
              <a:r>
                <a:rPr lang="en-US" altLang="ko-KR" sz="1463" spc="-4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4</a:t>
              </a:r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5353AD2D-28E2-4491-9C6E-6959FF660EAD}"/>
                </a:ext>
              </a:extLst>
            </p:cNvPr>
            <p:cNvSpPr/>
            <p:nvPr/>
          </p:nvSpPr>
          <p:spPr>
            <a:xfrm>
              <a:off x="2288686" y="-311024"/>
              <a:ext cx="289451" cy="162138"/>
            </a:xfrm>
            <a:prstGeom prst="rect">
              <a:avLst/>
            </a:prstGeom>
            <a:solidFill>
              <a:srgbClr val="96969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dirty="0">
                <a:ea typeface="a고딕12" panose="02020600000000000000" pitchFamily="18" charset="-127"/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E00AA4BF-668D-4506-A180-ACC710E58BCB}"/>
                </a:ext>
              </a:extLst>
            </p:cNvPr>
            <p:cNvSpPr txBox="1"/>
            <p:nvPr/>
          </p:nvSpPr>
          <p:spPr>
            <a:xfrm>
              <a:off x="142473" y="-762844"/>
              <a:ext cx="991907" cy="32898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algn="ctr"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ko-KR" altLang="en-US" sz="1625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6 SemiBold" pitchFamily="2" charset="-127"/>
                  <a:ea typeface="페이퍼로지 6 SemiBold" pitchFamily="2" charset="-127"/>
                </a:rPr>
                <a:t>페이퍼</a:t>
              </a:r>
              <a:r>
                <a:rPr lang="en-US" altLang="ko-KR" sz="1625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6 SemiBold" pitchFamily="2" charset="-127"/>
                  <a:ea typeface="페이퍼로지 6 SemiBold" pitchFamily="2" charset="-127"/>
                </a:rPr>
                <a:t>6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2945FB89-B6BA-F04C-B47A-8984C9DE39B7}"/>
                </a:ext>
              </a:extLst>
            </p:cNvPr>
            <p:cNvSpPr txBox="1"/>
            <p:nvPr/>
          </p:nvSpPr>
          <p:spPr>
            <a:xfrm>
              <a:off x="3383439" y="-762844"/>
              <a:ext cx="991907" cy="32898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algn="ctr"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ko-KR" altLang="en-US" sz="1463" spc="-4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3 Light" pitchFamily="2" charset="-127"/>
                  <a:ea typeface="페이퍼로지 3 Light" pitchFamily="2" charset="-127"/>
                </a:rPr>
                <a:t>페이퍼</a:t>
              </a:r>
              <a:r>
                <a:rPr lang="en-US" altLang="ko-KR" sz="1463" spc="-4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3 Light" pitchFamily="2" charset="-127"/>
                  <a:ea typeface="페이퍼로지 3 Light" pitchFamily="2" charset="-127"/>
                </a:rPr>
                <a:t>3</a:t>
              </a: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85E18312-1630-9771-28D1-F092FE9DCCDD}"/>
                </a:ext>
              </a:extLst>
            </p:cNvPr>
            <p:cNvSpPr/>
            <p:nvPr/>
          </p:nvSpPr>
          <p:spPr>
            <a:xfrm>
              <a:off x="1907239" y="-305540"/>
              <a:ext cx="289451" cy="162138"/>
            </a:xfrm>
            <a:prstGeom prst="rect">
              <a:avLst/>
            </a:prstGeom>
            <a:solidFill>
              <a:srgbClr val="F3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E0EC0F04-A690-A101-BC98-46C30BD2FA8D}"/>
                </a:ext>
              </a:extLst>
            </p:cNvPr>
            <p:cNvSpPr/>
            <p:nvPr/>
          </p:nvSpPr>
          <p:spPr>
            <a:xfrm>
              <a:off x="1525792" y="-298967"/>
              <a:ext cx="289451" cy="162138"/>
            </a:xfrm>
            <a:prstGeom prst="rect">
              <a:avLst/>
            </a:prstGeom>
            <a:solidFill>
              <a:srgbClr val="AABAF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93BC2E0D-3186-F88F-F625-006A1A66CB8E}"/>
                </a:ext>
              </a:extLst>
            </p:cNvPr>
            <p:cNvSpPr/>
            <p:nvPr/>
          </p:nvSpPr>
          <p:spPr>
            <a:xfrm>
              <a:off x="381448" y="-298967"/>
              <a:ext cx="289451" cy="162138"/>
            </a:xfrm>
            <a:prstGeom prst="rect">
              <a:avLst/>
            </a:prstGeom>
            <a:solidFill>
              <a:srgbClr val="00338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D5433364-EE5F-2FA0-A2FB-F55A5F492568}"/>
                </a:ext>
              </a:extLst>
            </p:cNvPr>
            <p:cNvSpPr/>
            <p:nvPr/>
          </p:nvSpPr>
          <p:spPr>
            <a:xfrm>
              <a:off x="762896" y="-298967"/>
              <a:ext cx="289451" cy="162138"/>
            </a:xfrm>
            <a:prstGeom prst="rect">
              <a:avLst/>
            </a:prstGeom>
            <a:solidFill>
              <a:srgbClr val="1E49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C17BEAFF-E9EE-F7FB-204B-66624006C312}"/>
                </a:ext>
              </a:extLst>
            </p:cNvPr>
            <p:cNvSpPr/>
            <p:nvPr/>
          </p:nvSpPr>
          <p:spPr>
            <a:xfrm>
              <a:off x="1144344" y="-298967"/>
              <a:ext cx="289451" cy="162138"/>
            </a:xfrm>
            <a:prstGeom prst="rect">
              <a:avLst/>
            </a:prstGeom>
            <a:solidFill>
              <a:srgbClr val="5F7D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D6C09950-64DB-2E3E-5522-DB7A24B28DDC}"/>
                </a:ext>
              </a:extLst>
            </p:cNvPr>
            <p:cNvSpPr/>
            <p:nvPr/>
          </p:nvSpPr>
          <p:spPr>
            <a:xfrm>
              <a:off x="0" y="-305540"/>
              <a:ext cx="289451" cy="162138"/>
            </a:xfrm>
            <a:prstGeom prst="rect">
              <a:avLst/>
            </a:prstGeom>
            <a:solidFill>
              <a:srgbClr val="2F485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757857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30BB8E-D3F8-2D54-5F17-9321A4C707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77EFA96-A1C7-F22B-5C67-7275DF40F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spc="-50">
                <a:latin typeface="페이퍼로지 4 Regular" pitchFamily="2" charset="-127"/>
                <a:ea typeface="페이퍼로지 4 Regular" pitchFamily="2" charset="-127"/>
              </a:rPr>
              <a:t>- </a:t>
            </a:r>
            <a:fld id="{F0AEE96D-C800-4200-B178-74DC3655196B}" type="slidenum">
              <a:rPr lang="ko-KR" altLang="en-US" spc="-50">
                <a:latin typeface="페이퍼로지 4 Regular" pitchFamily="2" charset="-127"/>
                <a:ea typeface="페이퍼로지 4 Regular" pitchFamily="2" charset="-127"/>
              </a:rPr>
              <a:pPr/>
              <a:t>1</a:t>
            </a:fld>
            <a:r>
              <a:rPr lang="ko-KR" altLang="en-US" spc="-50">
                <a:latin typeface="페이퍼로지 4 Regular" pitchFamily="2" charset="-127"/>
                <a:ea typeface="페이퍼로지 4 Regular" pitchFamily="2" charset="-127"/>
              </a:rPr>
              <a:t> </a:t>
            </a:r>
            <a:r>
              <a:rPr spc="-50">
                <a:latin typeface="페이퍼로지 4 Regular" pitchFamily="2" charset="-127"/>
                <a:ea typeface="페이퍼로지 4 Regular" pitchFamily="2" charset="-127"/>
              </a:rPr>
              <a:t>-</a:t>
            </a:r>
            <a:endParaRPr lang="ko-KR" altLang="en-US" spc="-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0" name="텍스트 개체 틀 1">
            <a:extLst>
              <a:ext uri="{FF2B5EF4-FFF2-40B4-BE49-F238E27FC236}">
                <a16:creationId xmlns:a16="http://schemas.microsoft.com/office/drawing/2014/main" id="{596C1B5F-AA0F-DAAE-BD8E-1BAD96CA6529}"/>
              </a:ext>
            </a:extLst>
          </p:cNvPr>
          <p:cNvSpPr txBox="1">
            <a:spLocks/>
          </p:cNvSpPr>
          <p:nvPr/>
        </p:nvSpPr>
        <p:spPr>
          <a:xfrm>
            <a:off x="344487" y="836613"/>
            <a:ext cx="9217026" cy="576262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ctr" defTabSz="457200" rtl="0" eaLnBrk="1" latinLnBrk="0" hangingPunct="1">
              <a:defRPr lang="en-US" altLang="ko-KR" sz="813" kern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anose="020B0800000000000000" pitchFamily="50" charset="-127"/>
                <a:ea typeface="SpoqaHanSans-Bold" panose="020B0800000000000000" pitchFamily="50" charset="-127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latinLnBrk="1"/>
            <a:r>
              <a:rPr lang="ko-KR" altLang="en-US" sz="1700" spc="-50" dirty="0">
                <a:latin typeface="페이퍼로지 5 Medium" pitchFamily="2" charset="-127"/>
                <a:ea typeface="페이퍼로지 5 Medium" pitchFamily="2" charset="-127"/>
              </a:rPr>
              <a:t>건국 </a:t>
            </a:r>
            <a:r>
              <a:rPr lang="en-US" altLang="ko-KR" sz="1700" spc="-50" dirty="0">
                <a:latin typeface="페이퍼로지 5 Medium" pitchFamily="2" charset="-127"/>
                <a:ea typeface="페이퍼로지 5 Medium" pitchFamily="2" charset="-127"/>
              </a:rPr>
              <a:t>MBA </a:t>
            </a:r>
            <a:r>
              <a:rPr lang="ko-KR" altLang="en-US" sz="1700" spc="-50" dirty="0">
                <a:latin typeface="페이퍼로지 5 Medium" pitchFamily="2" charset="-127"/>
                <a:ea typeface="페이퍼로지 5 Medium" pitchFamily="2" charset="-127"/>
              </a:rPr>
              <a:t>활성화 수준을 지인 추천 의향으로 정의하였으며</a:t>
            </a:r>
            <a:r>
              <a:rPr lang="en-US" altLang="ko-KR" sz="1700" spc="-50" dirty="0">
                <a:latin typeface="페이퍼로지 5 Medium" pitchFamily="2" charset="-127"/>
                <a:ea typeface="페이퍼로지 5 Medium" pitchFamily="2" charset="-127"/>
              </a:rPr>
              <a:t>, </a:t>
            </a:r>
            <a:r>
              <a:rPr lang="ko-KR" altLang="en-US" sz="1700" spc="-50" dirty="0">
                <a:latin typeface="페이퍼로지 5 Medium" pitchFamily="2" charset="-127"/>
                <a:ea typeface="페이퍼로지 5 Medium" pitchFamily="2" charset="-127"/>
              </a:rPr>
              <a:t>이를 예측하기 위해 개인</a:t>
            </a:r>
            <a:r>
              <a:rPr lang="en-US" altLang="ko-KR" sz="1700" spc="-50" dirty="0">
                <a:latin typeface="페이퍼로지 5 Medium" pitchFamily="2" charset="-127"/>
                <a:ea typeface="페이퍼로지 5 Medium" pitchFamily="2" charset="-127"/>
              </a:rPr>
              <a:t>–</a:t>
            </a:r>
            <a:r>
              <a:rPr lang="ko-KR" altLang="en-US" sz="1700" spc="-50" dirty="0">
                <a:latin typeface="페이퍼로지 5 Medium" pitchFamily="2" charset="-127"/>
                <a:ea typeface="페이퍼로지 5 Medium" pitchFamily="2" charset="-127"/>
              </a:rPr>
              <a:t>프로그램 적합도를 핵심 요인으로 설정하고 학생의 목표지향성을 조절변수로 포함한 예측 모델을 구성하였음</a:t>
            </a:r>
            <a:r>
              <a:rPr lang="en-US" altLang="ko-KR" sz="1700" spc="-50" dirty="0">
                <a:latin typeface="페이퍼로지 5 Medium" pitchFamily="2" charset="-127"/>
                <a:ea typeface="페이퍼로지 5 Medium" pitchFamily="2" charset="-127"/>
              </a:rPr>
              <a:t>.</a:t>
            </a:r>
            <a:endParaRPr lang="ko-KR" altLang="en-US" sz="1700" spc="-50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6EFA6AFD-3F6D-5E70-D7E9-5D02278B0F99}"/>
              </a:ext>
            </a:extLst>
          </p:cNvPr>
          <p:cNvGrpSpPr/>
          <p:nvPr/>
        </p:nvGrpSpPr>
        <p:grpSpPr>
          <a:xfrm>
            <a:off x="0" y="-762844"/>
            <a:ext cx="4375346" cy="626015"/>
            <a:chOff x="0" y="-762844"/>
            <a:chExt cx="4375346" cy="626015"/>
          </a:xfrm>
        </p:grpSpPr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D06281B9-7D67-65C9-E843-5094C5616587}"/>
                </a:ext>
              </a:extLst>
            </p:cNvPr>
            <p:cNvSpPr txBox="1"/>
            <p:nvPr/>
          </p:nvSpPr>
          <p:spPr>
            <a:xfrm>
              <a:off x="1229274" y="-762844"/>
              <a:ext cx="991907" cy="32898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algn="ctr"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ko-KR" altLang="en-US" sz="1625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페이퍼</a:t>
              </a:r>
              <a:r>
                <a:rPr lang="en-US" altLang="ko-KR" sz="1625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5</a:t>
              </a:r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44981C1B-3056-304A-51D7-B184F553B42C}"/>
                </a:ext>
              </a:extLst>
            </p:cNvPr>
            <p:cNvSpPr txBox="1"/>
            <p:nvPr/>
          </p:nvSpPr>
          <p:spPr>
            <a:xfrm>
              <a:off x="2316075" y="-762844"/>
              <a:ext cx="991907" cy="32898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algn="ctr"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ko-KR" altLang="en-US" sz="1463" spc="-4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페이퍼</a:t>
              </a:r>
              <a:r>
                <a:rPr lang="en-US" altLang="ko-KR" sz="1463" spc="-4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4</a:t>
              </a:r>
            </a:p>
          </p:txBody>
        </p:sp>
        <p:sp>
          <p:nvSpPr>
            <p:cNvPr id="130" name="직사각형 129">
              <a:extLst>
                <a:ext uri="{FF2B5EF4-FFF2-40B4-BE49-F238E27FC236}">
                  <a16:creationId xmlns:a16="http://schemas.microsoft.com/office/drawing/2014/main" id="{09529058-31CE-D1DF-EBC4-8ECFEB720898}"/>
                </a:ext>
              </a:extLst>
            </p:cNvPr>
            <p:cNvSpPr/>
            <p:nvPr/>
          </p:nvSpPr>
          <p:spPr>
            <a:xfrm>
              <a:off x="2288686" y="-311024"/>
              <a:ext cx="289451" cy="162138"/>
            </a:xfrm>
            <a:prstGeom prst="rect">
              <a:avLst/>
            </a:prstGeom>
            <a:solidFill>
              <a:srgbClr val="96969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dirty="0">
                <a:ea typeface="a고딕12" panose="02020600000000000000" pitchFamily="18" charset="-127"/>
              </a:endParaRP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B328B897-2DD7-14EC-9EB7-040F017EEE5A}"/>
                </a:ext>
              </a:extLst>
            </p:cNvPr>
            <p:cNvSpPr txBox="1"/>
            <p:nvPr/>
          </p:nvSpPr>
          <p:spPr>
            <a:xfrm>
              <a:off x="142473" y="-762844"/>
              <a:ext cx="991907" cy="32898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algn="ctr"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ko-KR" altLang="en-US" sz="1625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6 SemiBold" pitchFamily="2" charset="-127"/>
                  <a:ea typeface="페이퍼로지 6 SemiBold" pitchFamily="2" charset="-127"/>
                </a:rPr>
                <a:t>페이퍼</a:t>
              </a:r>
              <a:r>
                <a:rPr lang="en-US" altLang="ko-KR" sz="1625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6 SemiBold" pitchFamily="2" charset="-127"/>
                  <a:ea typeface="페이퍼로지 6 SemiBold" pitchFamily="2" charset="-127"/>
                </a:rPr>
                <a:t>6</a:t>
              </a:r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81804299-F19A-E49B-303B-D7B2C21AE7E6}"/>
                </a:ext>
              </a:extLst>
            </p:cNvPr>
            <p:cNvSpPr txBox="1"/>
            <p:nvPr/>
          </p:nvSpPr>
          <p:spPr>
            <a:xfrm>
              <a:off x="3383439" y="-762844"/>
              <a:ext cx="991907" cy="32898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algn="ctr"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ko-KR" altLang="en-US" sz="1463" spc="-4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3 Light" pitchFamily="2" charset="-127"/>
                  <a:ea typeface="페이퍼로지 3 Light" pitchFamily="2" charset="-127"/>
                </a:rPr>
                <a:t>페이퍼</a:t>
              </a:r>
              <a:r>
                <a:rPr lang="en-US" altLang="ko-KR" sz="1463" spc="-4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3 Light" pitchFamily="2" charset="-127"/>
                  <a:ea typeface="페이퍼로지 3 Light" pitchFamily="2" charset="-127"/>
                </a:rPr>
                <a:t>3</a:t>
              </a:r>
            </a:p>
          </p:txBody>
        </p:sp>
        <p:sp>
          <p:nvSpPr>
            <p:cNvPr id="133" name="직사각형 132">
              <a:extLst>
                <a:ext uri="{FF2B5EF4-FFF2-40B4-BE49-F238E27FC236}">
                  <a16:creationId xmlns:a16="http://schemas.microsoft.com/office/drawing/2014/main" id="{43B828AF-800F-9B7F-C3E3-245E7EF2C230}"/>
                </a:ext>
              </a:extLst>
            </p:cNvPr>
            <p:cNvSpPr/>
            <p:nvPr/>
          </p:nvSpPr>
          <p:spPr>
            <a:xfrm>
              <a:off x="1907239" y="-305540"/>
              <a:ext cx="289451" cy="162138"/>
            </a:xfrm>
            <a:prstGeom prst="rect">
              <a:avLst/>
            </a:prstGeom>
            <a:solidFill>
              <a:srgbClr val="F3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  <p:sp>
          <p:nvSpPr>
            <p:cNvPr id="134" name="직사각형 133">
              <a:extLst>
                <a:ext uri="{FF2B5EF4-FFF2-40B4-BE49-F238E27FC236}">
                  <a16:creationId xmlns:a16="http://schemas.microsoft.com/office/drawing/2014/main" id="{EAEDC2A8-7870-8E99-6D0F-400FD7A5A1F6}"/>
                </a:ext>
              </a:extLst>
            </p:cNvPr>
            <p:cNvSpPr/>
            <p:nvPr/>
          </p:nvSpPr>
          <p:spPr>
            <a:xfrm>
              <a:off x="1525792" y="-298967"/>
              <a:ext cx="289451" cy="162138"/>
            </a:xfrm>
            <a:prstGeom prst="rect">
              <a:avLst/>
            </a:prstGeom>
            <a:solidFill>
              <a:srgbClr val="AABAF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  <p:sp>
          <p:nvSpPr>
            <p:cNvPr id="135" name="직사각형 134">
              <a:extLst>
                <a:ext uri="{FF2B5EF4-FFF2-40B4-BE49-F238E27FC236}">
                  <a16:creationId xmlns:a16="http://schemas.microsoft.com/office/drawing/2014/main" id="{4FC2F5BE-FF94-BC00-B5AF-91770C0C50DA}"/>
                </a:ext>
              </a:extLst>
            </p:cNvPr>
            <p:cNvSpPr/>
            <p:nvPr/>
          </p:nvSpPr>
          <p:spPr>
            <a:xfrm>
              <a:off x="381448" y="-298967"/>
              <a:ext cx="289451" cy="162138"/>
            </a:xfrm>
            <a:prstGeom prst="rect">
              <a:avLst/>
            </a:prstGeom>
            <a:solidFill>
              <a:srgbClr val="00338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  <p:sp>
          <p:nvSpPr>
            <p:cNvPr id="136" name="직사각형 135">
              <a:extLst>
                <a:ext uri="{FF2B5EF4-FFF2-40B4-BE49-F238E27FC236}">
                  <a16:creationId xmlns:a16="http://schemas.microsoft.com/office/drawing/2014/main" id="{CEDBB546-3D3C-13CD-2850-32E964274FDD}"/>
                </a:ext>
              </a:extLst>
            </p:cNvPr>
            <p:cNvSpPr/>
            <p:nvPr/>
          </p:nvSpPr>
          <p:spPr>
            <a:xfrm>
              <a:off x="762896" y="-298967"/>
              <a:ext cx="289451" cy="162138"/>
            </a:xfrm>
            <a:prstGeom prst="rect">
              <a:avLst/>
            </a:prstGeom>
            <a:solidFill>
              <a:srgbClr val="1E49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  <p:sp>
          <p:nvSpPr>
            <p:cNvPr id="137" name="직사각형 136">
              <a:extLst>
                <a:ext uri="{FF2B5EF4-FFF2-40B4-BE49-F238E27FC236}">
                  <a16:creationId xmlns:a16="http://schemas.microsoft.com/office/drawing/2014/main" id="{275931F4-C278-20A4-C670-16BD510EEA6E}"/>
                </a:ext>
              </a:extLst>
            </p:cNvPr>
            <p:cNvSpPr/>
            <p:nvPr/>
          </p:nvSpPr>
          <p:spPr>
            <a:xfrm>
              <a:off x="1144344" y="-298967"/>
              <a:ext cx="289451" cy="162138"/>
            </a:xfrm>
            <a:prstGeom prst="rect">
              <a:avLst/>
            </a:prstGeom>
            <a:solidFill>
              <a:srgbClr val="5F7D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  <p:sp>
          <p:nvSpPr>
            <p:cNvPr id="138" name="직사각형 137">
              <a:extLst>
                <a:ext uri="{FF2B5EF4-FFF2-40B4-BE49-F238E27FC236}">
                  <a16:creationId xmlns:a16="http://schemas.microsoft.com/office/drawing/2014/main" id="{9BFD1E39-DE41-7F69-C84A-DAA0986F15F2}"/>
                </a:ext>
              </a:extLst>
            </p:cNvPr>
            <p:cNvSpPr/>
            <p:nvPr/>
          </p:nvSpPr>
          <p:spPr>
            <a:xfrm>
              <a:off x="0" y="-305540"/>
              <a:ext cx="289451" cy="162138"/>
            </a:xfrm>
            <a:prstGeom prst="rect">
              <a:avLst/>
            </a:prstGeom>
            <a:solidFill>
              <a:srgbClr val="2F485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</p:grp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75E8C6C3-C8B1-F2E2-8B2E-E024AC9C6FEB}"/>
              </a:ext>
            </a:extLst>
          </p:cNvPr>
          <p:cNvSpPr/>
          <p:nvPr/>
        </p:nvSpPr>
        <p:spPr>
          <a:xfrm>
            <a:off x="344488" y="262250"/>
            <a:ext cx="115827" cy="46800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0" fontAlgn="base" latinLnBrk="1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kumimoji="0" lang="ko-KR" altLang="en-US" sz="1400" b="0" i="0" u="none" strike="noStrike" kern="1200" cap="none" spc="-5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sp>
        <p:nvSpPr>
          <p:cNvPr id="140" name="직사각형 139">
            <a:extLst>
              <a:ext uri="{FF2B5EF4-FFF2-40B4-BE49-F238E27FC236}">
                <a16:creationId xmlns:a16="http://schemas.microsoft.com/office/drawing/2014/main" id="{66235B07-85C8-AE4B-F514-76189F21EC6D}"/>
              </a:ext>
            </a:extLst>
          </p:cNvPr>
          <p:cNvSpPr/>
          <p:nvPr/>
        </p:nvSpPr>
        <p:spPr>
          <a:xfrm>
            <a:off x="498248" y="262250"/>
            <a:ext cx="1124475" cy="468000"/>
          </a:xfrm>
          <a:prstGeom prst="rect">
            <a:avLst/>
          </a:prstGeom>
          <a:solidFill>
            <a:srgbClr val="1E49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buNone/>
              <a:defRPr/>
            </a:pPr>
            <a:r>
              <a:rPr lang="ko-KR" altLang="en-US" sz="1400" spc="-50" dirty="0">
                <a:solidFill>
                  <a:prstClr val="white"/>
                </a:solidFill>
                <a:latin typeface="페이퍼로지 6 SemiBold" pitchFamily="2" charset="-127"/>
                <a:ea typeface="페이퍼로지 6 SemiBold" pitchFamily="2" charset="-127"/>
              </a:rPr>
              <a:t>분석 개요</a:t>
            </a:r>
          </a:p>
        </p:txBody>
      </p:sp>
      <p:sp>
        <p:nvSpPr>
          <p:cNvPr id="44" name="텍스트 개체 틀 1">
            <a:extLst>
              <a:ext uri="{FF2B5EF4-FFF2-40B4-BE49-F238E27FC236}">
                <a16:creationId xmlns:a16="http://schemas.microsoft.com/office/drawing/2014/main" id="{EDD920FB-DE6B-0A96-4EE1-40B4440E08CE}"/>
              </a:ext>
            </a:extLst>
          </p:cNvPr>
          <p:cNvSpPr txBox="1">
            <a:spLocks/>
          </p:cNvSpPr>
          <p:nvPr/>
        </p:nvSpPr>
        <p:spPr>
          <a:xfrm>
            <a:off x="346831" y="1538207"/>
            <a:ext cx="4464051" cy="3355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ctr" defTabSz="457200" rtl="0" eaLnBrk="1" latinLnBrk="0" hangingPunct="1">
              <a:defRPr lang="en-US" altLang="ko-KR" sz="813" kern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anose="020B0800000000000000" pitchFamily="50" charset="-127"/>
                <a:ea typeface="SpoqaHanSans-Bold" panose="020B0800000000000000" pitchFamily="50" charset="-127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1600" spc="-50" dirty="0">
                <a:latin typeface="페이퍼로지 5 Medium" pitchFamily="2" charset="-127"/>
                <a:ea typeface="페이퍼로지 5 Medium" pitchFamily="2" charset="-127"/>
              </a:rPr>
              <a:t>건국 </a:t>
            </a:r>
            <a:r>
              <a:rPr lang="en-US" altLang="ko-KR" sz="1600" spc="-50" dirty="0">
                <a:latin typeface="페이퍼로지 5 Medium" pitchFamily="2" charset="-127"/>
                <a:ea typeface="페이퍼로지 5 Medium" pitchFamily="2" charset="-127"/>
              </a:rPr>
              <a:t>MBA </a:t>
            </a:r>
            <a:r>
              <a:rPr lang="ko-KR" altLang="en-US" sz="1600" spc="-50" dirty="0">
                <a:latin typeface="페이퍼로지 5 Medium" pitchFamily="2" charset="-127"/>
                <a:ea typeface="페이퍼로지 5 Medium" pitchFamily="2" charset="-127"/>
              </a:rPr>
              <a:t>활성화 방안 정의</a:t>
            </a:r>
          </a:p>
        </p:txBody>
      </p: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A75EB93D-A3D3-C10B-A97C-3DC6F0A7DD6C}"/>
              </a:ext>
            </a:extLst>
          </p:cNvPr>
          <p:cNvCxnSpPr>
            <a:cxnSpLocks/>
          </p:cNvCxnSpPr>
          <p:nvPr/>
        </p:nvCxnSpPr>
        <p:spPr>
          <a:xfrm>
            <a:off x="344488" y="1875393"/>
            <a:ext cx="9213673" cy="0"/>
          </a:xfrm>
          <a:prstGeom prst="line">
            <a:avLst/>
          </a:prstGeom>
          <a:ln w="28575">
            <a:solidFill>
              <a:srgbClr val="00338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사각형: 둥근 모서리 85">
            <a:extLst>
              <a:ext uri="{FF2B5EF4-FFF2-40B4-BE49-F238E27FC236}">
                <a16:creationId xmlns:a16="http://schemas.microsoft.com/office/drawing/2014/main" id="{FA3E7CD9-3B2B-CD10-0EF5-0CA57DCF7373}"/>
              </a:ext>
            </a:extLst>
          </p:cNvPr>
          <p:cNvSpPr/>
          <p:nvPr/>
        </p:nvSpPr>
        <p:spPr>
          <a:xfrm>
            <a:off x="850805" y="1996477"/>
            <a:ext cx="4021249" cy="427474"/>
          </a:xfrm>
          <a:prstGeom prst="roundRect">
            <a:avLst>
              <a:gd name="adj" fmla="val 5632"/>
            </a:avLst>
          </a:prstGeom>
          <a:noFill/>
          <a:ln w="19050" cap="flat" cmpd="sng" algn="ctr">
            <a:noFill/>
            <a:prstDash val="solid"/>
            <a:miter lim="800000"/>
          </a:ln>
          <a:effectLst/>
        </p:spPr>
        <p:txBody>
          <a:bodyPr tIns="0" rIns="90000" rtlCol="0" anchor="ctr"/>
          <a:lstStyle/>
          <a:p>
            <a:pPr algn="ctr" fontAlgn="base">
              <a:spcBef>
                <a:spcPct val="0"/>
              </a:spcBef>
              <a:buSzPct val="80000"/>
            </a:pPr>
            <a:endParaRPr kumimoji="1" lang="en-US" altLang="ko-KR" sz="1100" kern="0" spc="-50" dirty="0">
              <a:ln>
                <a:solidFill>
                  <a:srgbClr val="4F81BD">
                    <a:alpha val="0"/>
                  </a:srgb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33541B2-A2D7-D439-7441-2E55E0F562A4}"/>
              </a:ext>
            </a:extLst>
          </p:cNvPr>
          <p:cNvSpPr/>
          <p:nvPr/>
        </p:nvSpPr>
        <p:spPr>
          <a:xfrm>
            <a:off x="344488" y="2349882"/>
            <a:ext cx="3004064" cy="1224190"/>
          </a:xfrm>
          <a:prstGeom prst="rect">
            <a:avLst/>
          </a:prstGeom>
          <a:solidFill>
            <a:schemeClr val="bg1"/>
          </a:solidFill>
          <a:ln>
            <a:solidFill>
              <a:srgbClr val="1E49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85725" indent="-85725">
              <a:buFont typeface="Arial" panose="020B0604020202020204" pitchFamily="34" charset="0"/>
              <a:buChar char="•"/>
            </a:pPr>
            <a:r>
              <a:rPr lang="ko-KR" altLang="ko-KR" sz="1200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지인 추천</a:t>
            </a:r>
            <a:r>
              <a:rPr lang="en-US" altLang="ko-KR" sz="1200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ko-KR" altLang="en-US" sz="1200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의향</a:t>
            </a:r>
            <a:r>
              <a:rPr lang="ko-KR" altLang="ko-KR" sz="1200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은 </a:t>
            </a:r>
            <a:r>
              <a:rPr lang="en-US" altLang="ko-KR" sz="1200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MBA </a:t>
            </a:r>
            <a:r>
              <a:rPr lang="ko-KR" altLang="ko-KR" sz="1200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프로그램 </a:t>
            </a:r>
            <a:r>
              <a:rPr lang="ko-KR" altLang="ko-KR" sz="1200" spc="-50" dirty="0" err="1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가치·경험·만족을</a:t>
            </a:r>
            <a:r>
              <a:rPr lang="ko-KR" altLang="ko-KR" sz="1200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종합적으로 반영하는 최종 행동지표</a:t>
            </a: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ko-KR" altLang="ko-KR" sz="1200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MBA 브랜드 강도와 신규 입학 유인 효과를 동시에 설명</a:t>
            </a:r>
            <a:r>
              <a:rPr lang="ko-KR" altLang="en-US" sz="1200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하며</a:t>
            </a:r>
            <a:r>
              <a:rPr lang="en-US" altLang="ko-KR" sz="1200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, </a:t>
            </a:r>
            <a:r>
              <a:rPr lang="ko-KR" altLang="ko-KR" sz="1200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단순 만족이 아닌, “다시 선택할 의지 + 남에게 권할 </a:t>
            </a:r>
            <a:r>
              <a:rPr lang="ko-KR" altLang="ko-KR" sz="1200" spc="-50" dirty="0" err="1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의지”를</a:t>
            </a:r>
            <a:r>
              <a:rPr lang="ko-KR" altLang="ko-KR" sz="1200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포함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310FA61-9F26-CA45-5EAD-C8025A40CFFA}"/>
              </a:ext>
            </a:extLst>
          </p:cNvPr>
          <p:cNvSpPr/>
          <p:nvPr/>
        </p:nvSpPr>
        <p:spPr>
          <a:xfrm>
            <a:off x="344489" y="1995588"/>
            <a:ext cx="3003517" cy="323233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① 건국 </a:t>
            </a:r>
            <a:r>
              <a:rPr lang="en-US" altLang="ko-KR" sz="12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MBA </a:t>
            </a:r>
            <a:r>
              <a:rPr lang="ko-KR" altLang="en-US" sz="12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활성화 방안 </a:t>
            </a:r>
            <a:r>
              <a:rPr lang="en-US" altLang="ko-KR" sz="12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= </a:t>
            </a:r>
            <a:r>
              <a:rPr lang="ko-KR" altLang="en-US" sz="12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지인 추천 의향</a:t>
            </a:r>
            <a:endParaRPr lang="en-US" altLang="ko-KR" sz="1200" spc="-5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A942ADBD-02F3-B7CA-8F67-321D3FD1E7A0}"/>
              </a:ext>
            </a:extLst>
          </p:cNvPr>
          <p:cNvSpPr/>
          <p:nvPr/>
        </p:nvSpPr>
        <p:spPr>
          <a:xfrm>
            <a:off x="3449796" y="2349882"/>
            <a:ext cx="3004064" cy="1224190"/>
          </a:xfrm>
          <a:prstGeom prst="rect">
            <a:avLst/>
          </a:prstGeom>
          <a:solidFill>
            <a:schemeClr val="bg1"/>
          </a:solidFill>
          <a:ln>
            <a:solidFill>
              <a:srgbClr val="1E49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85725" indent="-85725">
              <a:buFont typeface="Arial" panose="020B0604020202020204" pitchFamily="34" charset="0"/>
              <a:buChar char="•"/>
            </a:pPr>
            <a:r>
              <a:rPr lang="en-US" altLang="ko-KR" sz="1200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MBA </a:t>
            </a:r>
            <a:r>
              <a:rPr lang="ko-KR" altLang="en-US" sz="1200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프로그램 경험을 결정하는 근본적 요인</a:t>
            </a: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ko-KR" altLang="en-US" sz="1200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개인의 경력</a:t>
            </a:r>
            <a:r>
              <a:rPr lang="en-US" altLang="ko-KR" sz="1200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·</a:t>
            </a:r>
            <a:r>
              <a:rPr lang="ko-KR" altLang="en-US" sz="1200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전공</a:t>
            </a:r>
            <a:r>
              <a:rPr lang="en-US" altLang="ko-KR" sz="1200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·</a:t>
            </a:r>
            <a:r>
              <a:rPr lang="ko-KR" altLang="en-US" sz="1200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목표와 건국 </a:t>
            </a:r>
            <a:r>
              <a:rPr lang="en-US" altLang="ko-KR" sz="1200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MBA </a:t>
            </a:r>
            <a:r>
              <a:rPr lang="ko-KR" altLang="en-US" sz="1200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프로그램 구조</a:t>
            </a:r>
            <a:r>
              <a:rPr lang="en-US" altLang="ko-KR" sz="1200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/</a:t>
            </a:r>
            <a:r>
              <a:rPr lang="ko-KR" altLang="en-US" sz="1200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콘텐츠가 얼마나 맞는가를 의미</a:t>
            </a: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ko-KR" altLang="en-US" sz="1200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적합도가 높을수록</a:t>
            </a:r>
            <a:r>
              <a:rPr lang="en-US" altLang="ko-KR" sz="1200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: </a:t>
            </a:r>
            <a:r>
              <a:rPr lang="ko-KR" altLang="en-US" sz="1200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몰입 ↑ 만족 ↑ 추천의향 ↑</a:t>
            </a: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ko-KR" altLang="en-US" sz="1200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또한 학교가 정책적으로 직접 관리</a:t>
            </a:r>
            <a:r>
              <a:rPr lang="en-US" altLang="ko-KR" sz="1200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·</a:t>
            </a:r>
            <a:r>
              <a:rPr lang="ko-KR" altLang="en-US" sz="1200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개선 가능한 변수</a:t>
            </a:r>
            <a:r>
              <a:rPr lang="en-US" altLang="ko-KR" sz="1200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(</a:t>
            </a:r>
            <a:r>
              <a:rPr lang="ko-KR" altLang="en-US" sz="1200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커리큘럼</a:t>
            </a:r>
            <a:r>
              <a:rPr lang="en-US" altLang="ko-KR" sz="1200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·</a:t>
            </a:r>
            <a:r>
              <a:rPr lang="ko-KR" altLang="en-US" sz="1200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트랙</a:t>
            </a:r>
            <a:r>
              <a:rPr lang="en-US" altLang="ko-KR" sz="1200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·</a:t>
            </a:r>
            <a:r>
              <a:rPr lang="ko-KR" altLang="en-US" sz="1200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운영 등</a:t>
            </a:r>
            <a:r>
              <a:rPr lang="en-US" altLang="ko-KR" sz="1200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)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408AC087-56E7-917F-30FE-25F1A2F8A3C3}"/>
              </a:ext>
            </a:extLst>
          </p:cNvPr>
          <p:cNvSpPr/>
          <p:nvPr/>
        </p:nvSpPr>
        <p:spPr>
          <a:xfrm>
            <a:off x="3449797" y="1995588"/>
            <a:ext cx="3003517" cy="323233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② 가장 큰 요인은</a:t>
            </a:r>
            <a:r>
              <a:rPr lang="en-US" altLang="ko-KR" sz="12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? = </a:t>
            </a:r>
            <a:r>
              <a:rPr lang="ko-KR" altLang="en-US" sz="12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개인</a:t>
            </a:r>
            <a:r>
              <a:rPr lang="en-US" altLang="ko-KR" sz="12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-</a:t>
            </a:r>
            <a:r>
              <a:rPr lang="ko-KR" altLang="en-US" sz="12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프로그램 적합도</a:t>
            </a:r>
            <a:endParaRPr lang="en-US" altLang="ko-KR" sz="1200" spc="-5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81037C9C-4D57-7040-0963-621124F8133D}"/>
              </a:ext>
            </a:extLst>
          </p:cNvPr>
          <p:cNvSpPr/>
          <p:nvPr/>
        </p:nvSpPr>
        <p:spPr>
          <a:xfrm>
            <a:off x="6555105" y="2349882"/>
            <a:ext cx="3004064" cy="1224190"/>
          </a:xfrm>
          <a:prstGeom prst="rect">
            <a:avLst/>
          </a:prstGeom>
          <a:solidFill>
            <a:schemeClr val="bg1"/>
          </a:solidFill>
          <a:ln>
            <a:solidFill>
              <a:srgbClr val="1E49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85725" indent="-85725">
              <a:buFont typeface="Arial" panose="020B0604020202020204" pitchFamily="34" charset="0"/>
              <a:buChar char="•"/>
            </a:pPr>
            <a:r>
              <a:rPr lang="ko-KR" altLang="en-US" sz="1200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건국 </a:t>
            </a:r>
            <a:r>
              <a:rPr lang="en-US" altLang="ko-KR" sz="1200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MBA</a:t>
            </a:r>
            <a:r>
              <a:rPr lang="ko-KR" altLang="en-US" sz="1200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는 수강 목적이 매우 다양한 집단이 함께 학습하는 구조이며</a:t>
            </a:r>
            <a:r>
              <a:rPr lang="en-US" altLang="ko-KR" sz="1200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, </a:t>
            </a:r>
            <a:r>
              <a:rPr lang="ko-KR" altLang="en-US" sz="1200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각자가 추구하는 목표가 다르면 같은 프로그램도 다르게 경험된다</a:t>
            </a:r>
            <a:r>
              <a:rPr lang="en-US" altLang="ko-KR" sz="1200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.</a:t>
            </a: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ko-KR" altLang="en-US" sz="1200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네트워크</a:t>
            </a:r>
            <a:r>
              <a:rPr lang="en-US" altLang="ko-KR" sz="1200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/</a:t>
            </a:r>
            <a:r>
              <a:rPr lang="ko-KR" altLang="en-US" sz="1200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커리어</a:t>
            </a:r>
            <a:r>
              <a:rPr lang="en-US" altLang="ko-KR" sz="1200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/</a:t>
            </a:r>
            <a:r>
              <a:rPr lang="ko-KR" altLang="en-US" sz="1200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학문  목표 지향성 </a:t>
            </a:r>
            <a:r>
              <a:rPr lang="en-US" altLang="ko-KR" sz="1200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: </a:t>
            </a:r>
          </a:p>
          <a:p>
            <a:r>
              <a:rPr lang="en-US" altLang="ko-KR" sz="1200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ko-KR" altLang="en-US" sz="1200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→ 목표가 높으면 적합도가 낮아도 추천 </a:t>
            </a:r>
            <a:endParaRPr lang="en-US" altLang="ko-KR" sz="1200" spc="-50" dirty="0">
              <a:ln>
                <a:solidFill>
                  <a:schemeClr val="accent1">
                    <a:lumMod val="50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59ED3FAB-F28B-5832-AC07-B74525A243C1}"/>
              </a:ext>
            </a:extLst>
          </p:cNvPr>
          <p:cNvSpPr/>
          <p:nvPr/>
        </p:nvSpPr>
        <p:spPr>
          <a:xfrm>
            <a:off x="6555106" y="1995588"/>
            <a:ext cx="3003517" cy="323233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③ 영향을 미치는 요인은</a:t>
            </a:r>
            <a:r>
              <a:rPr lang="en-US" altLang="ko-KR" sz="12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? = </a:t>
            </a:r>
            <a:r>
              <a:rPr lang="ko-KR" altLang="en-US" sz="12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개인별 목표지향성</a:t>
            </a:r>
            <a:endParaRPr lang="en-US" altLang="ko-KR" sz="1200" spc="-5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grpSp>
        <p:nvGrpSpPr>
          <p:cNvPr id="103" name="그룹 102">
            <a:extLst>
              <a:ext uri="{FF2B5EF4-FFF2-40B4-BE49-F238E27FC236}">
                <a16:creationId xmlns:a16="http://schemas.microsoft.com/office/drawing/2014/main" id="{536FFEF5-C7B4-D426-76DE-9B83CE3AEEEF}"/>
              </a:ext>
            </a:extLst>
          </p:cNvPr>
          <p:cNvGrpSpPr/>
          <p:nvPr/>
        </p:nvGrpSpPr>
        <p:grpSpPr>
          <a:xfrm>
            <a:off x="341060" y="4833939"/>
            <a:ext cx="9217563" cy="1582735"/>
            <a:chOff x="341060" y="5082334"/>
            <a:chExt cx="9217563" cy="1334340"/>
          </a:xfrm>
        </p:grpSpPr>
        <p:cxnSp>
          <p:nvCxnSpPr>
            <p:cNvPr id="52" name="직선 화살표 연결선 51">
              <a:extLst>
                <a:ext uri="{FF2B5EF4-FFF2-40B4-BE49-F238E27FC236}">
                  <a16:creationId xmlns:a16="http://schemas.microsoft.com/office/drawing/2014/main" id="{05E638EB-C76C-C486-3021-0C6DA661C334}"/>
                </a:ext>
              </a:extLst>
            </p:cNvPr>
            <p:cNvCxnSpPr>
              <a:cxnSpLocks/>
              <a:stCxn id="66" idx="3"/>
              <a:endCxn id="69" idx="1"/>
            </p:cNvCxnSpPr>
            <p:nvPr/>
          </p:nvCxnSpPr>
          <p:spPr>
            <a:xfrm>
              <a:off x="2487932" y="6128000"/>
              <a:ext cx="4923357" cy="6754"/>
            </a:xfrm>
            <a:prstGeom prst="straightConnector1">
              <a:avLst/>
            </a:prstGeom>
            <a:ln w="38100" cap="flat" cmpd="sng" algn="ctr">
              <a:solidFill>
                <a:srgbClr val="1E49E2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60" name="직선 화살표 연결선 59">
              <a:extLst>
                <a:ext uri="{FF2B5EF4-FFF2-40B4-BE49-F238E27FC236}">
                  <a16:creationId xmlns:a16="http://schemas.microsoft.com/office/drawing/2014/main" id="{A21118CC-7956-6E70-FF4B-072621DC9AC7}"/>
                </a:ext>
              </a:extLst>
            </p:cNvPr>
            <p:cNvCxnSpPr>
              <a:cxnSpLocks/>
              <a:stCxn id="73" idx="2"/>
            </p:cNvCxnSpPr>
            <p:nvPr/>
          </p:nvCxnSpPr>
          <p:spPr>
            <a:xfrm>
              <a:off x="4952828" y="5873418"/>
              <a:ext cx="172" cy="254582"/>
            </a:xfrm>
            <a:prstGeom prst="straightConnector1">
              <a:avLst/>
            </a:prstGeom>
            <a:ln w="38100" cap="flat" cmpd="sng" algn="ctr">
              <a:solidFill>
                <a:srgbClr val="1E49E2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66" name="사각형: 둥근 모서리 65">
              <a:extLst>
                <a:ext uri="{FF2B5EF4-FFF2-40B4-BE49-F238E27FC236}">
                  <a16:creationId xmlns:a16="http://schemas.microsoft.com/office/drawing/2014/main" id="{960E7E9A-E08F-E94C-4F93-5F0EE57B06AD}"/>
                </a:ext>
              </a:extLst>
            </p:cNvPr>
            <p:cNvSpPr/>
            <p:nvPr/>
          </p:nvSpPr>
          <p:spPr>
            <a:xfrm>
              <a:off x="341060" y="5846079"/>
              <a:ext cx="2146872" cy="563841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19050" cap="flat" cmpd="sng" algn="ctr">
              <a:solidFill>
                <a:srgbClr val="AABAF4"/>
              </a:solidFill>
              <a:prstDash val="solid"/>
              <a:miter lim="800000"/>
            </a:ln>
            <a:effectLst>
              <a:outerShdw blurRad="63500" sx="102000" sy="102000" algn="ctr" rotWithShape="0">
                <a:schemeClr val="tx1">
                  <a:lumMod val="50000"/>
                  <a:lumOff val="50000"/>
                  <a:alpha val="20000"/>
                </a:schemeClr>
              </a:outerShdw>
            </a:effectLst>
          </p:spPr>
          <p:txBody>
            <a:bodyPr tIns="0" rIns="90000" bIns="0" rtlCol="0" anchor="ctr"/>
            <a:lstStyle/>
            <a:p>
              <a:pPr algn="ctr" fontAlgn="base">
                <a:lnSpc>
                  <a:spcPct val="150000"/>
                </a:lnSpc>
                <a:spcBef>
                  <a:spcPct val="0"/>
                </a:spcBef>
                <a:buSzPct val="80000"/>
              </a:pPr>
              <a:r>
                <a:rPr kumimoji="1" lang="ko-KR" altLang="en-US" sz="14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개인</a:t>
              </a:r>
              <a:r>
                <a:rPr kumimoji="1" lang="en-US" altLang="ko-KR" sz="14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 – </a:t>
              </a:r>
              <a:r>
                <a:rPr kumimoji="1" lang="ko-KR" altLang="en-US" sz="14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프로그램 적합도</a:t>
              </a:r>
              <a:endParaRPr kumimoji="1" lang="en-US" altLang="ko-KR" sz="14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67" name="사각형: 둥근 모서리 66">
              <a:extLst>
                <a:ext uri="{FF2B5EF4-FFF2-40B4-BE49-F238E27FC236}">
                  <a16:creationId xmlns:a16="http://schemas.microsoft.com/office/drawing/2014/main" id="{DBC23263-6B76-0E4B-C3CD-AB044594E2A2}"/>
                </a:ext>
              </a:extLst>
            </p:cNvPr>
            <p:cNvSpPr/>
            <p:nvPr/>
          </p:nvSpPr>
          <p:spPr>
            <a:xfrm>
              <a:off x="341060" y="5618836"/>
              <a:ext cx="2147334" cy="232837"/>
            </a:xfrm>
            <a:prstGeom prst="roundRect">
              <a:avLst>
                <a:gd name="adj" fmla="val 0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19050" cap="flat" cmpd="sng" algn="ctr">
              <a:solidFill>
                <a:srgbClr val="B4C7E7"/>
              </a:solidFill>
              <a:prstDash val="solid"/>
              <a:miter lim="800000"/>
            </a:ln>
            <a:effectLst>
              <a:outerShdw blurRad="63500" sx="102000" sy="102000" algn="ctr" rotWithShape="0">
                <a:schemeClr val="tx1">
                  <a:lumMod val="50000"/>
                  <a:lumOff val="50000"/>
                  <a:alpha val="20000"/>
                </a:schemeClr>
              </a:outerShdw>
            </a:effectLst>
          </p:spPr>
          <p:txBody>
            <a:bodyPr tIns="0" rIns="90000" bIns="0" rtlCol="0" anchor="ctr"/>
            <a:lstStyle/>
            <a:p>
              <a:pPr algn="ctr" fontAlgn="base">
                <a:lnSpc>
                  <a:spcPct val="150000"/>
                </a:lnSpc>
                <a:spcBef>
                  <a:spcPct val="0"/>
                </a:spcBef>
                <a:buSzPct val="80000"/>
              </a:pPr>
              <a:r>
                <a:rPr kumimoji="1" lang="ko-KR" altLang="en-US" sz="1400" b="1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독립변수</a:t>
              </a:r>
              <a:endParaRPr kumimoji="1" lang="en-US" altLang="ko-KR" sz="1400" b="1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69" name="사각형: 둥근 모서리 68">
              <a:extLst>
                <a:ext uri="{FF2B5EF4-FFF2-40B4-BE49-F238E27FC236}">
                  <a16:creationId xmlns:a16="http://schemas.microsoft.com/office/drawing/2014/main" id="{A7EB9480-25AF-DD46-2D56-02FBFB023AB5}"/>
                </a:ext>
              </a:extLst>
            </p:cNvPr>
            <p:cNvSpPr/>
            <p:nvPr/>
          </p:nvSpPr>
          <p:spPr>
            <a:xfrm>
              <a:off x="7411289" y="5852833"/>
              <a:ext cx="2146872" cy="563841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19050" cap="flat" cmpd="sng" algn="ctr">
              <a:solidFill>
                <a:srgbClr val="AABAF4"/>
              </a:solidFill>
              <a:prstDash val="solid"/>
              <a:miter lim="800000"/>
            </a:ln>
            <a:effectLst>
              <a:outerShdw blurRad="63500" sx="102000" sy="102000" algn="ctr" rotWithShape="0">
                <a:schemeClr val="tx1">
                  <a:lumMod val="50000"/>
                  <a:lumOff val="50000"/>
                  <a:alpha val="20000"/>
                </a:schemeClr>
              </a:outerShdw>
            </a:effectLst>
          </p:spPr>
          <p:txBody>
            <a:bodyPr tIns="0" rIns="90000" bIns="0" rtlCol="0" anchor="ctr"/>
            <a:lstStyle/>
            <a:p>
              <a:pPr algn="ctr" fontAlgn="base">
                <a:lnSpc>
                  <a:spcPct val="150000"/>
                </a:lnSpc>
                <a:spcBef>
                  <a:spcPct val="0"/>
                </a:spcBef>
                <a:buSzPct val="80000"/>
              </a:pPr>
              <a:r>
                <a:rPr kumimoji="1" lang="ko-KR" altLang="en-US" sz="14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지인 추천 의향</a:t>
              </a:r>
              <a:endParaRPr kumimoji="1" lang="en-US" altLang="ko-KR" sz="14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70" name="사각형: 둥근 모서리 69">
              <a:extLst>
                <a:ext uri="{FF2B5EF4-FFF2-40B4-BE49-F238E27FC236}">
                  <a16:creationId xmlns:a16="http://schemas.microsoft.com/office/drawing/2014/main" id="{2B11FBFB-87BD-5806-D3DE-470D39581C7B}"/>
                </a:ext>
              </a:extLst>
            </p:cNvPr>
            <p:cNvSpPr/>
            <p:nvPr/>
          </p:nvSpPr>
          <p:spPr>
            <a:xfrm>
              <a:off x="7411289" y="5618836"/>
              <a:ext cx="2147334" cy="232837"/>
            </a:xfrm>
            <a:prstGeom prst="roundRect">
              <a:avLst>
                <a:gd name="adj" fmla="val 0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19050" cap="flat" cmpd="sng" algn="ctr">
              <a:solidFill>
                <a:srgbClr val="B4C7E7"/>
              </a:solidFill>
              <a:prstDash val="solid"/>
              <a:miter lim="800000"/>
            </a:ln>
            <a:effectLst>
              <a:outerShdw blurRad="63500" sx="102000" sy="102000" algn="ctr" rotWithShape="0">
                <a:schemeClr val="tx1">
                  <a:lumMod val="50000"/>
                  <a:lumOff val="50000"/>
                  <a:alpha val="20000"/>
                </a:schemeClr>
              </a:outerShdw>
            </a:effectLst>
          </p:spPr>
          <p:txBody>
            <a:bodyPr tIns="0" rIns="90000" bIns="0" rtlCol="0" anchor="ctr"/>
            <a:lstStyle/>
            <a:p>
              <a:pPr algn="ctr" fontAlgn="base">
                <a:lnSpc>
                  <a:spcPct val="150000"/>
                </a:lnSpc>
                <a:spcBef>
                  <a:spcPct val="0"/>
                </a:spcBef>
                <a:buSzPct val="80000"/>
              </a:pPr>
              <a:r>
                <a:rPr kumimoji="1" lang="ko-KR" altLang="en-US" sz="1400" b="1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종속변수</a:t>
              </a:r>
              <a:endParaRPr kumimoji="1" lang="en-US" altLang="ko-KR" sz="1400" b="1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73" name="사각형: 둥근 모서리 72">
              <a:extLst>
                <a:ext uri="{FF2B5EF4-FFF2-40B4-BE49-F238E27FC236}">
                  <a16:creationId xmlns:a16="http://schemas.microsoft.com/office/drawing/2014/main" id="{6DE864B1-A9BD-214A-C7E9-25180F78D113}"/>
                </a:ext>
              </a:extLst>
            </p:cNvPr>
            <p:cNvSpPr/>
            <p:nvPr/>
          </p:nvSpPr>
          <p:spPr>
            <a:xfrm>
              <a:off x="3879392" y="5309577"/>
              <a:ext cx="2146872" cy="563841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19050" cap="flat" cmpd="sng" algn="ctr">
              <a:solidFill>
                <a:srgbClr val="AABAF4"/>
              </a:solidFill>
              <a:prstDash val="solid"/>
              <a:miter lim="800000"/>
            </a:ln>
            <a:effectLst>
              <a:outerShdw blurRad="63500" sx="102000" sy="102000" algn="ctr" rotWithShape="0">
                <a:schemeClr val="tx1">
                  <a:lumMod val="50000"/>
                  <a:lumOff val="50000"/>
                  <a:alpha val="20000"/>
                </a:schemeClr>
              </a:outerShdw>
            </a:effectLst>
          </p:spPr>
          <p:txBody>
            <a:bodyPr tIns="0" rIns="90000" bIns="0" rtlCol="0" anchor="ctr"/>
            <a:lstStyle/>
            <a:p>
              <a:pPr marL="171450" indent="-171450" fontAlgn="base">
                <a:spcBef>
                  <a:spcPct val="0"/>
                </a:spcBef>
                <a:buSzPct val="80000"/>
                <a:buFont typeface="Arial" panose="020B0604020202020204" pitchFamily="34" charset="0"/>
                <a:buChar char="•"/>
              </a:pPr>
              <a:r>
                <a:rPr kumimoji="1" lang="ko-KR" altLang="en-US" sz="11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목표</a:t>
              </a:r>
              <a:r>
                <a:rPr kumimoji="1" lang="en-US" altLang="ko-KR" sz="11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_</a:t>
              </a:r>
              <a:r>
                <a:rPr kumimoji="1" lang="ko-KR" altLang="en-US" sz="11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네트워크</a:t>
              </a:r>
              <a:endParaRPr kumimoji="1" lang="en-US" altLang="ko-KR" sz="11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endParaRPr>
            </a:p>
            <a:p>
              <a:pPr marL="171450" indent="-171450" fontAlgn="base">
                <a:spcBef>
                  <a:spcPct val="0"/>
                </a:spcBef>
                <a:buSzPct val="80000"/>
                <a:buFont typeface="Arial" panose="020B0604020202020204" pitchFamily="34" charset="0"/>
                <a:buChar char="•"/>
              </a:pPr>
              <a:r>
                <a:rPr kumimoji="1" lang="ko-KR" altLang="en-US" sz="11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목표</a:t>
              </a:r>
              <a:r>
                <a:rPr kumimoji="1" lang="en-US" altLang="ko-KR" sz="11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_</a:t>
              </a:r>
              <a:r>
                <a:rPr kumimoji="1" lang="ko-KR" altLang="en-US" sz="11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커리어</a:t>
              </a:r>
              <a:endParaRPr kumimoji="1" lang="en-US" altLang="ko-KR" sz="11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endParaRPr>
            </a:p>
            <a:p>
              <a:pPr marL="171450" indent="-171450" fontAlgn="base">
                <a:spcBef>
                  <a:spcPct val="0"/>
                </a:spcBef>
                <a:buSzPct val="80000"/>
                <a:buFont typeface="Arial" panose="020B0604020202020204" pitchFamily="34" charset="0"/>
                <a:buChar char="•"/>
              </a:pPr>
              <a:r>
                <a:rPr kumimoji="1" lang="ko-KR" altLang="en-US" sz="11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목표</a:t>
              </a:r>
              <a:r>
                <a:rPr kumimoji="1" lang="en-US" altLang="ko-KR" sz="11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_</a:t>
              </a:r>
              <a:r>
                <a:rPr kumimoji="1" lang="ko-KR" altLang="en-US" sz="11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학문</a:t>
              </a:r>
              <a:endParaRPr kumimoji="1" lang="en-US" altLang="ko-KR" sz="11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74" name="사각형: 둥근 모서리 73">
              <a:extLst>
                <a:ext uri="{FF2B5EF4-FFF2-40B4-BE49-F238E27FC236}">
                  <a16:creationId xmlns:a16="http://schemas.microsoft.com/office/drawing/2014/main" id="{9322C537-00EB-236E-93DA-6D37824D9C9C}"/>
                </a:ext>
              </a:extLst>
            </p:cNvPr>
            <p:cNvSpPr/>
            <p:nvPr/>
          </p:nvSpPr>
          <p:spPr>
            <a:xfrm>
              <a:off x="3879392" y="5082334"/>
              <a:ext cx="2147334" cy="232837"/>
            </a:xfrm>
            <a:prstGeom prst="roundRect">
              <a:avLst>
                <a:gd name="adj" fmla="val 0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19050" cap="flat" cmpd="sng" algn="ctr">
              <a:solidFill>
                <a:srgbClr val="B4C7E7"/>
              </a:solidFill>
              <a:prstDash val="solid"/>
              <a:miter lim="800000"/>
            </a:ln>
            <a:effectLst>
              <a:outerShdw blurRad="63500" sx="102000" sy="102000" algn="ctr" rotWithShape="0">
                <a:schemeClr val="tx1">
                  <a:lumMod val="50000"/>
                  <a:lumOff val="50000"/>
                  <a:alpha val="20000"/>
                </a:schemeClr>
              </a:outerShdw>
            </a:effectLst>
          </p:spPr>
          <p:txBody>
            <a:bodyPr tIns="0" rIns="90000" bIns="0" rtlCol="0" anchor="ctr"/>
            <a:lstStyle/>
            <a:p>
              <a:pPr algn="ctr" fontAlgn="base">
                <a:lnSpc>
                  <a:spcPct val="150000"/>
                </a:lnSpc>
                <a:spcBef>
                  <a:spcPct val="0"/>
                </a:spcBef>
                <a:buSzPct val="80000"/>
              </a:pPr>
              <a:r>
                <a:rPr kumimoji="1" lang="ko-KR" altLang="en-US" sz="1400" b="1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조절변수</a:t>
              </a:r>
              <a:endParaRPr kumimoji="1" lang="en-US" altLang="ko-KR" sz="1400" b="1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</p:grpSp>
      <p:sp>
        <p:nvSpPr>
          <p:cNvPr id="93" name="텍스트 개체 틀 1">
            <a:extLst>
              <a:ext uri="{FF2B5EF4-FFF2-40B4-BE49-F238E27FC236}">
                <a16:creationId xmlns:a16="http://schemas.microsoft.com/office/drawing/2014/main" id="{9A4CDED8-5577-C052-6775-870E3584AB30}"/>
              </a:ext>
            </a:extLst>
          </p:cNvPr>
          <p:cNvSpPr txBox="1">
            <a:spLocks/>
          </p:cNvSpPr>
          <p:nvPr/>
        </p:nvSpPr>
        <p:spPr>
          <a:xfrm>
            <a:off x="346831" y="3869797"/>
            <a:ext cx="4464051" cy="3355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ctr" defTabSz="457200" rtl="0" eaLnBrk="1" latinLnBrk="0" hangingPunct="1">
              <a:defRPr lang="en-US" altLang="ko-KR" sz="813" kern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anose="020B0800000000000000" pitchFamily="50" charset="-127"/>
                <a:ea typeface="SpoqaHanSans-Bold" panose="020B0800000000000000" pitchFamily="50" charset="-127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1600" spc="-50" dirty="0">
                <a:latin typeface="페이퍼로지 5 Medium" pitchFamily="2" charset="-127"/>
                <a:ea typeface="페이퍼로지 5 Medium" pitchFamily="2" charset="-127"/>
              </a:rPr>
              <a:t>건국 </a:t>
            </a:r>
            <a:r>
              <a:rPr lang="en-US" altLang="ko-KR" sz="1600" spc="-50" dirty="0">
                <a:latin typeface="페이퍼로지 5 Medium" pitchFamily="2" charset="-127"/>
                <a:ea typeface="페이퍼로지 5 Medium" pitchFamily="2" charset="-127"/>
              </a:rPr>
              <a:t>MBA </a:t>
            </a:r>
            <a:r>
              <a:rPr lang="ko-KR" altLang="en-US" sz="1600" spc="-50" dirty="0">
                <a:latin typeface="페이퍼로지 5 Medium" pitchFamily="2" charset="-127"/>
                <a:ea typeface="페이퍼로지 5 Medium" pitchFamily="2" charset="-127"/>
              </a:rPr>
              <a:t>활성화 방안 분석 예측 모델</a:t>
            </a:r>
          </a:p>
        </p:txBody>
      </p:sp>
      <p:cxnSp>
        <p:nvCxnSpPr>
          <p:cNvPr id="97" name="직선 연결선 96">
            <a:extLst>
              <a:ext uri="{FF2B5EF4-FFF2-40B4-BE49-F238E27FC236}">
                <a16:creationId xmlns:a16="http://schemas.microsoft.com/office/drawing/2014/main" id="{9C02A14C-34B5-E3CB-D173-F5C3B4EB7DB6}"/>
              </a:ext>
            </a:extLst>
          </p:cNvPr>
          <p:cNvCxnSpPr>
            <a:cxnSpLocks/>
          </p:cNvCxnSpPr>
          <p:nvPr/>
        </p:nvCxnSpPr>
        <p:spPr>
          <a:xfrm>
            <a:off x="344488" y="4206983"/>
            <a:ext cx="9213673" cy="0"/>
          </a:xfrm>
          <a:prstGeom prst="line">
            <a:avLst/>
          </a:prstGeom>
          <a:ln w="28575">
            <a:solidFill>
              <a:srgbClr val="00338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텍스트 개체 틀 1">
            <a:extLst>
              <a:ext uri="{FF2B5EF4-FFF2-40B4-BE49-F238E27FC236}">
                <a16:creationId xmlns:a16="http://schemas.microsoft.com/office/drawing/2014/main" id="{04915207-2659-DA86-338F-A7A9BBE8FD3F}"/>
              </a:ext>
            </a:extLst>
          </p:cNvPr>
          <p:cNvSpPr txBox="1">
            <a:spLocks/>
          </p:cNvSpPr>
          <p:nvPr/>
        </p:nvSpPr>
        <p:spPr>
          <a:xfrm>
            <a:off x="498248" y="4258927"/>
            <a:ext cx="9059913" cy="609186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ctr" defTabSz="457200" rtl="0" eaLnBrk="1" latinLnBrk="0" hangingPunct="1">
              <a:defRPr lang="en-US" altLang="ko-KR" sz="813" kern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anose="020B0800000000000000" pitchFamily="50" charset="-127"/>
                <a:ea typeface="SpoqaHanSans-Bold" panose="020B0800000000000000" pitchFamily="50" charset="-127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7313" indent="-87313" algn="l">
              <a:buFont typeface="Arial" panose="020B0604020202020204" pitchFamily="34" charset="0"/>
              <a:buChar char="•"/>
            </a:pPr>
            <a:r>
              <a:rPr lang="en-US" altLang="ko-KR" sz="1400" b="1" dirty="0">
                <a:latin typeface="페이퍼로지 5 Medium" pitchFamily="2" charset="-127"/>
                <a:ea typeface="페이퍼로지 5 Medium" pitchFamily="2" charset="-127"/>
              </a:rPr>
              <a:t>H0 (</a:t>
            </a:r>
            <a:r>
              <a:rPr lang="ko-KR" altLang="en-US" sz="1400" b="1" dirty="0">
                <a:latin typeface="페이퍼로지 5 Medium" pitchFamily="2" charset="-127"/>
                <a:ea typeface="페이퍼로지 5 Medium" pitchFamily="2" charset="-127"/>
              </a:rPr>
              <a:t>귀무가설</a:t>
            </a:r>
            <a:r>
              <a:rPr lang="en-US" altLang="ko-KR" sz="1400" b="1" dirty="0">
                <a:latin typeface="페이퍼로지 5 Medium" pitchFamily="2" charset="-127"/>
                <a:ea typeface="페이퍼로지 5 Medium" pitchFamily="2" charset="-127"/>
              </a:rPr>
              <a:t>): </a:t>
            </a:r>
            <a:r>
              <a:rPr lang="ko-KR" altLang="en-US" sz="1400" dirty="0">
                <a:latin typeface="페이퍼로지 5 Medium" pitchFamily="2" charset="-127"/>
                <a:ea typeface="페이퍼로지 5 Medium" pitchFamily="2" charset="-127"/>
              </a:rPr>
              <a:t>개인</a:t>
            </a:r>
            <a:r>
              <a:rPr lang="en-US" altLang="ko-KR" sz="1400" dirty="0">
                <a:latin typeface="페이퍼로지 5 Medium" pitchFamily="2" charset="-127"/>
                <a:ea typeface="페이퍼로지 5 Medium" pitchFamily="2" charset="-127"/>
              </a:rPr>
              <a:t>–</a:t>
            </a:r>
            <a:r>
              <a:rPr lang="ko-KR" altLang="en-US" sz="1400" dirty="0">
                <a:latin typeface="페이퍼로지 5 Medium" pitchFamily="2" charset="-127"/>
                <a:ea typeface="페이퍼로지 5 Medium" pitchFamily="2" charset="-127"/>
              </a:rPr>
              <a:t>프로그램 적합도</a:t>
            </a:r>
            <a:r>
              <a:rPr lang="en-US" altLang="ko-KR" sz="1400" dirty="0">
                <a:latin typeface="페이퍼로지 5 Medium" pitchFamily="2" charset="-127"/>
                <a:ea typeface="페이퍼로지 5 Medium" pitchFamily="2" charset="-127"/>
              </a:rPr>
              <a:t>(X)</a:t>
            </a:r>
            <a:r>
              <a:rPr lang="ko-KR" altLang="en-US" sz="1400" dirty="0">
                <a:latin typeface="페이퍼로지 5 Medium" pitchFamily="2" charset="-127"/>
                <a:ea typeface="페이퍼로지 5 Medium" pitchFamily="2" charset="-127"/>
              </a:rPr>
              <a:t>는 지인 추천 의향</a:t>
            </a:r>
            <a:r>
              <a:rPr lang="en-US" altLang="ko-KR" sz="1400" dirty="0">
                <a:latin typeface="페이퍼로지 5 Medium" pitchFamily="2" charset="-127"/>
                <a:ea typeface="페이퍼로지 5 Medium" pitchFamily="2" charset="-127"/>
              </a:rPr>
              <a:t>(Y)</a:t>
            </a:r>
            <a:r>
              <a:rPr lang="ko-KR" altLang="en-US" sz="1400" dirty="0">
                <a:latin typeface="페이퍼로지 5 Medium" pitchFamily="2" charset="-127"/>
                <a:ea typeface="페이퍼로지 5 Medium" pitchFamily="2" charset="-127"/>
              </a:rPr>
              <a:t>에 유의한 영향을 미치지 않음</a:t>
            </a:r>
            <a:r>
              <a:rPr lang="en-US" altLang="ko-KR" sz="1400" dirty="0">
                <a:latin typeface="페이퍼로지 5 Medium" pitchFamily="2" charset="-127"/>
                <a:ea typeface="페이퍼로지 5 Medium" pitchFamily="2" charset="-127"/>
              </a:rPr>
              <a:t>.</a:t>
            </a:r>
          </a:p>
          <a:p>
            <a:pPr marL="87313" indent="-87313" algn="l">
              <a:buFont typeface="Arial" panose="020B0604020202020204" pitchFamily="34" charset="0"/>
              <a:buChar char="•"/>
            </a:pPr>
            <a:r>
              <a:rPr lang="en-US" altLang="ko-KR" sz="1400" b="1" dirty="0">
                <a:latin typeface="페이퍼로지 5 Medium" pitchFamily="2" charset="-127"/>
                <a:ea typeface="페이퍼로지 5 Medium" pitchFamily="2" charset="-127"/>
              </a:rPr>
              <a:t>H1 (</a:t>
            </a:r>
            <a:r>
              <a:rPr lang="ko-KR" altLang="en-US" sz="1400" b="1" dirty="0">
                <a:latin typeface="페이퍼로지 5 Medium" pitchFamily="2" charset="-127"/>
                <a:ea typeface="페이퍼로지 5 Medium" pitchFamily="2" charset="-127"/>
              </a:rPr>
              <a:t>대립가설</a:t>
            </a:r>
            <a:r>
              <a:rPr lang="en-US" altLang="ko-KR" sz="1400" b="1" dirty="0">
                <a:latin typeface="페이퍼로지 5 Medium" pitchFamily="2" charset="-127"/>
                <a:ea typeface="페이퍼로지 5 Medium" pitchFamily="2" charset="-127"/>
              </a:rPr>
              <a:t>): </a:t>
            </a:r>
            <a:r>
              <a:rPr lang="ko-KR" altLang="en-US" sz="1400" dirty="0">
                <a:latin typeface="페이퍼로지 5 Medium" pitchFamily="2" charset="-127"/>
                <a:ea typeface="페이퍼로지 5 Medium" pitchFamily="2" charset="-127"/>
              </a:rPr>
              <a:t>개인</a:t>
            </a:r>
            <a:r>
              <a:rPr lang="en-US" altLang="ko-KR" sz="1400" dirty="0">
                <a:latin typeface="페이퍼로지 5 Medium" pitchFamily="2" charset="-127"/>
                <a:ea typeface="페이퍼로지 5 Medium" pitchFamily="2" charset="-127"/>
              </a:rPr>
              <a:t>–</a:t>
            </a:r>
            <a:r>
              <a:rPr lang="ko-KR" altLang="en-US" sz="1400" dirty="0">
                <a:latin typeface="페이퍼로지 5 Medium" pitchFamily="2" charset="-127"/>
                <a:ea typeface="페이퍼로지 5 Medium" pitchFamily="2" charset="-127"/>
              </a:rPr>
              <a:t>프로그램 적합도</a:t>
            </a:r>
            <a:r>
              <a:rPr lang="en-US" altLang="ko-KR" sz="1400" dirty="0">
                <a:latin typeface="페이퍼로지 5 Medium" pitchFamily="2" charset="-127"/>
                <a:ea typeface="페이퍼로지 5 Medium" pitchFamily="2" charset="-127"/>
              </a:rPr>
              <a:t>(X)</a:t>
            </a:r>
            <a:r>
              <a:rPr lang="ko-KR" altLang="en-US" sz="1400" dirty="0">
                <a:latin typeface="페이퍼로지 5 Medium" pitchFamily="2" charset="-127"/>
                <a:ea typeface="페이퍼로지 5 Medium" pitchFamily="2" charset="-127"/>
              </a:rPr>
              <a:t>가 높을수록 지인 추천 의향</a:t>
            </a:r>
            <a:r>
              <a:rPr lang="en-US" altLang="ko-KR" sz="1400" dirty="0">
                <a:latin typeface="페이퍼로지 5 Medium" pitchFamily="2" charset="-127"/>
                <a:ea typeface="페이퍼로지 5 Medium" pitchFamily="2" charset="-127"/>
              </a:rPr>
              <a:t>(Y)</a:t>
            </a:r>
            <a:r>
              <a:rPr lang="ko-KR" altLang="en-US" sz="1400" dirty="0">
                <a:latin typeface="페이퍼로지 5 Medium" pitchFamily="2" charset="-127"/>
                <a:ea typeface="페이퍼로지 5 Medium" pitchFamily="2" charset="-127"/>
              </a:rPr>
              <a:t>이 증가함</a:t>
            </a:r>
            <a:r>
              <a:rPr lang="en-US" altLang="ko-KR" sz="1400" dirty="0">
                <a:latin typeface="페이퍼로지 5 Medium" pitchFamily="2" charset="-127"/>
                <a:ea typeface="페이퍼로지 5 Medium" pitchFamily="2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211076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6CC876-CDDB-EDDE-7920-09F531B12D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C7661A9-23CF-EED7-2496-211615492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spc="-50">
                <a:latin typeface="페이퍼로지 4 Regular" pitchFamily="2" charset="-127"/>
                <a:ea typeface="페이퍼로지 4 Regular" pitchFamily="2" charset="-127"/>
              </a:rPr>
              <a:t>- </a:t>
            </a:r>
            <a:fld id="{F0AEE96D-C800-4200-B178-74DC3655196B}" type="slidenum">
              <a:rPr lang="ko-KR" altLang="en-US" spc="-50">
                <a:latin typeface="페이퍼로지 4 Regular" pitchFamily="2" charset="-127"/>
                <a:ea typeface="페이퍼로지 4 Regular" pitchFamily="2" charset="-127"/>
              </a:rPr>
              <a:pPr/>
              <a:t>2</a:t>
            </a:fld>
            <a:r>
              <a:rPr lang="ko-KR" altLang="en-US" spc="-50">
                <a:latin typeface="페이퍼로지 4 Regular" pitchFamily="2" charset="-127"/>
                <a:ea typeface="페이퍼로지 4 Regular" pitchFamily="2" charset="-127"/>
              </a:rPr>
              <a:t> </a:t>
            </a:r>
            <a:r>
              <a:rPr spc="-50">
                <a:latin typeface="페이퍼로지 4 Regular" pitchFamily="2" charset="-127"/>
                <a:ea typeface="페이퍼로지 4 Regular" pitchFamily="2" charset="-127"/>
              </a:rPr>
              <a:t>-</a:t>
            </a:r>
            <a:endParaRPr lang="ko-KR" altLang="en-US" spc="-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0" name="텍스트 개체 틀 1">
            <a:extLst>
              <a:ext uri="{FF2B5EF4-FFF2-40B4-BE49-F238E27FC236}">
                <a16:creationId xmlns:a16="http://schemas.microsoft.com/office/drawing/2014/main" id="{263CBDF7-832D-A696-39B1-ED12CE62C437}"/>
              </a:ext>
            </a:extLst>
          </p:cNvPr>
          <p:cNvSpPr txBox="1">
            <a:spLocks/>
          </p:cNvSpPr>
          <p:nvPr/>
        </p:nvSpPr>
        <p:spPr>
          <a:xfrm>
            <a:off x="344487" y="836613"/>
            <a:ext cx="9217026" cy="576262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ctr" defTabSz="457200" rtl="0" eaLnBrk="1" latinLnBrk="0" hangingPunct="1">
              <a:defRPr lang="en-US" altLang="ko-KR" sz="813" kern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anose="020B0800000000000000" pitchFamily="50" charset="-127"/>
                <a:ea typeface="SpoqaHanSans-Bold" panose="020B0800000000000000" pitchFamily="50" charset="-127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latinLnBrk="1"/>
            <a:r>
              <a:rPr lang="ko-KR" altLang="en-US" sz="1700" spc="-50" dirty="0">
                <a:latin typeface="페이퍼로지 5 Medium" pitchFamily="2" charset="-127"/>
                <a:ea typeface="페이퍼로지 5 Medium" pitchFamily="2" charset="-127"/>
              </a:rPr>
              <a:t>초기 예측모델 설계를 변수별 설문 문항 및 신뢰도는 다음과 같음</a:t>
            </a:r>
            <a:r>
              <a:rPr lang="en-US" altLang="ko-KR" sz="1700" spc="-50" dirty="0">
                <a:latin typeface="페이퍼로지 5 Medium" pitchFamily="2" charset="-127"/>
                <a:ea typeface="페이퍼로지 5 Medium" pitchFamily="2" charset="-127"/>
              </a:rPr>
              <a:t>.</a:t>
            </a:r>
            <a:endParaRPr lang="ko-KR" altLang="en-US" sz="1700" spc="-50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49F7C713-7A02-A81D-F286-2E4F3B669836}"/>
              </a:ext>
            </a:extLst>
          </p:cNvPr>
          <p:cNvGrpSpPr/>
          <p:nvPr/>
        </p:nvGrpSpPr>
        <p:grpSpPr>
          <a:xfrm>
            <a:off x="0" y="-762844"/>
            <a:ext cx="4375346" cy="626015"/>
            <a:chOff x="0" y="-762844"/>
            <a:chExt cx="4375346" cy="626015"/>
          </a:xfrm>
        </p:grpSpPr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B942584B-5F87-4295-6D42-6FA8260E2720}"/>
                </a:ext>
              </a:extLst>
            </p:cNvPr>
            <p:cNvSpPr txBox="1"/>
            <p:nvPr/>
          </p:nvSpPr>
          <p:spPr>
            <a:xfrm>
              <a:off x="1229274" y="-762844"/>
              <a:ext cx="991907" cy="32898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algn="ctr"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ko-KR" altLang="en-US" sz="1625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페이퍼</a:t>
              </a:r>
              <a:r>
                <a:rPr lang="en-US" altLang="ko-KR" sz="1625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5</a:t>
              </a:r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57AA3F20-8C02-6AFC-3EEB-661C4DE6AB43}"/>
                </a:ext>
              </a:extLst>
            </p:cNvPr>
            <p:cNvSpPr txBox="1"/>
            <p:nvPr/>
          </p:nvSpPr>
          <p:spPr>
            <a:xfrm>
              <a:off x="2316075" y="-762844"/>
              <a:ext cx="991907" cy="32898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algn="ctr"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ko-KR" altLang="en-US" sz="1463" spc="-4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페이퍼</a:t>
              </a:r>
              <a:r>
                <a:rPr lang="en-US" altLang="ko-KR" sz="1463" spc="-4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4</a:t>
              </a:r>
            </a:p>
          </p:txBody>
        </p:sp>
        <p:sp>
          <p:nvSpPr>
            <p:cNvPr id="130" name="직사각형 129">
              <a:extLst>
                <a:ext uri="{FF2B5EF4-FFF2-40B4-BE49-F238E27FC236}">
                  <a16:creationId xmlns:a16="http://schemas.microsoft.com/office/drawing/2014/main" id="{442D0E24-79C4-F2F7-F22D-9E423AB43A8D}"/>
                </a:ext>
              </a:extLst>
            </p:cNvPr>
            <p:cNvSpPr/>
            <p:nvPr/>
          </p:nvSpPr>
          <p:spPr>
            <a:xfrm>
              <a:off x="2288686" y="-311024"/>
              <a:ext cx="289451" cy="162138"/>
            </a:xfrm>
            <a:prstGeom prst="rect">
              <a:avLst/>
            </a:prstGeom>
            <a:solidFill>
              <a:srgbClr val="96969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dirty="0">
                <a:ea typeface="a고딕12" panose="02020600000000000000" pitchFamily="18" charset="-127"/>
              </a:endParaRP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42F104A2-C3B2-0104-9D84-04FD25870483}"/>
                </a:ext>
              </a:extLst>
            </p:cNvPr>
            <p:cNvSpPr txBox="1"/>
            <p:nvPr/>
          </p:nvSpPr>
          <p:spPr>
            <a:xfrm>
              <a:off x="142473" y="-762844"/>
              <a:ext cx="991907" cy="32898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algn="ctr"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ko-KR" altLang="en-US" sz="1625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6 SemiBold" pitchFamily="2" charset="-127"/>
                  <a:ea typeface="페이퍼로지 6 SemiBold" pitchFamily="2" charset="-127"/>
                </a:rPr>
                <a:t>페이퍼</a:t>
              </a:r>
              <a:r>
                <a:rPr lang="en-US" altLang="ko-KR" sz="1625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6 SemiBold" pitchFamily="2" charset="-127"/>
                  <a:ea typeface="페이퍼로지 6 SemiBold" pitchFamily="2" charset="-127"/>
                </a:rPr>
                <a:t>6</a:t>
              </a:r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FB65C7EA-0A5C-48FE-7FA9-50A9FFA551DA}"/>
                </a:ext>
              </a:extLst>
            </p:cNvPr>
            <p:cNvSpPr txBox="1"/>
            <p:nvPr/>
          </p:nvSpPr>
          <p:spPr>
            <a:xfrm>
              <a:off x="3383439" y="-762844"/>
              <a:ext cx="991907" cy="32898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algn="ctr"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ko-KR" altLang="en-US" sz="1463" spc="-4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3 Light" pitchFamily="2" charset="-127"/>
                  <a:ea typeface="페이퍼로지 3 Light" pitchFamily="2" charset="-127"/>
                </a:rPr>
                <a:t>페이퍼</a:t>
              </a:r>
              <a:r>
                <a:rPr lang="en-US" altLang="ko-KR" sz="1463" spc="-4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3 Light" pitchFamily="2" charset="-127"/>
                  <a:ea typeface="페이퍼로지 3 Light" pitchFamily="2" charset="-127"/>
                </a:rPr>
                <a:t>3</a:t>
              </a:r>
            </a:p>
          </p:txBody>
        </p:sp>
        <p:sp>
          <p:nvSpPr>
            <p:cNvPr id="133" name="직사각형 132">
              <a:extLst>
                <a:ext uri="{FF2B5EF4-FFF2-40B4-BE49-F238E27FC236}">
                  <a16:creationId xmlns:a16="http://schemas.microsoft.com/office/drawing/2014/main" id="{F46E1C63-B5F9-BF0A-6A1F-98968B98E2C0}"/>
                </a:ext>
              </a:extLst>
            </p:cNvPr>
            <p:cNvSpPr/>
            <p:nvPr/>
          </p:nvSpPr>
          <p:spPr>
            <a:xfrm>
              <a:off x="1907239" y="-305540"/>
              <a:ext cx="289451" cy="162138"/>
            </a:xfrm>
            <a:prstGeom prst="rect">
              <a:avLst/>
            </a:prstGeom>
            <a:solidFill>
              <a:srgbClr val="F3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  <p:sp>
          <p:nvSpPr>
            <p:cNvPr id="134" name="직사각형 133">
              <a:extLst>
                <a:ext uri="{FF2B5EF4-FFF2-40B4-BE49-F238E27FC236}">
                  <a16:creationId xmlns:a16="http://schemas.microsoft.com/office/drawing/2014/main" id="{AB9BCC71-3274-D865-7387-F67ED08CEA18}"/>
                </a:ext>
              </a:extLst>
            </p:cNvPr>
            <p:cNvSpPr/>
            <p:nvPr/>
          </p:nvSpPr>
          <p:spPr>
            <a:xfrm>
              <a:off x="1525792" y="-298967"/>
              <a:ext cx="289451" cy="162138"/>
            </a:xfrm>
            <a:prstGeom prst="rect">
              <a:avLst/>
            </a:prstGeom>
            <a:solidFill>
              <a:srgbClr val="AABAF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  <p:sp>
          <p:nvSpPr>
            <p:cNvPr id="135" name="직사각형 134">
              <a:extLst>
                <a:ext uri="{FF2B5EF4-FFF2-40B4-BE49-F238E27FC236}">
                  <a16:creationId xmlns:a16="http://schemas.microsoft.com/office/drawing/2014/main" id="{AB22981E-A580-0DB0-F1A5-04A410EE73A0}"/>
                </a:ext>
              </a:extLst>
            </p:cNvPr>
            <p:cNvSpPr/>
            <p:nvPr/>
          </p:nvSpPr>
          <p:spPr>
            <a:xfrm>
              <a:off x="381448" y="-298967"/>
              <a:ext cx="289451" cy="162138"/>
            </a:xfrm>
            <a:prstGeom prst="rect">
              <a:avLst/>
            </a:prstGeom>
            <a:solidFill>
              <a:srgbClr val="00338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  <p:sp>
          <p:nvSpPr>
            <p:cNvPr id="136" name="직사각형 135">
              <a:extLst>
                <a:ext uri="{FF2B5EF4-FFF2-40B4-BE49-F238E27FC236}">
                  <a16:creationId xmlns:a16="http://schemas.microsoft.com/office/drawing/2014/main" id="{08BEC6CF-3E13-BC2C-0A1F-D174B87C3D54}"/>
                </a:ext>
              </a:extLst>
            </p:cNvPr>
            <p:cNvSpPr/>
            <p:nvPr/>
          </p:nvSpPr>
          <p:spPr>
            <a:xfrm>
              <a:off x="762896" y="-298967"/>
              <a:ext cx="289451" cy="162138"/>
            </a:xfrm>
            <a:prstGeom prst="rect">
              <a:avLst/>
            </a:prstGeom>
            <a:solidFill>
              <a:srgbClr val="1E49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  <p:sp>
          <p:nvSpPr>
            <p:cNvPr id="137" name="직사각형 136">
              <a:extLst>
                <a:ext uri="{FF2B5EF4-FFF2-40B4-BE49-F238E27FC236}">
                  <a16:creationId xmlns:a16="http://schemas.microsoft.com/office/drawing/2014/main" id="{88626212-4CC1-CD6B-F162-BB86FED77FFF}"/>
                </a:ext>
              </a:extLst>
            </p:cNvPr>
            <p:cNvSpPr/>
            <p:nvPr/>
          </p:nvSpPr>
          <p:spPr>
            <a:xfrm>
              <a:off x="1144344" y="-298967"/>
              <a:ext cx="289451" cy="162138"/>
            </a:xfrm>
            <a:prstGeom prst="rect">
              <a:avLst/>
            </a:prstGeom>
            <a:solidFill>
              <a:srgbClr val="5F7D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  <p:sp>
          <p:nvSpPr>
            <p:cNvPr id="138" name="직사각형 137">
              <a:extLst>
                <a:ext uri="{FF2B5EF4-FFF2-40B4-BE49-F238E27FC236}">
                  <a16:creationId xmlns:a16="http://schemas.microsoft.com/office/drawing/2014/main" id="{4F90C89E-DCC7-653A-37EA-67D824742D8C}"/>
                </a:ext>
              </a:extLst>
            </p:cNvPr>
            <p:cNvSpPr/>
            <p:nvPr/>
          </p:nvSpPr>
          <p:spPr>
            <a:xfrm>
              <a:off x="0" y="-305540"/>
              <a:ext cx="289451" cy="162138"/>
            </a:xfrm>
            <a:prstGeom prst="rect">
              <a:avLst/>
            </a:prstGeom>
            <a:solidFill>
              <a:srgbClr val="2F485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</p:grp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E6BA4D6A-5776-E37B-D466-0A3B20533D73}"/>
              </a:ext>
            </a:extLst>
          </p:cNvPr>
          <p:cNvSpPr/>
          <p:nvPr/>
        </p:nvSpPr>
        <p:spPr>
          <a:xfrm>
            <a:off x="344488" y="262250"/>
            <a:ext cx="115827" cy="46800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0" fontAlgn="base" latinLnBrk="1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kumimoji="0" lang="ko-KR" altLang="en-US" sz="1400" b="0" i="0" u="none" strike="noStrike" kern="1200" cap="none" spc="-5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sp>
        <p:nvSpPr>
          <p:cNvPr id="140" name="직사각형 139">
            <a:extLst>
              <a:ext uri="{FF2B5EF4-FFF2-40B4-BE49-F238E27FC236}">
                <a16:creationId xmlns:a16="http://schemas.microsoft.com/office/drawing/2014/main" id="{552CCA88-2F32-8D7A-9E73-AF5CFD867DA3}"/>
              </a:ext>
            </a:extLst>
          </p:cNvPr>
          <p:cNvSpPr/>
          <p:nvPr/>
        </p:nvSpPr>
        <p:spPr>
          <a:xfrm>
            <a:off x="498248" y="262250"/>
            <a:ext cx="1124475" cy="468000"/>
          </a:xfrm>
          <a:prstGeom prst="rect">
            <a:avLst/>
          </a:prstGeom>
          <a:solidFill>
            <a:srgbClr val="1E49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buNone/>
              <a:defRPr/>
            </a:pPr>
            <a:r>
              <a:rPr lang="ko-KR" altLang="en-US" sz="1400" spc="-50" dirty="0">
                <a:solidFill>
                  <a:prstClr val="white"/>
                </a:solidFill>
                <a:latin typeface="페이퍼로지 6 SemiBold" pitchFamily="2" charset="-127"/>
                <a:ea typeface="페이퍼로지 6 SemiBold" pitchFamily="2" charset="-127"/>
              </a:rPr>
              <a:t>분석 개요</a:t>
            </a:r>
          </a:p>
        </p:txBody>
      </p:sp>
      <p:sp>
        <p:nvSpPr>
          <p:cNvPr id="44" name="텍스트 개체 틀 1">
            <a:extLst>
              <a:ext uri="{FF2B5EF4-FFF2-40B4-BE49-F238E27FC236}">
                <a16:creationId xmlns:a16="http://schemas.microsoft.com/office/drawing/2014/main" id="{F7618270-0C87-53F0-EB61-A1316AAF14F1}"/>
              </a:ext>
            </a:extLst>
          </p:cNvPr>
          <p:cNvSpPr txBox="1">
            <a:spLocks/>
          </p:cNvSpPr>
          <p:nvPr/>
        </p:nvSpPr>
        <p:spPr>
          <a:xfrm>
            <a:off x="346831" y="1538207"/>
            <a:ext cx="4464051" cy="3355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ctr" defTabSz="457200" rtl="0" eaLnBrk="1" latinLnBrk="0" hangingPunct="1">
              <a:defRPr lang="en-US" altLang="ko-KR" sz="813" kern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anose="020B0800000000000000" pitchFamily="50" charset="-127"/>
                <a:ea typeface="SpoqaHanSans-Bold" panose="020B0800000000000000" pitchFamily="50" charset="-127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1600" spc="-50" dirty="0">
                <a:latin typeface="페이퍼로지 5 Medium" pitchFamily="2" charset="-127"/>
                <a:ea typeface="페이퍼로지 5 Medium" pitchFamily="2" charset="-127"/>
              </a:rPr>
              <a:t>설문 문항 설정 및 신뢰도</a:t>
            </a:r>
          </a:p>
        </p:txBody>
      </p: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EA11B009-F9E9-F6C7-61A6-5FFF710281EE}"/>
              </a:ext>
            </a:extLst>
          </p:cNvPr>
          <p:cNvCxnSpPr>
            <a:cxnSpLocks/>
          </p:cNvCxnSpPr>
          <p:nvPr/>
        </p:nvCxnSpPr>
        <p:spPr>
          <a:xfrm>
            <a:off x="344488" y="1875393"/>
            <a:ext cx="9213673" cy="0"/>
          </a:xfrm>
          <a:prstGeom prst="line">
            <a:avLst/>
          </a:prstGeom>
          <a:ln w="28575">
            <a:solidFill>
              <a:srgbClr val="00338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95C72744-9364-B4A9-23CE-5BD7D5516985}"/>
              </a:ext>
            </a:extLst>
          </p:cNvPr>
          <p:cNvGrpSpPr/>
          <p:nvPr/>
        </p:nvGrpSpPr>
        <p:grpSpPr>
          <a:xfrm>
            <a:off x="341080" y="2336324"/>
            <a:ext cx="1282116" cy="1290056"/>
            <a:chOff x="341060" y="5470314"/>
            <a:chExt cx="2147334" cy="938348"/>
          </a:xfrm>
        </p:grpSpPr>
        <p:sp>
          <p:nvSpPr>
            <p:cNvPr id="6" name="사각형: 둥근 모서리 5">
              <a:extLst>
                <a:ext uri="{FF2B5EF4-FFF2-40B4-BE49-F238E27FC236}">
                  <a16:creationId xmlns:a16="http://schemas.microsoft.com/office/drawing/2014/main" id="{2A09DF1A-62C5-B407-5D78-48DCC010639D}"/>
                </a:ext>
              </a:extLst>
            </p:cNvPr>
            <p:cNvSpPr/>
            <p:nvPr/>
          </p:nvSpPr>
          <p:spPr>
            <a:xfrm>
              <a:off x="341060" y="5739859"/>
              <a:ext cx="2146872" cy="668803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19050" cap="flat" cmpd="sng" algn="ctr">
              <a:solidFill>
                <a:srgbClr val="AABAF4"/>
              </a:solidFill>
              <a:prstDash val="solid"/>
              <a:miter lim="800000"/>
            </a:ln>
            <a:effectLst>
              <a:outerShdw blurRad="63500" sx="102000" sy="102000" algn="ctr" rotWithShape="0">
                <a:schemeClr val="tx1">
                  <a:lumMod val="50000"/>
                  <a:lumOff val="50000"/>
                  <a:alpha val="20000"/>
                </a:schemeClr>
              </a:outerShdw>
            </a:effectLst>
          </p:spPr>
          <p:txBody>
            <a:bodyPr tIns="0" rIns="90000" bIns="0" rtlCol="0" anchor="ctr"/>
            <a:lstStyle/>
            <a:p>
              <a:pPr algn="ctr" fontAlgn="base">
                <a:lnSpc>
                  <a:spcPct val="150000"/>
                </a:lnSpc>
                <a:spcBef>
                  <a:spcPct val="0"/>
                </a:spcBef>
                <a:buSzPct val="80000"/>
              </a:pPr>
              <a:r>
                <a:rPr kumimoji="1" lang="ko-KR" altLang="en-US" sz="14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개인</a:t>
              </a:r>
              <a:r>
                <a:rPr kumimoji="1" lang="en-US" altLang="ko-KR" sz="14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 – </a:t>
              </a:r>
              <a:r>
                <a:rPr kumimoji="1" lang="ko-KR" altLang="en-US" sz="14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프로그램 적합도</a:t>
              </a:r>
              <a:endParaRPr kumimoji="1" lang="en-US" altLang="ko-KR" sz="14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7" name="사각형: 둥근 모서리 6">
              <a:extLst>
                <a:ext uri="{FF2B5EF4-FFF2-40B4-BE49-F238E27FC236}">
                  <a16:creationId xmlns:a16="http://schemas.microsoft.com/office/drawing/2014/main" id="{FC753BBE-13CA-7A22-F678-96C44CF0D9E5}"/>
                </a:ext>
              </a:extLst>
            </p:cNvPr>
            <p:cNvSpPr/>
            <p:nvPr/>
          </p:nvSpPr>
          <p:spPr>
            <a:xfrm>
              <a:off x="341060" y="5470314"/>
              <a:ext cx="2147334" cy="276181"/>
            </a:xfrm>
            <a:prstGeom prst="roundRect">
              <a:avLst>
                <a:gd name="adj" fmla="val 0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19050" cap="flat" cmpd="sng" algn="ctr">
              <a:solidFill>
                <a:srgbClr val="B4C7E7"/>
              </a:solidFill>
              <a:prstDash val="solid"/>
              <a:miter lim="800000"/>
            </a:ln>
            <a:effectLst>
              <a:outerShdw blurRad="63500" sx="102000" sy="102000" algn="ctr" rotWithShape="0">
                <a:schemeClr val="tx1">
                  <a:lumMod val="50000"/>
                  <a:lumOff val="50000"/>
                  <a:alpha val="20000"/>
                </a:schemeClr>
              </a:outerShdw>
            </a:effectLst>
          </p:spPr>
          <p:txBody>
            <a:bodyPr tIns="0" rIns="90000" bIns="0" rtlCol="0" anchor="ctr"/>
            <a:lstStyle/>
            <a:p>
              <a:pPr algn="ctr" fontAlgn="base">
                <a:lnSpc>
                  <a:spcPct val="150000"/>
                </a:lnSpc>
                <a:spcBef>
                  <a:spcPct val="0"/>
                </a:spcBef>
                <a:buSzPct val="80000"/>
              </a:pPr>
              <a:r>
                <a:rPr kumimoji="1" lang="ko-KR" altLang="en-US" sz="1400" b="1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독립변수</a:t>
              </a:r>
              <a:endParaRPr kumimoji="1" lang="en-US" altLang="ko-KR" sz="1400" b="1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3AAD9D4D-C537-41D2-E16C-61DED2556611}"/>
              </a:ext>
            </a:extLst>
          </p:cNvPr>
          <p:cNvGrpSpPr/>
          <p:nvPr/>
        </p:nvGrpSpPr>
        <p:grpSpPr>
          <a:xfrm>
            <a:off x="340135" y="5191241"/>
            <a:ext cx="1282116" cy="1301071"/>
            <a:chOff x="7411289" y="5470314"/>
            <a:chExt cx="2147334" cy="946360"/>
          </a:xfrm>
        </p:grpSpPr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90689B57-6A9B-F408-1DB6-EE12AFAD517F}"/>
                </a:ext>
              </a:extLst>
            </p:cNvPr>
            <p:cNvSpPr/>
            <p:nvPr/>
          </p:nvSpPr>
          <p:spPr>
            <a:xfrm>
              <a:off x="7411289" y="5747871"/>
              <a:ext cx="2146872" cy="668803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19050" cap="flat" cmpd="sng" algn="ctr">
              <a:solidFill>
                <a:srgbClr val="AABAF4"/>
              </a:solidFill>
              <a:prstDash val="solid"/>
              <a:miter lim="800000"/>
            </a:ln>
            <a:effectLst>
              <a:outerShdw blurRad="63500" sx="102000" sy="102000" algn="ctr" rotWithShape="0">
                <a:schemeClr val="tx1">
                  <a:lumMod val="50000"/>
                  <a:lumOff val="50000"/>
                  <a:alpha val="20000"/>
                </a:schemeClr>
              </a:outerShdw>
            </a:effectLst>
          </p:spPr>
          <p:txBody>
            <a:bodyPr tIns="0" rIns="90000" bIns="0" rtlCol="0" anchor="ctr"/>
            <a:lstStyle/>
            <a:p>
              <a:pPr algn="ctr" fontAlgn="base">
                <a:lnSpc>
                  <a:spcPct val="150000"/>
                </a:lnSpc>
                <a:spcBef>
                  <a:spcPct val="0"/>
                </a:spcBef>
                <a:buSzPct val="80000"/>
              </a:pPr>
              <a:r>
                <a:rPr kumimoji="1" lang="ko-KR" altLang="en-US" sz="14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지인 추천 의향</a:t>
              </a:r>
              <a:endParaRPr kumimoji="1" lang="en-US" altLang="ko-KR" sz="14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9" name="사각형: 둥근 모서리 8">
              <a:extLst>
                <a:ext uri="{FF2B5EF4-FFF2-40B4-BE49-F238E27FC236}">
                  <a16:creationId xmlns:a16="http://schemas.microsoft.com/office/drawing/2014/main" id="{4F290C81-76A1-E36B-A244-08E9487D0960}"/>
                </a:ext>
              </a:extLst>
            </p:cNvPr>
            <p:cNvSpPr/>
            <p:nvPr/>
          </p:nvSpPr>
          <p:spPr>
            <a:xfrm>
              <a:off x="7411289" y="5470314"/>
              <a:ext cx="2147334" cy="276181"/>
            </a:xfrm>
            <a:prstGeom prst="roundRect">
              <a:avLst>
                <a:gd name="adj" fmla="val 0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19050" cap="flat" cmpd="sng" algn="ctr">
              <a:solidFill>
                <a:srgbClr val="B4C7E7"/>
              </a:solidFill>
              <a:prstDash val="solid"/>
              <a:miter lim="800000"/>
            </a:ln>
            <a:effectLst>
              <a:outerShdw blurRad="63500" sx="102000" sy="102000" algn="ctr" rotWithShape="0">
                <a:schemeClr val="tx1">
                  <a:lumMod val="50000"/>
                  <a:lumOff val="50000"/>
                  <a:alpha val="20000"/>
                </a:schemeClr>
              </a:outerShdw>
            </a:effectLst>
          </p:spPr>
          <p:txBody>
            <a:bodyPr tIns="0" rIns="90000" bIns="0" rtlCol="0" anchor="ctr"/>
            <a:lstStyle/>
            <a:p>
              <a:pPr algn="ctr" fontAlgn="base">
                <a:lnSpc>
                  <a:spcPct val="150000"/>
                </a:lnSpc>
                <a:spcBef>
                  <a:spcPct val="0"/>
                </a:spcBef>
                <a:buSzPct val="80000"/>
              </a:pPr>
              <a:r>
                <a:rPr kumimoji="1" lang="ko-KR" altLang="en-US" sz="1400" b="1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종속변수</a:t>
              </a:r>
              <a:endParaRPr kumimoji="1" lang="en-US" altLang="ko-KR" sz="1400" b="1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</p:grp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DF547DA1-A31A-F5A2-D710-884CA5F232E6}"/>
              </a:ext>
            </a:extLst>
          </p:cNvPr>
          <p:cNvSpPr/>
          <p:nvPr/>
        </p:nvSpPr>
        <p:spPr>
          <a:xfrm>
            <a:off x="340606" y="4134357"/>
            <a:ext cx="2367422" cy="91948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9050" cap="flat" cmpd="sng" algn="ctr">
            <a:solidFill>
              <a:srgbClr val="AABAF4"/>
            </a:solidFill>
            <a:prstDash val="solid"/>
            <a:miter lim="800000"/>
          </a:ln>
          <a:effectLst>
            <a:outerShdw blurRad="63500" sx="102000" sy="102000" algn="ctr" rotWithShape="0">
              <a:schemeClr val="tx1">
                <a:lumMod val="50000"/>
                <a:lumOff val="50000"/>
                <a:alpha val="20000"/>
              </a:schemeClr>
            </a:outerShdw>
          </a:effectLst>
        </p:spPr>
        <p:txBody>
          <a:bodyPr tIns="0" rIns="90000" bIns="0" rtlCol="0" anchor="ctr"/>
          <a:lstStyle/>
          <a:p>
            <a:pPr marL="171450" indent="-171450" fontAlgn="base">
              <a:spcBef>
                <a:spcPct val="0"/>
              </a:spcBef>
              <a:buSzPct val="80000"/>
              <a:buFont typeface="Arial" panose="020B0604020202020204" pitchFamily="34" charset="0"/>
              <a:buChar char="•"/>
            </a:pPr>
            <a:r>
              <a:rPr kumimoji="1" lang="ko-KR" altLang="en-US" sz="11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목표</a:t>
            </a:r>
            <a:r>
              <a:rPr kumimoji="1" lang="en-US" altLang="ko-KR" sz="11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_</a:t>
            </a:r>
            <a:r>
              <a:rPr kumimoji="1" lang="ko-KR" altLang="en-US" sz="11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네트워크</a:t>
            </a:r>
            <a:endParaRPr kumimoji="1" lang="en-US" altLang="ko-KR" sz="1100" kern="0" spc="-50" dirty="0">
              <a:ln>
                <a:solidFill>
                  <a:srgbClr val="4F81BD">
                    <a:alpha val="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페이퍼로지 4 Regular" pitchFamily="2" charset="-127"/>
              <a:ea typeface="페이퍼로지 4 Regular" pitchFamily="2" charset="-127"/>
            </a:endParaRPr>
          </a:p>
          <a:p>
            <a:pPr marL="171450" indent="-171450" fontAlgn="base">
              <a:spcBef>
                <a:spcPct val="0"/>
              </a:spcBef>
              <a:buSzPct val="80000"/>
              <a:buFont typeface="Arial" panose="020B0604020202020204" pitchFamily="34" charset="0"/>
              <a:buChar char="•"/>
            </a:pPr>
            <a:r>
              <a:rPr kumimoji="1" lang="ko-KR" altLang="en-US" sz="11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목표</a:t>
            </a:r>
            <a:r>
              <a:rPr kumimoji="1" lang="en-US" altLang="ko-KR" sz="11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_</a:t>
            </a:r>
            <a:r>
              <a:rPr kumimoji="1" lang="ko-KR" altLang="en-US" sz="11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커리어</a:t>
            </a:r>
            <a:endParaRPr kumimoji="1" lang="en-US" altLang="ko-KR" sz="1100" kern="0" spc="-50" dirty="0">
              <a:ln>
                <a:solidFill>
                  <a:srgbClr val="4F81BD">
                    <a:alpha val="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페이퍼로지 4 Regular" pitchFamily="2" charset="-127"/>
              <a:ea typeface="페이퍼로지 4 Regular" pitchFamily="2" charset="-127"/>
            </a:endParaRPr>
          </a:p>
          <a:p>
            <a:pPr marL="171450" indent="-171450" fontAlgn="base">
              <a:spcBef>
                <a:spcPct val="0"/>
              </a:spcBef>
              <a:buSzPct val="80000"/>
              <a:buFont typeface="Arial" panose="020B0604020202020204" pitchFamily="34" charset="0"/>
              <a:buChar char="•"/>
            </a:pPr>
            <a:r>
              <a:rPr kumimoji="1" lang="ko-KR" altLang="en-US" sz="11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목표</a:t>
            </a:r>
            <a:r>
              <a:rPr kumimoji="1" lang="en-US" altLang="ko-KR" sz="11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_</a:t>
            </a:r>
            <a:r>
              <a:rPr kumimoji="1" lang="ko-KR" altLang="en-US" sz="11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학문</a:t>
            </a:r>
            <a:endParaRPr kumimoji="1" lang="en-US" altLang="ko-KR" sz="1100" kern="0" spc="-50" dirty="0">
              <a:ln>
                <a:solidFill>
                  <a:srgbClr val="4F81BD">
                    <a:alpha val="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26DC594C-CDC4-D2B1-5BFD-4262675828AA}"/>
              </a:ext>
            </a:extLst>
          </p:cNvPr>
          <p:cNvSpPr/>
          <p:nvPr/>
        </p:nvSpPr>
        <p:spPr>
          <a:xfrm>
            <a:off x="340606" y="3763781"/>
            <a:ext cx="2367931" cy="379698"/>
          </a:xfrm>
          <a:prstGeom prst="roundRect">
            <a:avLst>
              <a:gd name="adj" fmla="val 0"/>
            </a:avLst>
          </a:prstGeom>
          <a:solidFill>
            <a:schemeClr val="accent1">
              <a:lumMod val="40000"/>
              <a:lumOff val="60000"/>
            </a:schemeClr>
          </a:solidFill>
          <a:ln w="19050" cap="flat" cmpd="sng" algn="ctr">
            <a:solidFill>
              <a:srgbClr val="B4C7E7"/>
            </a:solidFill>
            <a:prstDash val="solid"/>
            <a:miter lim="800000"/>
          </a:ln>
          <a:effectLst>
            <a:outerShdw blurRad="63500" sx="102000" sy="102000" algn="ctr" rotWithShape="0">
              <a:schemeClr val="tx1">
                <a:lumMod val="50000"/>
                <a:lumOff val="50000"/>
                <a:alpha val="20000"/>
              </a:schemeClr>
            </a:outerShdw>
          </a:effectLst>
        </p:spPr>
        <p:txBody>
          <a:bodyPr tIns="0" rIns="90000" bIns="0" rtlCol="0" anchor="ctr"/>
          <a:lstStyle/>
          <a:p>
            <a:pPr algn="ctr" fontAlgn="base">
              <a:lnSpc>
                <a:spcPct val="150000"/>
              </a:lnSpc>
              <a:spcBef>
                <a:spcPct val="0"/>
              </a:spcBef>
              <a:buSzPct val="80000"/>
            </a:pPr>
            <a:r>
              <a:rPr kumimoji="1" lang="ko-KR" altLang="en-US" sz="1400" b="1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조절변수</a:t>
            </a:r>
            <a:endParaRPr kumimoji="1" lang="en-US" altLang="ko-KR" sz="1400" b="1" kern="0" spc="-50" dirty="0">
              <a:ln>
                <a:solidFill>
                  <a:srgbClr val="4F81BD">
                    <a:alpha val="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20A9D256-07A9-4213-15D7-7DEC49C52822}"/>
              </a:ext>
            </a:extLst>
          </p:cNvPr>
          <p:cNvSpPr/>
          <p:nvPr/>
        </p:nvSpPr>
        <p:spPr>
          <a:xfrm>
            <a:off x="344490" y="1935186"/>
            <a:ext cx="1279298" cy="323233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구분</a:t>
            </a:r>
            <a:endParaRPr lang="en-US" altLang="ko-KR" sz="1200" spc="-5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8661720E-DF94-5BC0-B2F6-E6062E554EE0}"/>
              </a:ext>
            </a:extLst>
          </p:cNvPr>
          <p:cNvSpPr/>
          <p:nvPr/>
        </p:nvSpPr>
        <p:spPr>
          <a:xfrm>
            <a:off x="1756038" y="1935186"/>
            <a:ext cx="952500" cy="323233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신뢰도</a:t>
            </a:r>
            <a:r>
              <a:rPr lang="en-US" altLang="ko-KR" sz="12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(</a:t>
            </a:r>
            <a:r>
              <a:rPr lang="el-GR" altLang="ko-KR" sz="12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ea typeface="페이퍼로지 5 Medium" pitchFamily="2" charset="-127"/>
              </a:rPr>
              <a:t>α</a:t>
            </a:r>
            <a:r>
              <a:rPr lang="en-US" altLang="ko-KR" sz="12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ea typeface="페이퍼로지 5 Medium" pitchFamily="2" charset="-127"/>
              </a:rPr>
              <a:t>)</a:t>
            </a:r>
            <a:endParaRPr lang="en-US" altLang="ko-KR" sz="1200" spc="-5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DA80ACAD-0AA5-BFC3-A8A9-CEC0C9F6DF66}"/>
              </a:ext>
            </a:extLst>
          </p:cNvPr>
          <p:cNvGrpSpPr/>
          <p:nvPr/>
        </p:nvGrpSpPr>
        <p:grpSpPr>
          <a:xfrm>
            <a:off x="2840790" y="2336325"/>
            <a:ext cx="6720723" cy="1290054"/>
            <a:chOff x="2664009" y="3565344"/>
            <a:chExt cx="6692933" cy="1009197"/>
          </a:xfrm>
        </p:grpSpPr>
        <p:sp>
          <p:nvSpPr>
            <p:cNvPr id="34" name="사각형: 둥근 모서리 33">
              <a:extLst>
                <a:ext uri="{FF2B5EF4-FFF2-40B4-BE49-F238E27FC236}">
                  <a16:creationId xmlns:a16="http://schemas.microsoft.com/office/drawing/2014/main" id="{CD6624B0-395F-1A52-5A5B-8F32DEFAD7F2}"/>
                </a:ext>
              </a:extLst>
            </p:cNvPr>
            <p:cNvSpPr/>
            <p:nvPr/>
          </p:nvSpPr>
          <p:spPr>
            <a:xfrm>
              <a:off x="2664009" y="3565344"/>
              <a:ext cx="6692933" cy="302225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19050" cap="flat" cmpd="sng" algn="ctr">
              <a:solidFill>
                <a:srgbClr val="AABAF4"/>
              </a:solidFill>
              <a:prstDash val="solid"/>
              <a:miter lim="800000"/>
            </a:ln>
            <a:effectLst>
              <a:outerShdw blurRad="63500" sx="102000" sy="102000" algn="ctr" rotWithShape="0">
                <a:schemeClr val="tx1">
                  <a:lumMod val="50000"/>
                  <a:lumOff val="50000"/>
                  <a:alpha val="20000"/>
                </a:schemeClr>
              </a:outerShdw>
            </a:effectLst>
          </p:spPr>
          <p:txBody>
            <a:bodyPr tIns="0" rIns="90000" bIns="0" rtlCol="0" anchor="ctr"/>
            <a:lstStyle/>
            <a:p>
              <a:pPr fontAlgn="base">
                <a:spcBef>
                  <a:spcPct val="0"/>
                </a:spcBef>
                <a:buSzPct val="80000"/>
              </a:pPr>
              <a:r>
                <a:rPr kumimoji="1" lang="ko-KR" altLang="en-US" sz="12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건국 </a:t>
              </a:r>
              <a:r>
                <a:rPr kumimoji="1" lang="en-US" altLang="ko-KR" sz="12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MBA </a:t>
              </a:r>
              <a:r>
                <a:rPr kumimoji="1" lang="ko-KR" altLang="en-US" sz="12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프로그램</a:t>
              </a:r>
              <a:r>
                <a:rPr kumimoji="1" lang="en-US" altLang="ko-KR" sz="12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(</a:t>
              </a:r>
              <a:r>
                <a:rPr kumimoji="1" lang="ko-KR" altLang="en-US" sz="12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교육과정</a:t>
              </a:r>
              <a:r>
                <a:rPr kumimoji="1" lang="en-US" altLang="ko-KR" sz="12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, </a:t>
              </a:r>
              <a:r>
                <a:rPr kumimoji="1" lang="ko-KR" altLang="en-US" sz="12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행사</a:t>
              </a:r>
              <a:r>
                <a:rPr kumimoji="1" lang="en-US" altLang="ko-KR" sz="12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, </a:t>
              </a:r>
              <a:r>
                <a:rPr kumimoji="1" lang="ko-KR" altLang="en-US" sz="1200" kern="0" spc="-50" dirty="0" err="1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원우회</a:t>
              </a:r>
              <a:r>
                <a:rPr kumimoji="1" lang="ko-KR" altLang="en-US" sz="12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 모임 등</a:t>
              </a:r>
              <a:r>
                <a:rPr kumimoji="1" lang="en-US" altLang="ko-KR" sz="12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)</a:t>
              </a:r>
              <a:r>
                <a:rPr kumimoji="1" lang="ko-KR" altLang="en-US" sz="12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이 내가 최우선으로 원하는 목표</a:t>
              </a:r>
              <a:r>
                <a:rPr kumimoji="1" lang="en-US" altLang="ko-KR" sz="12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(</a:t>
              </a:r>
              <a:r>
                <a:rPr kumimoji="1" lang="ko-KR" altLang="en-US" sz="12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지식</a:t>
              </a:r>
              <a:r>
                <a:rPr kumimoji="1" lang="en-US" altLang="ko-KR" sz="12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/</a:t>
              </a:r>
              <a:r>
                <a:rPr kumimoji="1" lang="ko-KR" altLang="en-US" sz="12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네트워크</a:t>
              </a:r>
              <a:r>
                <a:rPr kumimoji="1" lang="en-US" altLang="ko-KR" sz="12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/</a:t>
              </a:r>
              <a:r>
                <a:rPr kumimoji="1" lang="ko-KR" altLang="en-US" sz="12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커리어</a:t>
              </a:r>
              <a:r>
                <a:rPr kumimoji="1" lang="en-US" altLang="ko-KR" sz="12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)</a:t>
              </a:r>
              <a:r>
                <a:rPr kumimoji="1" lang="ko-KR" altLang="en-US" sz="12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와 잘 연결된다</a:t>
              </a:r>
              <a:r>
                <a:rPr kumimoji="1" lang="en-US" altLang="ko-KR" sz="12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.</a:t>
              </a:r>
            </a:p>
          </p:txBody>
        </p:sp>
        <p:sp>
          <p:nvSpPr>
            <p:cNvPr id="35" name="사각형: 둥근 모서리 34">
              <a:extLst>
                <a:ext uri="{FF2B5EF4-FFF2-40B4-BE49-F238E27FC236}">
                  <a16:creationId xmlns:a16="http://schemas.microsoft.com/office/drawing/2014/main" id="{CC2445D5-E8C1-17AA-899A-E6282973A009}"/>
                </a:ext>
              </a:extLst>
            </p:cNvPr>
            <p:cNvSpPr/>
            <p:nvPr/>
          </p:nvSpPr>
          <p:spPr>
            <a:xfrm>
              <a:off x="2664009" y="3918830"/>
              <a:ext cx="6692933" cy="302225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19050" cap="flat" cmpd="sng" algn="ctr">
              <a:solidFill>
                <a:srgbClr val="AABAF4"/>
              </a:solidFill>
              <a:prstDash val="solid"/>
              <a:miter lim="800000"/>
            </a:ln>
            <a:effectLst>
              <a:outerShdw blurRad="63500" sx="102000" sy="102000" algn="ctr" rotWithShape="0">
                <a:schemeClr val="tx1">
                  <a:lumMod val="50000"/>
                  <a:lumOff val="50000"/>
                  <a:alpha val="20000"/>
                </a:schemeClr>
              </a:outerShdw>
            </a:effectLst>
          </p:spPr>
          <p:txBody>
            <a:bodyPr tIns="0" rIns="90000" bIns="0" rtlCol="0" anchor="ctr"/>
            <a:lstStyle/>
            <a:p>
              <a:pPr fontAlgn="base">
                <a:spcBef>
                  <a:spcPct val="0"/>
                </a:spcBef>
                <a:buSzPct val="80000"/>
              </a:pPr>
              <a:r>
                <a:rPr kumimoji="1" lang="ko-KR" altLang="en-US" sz="12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건국 </a:t>
              </a:r>
              <a:r>
                <a:rPr kumimoji="1" lang="en-US" altLang="ko-KR" sz="12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MBA </a:t>
              </a:r>
              <a:r>
                <a:rPr kumimoji="1" lang="ko-KR" altLang="en-US" sz="12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프로그램</a:t>
              </a:r>
              <a:r>
                <a:rPr kumimoji="1" lang="en-US" altLang="ko-KR" sz="12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(</a:t>
              </a:r>
              <a:r>
                <a:rPr kumimoji="1" lang="ko-KR" altLang="en-US" sz="12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교육과정</a:t>
              </a:r>
              <a:r>
                <a:rPr kumimoji="1" lang="en-US" altLang="ko-KR" sz="12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, </a:t>
              </a:r>
              <a:r>
                <a:rPr kumimoji="1" lang="ko-KR" altLang="en-US" sz="12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행사</a:t>
              </a:r>
              <a:r>
                <a:rPr kumimoji="1" lang="en-US" altLang="ko-KR" sz="12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, </a:t>
              </a:r>
              <a:r>
                <a:rPr kumimoji="1" lang="ko-KR" altLang="en-US" sz="1200" kern="0" spc="-50" dirty="0" err="1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원우회</a:t>
              </a:r>
              <a:r>
                <a:rPr kumimoji="1" lang="ko-KR" altLang="en-US" sz="12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 모임 등</a:t>
              </a:r>
              <a:r>
                <a:rPr kumimoji="1" lang="en-US" altLang="ko-KR" sz="12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)</a:t>
              </a:r>
              <a:r>
                <a:rPr kumimoji="1" lang="ko-KR" altLang="en-US" sz="12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이 내가 최우선으로 원하는 목표</a:t>
              </a:r>
              <a:r>
                <a:rPr kumimoji="1" lang="en-US" altLang="ko-KR" sz="12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(</a:t>
              </a:r>
              <a:r>
                <a:rPr kumimoji="1" lang="ko-KR" altLang="en-US" sz="12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지식</a:t>
              </a:r>
              <a:r>
                <a:rPr kumimoji="1" lang="en-US" altLang="ko-KR" sz="12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/</a:t>
              </a:r>
              <a:r>
                <a:rPr kumimoji="1" lang="ko-KR" altLang="en-US" sz="12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네트워크</a:t>
              </a:r>
              <a:r>
                <a:rPr kumimoji="1" lang="en-US" altLang="ko-KR" sz="12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/</a:t>
              </a:r>
              <a:r>
                <a:rPr kumimoji="1" lang="ko-KR" altLang="en-US" sz="12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커리어</a:t>
              </a:r>
              <a:r>
                <a:rPr kumimoji="1" lang="en-US" altLang="ko-KR" sz="12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)</a:t>
              </a:r>
              <a:r>
                <a:rPr kumimoji="1" lang="ko-KR" altLang="en-US" sz="12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에 실질적으로 도움이 된다</a:t>
              </a:r>
              <a:r>
                <a:rPr kumimoji="1" lang="en-US" altLang="ko-KR" sz="12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.</a:t>
              </a:r>
            </a:p>
          </p:txBody>
        </p:sp>
        <p:sp>
          <p:nvSpPr>
            <p:cNvPr id="36" name="사각형: 둥근 모서리 35">
              <a:extLst>
                <a:ext uri="{FF2B5EF4-FFF2-40B4-BE49-F238E27FC236}">
                  <a16:creationId xmlns:a16="http://schemas.microsoft.com/office/drawing/2014/main" id="{D36458AD-2D58-A5B2-58F7-6193E68F6BA9}"/>
                </a:ext>
              </a:extLst>
            </p:cNvPr>
            <p:cNvSpPr/>
            <p:nvPr/>
          </p:nvSpPr>
          <p:spPr>
            <a:xfrm>
              <a:off x="2664009" y="4272316"/>
              <a:ext cx="6692933" cy="302225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19050" cap="flat" cmpd="sng" algn="ctr">
              <a:solidFill>
                <a:srgbClr val="AABAF4"/>
              </a:solidFill>
              <a:prstDash val="solid"/>
              <a:miter lim="800000"/>
            </a:ln>
            <a:effectLst>
              <a:outerShdw blurRad="63500" sx="102000" sy="102000" algn="ctr" rotWithShape="0">
                <a:schemeClr val="tx1">
                  <a:lumMod val="50000"/>
                  <a:lumOff val="50000"/>
                  <a:alpha val="20000"/>
                </a:schemeClr>
              </a:outerShdw>
            </a:effectLst>
          </p:spPr>
          <p:txBody>
            <a:bodyPr tIns="0" rIns="90000" bIns="0" rtlCol="0" anchor="ctr"/>
            <a:lstStyle/>
            <a:p>
              <a:pPr fontAlgn="base">
                <a:spcBef>
                  <a:spcPct val="0"/>
                </a:spcBef>
                <a:buSzPct val="80000"/>
              </a:pPr>
              <a:r>
                <a:rPr kumimoji="1" lang="ko-KR" altLang="en-US" sz="12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건국 </a:t>
              </a:r>
              <a:r>
                <a:rPr kumimoji="1" lang="en-US" altLang="ko-KR" sz="12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MBA </a:t>
              </a:r>
              <a:r>
                <a:rPr kumimoji="1" lang="ko-KR" altLang="en-US" sz="12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프로그램</a:t>
              </a:r>
              <a:r>
                <a:rPr kumimoji="1" lang="en-US" altLang="ko-KR" sz="12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(</a:t>
              </a:r>
              <a:r>
                <a:rPr kumimoji="1" lang="ko-KR" altLang="en-US" sz="12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교육과정</a:t>
              </a:r>
              <a:r>
                <a:rPr kumimoji="1" lang="en-US" altLang="ko-KR" sz="12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, </a:t>
              </a:r>
              <a:r>
                <a:rPr kumimoji="1" lang="ko-KR" altLang="en-US" sz="12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행사</a:t>
              </a:r>
              <a:r>
                <a:rPr kumimoji="1" lang="en-US" altLang="ko-KR" sz="12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, </a:t>
              </a:r>
              <a:r>
                <a:rPr kumimoji="1" lang="ko-KR" altLang="en-US" sz="1200" kern="0" spc="-50" dirty="0" err="1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원우회</a:t>
              </a:r>
              <a:r>
                <a:rPr kumimoji="1" lang="ko-KR" altLang="en-US" sz="12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 모임 등</a:t>
              </a:r>
              <a:r>
                <a:rPr kumimoji="1" lang="en-US" altLang="ko-KR" sz="12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) </a:t>
              </a:r>
              <a:r>
                <a:rPr kumimoji="1" lang="ko-KR" altLang="en-US" sz="12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구성은 내가 원하는 목표와는 잘 맞지 않는다</a:t>
              </a:r>
              <a:r>
                <a:rPr kumimoji="1" lang="en-US" altLang="ko-KR" sz="12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. (</a:t>
              </a:r>
              <a:r>
                <a:rPr kumimoji="1" lang="ko-KR" altLang="en-US" sz="1200" kern="0" spc="-50" dirty="0" err="1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역문항</a:t>
              </a:r>
              <a:r>
                <a:rPr kumimoji="1" lang="en-US" altLang="ko-KR" sz="12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)</a:t>
              </a:r>
            </a:p>
          </p:txBody>
        </p:sp>
      </p:grp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38B5BE96-EEA5-6BC7-575B-9B6ECB180588}"/>
              </a:ext>
            </a:extLst>
          </p:cNvPr>
          <p:cNvSpPr/>
          <p:nvPr/>
        </p:nvSpPr>
        <p:spPr>
          <a:xfrm>
            <a:off x="2840790" y="3760863"/>
            <a:ext cx="6720723" cy="386333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9050" cap="flat" cmpd="sng" algn="ctr">
            <a:solidFill>
              <a:srgbClr val="AABAF4"/>
            </a:solidFill>
            <a:prstDash val="solid"/>
            <a:miter lim="800000"/>
          </a:ln>
          <a:effectLst>
            <a:outerShdw blurRad="63500" sx="102000" sy="102000" algn="ctr" rotWithShape="0">
              <a:schemeClr val="tx1">
                <a:lumMod val="50000"/>
                <a:lumOff val="50000"/>
                <a:alpha val="20000"/>
              </a:schemeClr>
            </a:outerShdw>
          </a:effectLst>
        </p:spPr>
        <p:txBody>
          <a:bodyPr tIns="0" rIns="90000" bIns="0" rtlCol="0" anchor="ctr"/>
          <a:lstStyle/>
          <a:p>
            <a:pPr fontAlgn="base">
              <a:spcBef>
                <a:spcPct val="0"/>
              </a:spcBef>
              <a:buSzPct val="80000"/>
            </a:pPr>
            <a:r>
              <a:rPr kumimoji="1" lang="ko-KR" altLang="en-US" sz="12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나는 건국 </a:t>
            </a:r>
            <a:r>
              <a:rPr kumimoji="1" lang="en-US" altLang="ko-KR" sz="12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MBA </a:t>
            </a:r>
            <a:r>
              <a:rPr kumimoji="1" lang="ko-KR" altLang="en-US" sz="12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프로그램을 통해 네트워크를 형성하고 확장하는 것이 중요한 목표이다</a:t>
            </a:r>
            <a:r>
              <a:rPr kumimoji="1" lang="en-US" altLang="ko-KR" sz="12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.</a:t>
            </a: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D8F76B2D-986D-DA06-428D-C67C40EFC798}"/>
              </a:ext>
            </a:extLst>
          </p:cNvPr>
          <p:cNvSpPr/>
          <p:nvPr/>
        </p:nvSpPr>
        <p:spPr>
          <a:xfrm>
            <a:off x="2840790" y="4212723"/>
            <a:ext cx="6720723" cy="386333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9050" cap="flat" cmpd="sng" algn="ctr">
            <a:solidFill>
              <a:srgbClr val="AABAF4"/>
            </a:solidFill>
            <a:prstDash val="solid"/>
            <a:miter lim="800000"/>
          </a:ln>
          <a:effectLst>
            <a:outerShdw blurRad="63500" sx="102000" sy="102000" algn="ctr" rotWithShape="0">
              <a:schemeClr val="tx1">
                <a:lumMod val="50000"/>
                <a:lumOff val="50000"/>
                <a:alpha val="20000"/>
              </a:schemeClr>
            </a:outerShdw>
          </a:effectLst>
        </p:spPr>
        <p:txBody>
          <a:bodyPr tIns="0" rIns="90000" bIns="0" rtlCol="0" anchor="ctr"/>
          <a:lstStyle/>
          <a:p>
            <a:pPr fontAlgn="base">
              <a:spcBef>
                <a:spcPct val="0"/>
              </a:spcBef>
              <a:buSzPct val="80000"/>
            </a:pPr>
            <a:r>
              <a:rPr kumimoji="1" lang="ko-KR" altLang="en-US" sz="12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나는 건국 </a:t>
            </a:r>
            <a:r>
              <a:rPr kumimoji="1" lang="en-US" altLang="ko-KR" sz="12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MBA </a:t>
            </a:r>
            <a:r>
              <a:rPr kumimoji="1" lang="ko-KR" altLang="en-US" sz="12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프로그램을 통해 커리어 성과</a:t>
            </a:r>
            <a:r>
              <a:rPr kumimoji="1" lang="en-US" altLang="ko-KR" sz="12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(</a:t>
            </a:r>
            <a:r>
              <a:rPr kumimoji="1" lang="ko-KR" altLang="en-US" sz="12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승진</a:t>
            </a:r>
            <a:r>
              <a:rPr kumimoji="1" lang="en-US" altLang="ko-KR" sz="12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kumimoji="1" lang="ko-KR" altLang="en-US" sz="12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이직</a:t>
            </a:r>
            <a:r>
              <a:rPr kumimoji="1" lang="en-US" altLang="ko-KR" sz="12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kumimoji="1" lang="ko-KR" altLang="en-US" sz="12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보상 등</a:t>
            </a:r>
            <a:r>
              <a:rPr kumimoji="1" lang="en-US" altLang="ko-KR" sz="12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)</a:t>
            </a:r>
            <a:r>
              <a:rPr kumimoji="1" lang="ko-KR" altLang="en-US" sz="12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를 높이는 것이 중요한 목표이다</a:t>
            </a:r>
            <a:r>
              <a:rPr kumimoji="1" lang="en-US" altLang="ko-KR" sz="12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.</a:t>
            </a:r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A0F95259-CF93-E148-92D2-18564114AE4F}"/>
              </a:ext>
            </a:extLst>
          </p:cNvPr>
          <p:cNvSpPr/>
          <p:nvPr/>
        </p:nvSpPr>
        <p:spPr>
          <a:xfrm>
            <a:off x="2840790" y="4664584"/>
            <a:ext cx="6720723" cy="386333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9050" cap="flat" cmpd="sng" algn="ctr">
            <a:solidFill>
              <a:srgbClr val="AABAF4"/>
            </a:solidFill>
            <a:prstDash val="solid"/>
            <a:miter lim="800000"/>
          </a:ln>
          <a:effectLst>
            <a:outerShdw blurRad="63500" sx="102000" sy="102000" algn="ctr" rotWithShape="0">
              <a:schemeClr val="tx1">
                <a:lumMod val="50000"/>
                <a:lumOff val="50000"/>
                <a:alpha val="20000"/>
              </a:schemeClr>
            </a:outerShdw>
          </a:effectLst>
        </p:spPr>
        <p:txBody>
          <a:bodyPr tIns="0" rIns="90000" bIns="0" rtlCol="0" anchor="ctr"/>
          <a:lstStyle/>
          <a:p>
            <a:pPr fontAlgn="base">
              <a:spcBef>
                <a:spcPct val="0"/>
              </a:spcBef>
              <a:buSzPct val="80000"/>
            </a:pPr>
            <a:r>
              <a:rPr kumimoji="1" lang="ko-KR" altLang="en-US" sz="12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나는 건국 </a:t>
            </a:r>
            <a:r>
              <a:rPr kumimoji="1" lang="en-US" altLang="ko-KR" sz="12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MBA </a:t>
            </a:r>
            <a:r>
              <a:rPr kumimoji="1" lang="ko-KR" altLang="en-US" sz="12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프로그램을 통해 지식 확장 및 학문적 배움이 중요한 목표이다</a:t>
            </a:r>
            <a:r>
              <a:rPr kumimoji="1" lang="en-US" altLang="ko-KR" sz="12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.</a:t>
            </a:r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7F68CFC7-906F-FCC5-0DC6-08A5756CF4C8}"/>
              </a:ext>
            </a:extLst>
          </p:cNvPr>
          <p:cNvSpPr/>
          <p:nvPr/>
        </p:nvSpPr>
        <p:spPr>
          <a:xfrm>
            <a:off x="2840790" y="5202258"/>
            <a:ext cx="6720723" cy="386333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9050" cap="flat" cmpd="sng" algn="ctr">
            <a:solidFill>
              <a:srgbClr val="AABAF4"/>
            </a:solidFill>
            <a:prstDash val="solid"/>
            <a:miter lim="800000"/>
          </a:ln>
          <a:effectLst>
            <a:outerShdw blurRad="63500" sx="102000" sy="102000" algn="ctr" rotWithShape="0">
              <a:schemeClr val="tx1">
                <a:lumMod val="50000"/>
                <a:lumOff val="50000"/>
                <a:alpha val="20000"/>
              </a:schemeClr>
            </a:outerShdw>
          </a:effectLst>
        </p:spPr>
        <p:txBody>
          <a:bodyPr tIns="0" rIns="90000" bIns="0" rtlCol="0" anchor="ctr"/>
          <a:lstStyle/>
          <a:p>
            <a:pPr fontAlgn="base">
              <a:spcBef>
                <a:spcPct val="0"/>
              </a:spcBef>
              <a:buSzPct val="80000"/>
            </a:pPr>
            <a:r>
              <a:rPr kumimoji="1" lang="ko-KR" altLang="en-US" sz="12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나는 주변 지인에게 건국 </a:t>
            </a:r>
            <a:r>
              <a:rPr kumimoji="1" lang="en-US" altLang="ko-KR" sz="12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MBA</a:t>
            </a:r>
            <a:r>
              <a:rPr kumimoji="1" lang="ko-KR" altLang="en-US" sz="12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를 적극 추천할 것이다</a:t>
            </a:r>
            <a:r>
              <a:rPr kumimoji="1" lang="en-US" altLang="ko-KR" sz="12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.</a:t>
            </a:r>
          </a:p>
        </p:txBody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90589F59-44FD-75F2-80C6-2C84A72E8774}"/>
              </a:ext>
            </a:extLst>
          </p:cNvPr>
          <p:cNvSpPr/>
          <p:nvPr/>
        </p:nvSpPr>
        <p:spPr>
          <a:xfrm>
            <a:off x="2840790" y="5654118"/>
            <a:ext cx="6720723" cy="386333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9050" cap="flat" cmpd="sng" algn="ctr">
            <a:solidFill>
              <a:srgbClr val="AABAF4"/>
            </a:solidFill>
            <a:prstDash val="solid"/>
            <a:miter lim="800000"/>
          </a:ln>
          <a:effectLst>
            <a:outerShdw blurRad="63500" sx="102000" sy="102000" algn="ctr" rotWithShape="0">
              <a:schemeClr val="tx1">
                <a:lumMod val="50000"/>
                <a:lumOff val="50000"/>
                <a:alpha val="20000"/>
              </a:schemeClr>
            </a:outerShdw>
          </a:effectLst>
        </p:spPr>
        <p:txBody>
          <a:bodyPr tIns="0" rIns="90000" bIns="0" rtlCol="0" anchor="ctr"/>
          <a:lstStyle/>
          <a:p>
            <a:pPr fontAlgn="base">
              <a:spcBef>
                <a:spcPct val="0"/>
              </a:spcBef>
              <a:buSzPct val="80000"/>
            </a:pPr>
            <a:r>
              <a:rPr kumimoji="1" lang="ko-KR" altLang="en-US" sz="12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나는 건국 </a:t>
            </a:r>
            <a:r>
              <a:rPr kumimoji="1" lang="en-US" altLang="ko-KR" sz="12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MBA </a:t>
            </a:r>
            <a:r>
              <a:rPr kumimoji="1" lang="ko-KR" altLang="en-US" sz="12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프로그램 및 입학정보를 주변에 공유하고 싶다</a:t>
            </a:r>
            <a:r>
              <a:rPr kumimoji="1" lang="en-US" altLang="ko-KR" sz="12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.</a:t>
            </a:r>
          </a:p>
        </p:txBody>
      </p: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C4C01948-AE51-9F81-8BEE-48E155131E3A}"/>
              </a:ext>
            </a:extLst>
          </p:cNvPr>
          <p:cNvSpPr/>
          <p:nvPr/>
        </p:nvSpPr>
        <p:spPr>
          <a:xfrm>
            <a:off x="2840790" y="6105979"/>
            <a:ext cx="6720723" cy="386333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9050" cap="flat" cmpd="sng" algn="ctr">
            <a:solidFill>
              <a:srgbClr val="AABAF4"/>
            </a:solidFill>
            <a:prstDash val="solid"/>
            <a:miter lim="800000"/>
          </a:ln>
          <a:effectLst>
            <a:outerShdw blurRad="63500" sx="102000" sy="102000" algn="ctr" rotWithShape="0">
              <a:schemeClr val="tx1">
                <a:lumMod val="50000"/>
                <a:lumOff val="50000"/>
                <a:alpha val="20000"/>
              </a:schemeClr>
            </a:outerShdw>
          </a:effectLst>
        </p:spPr>
        <p:txBody>
          <a:bodyPr tIns="0" rIns="90000" bIns="0" rtlCol="0" anchor="ctr"/>
          <a:lstStyle/>
          <a:p>
            <a:pPr fontAlgn="base">
              <a:spcBef>
                <a:spcPct val="0"/>
              </a:spcBef>
              <a:buSzPct val="80000"/>
            </a:pPr>
            <a:r>
              <a:rPr kumimoji="1" lang="ko-KR" altLang="en-US" sz="12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나는 건국 </a:t>
            </a:r>
            <a:r>
              <a:rPr kumimoji="1" lang="en-US" altLang="ko-KR" sz="12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MBA</a:t>
            </a:r>
            <a:r>
              <a:rPr kumimoji="1" lang="ko-KR" altLang="en-US" sz="12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를 주변에 알리거나 홍보하는 데 자발적으로 기여할 의향이 있다</a:t>
            </a:r>
            <a:r>
              <a:rPr kumimoji="1" lang="en-US" altLang="ko-KR" sz="12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.</a:t>
            </a: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CE2267A9-20F7-9EB3-5E14-73F8332514BA}"/>
              </a:ext>
            </a:extLst>
          </p:cNvPr>
          <p:cNvSpPr/>
          <p:nvPr/>
        </p:nvSpPr>
        <p:spPr>
          <a:xfrm>
            <a:off x="2840789" y="1935186"/>
            <a:ext cx="6716816" cy="323233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문항</a:t>
            </a:r>
            <a:endParaRPr lang="en-US" altLang="ko-KR" sz="1200" spc="-5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6A36F1B5-EA8A-58C7-A54D-AA6281A91146}"/>
              </a:ext>
            </a:extLst>
          </p:cNvPr>
          <p:cNvSpPr/>
          <p:nvPr/>
        </p:nvSpPr>
        <p:spPr>
          <a:xfrm>
            <a:off x="1756038" y="2328444"/>
            <a:ext cx="952500" cy="129793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9050" cap="flat" cmpd="sng" algn="ctr">
            <a:solidFill>
              <a:srgbClr val="AABAF4"/>
            </a:solidFill>
            <a:prstDash val="solid"/>
            <a:miter lim="800000"/>
          </a:ln>
          <a:effectLst>
            <a:outerShdw blurRad="63500" sx="102000" sy="102000" algn="ctr" rotWithShape="0">
              <a:schemeClr val="tx1">
                <a:lumMod val="50000"/>
                <a:lumOff val="50000"/>
                <a:alpha val="20000"/>
              </a:schemeClr>
            </a:outerShdw>
          </a:effectLst>
        </p:spPr>
        <p:txBody>
          <a:bodyPr tIns="0" rIns="90000" bIns="0" rtlCol="0" anchor="ctr"/>
          <a:lstStyle/>
          <a:p>
            <a:pPr algn="ctr" fontAlgn="base">
              <a:spcBef>
                <a:spcPct val="0"/>
              </a:spcBef>
              <a:buSzPct val="80000"/>
            </a:pPr>
            <a:r>
              <a:rPr kumimoji="1" lang="en-US" altLang="ko-KR" sz="12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0.662</a:t>
            </a:r>
          </a:p>
          <a:p>
            <a:pPr algn="ctr" fontAlgn="base">
              <a:spcBef>
                <a:spcPct val="0"/>
              </a:spcBef>
              <a:buSzPct val="80000"/>
            </a:pPr>
            <a:r>
              <a:rPr kumimoji="1" lang="en-US" altLang="ko-KR" sz="12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(</a:t>
            </a:r>
            <a:r>
              <a:rPr kumimoji="1" lang="ko-KR" altLang="en-US" sz="1200" kern="0" spc="-50" dirty="0" err="1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역문항</a:t>
            </a:r>
            <a:r>
              <a:rPr kumimoji="1" lang="ko-KR" altLang="en-US" sz="12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 제거 </a:t>
            </a:r>
            <a:r>
              <a:rPr kumimoji="1" lang="en-US" altLang="ko-KR" sz="12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: 0.931)</a:t>
            </a:r>
          </a:p>
        </p:txBody>
      </p:sp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E5134041-88E9-7B85-3CBF-D25CFE806DDF}"/>
              </a:ext>
            </a:extLst>
          </p:cNvPr>
          <p:cNvSpPr/>
          <p:nvPr/>
        </p:nvSpPr>
        <p:spPr>
          <a:xfrm>
            <a:off x="1756038" y="5191241"/>
            <a:ext cx="952500" cy="129793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9050" cap="flat" cmpd="sng" algn="ctr">
            <a:solidFill>
              <a:srgbClr val="AABAF4"/>
            </a:solidFill>
            <a:prstDash val="solid"/>
            <a:miter lim="800000"/>
          </a:ln>
          <a:effectLst>
            <a:outerShdw blurRad="63500" sx="102000" sy="102000" algn="ctr" rotWithShape="0">
              <a:schemeClr val="tx1">
                <a:lumMod val="50000"/>
                <a:lumOff val="50000"/>
                <a:alpha val="20000"/>
              </a:schemeClr>
            </a:outerShdw>
          </a:effectLst>
        </p:spPr>
        <p:txBody>
          <a:bodyPr tIns="0" rIns="90000" bIns="0" rtlCol="0" anchor="ctr"/>
          <a:lstStyle/>
          <a:p>
            <a:pPr algn="ctr" fontAlgn="base">
              <a:spcBef>
                <a:spcPct val="0"/>
              </a:spcBef>
              <a:buSzPct val="80000"/>
            </a:pPr>
            <a:r>
              <a:rPr kumimoji="1" lang="en-US" altLang="ko-KR" sz="12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0.947</a:t>
            </a:r>
          </a:p>
        </p:txBody>
      </p:sp>
    </p:spTree>
    <p:extLst>
      <p:ext uri="{BB962C8B-B14F-4D97-AF65-F5344CB8AC3E}">
        <p14:creationId xmlns:p14="http://schemas.microsoft.com/office/powerpoint/2010/main" val="22366050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6FE64A-4D49-CE0F-0E16-AF43010ED9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D87B7C4E-7CBC-6F99-AD59-F586A8114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spc="-50">
                <a:latin typeface="페이퍼로지 4 Regular" pitchFamily="2" charset="-127"/>
                <a:ea typeface="페이퍼로지 4 Regular" pitchFamily="2" charset="-127"/>
              </a:rPr>
              <a:t>- </a:t>
            </a:r>
            <a:fld id="{F0AEE96D-C800-4200-B178-74DC3655196B}" type="slidenum">
              <a:rPr lang="ko-KR" altLang="en-US" spc="-50">
                <a:latin typeface="페이퍼로지 4 Regular" pitchFamily="2" charset="-127"/>
                <a:ea typeface="페이퍼로지 4 Regular" pitchFamily="2" charset="-127"/>
              </a:rPr>
              <a:pPr/>
              <a:t>3</a:t>
            </a:fld>
            <a:r>
              <a:rPr lang="ko-KR" altLang="en-US" spc="-50">
                <a:latin typeface="페이퍼로지 4 Regular" pitchFamily="2" charset="-127"/>
                <a:ea typeface="페이퍼로지 4 Regular" pitchFamily="2" charset="-127"/>
              </a:rPr>
              <a:t> </a:t>
            </a:r>
            <a:r>
              <a:rPr spc="-50">
                <a:latin typeface="페이퍼로지 4 Regular" pitchFamily="2" charset="-127"/>
                <a:ea typeface="페이퍼로지 4 Regular" pitchFamily="2" charset="-127"/>
              </a:rPr>
              <a:t>-</a:t>
            </a:r>
            <a:endParaRPr lang="ko-KR" altLang="en-US" spc="-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0" name="텍스트 개체 틀 1">
            <a:extLst>
              <a:ext uri="{FF2B5EF4-FFF2-40B4-BE49-F238E27FC236}">
                <a16:creationId xmlns:a16="http://schemas.microsoft.com/office/drawing/2014/main" id="{74F6074D-2AE4-A9CA-000E-E9625374B1DA}"/>
              </a:ext>
            </a:extLst>
          </p:cNvPr>
          <p:cNvSpPr txBox="1">
            <a:spLocks/>
          </p:cNvSpPr>
          <p:nvPr/>
        </p:nvSpPr>
        <p:spPr>
          <a:xfrm>
            <a:off x="344487" y="836613"/>
            <a:ext cx="9217026" cy="576262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ctr" defTabSz="457200" rtl="0" eaLnBrk="1" latinLnBrk="0" hangingPunct="1">
              <a:defRPr lang="en-US" altLang="ko-KR" sz="813" kern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anose="020B0800000000000000" pitchFamily="50" charset="-127"/>
                <a:ea typeface="SpoqaHanSans-Bold" panose="020B0800000000000000" pitchFamily="50" charset="-127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latinLnBrk="1"/>
            <a:r>
              <a:rPr lang="ko-KR" altLang="en-US" sz="1700" spc="-50" dirty="0">
                <a:latin typeface="페이퍼로지 5 Medium" pitchFamily="2" charset="-127"/>
                <a:ea typeface="페이퍼로지 5 Medium" pitchFamily="2" charset="-127"/>
              </a:rPr>
              <a:t>주요 변수에 대한 기술통계는 다음과 같음</a:t>
            </a:r>
            <a:r>
              <a:rPr lang="en-US" altLang="ko-KR" sz="1700" spc="-50" dirty="0">
                <a:latin typeface="페이퍼로지 5 Medium" pitchFamily="2" charset="-127"/>
                <a:ea typeface="페이퍼로지 5 Medium" pitchFamily="2" charset="-127"/>
              </a:rPr>
              <a:t>.</a:t>
            </a:r>
            <a:endParaRPr lang="ko-KR" altLang="en-US" sz="1700" spc="-50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DEFD1510-696C-873D-DB6F-C28D8662140E}"/>
              </a:ext>
            </a:extLst>
          </p:cNvPr>
          <p:cNvGrpSpPr/>
          <p:nvPr/>
        </p:nvGrpSpPr>
        <p:grpSpPr>
          <a:xfrm>
            <a:off x="0" y="-762844"/>
            <a:ext cx="4375346" cy="626015"/>
            <a:chOff x="0" y="-762844"/>
            <a:chExt cx="4375346" cy="626015"/>
          </a:xfrm>
        </p:grpSpPr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DB7BAAEB-1A53-97D9-2CAC-069EFB422D36}"/>
                </a:ext>
              </a:extLst>
            </p:cNvPr>
            <p:cNvSpPr txBox="1"/>
            <p:nvPr/>
          </p:nvSpPr>
          <p:spPr>
            <a:xfrm>
              <a:off x="1229274" y="-762844"/>
              <a:ext cx="991907" cy="32898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algn="ctr"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ko-KR" altLang="en-US" sz="1625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페이퍼</a:t>
              </a:r>
              <a:r>
                <a:rPr lang="en-US" altLang="ko-KR" sz="1625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5</a:t>
              </a:r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000F1749-1786-DFE7-FC8B-76FC7E427DE9}"/>
                </a:ext>
              </a:extLst>
            </p:cNvPr>
            <p:cNvSpPr txBox="1"/>
            <p:nvPr/>
          </p:nvSpPr>
          <p:spPr>
            <a:xfrm>
              <a:off x="2316075" y="-762844"/>
              <a:ext cx="991907" cy="32898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algn="ctr"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ko-KR" altLang="en-US" sz="1463" spc="-4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페이퍼</a:t>
              </a:r>
              <a:r>
                <a:rPr lang="en-US" altLang="ko-KR" sz="1463" spc="-4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4</a:t>
              </a:r>
            </a:p>
          </p:txBody>
        </p:sp>
        <p:sp>
          <p:nvSpPr>
            <p:cNvPr id="130" name="직사각형 129">
              <a:extLst>
                <a:ext uri="{FF2B5EF4-FFF2-40B4-BE49-F238E27FC236}">
                  <a16:creationId xmlns:a16="http://schemas.microsoft.com/office/drawing/2014/main" id="{2274C06B-4FA9-A9AE-F2D1-55D6A5FB80B7}"/>
                </a:ext>
              </a:extLst>
            </p:cNvPr>
            <p:cNvSpPr/>
            <p:nvPr/>
          </p:nvSpPr>
          <p:spPr>
            <a:xfrm>
              <a:off x="2288686" y="-311024"/>
              <a:ext cx="289451" cy="162138"/>
            </a:xfrm>
            <a:prstGeom prst="rect">
              <a:avLst/>
            </a:prstGeom>
            <a:solidFill>
              <a:srgbClr val="96969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dirty="0">
                <a:ea typeface="a고딕12" panose="02020600000000000000" pitchFamily="18" charset="-127"/>
              </a:endParaRP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21FDB88B-B63A-E90B-A306-E75DA864869C}"/>
                </a:ext>
              </a:extLst>
            </p:cNvPr>
            <p:cNvSpPr txBox="1"/>
            <p:nvPr/>
          </p:nvSpPr>
          <p:spPr>
            <a:xfrm>
              <a:off x="142473" y="-762844"/>
              <a:ext cx="991907" cy="32898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algn="ctr"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ko-KR" altLang="en-US" sz="1625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6 SemiBold" pitchFamily="2" charset="-127"/>
                  <a:ea typeface="페이퍼로지 6 SemiBold" pitchFamily="2" charset="-127"/>
                </a:rPr>
                <a:t>페이퍼</a:t>
              </a:r>
              <a:r>
                <a:rPr lang="en-US" altLang="ko-KR" sz="1625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6 SemiBold" pitchFamily="2" charset="-127"/>
                  <a:ea typeface="페이퍼로지 6 SemiBold" pitchFamily="2" charset="-127"/>
                </a:rPr>
                <a:t>6</a:t>
              </a:r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347CD609-CD44-F43A-AE39-0BF7DFC13334}"/>
                </a:ext>
              </a:extLst>
            </p:cNvPr>
            <p:cNvSpPr txBox="1"/>
            <p:nvPr/>
          </p:nvSpPr>
          <p:spPr>
            <a:xfrm>
              <a:off x="3383439" y="-762844"/>
              <a:ext cx="991907" cy="32898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algn="ctr"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ko-KR" altLang="en-US" sz="1463" spc="-4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3 Light" pitchFamily="2" charset="-127"/>
                  <a:ea typeface="페이퍼로지 3 Light" pitchFamily="2" charset="-127"/>
                </a:rPr>
                <a:t>페이퍼</a:t>
              </a:r>
              <a:r>
                <a:rPr lang="en-US" altLang="ko-KR" sz="1463" spc="-4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3 Light" pitchFamily="2" charset="-127"/>
                  <a:ea typeface="페이퍼로지 3 Light" pitchFamily="2" charset="-127"/>
                </a:rPr>
                <a:t>3</a:t>
              </a:r>
            </a:p>
          </p:txBody>
        </p:sp>
        <p:sp>
          <p:nvSpPr>
            <p:cNvPr id="133" name="직사각형 132">
              <a:extLst>
                <a:ext uri="{FF2B5EF4-FFF2-40B4-BE49-F238E27FC236}">
                  <a16:creationId xmlns:a16="http://schemas.microsoft.com/office/drawing/2014/main" id="{CC4425B7-57DC-EF13-ADD6-9375FAE04B60}"/>
                </a:ext>
              </a:extLst>
            </p:cNvPr>
            <p:cNvSpPr/>
            <p:nvPr/>
          </p:nvSpPr>
          <p:spPr>
            <a:xfrm>
              <a:off x="1907239" y="-305540"/>
              <a:ext cx="289451" cy="162138"/>
            </a:xfrm>
            <a:prstGeom prst="rect">
              <a:avLst/>
            </a:prstGeom>
            <a:solidFill>
              <a:srgbClr val="F3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  <p:sp>
          <p:nvSpPr>
            <p:cNvPr id="134" name="직사각형 133">
              <a:extLst>
                <a:ext uri="{FF2B5EF4-FFF2-40B4-BE49-F238E27FC236}">
                  <a16:creationId xmlns:a16="http://schemas.microsoft.com/office/drawing/2014/main" id="{44CABE27-3A91-F974-D557-438860A8E000}"/>
                </a:ext>
              </a:extLst>
            </p:cNvPr>
            <p:cNvSpPr/>
            <p:nvPr/>
          </p:nvSpPr>
          <p:spPr>
            <a:xfrm>
              <a:off x="1525792" y="-298967"/>
              <a:ext cx="289451" cy="162138"/>
            </a:xfrm>
            <a:prstGeom prst="rect">
              <a:avLst/>
            </a:prstGeom>
            <a:solidFill>
              <a:srgbClr val="AABAF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  <p:sp>
          <p:nvSpPr>
            <p:cNvPr id="135" name="직사각형 134">
              <a:extLst>
                <a:ext uri="{FF2B5EF4-FFF2-40B4-BE49-F238E27FC236}">
                  <a16:creationId xmlns:a16="http://schemas.microsoft.com/office/drawing/2014/main" id="{78DD71A1-693F-A357-E7BE-F21BF374D027}"/>
                </a:ext>
              </a:extLst>
            </p:cNvPr>
            <p:cNvSpPr/>
            <p:nvPr/>
          </p:nvSpPr>
          <p:spPr>
            <a:xfrm>
              <a:off x="381448" y="-298967"/>
              <a:ext cx="289451" cy="162138"/>
            </a:xfrm>
            <a:prstGeom prst="rect">
              <a:avLst/>
            </a:prstGeom>
            <a:solidFill>
              <a:srgbClr val="00338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  <p:sp>
          <p:nvSpPr>
            <p:cNvPr id="136" name="직사각형 135">
              <a:extLst>
                <a:ext uri="{FF2B5EF4-FFF2-40B4-BE49-F238E27FC236}">
                  <a16:creationId xmlns:a16="http://schemas.microsoft.com/office/drawing/2014/main" id="{FB138022-2DCE-F899-C4F2-419582F4280C}"/>
                </a:ext>
              </a:extLst>
            </p:cNvPr>
            <p:cNvSpPr/>
            <p:nvPr/>
          </p:nvSpPr>
          <p:spPr>
            <a:xfrm>
              <a:off x="762896" y="-298967"/>
              <a:ext cx="289451" cy="162138"/>
            </a:xfrm>
            <a:prstGeom prst="rect">
              <a:avLst/>
            </a:prstGeom>
            <a:solidFill>
              <a:srgbClr val="1E49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  <p:sp>
          <p:nvSpPr>
            <p:cNvPr id="137" name="직사각형 136">
              <a:extLst>
                <a:ext uri="{FF2B5EF4-FFF2-40B4-BE49-F238E27FC236}">
                  <a16:creationId xmlns:a16="http://schemas.microsoft.com/office/drawing/2014/main" id="{F71E3787-70EF-578B-D297-DB7B22DA1030}"/>
                </a:ext>
              </a:extLst>
            </p:cNvPr>
            <p:cNvSpPr/>
            <p:nvPr/>
          </p:nvSpPr>
          <p:spPr>
            <a:xfrm>
              <a:off x="1144344" y="-298967"/>
              <a:ext cx="289451" cy="162138"/>
            </a:xfrm>
            <a:prstGeom prst="rect">
              <a:avLst/>
            </a:prstGeom>
            <a:solidFill>
              <a:srgbClr val="5F7D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  <p:sp>
          <p:nvSpPr>
            <p:cNvPr id="138" name="직사각형 137">
              <a:extLst>
                <a:ext uri="{FF2B5EF4-FFF2-40B4-BE49-F238E27FC236}">
                  <a16:creationId xmlns:a16="http://schemas.microsoft.com/office/drawing/2014/main" id="{7E7B6C6C-DCD1-B6E1-236A-8DC929BA19D5}"/>
                </a:ext>
              </a:extLst>
            </p:cNvPr>
            <p:cNvSpPr/>
            <p:nvPr/>
          </p:nvSpPr>
          <p:spPr>
            <a:xfrm>
              <a:off x="0" y="-305540"/>
              <a:ext cx="289451" cy="162138"/>
            </a:xfrm>
            <a:prstGeom prst="rect">
              <a:avLst/>
            </a:prstGeom>
            <a:solidFill>
              <a:srgbClr val="2F485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</p:grp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7569682D-9F4B-2E98-5124-24C3B7E96637}"/>
              </a:ext>
            </a:extLst>
          </p:cNvPr>
          <p:cNvSpPr/>
          <p:nvPr/>
        </p:nvSpPr>
        <p:spPr>
          <a:xfrm>
            <a:off x="344488" y="262250"/>
            <a:ext cx="115827" cy="46800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0" fontAlgn="base" latinLnBrk="1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kumimoji="0" lang="ko-KR" altLang="en-US" sz="1400" b="0" i="0" u="none" strike="noStrike" kern="1200" cap="none" spc="-5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sp>
        <p:nvSpPr>
          <p:cNvPr id="140" name="직사각형 139">
            <a:extLst>
              <a:ext uri="{FF2B5EF4-FFF2-40B4-BE49-F238E27FC236}">
                <a16:creationId xmlns:a16="http://schemas.microsoft.com/office/drawing/2014/main" id="{67B5E91B-BFC1-C417-4EDD-BCE0662772B5}"/>
              </a:ext>
            </a:extLst>
          </p:cNvPr>
          <p:cNvSpPr/>
          <p:nvPr/>
        </p:nvSpPr>
        <p:spPr>
          <a:xfrm>
            <a:off x="498248" y="262250"/>
            <a:ext cx="1124475" cy="468000"/>
          </a:xfrm>
          <a:prstGeom prst="rect">
            <a:avLst/>
          </a:prstGeom>
          <a:solidFill>
            <a:srgbClr val="1E49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buNone/>
              <a:defRPr/>
            </a:pPr>
            <a:r>
              <a:rPr lang="ko-KR" altLang="en-US" sz="1400" spc="-50" dirty="0">
                <a:solidFill>
                  <a:prstClr val="white"/>
                </a:solidFill>
                <a:latin typeface="페이퍼로지 6 SemiBold" pitchFamily="2" charset="-127"/>
                <a:ea typeface="페이퍼로지 6 SemiBold" pitchFamily="2" charset="-127"/>
              </a:rPr>
              <a:t>기술통계</a:t>
            </a:r>
          </a:p>
        </p:txBody>
      </p:sp>
      <p:sp>
        <p:nvSpPr>
          <p:cNvPr id="44" name="텍스트 개체 틀 1">
            <a:extLst>
              <a:ext uri="{FF2B5EF4-FFF2-40B4-BE49-F238E27FC236}">
                <a16:creationId xmlns:a16="http://schemas.microsoft.com/office/drawing/2014/main" id="{61BB49AE-6062-73C2-BE9C-2A8DCB88FF3D}"/>
              </a:ext>
            </a:extLst>
          </p:cNvPr>
          <p:cNvSpPr txBox="1">
            <a:spLocks/>
          </p:cNvSpPr>
          <p:nvPr/>
        </p:nvSpPr>
        <p:spPr>
          <a:xfrm>
            <a:off x="346831" y="1538207"/>
            <a:ext cx="4464051" cy="3355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ctr" defTabSz="457200" rtl="0" eaLnBrk="1" latinLnBrk="0" hangingPunct="1">
              <a:defRPr lang="en-US" altLang="ko-KR" sz="813" kern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anose="020B0800000000000000" pitchFamily="50" charset="-127"/>
                <a:ea typeface="SpoqaHanSans-Bold" panose="020B0800000000000000" pitchFamily="50" charset="-127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1600" spc="-50" dirty="0">
                <a:latin typeface="페이퍼로지 5 Medium" pitchFamily="2" charset="-127"/>
                <a:ea typeface="페이퍼로지 5 Medium" pitchFamily="2" charset="-127"/>
              </a:rPr>
              <a:t>기술통계 분석 결과</a:t>
            </a:r>
          </a:p>
        </p:txBody>
      </p: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66CCBF6E-9A7D-77A9-B936-BE9D7FAD54F0}"/>
              </a:ext>
            </a:extLst>
          </p:cNvPr>
          <p:cNvCxnSpPr>
            <a:cxnSpLocks/>
          </p:cNvCxnSpPr>
          <p:nvPr/>
        </p:nvCxnSpPr>
        <p:spPr>
          <a:xfrm>
            <a:off x="344488" y="1875393"/>
            <a:ext cx="9213673" cy="0"/>
          </a:xfrm>
          <a:prstGeom prst="line">
            <a:avLst/>
          </a:prstGeom>
          <a:ln w="28575">
            <a:solidFill>
              <a:srgbClr val="00338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1D105367-ADF5-5777-0FED-6A51C2C172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817017"/>
              </p:ext>
            </p:extLst>
          </p:nvPr>
        </p:nvGraphicFramePr>
        <p:xfrm>
          <a:off x="344487" y="2177146"/>
          <a:ext cx="9213672" cy="4034970"/>
        </p:xfrm>
        <a:graphic>
          <a:graphicData uri="http://schemas.openxmlformats.org/drawingml/2006/table">
            <a:tbl>
              <a:tblPr/>
              <a:tblGrid>
                <a:gridCol w="2163454">
                  <a:extLst>
                    <a:ext uri="{9D8B030D-6E8A-4147-A177-3AD203B41FA5}">
                      <a16:colId xmlns:a16="http://schemas.microsoft.com/office/drawing/2014/main" val="1169948636"/>
                    </a:ext>
                  </a:extLst>
                </a:gridCol>
                <a:gridCol w="1007174">
                  <a:extLst>
                    <a:ext uri="{9D8B030D-6E8A-4147-A177-3AD203B41FA5}">
                      <a16:colId xmlns:a16="http://schemas.microsoft.com/office/drawing/2014/main" val="2004425653"/>
                    </a:ext>
                  </a:extLst>
                </a:gridCol>
                <a:gridCol w="1007174">
                  <a:extLst>
                    <a:ext uri="{9D8B030D-6E8A-4147-A177-3AD203B41FA5}">
                      <a16:colId xmlns:a16="http://schemas.microsoft.com/office/drawing/2014/main" val="2277725284"/>
                    </a:ext>
                  </a:extLst>
                </a:gridCol>
                <a:gridCol w="1007174">
                  <a:extLst>
                    <a:ext uri="{9D8B030D-6E8A-4147-A177-3AD203B41FA5}">
                      <a16:colId xmlns:a16="http://schemas.microsoft.com/office/drawing/2014/main" val="3806420233"/>
                    </a:ext>
                  </a:extLst>
                </a:gridCol>
                <a:gridCol w="1007174">
                  <a:extLst>
                    <a:ext uri="{9D8B030D-6E8A-4147-A177-3AD203B41FA5}">
                      <a16:colId xmlns:a16="http://schemas.microsoft.com/office/drawing/2014/main" val="47894130"/>
                    </a:ext>
                  </a:extLst>
                </a:gridCol>
                <a:gridCol w="1007174">
                  <a:extLst>
                    <a:ext uri="{9D8B030D-6E8A-4147-A177-3AD203B41FA5}">
                      <a16:colId xmlns:a16="http://schemas.microsoft.com/office/drawing/2014/main" val="2041623666"/>
                    </a:ext>
                  </a:extLst>
                </a:gridCol>
                <a:gridCol w="1007174">
                  <a:extLst>
                    <a:ext uri="{9D8B030D-6E8A-4147-A177-3AD203B41FA5}">
                      <a16:colId xmlns:a16="http://schemas.microsoft.com/office/drawing/2014/main" val="640103632"/>
                    </a:ext>
                  </a:extLst>
                </a:gridCol>
                <a:gridCol w="1007174">
                  <a:extLst>
                    <a:ext uri="{9D8B030D-6E8A-4147-A177-3AD203B41FA5}">
                      <a16:colId xmlns:a16="http://schemas.microsoft.com/office/drawing/2014/main" val="2151745627"/>
                    </a:ext>
                  </a:extLst>
                </a:gridCol>
              </a:tblGrid>
              <a:tr h="492192"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2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 구분</a:t>
                      </a:r>
                    </a:p>
                  </a:txBody>
                  <a:tcPr marL="45138" marR="45138" marT="22569" marB="2256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N</a:t>
                      </a:r>
                    </a:p>
                  </a:txBody>
                  <a:tcPr marL="45138" marR="45138" marT="22569" marB="2256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Mean</a:t>
                      </a:r>
                    </a:p>
                  </a:txBody>
                  <a:tcPr marL="45138" marR="45138" marT="22569" marB="2256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SE</a:t>
                      </a:r>
                    </a:p>
                  </a:txBody>
                  <a:tcPr marL="45138" marR="45138" marT="22569" marB="2256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95% Confidence Interval</a:t>
                      </a:r>
                    </a:p>
                  </a:txBody>
                  <a:tcPr marL="45138" marR="45138" marT="22569" marB="2256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1100" dirty="0">
                        <a:effectLst/>
                      </a:endParaRPr>
                    </a:p>
                  </a:txBody>
                  <a:tcPr marL="45138" marR="45138" marT="22569" marB="2256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Median</a:t>
                      </a:r>
                    </a:p>
                  </a:txBody>
                  <a:tcPr marL="45138" marR="45138" marT="22569" marB="2256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SD</a:t>
                      </a:r>
                    </a:p>
                  </a:txBody>
                  <a:tcPr marL="45138" marR="45138" marT="22569" marB="2256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6928917"/>
                  </a:ext>
                </a:extLst>
              </a:tr>
              <a:tr h="49219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Lower</a:t>
                      </a:r>
                    </a:p>
                  </a:txBody>
                  <a:tcPr marL="45138" marR="45138" marT="22569" marB="2256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Upper</a:t>
                      </a:r>
                    </a:p>
                  </a:txBody>
                  <a:tcPr marL="45138" marR="45138" marT="22569" marB="2256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7429425"/>
                  </a:ext>
                </a:extLst>
              </a:tr>
              <a:tr h="540908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ko-KR" altLang="en-US" sz="12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개인</a:t>
                      </a:r>
                      <a:r>
                        <a:rPr lang="en-US" altLang="ko-KR" sz="12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-</a:t>
                      </a:r>
                      <a:r>
                        <a:rPr lang="ko-KR" altLang="en-US" sz="12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프로그램적합도</a:t>
                      </a:r>
                    </a:p>
                  </a:txBody>
                  <a:tcPr marL="45138" marR="45138" marT="45138" marB="2256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2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71</a:t>
                      </a:r>
                    </a:p>
                  </a:txBody>
                  <a:tcPr marL="45138" marR="112846" marT="45138" marB="2256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2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3.46</a:t>
                      </a:r>
                    </a:p>
                  </a:txBody>
                  <a:tcPr marL="45138" marR="112846" marT="45138" marB="2256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2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0.1184</a:t>
                      </a:r>
                    </a:p>
                  </a:txBody>
                  <a:tcPr marL="45138" marR="112846" marT="45138" marB="2256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2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3.23</a:t>
                      </a:r>
                    </a:p>
                  </a:txBody>
                  <a:tcPr marL="45138" marR="112846" marT="45138" marB="2256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2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3.70</a:t>
                      </a:r>
                    </a:p>
                  </a:txBody>
                  <a:tcPr marL="45138" marR="112846" marT="45138" marB="2256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2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3.50</a:t>
                      </a:r>
                    </a:p>
                  </a:txBody>
                  <a:tcPr marL="45138" marR="112846" marT="45138" marB="2256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2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0.998</a:t>
                      </a:r>
                    </a:p>
                  </a:txBody>
                  <a:tcPr marL="45138" marR="112846" marT="45138" marB="2256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87039799"/>
                  </a:ext>
                </a:extLst>
              </a:tr>
              <a:tr h="492192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ko-KR" altLang="en-US" sz="12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목표</a:t>
                      </a:r>
                      <a:r>
                        <a:rPr lang="en-US" altLang="ko-KR" sz="12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_</a:t>
                      </a:r>
                      <a:r>
                        <a:rPr lang="ko-KR" altLang="en-US" sz="12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네트워크</a:t>
                      </a:r>
                    </a:p>
                  </a:txBody>
                  <a:tcPr marL="45138" marR="45138" marT="22569" marB="2256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2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71</a:t>
                      </a:r>
                    </a:p>
                  </a:txBody>
                  <a:tcPr marL="45138" marR="112846" marT="22569" marB="2256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2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3.69</a:t>
                      </a:r>
                    </a:p>
                  </a:txBody>
                  <a:tcPr marL="45138" marR="112846" marT="22569" marB="2256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2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0.1262</a:t>
                      </a:r>
                    </a:p>
                  </a:txBody>
                  <a:tcPr marL="45138" marR="112846" marT="22569" marB="2256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2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3.44</a:t>
                      </a:r>
                    </a:p>
                  </a:txBody>
                  <a:tcPr marL="45138" marR="112846" marT="22569" marB="2256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2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3.94</a:t>
                      </a:r>
                    </a:p>
                  </a:txBody>
                  <a:tcPr marL="45138" marR="112846" marT="22569" marB="2256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2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4.00</a:t>
                      </a:r>
                    </a:p>
                  </a:txBody>
                  <a:tcPr marL="45138" marR="112846" marT="22569" marB="2256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2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1.064</a:t>
                      </a:r>
                    </a:p>
                  </a:txBody>
                  <a:tcPr marL="45138" marR="112846" marT="22569" marB="2256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6252058"/>
                  </a:ext>
                </a:extLst>
              </a:tr>
              <a:tr h="492192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ko-KR" altLang="en-US" sz="12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목표</a:t>
                      </a:r>
                      <a:r>
                        <a:rPr lang="en-US" altLang="ko-KR" sz="12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_</a:t>
                      </a:r>
                      <a:r>
                        <a:rPr lang="ko-KR" altLang="en-US" sz="12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커리어</a:t>
                      </a:r>
                    </a:p>
                  </a:txBody>
                  <a:tcPr marL="45138" marR="45138" marT="22569" marB="2256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2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71</a:t>
                      </a:r>
                    </a:p>
                  </a:txBody>
                  <a:tcPr marL="45138" marR="112846" marT="22569" marB="2256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2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3.93</a:t>
                      </a:r>
                    </a:p>
                  </a:txBody>
                  <a:tcPr marL="45138" marR="112846" marT="22569" marB="2256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2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0.1209</a:t>
                      </a:r>
                    </a:p>
                  </a:txBody>
                  <a:tcPr marL="45138" marR="112846" marT="22569" marB="2256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2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3.69</a:t>
                      </a:r>
                    </a:p>
                  </a:txBody>
                  <a:tcPr marL="45138" marR="112846" marT="22569" marB="2256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2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4.17</a:t>
                      </a:r>
                    </a:p>
                  </a:txBody>
                  <a:tcPr marL="45138" marR="112846" marT="22569" marB="2256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2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4.00</a:t>
                      </a:r>
                    </a:p>
                  </a:txBody>
                  <a:tcPr marL="45138" marR="112846" marT="22569" marB="2256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2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1.019</a:t>
                      </a:r>
                    </a:p>
                  </a:txBody>
                  <a:tcPr marL="45138" marR="112846" marT="22569" marB="2256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232987"/>
                  </a:ext>
                </a:extLst>
              </a:tr>
              <a:tr h="492192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ko-KR" altLang="en-US" sz="12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목표</a:t>
                      </a:r>
                      <a:r>
                        <a:rPr lang="en-US" altLang="ko-KR" sz="12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_</a:t>
                      </a:r>
                      <a:r>
                        <a:rPr lang="ko-KR" altLang="en-US" sz="12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학문</a:t>
                      </a:r>
                    </a:p>
                  </a:txBody>
                  <a:tcPr marL="45138" marR="45138" marT="22569" marB="2256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2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71</a:t>
                      </a:r>
                    </a:p>
                  </a:txBody>
                  <a:tcPr marL="45138" marR="112846" marT="22569" marB="2256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2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4.46</a:t>
                      </a:r>
                    </a:p>
                  </a:txBody>
                  <a:tcPr marL="45138" marR="112846" marT="22569" marB="2256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2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0.0773</a:t>
                      </a:r>
                    </a:p>
                  </a:txBody>
                  <a:tcPr marL="45138" marR="112846" marT="22569" marB="2256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2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4.31</a:t>
                      </a:r>
                    </a:p>
                  </a:txBody>
                  <a:tcPr marL="45138" marR="112846" marT="22569" marB="2256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2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4.62</a:t>
                      </a:r>
                    </a:p>
                  </a:txBody>
                  <a:tcPr marL="45138" marR="112846" marT="22569" marB="2256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2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5.00</a:t>
                      </a:r>
                    </a:p>
                  </a:txBody>
                  <a:tcPr marL="45138" marR="112846" marT="22569" marB="2256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2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0.651</a:t>
                      </a:r>
                    </a:p>
                  </a:txBody>
                  <a:tcPr marL="45138" marR="112846" marT="22569" marB="2256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9121527"/>
                  </a:ext>
                </a:extLst>
              </a:tr>
              <a:tr h="540908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ko-KR" altLang="en-US" sz="12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지인추천의향</a:t>
                      </a:r>
                    </a:p>
                  </a:txBody>
                  <a:tcPr marL="45138" marR="45138" marT="22569" marB="45138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2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71</a:t>
                      </a:r>
                    </a:p>
                  </a:txBody>
                  <a:tcPr marL="45138" marR="112846" marT="22569" marB="45138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2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3.79</a:t>
                      </a:r>
                    </a:p>
                  </a:txBody>
                  <a:tcPr marL="45138" marR="112846" marT="22569" marB="45138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2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0.1195</a:t>
                      </a:r>
                    </a:p>
                  </a:txBody>
                  <a:tcPr marL="45138" marR="112846" marT="22569" marB="45138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2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3.56</a:t>
                      </a:r>
                    </a:p>
                  </a:txBody>
                  <a:tcPr marL="45138" marR="112846" marT="22569" marB="45138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2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4.03</a:t>
                      </a:r>
                    </a:p>
                  </a:txBody>
                  <a:tcPr marL="45138" marR="112846" marT="22569" marB="45138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2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4.00</a:t>
                      </a:r>
                    </a:p>
                  </a:txBody>
                  <a:tcPr marL="45138" marR="112846" marT="22569" marB="45138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2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1.007</a:t>
                      </a:r>
                    </a:p>
                  </a:txBody>
                  <a:tcPr marL="45138" marR="112846" marT="22569" marB="45138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9796372"/>
                  </a:ext>
                </a:extLst>
              </a:tr>
              <a:tr h="492194">
                <a:tc gridSpan="8"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Note.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평균의 신뢰구간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(CI)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은 표본 평균이 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N-1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의 자유도를 가진 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t-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분포를 따른다고 가정합니다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.</a:t>
                      </a:r>
                      <a:endParaRPr lang="en-US" sz="1200" kern="1200" dirty="0">
                        <a:solidFill>
                          <a:schemeClr val="tx1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45138" marR="45138" marT="33854" marB="11285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65635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28656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E9039A-9493-56D9-084D-13C1A29A84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ED0E07F-B6F9-500E-4E1A-A6A963C24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spc="-50">
                <a:latin typeface="페이퍼로지 4 Regular" pitchFamily="2" charset="-127"/>
                <a:ea typeface="페이퍼로지 4 Regular" pitchFamily="2" charset="-127"/>
              </a:rPr>
              <a:t>- </a:t>
            </a:r>
            <a:fld id="{F0AEE96D-C800-4200-B178-74DC3655196B}" type="slidenum">
              <a:rPr lang="ko-KR" altLang="en-US" spc="-50">
                <a:latin typeface="페이퍼로지 4 Regular" pitchFamily="2" charset="-127"/>
                <a:ea typeface="페이퍼로지 4 Regular" pitchFamily="2" charset="-127"/>
              </a:rPr>
              <a:pPr/>
              <a:t>4</a:t>
            </a:fld>
            <a:r>
              <a:rPr lang="ko-KR" altLang="en-US" spc="-50">
                <a:latin typeface="페이퍼로지 4 Regular" pitchFamily="2" charset="-127"/>
                <a:ea typeface="페이퍼로지 4 Regular" pitchFamily="2" charset="-127"/>
              </a:rPr>
              <a:t> </a:t>
            </a:r>
            <a:r>
              <a:rPr spc="-50">
                <a:latin typeface="페이퍼로지 4 Regular" pitchFamily="2" charset="-127"/>
                <a:ea typeface="페이퍼로지 4 Regular" pitchFamily="2" charset="-127"/>
              </a:rPr>
              <a:t>-</a:t>
            </a:r>
            <a:endParaRPr lang="ko-KR" altLang="en-US" spc="-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0" name="텍스트 개체 틀 1">
            <a:extLst>
              <a:ext uri="{FF2B5EF4-FFF2-40B4-BE49-F238E27FC236}">
                <a16:creationId xmlns:a16="http://schemas.microsoft.com/office/drawing/2014/main" id="{7970E4BF-4BE5-85CC-39A3-246A1B7D4938}"/>
              </a:ext>
            </a:extLst>
          </p:cNvPr>
          <p:cNvSpPr txBox="1">
            <a:spLocks/>
          </p:cNvSpPr>
          <p:nvPr/>
        </p:nvSpPr>
        <p:spPr>
          <a:xfrm>
            <a:off x="344487" y="836613"/>
            <a:ext cx="9217026" cy="576262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latinLnBrk="1">
              <a:defRPr sz="1700" spc="-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ko-KR" dirty="0"/>
              <a:t>상관관계 분석 결과, 개인-프로그램 적합도와 지인 추천 의향 간에는 통계적으로 유의한 강한 양의 상관관계가 나타</a:t>
            </a:r>
            <a:r>
              <a:rPr lang="ko-KR" altLang="en-US" dirty="0"/>
              <a:t>남</a:t>
            </a:r>
            <a:r>
              <a:rPr lang="ko-KR" altLang="ko-KR" dirty="0"/>
              <a:t>(</a:t>
            </a:r>
            <a:r>
              <a:rPr lang="ko-KR" altLang="ko-KR" dirty="0" err="1"/>
              <a:t>r</a:t>
            </a:r>
            <a:r>
              <a:rPr lang="ko-KR" altLang="ko-KR" dirty="0"/>
              <a:t>=.583, </a:t>
            </a:r>
            <a:r>
              <a:rPr lang="ko-KR" altLang="ko-KR" dirty="0" err="1"/>
              <a:t>p</a:t>
            </a:r>
            <a:r>
              <a:rPr lang="ko-KR" altLang="ko-KR" dirty="0"/>
              <a:t>&lt;.001)</a:t>
            </a:r>
            <a:r>
              <a:rPr lang="en-US" altLang="ko-KR" dirty="0"/>
              <a:t>.</a:t>
            </a:r>
            <a:endParaRPr lang="ko-KR" altLang="ko-KR" dirty="0"/>
          </a:p>
        </p:txBody>
      </p:sp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DF8A80DE-41C9-01B3-BE1A-8E697A008B2D}"/>
              </a:ext>
            </a:extLst>
          </p:cNvPr>
          <p:cNvGrpSpPr/>
          <p:nvPr/>
        </p:nvGrpSpPr>
        <p:grpSpPr>
          <a:xfrm>
            <a:off x="0" y="-762844"/>
            <a:ext cx="4375346" cy="626015"/>
            <a:chOff x="0" y="-762844"/>
            <a:chExt cx="4375346" cy="626015"/>
          </a:xfrm>
        </p:grpSpPr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DE0A36AF-3FED-3299-1EDE-568DD7308286}"/>
                </a:ext>
              </a:extLst>
            </p:cNvPr>
            <p:cNvSpPr txBox="1"/>
            <p:nvPr/>
          </p:nvSpPr>
          <p:spPr>
            <a:xfrm>
              <a:off x="1229274" y="-762844"/>
              <a:ext cx="991907" cy="32898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algn="ctr"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ko-KR" altLang="en-US" sz="1625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페이퍼</a:t>
              </a:r>
              <a:r>
                <a:rPr lang="en-US" altLang="ko-KR" sz="1625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5</a:t>
              </a:r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2F68F3B9-A7D6-8C84-D26B-B52906181E6F}"/>
                </a:ext>
              </a:extLst>
            </p:cNvPr>
            <p:cNvSpPr txBox="1"/>
            <p:nvPr/>
          </p:nvSpPr>
          <p:spPr>
            <a:xfrm>
              <a:off x="2316075" y="-762844"/>
              <a:ext cx="991907" cy="32898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algn="ctr"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ko-KR" altLang="en-US" sz="1463" spc="-4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페이퍼</a:t>
              </a:r>
              <a:r>
                <a:rPr lang="en-US" altLang="ko-KR" sz="1463" spc="-4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4</a:t>
              </a:r>
            </a:p>
          </p:txBody>
        </p:sp>
        <p:sp>
          <p:nvSpPr>
            <p:cNvPr id="130" name="직사각형 129">
              <a:extLst>
                <a:ext uri="{FF2B5EF4-FFF2-40B4-BE49-F238E27FC236}">
                  <a16:creationId xmlns:a16="http://schemas.microsoft.com/office/drawing/2014/main" id="{77B85043-84D1-E6FA-E3CC-019C4A34A4D7}"/>
                </a:ext>
              </a:extLst>
            </p:cNvPr>
            <p:cNvSpPr/>
            <p:nvPr/>
          </p:nvSpPr>
          <p:spPr>
            <a:xfrm>
              <a:off x="2288686" y="-311024"/>
              <a:ext cx="289451" cy="162138"/>
            </a:xfrm>
            <a:prstGeom prst="rect">
              <a:avLst/>
            </a:prstGeom>
            <a:solidFill>
              <a:srgbClr val="96969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dirty="0">
                <a:ea typeface="a고딕12" panose="02020600000000000000" pitchFamily="18" charset="-127"/>
              </a:endParaRP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40DC154D-9EA1-3B01-8C0C-CB3D28CDB687}"/>
                </a:ext>
              </a:extLst>
            </p:cNvPr>
            <p:cNvSpPr txBox="1"/>
            <p:nvPr/>
          </p:nvSpPr>
          <p:spPr>
            <a:xfrm>
              <a:off x="142473" y="-762844"/>
              <a:ext cx="991907" cy="32898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algn="ctr"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ko-KR" altLang="en-US" sz="1625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6 SemiBold" pitchFamily="2" charset="-127"/>
                  <a:ea typeface="페이퍼로지 6 SemiBold" pitchFamily="2" charset="-127"/>
                </a:rPr>
                <a:t>페이퍼</a:t>
              </a:r>
              <a:r>
                <a:rPr lang="en-US" altLang="ko-KR" sz="1625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6 SemiBold" pitchFamily="2" charset="-127"/>
                  <a:ea typeface="페이퍼로지 6 SemiBold" pitchFamily="2" charset="-127"/>
                </a:rPr>
                <a:t>6</a:t>
              </a:r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35A1EF6A-68A1-74A1-19F2-685BC47F61B7}"/>
                </a:ext>
              </a:extLst>
            </p:cNvPr>
            <p:cNvSpPr txBox="1"/>
            <p:nvPr/>
          </p:nvSpPr>
          <p:spPr>
            <a:xfrm>
              <a:off x="3383439" y="-762844"/>
              <a:ext cx="991907" cy="32898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algn="ctr"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ko-KR" altLang="en-US" sz="1463" spc="-4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3 Light" pitchFamily="2" charset="-127"/>
                  <a:ea typeface="페이퍼로지 3 Light" pitchFamily="2" charset="-127"/>
                </a:rPr>
                <a:t>페이퍼</a:t>
              </a:r>
              <a:r>
                <a:rPr lang="en-US" altLang="ko-KR" sz="1463" spc="-4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3 Light" pitchFamily="2" charset="-127"/>
                  <a:ea typeface="페이퍼로지 3 Light" pitchFamily="2" charset="-127"/>
                </a:rPr>
                <a:t>3</a:t>
              </a:r>
            </a:p>
          </p:txBody>
        </p:sp>
        <p:sp>
          <p:nvSpPr>
            <p:cNvPr id="133" name="직사각형 132">
              <a:extLst>
                <a:ext uri="{FF2B5EF4-FFF2-40B4-BE49-F238E27FC236}">
                  <a16:creationId xmlns:a16="http://schemas.microsoft.com/office/drawing/2014/main" id="{C49526EA-6622-9544-2C59-09CB552D4969}"/>
                </a:ext>
              </a:extLst>
            </p:cNvPr>
            <p:cNvSpPr/>
            <p:nvPr/>
          </p:nvSpPr>
          <p:spPr>
            <a:xfrm>
              <a:off x="1907239" y="-305540"/>
              <a:ext cx="289451" cy="162138"/>
            </a:xfrm>
            <a:prstGeom prst="rect">
              <a:avLst/>
            </a:prstGeom>
            <a:solidFill>
              <a:srgbClr val="F3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  <p:sp>
          <p:nvSpPr>
            <p:cNvPr id="134" name="직사각형 133">
              <a:extLst>
                <a:ext uri="{FF2B5EF4-FFF2-40B4-BE49-F238E27FC236}">
                  <a16:creationId xmlns:a16="http://schemas.microsoft.com/office/drawing/2014/main" id="{FB5EAB61-281C-BAA5-20B3-8C1AE6EB6730}"/>
                </a:ext>
              </a:extLst>
            </p:cNvPr>
            <p:cNvSpPr/>
            <p:nvPr/>
          </p:nvSpPr>
          <p:spPr>
            <a:xfrm>
              <a:off x="1525792" y="-298967"/>
              <a:ext cx="289451" cy="162138"/>
            </a:xfrm>
            <a:prstGeom prst="rect">
              <a:avLst/>
            </a:prstGeom>
            <a:solidFill>
              <a:srgbClr val="AABAF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  <p:sp>
          <p:nvSpPr>
            <p:cNvPr id="135" name="직사각형 134">
              <a:extLst>
                <a:ext uri="{FF2B5EF4-FFF2-40B4-BE49-F238E27FC236}">
                  <a16:creationId xmlns:a16="http://schemas.microsoft.com/office/drawing/2014/main" id="{74588696-44BF-0001-3E18-A17275D2A04C}"/>
                </a:ext>
              </a:extLst>
            </p:cNvPr>
            <p:cNvSpPr/>
            <p:nvPr/>
          </p:nvSpPr>
          <p:spPr>
            <a:xfrm>
              <a:off x="381448" y="-298967"/>
              <a:ext cx="289451" cy="162138"/>
            </a:xfrm>
            <a:prstGeom prst="rect">
              <a:avLst/>
            </a:prstGeom>
            <a:solidFill>
              <a:srgbClr val="00338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  <p:sp>
          <p:nvSpPr>
            <p:cNvPr id="136" name="직사각형 135">
              <a:extLst>
                <a:ext uri="{FF2B5EF4-FFF2-40B4-BE49-F238E27FC236}">
                  <a16:creationId xmlns:a16="http://schemas.microsoft.com/office/drawing/2014/main" id="{11119988-DB83-5F56-F51C-0593EF51400C}"/>
                </a:ext>
              </a:extLst>
            </p:cNvPr>
            <p:cNvSpPr/>
            <p:nvPr/>
          </p:nvSpPr>
          <p:spPr>
            <a:xfrm>
              <a:off x="762896" y="-298967"/>
              <a:ext cx="289451" cy="162138"/>
            </a:xfrm>
            <a:prstGeom prst="rect">
              <a:avLst/>
            </a:prstGeom>
            <a:solidFill>
              <a:srgbClr val="1E49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  <p:sp>
          <p:nvSpPr>
            <p:cNvPr id="137" name="직사각형 136">
              <a:extLst>
                <a:ext uri="{FF2B5EF4-FFF2-40B4-BE49-F238E27FC236}">
                  <a16:creationId xmlns:a16="http://schemas.microsoft.com/office/drawing/2014/main" id="{E30E78A4-2B43-F313-9919-E19C3F5221D2}"/>
                </a:ext>
              </a:extLst>
            </p:cNvPr>
            <p:cNvSpPr/>
            <p:nvPr/>
          </p:nvSpPr>
          <p:spPr>
            <a:xfrm>
              <a:off x="1144344" y="-298967"/>
              <a:ext cx="289451" cy="162138"/>
            </a:xfrm>
            <a:prstGeom prst="rect">
              <a:avLst/>
            </a:prstGeom>
            <a:solidFill>
              <a:srgbClr val="5F7D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  <p:sp>
          <p:nvSpPr>
            <p:cNvPr id="138" name="직사각형 137">
              <a:extLst>
                <a:ext uri="{FF2B5EF4-FFF2-40B4-BE49-F238E27FC236}">
                  <a16:creationId xmlns:a16="http://schemas.microsoft.com/office/drawing/2014/main" id="{4DB52D37-A53F-D4F3-F39D-83B050FC3447}"/>
                </a:ext>
              </a:extLst>
            </p:cNvPr>
            <p:cNvSpPr/>
            <p:nvPr/>
          </p:nvSpPr>
          <p:spPr>
            <a:xfrm>
              <a:off x="0" y="-305540"/>
              <a:ext cx="289451" cy="162138"/>
            </a:xfrm>
            <a:prstGeom prst="rect">
              <a:avLst/>
            </a:prstGeom>
            <a:solidFill>
              <a:srgbClr val="2F485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</p:grp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1714C3C6-B87F-36B2-22B3-1D873FE5057A}"/>
              </a:ext>
            </a:extLst>
          </p:cNvPr>
          <p:cNvSpPr/>
          <p:nvPr/>
        </p:nvSpPr>
        <p:spPr>
          <a:xfrm>
            <a:off x="344488" y="262250"/>
            <a:ext cx="115827" cy="46800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0" fontAlgn="base" latinLnBrk="1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kumimoji="0" lang="ko-KR" altLang="en-US" sz="1400" b="0" i="0" u="none" strike="noStrike" kern="1200" cap="none" spc="-5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sp>
        <p:nvSpPr>
          <p:cNvPr id="140" name="직사각형 139">
            <a:extLst>
              <a:ext uri="{FF2B5EF4-FFF2-40B4-BE49-F238E27FC236}">
                <a16:creationId xmlns:a16="http://schemas.microsoft.com/office/drawing/2014/main" id="{9BCCC4EB-C15D-778A-9235-6CD4156777DF}"/>
              </a:ext>
            </a:extLst>
          </p:cNvPr>
          <p:cNvSpPr/>
          <p:nvPr/>
        </p:nvSpPr>
        <p:spPr>
          <a:xfrm>
            <a:off x="498248" y="262250"/>
            <a:ext cx="1124475" cy="468000"/>
          </a:xfrm>
          <a:prstGeom prst="rect">
            <a:avLst/>
          </a:prstGeom>
          <a:solidFill>
            <a:srgbClr val="1E49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buNone/>
              <a:defRPr/>
            </a:pPr>
            <a:r>
              <a:rPr lang="ko-KR" altLang="en-US" sz="1400" spc="-50" dirty="0">
                <a:solidFill>
                  <a:prstClr val="white"/>
                </a:solidFill>
                <a:latin typeface="페이퍼로지 6 SemiBold" pitchFamily="2" charset="-127"/>
                <a:ea typeface="페이퍼로지 6 SemiBold" pitchFamily="2" charset="-127"/>
              </a:rPr>
              <a:t>상관관계</a:t>
            </a:r>
          </a:p>
        </p:txBody>
      </p:sp>
      <p:sp>
        <p:nvSpPr>
          <p:cNvPr id="44" name="텍스트 개체 틀 1">
            <a:extLst>
              <a:ext uri="{FF2B5EF4-FFF2-40B4-BE49-F238E27FC236}">
                <a16:creationId xmlns:a16="http://schemas.microsoft.com/office/drawing/2014/main" id="{8254735A-7633-D8A8-9C45-1CDDCAD77679}"/>
              </a:ext>
            </a:extLst>
          </p:cNvPr>
          <p:cNvSpPr txBox="1">
            <a:spLocks/>
          </p:cNvSpPr>
          <p:nvPr/>
        </p:nvSpPr>
        <p:spPr>
          <a:xfrm>
            <a:off x="346831" y="1538207"/>
            <a:ext cx="4464051" cy="3355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ctr" defTabSz="457200" rtl="0" eaLnBrk="1" latinLnBrk="0" hangingPunct="1">
              <a:defRPr lang="en-US" altLang="ko-KR" sz="813" kern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anose="020B0800000000000000" pitchFamily="50" charset="-127"/>
                <a:ea typeface="SpoqaHanSans-Bold" panose="020B0800000000000000" pitchFamily="50" charset="-127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1600" spc="-50" dirty="0">
                <a:latin typeface="페이퍼로지 5 Medium" pitchFamily="2" charset="-127"/>
                <a:ea typeface="페이퍼로지 5 Medium" pitchFamily="2" charset="-127"/>
              </a:rPr>
              <a:t>상관관계 분석 결과</a:t>
            </a:r>
          </a:p>
        </p:txBody>
      </p: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1F3D4B73-A075-0406-D989-A99FBE4A334D}"/>
              </a:ext>
            </a:extLst>
          </p:cNvPr>
          <p:cNvCxnSpPr>
            <a:cxnSpLocks/>
          </p:cNvCxnSpPr>
          <p:nvPr/>
        </p:nvCxnSpPr>
        <p:spPr>
          <a:xfrm>
            <a:off x="344488" y="1875393"/>
            <a:ext cx="9213673" cy="0"/>
          </a:xfrm>
          <a:prstGeom prst="line">
            <a:avLst/>
          </a:prstGeom>
          <a:ln w="28575">
            <a:solidFill>
              <a:srgbClr val="00338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A603C0B5-8B5B-43DC-9E16-E6CB948F1F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867622"/>
              </p:ext>
            </p:extLst>
          </p:nvPr>
        </p:nvGraphicFramePr>
        <p:xfrm>
          <a:off x="344486" y="1989394"/>
          <a:ext cx="4464052" cy="3358338"/>
        </p:xfrm>
        <a:graphic>
          <a:graphicData uri="http://schemas.openxmlformats.org/drawingml/2006/table">
            <a:tbl>
              <a:tblPr/>
              <a:tblGrid>
                <a:gridCol w="613928">
                  <a:extLst>
                    <a:ext uri="{9D8B030D-6E8A-4147-A177-3AD203B41FA5}">
                      <a16:colId xmlns:a16="http://schemas.microsoft.com/office/drawing/2014/main" val="4154430851"/>
                    </a:ext>
                  </a:extLst>
                </a:gridCol>
                <a:gridCol w="272268">
                  <a:extLst>
                    <a:ext uri="{9D8B030D-6E8A-4147-A177-3AD203B41FA5}">
                      <a16:colId xmlns:a16="http://schemas.microsoft.com/office/drawing/2014/main" val="881695505"/>
                    </a:ext>
                  </a:extLst>
                </a:gridCol>
                <a:gridCol w="894464">
                  <a:extLst>
                    <a:ext uri="{9D8B030D-6E8A-4147-A177-3AD203B41FA5}">
                      <a16:colId xmlns:a16="http://schemas.microsoft.com/office/drawing/2014/main" val="3610459941"/>
                    </a:ext>
                  </a:extLst>
                </a:gridCol>
                <a:gridCol w="894464">
                  <a:extLst>
                    <a:ext uri="{9D8B030D-6E8A-4147-A177-3AD203B41FA5}">
                      <a16:colId xmlns:a16="http://schemas.microsoft.com/office/drawing/2014/main" val="3974176810"/>
                    </a:ext>
                  </a:extLst>
                </a:gridCol>
                <a:gridCol w="894464">
                  <a:extLst>
                    <a:ext uri="{9D8B030D-6E8A-4147-A177-3AD203B41FA5}">
                      <a16:colId xmlns:a16="http://schemas.microsoft.com/office/drawing/2014/main" val="3995384366"/>
                    </a:ext>
                  </a:extLst>
                </a:gridCol>
                <a:gridCol w="894464">
                  <a:extLst>
                    <a:ext uri="{9D8B030D-6E8A-4147-A177-3AD203B41FA5}">
                      <a16:colId xmlns:a16="http://schemas.microsoft.com/office/drawing/2014/main" val="2748651735"/>
                    </a:ext>
                  </a:extLst>
                </a:gridCol>
              </a:tblGrid>
              <a:tr h="426198">
                <a:tc gridSpan="2">
                  <a:txBody>
                    <a:bodyPr/>
                    <a:lstStyle/>
                    <a:p>
                      <a:pPr algn="ctr" rtl="0" fontAlgn="ctr" latinLnBrk="0">
                        <a:buNone/>
                      </a:pPr>
                      <a:r>
                        <a:rPr lang="ko-KR" altLang="en-US" sz="9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구분</a:t>
                      </a:r>
                    </a:p>
                  </a:txBody>
                  <a:tcPr marL="34700" marR="34700" marT="1735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34700" marR="34700" marT="1735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 latinLnBrk="0">
                        <a:buNone/>
                      </a:pPr>
                      <a:r>
                        <a:rPr lang="ko-KR" altLang="en-US" sz="9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개인</a:t>
                      </a:r>
                      <a:r>
                        <a:rPr lang="en-US" altLang="ko-KR" sz="9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-</a:t>
                      </a:r>
                      <a:r>
                        <a:rPr lang="ko-KR" altLang="en-US" sz="9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프로그램적합도</a:t>
                      </a:r>
                    </a:p>
                  </a:txBody>
                  <a:tcPr marL="34700" marR="34700" marT="1735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 latinLnBrk="0">
                        <a:buNone/>
                      </a:pPr>
                      <a:r>
                        <a:rPr lang="ko-KR" altLang="en-US" sz="9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목표</a:t>
                      </a:r>
                      <a:r>
                        <a:rPr lang="en-US" altLang="ko-KR" sz="9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_</a:t>
                      </a:r>
                      <a:r>
                        <a:rPr lang="ko-KR" altLang="en-US" sz="9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네트워크</a:t>
                      </a:r>
                    </a:p>
                  </a:txBody>
                  <a:tcPr marL="34700" marR="34700" marT="1735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 latinLnBrk="0">
                        <a:buNone/>
                      </a:pPr>
                      <a:r>
                        <a:rPr lang="ko-KR" altLang="en-US" sz="9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목표</a:t>
                      </a:r>
                      <a:r>
                        <a:rPr lang="en-US" altLang="ko-KR" sz="9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_</a:t>
                      </a:r>
                      <a:r>
                        <a:rPr lang="ko-KR" altLang="en-US" sz="9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커리어</a:t>
                      </a:r>
                    </a:p>
                  </a:txBody>
                  <a:tcPr marL="34700" marR="34700" marT="1735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 latinLnBrk="0">
                        <a:buNone/>
                      </a:pPr>
                      <a:r>
                        <a:rPr lang="ko-KR" altLang="en-US" sz="9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목표</a:t>
                      </a:r>
                      <a:r>
                        <a:rPr lang="en-US" altLang="ko-KR" sz="9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_</a:t>
                      </a:r>
                      <a:r>
                        <a:rPr lang="ko-KR" altLang="en-US" sz="9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학문</a:t>
                      </a:r>
                    </a:p>
                  </a:txBody>
                  <a:tcPr marL="34700" marR="34700" marT="1735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6136340"/>
                  </a:ext>
                </a:extLst>
              </a:tr>
              <a:tr h="251683">
                <a:tc rowSpan="3"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ko-KR" altLang="en-US" sz="9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목표</a:t>
                      </a:r>
                      <a:r>
                        <a:rPr lang="en-US" altLang="ko-KR" sz="9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_</a:t>
                      </a:r>
                    </a:p>
                    <a:p>
                      <a:pPr algn="ctr" rtl="0" fontAlgn="t" latinLnBrk="0">
                        <a:buNone/>
                      </a:pPr>
                      <a:r>
                        <a:rPr lang="ko-KR" altLang="en-US" sz="9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네트워크</a:t>
                      </a:r>
                    </a:p>
                  </a:txBody>
                  <a:tcPr marL="34700" marR="34700" marT="3470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en-US" sz="9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R</a:t>
                      </a:r>
                    </a:p>
                  </a:txBody>
                  <a:tcPr marL="34700" marR="34700" marT="3470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en-US" altLang="ko-KR" sz="9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0.414</a:t>
                      </a:r>
                      <a:r>
                        <a:rPr lang="ko-KR" altLang="en-US" sz="900" b="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***</a:t>
                      </a:r>
                      <a:endParaRPr lang="ko-KR" altLang="en-US" sz="900" dirty="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34700" marR="86749" marT="3470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en-US" altLang="ko-KR" sz="9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—</a:t>
                      </a:r>
                    </a:p>
                  </a:txBody>
                  <a:tcPr marL="34700" marR="86749" marT="3470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ko-KR" altLang="en-US" sz="9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 </a:t>
                      </a:r>
                    </a:p>
                  </a:txBody>
                  <a:tcPr marL="34700" marR="86749" marT="3470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ko-KR" altLang="en-US" sz="9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 </a:t>
                      </a:r>
                    </a:p>
                  </a:txBody>
                  <a:tcPr marL="34700" marR="86749" marT="3470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7729144"/>
                  </a:ext>
                </a:extLst>
              </a:tr>
              <a:tr h="19259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en-US" altLang="ko-KR" sz="900" dirty="0" err="1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df</a:t>
                      </a:r>
                      <a:endParaRPr lang="en-US" altLang="ko-KR" sz="900" dirty="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34700" marR="34700" marT="1735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en-US" altLang="ko-KR" sz="9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69</a:t>
                      </a:r>
                    </a:p>
                  </a:txBody>
                  <a:tcPr marL="34700" marR="86749" marT="1735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en-US" altLang="ko-KR" sz="9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—</a:t>
                      </a:r>
                    </a:p>
                  </a:txBody>
                  <a:tcPr marL="34700" marR="86749" marT="1735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ko-KR" altLang="en-US" sz="9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 </a:t>
                      </a:r>
                    </a:p>
                  </a:txBody>
                  <a:tcPr marL="34700" marR="86749" marT="1735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ko-KR" altLang="en-US" sz="9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 </a:t>
                      </a:r>
                    </a:p>
                  </a:txBody>
                  <a:tcPr marL="34700" marR="86749" marT="1735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6654623"/>
                  </a:ext>
                </a:extLst>
              </a:tr>
              <a:tr h="23692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en-US" sz="9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P</a:t>
                      </a:r>
                    </a:p>
                  </a:txBody>
                  <a:tcPr marL="34700" marR="34700" marT="1735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en-US" altLang="ko-KR" sz="9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&lt;.001</a:t>
                      </a:r>
                    </a:p>
                  </a:txBody>
                  <a:tcPr marL="34700" marR="86749" marT="1735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en-US" altLang="ko-KR" sz="9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—</a:t>
                      </a:r>
                    </a:p>
                  </a:txBody>
                  <a:tcPr marL="34700" marR="86749" marT="1735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ko-KR" altLang="en-US" sz="9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 </a:t>
                      </a:r>
                    </a:p>
                  </a:txBody>
                  <a:tcPr marL="34700" marR="86749" marT="1735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ko-KR" altLang="en-US" sz="9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 </a:t>
                      </a:r>
                    </a:p>
                  </a:txBody>
                  <a:tcPr marL="34700" marR="86749" marT="1735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417134"/>
                  </a:ext>
                </a:extLst>
              </a:tr>
              <a:tr h="251683">
                <a:tc rowSpan="3"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ko-KR" altLang="en-US" sz="9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목표</a:t>
                      </a:r>
                      <a:r>
                        <a:rPr lang="en-US" altLang="ko-KR" sz="9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_</a:t>
                      </a:r>
                    </a:p>
                    <a:p>
                      <a:pPr algn="ctr" rtl="0" fontAlgn="t" latinLnBrk="0">
                        <a:buNone/>
                      </a:pPr>
                      <a:r>
                        <a:rPr lang="ko-KR" altLang="en-US" sz="9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커리어</a:t>
                      </a:r>
                    </a:p>
                  </a:txBody>
                  <a:tcPr marL="34700" marR="34700" marT="3470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en-US" sz="9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R</a:t>
                      </a:r>
                    </a:p>
                  </a:txBody>
                  <a:tcPr marL="34700" marR="34700" marT="3470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en-US" altLang="ko-KR" sz="9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0.279</a:t>
                      </a:r>
                      <a:r>
                        <a:rPr lang="ko-KR" altLang="en-US" sz="900" b="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*</a:t>
                      </a:r>
                      <a:endParaRPr lang="ko-KR" altLang="en-US" sz="900" dirty="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34700" marR="86749" marT="3470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en-US" altLang="ko-KR" sz="9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0.401</a:t>
                      </a:r>
                      <a:r>
                        <a:rPr lang="ko-KR" altLang="en-US" sz="900" b="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***</a:t>
                      </a:r>
                      <a:endParaRPr lang="ko-KR" altLang="en-US" sz="900" dirty="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34700" marR="86749" marT="3470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en-US" altLang="ko-KR" sz="9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—</a:t>
                      </a:r>
                    </a:p>
                  </a:txBody>
                  <a:tcPr marL="34700" marR="86749" marT="3470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ko-KR" altLang="en-US" sz="9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 </a:t>
                      </a:r>
                    </a:p>
                  </a:txBody>
                  <a:tcPr marL="34700" marR="86749" marT="3470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2805837"/>
                  </a:ext>
                </a:extLst>
              </a:tr>
              <a:tr h="19259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en-US" altLang="ko-KR" sz="900" dirty="0" err="1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df</a:t>
                      </a:r>
                      <a:endParaRPr lang="en-US" altLang="ko-KR" sz="900" dirty="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34700" marR="34700" marT="1735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en-US" altLang="ko-KR" sz="9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69</a:t>
                      </a:r>
                    </a:p>
                  </a:txBody>
                  <a:tcPr marL="34700" marR="86749" marT="1735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en-US" altLang="ko-KR" sz="9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69</a:t>
                      </a:r>
                    </a:p>
                  </a:txBody>
                  <a:tcPr marL="34700" marR="86749" marT="1735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en-US" altLang="ko-KR" sz="9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—</a:t>
                      </a:r>
                    </a:p>
                  </a:txBody>
                  <a:tcPr marL="34700" marR="86749" marT="1735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ko-KR" altLang="en-US" sz="9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 </a:t>
                      </a:r>
                    </a:p>
                  </a:txBody>
                  <a:tcPr marL="34700" marR="86749" marT="1735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2828676"/>
                  </a:ext>
                </a:extLst>
              </a:tr>
              <a:tr h="23692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en-US" sz="9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P</a:t>
                      </a:r>
                    </a:p>
                  </a:txBody>
                  <a:tcPr marL="34700" marR="34700" marT="1735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en-US" altLang="ko-KR" sz="9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0.019</a:t>
                      </a:r>
                    </a:p>
                  </a:txBody>
                  <a:tcPr marL="34700" marR="86749" marT="1735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en-US" altLang="ko-KR" sz="9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&lt;.001</a:t>
                      </a:r>
                    </a:p>
                  </a:txBody>
                  <a:tcPr marL="34700" marR="86749" marT="1735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en-US" altLang="ko-KR" sz="9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—</a:t>
                      </a:r>
                    </a:p>
                  </a:txBody>
                  <a:tcPr marL="34700" marR="86749" marT="1735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ko-KR" altLang="en-US" sz="9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 </a:t>
                      </a:r>
                    </a:p>
                  </a:txBody>
                  <a:tcPr marL="34700" marR="86749" marT="1735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3472624"/>
                  </a:ext>
                </a:extLst>
              </a:tr>
              <a:tr h="251683">
                <a:tc rowSpan="3"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ko-KR" altLang="en-US" sz="9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목표</a:t>
                      </a:r>
                      <a:r>
                        <a:rPr lang="en-US" altLang="ko-KR" sz="9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_</a:t>
                      </a:r>
                    </a:p>
                    <a:p>
                      <a:pPr algn="ctr" rtl="0" fontAlgn="t" latinLnBrk="0">
                        <a:buNone/>
                      </a:pPr>
                      <a:r>
                        <a:rPr lang="ko-KR" altLang="en-US" sz="9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학문</a:t>
                      </a:r>
                    </a:p>
                  </a:txBody>
                  <a:tcPr marL="34700" marR="34700" marT="3470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en-US" sz="9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R</a:t>
                      </a:r>
                    </a:p>
                  </a:txBody>
                  <a:tcPr marL="34700" marR="34700" marT="3470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en-US" altLang="ko-KR" sz="9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-0.018</a:t>
                      </a:r>
                    </a:p>
                  </a:txBody>
                  <a:tcPr marL="34700" marR="86749" marT="3470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en-US" altLang="ko-KR" sz="9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-0.078</a:t>
                      </a:r>
                    </a:p>
                  </a:txBody>
                  <a:tcPr marL="34700" marR="86749" marT="3470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en-US" altLang="ko-KR" sz="9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0.222</a:t>
                      </a:r>
                    </a:p>
                  </a:txBody>
                  <a:tcPr marL="34700" marR="86749" marT="3470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en-US" altLang="ko-KR" sz="9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—</a:t>
                      </a:r>
                    </a:p>
                  </a:txBody>
                  <a:tcPr marL="34700" marR="86749" marT="3470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8458579"/>
                  </a:ext>
                </a:extLst>
              </a:tr>
              <a:tr h="19259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en-US" altLang="ko-KR" sz="900" dirty="0" err="1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df</a:t>
                      </a:r>
                      <a:endParaRPr lang="en-US" altLang="ko-KR" sz="900" dirty="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34700" marR="34700" marT="1735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en-US" altLang="ko-KR" sz="9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69</a:t>
                      </a:r>
                    </a:p>
                  </a:txBody>
                  <a:tcPr marL="34700" marR="86749" marT="1735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en-US" altLang="ko-KR" sz="9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69</a:t>
                      </a:r>
                    </a:p>
                  </a:txBody>
                  <a:tcPr marL="34700" marR="86749" marT="1735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en-US" altLang="ko-KR" sz="9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69</a:t>
                      </a:r>
                    </a:p>
                  </a:txBody>
                  <a:tcPr marL="34700" marR="86749" marT="1735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en-US" altLang="ko-KR" sz="9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—</a:t>
                      </a:r>
                    </a:p>
                  </a:txBody>
                  <a:tcPr marL="34700" marR="86749" marT="1735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5170440"/>
                  </a:ext>
                </a:extLst>
              </a:tr>
              <a:tr h="23692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en-US" sz="9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P</a:t>
                      </a:r>
                    </a:p>
                  </a:txBody>
                  <a:tcPr marL="34700" marR="34700" marT="1735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en-US" altLang="ko-KR" sz="9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0.879</a:t>
                      </a:r>
                    </a:p>
                  </a:txBody>
                  <a:tcPr marL="34700" marR="86749" marT="1735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en-US" altLang="ko-KR" sz="9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0.519</a:t>
                      </a:r>
                    </a:p>
                  </a:txBody>
                  <a:tcPr marL="34700" marR="86749" marT="1735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en-US" altLang="ko-KR" sz="9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0.062</a:t>
                      </a:r>
                    </a:p>
                  </a:txBody>
                  <a:tcPr marL="34700" marR="86749" marT="1735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en-US" altLang="ko-KR" sz="9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—</a:t>
                      </a:r>
                    </a:p>
                  </a:txBody>
                  <a:tcPr marL="34700" marR="86749" marT="1735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4651058"/>
                  </a:ext>
                </a:extLst>
              </a:tr>
              <a:tr h="251683">
                <a:tc rowSpan="3"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ko-KR" altLang="en-US" sz="9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지인추천</a:t>
                      </a:r>
                      <a:endParaRPr lang="en-US" altLang="ko-KR" sz="900" dirty="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  <a:p>
                      <a:pPr algn="ctr" rtl="0" fontAlgn="t" latinLnBrk="0">
                        <a:buNone/>
                      </a:pPr>
                      <a:r>
                        <a:rPr lang="ko-KR" altLang="en-US" sz="9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의향</a:t>
                      </a:r>
                    </a:p>
                  </a:txBody>
                  <a:tcPr marL="34700" marR="34700" marT="3470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en-US" sz="9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R</a:t>
                      </a:r>
                    </a:p>
                  </a:txBody>
                  <a:tcPr marL="34700" marR="34700" marT="3470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en-US" altLang="ko-KR" sz="9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0.583</a:t>
                      </a:r>
                      <a:r>
                        <a:rPr lang="ko-KR" altLang="en-US" sz="900" b="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***</a:t>
                      </a:r>
                      <a:endParaRPr lang="ko-KR" altLang="en-US" sz="900" dirty="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34700" marR="86749" marT="3470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en-US" altLang="ko-KR" sz="9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0.375</a:t>
                      </a:r>
                      <a:r>
                        <a:rPr lang="ko-KR" altLang="en-US" sz="900" b="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**</a:t>
                      </a:r>
                      <a:endParaRPr lang="ko-KR" altLang="en-US" sz="900" dirty="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34700" marR="86749" marT="3470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en-US" altLang="ko-KR" sz="9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0.260</a:t>
                      </a:r>
                      <a:r>
                        <a:rPr lang="ko-KR" altLang="en-US" sz="900" b="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*</a:t>
                      </a:r>
                      <a:endParaRPr lang="ko-KR" altLang="en-US" sz="900" dirty="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34700" marR="86749" marT="3470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en-US" altLang="ko-KR" sz="9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0.105</a:t>
                      </a:r>
                    </a:p>
                  </a:txBody>
                  <a:tcPr marL="34700" marR="86749" marT="3470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3309966"/>
                  </a:ext>
                </a:extLst>
              </a:tr>
              <a:tr h="19259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en-US" altLang="ko-KR" sz="900" dirty="0" err="1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df</a:t>
                      </a:r>
                      <a:endParaRPr lang="en-US" altLang="ko-KR" sz="900" dirty="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34700" marR="34700" marT="1735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en-US" altLang="ko-KR" sz="9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69</a:t>
                      </a:r>
                    </a:p>
                  </a:txBody>
                  <a:tcPr marL="34700" marR="86749" marT="1735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en-US" altLang="ko-KR" sz="9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69</a:t>
                      </a:r>
                    </a:p>
                  </a:txBody>
                  <a:tcPr marL="34700" marR="86749" marT="1735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en-US" altLang="ko-KR" sz="9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69</a:t>
                      </a:r>
                    </a:p>
                  </a:txBody>
                  <a:tcPr marL="34700" marR="86749" marT="1735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en-US" altLang="ko-KR" sz="9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69</a:t>
                      </a:r>
                    </a:p>
                  </a:txBody>
                  <a:tcPr marL="34700" marR="86749" marT="1735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1432714"/>
                  </a:ext>
                </a:extLst>
              </a:tr>
              <a:tr h="25168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en-US" sz="9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P</a:t>
                      </a:r>
                    </a:p>
                  </a:txBody>
                  <a:tcPr marL="34700" marR="34700" marT="1735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en-US" altLang="ko-KR" sz="9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&lt;.001</a:t>
                      </a:r>
                    </a:p>
                  </a:txBody>
                  <a:tcPr marL="34700" marR="86749" marT="17350" marB="347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en-US" altLang="ko-KR" sz="9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0.001</a:t>
                      </a:r>
                    </a:p>
                  </a:txBody>
                  <a:tcPr marL="34700" marR="86749" marT="17350" marB="347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en-US" altLang="ko-KR" sz="9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0.029</a:t>
                      </a:r>
                    </a:p>
                  </a:txBody>
                  <a:tcPr marL="34700" marR="86749" marT="17350" marB="347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en-US" altLang="ko-KR" sz="9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0.384</a:t>
                      </a:r>
                    </a:p>
                  </a:txBody>
                  <a:tcPr marL="34700" marR="86749" marT="17350" marB="347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8756217"/>
                  </a:ext>
                </a:extLst>
              </a:tr>
              <a:tr h="192590">
                <a:tc gridSpan="6">
                  <a:txBody>
                    <a:bodyPr/>
                    <a:lstStyle/>
                    <a:p>
                      <a:pPr algn="l" rtl="0" fontAlgn="ctr" latinLnBrk="0">
                        <a:buNone/>
                      </a:pPr>
                      <a:r>
                        <a:rPr lang="en-US" sz="900" b="0" i="1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Note.</a:t>
                      </a:r>
                      <a:r>
                        <a:rPr lang="en-US" sz="9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 * p &lt; .05, ** p &lt; .01, *** p &lt; .001</a:t>
                      </a:r>
                    </a:p>
                  </a:txBody>
                  <a:tcPr marL="34700" marR="34700" marT="26025" marB="8675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1317535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6195AA6E-459B-DD3E-65FE-F6F9B67D59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9824141"/>
              </p:ext>
            </p:extLst>
          </p:nvPr>
        </p:nvGraphicFramePr>
        <p:xfrm>
          <a:off x="5094107" y="1989395"/>
          <a:ext cx="4464052" cy="3358337"/>
        </p:xfrm>
        <a:graphic>
          <a:graphicData uri="http://schemas.openxmlformats.org/drawingml/2006/table">
            <a:tbl>
              <a:tblPr/>
              <a:tblGrid>
                <a:gridCol w="886196">
                  <a:extLst>
                    <a:ext uri="{9D8B030D-6E8A-4147-A177-3AD203B41FA5}">
                      <a16:colId xmlns:a16="http://schemas.microsoft.com/office/drawing/2014/main" val="4154430851"/>
                    </a:ext>
                  </a:extLst>
                </a:gridCol>
                <a:gridCol w="894464">
                  <a:extLst>
                    <a:ext uri="{9D8B030D-6E8A-4147-A177-3AD203B41FA5}">
                      <a16:colId xmlns:a16="http://schemas.microsoft.com/office/drawing/2014/main" val="3610459941"/>
                    </a:ext>
                  </a:extLst>
                </a:gridCol>
                <a:gridCol w="894464">
                  <a:extLst>
                    <a:ext uri="{9D8B030D-6E8A-4147-A177-3AD203B41FA5}">
                      <a16:colId xmlns:a16="http://schemas.microsoft.com/office/drawing/2014/main" val="3974176810"/>
                    </a:ext>
                  </a:extLst>
                </a:gridCol>
                <a:gridCol w="894464">
                  <a:extLst>
                    <a:ext uri="{9D8B030D-6E8A-4147-A177-3AD203B41FA5}">
                      <a16:colId xmlns:a16="http://schemas.microsoft.com/office/drawing/2014/main" val="3995384366"/>
                    </a:ext>
                  </a:extLst>
                </a:gridCol>
                <a:gridCol w="894464">
                  <a:extLst>
                    <a:ext uri="{9D8B030D-6E8A-4147-A177-3AD203B41FA5}">
                      <a16:colId xmlns:a16="http://schemas.microsoft.com/office/drawing/2014/main" val="2748651735"/>
                    </a:ext>
                  </a:extLst>
                </a:gridCol>
              </a:tblGrid>
              <a:tr h="426197">
                <a:tc>
                  <a:txBody>
                    <a:bodyPr/>
                    <a:lstStyle/>
                    <a:p>
                      <a:pPr algn="ctr" rtl="0" fontAlgn="ctr" latinLnBrk="0">
                        <a:buNone/>
                      </a:pPr>
                      <a:r>
                        <a:rPr lang="ko-KR" altLang="en-US" sz="9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구분</a:t>
                      </a:r>
                    </a:p>
                  </a:txBody>
                  <a:tcPr marL="34700" marR="34700" marT="1735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 latinLnBrk="0">
                        <a:buNone/>
                      </a:pPr>
                      <a:r>
                        <a:rPr lang="ko-KR" altLang="en-US" sz="9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개인</a:t>
                      </a:r>
                      <a:r>
                        <a:rPr lang="en-US" altLang="ko-KR" sz="9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-</a:t>
                      </a:r>
                      <a:r>
                        <a:rPr lang="ko-KR" altLang="en-US" sz="9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프로그램적합도</a:t>
                      </a:r>
                    </a:p>
                  </a:txBody>
                  <a:tcPr marL="34700" marR="34700" marT="1735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 latinLnBrk="0">
                        <a:buNone/>
                      </a:pPr>
                      <a:r>
                        <a:rPr lang="ko-KR" altLang="en-US" sz="9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목표</a:t>
                      </a:r>
                      <a:r>
                        <a:rPr lang="en-US" altLang="ko-KR" sz="9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_</a:t>
                      </a:r>
                      <a:r>
                        <a:rPr lang="ko-KR" altLang="en-US" sz="9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네트워크</a:t>
                      </a:r>
                    </a:p>
                  </a:txBody>
                  <a:tcPr marL="34700" marR="34700" marT="1735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 latinLnBrk="0">
                        <a:buNone/>
                      </a:pPr>
                      <a:r>
                        <a:rPr lang="ko-KR" altLang="en-US" sz="9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목표</a:t>
                      </a:r>
                      <a:r>
                        <a:rPr lang="en-US" altLang="ko-KR" sz="9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_</a:t>
                      </a:r>
                      <a:r>
                        <a:rPr lang="ko-KR" altLang="en-US" sz="9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커리어</a:t>
                      </a:r>
                    </a:p>
                  </a:txBody>
                  <a:tcPr marL="34700" marR="34700" marT="1735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 latinLnBrk="0">
                        <a:buNone/>
                      </a:pPr>
                      <a:r>
                        <a:rPr lang="ko-KR" altLang="en-US" sz="9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목표</a:t>
                      </a:r>
                      <a:r>
                        <a:rPr lang="en-US" altLang="ko-KR" sz="9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_</a:t>
                      </a:r>
                      <a:r>
                        <a:rPr lang="ko-KR" altLang="en-US" sz="9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학문</a:t>
                      </a:r>
                    </a:p>
                  </a:txBody>
                  <a:tcPr marL="34700" marR="34700" marT="1735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6136340"/>
                  </a:ext>
                </a:extLst>
              </a:tr>
              <a:tr h="681198"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ko-KR" altLang="en-US" sz="9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목표</a:t>
                      </a:r>
                      <a:r>
                        <a:rPr lang="en-US" altLang="ko-KR" sz="9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_</a:t>
                      </a:r>
                    </a:p>
                    <a:p>
                      <a:pPr algn="ctr" rtl="0" fontAlgn="t" latinLnBrk="0">
                        <a:buNone/>
                      </a:pPr>
                      <a:r>
                        <a:rPr lang="ko-KR" altLang="en-US" sz="9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네트워크</a:t>
                      </a:r>
                    </a:p>
                  </a:txBody>
                  <a:tcPr marL="34700" marR="34700" marT="3470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 gridSpan="4">
                  <a:txBody>
                    <a:bodyPr/>
                    <a:lstStyle/>
                    <a:p>
                      <a:endParaRPr dirty="0"/>
                    </a:p>
                  </a:txBody>
                  <a:tcPr marL="34700" marR="86749" marT="3470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 hMerge="1">
                  <a:txBody>
                    <a:bodyPr/>
                    <a:lstStyle/>
                    <a:p>
                      <a:endParaRPr/>
                    </a:p>
                  </a:txBody>
                  <a:tcPr marL="34700" marR="86749" marT="3470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 hMerge="1">
                  <a:txBody>
                    <a:bodyPr/>
                    <a:lstStyle/>
                    <a:p>
                      <a:endParaRPr/>
                    </a:p>
                  </a:txBody>
                  <a:tcPr marL="34700" marR="86749" marT="3470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 hMerge="1">
                  <a:txBody>
                    <a:bodyPr/>
                    <a:lstStyle/>
                    <a:p>
                      <a:endParaRPr/>
                    </a:p>
                  </a:txBody>
                  <a:tcPr marL="34700" marR="86749" marT="3470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7729144"/>
                  </a:ext>
                </a:extLst>
              </a:tr>
              <a:tr h="681198"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ko-KR" altLang="en-US" sz="9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목표</a:t>
                      </a:r>
                      <a:r>
                        <a:rPr lang="en-US" altLang="ko-KR" sz="9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_</a:t>
                      </a:r>
                    </a:p>
                    <a:p>
                      <a:pPr algn="ctr" rtl="0" fontAlgn="t" latinLnBrk="0">
                        <a:buNone/>
                      </a:pPr>
                      <a:r>
                        <a:rPr lang="ko-KR" altLang="en-US" sz="9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커리어</a:t>
                      </a:r>
                    </a:p>
                  </a:txBody>
                  <a:tcPr marL="34700" marR="34700" marT="3470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4" vMerge="1">
                  <a:txBody>
                    <a:bodyPr/>
                    <a:lstStyle/>
                    <a:p>
                      <a:endParaRPr/>
                    </a:p>
                  </a:txBody>
                  <a:tcPr marL="34700" marR="86749" marT="3470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34700" marR="86749" marT="3470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34700" marR="86749" marT="3470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34700" marR="86749" marT="3470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2805837"/>
                  </a:ext>
                </a:extLst>
              </a:tr>
              <a:tr h="681198"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ko-KR" altLang="en-US" sz="9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목표</a:t>
                      </a:r>
                      <a:r>
                        <a:rPr lang="en-US" altLang="ko-KR" sz="9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_</a:t>
                      </a:r>
                    </a:p>
                    <a:p>
                      <a:pPr algn="ctr" rtl="0" fontAlgn="t" latinLnBrk="0">
                        <a:buNone/>
                      </a:pPr>
                      <a:r>
                        <a:rPr lang="ko-KR" altLang="en-US" sz="9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학문</a:t>
                      </a:r>
                    </a:p>
                  </a:txBody>
                  <a:tcPr marL="34700" marR="34700" marT="3470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4" vMerge="1">
                  <a:txBody>
                    <a:bodyPr/>
                    <a:lstStyle/>
                    <a:p>
                      <a:endParaRPr/>
                    </a:p>
                  </a:txBody>
                  <a:tcPr marL="34700" marR="86749" marT="3470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34700" marR="86749" marT="3470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34700" marR="86749" marT="3470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34700" marR="86749" marT="3470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8458579"/>
                  </a:ext>
                </a:extLst>
              </a:tr>
              <a:tr h="695956"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ko-KR" altLang="en-US" sz="9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지인추천의향</a:t>
                      </a:r>
                    </a:p>
                  </a:txBody>
                  <a:tcPr marL="34700" marR="34700" marT="3470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4" vMerge="1">
                  <a:txBody>
                    <a:bodyPr/>
                    <a:lstStyle/>
                    <a:p>
                      <a:endParaRPr/>
                    </a:p>
                  </a:txBody>
                  <a:tcPr marL="34700" marR="86749" marT="3470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34700" marR="86749" marT="3470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34700" marR="86749" marT="3470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34700" marR="86749" marT="3470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3309966"/>
                  </a:ext>
                </a:extLst>
              </a:tr>
              <a:tr h="192590">
                <a:tc gridSpan="5">
                  <a:txBody>
                    <a:bodyPr/>
                    <a:lstStyle/>
                    <a:p>
                      <a:pPr algn="l" rtl="0" fontAlgn="ctr" latinLnBrk="0">
                        <a:buNone/>
                      </a:pPr>
                      <a:r>
                        <a:rPr lang="en-US" sz="900" b="0" i="1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Note.</a:t>
                      </a:r>
                      <a:r>
                        <a:rPr lang="en-US" sz="9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 * p &lt; .05, ** p &lt; .01, *** p &lt; .001</a:t>
                      </a:r>
                    </a:p>
                  </a:txBody>
                  <a:tcPr marL="34700" marR="34700" marT="26025" marB="8675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1317535"/>
                  </a:ext>
                </a:extLst>
              </a:tr>
            </a:tbl>
          </a:graphicData>
        </a:graphic>
      </p:graphicFrame>
      <p:pic>
        <p:nvPicPr>
          <p:cNvPr id="9" name="그림 8" descr="도표, 라인, 흑백, 스케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296F58E-4C70-7883-C0DC-B5D0A9C8D0F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165" b="5068"/>
          <a:stretch>
            <a:fillRect/>
          </a:stretch>
        </p:blipFill>
        <p:spPr>
          <a:xfrm>
            <a:off x="5991909" y="2430468"/>
            <a:ext cx="3569604" cy="2680151"/>
          </a:xfrm>
          <a:prstGeom prst="rect">
            <a:avLst/>
          </a:prstGeom>
        </p:spPr>
      </p:pic>
      <p:sp>
        <p:nvSpPr>
          <p:cNvPr id="14" name="모서리가 둥근 직사각형 197">
            <a:extLst>
              <a:ext uri="{FF2B5EF4-FFF2-40B4-BE49-F238E27FC236}">
                <a16:creationId xmlns:a16="http://schemas.microsoft.com/office/drawing/2014/main" id="{54303EBB-31E7-A504-769D-3215023B80B6}"/>
              </a:ext>
            </a:extLst>
          </p:cNvPr>
          <p:cNvSpPr/>
          <p:nvPr/>
        </p:nvSpPr>
        <p:spPr>
          <a:xfrm>
            <a:off x="344486" y="5457912"/>
            <a:ext cx="4464052" cy="924785"/>
          </a:xfrm>
          <a:prstGeom prst="roundRect">
            <a:avLst>
              <a:gd name="adj" fmla="val 3014"/>
            </a:avLst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35999" rtlCol="0" anchor="t" anchorCtr="0"/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200" b="1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[</a:t>
            </a:r>
            <a:r>
              <a:rPr lang="ko-KR" altLang="en-US" sz="1200" b="1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가설 검증 </a:t>
            </a:r>
            <a:r>
              <a:rPr lang="en-US" altLang="ko-KR" sz="1200" b="1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: </a:t>
            </a:r>
            <a:r>
              <a:rPr lang="ko-KR" altLang="ko-KR" sz="1200" b="1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개인-프로그램 적합도 ↔ 지인 추천 의향</a:t>
            </a:r>
            <a:r>
              <a:rPr lang="en-US" altLang="ko-KR" sz="1200" b="1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]</a:t>
            </a:r>
            <a:endParaRPr lang="ko-KR" altLang="ko-KR" sz="1200" dirty="0">
              <a:solidFill>
                <a:schemeClr val="tx1"/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ko-KR" altLang="ko-KR" sz="11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두 변수 사이에는 </a:t>
            </a:r>
            <a:r>
              <a:rPr lang="ko-KR" altLang="ko-KR" sz="1100" b="1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상당히 강한 양(+)의 상관관계</a:t>
            </a:r>
            <a:r>
              <a:rPr lang="ko-KR" altLang="ko-KR" sz="11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가 </a:t>
            </a:r>
            <a:r>
              <a:rPr lang="ko-KR" altLang="en-US" sz="11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있음</a:t>
            </a:r>
            <a:r>
              <a:rPr lang="ko-KR" altLang="ko-KR" sz="11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. </a:t>
            </a:r>
            <a:endParaRPr lang="en-US" altLang="ko-KR" sz="1100" dirty="0">
              <a:solidFill>
                <a:schemeClr val="tx1"/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ko-KR" altLang="ko-KR" sz="11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즉, 나와 프로그램이 잘 맞는다고 느낄수록, 지인에게 이 과정을 추천할 확률이 매우 </a:t>
            </a:r>
            <a:r>
              <a:rPr lang="ko-KR" altLang="ko-KR" sz="1100" dirty="0" err="1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높다"는</a:t>
            </a:r>
            <a:r>
              <a:rPr lang="ko-KR" altLang="ko-KR" sz="11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 가설이 통계적으</a:t>
            </a:r>
            <a:r>
              <a:rPr lang="ko-KR" altLang="en-US" sz="11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로 유의미함</a:t>
            </a:r>
            <a:r>
              <a:rPr lang="en-US" altLang="ko-KR" sz="11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.</a:t>
            </a:r>
            <a:endParaRPr lang="ko-KR" altLang="ko-KR" sz="1100" dirty="0">
              <a:solidFill>
                <a:schemeClr val="tx1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6" name="모서리가 둥근 직사각형 197">
            <a:extLst>
              <a:ext uri="{FF2B5EF4-FFF2-40B4-BE49-F238E27FC236}">
                <a16:creationId xmlns:a16="http://schemas.microsoft.com/office/drawing/2014/main" id="{6F306281-7AFA-C0F6-6449-1BE4775DBF44}"/>
              </a:ext>
            </a:extLst>
          </p:cNvPr>
          <p:cNvSpPr/>
          <p:nvPr/>
        </p:nvSpPr>
        <p:spPr>
          <a:xfrm>
            <a:off x="5097463" y="5457912"/>
            <a:ext cx="4464052" cy="924785"/>
          </a:xfrm>
          <a:prstGeom prst="roundRect">
            <a:avLst>
              <a:gd name="adj" fmla="val 3014"/>
            </a:avLst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35999" rtlCol="0" anchor="t" anchorCtr="0"/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200" b="1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[</a:t>
            </a:r>
            <a:r>
              <a:rPr lang="ko-KR" altLang="en-US" sz="1200" b="1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조절변수 상관관계</a:t>
            </a:r>
            <a:r>
              <a:rPr lang="en-US" altLang="ko-KR" sz="1200" b="1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]</a:t>
            </a:r>
            <a:endParaRPr lang="ko-KR" altLang="ko-KR" sz="1200" dirty="0">
              <a:solidFill>
                <a:schemeClr val="tx1"/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ko-KR" altLang="ko-KR" sz="1100" b="1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네트워크 목표</a:t>
            </a:r>
            <a:r>
              <a:rPr lang="ko-KR" altLang="ko-KR" sz="11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(</a:t>
            </a:r>
            <a:r>
              <a:rPr lang="ko-KR" altLang="ko-KR" sz="1100" dirty="0" err="1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r</a:t>
            </a:r>
            <a:r>
              <a:rPr lang="ko-KR" altLang="ko-KR" sz="11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=.375)와 </a:t>
            </a:r>
            <a:r>
              <a:rPr lang="ko-KR" altLang="ko-KR" sz="1100" b="1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커리어 목표</a:t>
            </a:r>
            <a:r>
              <a:rPr lang="ko-KR" altLang="ko-KR" sz="11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(</a:t>
            </a:r>
            <a:r>
              <a:rPr lang="ko-KR" altLang="ko-KR" sz="1100" dirty="0" err="1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r</a:t>
            </a:r>
            <a:r>
              <a:rPr lang="ko-KR" altLang="ko-KR" sz="11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=.260)는 </a:t>
            </a:r>
            <a:r>
              <a:rPr lang="ko-KR" altLang="ko-KR" sz="1100" b="1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추천 의향</a:t>
            </a:r>
            <a:r>
              <a:rPr lang="ko-KR" altLang="ko-KR" sz="11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과 유의한 양의 상관관계를 보였으나, </a:t>
            </a:r>
            <a:r>
              <a:rPr lang="ko-KR" altLang="ko-KR" sz="1100" b="1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학문 목표</a:t>
            </a:r>
            <a:r>
              <a:rPr lang="ko-KR" altLang="ko-KR" sz="11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(</a:t>
            </a:r>
            <a:r>
              <a:rPr lang="ko-KR" altLang="ko-KR" sz="1100" dirty="0" err="1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r</a:t>
            </a:r>
            <a:r>
              <a:rPr lang="ko-KR" altLang="ko-KR" sz="11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=.105)는 통계적으로 유의하지 않은 것으로 나타</a:t>
            </a:r>
            <a:r>
              <a:rPr lang="ko-KR" altLang="en-US" sz="11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남</a:t>
            </a:r>
            <a:r>
              <a:rPr lang="ko-KR" altLang="ko-KR" sz="11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. 이는 해당 MBA 과정의 활성화가 학문적 요인보다는 </a:t>
            </a:r>
            <a:r>
              <a:rPr lang="ko-KR" altLang="ko-KR" sz="1100" b="1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네트워크 및 적합도 요인</a:t>
            </a:r>
            <a:r>
              <a:rPr lang="ko-KR" altLang="ko-KR" sz="11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과 더 밀접하게 연관되어 있음을 시사</a:t>
            </a:r>
            <a:r>
              <a:rPr lang="ko-KR" altLang="en-US" sz="11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함</a:t>
            </a:r>
            <a:r>
              <a:rPr lang="en-US" altLang="ko-KR" sz="11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.</a:t>
            </a:r>
            <a:endParaRPr lang="ko-KR" altLang="ko-KR" sz="1100" dirty="0">
              <a:solidFill>
                <a:schemeClr val="tx1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865996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31703C-4792-A73F-59CB-2C2889A776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73F1A50-42E6-BF30-C165-FB2AB1F33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spc="-50">
                <a:latin typeface="페이퍼로지 4 Regular" pitchFamily="2" charset="-127"/>
                <a:ea typeface="페이퍼로지 4 Regular" pitchFamily="2" charset="-127"/>
              </a:rPr>
              <a:t>- </a:t>
            </a:r>
            <a:fld id="{F0AEE96D-C800-4200-B178-74DC3655196B}" type="slidenum">
              <a:rPr lang="ko-KR" altLang="en-US" spc="-50">
                <a:latin typeface="페이퍼로지 4 Regular" pitchFamily="2" charset="-127"/>
                <a:ea typeface="페이퍼로지 4 Regular" pitchFamily="2" charset="-127"/>
              </a:rPr>
              <a:pPr/>
              <a:t>5</a:t>
            </a:fld>
            <a:r>
              <a:rPr lang="ko-KR" altLang="en-US" spc="-50">
                <a:latin typeface="페이퍼로지 4 Regular" pitchFamily="2" charset="-127"/>
                <a:ea typeface="페이퍼로지 4 Regular" pitchFamily="2" charset="-127"/>
              </a:rPr>
              <a:t> </a:t>
            </a:r>
            <a:r>
              <a:rPr spc="-50">
                <a:latin typeface="페이퍼로지 4 Regular" pitchFamily="2" charset="-127"/>
                <a:ea typeface="페이퍼로지 4 Regular" pitchFamily="2" charset="-127"/>
              </a:rPr>
              <a:t>-</a:t>
            </a:r>
            <a:endParaRPr lang="ko-KR" altLang="en-US" spc="-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0" name="텍스트 개체 틀 1">
            <a:extLst>
              <a:ext uri="{FF2B5EF4-FFF2-40B4-BE49-F238E27FC236}">
                <a16:creationId xmlns:a16="http://schemas.microsoft.com/office/drawing/2014/main" id="{DE432B14-D72A-F499-25AE-673B68F5C56D}"/>
              </a:ext>
            </a:extLst>
          </p:cNvPr>
          <p:cNvSpPr txBox="1">
            <a:spLocks/>
          </p:cNvSpPr>
          <p:nvPr/>
        </p:nvSpPr>
        <p:spPr>
          <a:xfrm>
            <a:off x="344487" y="836613"/>
            <a:ext cx="9217026" cy="576262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latinLnBrk="1">
              <a:defRPr sz="1700" spc="-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/>
            <a:r>
              <a:rPr lang="ko-KR" altLang="en-US" dirty="0"/>
              <a:t>회귀분석 결과</a:t>
            </a:r>
            <a:r>
              <a:rPr lang="en-US" altLang="ko-KR" dirty="0"/>
              <a:t>, </a:t>
            </a:r>
            <a:r>
              <a:rPr lang="ko-KR" altLang="en-US" dirty="0"/>
              <a:t>독립변수 </a:t>
            </a:r>
            <a:r>
              <a:rPr lang="en-US" altLang="ko-KR" dirty="0"/>
              <a:t>‘</a:t>
            </a:r>
            <a:r>
              <a:rPr lang="ko-KR" altLang="en-US" dirty="0"/>
              <a:t>개인</a:t>
            </a:r>
            <a:r>
              <a:rPr lang="en-US" altLang="ko-KR" dirty="0"/>
              <a:t>-</a:t>
            </a:r>
            <a:r>
              <a:rPr lang="ko-KR" altLang="en-US" dirty="0"/>
              <a:t>프로그램 적합도</a:t>
            </a:r>
            <a:r>
              <a:rPr lang="en-US" altLang="ko-KR" dirty="0"/>
              <a:t>’</a:t>
            </a:r>
            <a:r>
              <a:rPr lang="ko-KR" altLang="en-US" dirty="0"/>
              <a:t>는 종속변수 </a:t>
            </a:r>
            <a:r>
              <a:rPr lang="en-US" altLang="ko-KR" dirty="0"/>
              <a:t>‘</a:t>
            </a:r>
            <a:r>
              <a:rPr lang="ko-KR" altLang="en-US" dirty="0"/>
              <a:t>지인 추천 의향</a:t>
            </a:r>
            <a:r>
              <a:rPr lang="en-US" altLang="ko-KR" dirty="0"/>
              <a:t>’</a:t>
            </a:r>
            <a:r>
              <a:rPr lang="ko-KR" altLang="en-US" dirty="0"/>
              <a:t>에 통계적으로 유의미한 정</a:t>
            </a:r>
            <a:r>
              <a:rPr lang="en-US" altLang="ko-KR" dirty="0"/>
              <a:t>(+)</a:t>
            </a:r>
            <a:r>
              <a:rPr lang="ko-KR" altLang="en-US" dirty="0"/>
              <a:t>의 영향을 미치는 것으로 나타남</a:t>
            </a:r>
            <a:r>
              <a:rPr lang="en-US" altLang="ko-KR" dirty="0"/>
              <a:t>. </a:t>
            </a:r>
            <a:endParaRPr lang="ko-KR" altLang="ko-KR" dirty="0"/>
          </a:p>
        </p:txBody>
      </p:sp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25CD06C8-62A3-A028-D851-030379321E7F}"/>
              </a:ext>
            </a:extLst>
          </p:cNvPr>
          <p:cNvGrpSpPr/>
          <p:nvPr/>
        </p:nvGrpSpPr>
        <p:grpSpPr>
          <a:xfrm>
            <a:off x="0" y="-762844"/>
            <a:ext cx="4375346" cy="626015"/>
            <a:chOff x="0" y="-762844"/>
            <a:chExt cx="4375346" cy="626015"/>
          </a:xfrm>
        </p:grpSpPr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2AE82B85-9109-6714-431D-131DB9BE363A}"/>
                </a:ext>
              </a:extLst>
            </p:cNvPr>
            <p:cNvSpPr txBox="1"/>
            <p:nvPr/>
          </p:nvSpPr>
          <p:spPr>
            <a:xfrm>
              <a:off x="1229274" y="-762844"/>
              <a:ext cx="991907" cy="32898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algn="ctr"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ko-KR" altLang="en-US" sz="1625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페이퍼</a:t>
              </a:r>
              <a:r>
                <a:rPr lang="en-US" altLang="ko-KR" sz="1625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5</a:t>
              </a:r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9676B3FC-13FC-8BBE-4618-41750696F0DF}"/>
                </a:ext>
              </a:extLst>
            </p:cNvPr>
            <p:cNvSpPr txBox="1"/>
            <p:nvPr/>
          </p:nvSpPr>
          <p:spPr>
            <a:xfrm>
              <a:off x="2316075" y="-762844"/>
              <a:ext cx="991907" cy="32898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algn="ctr"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ko-KR" altLang="en-US" sz="1463" spc="-4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페이퍼</a:t>
              </a:r>
              <a:r>
                <a:rPr lang="en-US" altLang="ko-KR" sz="1463" spc="-4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4</a:t>
              </a:r>
            </a:p>
          </p:txBody>
        </p:sp>
        <p:sp>
          <p:nvSpPr>
            <p:cNvPr id="130" name="직사각형 129">
              <a:extLst>
                <a:ext uri="{FF2B5EF4-FFF2-40B4-BE49-F238E27FC236}">
                  <a16:creationId xmlns:a16="http://schemas.microsoft.com/office/drawing/2014/main" id="{C741F73C-BB03-35E1-68E1-61A17A6B06F7}"/>
                </a:ext>
              </a:extLst>
            </p:cNvPr>
            <p:cNvSpPr/>
            <p:nvPr/>
          </p:nvSpPr>
          <p:spPr>
            <a:xfrm>
              <a:off x="2288686" y="-311024"/>
              <a:ext cx="289451" cy="162138"/>
            </a:xfrm>
            <a:prstGeom prst="rect">
              <a:avLst/>
            </a:prstGeom>
            <a:solidFill>
              <a:srgbClr val="96969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dirty="0">
                <a:ea typeface="a고딕12" panose="02020600000000000000" pitchFamily="18" charset="-127"/>
              </a:endParaRP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4E0C94BA-CB0D-1031-33AD-033F97860C05}"/>
                </a:ext>
              </a:extLst>
            </p:cNvPr>
            <p:cNvSpPr txBox="1"/>
            <p:nvPr/>
          </p:nvSpPr>
          <p:spPr>
            <a:xfrm>
              <a:off x="142473" y="-762844"/>
              <a:ext cx="991907" cy="32898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algn="ctr"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ko-KR" altLang="en-US" sz="1625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6 SemiBold" pitchFamily="2" charset="-127"/>
                  <a:ea typeface="페이퍼로지 6 SemiBold" pitchFamily="2" charset="-127"/>
                </a:rPr>
                <a:t>페이퍼</a:t>
              </a:r>
              <a:r>
                <a:rPr lang="en-US" altLang="ko-KR" sz="1625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6 SemiBold" pitchFamily="2" charset="-127"/>
                  <a:ea typeface="페이퍼로지 6 SemiBold" pitchFamily="2" charset="-127"/>
                </a:rPr>
                <a:t>6</a:t>
              </a:r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2F701608-49C2-43D0-C4AA-6042D15402A6}"/>
                </a:ext>
              </a:extLst>
            </p:cNvPr>
            <p:cNvSpPr txBox="1"/>
            <p:nvPr/>
          </p:nvSpPr>
          <p:spPr>
            <a:xfrm>
              <a:off x="3383439" y="-762844"/>
              <a:ext cx="991907" cy="32898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algn="ctr"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ko-KR" altLang="en-US" sz="1463" spc="-4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3 Light" pitchFamily="2" charset="-127"/>
                  <a:ea typeface="페이퍼로지 3 Light" pitchFamily="2" charset="-127"/>
                </a:rPr>
                <a:t>페이퍼</a:t>
              </a:r>
              <a:r>
                <a:rPr lang="en-US" altLang="ko-KR" sz="1463" spc="-4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3 Light" pitchFamily="2" charset="-127"/>
                  <a:ea typeface="페이퍼로지 3 Light" pitchFamily="2" charset="-127"/>
                </a:rPr>
                <a:t>3</a:t>
              </a:r>
            </a:p>
          </p:txBody>
        </p:sp>
        <p:sp>
          <p:nvSpPr>
            <p:cNvPr id="133" name="직사각형 132">
              <a:extLst>
                <a:ext uri="{FF2B5EF4-FFF2-40B4-BE49-F238E27FC236}">
                  <a16:creationId xmlns:a16="http://schemas.microsoft.com/office/drawing/2014/main" id="{4F1F4FF8-7578-08AA-8601-4F99CB627F28}"/>
                </a:ext>
              </a:extLst>
            </p:cNvPr>
            <p:cNvSpPr/>
            <p:nvPr/>
          </p:nvSpPr>
          <p:spPr>
            <a:xfrm>
              <a:off x="1907239" y="-305540"/>
              <a:ext cx="289451" cy="162138"/>
            </a:xfrm>
            <a:prstGeom prst="rect">
              <a:avLst/>
            </a:prstGeom>
            <a:solidFill>
              <a:srgbClr val="F3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  <p:sp>
          <p:nvSpPr>
            <p:cNvPr id="134" name="직사각형 133">
              <a:extLst>
                <a:ext uri="{FF2B5EF4-FFF2-40B4-BE49-F238E27FC236}">
                  <a16:creationId xmlns:a16="http://schemas.microsoft.com/office/drawing/2014/main" id="{8A0A2972-FB96-7EF6-A9A9-1F413D033F69}"/>
                </a:ext>
              </a:extLst>
            </p:cNvPr>
            <p:cNvSpPr/>
            <p:nvPr/>
          </p:nvSpPr>
          <p:spPr>
            <a:xfrm>
              <a:off x="1525792" y="-298967"/>
              <a:ext cx="289451" cy="162138"/>
            </a:xfrm>
            <a:prstGeom prst="rect">
              <a:avLst/>
            </a:prstGeom>
            <a:solidFill>
              <a:srgbClr val="AABAF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  <p:sp>
          <p:nvSpPr>
            <p:cNvPr id="135" name="직사각형 134">
              <a:extLst>
                <a:ext uri="{FF2B5EF4-FFF2-40B4-BE49-F238E27FC236}">
                  <a16:creationId xmlns:a16="http://schemas.microsoft.com/office/drawing/2014/main" id="{83620914-28D4-3207-EC09-185CDADB465E}"/>
                </a:ext>
              </a:extLst>
            </p:cNvPr>
            <p:cNvSpPr/>
            <p:nvPr/>
          </p:nvSpPr>
          <p:spPr>
            <a:xfrm>
              <a:off x="381448" y="-298967"/>
              <a:ext cx="289451" cy="162138"/>
            </a:xfrm>
            <a:prstGeom prst="rect">
              <a:avLst/>
            </a:prstGeom>
            <a:solidFill>
              <a:srgbClr val="00338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  <p:sp>
          <p:nvSpPr>
            <p:cNvPr id="136" name="직사각형 135">
              <a:extLst>
                <a:ext uri="{FF2B5EF4-FFF2-40B4-BE49-F238E27FC236}">
                  <a16:creationId xmlns:a16="http://schemas.microsoft.com/office/drawing/2014/main" id="{1567E5A9-BF28-DD90-905A-6CE4F507DBBE}"/>
                </a:ext>
              </a:extLst>
            </p:cNvPr>
            <p:cNvSpPr/>
            <p:nvPr/>
          </p:nvSpPr>
          <p:spPr>
            <a:xfrm>
              <a:off x="762896" y="-298967"/>
              <a:ext cx="289451" cy="162138"/>
            </a:xfrm>
            <a:prstGeom prst="rect">
              <a:avLst/>
            </a:prstGeom>
            <a:solidFill>
              <a:srgbClr val="1E49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  <p:sp>
          <p:nvSpPr>
            <p:cNvPr id="137" name="직사각형 136">
              <a:extLst>
                <a:ext uri="{FF2B5EF4-FFF2-40B4-BE49-F238E27FC236}">
                  <a16:creationId xmlns:a16="http://schemas.microsoft.com/office/drawing/2014/main" id="{F5A6707E-0C98-04ED-97A6-48740FA0E1B9}"/>
                </a:ext>
              </a:extLst>
            </p:cNvPr>
            <p:cNvSpPr/>
            <p:nvPr/>
          </p:nvSpPr>
          <p:spPr>
            <a:xfrm>
              <a:off x="1144344" y="-298967"/>
              <a:ext cx="289451" cy="162138"/>
            </a:xfrm>
            <a:prstGeom prst="rect">
              <a:avLst/>
            </a:prstGeom>
            <a:solidFill>
              <a:srgbClr val="5F7D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  <p:sp>
          <p:nvSpPr>
            <p:cNvPr id="138" name="직사각형 137">
              <a:extLst>
                <a:ext uri="{FF2B5EF4-FFF2-40B4-BE49-F238E27FC236}">
                  <a16:creationId xmlns:a16="http://schemas.microsoft.com/office/drawing/2014/main" id="{62B1107C-69FE-5BFA-1858-FE20685AB058}"/>
                </a:ext>
              </a:extLst>
            </p:cNvPr>
            <p:cNvSpPr/>
            <p:nvPr/>
          </p:nvSpPr>
          <p:spPr>
            <a:xfrm>
              <a:off x="0" y="-305540"/>
              <a:ext cx="289451" cy="162138"/>
            </a:xfrm>
            <a:prstGeom prst="rect">
              <a:avLst/>
            </a:prstGeom>
            <a:solidFill>
              <a:srgbClr val="2F485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</p:grp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DD50F954-8AF5-93E5-A186-FD79361AD8A9}"/>
              </a:ext>
            </a:extLst>
          </p:cNvPr>
          <p:cNvSpPr/>
          <p:nvPr/>
        </p:nvSpPr>
        <p:spPr>
          <a:xfrm>
            <a:off x="344488" y="262250"/>
            <a:ext cx="115827" cy="46800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kumimoji="0" lang="ko-KR" altLang="en-US" sz="1400" b="0" i="0" u="none" strike="noStrike" kern="1200" cap="none" spc="-5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sp>
        <p:nvSpPr>
          <p:cNvPr id="140" name="직사각형 139">
            <a:extLst>
              <a:ext uri="{FF2B5EF4-FFF2-40B4-BE49-F238E27FC236}">
                <a16:creationId xmlns:a16="http://schemas.microsoft.com/office/drawing/2014/main" id="{77D5463A-9C49-F45F-D3E7-5D97A4E674DA}"/>
              </a:ext>
            </a:extLst>
          </p:cNvPr>
          <p:cNvSpPr/>
          <p:nvPr/>
        </p:nvSpPr>
        <p:spPr>
          <a:xfrm>
            <a:off x="498248" y="262250"/>
            <a:ext cx="1124475" cy="468000"/>
          </a:xfrm>
          <a:prstGeom prst="rect">
            <a:avLst/>
          </a:prstGeom>
          <a:solidFill>
            <a:srgbClr val="1E49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buNone/>
              <a:defRPr/>
            </a:pPr>
            <a:r>
              <a:rPr lang="ko-KR" altLang="en-US" sz="1400" spc="-50" dirty="0">
                <a:solidFill>
                  <a:prstClr val="white"/>
                </a:solidFill>
                <a:latin typeface="페이퍼로지 6 SemiBold" pitchFamily="2" charset="-127"/>
                <a:ea typeface="페이퍼로지 6 SemiBold" pitchFamily="2" charset="-127"/>
              </a:rPr>
              <a:t>회귀분석</a:t>
            </a:r>
          </a:p>
        </p:txBody>
      </p:sp>
      <p:sp>
        <p:nvSpPr>
          <p:cNvPr id="44" name="텍스트 개체 틀 1">
            <a:extLst>
              <a:ext uri="{FF2B5EF4-FFF2-40B4-BE49-F238E27FC236}">
                <a16:creationId xmlns:a16="http://schemas.microsoft.com/office/drawing/2014/main" id="{44A592D0-F8C4-593B-A507-1DF152299284}"/>
              </a:ext>
            </a:extLst>
          </p:cNvPr>
          <p:cNvSpPr txBox="1">
            <a:spLocks/>
          </p:cNvSpPr>
          <p:nvPr/>
        </p:nvSpPr>
        <p:spPr>
          <a:xfrm>
            <a:off x="346831" y="1538207"/>
            <a:ext cx="4464051" cy="3355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ctr" defTabSz="457200" rtl="0" eaLnBrk="1" latinLnBrk="0" hangingPunct="1">
              <a:defRPr lang="en-US" altLang="ko-KR" sz="813" kern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anose="020B0800000000000000" pitchFamily="50" charset="-127"/>
                <a:ea typeface="SpoqaHanSans-Bold" panose="020B0800000000000000" pitchFamily="50" charset="-127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1600" spc="-50" dirty="0">
                <a:latin typeface="페이퍼로지 5 Medium" pitchFamily="2" charset="-127"/>
                <a:ea typeface="페이퍼로지 5 Medium" pitchFamily="2" charset="-127"/>
              </a:rPr>
              <a:t>회귀분석 결과</a:t>
            </a:r>
          </a:p>
        </p:txBody>
      </p: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F57F2BC5-EC88-5E2B-5749-E3BE52639922}"/>
              </a:ext>
            </a:extLst>
          </p:cNvPr>
          <p:cNvCxnSpPr>
            <a:cxnSpLocks/>
          </p:cNvCxnSpPr>
          <p:nvPr/>
        </p:nvCxnSpPr>
        <p:spPr>
          <a:xfrm>
            <a:off x="344488" y="1875393"/>
            <a:ext cx="9213673" cy="0"/>
          </a:xfrm>
          <a:prstGeom prst="line">
            <a:avLst/>
          </a:prstGeom>
          <a:ln w="28575">
            <a:solidFill>
              <a:srgbClr val="00338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035C1EE1-9372-6D8F-9651-7C5DA9937F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5427252"/>
              </p:ext>
            </p:extLst>
          </p:nvPr>
        </p:nvGraphicFramePr>
        <p:xfrm>
          <a:off x="344489" y="2060575"/>
          <a:ext cx="4466395" cy="853440"/>
        </p:xfrm>
        <a:graphic>
          <a:graphicData uri="http://schemas.openxmlformats.org/drawingml/2006/table">
            <a:tbl>
              <a:tblPr/>
              <a:tblGrid>
                <a:gridCol w="1042159">
                  <a:extLst>
                    <a:ext uri="{9D8B030D-6E8A-4147-A177-3AD203B41FA5}">
                      <a16:colId xmlns:a16="http://schemas.microsoft.com/office/drawing/2014/main" val="4287481977"/>
                    </a:ext>
                  </a:extLst>
                </a:gridCol>
                <a:gridCol w="1712118">
                  <a:extLst>
                    <a:ext uri="{9D8B030D-6E8A-4147-A177-3AD203B41FA5}">
                      <a16:colId xmlns:a16="http://schemas.microsoft.com/office/drawing/2014/main" val="2093873908"/>
                    </a:ext>
                  </a:extLst>
                </a:gridCol>
                <a:gridCol w="1712118">
                  <a:extLst>
                    <a:ext uri="{9D8B030D-6E8A-4147-A177-3AD203B41FA5}">
                      <a16:colId xmlns:a16="http://schemas.microsoft.com/office/drawing/2014/main" val="429287211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Model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R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R²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16534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2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1</a:t>
                      </a: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2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0.583</a:t>
                      </a:r>
                    </a:p>
                  </a:txBody>
                  <a:tcPr marL="76200" marR="190500" marT="76200" marB="762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2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0.340</a:t>
                      </a:r>
                    </a:p>
                  </a:txBody>
                  <a:tcPr marL="76200" marR="190500" marT="76200" marB="762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1351045"/>
                  </a:ext>
                </a:extLst>
              </a:tr>
              <a:tr h="0">
                <a:tc gridSpan="3"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200" b="0" i="1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Note.</a:t>
                      </a:r>
                      <a:r>
                        <a:rPr lang="en-US" sz="12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 Models estimated using sample size of N=71</a:t>
                      </a:r>
                    </a:p>
                  </a:txBody>
                  <a:tcPr marL="76200" marR="76200" marT="57150" marB="190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8973630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9F3F68DD-9CA9-B5FC-88F6-8CD39BFB18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342096"/>
              </p:ext>
            </p:extLst>
          </p:nvPr>
        </p:nvGraphicFramePr>
        <p:xfrm>
          <a:off x="344487" y="3007756"/>
          <a:ext cx="4464052" cy="1826181"/>
        </p:xfrm>
        <a:graphic>
          <a:graphicData uri="http://schemas.openxmlformats.org/drawingml/2006/table">
            <a:tbl>
              <a:tblPr/>
              <a:tblGrid>
                <a:gridCol w="1033376">
                  <a:extLst>
                    <a:ext uri="{9D8B030D-6E8A-4147-A177-3AD203B41FA5}">
                      <a16:colId xmlns:a16="http://schemas.microsoft.com/office/drawing/2014/main" val="306188806"/>
                    </a:ext>
                  </a:extLst>
                </a:gridCol>
                <a:gridCol w="857669">
                  <a:extLst>
                    <a:ext uri="{9D8B030D-6E8A-4147-A177-3AD203B41FA5}">
                      <a16:colId xmlns:a16="http://schemas.microsoft.com/office/drawing/2014/main" val="4126965192"/>
                    </a:ext>
                  </a:extLst>
                </a:gridCol>
                <a:gridCol w="857669">
                  <a:extLst>
                    <a:ext uri="{9D8B030D-6E8A-4147-A177-3AD203B41FA5}">
                      <a16:colId xmlns:a16="http://schemas.microsoft.com/office/drawing/2014/main" val="302070693"/>
                    </a:ext>
                  </a:extLst>
                </a:gridCol>
                <a:gridCol w="857669">
                  <a:extLst>
                    <a:ext uri="{9D8B030D-6E8A-4147-A177-3AD203B41FA5}">
                      <a16:colId xmlns:a16="http://schemas.microsoft.com/office/drawing/2014/main" val="2527438247"/>
                    </a:ext>
                  </a:extLst>
                </a:gridCol>
                <a:gridCol w="857669">
                  <a:extLst>
                    <a:ext uri="{9D8B030D-6E8A-4147-A177-3AD203B41FA5}">
                      <a16:colId xmlns:a16="http://schemas.microsoft.com/office/drawing/2014/main" val="1324631999"/>
                    </a:ext>
                  </a:extLst>
                </a:gridCol>
              </a:tblGrid>
              <a:tr h="296659">
                <a:tc gridSpan="5">
                  <a:txBody>
                    <a:bodyPr/>
                    <a:lstStyle/>
                    <a:p>
                      <a:pPr rtl="0" fontAlgn="base">
                        <a:buNone/>
                      </a:pPr>
                      <a:r>
                        <a:rPr lang="ko-KR" altLang="en-US" sz="1200" b="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지인추천의향</a:t>
                      </a:r>
                      <a:endParaRPr lang="ko-KR" altLang="en-US" sz="1200" dirty="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2768922"/>
                  </a:ext>
                </a:extLst>
              </a:tr>
              <a:tr h="27488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Predictor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Estimate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SE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t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p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3662078"/>
                  </a:ext>
                </a:extLst>
              </a:tr>
              <a:tr h="627319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Intercept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2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1.755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2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0.3558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2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4.93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2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&lt;.001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9085125"/>
                  </a:ext>
                </a:extLst>
              </a:tr>
              <a:tr h="627319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ko-KR" altLang="en-US" sz="12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개인</a:t>
                      </a:r>
                      <a:r>
                        <a:rPr lang="en-US" altLang="ko-KR" sz="12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-</a:t>
                      </a:r>
                      <a:r>
                        <a:rPr lang="ko-KR" altLang="en-US" sz="12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프로그램적합도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2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0.588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2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0.0987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2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5.96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2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&lt;.001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2928679"/>
                  </a:ext>
                </a:extLst>
              </a:tr>
            </a:tbl>
          </a:graphicData>
        </a:graphic>
      </p:graphicFrame>
      <p:pic>
        <p:nvPicPr>
          <p:cNvPr id="9" name="그림 8" descr="텍스트, 라인, 그래프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3860F15-838B-C350-D953-CB6AC9BFFD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5118" y="1906240"/>
            <a:ext cx="4466395" cy="3125201"/>
          </a:xfrm>
          <a:prstGeom prst="rect">
            <a:avLst/>
          </a:prstGeom>
        </p:spPr>
      </p:pic>
      <p:sp>
        <p:nvSpPr>
          <p:cNvPr id="11" name="모서리가 둥근 직사각형 197">
            <a:extLst>
              <a:ext uri="{FF2B5EF4-FFF2-40B4-BE49-F238E27FC236}">
                <a16:creationId xmlns:a16="http://schemas.microsoft.com/office/drawing/2014/main" id="{474431AE-E327-D4A0-84AE-984EFC378E2E}"/>
              </a:ext>
            </a:extLst>
          </p:cNvPr>
          <p:cNvSpPr/>
          <p:nvPr/>
        </p:nvSpPr>
        <p:spPr>
          <a:xfrm>
            <a:off x="344485" y="4991738"/>
            <a:ext cx="9217027" cy="1390959"/>
          </a:xfrm>
          <a:prstGeom prst="roundRect">
            <a:avLst>
              <a:gd name="adj" fmla="val 3014"/>
            </a:avLst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35999" rtlCol="0" anchor="ctr" anchorCtr="0"/>
          <a:lstStyle/>
          <a:p>
            <a:pPr marL="285750" indent="-198438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ko-KR" altLang="ko-KR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분석 결과, </a:t>
            </a:r>
            <a:r>
              <a:rPr lang="ko-KR" altLang="en-US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개인</a:t>
            </a:r>
            <a:r>
              <a:rPr lang="en-US" altLang="ko-KR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-</a:t>
            </a:r>
            <a:r>
              <a:rPr lang="ko-KR" altLang="en-US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프로그램 적합도는 지인추천의향</a:t>
            </a:r>
            <a:r>
              <a:rPr lang="ko-KR" altLang="ko-KR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 현상의 34%</a:t>
            </a:r>
            <a:r>
              <a:rPr lang="en-US" altLang="ko-KR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(R²)</a:t>
            </a:r>
            <a:r>
              <a:rPr lang="ko-KR" altLang="ko-KR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를 설명하며, 적합도가 1점 오를 때 추천 의향은 약 0.6점 상승</a:t>
            </a:r>
            <a:r>
              <a:rPr lang="ko-KR" altLang="en-US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함</a:t>
            </a:r>
            <a:r>
              <a:rPr lang="ko-KR" altLang="ko-KR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. </a:t>
            </a:r>
            <a:endParaRPr lang="en-US" altLang="ko-KR" sz="1600" dirty="0">
              <a:solidFill>
                <a:schemeClr val="tx1"/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pPr marL="285750" indent="-198438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ko-KR" altLang="ko-KR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이 결과는 통계적으로 매우 확실하고(</a:t>
            </a:r>
            <a:r>
              <a:rPr lang="ko-KR" altLang="ko-KR" sz="1600" dirty="0" err="1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t</a:t>
            </a:r>
            <a:r>
              <a:rPr lang="ko-KR" altLang="ko-KR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&gt;</a:t>
            </a:r>
            <a:r>
              <a:rPr lang="en-US" altLang="ko-KR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5.96</a:t>
            </a:r>
            <a:r>
              <a:rPr lang="ko-KR" altLang="ko-KR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), 우연일 가능성이 거의 없</a:t>
            </a:r>
            <a:r>
              <a:rPr lang="ko-KR" altLang="en-US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음</a:t>
            </a:r>
            <a:r>
              <a:rPr lang="ko-KR" altLang="ko-KR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(</a:t>
            </a:r>
            <a:r>
              <a:rPr lang="ko-KR" altLang="ko-KR" sz="1600" dirty="0" err="1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p</a:t>
            </a:r>
            <a:r>
              <a:rPr lang="ko-KR" altLang="ko-KR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&lt;.001).</a:t>
            </a:r>
            <a:endParaRPr lang="en-US" altLang="ko-KR" sz="1600" dirty="0">
              <a:solidFill>
                <a:schemeClr val="tx1"/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pPr marL="285750" indent="-198438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즉</a:t>
            </a:r>
            <a:r>
              <a:rPr lang="en-US" altLang="ko-KR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, </a:t>
            </a:r>
            <a:r>
              <a:rPr lang="ko-KR" altLang="en-US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재학생이 자신의 목표나 성향이 </a:t>
            </a:r>
            <a:r>
              <a:rPr lang="en-US" altLang="ko-KR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MBA </a:t>
            </a:r>
            <a:r>
              <a:rPr lang="ko-KR" altLang="en-US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프로그램과 잘 맞는다고 인식할 수록</a:t>
            </a:r>
            <a:r>
              <a:rPr lang="en-US" altLang="ko-KR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, </a:t>
            </a:r>
            <a:r>
              <a:rPr lang="ko-KR" altLang="en-US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타인에게 해당 과정을 추천하고자 하는 의향이 뚜렷하게 증가함을 확인할 수 있음</a:t>
            </a:r>
            <a:r>
              <a:rPr lang="en-US" altLang="ko-KR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.</a:t>
            </a:r>
            <a:endParaRPr lang="ko-KR" altLang="ko-KR" sz="1600" dirty="0">
              <a:solidFill>
                <a:schemeClr val="tx1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117146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DA48E1-D2BD-FDEA-DBF0-665A4136B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28D3B010-5497-CD46-567D-79BDC3671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spc="-50">
                <a:latin typeface="페이퍼로지 4 Regular" pitchFamily="2" charset="-127"/>
                <a:ea typeface="페이퍼로지 4 Regular" pitchFamily="2" charset="-127"/>
              </a:rPr>
              <a:t>- </a:t>
            </a:r>
            <a:fld id="{F0AEE96D-C800-4200-B178-74DC3655196B}" type="slidenum">
              <a:rPr lang="ko-KR" altLang="en-US" spc="-50">
                <a:latin typeface="페이퍼로지 4 Regular" pitchFamily="2" charset="-127"/>
                <a:ea typeface="페이퍼로지 4 Regular" pitchFamily="2" charset="-127"/>
              </a:rPr>
              <a:pPr/>
              <a:t>6</a:t>
            </a:fld>
            <a:r>
              <a:rPr lang="ko-KR" altLang="en-US" spc="-50">
                <a:latin typeface="페이퍼로지 4 Regular" pitchFamily="2" charset="-127"/>
                <a:ea typeface="페이퍼로지 4 Regular" pitchFamily="2" charset="-127"/>
              </a:rPr>
              <a:t> </a:t>
            </a:r>
            <a:r>
              <a:rPr spc="-50">
                <a:latin typeface="페이퍼로지 4 Regular" pitchFamily="2" charset="-127"/>
                <a:ea typeface="페이퍼로지 4 Regular" pitchFamily="2" charset="-127"/>
              </a:rPr>
              <a:t>-</a:t>
            </a:r>
            <a:endParaRPr lang="ko-KR" altLang="en-US" spc="-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0" name="텍스트 개체 틀 1">
            <a:extLst>
              <a:ext uri="{FF2B5EF4-FFF2-40B4-BE49-F238E27FC236}">
                <a16:creationId xmlns:a16="http://schemas.microsoft.com/office/drawing/2014/main" id="{3C7808CA-B3D9-22F8-C82E-67D51DFD08DE}"/>
              </a:ext>
            </a:extLst>
          </p:cNvPr>
          <p:cNvSpPr txBox="1">
            <a:spLocks/>
          </p:cNvSpPr>
          <p:nvPr/>
        </p:nvSpPr>
        <p:spPr>
          <a:xfrm>
            <a:off x="344487" y="836613"/>
            <a:ext cx="9217026" cy="576262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latinLnBrk="1">
              <a:defRPr sz="1700" spc="-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/>
            <a:r>
              <a:rPr lang="ko-KR" altLang="en-US" dirty="0"/>
              <a:t>회귀분석 결과</a:t>
            </a:r>
            <a:r>
              <a:rPr lang="en-US" altLang="ko-KR" dirty="0"/>
              <a:t>, </a:t>
            </a:r>
            <a:r>
              <a:rPr lang="ko-KR" altLang="en-US" dirty="0"/>
              <a:t>조절변수</a:t>
            </a:r>
            <a:r>
              <a:rPr lang="en-US" altLang="ko-KR" dirty="0"/>
              <a:t> ‘</a:t>
            </a:r>
            <a:r>
              <a:rPr lang="ko-KR" altLang="en-US" dirty="0"/>
              <a:t>목표지향성 </a:t>
            </a:r>
            <a:r>
              <a:rPr lang="en-US" altLang="ko-KR" dirty="0"/>
              <a:t>– </a:t>
            </a:r>
            <a:r>
              <a:rPr lang="ko-KR" altLang="en-US" dirty="0"/>
              <a:t>네트워크</a:t>
            </a:r>
            <a:r>
              <a:rPr lang="en-US" altLang="ko-KR" dirty="0"/>
              <a:t>, </a:t>
            </a:r>
            <a:r>
              <a:rPr lang="ko-KR" altLang="en-US" dirty="0"/>
              <a:t>커리어</a:t>
            </a:r>
            <a:r>
              <a:rPr lang="en-US" altLang="ko-KR" dirty="0"/>
              <a:t>, </a:t>
            </a:r>
            <a:r>
              <a:rPr lang="ko-KR" altLang="en-US" dirty="0"/>
              <a:t>학문</a:t>
            </a:r>
            <a:r>
              <a:rPr lang="en-US" altLang="ko-KR" dirty="0"/>
              <a:t>’</a:t>
            </a:r>
            <a:r>
              <a:rPr lang="ko-KR" altLang="en-US" dirty="0"/>
              <a:t>는 </a:t>
            </a:r>
            <a:r>
              <a:rPr lang="en-US" altLang="ko-KR" dirty="0"/>
              <a:t>‘</a:t>
            </a:r>
            <a:r>
              <a:rPr lang="ko-KR" altLang="en-US" dirty="0"/>
              <a:t>개인</a:t>
            </a:r>
            <a:r>
              <a:rPr lang="en-US" altLang="ko-KR" dirty="0"/>
              <a:t>-</a:t>
            </a:r>
            <a:r>
              <a:rPr lang="ko-KR" altLang="en-US" dirty="0"/>
              <a:t>프로그램 적합도</a:t>
            </a:r>
            <a:r>
              <a:rPr lang="en-US" altLang="ko-KR" dirty="0"/>
              <a:t>’</a:t>
            </a:r>
            <a:r>
              <a:rPr lang="ko-KR" altLang="en-US" dirty="0"/>
              <a:t>는 </a:t>
            </a:r>
            <a:r>
              <a:rPr lang="en-US" altLang="ko-KR" dirty="0"/>
              <a:t>‘</a:t>
            </a:r>
            <a:r>
              <a:rPr lang="ko-KR" altLang="en-US" dirty="0"/>
              <a:t>지인 추천 의향</a:t>
            </a:r>
            <a:r>
              <a:rPr lang="en-US" altLang="ko-KR" dirty="0"/>
              <a:t>’</a:t>
            </a:r>
            <a:r>
              <a:rPr lang="ko-KR" altLang="en-US" dirty="0"/>
              <a:t>에 조절효과가 없는 것으로 나타남</a:t>
            </a:r>
            <a:r>
              <a:rPr lang="en-US" altLang="ko-KR" dirty="0"/>
              <a:t>.</a:t>
            </a:r>
          </a:p>
        </p:txBody>
      </p:sp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4F829D40-FA81-A9B2-2D96-6DC64DA53F6C}"/>
              </a:ext>
            </a:extLst>
          </p:cNvPr>
          <p:cNvGrpSpPr/>
          <p:nvPr/>
        </p:nvGrpSpPr>
        <p:grpSpPr>
          <a:xfrm>
            <a:off x="0" y="-762844"/>
            <a:ext cx="4375346" cy="626015"/>
            <a:chOff x="0" y="-762844"/>
            <a:chExt cx="4375346" cy="626015"/>
          </a:xfrm>
        </p:grpSpPr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6E78EF60-47BA-BD5F-B9E6-6DC5B1D5C94B}"/>
                </a:ext>
              </a:extLst>
            </p:cNvPr>
            <p:cNvSpPr txBox="1"/>
            <p:nvPr/>
          </p:nvSpPr>
          <p:spPr>
            <a:xfrm>
              <a:off x="1229274" y="-762844"/>
              <a:ext cx="991907" cy="32898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algn="ctr"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ko-KR" altLang="en-US" sz="1625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페이퍼</a:t>
              </a:r>
              <a:r>
                <a:rPr lang="en-US" altLang="ko-KR" sz="1625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5</a:t>
              </a:r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C620D492-235B-1522-0F4C-7C0E545474DD}"/>
                </a:ext>
              </a:extLst>
            </p:cNvPr>
            <p:cNvSpPr txBox="1"/>
            <p:nvPr/>
          </p:nvSpPr>
          <p:spPr>
            <a:xfrm>
              <a:off x="2316075" y="-762844"/>
              <a:ext cx="991907" cy="32898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algn="ctr"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ko-KR" altLang="en-US" sz="1463" spc="-4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페이퍼</a:t>
              </a:r>
              <a:r>
                <a:rPr lang="en-US" altLang="ko-KR" sz="1463" spc="-4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4</a:t>
              </a:r>
            </a:p>
          </p:txBody>
        </p:sp>
        <p:sp>
          <p:nvSpPr>
            <p:cNvPr id="130" name="직사각형 129">
              <a:extLst>
                <a:ext uri="{FF2B5EF4-FFF2-40B4-BE49-F238E27FC236}">
                  <a16:creationId xmlns:a16="http://schemas.microsoft.com/office/drawing/2014/main" id="{1F6F2409-2400-5289-F39F-671A46077F22}"/>
                </a:ext>
              </a:extLst>
            </p:cNvPr>
            <p:cNvSpPr/>
            <p:nvPr/>
          </p:nvSpPr>
          <p:spPr>
            <a:xfrm>
              <a:off x="2288686" y="-311024"/>
              <a:ext cx="289451" cy="162138"/>
            </a:xfrm>
            <a:prstGeom prst="rect">
              <a:avLst/>
            </a:prstGeom>
            <a:solidFill>
              <a:srgbClr val="96969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dirty="0">
                <a:ea typeface="a고딕12" panose="02020600000000000000" pitchFamily="18" charset="-127"/>
              </a:endParaRP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3900C56D-DC71-482B-9936-4BA233257D80}"/>
                </a:ext>
              </a:extLst>
            </p:cNvPr>
            <p:cNvSpPr txBox="1"/>
            <p:nvPr/>
          </p:nvSpPr>
          <p:spPr>
            <a:xfrm>
              <a:off x="142473" y="-762844"/>
              <a:ext cx="991907" cy="32898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algn="ctr"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ko-KR" altLang="en-US" sz="1625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6 SemiBold" pitchFamily="2" charset="-127"/>
                  <a:ea typeface="페이퍼로지 6 SemiBold" pitchFamily="2" charset="-127"/>
                </a:rPr>
                <a:t>페이퍼</a:t>
              </a:r>
              <a:r>
                <a:rPr lang="en-US" altLang="ko-KR" sz="1625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6 SemiBold" pitchFamily="2" charset="-127"/>
                  <a:ea typeface="페이퍼로지 6 SemiBold" pitchFamily="2" charset="-127"/>
                </a:rPr>
                <a:t>6</a:t>
              </a:r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F6B5B1E4-AB10-C734-5621-4A4D5104A3B0}"/>
                </a:ext>
              </a:extLst>
            </p:cNvPr>
            <p:cNvSpPr txBox="1"/>
            <p:nvPr/>
          </p:nvSpPr>
          <p:spPr>
            <a:xfrm>
              <a:off x="3383439" y="-762844"/>
              <a:ext cx="991907" cy="32898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algn="ctr"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ko-KR" altLang="en-US" sz="1463" spc="-4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3 Light" pitchFamily="2" charset="-127"/>
                  <a:ea typeface="페이퍼로지 3 Light" pitchFamily="2" charset="-127"/>
                </a:rPr>
                <a:t>페이퍼</a:t>
              </a:r>
              <a:r>
                <a:rPr lang="en-US" altLang="ko-KR" sz="1463" spc="-4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3 Light" pitchFamily="2" charset="-127"/>
                  <a:ea typeface="페이퍼로지 3 Light" pitchFamily="2" charset="-127"/>
                </a:rPr>
                <a:t>3</a:t>
              </a:r>
            </a:p>
          </p:txBody>
        </p:sp>
        <p:sp>
          <p:nvSpPr>
            <p:cNvPr id="133" name="직사각형 132">
              <a:extLst>
                <a:ext uri="{FF2B5EF4-FFF2-40B4-BE49-F238E27FC236}">
                  <a16:creationId xmlns:a16="http://schemas.microsoft.com/office/drawing/2014/main" id="{6AD7F4BE-3B96-18E4-BA32-28018619F0FC}"/>
                </a:ext>
              </a:extLst>
            </p:cNvPr>
            <p:cNvSpPr/>
            <p:nvPr/>
          </p:nvSpPr>
          <p:spPr>
            <a:xfrm>
              <a:off x="1907239" y="-305540"/>
              <a:ext cx="289451" cy="162138"/>
            </a:xfrm>
            <a:prstGeom prst="rect">
              <a:avLst/>
            </a:prstGeom>
            <a:solidFill>
              <a:srgbClr val="F3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  <p:sp>
          <p:nvSpPr>
            <p:cNvPr id="134" name="직사각형 133">
              <a:extLst>
                <a:ext uri="{FF2B5EF4-FFF2-40B4-BE49-F238E27FC236}">
                  <a16:creationId xmlns:a16="http://schemas.microsoft.com/office/drawing/2014/main" id="{ACC154A7-E332-F54C-B7B1-0D7D1DEE4955}"/>
                </a:ext>
              </a:extLst>
            </p:cNvPr>
            <p:cNvSpPr/>
            <p:nvPr/>
          </p:nvSpPr>
          <p:spPr>
            <a:xfrm>
              <a:off x="1525792" y="-298967"/>
              <a:ext cx="289451" cy="162138"/>
            </a:xfrm>
            <a:prstGeom prst="rect">
              <a:avLst/>
            </a:prstGeom>
            <a:solidFill>
              <a:srgbClr val="AABAF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  <p:sp>
          <p:nvSpPr>
            <p:cNvPr id="135" name="직사각형 134">
              <a:extLst>
                <a:ext uri="{FF2B5EF4-FFF2-40B4-BE49-F238E27FC236}">
                  <a16:creationId xmlns:a16="http://schemas.microsoft.com/office/drawing/2014/main" id="{ADE39A29-5D1C-320F-163E-F53F9A476810}"/>
                </a:ext>
              </a:extLst>
            </p:cNvPr>
            <p:cNvSpPr/>
            <p:nvPr/>
          </p:nvSpPr>
          <p:spPr>
            <a:xfrm>
              <a:off x="381448" y="-298967"/>
              <a:ext cx="289451" cy="162138"/>
            </a:xfrm>
            <a:prstGeom prst="rect">
              <a:avLst/>
            </a:prstGeom>
            <a:solidFill>
              <a:srgbClr val="00338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  <p:sp>
          <p:nvSpPr>
            <p:cNvPr id="136" name="직사각형 135">
              <a:extLst>
                <a:ext uri="{FF2B5EF4-FFF2-40B4-BE49-F238E27FC236}">
                  <a16:creationId xmlns:a16="http://schemas.microsoft.com/office/drawing/2014/main" id="{8BB0A83D-5EA6-4C85-C7A6-6415DBFE66B1}"/>
                </a:ext>
              </a:extLst>
            </p:cNvPr>
            <p:cNvSpPr/>
            <p:nvPr/>
          </p:nvSpPr>
          <p:spPr>
            <a:xfrm>
              <a:off x="762896" y="-298967"/>
              <a:ext cx="289451" cy="162138"/>
            </a:xfrm>
            <a:prstGeom prst="rect">
              <a:avLst/>
            </a:prstGeom>
            <a:solidFill>
              <a:srgbClr val="1E49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  <p:sp>
          <p:nvSpPr>
            <p:cNvPr id="137" name="직사각형 136">
              <a:extLst>
                <a:ext uri="{FF2B5EF4-FFF2-40B4-BE49-F238E27FC236}">
                  <a16:creationId xmlns:a16="http://schemas.microsoft.com/office/drawing/2014/main" id="{20D53A1C-2D25-9A36-02A3-DBEBFF05513E}"/>
                </a:ext>
              </a:extLst>
            </p:cNvPr>
            <p:cNvSpPr/>
            <p:nvPr/>
          </p:nvSpPr>
          <p:spPr>
            <a:xfrm>
              <a:off x="1144344" y="-298967"/>
              <a:ext cx="289451" cy="162138"/>
            </a:xfrm>
            <a:prstGeom prst="rect">
              <a:avLst/>
            </a:prstGeom>
            <a:solidFill>
              <a:srgbClr val="5F7D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  <p:sp>
          <p:nvSpPr>
            <p:cNvPr id="138" name="직사각형 137">
              <a:extLst>
                <a:ext uri="{FF2B5EF4-FFF2-40B4-BE49-F238E27FC236}">
                  <a16:creationId xmlns:a16="http://schemas.microsoft.com/office/drawing/2014/main" id="{FD9271EC-00DF-18C8-411A-59E79865D868}"/>
                </a:ext>
              </a:extLst>
            </p:cNvPr>
            <p:cNvSpPr/>
            <p:nvPr/>
          </p:nvSpPr>
          <p:spPr>
            <a:xfrm>
              <a:off x="0" y="-305540"/>
              <a:ext cx="289451" cy="162138"/>
            </a:xfrm>
            <a:prstGeom prst="rect">
              <a:avLst/>
            </a:prstGeom>
            <a:solidFill>
              <a:srgbClr val="2F485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</p:grp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84209571-12BF-AC9D-5E2B-58AAC849E9D1}"/>
              </a:ext>
            </a:extLst>
          </p:cNvPr>
          <p:cNvSpPr/>
          <p:nvPr/>
        </p:nvSpPr>
        <p:spPr>
          <a:xfrm>
            <a:off x="344488" y="262250"/>
            <a:ext cx="115827" cy="46800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kumimoji="0" lang="ko-KR" altLang="en-US" sz="1400" b="0" i="0" u="none" strike="noStrike" kern="1200" cap="none" spc="-5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sp>
        <p:nvSpPr>
          <p:cNvPr id="140" name="직사각형 139">
            <a:extLst>
              <a:ext uri="{FF2B5EF4-FFF2-40B4-BE49-F238E27FC236}">
                <a16:creationId xmlns:a16="http://schemas.microsoft.com/office/drawing/2014/main" id="{5D3CEE24-5FA6-D614-92F0-BBF26B06B7E9}"/>
              </a:ext>
            </a:extLst>
          </p:cNvPr>
          <p:cNvSpPr/>
          <p:nvPr/>
        </p:nvSpPr>
        <p:spPr>
          <a:xfrm>
            <a:off x="498248" y="262250"/>
            <a:ext cx="1124475" cy="468000"/>
          </a:xfrm>
          <a:prstGeom prst="rect">
            <a:avLst/>
          </a:prstGeom>
          <a:solidFill>
            <a:srgbClr val="1E49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buNone/>
              <a:defRPr/>
            </a:pPr>
            <a:r>
              <a:rPr lang="ko-KR" altLang="en-US" sz="1400" spc="-50" dirty="0">
                <a:solidFill>
                  <a:prstClr val="white"/>
                </a:solidFill>
                <a:latin typeface="페이퍼로지 6 SemiBold" pitchFamily="2" charset="-127"/>
                <a:ea typeface="페이퍼로지 6 SemiBold" pitchFamily="2" charset="-127"/>
              </a:rPr>
              <a:t>회귀분석</a:t>
            </a:r>
          </a:p>
        </p:txBody>
      </p:sp>
      <p:sp>
        <p:nvSpPr>
          <p:cNvPr id="44" name="텍스트 개체 틀 1">
            <a:extLst>
              <a:ext uri="{FF2B5EF4-FFF2-40B4-BE49-F238E27FC236}">
                <a16:creationId xmlns:a16="http://schemas.microsoft.com/office/drawing/2014/main" id="{4F013047-B595-7D36-77A7-58C69E72D4D7}"/>
              </a:ext>
            </a:extLst>
          </p:cNvPr>
          <p:cNvSpPr txBox="1">
            <a:spLocks/>
          </p:cNvSpPr>
          <p:nvPr/>
        </p:nvSpPr>
        <p:spPr>
          <a:xfrm>
            <a:off x="346831" y="1538207"/>
            <a:ext cx="4464051" cy="3355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ctr" defTabSz="457200" rtl="0" eaLnBrk="1" latinLnBrk="0" hangingPunct="1">
              <a:defRPr lang="en-US" altLang="ko-KR" sz="813" kern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anose="020B0800000000000000" pitchFamily="50" charset="-127"/>
                <a:ea typeface="SpoqaHanSans-Bold" panose="020B0800000000000000" pitchFamily="50" charset="-127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1600" spc="-50" dirty="0">
                <a:latin typeface="페이퍼로지 5 Medium" pitchFamily="2" charset="-127"/>
                <a:ea typeface="페이퍼로지 5 Medium" pitchFamily="2" charset="-127"/>
              </a:rPr>
              <a:t>회귀분석 결과</a:t>
            </a:r>
          </a:p>
        </p:txBody>
      </p: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7D1B12C1-0415-2512-79E9-BE78DC7FAE58}"/>
              </a:ext>
            </a:extLst>
          </p:cNvPr>
          <p:cNvCxnSpPr>
            <a:cxnSpLocks/>
          </p:cNvCxnSpPr>
          <p:nvPr/>
        </p:nvCxnSpPr>
        <p:spPr>
          <a:xfrm>
            <a:off x="344488" y="1875393"/>
            <a:ext cx="9213673" cy="0"/>
          </a:xfrm>
          <a:prstGeom prst="line">
            <a:avLst/>
          </a:prstGeom>
          <a:ln w="28575">
            <a:solidFill>
              <a:srgbClr val="00338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0067319C-F5F8-CDCB-9D01-486018BF56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9051521"/>
              </p:ext>
            </p:extLst>
          </p:nvPr>
        </p:nvGraphicFramePr>
        <p:xfrm>
          <a:off x="344487" y="2060576"/>
          <a:ext cx="9213673" cy="2773355"/>
        </p:xfrm>
        <a:graphic>
          <a:graphicData uri="http://schemas.openxmlformats.org/drawingml/2006/table">
            <a:tbl>
              <a:tblPr/>
              <a:tblGrid>
                <a:gridCol w="2652269">
                  <a:extLst>
                    <a:ext uri="{9D8B030D-6E8A-4147-A177-3AD203B41FA5}">
                      <a16:colId xmlns:a16="http://schemas.microsoft.com/office/drawing/2014/main" val="306188806"/>
                    </a:ext>
                  </a:extLst>
                </a:gridCol>
                <a:gridCol w="838485">
                  <a:extLst>
                    <a:ext uri="{9D8B030D-6E8A-4147-A177-3AD203B41FA5}">
                      <a16:colId xmlns:a16="http://schemas.microsoft.com/office/drawing/2014/main" val="4126965192"/>
                    </a:ext>
                  </a:extLst>
                </a:gridCol>
                <a:gridCol w="838485">
                  <a:extLst>
                    <a:ext uri="{9D8B030D-6E8A-4147-A177-3AD203B41FA5}">
                      <a16:colId xmlns:a16="http://schemas.microsoft.com/office/drawing/2014/main" val="302070693"/>
                    </a:ext>
                  </a:extLst>
                </a:gridCol>
                <a:gridCol w="838485">
                  <a:extLst>
                    <a:ext uri="{9D8B030D-6E8A-4147-A177-3AD203B41FA5}">
                      <a16:colId xmlns:a16="http://schemas.microsoft.com/office/drawing/2014/main" val="2527438247"/>
                    </a:ext>
                  </a:extLst>
                </a:gridCol>
                <a:gridCol w="838485">
                  <a:extLst>
                    <a:ext uri="{9D8B030D-6E8A-4147-A177-3AD203B41FA5}">
                      <a16:colId xmlns:a16="http://schemas.microsoft.com/office/drawing/2014/main" val="1324631999"/>
                    </a:ext>
                  </a:extLst>
                </a:gridCol>
                <a:gridCol w="3207464">
                  <a:extLst>
                    <a:ext uri="{9D8B030D-6E8A-4147-A177-3AD203B41FA5}">
                      <a16:colId xmlns:a16="http://schemas.microsoft.com/office/drawing/2014/main" val="824129774"/>
                    </a:ext>
                  </a:extLst>
                </a:gridCol>
              </a:tblGrid>
              <a:tr h="292684">
                <a:tc gridSpan="6">
                  <a:txBody>
                    <a:bodyPr/>
                    <a:lstStyle/>
                    <a:p>
                      <a:pPr rtl="0" fontAlgn="base" latinLnBrk="0">
                        <a:buNone/>
                      </a:pPr>
                      <a:r>
                        <a:rPr lang="ko-KR" altLang="en-US" sz="1200" b="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지인추천의향</a:t>
                      </a:r>
                      <a:endParaRPr lang="ko-KR" altLang="en-US" sz="1200" dirty="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2768922"/>
                  </a:ext>
                </a:extLst>
              </a:tr>
              <a:tr h="292684">
                <a:tc>
                  <a:txBody>
                    <a:bodyPr/>
                    <a:lstStyle/>
                    <a:p>
                      <a:pPr algn="ctr" rtl="0" fontAlgn="ctr" latinLnBrk="0">
                        <a:buNone/>
                      </a:pPr>
                      <a:r>
                        <a:rPr lang="en-US" sz="12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Predictor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 latinLnBrk="0">
                        <a:buNone/>
                      </a:pPr>
                      <a:r>
                        <a:rPr lang="en-US" sz="12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Estimate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 latinLnBrk="0">
                        <a:buNone/>
                      </a:pPr>
                      <a:r>
                        <a:rPr lang="en-US" sz="12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SE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 latinLnBrk="0">
                        <a:buNone/>
                      </a:pPr>
                      <a:r>
                        <a:rPr lang="en-US" sz="12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t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 latinLnBrk="0">
                        <a:buNone/>
                      </a:pPr>
                      <a:r>
                        <a:rPr lang="en-US" sz="12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p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 latinLnBrk="0">
                        <a:buNone/>
                      </a:pPr>
                      <a:r>
                        <a:rPr lang="ko-KR" altLang="en-US" sz="12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의미</a:t>
                      </a:r>
                      <a:endParaRPr lang="en-US" sz="1200" dirty="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3662078"/>
                  </a:ext>
                </a:extLst>
              </a:tr>
              <a:tr h="729329"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ko-KR" altLang="en-US" sz="12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개인</a:t>
                      </a:r>
                      <a:r>
                        <a:rPr lang="en-US" altLang="ko-KR" sz="12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-</a:t>
                      </a:r>
                      <a:r>
                        <a:rPr lang="ko-KR" altLang="en-US" sz="12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프로그램 적합도 </a:t>
                      </a:r>
                      <a:r>
                        <a:rPr lang="en-US" altLang="ko-KR" sz="12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*</a:t>
                      </a:r>
                      <a:r>
                        <a:rPr lang="ko-KR" altLang="en-US" sz="12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 목표</a:t>
                      </a:r>
                      <a:r>
                        <a:rPr lang="en-US" altLang="ko-KR" sz="12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_</a:t>
                      </a:r>
                      <a:r>
                        <a:rPr lang="ko-KR" altLang="en-US" sz="12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네트워크</a:t>
                      </a:r>
                      <a:endParaRPr lang="en-US" sz="1200" dirty="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en-US" altLang="ko-KR" sz="12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-0.0072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en-US" altLang="ko-KR" sz="12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0.08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en-US" altLang="ko-KR" sz="12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-0.09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en-US" altLang="ko-KR" sz="12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0.929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 latinLnBrk="0">
                        <a:buNone/>
                      </a:pPr>
                      <a:r>
                        <a:rPr lang="ko-KR" altLang="en-US" sz="12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네트워크를 목표로 하는 정도에 따라 적합도의 영향력이 달라지지 않음</a:t>
                      </a:r>
                      <a:r>
                        <a:rPr lang="en-US" altLang="ko-KR" sz="12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.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9085125"/>
                  </a:ext>
                </a:extLst>
              </a:tr>
              <a:tr h="729329"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개인</a:t>
                      </a:r>
                      <a:r>
                        <a:rPr lang="en-US" altLang="ko-KR" sz="12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-</a:t>
                      </a:r>
                      <a:r>
                        <a:rPr lang="ko-KR" altLang="en-US" sz="12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프로그램 적합도 </a:t>
                      </a:r>
                      <a:r>
                        <a:rPr lang="en-US" altLang="ko-KR" sz="12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*</a:t>
                      </a:r>
                      <a:r>
                        <a:rPr lang="ko-KR" altLang="en-US" sz="12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 목표</a:t>
                      </a:r>
                      <a:r>
                        <a:rPr lang="en-US" altLang="ko-KR" sz="12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_</a:t>
                      </a:r>
                      <a:r>
                        <a:rPr lang="ko-KR" altLang="en-US" sz="12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커리어</a:t>
                      </a:r>
                      <a:endParaRPr lang="en-US" altLang="ko-KR" sz="1200" dirty="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en-US" altLang="ko-KR" sz="12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-0.149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en-US" altLang="ko-KR" sz="12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0.107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en-US" altLang="ko-KR" sz="12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-1.395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en-US" altLang="ko-KR" sz="12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0.167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 latinLnBrk="0">
                        <a:buNone/>
                      </a:pPr>
                      <a:r>
                        <a:rPr lang="ko-KR" altLang="en-US" sz="12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커리어 성장을 목표로 하는 정도에 따라 적합도의 영향력이 달라지지 않음</a:t>
                      </a:r>
                      <a:r>
                        <a:rPr lang="en-US" altLang="ko-KR" sz="12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.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9202138"/>
                  </a:ext>
                </a:extLst>
              </a:tr>
              <a:tr h="729329"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개인</a:t>
                      </a:r>
                      <a:r>
                        <a:rPr lang="en-US" altLang="ko-KR" sz="12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-</a:t>
                      </a:r>
                      <a:r>
                        <a:rPr lang="ko-KR" altLang="en-US" sz="12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프로그램 적합도 </a:t>
                      </a:r>
                      <a:r>
                        <a:rPr lang="en-US" altLang="ko-KR" sz="12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*</a:t>
                      </a:r>
                      <a:r>
                        <a:rPr lang="ko-KR" altLang="en-US" sz="12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 목표</a:t>
                      </a:r>
                      <a:r>
                        <a:rPr lang="en-US" altLang="ko-KR" sz="12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_</a:t>
                      </a:r>
                      <a:r>
                        <a:rPr lang="ko-KR" altLang="en-US" sz="12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학문</a:t>
                      </a:r>
                      <a:endParaRPr lang="en-US" altLang="ko-KR" sz="1200" dirty="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en-US" altLang="ko-KR" sz="12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-0.241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en-US" altLang="ko-KR" sz="12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0.167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en-US" altLang="ko-KR" sz="12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-1.44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en-US" altLang="ko-KR" sz="12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0.154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 latinLnBrk="0">
                        <a:buNone/>
                      </a:pPr>
                      <a:r>
                        <a:rPr lang="ko-KR" altLang="en-US" sz="12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학문적 목표로 하는 정도에 따라 적합도의 영향력이 달라지지 않음</a:t>
                      </a:r>
                      <a:r>
                        <a:rPr lang="en-US" altLang="ko-KR" sz="12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.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2928679"/>
                  </a:ext>
                </a:extLst>
              </a:tr>
            </a:tbl>
          </a:graphicData>
        </a:graphic>
      </p:graphicFrame>
      <p:sp>
        <p:nvSpPr>
          <p:cNvPr id="11" name="모서리가 둥근 직사각형 197">
            <a:extLst>
              <a:ext uri="{FF2B5EF4-FFF2-40B4-BE49-F238E27FC236}">
                <a16:creationId xmlns:a16="http://schemas.microsoft.com/office/drawing/2014/main" id="{69176992-2C7D-6294-49E2-7BC71083BBDC}"/>
              </a:ext>
            </a:extLst>
          </p:cNvPr>
          <p:cNvSpPr/>
          <p:nvPr/>
        </p:nvSpPr>
        <p:spPr>
          <a:xfrm>
            <a:off x="344485" y="4991738"/>
            <a:ext cx="9217027" cy="1390959"/>
          </a:xfrm>
          <a:prstGeom prst="roundRect">
            <a:avLst>
              <a:gd name="adj" fmla="val 3014"/>
            </a:avLst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35999" rtlCol="0" anchor="ctr" anchorCtr="0"/>
          <a:lstStyle/>
          <a:p>
            <a:pPr marL="285750" indent="-198438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사람마다 </a:t>
            </a:r>
            <a:r>
              <a:rPr lang="en-US" altLang="ko-KR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MBA</a:t>
            </a:r>
            <a:r>
              <a:rPr lang="ko-KR" altLang="en-US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에 온 목적</a:t>
            </a:r>
            <a:r>
              <a:rPr lang="en-US" altLang="ko-KR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(</a:t>
            </a:r>
            <a:r>
              <a:rPr lang="ko-KR" altLang="en-US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목표</a:t>
            </a:r>
            <a:r>
              <a:rPr lang="en-US" altLang="ko-KR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)</a:t>
            </a:r>
            <a:r>
              <a:rPr lang="ko-KR" altLang="en-US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가 상이할 것이며</a:t>
            </a:r>
            <a:r>
              <a:rPr lang="en-US" altLang="ko-KR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, </a:t>
            </a:r>
            <a:r>
              <a:rPr lang="ko-KR" altLang="en-US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목표지향성에 따라 개인</a:t>
            </a:r>
            <a:r>
              <a:rPr lang="en-US" altLang="ko-KR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-</a:t>
            </a:r>
            <a:r>
              <a:rPr lang="ko-KR" altLang="en-US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프로그램 적합도에 영향을 주어 지인 추천 의향에 영향을 주어</a:t>
            </a:r>
            <a:r>
              <a:rPr lang="en-US" altLang="ko-KR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ko-KR" altLang="en-US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어떤 목표를 하고 있는 집단의 적합도 관리가 더 시급한가</a:t>
            </a:r>
            <a:r>
              <a:rPr lang="en-US" altLang="ko-KR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?</a:t>
            </a:r>
            <a:r>
              <a:rPr lang="ko-KR" altLang="en-US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를 밝혀내어 맞춤형 전략을 도출하려 하였음</a:t>
            </a:r>
            <a:r>
              <a:rPr lang="en-US" altLang="ko-KR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.</a:t>
            </a:r>
          </a:p>
          <a:p>
            <a:pPr marL="285750" indent="-198438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분석 결과</a:t>
            </a:r>
            <a:r>
              <a:rPr lang="en-US" altLang="ko-KR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, '</a:t>
            </a:r>
            <a:r>
              <a:rPr lang="ko-KR" altLang="en-US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개인</a:t>
            </a:r>
            <a:r>
              <a:rPr lang="en-US" altLang="ko-KR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-</a:t>
            </a:r>
            <a:r>
              <a:rPr lang="ko-KR" altLang="en-US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프로그램 적합도</a:t>
            </a:r>
            <a:r>
              <a:rPr lang="en-US" altLang="ko-KR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'</a:t>
            </a:r>
            <a:r>
              <a:rPr lang="ko-KR" altLang="en-US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의 중요성이 특정 목표 집단에 국한되지 않고</a:t>
            </a:r>
            <a:r>
              <a:rPr lang="en-US" altLang="ko-KR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, </a:t>
            </a:r>
            <a:r>
              <a:rPr lang="ko-KR" altLang="en-US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전체 재학생에게 보편적이고 절대적인 영향력을 미친다는 점을 시사함</a:t>
            </a:r>
            <a:r>
              <a:rPr lang="en-US" altLang="ko-KR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.</a:t>
            </a:r>
            <a:endParaRPr lang="ko-KR" altLang="ko-KR" sz="1600" dirty="0">
              <a:solidFill>
                <a:schemeClr val="tx1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032489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AEF69D-8A7E-1811-B27E-3A753946C5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6B4B03D-85E5-FCFB-1D15-CFF738E9B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spc="-50">
                <a:latin typeface="페이퍼로지 4 Regular" pitchFamily="2" charset="-127"/>
                <a:ea typeface="페이퍼로지 4 Regular" pitchFamily="2" charset="-127"/>
              </a:rPr>
              <a:t>- </a:t>
            </a:r>
            <a:fld id="{F0AEE96D-C800-4200-B178-74DC3655196B}" type="slidenum">
              <a:rPr lang="ko-KR" altLang="en-US" spc="-50">
                <a:latin typeface="페이퍼로지 4 Regular" pitchFamily="2" charset="-127"/>
                <a:ea typeface="페이퍼로지 4 Regular" pitchFamily="2" charset="-127"/>
              </a:rPr>
              <a:pPr/>
              <a:t>7</a:t>
            </a:fld>
            <a:r>
              <a:rPr lang="ko-KR" altLang="en-US" spc="-50">
                <a:latin typeface="페이퍼로지 4 Regular" pitchFamily="2" charset="-127"/>
                <a:ea typeface="페이퍼로지 4 Regular" pitchFamily="2" charset="-127"/>
              </a:rPr>
              <a:t> </a:t>
            </a:r>
            <a:r>
              <a:rPr spc="-50">
                <a:latin typeface="페이퍼로지 4 Regular" pitchFamily="2" charset="-127"/>
                <a:ea typeface="페이퍼로지 4 Regular" pitchFamily="2" charset="-127"/>
              </a:rPr>
              <a:t>-</a:t>
            </a:r>
            <a:endParaRPr lang="ko-KR" altLang="en-US" spc="-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0" name="텍스트 개체 틀 1">
            <a:extLst>
              <a:ext uri="{FF2B5EF4-FFF2-40B4-BE49-F238E27FC236}">
                <a16:creationId xmlns:a16="http://schemas.microsoft.com/office/drawing/2014/main" id="{F44E6AA2-64CF-6055-E291-CAC747202B64}"/>
              </a:ext>
            </a:extLst>
          </p:cNvPr>
          <p:cNvSpPr txBox="1">
            <a:spLocks/>
          </p:cNvSpPr>
          <p:nvPr/>
        </p:nvSpPr>
        <p:spPr>
          <a:xfrm>
            <a:off x="344487" y="836613"/>
            <a:ext cx="9217026" cy="576262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latinLnBrk="1">
              <a:defRPr sz="1700" spc="-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/>
            <a:r>
              <a:rPr lang="en-US" altLang="ko-KR" dirty="0"/>
              <a:t>MBA </a:t>
            </a:r>
            <a:r>
              <a:rPr lang="ko-KR" altLang="en-US" dirty="0"/>
              <a:t>활성화 방안 도출을 위해 분석모델을 다음과 같이 재설정 하였음</a:t>
            </a:r>
            <a:r>
              <a:rPr lang="en-US" altLang="ko-KR" dirty="0"/>
              <a:t>.</a:t>
            </a:r>
          </a:p>
        </p:txBody>
      </p:sp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7FDDF380-DC79-32DA-D612-155A89EB8C2F}"/>
              </a:ext>
            </a:extLst>
          </p:cNvPr>
          <p:cNvGrpSpPr/>
          <p:nvPr/>
        </p:nvGrpSpPr>
        <p:grpSpPr>
          <a:xfrm>
            <a:off x="0" y="-762844"/>
            <a:ext cx="4375346" cy="626015"/>
            <a:chOff x="0" y="-762844"/>
            <a:chExt cx="4375346" cy="626015"/>
          </a:xfrm>
        </p:grpSpPr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5912E511-D43D-2634-4239-3EC647D63ECB}"/>
                </a:ext>
              </a:extLst>
            </p:cNvPr>
            <p:cNvSpPr txBox="1"/>
            <p:nvPr/>
          </p:nvSpPr>
          <p:spPr>
            <a:xfrm>
              <a:off x="1229274" y="-762844"/>
              <a:ext cx="991907" cy="32898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algn="ctr"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ko-KR" altLang="en-US" sz="1625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페이퍼</a:t>
              </a:r>
              <a:r>
                <a:rPr lang="en-US" altLang="ko-KR" sz="1625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5</a:t>
              </a:r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E4E3D24F-3833-BF42-0873-F10A143D3AC2}"/>
                </a:ext>
              </a:extLst>
            </p:cNvPr>
            <p:cNvSpPr txBox="1"/>
            <p:nvPr/>
          </p:nvSpPr>
          <p:spPr>
            <a:xfrm>
              <a:off x="2316075" y="-762844"/>
              <a:ext cx="991907" cy="32898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algn="ctr"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ko-KR" altLang="en-US" sz="1463" spc="-4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페이퍼</a:t>
              </a:r>
              <a:r>
                <a:rPr lang="en-US" altLang="ko-KR" sz="1463" spc="-4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4</a:t>
              </a:r>
            </a:p>
          </p:txBody>
        </p:sp>
        <p:sp>
          <p:nvSpPr>
            <p:cNvPr id="130" name="직사각형 129">
              <a:extLst>
                <a:ext uri="{FF2B5EF4-FFF2-40B4-BE49-F238E27FC236}">
                  <a16:creationId xmlns:a16="http://schemas.microsoft.com/office/drawing/2014/main" id="{21DB9B42-4707-249F-9B2D-B1476E175417}"/>
                </a:ext>
              </a:extLst>
            </p:cNvPr>
            <p:cNvSpPr/>
            <p:nvPr/>
          </p:nvSpPr>
          <p:spPr>
            <a:xfrm>
              <a:off x="2288686" y="-311024"/>
              <a:ext cx="289451" cy="162138"/>
            </a:xfrm>
            <a:prstGeom prst="rect">
              <a:avLst/>
            </a:prstGeom>
            <a:solidFill>
              <a:srgbClr val="96969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dirty="0">
                <a:ea typeface="a고딕12" panose="02020600000000000000" pitchFamily="18" charset="-127"/>
              </a:endParaRP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344D3031-84D3-5CD3-E00E-FE89C2C1F870}"/>
                </a:ext>
              </a:extLst>
            </p:cNvPr>
            <p:cNvSpPr txBox="1"/>
            <p:nvPr/>
          </p:nvSpPr>
          <p:spPr>
            <a:xfrm>
              <a:off x="142473" y="-762844"/>
              <a:ext cx="991907" cy="32898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algn="ctr"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ko-KR" altLang="en-US" sz="1625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6 SemiBold" pitchFamily="2" charset="-127"/>
                  <a:ea typeface="페이퍼로지 6 SemiBold" pitchFamily="2" charset="-127"/>
                </a:rPr>
                <a:t>페이퍼</a:t>
              </a:r>
              <a:r>
                <a:rPr lang="en-US" altLang="ko-KR" sz="1625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6 SemiBold" pitchFamily="2" charset="-127"/>
                  <a:ea typeface="페이퍼로지 6 SemiBold" pitchFamily="2" charset="-127"/>
                </a:rPr>
                <a:t>6</a:t>
              </a:r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F0F599BF-B53F-DE56-08FC-5FD78407B46C}"/>
                </a:ext>
              </a:extLst>
            </p:cNvPr>
            <p:cNvSpPr txBox="1"/>
            <p:nvPr/>
          </p:nvSpPr>
          <p:spPr>
            <a:xfrm>
              <a:off x="3383439" y="-762844"/>
              <a:ext cx="991907" cy="32898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algn="ctr"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ko-KR" altLang="en-US" sz="1463" spc="-4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3 Light" pitchFamily="2" charset="-127"/>
                  <a:ea typeface="페이퍼로지 3 Light" pitchFamily="2" charset="-127"/>
                </a:rPr>
                <a:t>페이퍼</a:t>
              </a:r>
              <a:r>
                <a:rPr lang="en-US" altLang="ko-KR" sz="1463" spc="-4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3 Light" pitchFamily="2" charset="-127"/>
                  <a:ea typeface="페이퍼로지 3 Light" pitchFamily="2" charset="-127"/>
                </a:rPr>
                <a:t>3</a:t>
              </a:r>
            </a:p>
          </p:txBody>
        </p:sp>
        <p:sp>
          <p:nvSpPr>
            <p:cNvPr id="133" name="직사각형 132">
              <a:extLst>
                <a:ext uri="{FF2B5EF4-FFF2-40B4-BE49-F238E27FC236}">
                  <a16:creationId xmlns:a16="http://schemas.microsoft.com/office/drawing/2014/main" id="{0553666E-E4F8-47BF-DC94-F4C8B95B2E7C}"/>
                </a:ext>
              </a:extLst>
            </p:cNvPr>
            <p:cNvSpPr/>
            <p:nvPr/>
          </p:nvSpPr>
          <p:spPr>
            <a:xfrm>
              <a:off x="1907239" y="-305540"/>
              <a:ext cx="289451" cy="162138"/>
            </a:xfrm>
            <a:prstGeom prst="rect">
              <a:avLst/>
            </a:prstGeom>
            <a:solidFill>
              <a:srgbClr val="F3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  <p:sp>
          <p:nvSpPr>
            <p:cNvPr id="134" name="직사각형 133">
              <a:extLst>
                <a:ext uri="{FF2B5EF4-FFF2-40B4-BE49-F238E27FC236}">
                  <a16:creationId xmlns:a16="http://schemas.microsoft.com/office/drawing/2014/main" id="{408AAEEE-8937-CF80-C33B-B2D8A6EE7F74}"/>
                </a:ext>
              </a:extLst>
            </p:cNvPr>
            <p:cNvSpPr/>
            <p:nvPr/>
          </p:nvSpPr>
          <p:spPr>
            <a:xfrm>
              <a:off x="1525792" y="-298967"/>
              <a:ext cx="289451" cy="162138"/>
            </a:xfrm>
            <a:prstGeom prst="rect">
              <a:avLst/>
            </a:prstGeom>
            <a:solidFill>
              <a:srgbClr val="AABAF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  <p:sp>
          <p:nvSpPr>
            <p:cNvPr id="135" name="직사각형 134">
              <a:extLst>
                <a:ext uri="{FF2B5EF4-FFF2-40B4-BE49-F238E27FC236}">
                  <a16:creationId xmlns:a16="http://schemas.microsoft.com/office/drawing/2014/main" id="{6B842698-50E5-88E8-96BD-C8F78D6C8C6D}"/>
                </a:ext>
              </a:extLst>
            </p:cNvPr>
            <p:cNvSpPr/>
            <p:nvPr/>
          </p:nvSpPr>
          <p:spPr>
            <a:xfrm>
              <a:off x="381448" y="-298967"/>
              <a:ext cx="289451" cy="162138"/>
            </a:xfrm>
            <a:prstGeom prst="rect">
              <a:avLst/>
            </a:prstGeom>
            <a:solidFill>
              <a:srgbClr val="00338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  <p:sp>
          <p:nvSpPr>
            <p:cNvPr id="136" name="직사각형 135">
              <a:extLst>
                <a:ext uri="{FF2B5EF4-FFF2-40B4-BE49-F238E27FC236}">
                  <a16:creationId xmlns:a16="http://schemas.microsoft.com/office/drawing/2014/main" id="{252D2CF3-F044-FB5F-D92B-F06302063DA8}"/>
                </a:ext>
              </a:extLst>
            </p:cNvPr>
            <p:cNvSpPr/>
            <p:nvPr/>
          </p:nvSpPr>
          <p:spPr>
            <a:xfrm>
              <a:off x="762896" y="-298967"/>
              <a:ext cx="289451" cy="162138"/>
            </a:xfrm>
            <a:prstGeom prst="rect">
              <a:avLst/>
            </a:prstGeom>
            <a:solidFill>
              <a:srgbClr val="1E49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  <p:sp>
          <p:nvSpPr>
            <p:cNvPr id="137" name="직사각형 136">
              <a:extLst>
                <a:ext uri="{FF2B5EF4-FFF2-40B4-BE49-F238E27FC236}">
                  <a16:creationId xmlns:a16="http://schemas.microsoft.com/office/drawing/2014/main" id="{023CEC65-4DFC-E94A-D4A5-A8ECCA7A5D79}"/>
                </a:ext>
              </a:extLst>
            </p:cNvPr>
            <p:cNvSpPr/>
            <p:nvPr/>
          </p:nvSpPr>
          <p:spPr>
            <a:xfrm>
              <a:off x="1144344" y="-298967"/>
              <a:ext cx="289451" cy="162138"/>
            </a:xfrm>
            <a:prstGeom prst="rect">
              <a:avLst/>
            </a:prstGeom>
            <a:solidFill>
              <a:srgbClr val="5F7D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  <p:sp>
          <p:nvSpPr>
            <p:cNvPr id="138" name="직사각형 137">
              <a:extLst>
                <a:ext uri="{FF2B5EF4-FFF2-40B4-BE49-F238E27FC236}">
                  <a16:creationId xmlns:a16="http://schemas.microsoft.com/office/drawing/2014/main" id="{58B04812-A8AB-16D0-EB1A-D0B3727276D4}"/>
                </a:ext>
              </a:extLst>
            </p:cNvPr>
            <p:cNvSpPr/>
            <p:nvPr/>
          </p:nvSpPr>
          <p:spPr>
            <a:xfrm>
              <a:off x="0" y="-305540"/>
              <a:ext cx="289451" cy="162138"/>
            </a:xfrm>
            <a:prstGeom prst="rect">
              <a:avLst/>
            </a:prstGeom>
            <a:solidFill>
              <a:srgbClr val="2F485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</p:grp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3EFB689C-C7D1-F94F-FCA5-D1817642F564}"/>
              </a:ext>
            </a:extLst>
          </p:cNvPr>
          <p:cNvSpPr/>
          <p:nvPr/>
        </p:nvSpPr>
        <p:spPr>
          <a:xfrm>
            <a:off x="344488" y="262250"/>
            <a:ext cx="115827" cy="46800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kumimoji="0" lang="ko-KR" altLang="en-US" sz="1400" b="0" i="0" u="none" strike="noStrike" kern="1200" cap="none" spc="-5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sp>
        <p:nvSpPr>
          <p:cNvPr id="140" name="직사각형 139">
            <a:extLst>
              <a:ext uri="{FF2B5EF4-FFF2-40B4-BE49-F238E27FC236}">
                <a16:creationId xmlns:a16="http://schemas.microsoft.com/office/drawing/2014/main" id="{972443BC-4CE9-6F1E-529E-BDD19F415B75}"/>
              </a:ext>
            </a:extLst>
          </p:cNvPr>
          <p:cNvSpPr/>
          <p:nvPr/>
        </p:nvSpPr>
        <p:spPr>
          <a:xfrm>
            <a:off x="498248" y="262250"/>
            <a:ext cx="1124475" cy="468000"/>
          </a:xfrm>
          <a:prstGeom prst="rect">
            <a:avLst/>
          </a:prstGeom>
          <a:solidFill>
            <a:srgbClr val="1E49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buNone/>
              <a:defRPr/>
            </a:pPr>
            <a:r>
              <a:rPr lang="ko-KR" altLang="en-US" sz="1400" spc="-50" dirty="0">
                <a:solidFill>
                  <a:prstClr val="white"/>
                </a:solidFill>
                <a:latin typeface="페이퍼로지 6 SemiBold" pitchFamily="2" charset="-127"/>
                <a:ea typeface="페이퍼로지 6 SemiBold" pitchFamily="2" charset="-127"/>
              </a:rPr>
              <a:t>분석모델 재설정</a:t>
            </a:r>
          </a:p>
        </p:txBody>
      </p:sp>
      <p:sp>
        <p:nvSpPr>
          <p:cNvPr id="44" name="텍스트 개체 틀 1">
            <a:extLst>
              <a:ext uri="{FF2B5EF4-FFF2-40B4-BE49-F238E27FC236}">
                <a16:creationId xmlns:a16="http://schemas.microsoft.com/office/drawing/2014/main" id="{D277920F-261C-234E-18EC-96AC9BE4E68B}"/>
              </a:ext>
            </a:extLst>
          </p:cNvPr>
          <p:cNvSpPr txBox="1">
            <a:spLocks/>
          </p:cNvSpPr>
          <p:nvPr/>
        </p:nvSpPr>
        <p:spPr>
          <a:xfrm>
            <a:off x="346831" y="1538207"/>
            <a:ext cx="4464051" cy="3355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ctr" defTabSz="457200" rtl="0" eaLnBrk="1" latinLnBrk="0" hangingPunct="1">
              <a:defRPr lang="en-US" altLang="ko-KR" sz="813" kern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anose="020B0800000000000000" pitchFamily="50" charset="-127"/>
                <a:ea typeface="SpoqaHanSans-Bold" panose="020B0800000000000000" pitchFamily="50" charset="-127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1600" spc="-50" dirty="0">
                <a:latin typeface="페이퍼로지 5 Medium" pitchFamily="2" charset="-127"/>
                <a:ea typeface="페이퍼로지 5 Medium" pitchFamily="2" charset="-127"/>
              </a:rPr>
              <a:t>건국 </a:t>
            </a:r>
            <a:r>
              <a:rPr lang="en-US" altLang="ko-KR" sz="1600" spc="-50" dirty="0">
                <a:latin typeface="페이퍼로지 5 Medium" pitchFamily="2" charset="-127"/>
                <a:ea typeface="페이퍼로지 5 Medium" pitchFamily="2" charset="-127"/>
              </a:rPr>
              <a:t>MBA </a:t>
            </a:r>
            <a:r>
              <a:rPr lang="ko-KR" altLang="en-US" sz="1600" spc="-50" dirty="0">
                <a:latin typeface="페이퍼로지 5 Medium" pitchFamily="2" charset="-127"/>
                <a:ea typeface="페이퍼로지 5 Medium" pitchFamily="2" charset="-127"/>
              </a:rPr>
              <a:t>활성화 방안 분석 예측 모델</a:t>
            </a:r>
          </a:p>
        </p:txBody>
      </p: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49A5C91D-190E-C879-DD74-9EF67C28DA9D}"/>
              </a:ext>
            </a:extLst>
          </p:cNvPr>
          <p:cNvCxnSpPr>
            <a:cxnSpLocks/>
          </p:cNvCxnSpPr>
          <p:nvPr/>
        </p:nvCxnSpPr>
        <p:spPr>
          <a:xfrm>
            <a:off x="344488" y="1875393"/>
            <a:ext cx="9213673" cy="0"/>
          </a:xfrm>
          <a:prstGeom prst="line">
            <a:avLst/>
          </a:prstGeom>
          <a:ln w="28575">
            <a:solidFill>
              <a:srgbClr val="00338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텍스트 개체 틀 1">
            <a:extLst>
              <a:ext uri="{FF2B5EF4-FFF2-40B4-BE49-F238E27FC236}">
                <a16:creationId xmlns:a16="http://schemas.microsoft.com/office/drawing/2014/main" id="{715FABB3-B13F-DC96-813E-DEDC32EA182D}"/>
              </a:ext>
            </a:extLst>
          </p:cNvPr>
          <p:cNvSpPr txBox="1">
            <a:spLocks/>
          </p:cNvSpPr>
          <p:nvPr/>
        </p:nvSpPr>
        <p:spPr>
          <a:xfrm>
            <a:off x="498248" y="1979818"/>
            <a:ext cx="9059913" cy="609186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ctr" defTabSz="457200" rtl="0" eaLnBrk="1" latinLnBrk="0" hangingPunct="1">
              <a:defRPr lang="en-US" altLang="ko-KR" sz="813" kern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anose="020B0800000000000000" pitchFamily="50" charset="-127"/>
                <a:ea typeface="SpoqaHanSans-Bold" panose="020B0800000000000000" pitchFamily="50" charset="-127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7313" indent="-87313" algn="l">
              <a:buFont typeface="Arial" panose="020B0604020202020204" pitchFamily="34" charset="0"/>
              <a:buChar char="•"/>
            </a:pPr>
            <a:r>
              <a:rPr lang="ko-KR" altLang="en-US" sz="1800" dirty="0">
                <a:latin typeface="페이퍼로지 5 Medium" pitchFamily="2" charset="-127"/>
                <a:ea typeface="페이퍼로지 5 Medium" pitchFamily="2" charset="-127"/>
              </a:rPr>
              <a:t>독립변수 </a:t>
            </a:r>
            <a:r>
              <a:rPr lang="en-US" altLang="ko-KR" sz="1800" dirty="0">
                <a:latin typeface="페이퍼로지 5 Medium" pitchFamily="2" charset="-127"/>
                <a:ea typeface="페이퍼로지 5 Medium" pitchFamily="2" charset="-127"/>
              </a:rPr>
              <a:t>: </a:t>
            </a:r>
            <a:r>
              <a:rPr lang="ko-KR" altLang="en-US" sz="1800" dirty="0">
                <a:latin typeface="페이퍼로지 5 Medium" pitchFamily="2" charset="-127"/>
                <a:ea typeface="페이퍼로지 5 Medium" pitchFamily="2" charset="-127"/>
              </a:rPr>
              <a:t>개인</a:t>
            </a:r>
            <a:r>
              <a:rPr lang="en-US" altLang="ko-KR" sz="1800" dirty="0">
                <a:latin typeface="페이퍼로지 5 Medium" pitchFamily="2" charset="-127"/>
                <a:ea typeface="페이퍼로지 5 Medium" pitchFamily="2" charset="-127"/>
              </a:rPr>
              <a:t>-</a:t>
            </a:r>
            <a:r>
              <a:rPr lang="ko-KR" altLang="en-US" sz="1800" dirty="0">
                <a:latin typeface="페이퍼로지 5 Medium" pitchFamily="2" charset="-127"/>
                <a:ea typeface="페이퍼로지 5 Medium" pitchFamily="2" charset="-127"/>
              </a:rPr>
              <a:t>프로그램 적합도</a:t>
            </a:r>
            <a:endParaRPr lang="en-US" altLang="ko-KR" sz="1800" dirty="0">
              <a:latin typeface="페이퍼로지 5 Medium" pitchFamily="2" charset="-127"/>
              <a:ea typeface="페이퍼로지 5 Medium" pitchFamily="2" charset="-127"/>
            </a:endParaRPr>
          </a:p>
          <a:p>
            <a:pPr marL="87313" indent="-87313" algn="l">
              <a:buFont typeface="Arial" panose="020B0604020202020204" pitchFamily="34" charset="0"/>
              <a:buChar char="•"/>
            </a:pPr>
            <a:r>
              <a:rPr lang="ko-KR" altLang="en-US" sz="1800" dirty="0">
                <a:latin typeface="페이퍼로지 5 Medium" pitchFamily="2" charset="-127"/>
                <a:ea typeface="페이퍼로지 5 Medium" pitchFamily="2" charset="-127"/>
              </a:rPr>
              <a:t>매개변수 </a:t>
            </a:r>
            <a:r>
              <a:rPr lang="en-US" altLang="ko-KR" sz="1800" dirty="0">
                <a:latin typeface="페이퍼로지 5 Medium" pitchFamily="2" charset="-127"/>
                <a:ea typeface="페이퍼로지 5 Medium" pitchFamily="2" charset="-127"/>
              </a:rPr>
              <a:t>: MBA </a:t>
            </a:r>
            <a:r>
              <a:rPr lang="ko-KR" altLang="en-US" sz="1800" dirty="0">
                <a:latin typeface="페이퍼로지 5 Medium" pitchFamily="2" charset="-127"/>
                <a:ea typeface="페이퍼로지 5 Medium" pitchFamily="2" charset="-127"/>
              </a:rPr>
              <a:t>만족도</a:t>
            </a:r>
            <a:endParaRPr lang="en-US" altLang="ko-KR" sz="1800" dirty="0">
              <a:latin typeface="페이퍼로지 5 Medium" pitchFamily="2" charset="-127"/>
              <a:ea typeface="페이퍼로지 5 Medium" pitchFamily="2" charset="-127"/>
            </a:endParaRPr>
          </a:p>
          <a:p>
            <a:pPr marL="87313" indent="-87313" algn="l">
              <a:buFont typeface="Arial" panose="020B0604020202020204" pitchFamily="34" charset="0"/>
              <a:buChar char="•"/>
            </a:pPr>
            <a:r>
              <a:rPr lang="ko-KR" altLang="en-US" sz="1800" dirty="0">
                <a:latin typeface="페이퍼로지 5 Medium" pitchFamily="2" charset="-127"/>
                <a:ea typeface="페이퍼로지 5 Medium" pitchFamily="2" charset="-127"/>
              </a:rPr>
              <a:t>조절변수 </a:t>
            </a:r>
            <a:r>
              <a:rPr lang="en-US" altLang="ko-KR" sz="1800" dirty="0">
                <a:latin typeface="페이퍼로지 5 Medium" pitchFamily="2" charset="-127"/>
                <a:ea typeface="페이퍼로지 5 Medium" pitchFamily="2" charset="-127"/>
              </a:rPr>
              <a:t>: </a:t>
            </a:r>
            <a:r>
              <a:rPr lang="ko-KR" altLang="en-US" sz="1800" dirty="0">
                <a:latin typeface="페이퍼로지 5 Medium" pitchFamily="2" charset="-127"/>
                <a:ea typeface="페이퍼로지 5 Medium" pitchFamily="2" charset="-127"/>
              </a:rPr>
              <a:t>① 직무 연관성</a:t>
            </a:r>
            <a:r>
              <a:rPr lang="en-US" altLang="ko-KR" sz="1800" dirty="0">
                <a:latin typeface="페이퍼로지 5 Medium" pitchFamily="2" charset="-127"/>
                <a:ea typeface="페이퍼로지 5 Medium" pitchFamily="2" charset="-127"/>
              </a:rPr>
              <a:t>, ② </a:t>
            </a:r>
            <a:r>
              <a:rPr lang="ko-KR" altLang="en-US" sz="1800" dirty="0">
                <a:latin typeface="페이퍼로지 5 Medium" pitchFamily="2" charset="-127"/>
                <a:ea typeface="페이퍼로지 5 Medium" pitchFamily="2" charset="-127"/>
              </a:rPr>
              <a:t>학습 몰입도</a:t>
            </a:r>
            <a:r>
              <a:rPr lang="en-US" altLang="ko-KR" sz="1800" dirty="0">
                <a:latin typeface="페이퍼로지 5 Medium" pitchFamily="2" charset="-127"/>
                <a:ea typeface="페이퍼로지 5 Medium" pitchFamily="2" charset="-127"/>
              </a:rPr>
              <a:t>, ③ </a:t>
            </a:r>
            <a:r>
              <a:rPr lang="ko-KR" altLang="en-US" sz="1800" dirty="0">
                <a:latin typeface="페이퍼로지 5 Medium" pitchFamily="2" charset="-127"/>
                <a:ea typeface="페이퍼로지 5 Medium" pitchFamily="2" charset="-127"/>
              </a:rPr>
              <a:t>장학금 지원</a:t>
            </a:r>
            <a:endParaRPr lang="en-US" altLang="ko-KR" sz="1800" dirty="0">
              <a:latin typeface="페이퍼로지 5 Medium" pitchFamily="2" charset="-127"/>
              <a:ea typeface="페이퍼로지 5 Medium" pitchFamily="2" charset="-127"/>
            </a:endParaRPr>
          </a:p>
          <a:p>
            <a:pPr marL="87313" indent="-87313" algn="l">
              <a:buFont typeface="Arial" panose="020B0604020202020204" pitchFamily="34" charset="0"/>
              <a:buChar char="•"/>
            </a:pPr>
            <a:r>
              <a:rPr lang="ko-KR" altLang="en-US" sz="1800" dirty="0">
                <a:latin typeface="페이퍼로지 5 Medium" pitchFamily="2" charset="-127"/>
                <a:ea typeface="페이퍼로지 5 Medium" pitchFamily="2" charset="-127"/>
              </a:rPr>
              <a:t>종속변수 </a:t>
            </a:r>
            <a:r>
              <a:rPr lang="en-US" altLang="ko-KR" sz="1800" dirty="0">
                <a:latin typeface="페이퍼로지 5 Medium" pitchFamily="2" charset="-127"/>
                <a:ea typeface="페이퍼로지 5 Medium" pitchFamily="2" charset="-127"/>
              </a:rPr>
              <a:t>: </a:t>
            </a:r>
            <a:r>
              <a:rPr lang="ko-KR" altLang="en-US" sz="1800" dirty="0">
                <a:latin typeface="페이퍼로지 5 Medium" pitchFamily="2" charset="-127"/>
                <a:ea typeface="페이퍼로지 5 Medium" pitchFamily="2" charset="-127"/>
              </a:rPr>
              <a:t>지인 추천 의향</a:t>
            </a:r>
            <a:endParaRPr lang="en-US" altLang="ko-KR" sz="1800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C5FA4EE7-EAF1-C9C6-E795-9BBBF1A7B210}"/>
              </a:ext>
            </a:extLst>
          </p:cNvPr>
          <p:cNvGrpSpPr/>
          <p:nvPr/>
        </p:nvGrpSpPr>
        <p:grpSpPr>
          <a:xfrm>
            <a:off x="341060" y="3830256"/>
            <a:ext cx="9217563" cy="2007364"/>
            <a:chOff x="341060" y="4409311"/>
            <a:chExt cx="9217563" cy="2007364"/>
          </a:xfrm>
        </p:grpSpPr>
        <p:cxnSp>
          <p:nvCxnSpPr>
            <p:cNvPr id="4" name="직선 화살표 연결선 3">
              <a:extLst>
                <a:ext uri="{FF2B5EF4-FFF2-40B4-BE49-F238E27FC236}">
                  <a16:creationId xmlns:a16="http://schemas.microsoft.com/office/drawing/2014/main" id="{59928B7E-1A72-8EEA-7EE5-203E3EC219D3}"/>
                </a:ext>
              </a:extLst>
            </p:cNvPr>
            <p:cNvCxnSpPr>
              <a:cxnSpLocks/>
              <a:stCxn id="7" idx="3"/>
              <a:endCxn id="9" idx="1"/>
            </p:cNvCxnSpPr>
            <p:nvPr/>
          </p:nvCxnSpPr>
          <p:spPr>
            <a:xfrm>
              <a:off x="2487932" y="6074263"/>
              <a:ext cx="4923357" cy="8011"/>
            </a:xfrm>
            <a:prstGeom prst="straightConnector1">
              <a:avLst/>
            </a:prstGeom>
            <a:ln w="38100" cap="flat" cmpd="sng" algn="ctr">
              <a:solidFill>
                <a:srgbClr val="1E49E2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6" name="직선 화살표 연결선 5">
              <a:extLst>
                <a:ext uri="{FF2B5EF4-FFF2-40B4-BE49-F238E27FC236}">
                  <a16:creationId xmlns:a16="http://schemas.microsoft.com/office/drawing/2014/main" id="{BCC471AC-9138-8AA7-8E0B-9E8F7F97A879}"/>
                </a:ext>
              </a:extLst>
            </p:cNvPr>
            <p:cNvCxnSpPr>
              <a:cxnSpLocks/>
              <a:stCxn id="13" idx="2"/>
            </p:cNvCxnSpPr>
            <p:nvPr/>
          </p:nvCxnSpPr>
          <p:spPr>
            <a:xfrm flipH="1">
              <a:off x="3179896" y="5347658"/>
              <a:ext cx="7011" cy="734616"/>
            </a:xfrm>
            <a:prstGeom prst="straightConnector1">
              <a:avLst/>
            </a:prstGeom>
            <a:ln w="38100" cap="flat" cmpd="sng" algn="ctr">
              <a:solidFill>
                <a:srgbClr val="1E49E2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7" name="사각형: 둥근 모서리 6">
              <a:extLst>
                <a:ext uri="{FF2B5EF4-FFF2-40B4-BE49-F238E27FC236}">
                  <a16:creationId xmlns:a16="http://schemas.microsoft.com/office/drawing/2014/main" id="{041F26E5-AAAA-C0AE-9D4D-78D6F2EC4A7D}"/>
                </a:ext>
              </a:extLst>
            </p:cNvPr>
            <p:cNvSpPr/>
            <p:nvPr/>
          </p:nvSpPr>
          <p:spPr>
            <a:xfrm>
              <a:off x="341060" y="5739860"/>
              <a:ext cx="2146872" cy="668803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19050" cap="flat" cmpd="sng" algn="ctr">
              <a:solidFill>
                <a:srgbClr val="AABAF4"/>
              </a:solidFill>
              <a:prstDash val="solid"/>
              <a:miter lim="800000"/>
            </a:ln>
            <a:effectLst>
              <a:outerShdw blurRad="63500" sx="102000" sy="102000" algn="ctr" rotWithShape="0">
                <a:schemeClr val="tx1">
                  <a:lumMod val="50000"/>
                  <a:lumOff val="50000"/>
                  <a:alpha val="20000"/>
                </a:schemeClr>
              </a:outerShdw>
            </a:effectLst>
          </p:spPr>
          <p:txBody>
            <a:bodyPr tIns="0" rIns="90000" bIns="0" rtlCol="0" anchor="ctr"/>
            <a:lstStyle/>
            <a:p>
              <a:pPr algn="ctr" fontAlgn="base">
                <a:lnSpc>
                  <a:spcPct val="150000"/>
                </a:lnSpc>
                <a:spcBef>
                  <a:spcPct val="0"/>
                </a:spcBef>
                <a:buSzPct val="80000"/>
              </a:pPr>
              <a:r>
                <a:rPr kumimoji="1" lang="ko-KR" altLang="en-US" sz="14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개인</a:t>
              </a:r>
              <a:r>
                <a:rPr kumimoji="1" lang="en-US" altLang="ko-KR" sz="14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 – </a:t>
              </a:r>
              <a:r>
                <a:rPr kumimoji="1" lang="ko-KR" altLang="en-US" sz="14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프로그램 적합도</a:t>
              </a:r>
              <a:endParaRPr kumimoji="1" lang="en-US" altLang="ko-KR" sz="14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84A46171-4546-B6F7-5DB8-A48935D504AD}"/>
                </a:ext>
              </a:extLst>
            </p:cNvPr>
            <p:cNvSpPr/>
            <p:nvPr/>
          </p:nvSpPr>
          <p:spPr>
            <a:xfrm>
              <a:off x="341060" y="5470315"/>
              <a:ext cx="2147334" cy="276181"/>
            </a:xfrm>
            <a:prstGeom prst="roundRect">
              <a:avLst>
                <a:gd name="adj" fmla="val 0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19050" cap="flat" cmpd="sng" algn="ctr">
              <a:solidFill>
                <a:srgbClr val="B4C7E7"/>
              </a:solidFill>
              <a:prstDash val="solid"/>
              <a:miter lim="800000"/>
            </a:ln>
            <a:effectLst>
              <a:outerShdw blurRad="63500" sx="102000" sy="102000" algn="ctr" rotWithShape="0">
                <a:schemeClr val="tx1">
                  <a:lumMod val="50000"/>
                  <a:lumOff val="50000"/>
                  <a:alpha val="20000"/>
                </a:schemeClr>
              </a:outerShdw>
            </a:effectLst>
          </p:spPr>
          <p:txBody>
            <a:bodyPr tIns="0" rIns="90000" bIns="0" rtlCol="0" anchor="ctr"/>
            <a:lstStyle/>
            <a:p>
              <a:pPr algn="ctr" fontAlgn="base">
                <a:lnSpc>
                  <a:spcPct val="150000"/>
                </a:lnSpc>
                <a:spcBef>
                  <a:spcPct val="0"/>
                </a:spcBef>
                <a:buSzPct val="80000"/>
              </a:pPr>
              <a:r>
                <a:rPr kumimoji="1" lang="ko-KR" altLang="en-US" sz="1400" b="1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독립변수</a:t>
              </a:r>
              <a:endParaRPr kumimoji="1" lang="en-US" altLang="ko-KR" sz="1400" b="1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9" name="사각형: 둥근 모서리 8">
              <a:extLst>
                <a:ext uri="{FF2B5EF4-FFF2-40B4-BE49-F238E27FC236}">
                  <a16:creationId xmlns:a16="http://schemas.microsoft.com/office/drawing/2014/main" id="{DA5EB0E4-B48C-3A10-287C-DF682FBB7A7C}"/>
                </a:ext>
              </a:extLst>
            </p:cNvPr>
            <p:cNvSpPr/>
            <p:nvPr/>
          </p:nvSpPr>
          <p:spPr>
            <a:xfrm>
              <a:off x="7411289" y="5747872"/>
              <a:ext cx="2146872" cy="668803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19050" cap="flat" cmpd="sng" algn="ctr">
              <a:solidFill>
                <a:srgbClr val="AABAF4"/>
              </a:solidFill>
              <a:prstDash val="solid"/>
              <a:miter lim="800000"/>
            </a:ln>
            <a:effectLst>
              <a:outerShdw blurRad="63500" sx="102000" sy="102000" algn="ctr" rotWithShape="0">
                <a:schemeClr val="tx1">
                  <a:lumMod val="50000"/>
                  <a:lumOff val="50000"/>
                  <a:alpha val="20000"/>
                </a:schemeClr>
              </a:outerShdw>
            </a:effectLst>
          </p:spPr>
          <p:txBody>
            <a:bodyPr tIns="0" rIns="90000" bIns="0" rtlCol="0" anchor="ctr"/>
            <a:lstStyle/>
            <a:p>
              <a:pPr algn="ctr" fontAlgn="base">
                <a:lnSpc>
                  <a:spcPct val="150000"/>
                </a:lnSpc>
                <a:spcBef>
                  <a:spcPct val="0"/>
                </a:spcBef>
                <a:buSzPct val="80000"/>
              </a:pPr>
              <a:r>
                <a:rPr kumimoji="1" lang="ko-KR" altLang="en-US" sz="14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지인 추천 의향</a:t>
              </a:r>
              <a:endParaRPr kumimoji="1" lang="en-US" altLang="ko-KR" sz="14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12" name="사각형: 둥근 모서리 11">
              <a:extLst>
                <a:ext uri="{FF2B5EF4-FFF2-40B4-BE49-F238E27FC236}">
                  <a16:creationId xmlns:a16="http://schemas.microsoft.com/office/drawing/2014/main" id="{78198CC8-E690-4519-2F9C-E3F09585063A}"/>
                </a:ext>
              </a:extLst>
            </p:cNvPr>
            <p:cNvSpPr/>
            <p:nvPr/>
          </p:nvSpPr>
          <p:spPr>
            <a:xfrm>
              <a:off x="7411289" y="5470315"/>
              <a:ext cx="2147334" cy="276181"/>
            </a:xfrm>
            <a:prstGeom prst="roundRect">
              <a:avLst>
                <a:gd name="adj" fmla="val 0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19050" cap="flat" cmpd="sng" algn="ctr">
              <a:solidFill>
                <a:srgbClr val="B4C7E7"/>
              </a:solidFill>
              <a:prstDash val="solid"/>
              <a:miter lim="800000"/>
            </a:ln>
            <a:effectLst>
              <a:outerShdw blurRad="63500" sx="102000" sy="102000" algn="ctr" rotWithShape="0">
                <a:schemeClr val="tx1">
                  <a:lumMod val="50000"/>
                  <a:lumOff val="50000"/>
                  <a:alpha val="20000"/>
                </a:schemeClr>
              </a:outerShdw>
            </a:effectLst>
          </p:spPr>
          <p:txBody>
            <a:bodyPr tIns="0" rIns="90000" bIns="0" rtlCol="0" anchor="ctr"/>
            <a:lstStyle/>
            <a:p>
              <a:pPr algn="ctr" fontAlgn="base">
                <a:lnSpc>
                  <a:spcPct val="150000"/>
                </a:lnSpc>
                <a:spcBef>
                  <a:spcPct val="0"/>
                </a:spcBef>
                <a:buSzPct val="80000"/>
              </a:pPr>
              <a:r>
                <a:rPr kumimoji="1" lang="ko-KR" altLang="en-US" sz="1400" b="1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종속변수</a:t>
              </a:r>
              <a:endParaRPr kumimoji="1" lang="en-US" altLang="ko-KR" sz="1400" b="1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13" name="사각형: 둥근 모서리 12">
              <a:extLst>
                <a:ext uri="{FF2B5EF4-FFF2-40B4-BE49-F238E27FC236}">
                  <a16:creationId xmlns:a16="http://schemas.microsoft.com/office/drawing/2014/main" id="{67A30BA3-22C5-0C23-4AA5-2EBA09E0645E}"/>
                </a:ext>
              </a:extLst>
            </p:cNvPr>
            <p:cNvSpPr/>
            <p:nvPr/>
          </p:nvSpPr>
          <p:spPr>
            <a:xfrm>
              <a:off x="2113471" y="4678855"/>
              <a:ext cx="2146872" cy="668803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19050" cap="flat" cmpd="sng" algn="ctr">
              <a:solidFill>
                <a:srgbClr val="AABAF4"/>
              </a:solidFill>
              <a:prstDash val="solid"/>
              <a:miter lim="800000"/>
            </a:ln>
            <a:effectLst>
              <a:outerShdw blurRad="63500" sx="102000" sy="102000" algn="ctr" rotWithShape="0">
                <a:schemeClr val="tx1">
                  <a:lumMod val="50000"/>
                  <a:lumOff val="50000"/>
                  <a:alpha val="20000"/>
                </a:schemeClr>
              </a:outerShdw>
            </a:effectLst>
          </p:spPr>
          <p:txBody>
            <a:bodyPr tIns="0" rIns="90000" bIns="0" rtlCol="0" anchor="ctr"/>
            <a:lstStyle/>
            <a:p>
              <a:pPr marL="171450" indent="-171450" fontAlgn="base">
                <a:spcBef>
                  <a:spcPct val="0"/>
                </a:spcBef>
                <a:buSzPct val="80000"/>
                <a:buFont typeface="Arial" panose="020B0604020202020204" pitchFamily="34" charset="0"/>
                <a:buChar char="•"/>
              </a:pPr>
              <a:r>
                <a:rPr kumimoji="1" lang="ko-KR" altLang="en-US" sz="11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직무연관성</a:t>
              </a:r>
              <a:endParaRPr kumimoji="1" lang="en-US" altLang="ko-KR" sz="11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endParaRPr>
            </a:p>
            <a:p>
              <a:pPr marL="171450" indent="-171450" fontAlgn="base">
                <a:spcBef>
                  <a:spcPct val="0"/>
                </a:spcBef>
                <a:buSzPct val="80000"/>
                <a:buFont typeface="Arial" panose="020B0604020202020204" pitchFamily="34" charset="0"/>
                <a:buChar char="•"/>
              </a:pPr>
              <a:r>
                <a:rPr kumimoji="1" lang="ko-KR" altLang="en-US" sz="11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학습몰입도</a:t>
              </a:r>
              <a:endParaRPr kumimoji="1" lang="en-US" altLang="ko-KR" sz="11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endParaRPr>
            </a:p>
            <a:p>
              <a:pPr marL="171450" indent="-171450" fontAlgn="base">
                <a:spcBef>
                  <a:spcPct val="0"/>
                </a:spcBef>
                <a:buSzPct val="80000"/>
                <a:buFont typeface="Arial" panose="020B0604020202020204" pitchFamily="34" charset="0"/>
                <a:buChar char="•"/>
              </a:pPr>
              <a:r>
                <a:rPr kumimoji="1" lang="ko-KR" altLang="en-US" sz="11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장학금지원수준</a:t>
              </a:r>
              <a:endParaRPr kumimoji="1" lang="en-US" altLang="ko-KR" sz="11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14" name="사각형: 둥근 모서리 13">
              <a:extLst>
                <a:ext uri="{FF2B5EF4-FFF2-40B4-BE49-F238E27FC236}">
                  <a16:creationId xmlns:a16="http://schemas.microsoft.com/office/drawing/2014/main" id="{FC5873B6-569C-8C75-70DF-3D0EC68DF29E}"/>
                </a:ext>
              </a:extLst>
            </p:cNvPr>
            <p:cNvSpPr/>
            <p:nvPr/>
          </p:nvSpPr>
          <p:spPr>
            <a:xfrm>
              <a:off x="2113471" y="4409311"/>
              <a:ext cx="2147334" cy="276181"/>
            </a:xfrm>
            <a:prstGeom prst="roundRect">
              <a:avLst>
                <a:gd name="adj" fmla="val 0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19050" cap="flat" cmpd="sng" algn="ctr">
              <a:solidFill>
                <a:srgbClr val="B4C7E7"/>
              </a:solidFill>
              <a:prstDash val="solid"/>
              <a:miter lim="800000"/>
            </a:ln>
            <a:effectLst>
              <a:outerShdw blurRad="63500" sx="102000" sy="102000" algn="ctr" rotWithShape="0">
                <a:schemeClr val="tx1">
                  <a:lumMod val="50000"/>
                  <a:lumOff val="50000"/>
                  <a:alpha val="20000"/>
                </a:schemeClr>
              </a:outerShdw>
            </a:effectLst>
          </p:spPr>
          <p:txBody>
            <a:bodyPr tIns="0" rIns="90000" bIns="0" rtlCol="0" anchor="ctr"/>
            <a:lstStyle/>
            <a:p>
              <a:pPr algn="ctr" fontAlgn="base">
                <a:lnSpc>
                  <a:spcPct val="150000"/>
                </a:lnSpc>
                <a:spcBef>
                  <a:spcPct val="0"/>
                </a:spcBef>
                <a:buSzPct val="80000"/>
              </a:pPr>
              <a:r>
                <a:rPr kumimoji="1" lang="ko-KR" altLang="en-US" sz="1400" b="1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조절변수</a:t>
              </a:r>
              <a:endParaRPr kumimoji="1" lang="en-US" altLang="ko-KR" sz="1400" b="1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19" name="사각형: 둥근 모서리 18">
              <a:extLst>
                <a:ext uri="{FF2B5EF4-FFF2-40B4-BE49-F238E27FC236}">
                  <a16:creationId xmlns:a16="http://schemas.microsoft.com/office/drawing/2014/main" id="{313CF588-4D1D-0283-CC7B-31B738DCD6B1}"/>
                </a:ext>
              </a:extLst>
            </p:cNvPr>
            <p:cNvSpPr/>
            <p:nvPr/>
          </p:nvSpPr>
          <p:spPr>
            <a:xfrm>
              <a:off x="3879564" y="5739860"/>
              <a:ext cx="2146872" cy="668803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19050" cap="flat" cmpd="sng" algn="ctr">
              <a:solidFill>
                <a:srgbClr val="AABAF4"/>
              </a:solidFill>
              <a:prstDash val="solid"/>
              <a:miter lim="800000"/>
            </a:ln>
            <a:effectLst>
              <a:outerShdw blurRad="63500" sx="102000" sy="102000" algn="ctr" rotWithShape="0">
                <a:schemeClr val="tx1">
                  <a:lumMod val="50000"/>
                  <a:lumOff val="50000"/>
                  <a:alpha val="20000"/>
                </a:schemeClr>
              </a:outerShdw>
            </a:effectLst>
          </p:spPr>
          <p:txBody>
            <a:bodyPr tIns="0" rIns="90000" bIns="0" rtlCol="0" anchor="ctr"/>
            <a:lstStyle/>
            <a:p>
              <a:pPr algn="ctr" fontAlgn="base">
                <a:lnSpc>
                  <a:spcPct val="150000"/>
                </a:lnSpc>
                <a:spcBef>
                  <a:spcPct val="0"/>
                </a:spcBef>
                <a:buSzPct val="80000"/>
              </a:pPr>
              <a:r>
                <a:rPr kumimoji="1" lang="en-US" altLang="ko-KR" sz="14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MBA</a:t>
              </a:r>
              <a:r>
                <a:rPr kumimoji="1" lang="ko-KR" altLang="en-US" sz="14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만족도</a:t>
              </a:r>
              <a:endParaRPr kumimoji="1" lang="en-US" altLang="ko-KR" sz="14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20" name="사각형: 둥근 모서리 19">
              <a:extLst>
                <a:ext uri="{FF2B5EF4-FFF2-40B4-BE49-F238E27FC236}">
                  <a16:creationId xmlns:a16="http://schemas.microsoft.com/office/drawing/2014/main" id="{1EA636F9-31B7-B52F-9414-7FE3C7CC45A4}"/>
                </a:ext>
              </a:extLst>
            </p:cNvPr>
            <p:cNvSpPr/>
            <p:nvPr/>
          </p:nvSpPr>
          <p:spPr>
            <a:xfrm>
              <a:off x="3879564" y="5470315"/>
              <a:ext cx="2147334" cy="276181"/>
            </a:xfrm>
            <a:prstGeom prst="roundRect">
              <a:avLst>
                <a:gd name="adj" fmla="val 0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19050" cap="flat" cmpd="sng" algn="ctr">
              <a:solidFill>
                <a:srgbClr val="B4C7E7"/>
              </a:solidFill>
              <a:prstDash val="solid"/>
              <a:miter lim="800000"/>
            </a:ln>
            <a:effectLst>
              <a:outerShdw blurRad="63500" sx="102000" sy="102000" algn="ctr" rotWithShape="0">
                <a:schemeClr val="tx1">
                  <a:lumMod val="50000"/>
                  <a:lumOff val="50000"/>
                  <a:alpha val="20000"/>
                </a:schemeClr>
              </a:outerShdw>
            </a:effectLst>
          </p:spPr>
          <p:txBody>
            <a:bodyPr tIns="0" rIns="90000" bIns="0" rtlCol="0" anchor="ctr"/>
            <a:lstStyle/>
            <a:p>
              <a:pPr algn="ctr" fontAlgn="base">
                <a:lnSpc>
                  <a:spcPct val="150000"/>
                </a:lnSpc>
                <a:spcBef>
                  <a:spcPct val="0"/>
                </a:spcBef>
                <a:buSzPct val="80000"/>
              </a:pPr>
              <a:r>
                <a:rPr kumimoji="1" lang="ko-KR" altLang="en-US" sz="1400" b="1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매개변수</a:t>
              </a:r>
              <a:endParaRPr kumimoji="1" lang="en-US" altLang="ko-KR" sz="1400" b="1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247466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4B1EBD-92FE-E93C-869F-520B00CA3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ADF9529-749D-1448-01EF-3C6A7A40F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spc="-50">
                <a:latin typeface="페이퍼로지 4 Regular" pitchFamily="2" charset="-127"/>
                <a:ea typeface="페이퍼로지 4 Regular" pitchFamily="2" charset="-127"/>
              </a:rPr>
              <a:t>- </a:t>
            </a:r>
            <a:fld id="{F0AEE96D-C800-4200-B178-74DC3655196B}" type="slidenum">
              <a:rPr lang="ko-KR" altLang="en-US" spc="-50">
                <a:latin typeface="페이퍼로지 4 Regular" pitchFamily="2" charset="-127"/>
                <a:ea typeface="페이퍼로지 4 Regular" pitchFamily="2" charset="-127"/>
              </a:rPr>
              <a:pPr/>
              <a:t>8</a:t>
            </a:fld>
            <a:r>
              <a:rPr lang="ko-KR" altLang="en-US" spc="-50">
                <a:latin typeface="페이퍼로지 4 Regular" pitchFamily="2" charset="-127"/>
                <a:ea typeface="페이퍼로지 4 Regular" pitchFamily="2" charset="-127"/>
              </a:rPr>
              <a:t> </a:t>
            </a:r>
            <a:r>
              <a:rPr spc="-50">
                <a:latin typeface="페이퍼로지 4 Regular" pitchFamily="2" charset="-127"/>
                <a:ea typeface="페이퍼로지 4 Regular" pitchFamily="2" charset="-127"/>
              </a:rPr>
              <a:t>-</a:t>
            </a:r>
            <a:endParaRPr lang="ko-KR" altLang="en-US" spc="-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0" name="텍스트 개체 틀 1">
            <a:extLst>
              <a:ext uri="{FF2B5EF4-FFF2-40B4-BE49-F238E27FC236}">
                <a16:creationId xmlns:a16="http://schemas.microsoft.com/office/drawing/2014/main" id="{215F46BC-9AD4-1BA7-63F8-112043C877CC}"/>
              </a:ext>
            </a:extLst>
          </p:cNvPr>
          <p:cNvSpPr txBox="1">
            <a:spLocks/>
          </p:cNvSpPr>
          <p:nvPr/>
        </p:nvSpPr>
        <p:spPr>
          <a:xfrm>
            <a:off x="344487" y="836613"/>
            <a:ext cx="9217026" cy="576262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latinLnBrk="1">
              <a:defRPr sz="1700" spc="-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초기 예측모델 설계를 변수별 신뢰도는 다음과 같음</a:t>
            </a:r>
            <a:r>
              <a:rPr lang="en-US" altLang="ko-KR" dirty="0"/>
              <a:t>.</a:t>
            </a:r>
            <a:endParaRPr lang="ko-KR" altLang="en-US" dirty="0"/>
          </a:p>
        </p:txBody>
      </p:sp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6E1B614D-B2B1-4932-6293-304D060C378B}"/>
              </a:ext>
            </a:extLst>
          </p:cNvPr>
          <p:cNvGrpSpPr/>
          <p:nvPr/>
        </p:nvGrpSpPr>
        <p:grpSpPr>
          <a:xfrm>
            <a:off x="0" y="-762844"/>
            <a:ext cx="4375346" cy="626015"/>
            <a:chOff x="0" y="-762844"/>
            <a:chExt cx="4375346" cy="626015"/>
          </a:xfrm>
        </p:grpSpPr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1A9C8305-5BA2-07C2-B1A6-F2A691BF0276}"/>
                </a:ext>
              </a:extLst>
            </p:cNvPr>
            <p:cNvSpPr txBox="1"/>
            <p:nvPr/>
          </p:nvSpPr>
          <p:spPr>
            <a:xfrm>
              <a:off x="1229274" y="-762844"/>
              <a:ext cx="991907" cy="32898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algn="ctr"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ko-KR" altLang="en-US" sz="1625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페이퍼</a:t>
              </a:r>
              <a:r>
                <a:rPr lang="en-US" altLang="ko-KR" sz="1625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5</a:t>
              </a:r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B9FC21DC-6AAD-C5C2-7D49-592F101666AC}"/>
                </a:ext>
              </a:extLst>
            </p:cNvPr>
            <p:cNvSpPr txBox="1"/>
            <p:nvPr/>
          </p:nvSpPr>
          <p:spPr>
            <a:xfrm>
              <a:off x="2316075" y="-762844"/>
              <a:ext cx="991907" cy="32898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algn="ctr"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ko-KR" altLang="en-US" sz="1463" spc="-4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페이퍼</a:t>
              </a:r>
              <a:r>
                <a:rPr lang="en-US" altLang="ko-KR" sz="1463" spc="-4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4</a:t>
              </a:r>
            </a:p>
          </p:txBody>
        </p:sp>
        <p:sp>
          <p:nvSpPr>
            <p:cNvPr id="130" name="직사각형 129">
              <a:extLst>
                <a:ext uri="{FF2B5EF4-FFF2-40B4-BE49-F238E27FC236}">
                  <a16:creationId xmlns:a16="http://schemas.microsoft.com/office/drawing/2014/main" id="{87EE539F-98D9-9A47-70E4-BFD3D6C20E85}"/>
                </a:ext>
              </a:extLst>
            </p:cNvPr>
            <p:cNvSpPr/>
            <p:nvPr/>
          </p:nvSpPr>
          <p:spPr>
            <a:xfrm>
              <a:off x="2288686" y="-311024"/>
              <a:ext cx="289451" cy="162138"/>
            </a:xfrm>
            <a:prstGeom prst="rect">
              <a:avLst/>
            </a:prstGeom>
            <a:solidFill>
              <a:srgbClr val="96969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dirty="0">
                <a:ea typeface="a고딕12" panose="02020600000000000000" pitchFamily="18" charset="-127"/>
              </a:endParaRP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85ED04F1-6131-3546-1B80-1EEDCA6FF722}"/>
                </a:ext>
              </a:extLst>
            </p:cNvPr>
            <p:cNvSpPr txBox="1"/>
            <p:nvPr/>
          </p:nvSpPr>
          <p:spPr>
            <a:xfrm>
              <a:off x="142473" y="-762844"/>
              <a:ext cx="991907" cy="32898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algn="ctr"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ko-KR" altLang="en-US" sz="1625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6 SemiBold" pitchFamily="2" charset="-127"/>
                  <a:ea typeface="페이퍼로지 6 SemiBold" pitchFamily="2" charset="-127"/>
                </a:rPr>
                <a:t>페이퍼</a:t>
              </a:r>
              <a:r>
                <a:rPr lang="en-US" altLang="ko-KR" sz="1625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6 SemiBold" pitchFamily="2" charset="-127"/>
                  <a:ea typeface="페이퍼로지 6 SemiBold" pitchFamily="2" charset="-127"/>
                </a:rPr>
                <a:t>6</a:t>
              </a:r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B38B9452-4ECD-714A-A093-CDEEF19C1FB9}"/>
                </a:ext>
              </a:extLst>
            </p:cNvPr>
            <p:cNvSpPr txBox="1"/>
            <p:nvPr/>
          </p:nvSpPr>
          <p:spPr>
            <a:xfrm>
              <a:off x="3383439" y="-762844"/>
              <a:ext cx="991907" cy="32898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algn="ctr"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ko-KR" altLang="en-US" sz="1463" spc="-4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3 Light" pitchFamily="2" charset="-127"/>
                  <a:ea typeface="페이퍼로지 3 Light" pitchFamily="2" charset="-127"/>
                </a:rPr>
                <a:t>페이퍼</a:t>
              </a:r>
              <a:r>
                <a:rPr lang="en-US" altLang="ko-KR" sz="1463" spc="-4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3 Light" pitchFamily="2" charset="-127"/>
                  <a:ea typeface="페이퍼로지 3 Light" pitchFamily="2" charset="-127"/>
                </a:rPr>
                <a:t>3</a:t>
              </a:r>
            </a:p>
          </p:txBody>
        </p:sp>
        <p:sp>
          <p:nvSpPr>
            <p:cNvPr id="133" name="직사각형 132">
              <a:extLst>
                <a:ext uri="{FF2B5EF4-FFF2-40B4-BE49-F238E27FC236}">
                  <a16:creationId xmlns:a16="http://schemas.microsoft.com/office/drawing/2014/main" id="{C56C6EBB-52E6-E331-0957-E9573FCD2B2F}"/>
                </a:ext>
              </a:extLst>
            </p:cNvPr>
            <p:cNvSpPr/>
            <p:nvPr/>
          </p:nvSpPr>
          <p:spPr>
            <a:xfrm>
              <a:off x="1907239" y="-305540"/>
              <a:ext cx="289451" cy="162138"/>
            </a:xfrm>
            <a:prstGeom prst="rect">
              <a:avLst/>
            </a:prstGeom>
            <a:solidFill>
              <a:srgbClr val="F3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  <p:sp>
          <p:nvSpPr>
            <p:cNvPr id="134" name="직사각형 133">
              <a:extLst>
                <a:ext uri="{FF2B5EF4-FFF2-40B4-BE49-F238E27FC236}">
                  <a16:creationId xmlns:a16="http://schemas.microsoft.com/office/drawing/2014/main" id="{8957F36C-8B6B-C4C7-9538-C835D533333E}"/>
                </a:ext>
              </a:extLst>
            </p:cNvPr>
            <p:cNvSpPr/>
            <p:nvPr/>
          </p:nvSpPr>
          <p:spPr>
            <a:xfrm>
              <a:off x="1525792" y="-298967"/>
              <a:ext cx="289451" cy="162138"/>
            </a:xfrm>
            <a:prstGeom prst="rect">
              <a:avLst/>
            </a:prstGeom>
            <a:solidFill>
              <a:srgbClr val="AABAF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  <p:sp>
          <p:nvSpPr>
            <p:cNvPr id="135" name="직사각형 134">
              <a:extLst>
                <a:ext uri="{FF2B5EF4-FFF2-40B4-BE49-F238E27FC236}">
                  <a16:creationId xmlns:a16="http://schemas.microsoft.com/office/drawing/2014/main" id="{D67537DF-B32B-B167-9816-E0C4C00BC74C}"/>
                </a:ext>
              </a:extLst>
            </p:cNvPr>
            <p:cNvSpPr/>
            <p:nvPr/>
          </p:nvSpPr>
          <p:spPr>
            <a:xfrm>
              <a:off x="381448" y="-298967"/>
              <a:ext cx="289451" cy="162138"/>
            </a:xfrm>
            <a:prstGeom prst="rect">
              <a:avLst/>
            </a:prstGeom>
            <a:solidFill>
              <a:srgbClr val="00338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  <p:sp>
          <p:nvSpPr>
            <p:cNvPr id="136" name="직사각형 135">
              <a:extLst>
                <a:ext uri="{FF2B5EF4-FFF2-40B4-BE49-F238E27FC236}">
                  <a16:creationId xmlns:a16="http://schemas.microsoft.com/office/drawing/2014/main" id="{B68CB7CC-3B9F-2DCA-BA5A-8ACD28ADC34F}"/>
                </a:ext>
              </a:extLst>
            </p:cNvPr>
            <p:cNvSpPr/>
            <p:nvPr/>
          </p:nvSpPr>
          <p:spPr>
            <a:xfrm>
              <a:off x="762896" y="-298967"/>
              <a:ext cx="289451" cy="162138"/>
            </a:xfrm>
            <a:prstGeom prst="rect">
              <a:avLst/>
            </a:prstGeom>
            <a:solidFill>
              <a:srgbClr val="1E49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  <p:sp>
          <p:nvSpPr>
            <p:cNvPr id="137" name="직사각형 136">
              <a:extLst>
                <a:ext uri="{FF2B5EF4-FFF2-40B4-BE49-F238E27FC236}">
                  <a16:creationId xmlns:a16="http://schemas.microsoft.com/office/drawing/2014/main" id="{1E5802C3-1DCE-AC0C-599B-0620B51621D8}"/>
                </a:ext>
              </a:extLst>
            </p:cNvPr>
            <p:cNvSpPr/>
            <p:nvPr/>
          </p:nvSpPr>
          <p:spPr>
            <a:xfrm>
              <a:off x="1144344" y="-298967"/>
              <a:ext cx="289451" cy="162138"/>
            </a:xfrm>
            <a:prstGeom prst="rect">
              <a:avLst/>
            </a:prstGeom>
            <a:solidFill>
              <a:srgbClr val="5F7D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  <p:sp>
          <p:nvSpPr>
            <p:cNvPr id="138" name="직사각형 137">
              <a:extLst>
                <a:ext uri="{FF2B5EF4-FFF2-40B4-BE49-F238E27FC236}">
                  <a16:creationId xmlns:a16="http://schemas.microsoft.com/office/drawing/2014/main" id="{A9838A0E-B754-2A67-C276-5EE2FC262DC5}"/>
                </a:ext>
              </a:extLst>
            </p:cNvPr>
            <p:cNvSpPr/>
            <p:nvPr/>
          </p:nvSpPr>
          <p:spPr>
            <a:xfrm>
              <a:off x="0" y="-305540"/>
              <a:ext cx="289451" cy="162138"/>
            </a:xfrm>
            <a:prstGeom prst="rect">
              <a:avLst/>
            </a:prstGeom>
            <a:solidFill>
              <a:srgbClr val="2F485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</p:grp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D499706E-59E3-F008-4610-2BCB62F92375}"/>
              </a:ext>
            </a:extLst>
          </p:cNvPr>
          <p:cNvSpPr/>
          <p:nvPr/>
        </p:nvSpPr>
        <p:spPr>
          <a:xfrm>
            <a:off x="344488" y="262250"/>
            <a:ext cx="115827" cy="46800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kumimoji="0" lang="ko-KR" altLang="en-US" sz="1400" b="0" i="0" u="none" strike="noStrike" kern="1200" cap="none" spc="-5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sp>
        <p:nvSpPr>
          <p:cNvPr id="140" name="직사각형 139">
            <a:extLst>
              <a:ext uri="{FF2B5EF4-FFF2-40B4-BE49-F238E27FC236}">
                <a16:creationId xmlns:a16="http://schemas.microsoft.com/office/drawing/2014/main" id="{1164251A-4C46-FFCA-46CE-2E14B5DF1020}"/>
              </a:ext>
            </a:extLst>
          </p:cNvPr>
          <p:cNvSpPr/>
          <p:nvPr/>
        </p:nvSpPr>
        <p:spPr>
          <a:xfrm>
            <a:off x="498248" y="262250"/>
            <a:ext cx="1124475" cy="468000"/>
          </a:xfrm>
          <a:prstGeom prst="rect">
            <a:avLst/>
          </a:prstGeom>
          <a:solidFill>
            <a:srgbClr val="1E49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buNone/>
              <a:defRPr/>
            </a:pPr>
            <a:r>
              <a:rPr lang="ko-KR" altLang="en-US" sz="1400" spc="-50" dirty="0">
                <a:solidFill>
                  <a:prstClr val="white"/>
                </a:solidFill>
                <a:latin typeface="페이퍼로지 6 SemiBold" pitchFamily="2" charset="-127"/>
                <a:ea typeface="페이퍼로지 6 SemiBold" pitchFamily="2" charset="-127"/>
              </a:rPr>
              <a:t>기술통계</a:t>
            </a:r>
          </a:p>
        </p:txBody>
      </p:sp>
      <p:sp>
        <p:nvSpPr>
          <p:cNvPr id="44" name="텍스트 개체 틀 1">
            <a:extLst>
              <a:ext uri="{FF2B5EF4-FFF2-40B4-BE49-F238E27FC236}">
                <a16:creationId xmlns:a16="http://schemas.microsoft.com/office/drawing/2014/main" id="{60C1EF0C-39FE-3514-9975-CD9A7440C821}"/>
              </a:ext>
            </a:extLst>
          </p:cNvPr>
          <p:cNvSpPr txBox="1">
            <a:spLocks/>
          </p:cNvSpPr>
          <p:nvPr/>
        </p:nvSpPr>
        <p:spPr>
          <a:xfrm>
            <a:off x="346831" y="1538207"/>
            <a:ext cx="4464051" cy="3355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ctr" defTabSz="457200" rtl="0" eaLnBrk="1" latinLnBrk="0" hangingPunct="1">
              <a:defRPr lang="en-US" altLang="ko-KR" sz="813" kern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anose="020B0800000000000000" pitchFamily="50" charset="-127"/>
                <a:ea typeface="SpoqaHanSans-Bold" panose="020B0800000000000000" pitchFamily="50" charset="-127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1600" spc="-50" dirty="0">
                <a:latin typeface="페이퍼로지 5 Medium" pitchFamily="2" charset="-127"/>
                <a:ea typeface="페이퍼로지 5 Medium" pitchFamily="2" charset="-127"/>
              </a:rPr>
              <a:t>신뢰도 분석 결과</a:t>
            </a:r>
          </a:p>
        </p:txBody>
      </p: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B646B1D7-46A4-0B2D-4F67-7D8109D1C489}"/>
              </a:ext>
            </a:extLst>
          </p:cNvPr>
          <p:cNvCxnSpPr>
            <a:cxnSpLocks/>
          </p:cNvCxnSpPr>
          <p:nvPr/>
        </p:nvCxnSpPr>
        <p:spPr>
          <a:xfrm>
            <a:off x="344488" y="1875393"/>
            <a:ext cx="9213673" cy="0"/>
          </a:xfrm>
          <a:prstGeom prst="line">
            <a:avLst/>
          </a:prstGeom>
          <a:ln w="28575">
            <a:solidFill>
              <a:srgbClr val="00338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212C48ED-7F37-9355-AB21-03A077AD65E9}"/>
              </a:ext>
            </a:extLst>
          </p:cNvPr>
          <p:cNvSpPr/>
          <p:nvPr/>
        </p:nvSpPr>
        <p:spPr>
          <a:xfrm>
            <a:off x="341060" y="2696381"/>
            <a:ext cx="2146872" cy="668803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9050" cap="flat" cmpd="sng" algn="ctr">
            <a:solidFill>
              <a:srgbClr val="AABAF4"/>
            </a:solidFill>
            <a:prstDash val="solid"/>
            <a:miter lim="800000"/>
          </a:ln>
          <a:effectLst>
            <a:outerShdw blurRad="63500" sx="102000" sy="102000" algn="ctr" rotWithShape="0">
              <a:schemeClr val="tx1">
                <a:lumMod val="50000"/>
                <a:lumOff val="50000"/>
                <a:alpha val="20000"/>
              </a:schemeClr>
            </a:outerShdw>
          </a:effectLst>
        </p:spPr>
        <p:txBody>
          <a:bodyPr tIns="0" rIns="90000" bIns="0" rtlCol="0" anchor="ctr"/>
          <a:lstStyle/>
          <a:p>
            <a:pPr algn="ctr" fontAlgn="base">
              <a:lnSpc>
                <a:spcPct val="150000"/>
              </a:lnSpc>
              <a:spcBef>
                <a:spcPct val="0"/>
              </a:spcBef>
              <a:buSzPct val="80000"/>
            </a:pPr>
            <a:r>
              <a:rPr kumimoji="1" lang="ko-KR" altLang="en-US" sz="14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개인</a:t>
            </a:r>
            <a:r>
              <a:rPr kumimoji="1" lang="en-US" altLang="ko-KR" sz="14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 – </a:t>
            </a:r>
            <a:r>
              <a:rPr kumimoji="1" lang="ko-KR" altLang="en-US" sz="14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프로그램 적합도</a:t>
            </a:r>
            <a:endParaRPr kumimoji="1" lang="en-US" altLang="ko-KR" sz="1400" kern="0" spc="-50" dirty="0">
              <a:ln>
                <a:solidFill>
                  <a:srgbClr val="4F81BD">
                    <a:alpha val="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14D3DA32-AC99-8FE7-8AF1-7054A1D9CACD}"/>
              </a:ext>
            </a:extLst>
          </p:cNvPr>
          <p:cNvSpPr/>
          <p:nvPr/>
        </p:nvSpPr>
        <p:spPr>
          <a:xfrm>
            <a:off x="341060" y="2426836"/>
            <a:ext cx="4464050" cy="276181"/>
          </a:xfrm>
          <a:prstGeom prst="roundRect">
            <a:avLst>
              <a:gd name="adj" fmla="val 0"/>
            </a:avLst>
          </a:prstGeom>
          <a:solidFill>
            <a:schemeClr val="accent1">
              <a:lumMod val="40000"/>
              <a:lumOff val="60000"/>
            </a:schemeClr>
          </a:solidFill>
          <a:ln w="19050" cap="flat" cmpd="sng" algn="ctr">
            <a:solidFill>
              <a:srgbClr val="B4C7E7"/>
            </a:solidFill>
            <a:prstDash val="solid"/>
            <a:miter lim="800000"/>
          </a:ln>
          <a:effectLst>
            <a:outerShdw blurRad="63500" sx="102000" sy="102000" algn="ctr" rotWithShape="0">
              <a:schemeClr val="tx1">
                <a:lumMod val="50000"/>
                <a:lumOff val="50000"/>
                <a:alpha val="20000"/>
              </a:schemeClr>
            </a:outerShdw>
          </a:effectLst>
        </p:spPr>
        <p:txBody>
          <a:bodyPr tIns="0" rIns="90000" bIns="0" rtlCol="0" anchor="ctr"/>
          <a:lstStyle/>
          <a:p>
            <a:pPr algn="ctr" fontAlgn="base">
              <a:lnSpc>
                <a:spcPct val="150000"/>
              </a:lnSpc>
              <a:spcBef>
                <a:spcPct val="0"/>
              </a:spcBef>
              <a:buSzPct val="80000"/>
            </a:pPr>
            <a:r>
              <a:rPr kumimoji="1" lang="ko-KR" altLang="en-US" sz="1400" b="1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독립변수</a:t>
            </a:r>
            <a:endParaRPr kumimoji="1" lang="en-US" altLang="ko-KR" sz="1400" b="1" kern="0" spc="-50" dirty="0">
              <a:ln>
                <a:solidFill>
                  <a:srgbClr val="4F81BD">
                    <a:alpha val="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5F9C3B90-E04F-41E5-C680-ADA95259951A}"/>
              </a:ext>
            </a:extLst>
          </p:cNvPr>
          <p:cNvSpPr/>
          <p:nvPr/>
        </p:nvSpPr>
        <p:spPr>
          <a:xfrm>
            <a:off x="5097463" y="4107813"/>
            <a:ext cx="2146872" cy="668803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9050" cap="flat" cmpd="sng" algn="ctr">
            <a:solidFill>
              <a:srgbClr val="AABAF4"/>
            </a:solidFill>
            <a:prstDash val="solid"/>
            <a:miter lim="800000"/>
          </a:ln>
          <a:effectLst>
            <a:outerShdw blurRad="63500" sx="102000" sy="102000" algn="ctr" rotWithShape="0">
              <a:schemeClr val="tx1">
                <a:lumMod val="50000"/>
                <a:lumOff val="50000"/>
                <a:alpha val="20000"/>
              </a:schemeClr>
            </a:outerShdw>
          </a:effectLst>
        </p:spPr>
        <p:txBody>
          <a:bodyPr tIns="0" rIns="90000" bIns="0" rtlCol="0" anchor="ctr"/>
          <a:lstStyle/>
          <a:p>
            <a:pPr algn="ctr" fontAlgn="base">
              <a:lnSpc>
                <a:spcPct val="150000"/>
              </a:lnSpc>
              <a:spcBef>
                <a:spcPct val="0"/>
              </a:spcBef>
              <a:buSzPct val="80000"/>
            </a:pPr>
            <a:r>
              <a:rPr kumimoji="1" lang="ko-KR" altLang="en-US" sz="14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지인 추천 의향</a:t>
            </a:r>
            <a:endParaRPr kumimoji="1" lang="en-US" altLang="ko-KR" sz="1400" kern="0" spc="-50" dirty="0">
              <a:ln>
                <a:solidFill>
                  <a:srgbClr val="4F81BD">
                    <a:alpha val="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4A320E98-0407-406A-6EAE-D7BCAAAA7C0E}"/>
              </a:ext>
            </a:extLst>
          </p:cNvPr>
          <p:cNvSpPr/>
          <p:nvPr/>
        </p:nvSpPr>
        <p:spPr>
          <a:xfrm>
            <a:off x="5097463" y="3830256"/>
            <a:ext cx="4464050" cy="276181"/>
          </a:xfrm>
          <a:prstGeom prst="roundRect">
            <a:avLst>
              <a:gd name="adj" fmla="val 0"/>
            </a:avLst>
          </a:prstGeom>
          <a:solidFill>
            <a:schemeClr val="accent1">
              <a:lumMod val="40000"/>
              <a:lumOff val="60000"/>
            </a:schemeClr>
          </a:solidFill>
          <a:ln w="19050" cap="flat" cmpd="sng" algn="ctr">
            <a:solidFill>
              <a:srgbClr val="B4C7E7"/>
            </a:solidFill>
            <a:prstDash val="solid"/>
            <a:miter lim="800000"/>
          </a:ln>
          <a:effectLst>
            <a:outerShdw blurRad="63500" sx="102000" sy="102000" algn="ctr" rotWithShape="0">
              <a:schemeClr val="tx1">
                <a:lumMod val="50000"/>
                <a:lumOff val="50000"/>
                <a:alpha val="20000"/>
              </a:schemeClr>
            </a:outerShdw>
          </a:effectLst>
        </p:spPr>
        <p:txBody>
          <a:bodyPr tIns="0" rIns="90000" bIns="0" rtlCol="0" anchor="ctr"/>
          <a:lstStyle/>
          <a:p>
            <a:pPr algn="ctr" fontAlgn="base">
              <a:lnSpc>
                <a:spcPct val="150000"/>
              </a:lnSpc>
              <a:spcBef>
                <a:spcPct val="0"/>
              </a:spcBef>
              <a:buSzPct val="80000"/>
            </a:pPr>
            <a:r>
              <a:rPr kumimoji="1" lang="ko-KR" altLang="en-US" sz="1400" b="1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종속변수</a:t>
            </a:r>
            <a:endParaRPr kumimoji="1" lang="en-US" altLang="ko-KR" sz="1400" b="1" kern="0" spc="-50" dirty="0">
              <a:ln>
                <a:solidFill>
                  <a:srgbClr val="4F81BD">
                    <a:alpha val="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83FDCB6A-CF9D-6DD9-D931-6FB4B42DEB98}"/>
              </a:ext>
            </a:extLst>
          </p:cNvPr>
          <p:cNvSpPr/>
          <p:nvPr/>
        </p:nvSpPr>
        <p:spPr>
          <a:xfrm>
            <a:off x="340598" y="4099800"/>
            <a:ext cx="2146872" cy="668803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9050" cap="flat" cmpd="sng" algn="ctr">
            <a:solidFill>
              <a:srgbClr val="AABAF4"/>
            </a:solidFill>
            <a:prstDash val="solid"/>
            <a:miter lim="800000"/>
          </a:ln>
          <a:effectLst>
            <a:outerShdw blurRad="63500" sx="102000" sy="102000" algn="ctr" rotWithShape="0">
              <a:schemeClr val="tx1">
                <a:lumMod val="50000"/>
                <a:lumOff val="50000"/>
                <a:alpha val="20000"/>
              </a:schemeClr>
            </a:outerShdw>
          </a:effectLst>
        </p:spPr>
        <p:txBody>
          <a:bodyPr tIns="0" rIns="90000" bIns="0" rtlCol="0" anchor="ctr"/>
          <a:lstStyle/>
          <a:p>
            <a:pPr algn="ctr" fontAlgn="base">
              <a:lnSpc>
                <a:spcPct val="150000"/>
              </a:lnSpc>
              <a:spcBef>
                <a:spcPct val="0"/>
              </a:spcBef>
              <a:buSzPct val="80000"/>
            </a:pPr>
            <a:r>
              <a:rPr kumimoji="1" lang="ko-KR" altLang="en-US" sz="1400" kern="0" spc="-5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직무연관성</a:t>
            </a:r>
            <a:endParaRPr kumimoji="1" lang="en-US" altLang="ko-KR" sz="1400" kern="0" spc="-50" dirty="0">
              <a:ln>
                <a:solidFill>
                  <a:srgbClr val="4F81BD">
                    <a:alpha val="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3393A032-FE09-CFE8-2BC8-3835927A7565}"/>
              </a:ext>
            </a:extLst>
          </p:cNvPr>
          <p:cNvSpPr/>
          <p:nvPr/>
        </p:nvSpPr>
        <p:spPr>
          <a:xfrm>
            <a:off x="340598" y="3830256"/>
            <a:ext cx="4464050" cy="276181"/>
          </a:xfrm>
          <a:prstGeom prst="roundRect">
            <a:avLst>
              <a:gd name="adj" fmla="val 0"/>
            </a:avLst>
          </a:prstGeom>
          <a:solidFill>
            <a:schemeClr val="accent1">
              <a:lumMod val="40000"/>
              <a:lumOff val="60000"/>
            </a:schemeClr>
          </a:solidFill>
          <a:ln w="19050" cap="flat" cmpd="sng" algn="ctr">
            <a:solidFill>
              <a:srgbClr val="B4C7E7"/>
            </a:solidFill>
            <a:prstDash val="solid"/>
            <a:miter lim="800000"/>
          </a:ln>
          <a:effectLst>
            <a:outerShdw blurRad="63500" sx="102000" sy="102000" algn="ctr" rotWithShape="0">
              <a:schemeClr val="tx1">
                <a:lumMod val="50000"/>
                <a:lumOff val="50000"/>
                <a:alpha val="20000"/>
              </a:schemeClr>
            </a:outerShdw>
          </a:effectLst>
        </p:spPr>
        <p:txBody>
          <a:bodyPr tIns="0" rIns="90000" bIns="0" rtlCol="0" anchor="ctr"/>
          <a:lstStyle/>
          <a:p>
            <a:pPr algn="ctr" fontAlgn="base">
              <a:lnSpc>
                <a:spcPct val="150000"/>
              </a:lnSpc>
              <a:spcBef>
                <a:spcPct val="0"/>
              </a:spcBef>
              <a:buSzPct val="80000"/>
            </a:pPr>
            <a:r>
              <a:rPr kumimoji="1" lang="ko-KR" altLang="en-US" sz="1400" b="1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조절변수</a:t>
            </a:r>
            <a:endParaRPr kumimoji="1" lang="en-US" altLang="ko-KR" sz="1400" b="1" kern="0" spc="-50" dirty="0">
              <a:ln>
                <a:solidFill>
                  <a:srgbClr val="4F81BD">
                    <a:alpha val="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6FF6698B-2267-DA8B-59FF-6F38E03B3F88}"/>
              </a:ext>
            </a:extLst>
          </p:cNvPr>
          <p:cNvSpPr/>
          <p:nvPr/>
        </p:nvSpPr>
        <p:spPr>
          <a:xfrm>
            <a:off x="340598" y="4809913"/>
            <a:ext cx="2146872" cy="668803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9050" cap="flat" cmpd="sng" algn="ctr">
            <a:solidFill>
              <a:srgbClr val="AABAF4"/>
            </a:solidFill>
            <a:prstDash val="solid"/>
            <a:miter lim="800000"/>
          </a:ln>
          <a:effectLst>
            <a:outerShdw blurRad="63500" sx="102000" sy="102000" algn="ctr" rotWithShape="0">
              <a:schemeClr val="tx1">
                <a:lumMod val="50000"/>
                <a:lumOff val="50000"/>
                <a:alpha val="20000"/>
              </a:schemeClr>
            </a:outerShdw>
          </a:effectLst>
        </p:spPr>
        <p:txBody>
          <a:bodyPr tIns="0" rIns="90000" bIns="0" rtlCol="0" anchor="ctr"/>
          <a:lstStyle/>
          <a:p>
            <a:pPr algn="ctr" fontAlgn="base">
              <a:lnSpc>
                <a:spcPct val="150000"/>
              </a:lnSpc>
              <a:spcBef>
                <a:spcPct val="0"/>
              </a:spcBef>
              <a:buSzPct val="80000"/>
            </a:pPr>
            <a:r>
              <a:rPr kumimoji="1" lang="ko-KR" altLang="en-US" sz="1400" kern="0" spc="-5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학습몰입도</a:t>
            </a:r>
            <a:endParaRPr kumimoji="1" lang="en-US" altLang="ko-KR" sz="1400" kern="0" spc="-50" dirty="0">
              <a:ln>
                <a:solidFill>
                  <a:srgbClr val="4F81BD">
                    <a:alpha val="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9285060B-2C18-C11B-B352-D1E0D5FF2750}"/>
              </a:ext>
            </a:extLst>
          </p:cNvPr>
          <p:cNvSpPr/>
          <p:nvPr/>
        </p:nvSpPr>
        <p:spPr>
          <a:xfrm>
            <a:off x="340598" y="5520026"/>
            <a:ext cx="2146872" cy="668803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9050" cap="flat" cmpd="sng" algn="ctr">
            <a:solidFill>
              <a:srgbClr val="AABAF4"/>
            </a:solidFill>
            <a:prstDash val="solid"/>
            <a:miter lim="800000"/>
          </a:ln>
          <a:effectLst>
            <a:outerShdw blurRad="63500" sx="102000" sy="102000" algn="ctr" rotWithShape="0">
              <a:schemeClr val="tx1">
                <a:lumMod val="50000"/>
                <a:lumOff val="50000"/>
                <a:alpha val="20000"/>
              </a:schemeClr>
            </a:outerShdw>
          </a:effectLst>
        </p:spPr>
        <p:txBody>
          <a:bodyPr tIns="0" rIns="90000" bIns="0" rtlCol="0" anchor="ctr"/>
          <a:lstStyle/>
          <a:p>
            <a:pPr algn="ctr" fontAlgn="base">
              <a:lnSpc>
                <a:spcPct val="150000"/>
              </a:lnSpc>
              <a:spcBef>
                <a:spcPct val="0"/>
              </a:spcBef>
              <a:buSzPct val="80000"/>
            </a:pPr>
            <a:r>
              <a:rPr kumimoji="1" lang="ko-KR" altLang="en-US" sz="1400" kern="0" spc="-5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장학금지원수준</a:t>
            </a:r>
            <a:endParaRPr kumimoji="1" lang="en-US" altLang="ko-KR" sz="1400" kern="0" spc="-50" dirty="0">
              <a:ln>
                <a:solidFill>
                  <a:srgbClr val="4F81BD">
                    <a:alpha val="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6A8B8370-6EB5-47DA-6183-86E618406C1D}"/>
              </a:ext>
            </a:extLst>
          </p:cNvPr>
          <p:cNvSpPr/>
          <p:nvPr/>
        </p:nvSpPr>
        <p:spPr>
          <a:xfrm>
            <a:off x="5097463" y="2696381"/>
            <a:ext cx="2146872" cy="668803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9050" cap="flat" cmpd="sng" algn="ctr">
            <a:solidFill>
              <a:srgbClr val="AABAF4"/>
            </a:solidFill>
            <a:prstDash val="solid"/>
            <a:miter lim="800000"/>
          </a:ln>
          <a:effectLst>
            <a:outerShdw blurRad="63500" sx="102000" sy="102000" algn="ctr" rotWithShape="0">
              <a:schemeClr val="tx1">
                <a:lumMod val="50000"/>
                <a:lumOff val="50000"/>
                <a:alpha val="20000"/>
              </a:schemeClr>
            </a:outerShdw>
          </a:effectLst>
        </p:spPr>
        <p:txBody>
          <a:bodyPr tIns="0" rIns="90000" bIns="0" rtlCol="0" anchor="ctr"/>
          <a:lstStyle/>
          <a:p>
            <a:pPr algn="ctr" fontAlgn="base">
              <a:lnSpc>
                <a:spcPct val="150000"/>
              </a:lnSpc>
              <a:spcBef>
                <a:spcPct val="0"/>
              </a:spcBef>
              <a:buSzPct val="80000"/>
            </a:pPr>
            <a:r>
              <a:rPr kumimoji="1" lang="en-US" altLang="ko-KR" sz="14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MBA</a:t>
            </a:r>
            <a:r>
              <a:rPr kumimoji="1" lang="ko-KR" altLang="en-US" sz="14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만족도</a:t>
            </a:r>
            <a:endParaRPr kumimoji="1" lang="en-US" altLang="ko-KR" sz="1400" kern="0" spc="-50" dirty="0">
              <a:ln>
                <a:solidFill>
                  <a:srgbClr val="4F81BD">
                    <a:alpha val="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DB077C42-A637-854D-414B-0DADD6A318A2}"/>
              </a:ext>
            </a:extLst>
          </p:cNvPr>
          <p:cNvSpPr/>
          <p:nvPr/>
        </p:nvSpPr>
        <p:spPr>
          <a:xfrm>
            <a:off x="5097463" y="2426836"/>
            <a:ext cx="4464050" cy="276181"/>
          </a:xfrm>
          <a:prstGeom prst="roundRect">
            <a:avLst>
              <a:gd name="adj" fmla="val 0"/>
            </a:avLst>
          </a:prstGeom>
          <a:solidFill>
            <a:schemeClr val="accent1">
              <a:lumMod val="40000"/>
              <a:lumOff val="60000"/>
            </a:schemeClr>
          </a:solidFill>
          <a:ln w="19050" cap="flat" cmpd="sng" algn="ctr">
            <a:solidFill>
              <a:srgbClr val="B4C7E7"/>
            </a:solidFill>
            <a:prstDash val="solid"/>
            <a:miter lim="800000"/>
          </a:ln>
          <a:effectLst>
            <a:outerShdw blurRad="63500" sx="102000" sy="102000" algn="ctr" rotWithShape="0">
              <a:schemeClr val="tx1">
                <a:lumMod val="50000"/>
                <a:lumOff val="50000"/>
                <a:alpha val="20000"/>
              </a:schemeClr>
            </a:outerShdw>
          </a:effectLst>
        </p:spPr>
        <p:txBody>
          <a:bodyPr tIns="0" rIns="90000" bIns="0" rtlCol="0" anchor="ctr"/>
          <a:lstStyle/>
          <a:p>
            <a:pPr algn="ctr" fontAlgn="base">
              <a:lnSpc>
                <a:spcPct val="150000"/>
              </a:lnSpc>
              <a:spcBef>
                <a:spcPct val="0"/>
              </a:spcBef>
              <a:buSzPct val="80000"/>
            </a:pPr>
            <a:r>
              <a:rPr kumimoji="1" lang="ko-KR" altLang="en-US" sz="1400" b="1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매개변수</a:t>
            </a:r>
            <a:endParaRPr kumimoji="1" lang="en-US" altLang="ko-KR" sz="1400" b="1" kern="0" spc="-50" dirty="0">
              <a:ln>
                <a:solidFill>
                  <a:srgbClr val="4F81BD">
                    <a:alpha val="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4F7E6EC-4E29-487F-9170-557DDA03937A}"/>
              </a:ext>
            </a:extLst>
          </p:cNvPr>
          <p:cNvSpPr/>
          <p:nvPr/>
        </p:nvSpPr>
        <p:spPr>
          <a:xfrm>
            <a:off x="344490" y="1935186"/>
            <a:ext cx="2142980" cy="323233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구분</a:t>
            </a:r>
            <a:endParaRPr lang="en-US" altLang="ko-KR" sz="1200" spc="-5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23F3F1E-F5E8-07A2-64A6-3D8D6CC40B12}"/>
              </a:ext>
            </a:extLst>
          </p:cNvPr>
          <p:cNvSpPr/>
          <p:nvPr/>
        </p:nvSpPr>
        <p:spPr>
          <a:xfrm>
            <a:off x="2710656" y="1935186"/>
            <a:ext cx="2100225" cy="323233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신뢰도</a:t>
            </a:r>
            <a:r>
              <a:rPr lang="en-US" altLang="ko-KR" sz="12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(</a:t>
            </a:r>
            <a:r>
              <a:rPr lang="el-GR" altLang="ko-KR" sz="12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ea typeface="페이퍼로지 5 Medium" pitchFamily="2" charset="-127"/>
              </a:rPr>
              <a:t>α</a:t>
            </a:r>
            <a:r>
              <a:rPr lang="en-US" altLang="ko-KR" sz="12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ea typeface="페이퍼로지 5 Medium" pitchFamily="2" charset="-127"/>
              </a:rPr>
              <a:t>)</a:t>
            </a:r>
            <a:endParaRPr lang="en-US" altLang="ko-KR" sz="1200" spc="-5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C88CB16E-E895-75EA-6499-219B4739953A}"/>
              </a:ext>
            </a:extLst>
          </p:cNvPr>
          <p:cNvSpPr/>
          <p:nvPr/>
        </p:nvSpPr>
        <p:spPr>
          <a:xfrm>
            <a:off x="2708312" y="2696381"/>
            <a:ext cx="2100225" cy="66880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9050" cap="flat" cmpd="sng" algn="ctr">
            <a:solidFill>
              <a:srgbClr val="AABAF4"/>
            </a:solidFill>
            <a:prstDash val="solid"/>
            <a:miter lim="800000"/>
          </a:ln>
          <a:effectLst>
            <a:outerShdw blurRad="63500" sx="102000" sy="102000" algn="ctr" rotWithShape="0">
              <a:schemeClr val="tx1">
                <a:lumMod val="50000"/>
                <a:lumOff val="50000"/>
                <a:alpha val="20000"/>
              </a:schemeClr>
            </a:outerShdw>
          </a:effectLst>
        </p:spPr>
        <p:txBody>
          <a:bodyPr tIns="0" rIns="90000" bIns="0" rtlCol="0" anchor="ctr"/>
          <a:lstStyle/>
          <a:p>
            <a:pPr algn="ctr" fontAlgn="base">
              <a:spcBef>
                <a:spcPct val="0"/>
              </a:spcBef>
              <a:buSzPct val="80000"/>
            </a:pPr>
            <a:r>
              <a:rPr kumimoji="1" lang="en-US" altLang="ko-KR" sz="14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0.662</a:t>
            </a:r>
          </a:p>
          <a:p>
            <a:pPr algn="ctr" fontAlgn="base">
              <a:spcBef>
                <a:spcPct val="0"/>
              </a:spcBef>
              <a:buSzPct val="80000"/>
            </a:pPr>
            <a:r>
              <a:rPr kumimoji="1" lang="en-US" altLang="ko-KR" sz="14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(</a:t>
            </a:r>
            <a:r>
              <a:rPr kumimoji="1" lang="ko-KR" altLang="en-US" sz="1400" kern="0" spc="-50" dirty="0" err="1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역문항</a:t>
            </a:r>
            <a:r>
              <a:rPr kumimoji="1" lang="ko-KR" altLang="en-US" sz="14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 제거 </a:t>
            </a:r>
            <a:r>
              <a:rPr kumimoji="1" lang="en-US" altLang="ko-KR" sz="14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: 0.931)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114AC03F-155F-15D4-BA52-A6A9595B1B31}"/>
              </a:ext>
            </a:extLst>
          </p:cNvPr>
          <p:cNvSpPr/>
          <p:nvPr/>
        </p:nvSpPr>
        <p:spPr>
          <a:xfrm>
            <a:off x="2708312" y="4099800"/>
            <a:ext cx="2100225" cy="668803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9050" cap="flat" cmpd="sng" algn="ctr">
            <a:solidFill>
              <a:srgbClr val="AABAF4"/>
            </a:solidFill>
            <a:prstDash val="solid"/>
            <a:miter lim="800000"/>
          </a:ln>
          <a:effectLst>
            <a:outerShdw blurRad="63500" sx="102000" sy="102000" algn="ctr" rotWithShape="0">
              <a:schemeClr val="tx1">
                <a:lumMod val="50000"/>
                <a:lumOff val="50000"/>
                <a:alpha val="20000"/>
              </a:schemeClr>
            </a:outerShdw>
          </a:effectLst>
        </p:spPr>
        <p:txBody>
          <a:bodyPr tIns="0" rIns="90000" bIns="0" rtlCol="0" anchor="ctr"/>
          <a:lstStyle/>
          <a:p>
            <a:pPr algn="ctr" fontAlgn="base">
              <a:lnSpc>
                <a:spcPct val="150000"/>
              </a:lnSpc>
              <a:spcBef>
                <a:spcPct val="0"/>
              </a:spcBef>
              <a:buSzPct val="80000"/>
            </a:pPr>
            <a:r>
              <a:rPr kumimoji="1" lang="en-US" altLang="ko-KR" sz="14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0.904</a:t>
            </a: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334A9D82-2EE4-69CF-2F75-0894DBA62023}"/>
              </a:ext>
            </a:extLst>
          </p:cNvPr>
          <p:cNvSpPr/>
          <p:nvPr/>
        </p:nvSpPr>
        <p:spPr>
          <a:xfrm>
            <a:off x="2708312" y="4809913"/>
            <a:ext cx="2100225" cy="668803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9050" cap="flat" cmpd="sng" algn="ctr">
            <a:solidFill>
              <a:srgbClr val="AABAF4"/>
            </a:solidFill>
            <a:prstDash val="solid"/>
            <a:miter lim="800000"/>
          </a:ln>
          <a:effectLst>
            <a:outerShdw blurRad="63500" sx="102000" sy="102000" algn="ctr" rotWithShape="0">
              <a:schemeClr val="tx1">
                <a:lumMod val="50000"/>
                <a:lumOff val="50000"/>
                <a:alpha val="20000"/>
              </a:schemeClr>
            </a:outerShdw>
          </a:effectLst>
        </p:spPr>
        <p:txBody>
          <a:bodyPr tIns="0" rIns="90000" bIns="0" rtlCol="0" anchor="ctr"/>
          <a:lstStyle/>
          <a:p>
            <a:pPr algn="ctr" fontAlgn="base">
              <a:lnSpc>
                <a:spcPct val="150000"/>
              </a:lnSpc>
              <a:spcBef>
                <a:spcPct val="0"/>
              </a:spcBef>
              <a:buSzPct val="80000"/>
            </a:pPr>
            <a:r>
              <a:rPr kumimoji="1" lang="en-US" altLang="ko-KR" sz="14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0.891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80300B7E-CA12-4097-BBA3-D265CE980973}"/>
              </a:ext>
            </a:extLst>
          </p:cNvPr>
          <p:cNvSpPr/>
          <p:nvPr/>
        </p:nvSpPr>
        <p:spPr>
          <a:xfrm>
            <a:off x="2708312" y="5520026"/>
            <a:ext cx="2100225" cy="668803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9050" cap="flat" cmpd="sng" algn="ctr">
            <a:solidFill>
              <a:srgbClr val="AABAF4"/>
            </a:solidFill>
            <a:prstDash val="solid"/>
            <a:miter lim="800000"/>
          </a:ln>
          <a:effectLst>
            <a:outerShdw blurRad="63500" sx="102000" sy="102000" algn="ctr" rotWithShape="0">
              <a:schemeClr val="tx1">
                <a:lumMod val="50000"/>
                <a:lumOff val="50000"/>
                <a:alpha val="20000"/>
              </a:schemeClr>
            </a:outerShdw>
          </a:effectLst>
        </p:spPr>
        <p:txBody>
          <a:bodyPr tIns="0" rIns="90000" bIns="0" rtlCol="0" anchor="ctr"/>
          <a:lstStyle/>
          <a:p>
            <a:pPr algn="ctr" fontAlgn="base">
              <a:lnSpc>
                <a:spcPct val="150000"/>
              </a:lnSpc>
              <a:spcBef>
                <a:spcPct val="0"/>
              </a:spcBef>
              <a:buSzPct val="80000"/>
            </a:pPr>
            <a:r>
              <a:rPr kumimoji="1" lang="en-US" altLang="ko-KR" sz="14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0.80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582954CD-DDA9-5B13-8812-E99D3752AB05}"/>
              </a:ext>
            </a:extLst>
          </p:cNvPr>
          <p:cNvSpPr/>
          <p:nvPr/>
        </p:nvSpPr>
        <p:spPr>
          <a:xfrm>
            <a:off x="5091770" y="1935186"/>
            <a:ext cx="2142980" cy="323233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구분</a:t>
            </a:r>
            <a:endParaRPr lang="en-US" altLang="ko-KR" sz="1200" spc="-5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D5FFC8E1-B181-D6F3-08A0-9DD9CAA6CEC2}"/>
              </a:ext>
            </a:extLst>
          </p:cNvPr>
          <p:cNvSpPr/>
          <p:nvPr/>
        </p:nvSpPr>
        <p:spPr>
          <a:xfrm>
            <a:off x="7457936" y="1935186"/>
            <a:ext cx="2100225" cy="323233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신뢰도</a:t>
            </a:r>
            <a:r>
              <a:rPr lang="en-US" altLang="ko-KR" sz="12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(</a:t>
            </a:r>
            <a:r>
              <a:rPr lang="el-GR" altLang="ko-KR" sz="12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ea typeface="페이퍼로지 5 Medium" pitchFamily="2" charset="-127"/>
              </a:rPr>
              <a:t>α</a:t>
            </a:r>
            <a:r>
              <a:rPr lang="en-US" altLang="ko-KR" sz="12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ea typeface="페이퍼로지 5 Medium" pitchFamily="2" charset="-127"/>
              </a:rPr>
              <a:t>)</a:t>
            </a:r>
            <a:endParaRPr lang="en-US" altLang="ko-KR" sz="1200" spc="-5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921808C2-0E45-78EE-6BCA-9D881D5140F0}"/>
              </a:ext>
            </a:extLst>
          </p:cNvPr>
          <p:cNvSpPr/>
          <p:nvPr/>
        </p:nvSpPr>
        <p:spPr>
          <a:xfrm>
            <a:off x="7457935" y="2696381"/>
            <a:ext cx="2100225" cy="66880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9050" cap="flat" cmpd="sng" algn="ctr">
            <a:solidFill>
              <a:srgbClr val="AABAF4"/>
            </a:solidFill>
            <a:prstDash val="solid"/>
            <a:miter lim="800000"/>
          </a:ln>
          <a:effectLst>
            <a:outerShdw blurRad="63500" sx="102000" sy="102000" algn="ctr" rotWithShape="0">
              <a:schemeClr val="tx1">
                <a:lumMod val="50000"/>
                <a:lumOff val="50000"/>
                <a:alpha val="20000"/>
              </a:schemeClr>
            </a:outerShdw>
          </a:effectLst>
        </p:spPr>
        <p:txBody>
          <a:bodyPr tIns="0" rIns="90000" bIns="0" rtlCol="0" anchor="ctr"/>
          <a:lstStyle/>
          <a:p>
            <a:pPr algn="ctr" fontAlgn="base">
              <a:lnSpc>
                <a:spcPct val="150000"/>
              </a:lnSpc>
              <a:spcBef>
                <a:spcPct val="0"/>
              </a:spcBef>
              <a:buSzPct val="80000"/>
            </a:pPr>
            <a:r>
              <a:rPr kumimoji="1" lang="en-US" altLang="ko-KR" sz="14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0.888</a:t>
            </a: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67571352-2143-58DA-2C22-8CE303CD2465}"/>
              </a:ext>
            </a:extLst>
          </p:cNvPr>
          <p:cNvSpPr/>
          <p:nvPr/>
        </p:nvSpPr>
        <p:spPr>
          <a:xfrm>
            <a:off x="7457935" y="4099799"/>
            <a:ext cx="2100225" cy="66880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9050" cap="flat" cmpd="sng" algn="ctr">
            <a:solidFill>
              <a:srgbClr val="AABAF4"/>
            </a:solidFill>
            <a:prstDash val="solid"/>
            <a:miter lim="800000"/>
          </a:ln>
          <a:effectLst>
            <a:outerShdw blurRad="63500" sx="102000" sy="102000" algn="ctr" rotWithShape="0">
              <a:schemeClr val="tx1">
                <a:lumMod val="50000"/>
                <a:lumOff val="50000"/>
                <a:alpha val="20000"/>
              </a:schemeClr>
            </a:outerShdw>
          </a:effectLst>
        </p:spPr>
        <p:txBody>
          <a:bodyPr tIns="0" rIns="90000" bIns="0" rtlCol="0" anchor="ctr"/>
          <a:lstStyle/>
          <a:p>
            <a:pPr algn="ctr" fontAlgn="base">
              <a:spcBef>
                <a:spcPct val="0"/>
              </a:spcBef>
              <a:buSzPct val="80000"/>
            </a:pPr>
            <a:r>
              <a:rPr kumimoji="1" lang="en-US" altLang="ko-KR" sz="1400" kern="0" spc="-5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0.947</a:t>
            </a:r>
            <a:endParaRPr kumimoji="1" lang="en-US" altLang="ko-KR" sz="1400" kern="0" spc="-50" dirty="0">
              <a:ln>
                <a:solidFill>
                  <a:srgbClr val="4F81BD">
                    <a:alpha val="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페이퍼로지 4 Regular" pitchFamily="2" charset="-127"/>
              <a:ea typeface="페이퍼로지 4 Regular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448767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438B93-062B-F639-9EE5-EE738592D1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78EAFFB-B6DE-2E61-463A-8DD8DE2F3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spc="-50">
                <a:latin typeface="페이퍼로지 4 Regular" pitchFamily="2" charset="-127"/>
                <a:ea typeface="페이퍼로지 4 Regular" pitchFamily="2" charset="-127"/>
              </a:rPr>
              <a:t>- </a:t>
            </a:r>
            <a:fld id="{F0AEE96D-C800-4200-B178-74DC3655196B}" type="slidenum">
              <a:rPr lang="ko-KR" altLang="en-US" spc="-50">
                <a:latin typeface="페이퍼로지 4 Regular" pitchFamily="2" charset="-127"/>
                <a:ea typeface="페이퍼로지 4 Regular" pitchFamily="2" charset="-127"/>
              </a:rPr>
              <a:pPr/>
              <a:t>9</a:t>
            </a:fld>
            <a:r>
              <a:rPr lang="ko-KR" altLang="en-US" spc="-50">
                <a:latin typeface="페이퍼로지 4 Regular" pitchFamily="2" charset="-127"/>
                <a:ea typeface="페이퍼로지 4 Regular" pitchFamily="2" charset="-127"/>
              </a:rPr>
              <a:t> </a:t>
            </a:r>
            <a:r>
              <a:rPr spc="-50">
                <a:latin typeface="페이퍼로지 4 Regular" pitchFamily="2" charset="-127"/>
                <a:ea typeface="페이퍼로지 4 Regular" pitchFamily="2" charset="-127"/>
              </a:rPr>
              <a:t>-</a:t>
            </a:r>
            <a:endParaRPr lang="ko-KR" altLang="en-US" spc="-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0" name="텍스트 개체 틀 1">
            <a:extLst>
              <a:ext uri="{FF2B5EF4-FFF2-40B4-BE49-F238E27FC236}">
                <a16:creationId xmlns:a16="http://schemas.microsoft.com/office/drawing/2014/main" id="{F1442EFA-0749-2674-EEF0-9F07B8E46D67}"/>
              </a:ext>
            </a:extLst>
          </p:cNvPr>
          <p:cNvSpPr txBox="1">
            <a:spLocks/>
          </p:cNvSpPr>
          <p:nvPr/>
        </p:nvSpPr>
        <p:spPr>
          <a:xfrm>
            <a:off x="344487" y="836613"/>
            <a:ext cx="9217026" cy="576262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latinLnBrk="1">
              <a:defRPr sz="1700" spc="-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주요 변수에 대한 기술통계는 다음과 같음</a:t>
            </a:r>
            <a:r>
              <a:rPr lang="en-US" altLang="ko-KR" dirty="0"/>
              <a:t>.</a:t>
            </a:r>
            <a:endParaRPr lang="ko-KR" altLang="en-US" dirty="0"/>
          </a:p>
        </p:txBody>
      </p:sp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3370633C-CAC4-6F23-22FF-14F3DEB284D1}"/>
              </a:ext>
            </a:extLst>
          </p:cNvPr>
          <p:cNvGrpSpPr/>
          <p:nvPr/>
        </p:nvGrpSpPr>
        <p:grpSpPr>
          <a:xfrm>
            <a:off x="0" y="-762844"/>
            <a:ext cx="4375346" cy="626015"/>
            <a:chOff x="0" y="-762844"/>
            <a:chExt cx="4375346" cy="626015"/>
          </a:xfrm>
        </p:grpSpPr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2CB748BD-3DE0-639E-088D-D95E6CB16B31}"/>
                </a:ext>
              </a:extLst>
            </p:cNvPr>
            <p:cNvSpPr txBox="1"/>
            <p:nvPr/>
          </p:nvSpPr>
          <p:spPr>
            <a:xfrm>
              <a:off x="1229274" y="-762844"/>
              <a:ext cx="991907" cy="32898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algn="ctr"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ko-KR" altLang="en-US" sz="1625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페이퍼</a:t>
              </a:r>
              <a:r>
                <a:rPr lang="en-US" altLang="ko-KR" sz="1625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5</a:t>
              </a:r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3F7F4B40-E604-C264-4E56-98DC93A4AC21}"/>
                </a:ext>
              </a:extLst>
            </p:cNvPr>
            <p:cNvSpPr txBox="1"/>
            <p:nvPr/>
          </p:nvSpPr>
          <p:spPr>
            <a:xfrm>
              <a:off x="2316075" y="-762844"/>
              <a:ext cx="991907" cy="32898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algn="ctr"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ko-KR" altLang="en-US" sz="1463" spc="-4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페이퍼</a:t>
              </a:r>
              <a:r>
                <a:rPr lang="en-US" altLang="ko-KR" sz="1463" spc="-4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4</a:t>
              </a:r>
            </a:p>
          </p:txBody>
        </p:sp>
        <p:sp>
          <p:nvSpPr>
            <p:cNvPr id="130" name="직사각형 129">
              <a:extLst>
                <a:ext uri="{FF2B5EF4-FFF2-40B4-BE49-F238E27FC236}">
                  <a16:creationId xmlns:a16="http://schemas.microsoft.com/office/drawing/2014/main" id="{DCA9626E-9CA2-7422-3477-5D7712F98DFB}"/>
                </a:ext>
              </a:extLst>
            </p:cNvPr>
            <p:cNvSpPr/>
            <p:nvPr/>
          </p:nvSpPr>
          <p:spPr>
            <a:xfrm>
              <a:off x="2288686" y="-311024"/>
              <a:ext cx="289451" cy="162138"/>
            </a:xfrm>
            <a:prstGeom prst="rect">
              <a:avLst/>
            </a:prstGeom>
            <a:solidFill>
              <a:srgbClr val="96969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dirty="0">
                <a:ea typeface="a고딕12" panose="02020600000000000000" pitchFamily="18" charset="-127"/>
              </a:endParaRP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3B37BB3E-24A5-D979-6D59-BFDBD9E55E24}"/>
                </a:ext>
              </a:extLst>
            </p:cNvPr>
            <p:cNvSpPr txBox="1"/>
            <p:nvPr/>
          </p:nvSpPr>
          <p:spPr>
            <a:xfrm>
              <a:off x="142473" y="-762844"/>
              <a:ext cx="991907" cy="32898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algn="ctr"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ko-KR" altLang="en-US" sz="1625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6 SemiBold" pitchFamily="2" charset="-127"/>
                  <a:ea typeface="페이퍼로지 6 SemiBold" pitchFamily="2" charset="-127"/>
                </a:rPr>
                <a:t>페이퍼</a:t>
              </a:r>
              <a:r>
                <a:rPr lang="en-US" altLang="ko-KR" sz="1625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6 SemiBold" pitchFamily="2" charset="-127"/>
                  <a:ea typeface="페이퍼로지 6 SemiBold" pitchFamily="2" charset="-127"/>
                </a:rPr>
                <a:t>6</a:t>
              </a:r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3C0108D7-D64E-9392-9715-63D962BD4360}"/>
                </a:ext>
              </a:extLst>
            </p:cNvPr>
            <p:cNvSpPr txBox="1"/>
            <p:nvPr/>
          </p:nvSpPr>
          <p:spPr>
            <a:xfrm>
              <a:off x="3383439" y="-762844"/>
              <a:ext cx="991907" cy="32898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algn="ctr"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ko-KR" altLang="en-US" sz="1463" spc="-4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3 Light" pitchFamily="2" charset="-127"/>
                  <a:ea typeface="페이퍼로지 3 Light" pitchFamily="2" charset="-127"/>
                </a:rPr>
                <a:t>페이퍼</a:t>
              </a:r>
              <a:r>
                <a:rPr lang="en-US" altLang="ko-KR" sz="1463" spc="-4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3 Light" pitchFamily="2" charset="-127"/>
                  <a:ea typeface="페이퍼로지 3 Light" pitchFamily="2" charset="-127"/>
                </a:rPr>
                <a:t>3</a:t>
              </a:r>
            </a:p>
          </p:txBody>
        </p:sp>
        <p:sp>
          <p:nvSpPr>
            <p:cNvPr id="133" name="직사각형 132">
              <a:extLst>
                <a:ext uri="{FF2B5EF4-FFF2-40B4-BE49-F238E27FC236}">
                  <a16:creationId xmlns:a16="http://schemas.microsoft.com/office/drawing/2014/main" id="{4F7E4831-EEF8-825D-370B-3E5CF8ACEDCD}"/>
                </a:ext>
              </a:extLst>
            </p:cNvPr>
            <p:cNvSpPr/>
            <p:nvPr/>
          </p:nvSpPr>
          <p:spPr>
            <a:xfrm>
              <a:off x="1907239" y="-305540"/>
              <a:ext cx="289451" cy="162138"/>
            </a:xfrm>
            <a:prstGeom prst="rect">
              <a:avLst/>
            </a:prstGeom>
            <a:solidFill>
              <a:srgbClr val="F3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  <p:sp>
          <p:nvSpPr>
            <p:cNvPr id="134" name="직사각형 133">
              <a:extLst>
                <a:ext uri="{FF2B5EF4-FFF2-40B4-BE49-F238E27FC236}">
                  <a16:creationId xmlns:a16="http://schemas.microsoft.com/office/drawing/2014/main" id="{21BE3081-9D12-781E-562B-ADAB0A973200}"/>
                </a:ext>
              </a:extLst>
            </p:cNvPr>
            <p:cNvSpPr/>
            <p:nvPr/>
          </p:nvSpPr>
          <p:spPr>
            <a:xfrm>
              <a:off x="1525792" y="-298967"/>
              <a:ext cx="289451" cy="162138"/>
            </a:xfrm>
            <a:prstGeom prst="rect">
              <a:avLst/>
            </a:prstGeom>
            <a:solidFill>
              <a:srgbClr val="AABAF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  <p:sp>
          <p:nvSpPr>
            <p:cNvPr id="135" name="직사각형 134">
              <a:extLst>
                <a:ext uri="{FF2B5EF4-FFF2-40B4-BE49-F238E27FC236}">
                  <a16:creationId xmlns:a16="http://schemas.microsoft.com/office/drawing/2014/main" id="{AFF005C8-E5E8-BD46-B21A-E14CC47645D0}"/>
                </a:ext>
              </a:extLst>
            </p:cNvPr>
            <p:cNvSpPr/>
            <p:nvPr/>
          </p:nvSpPr>
          <p:spPr>
            <a:xfrm>
              <a:off x="381448" y="-298967"/>
              <a:ext cx="289451" cy="162138"/>
            </a:xfrm>
            <a:prstGeom prst="rect">
              <a:avLst/>
            </a:prstGeom>
            <a:solidFill>
              <a:srgbClr val="00338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  <p:sp>
          <p:nvSpPr>
            <p:cNvPr id="136" name="직사각형 135">
              <a:extLst>
                <a:ext uri="{FF2B5EF4-FFF2-40B4-BE49-F238E27FC236}">
                  <a16:creationId xmlns:a16="http://schemas.microsoft.com/office/drawing/2014/main" id="{EFADF242-8439-1E1B-AC66-631275831966}"/>
                </a:ext>
              </a:extLst>
            </p:cNvPr>
            <p:cNvSpPr/>
            <p:nvPr/>
          </p:nvSpPr>
          <p:spPr>
            <a:xfrm>
              <a:off x="762896" y="-298967"/>
              <a:ext cx="289451" cy="162138"/>
            </a:xfrm>
            <a:prstGeom prst="rect">
              <a:avLst/>
            </a:prstGeom>
            <a:solidFill>
              <a:srgbClr val="1E49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  <p:sp>
          <p:nvSpPr>
            <p:cNvPr id="137" name="직사각형 136">
              <a:extLst>
                <a:ext uri="{FF2B5EF4-FFF2-40B4-BE49-F238E27FC236}">
                  <a16:creationId xmlns:a16="http://schemas.microsoft.com/office/drawing/2014/main" id="{9C2BF9CE-28EC-FE48-4095-EEEB52802164}"/>
                </a:ext>
              </a:extLst>
            </p:cNvPr>
            <p:cNvSpPr/>
            <p:nvPr/>
          </p:nvSpPr>
          <p:spPr>
            <a:xfrm>
              <a:off x="1144344" y="-298967"/>
              <a:ext cx="289451" cy="162138"/>
            </a:xfrm>
            <a:prstGeom prst="rect">
              <a:avLst/>
            </a:prstGeom>
            <a:solidFill>
              <a:srgbClr val="5F7D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  <p:sp>
          <p:nvSpPr>
            <p:cNvPr id="138" name="직사각형 137">
              <a:extLst>
                <a:ext uri="{FF2B5EF4-FFF2-40B4-BE49-F238E27FC236}">
                  <a16:creationId xmlns:a16="http://schemas.microsoft.com/office/drawing/2014/main" id="{8DC390B6-92B9-8534-E5EF-0EE64F6C878A}"/>
                </a:ext>
              </a:extLst>
            </p:cNvPr>
            <p:cNvSpPr/>
            <p:nvPr/>
          </p:nvSpPr>
          <p:spPr>
            <a:xfrm>
              <a:off x="0" y="-305540"/>
              <a:ext cx="289451" cy="162138"/>
            </a:xfrm>
            <a:prstGeom prst="rect">
              <a:avLst/>
            </a:prstGeom>
            <a:solidFill>
              <a:srgbClr val="2F485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</p:grp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19A40D3C-08B9-3584-BF1B-1430E83477ED}"/>
              </a:ext>
            </a:extLst>
          </p:cNvPr>
          <p:cNvSpPr/>
          <p:nvPr/>
        </p:nvSpPr>
        <p:spPr>
          <a:xfrm>
            <a:off x="344488" y="262250"/>
            <a:ext cx="115827" cy="46800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kumimoji="0" lang="ko-KR" altLang="en-US" sz="1400" b="0" i="0" u="none" strike="noStrike" kern="1200" cap="none" spc="-5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sp>
        <p:nvSpPr>
          <p:cNvPr id="140" name="직사각형 139">
            <a:extLst>
              <a:ext uri="{FF2B5EF4-FFF2-40B4-BE49-F238E27FC236}">
                <a16:creationId xmlns:a16="http://schemas.microsoft.com/office/drawing/2014/main" id="{0F1295D5-98A9-5CD6-2F61-7C9ADAEAE450}"/>
              </a:ext>
            </a:extLst>
          </p:cNvPr>
          <p:cNvSpPr/>
          <p:nvPr/>
        </p:nvSpPr>
        <p:spPr>
          <a:xfrm>
            <a:off x="498248" y="262250"/>
            <a:ext cx="1124475" cy="468000"/>
          </a:xfrm>
          <a:prstGeom prst="rect">
            <a:avLst/>
          </a:prstGeom>
          <a:solidFill>
            <a:srgbClr val="1E49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buNone/>
              <a:defRPr/>
            </a:pPr>
            <a:r>
              <a:rPr lang="ko-KR" altLang="en-US" sz="1400" spc="-50" dirty="0">
                <a:solidFill>
                  <a:prstClr val="white"/>
                </a:solidFill>
                <a:latin typeface="페이퍼로지 6 SemiBold" pitchFamily="2" charset="-127"/>
                <a:ea typeface="페이퍼로지 6 SemiBold" pitchFamily="2" charset="-127"/>
              </a:rPr>
              <a:t>기술통계</a:t>
            </a:r>
          </a:p>
        </p:txBody>
      </p:sp>
      <p:sp>
        <p:nvSpPr>
          <p:cNvPr id="44" name="텍스트 개체 틀 1">
            <a:extLst>
              <a:ext uri="{FF2B5EF4-FFF2-40B4-BE49-F238E27FC236}">
                <a16:creationId xmlns:a16="http://schemas.microsoft.com/office/drawing/2014/main" id="{171AC2AD-CA1F-DFC8-BBD4-1E086B660E5A}"/>
              </a:ext>
            </a:extLst>
          </p:cNvPr>
          <p:cNvSpPr txBox="1">
            <a:spLocks/>
          </p:cNvSpPr>
          <p:nvPr/>
        </p:nvSpPr>
        <p:spPr>
          <a:xfrm>
            <a:off x="346831" y="1538207"/>
            <a:ext cx="4464051" cy="3355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ctr" defTabSz="457200" rtl="0" eaLnBrk="1" latinLnBrk="0" hangingPunct="1">
              <a:defRPr lang="en-US" altLang="ko-KR" sz="813" kern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anose="020B0800000000000000" pitchFamily="50" charset="-127"/>
                <a:ea typeface="SpoqaHanSans-Bold" panose="020B0800000000000000" pitchFamily="50" charset="-127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1600" spc="-50" dirty="0">
                <a:latin typeface="페이퍼로지 5 Medium" pitchFamily="2" charset="-127"/>
                <a:ea typeface="페이퍼로지 5 Medium" pitchFamily="2" charset="-127"/>
              </a:rPr>
              <a:t>주요 변수 기술통계 분석 결과</a:t>
            </a:r>
          </a:p>
        </p:txBody>
      </p: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8912E104-CD50-2D86-164D-8CBDDA89AA42}"/>
              </a:ext>
            </a:extLst>
          </p:cNvPr>
          <p:cNvCxnSpPr>
            <a:cxnSpLocks/>
          </p:cNvCxnSpPr>
          <p:nvPr/>
        </p:nvCxnSpPr>
        <p:spPr>
          <a:xfrm>
            <a:off x="344488" y="1875393"/>
            <a:ext cx="9213673" cy="0"/>
          </a:xfrm>
          <a:prstGeom prst="line">
            <a:avLst/>
          </a:prstGeom>
          <a:ln w="28575">
            <a:solidFill>
              <a:srgbClr val="00338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7B05228E-AE4A-8499-C966-918FB9155D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887888"/>
              </p:ext>
            </p:extLst>
          </p:nvPr>
        </p:nvGraphicFramePr>
        <p:xfrm>
          <a:off x="344487" y="2177146"/>
          <a:ext cx="9213672" cy="4034972"/>
        </p:xfrm>
        <a:graphic>
          <a:graphicData uri="http://schemas.openxmlformats.org/drawingml/2006/table">
            <a:tbl>
              <a:tblPr/>
              <a:tblGrid>
                <a:gridCol w="2163454">
                  <a:extLst>
                    <a:ext uri="{9D8B030D-6E8A-4147-A177-3AD203B41FA5}">
                      <a16:colId xmlns:a16="http://schemas.microsoft.com/office/drawing/2014/main" val="1169948636"/>
                    </a:ext>
                  </a:extLst>
                </a:gridCol>
                <a:gridCol w="1007174">
                  <a:extLst>
                    <a:ext uri="{9D8B030D-6E8A-4147-A177-3AD203B41FA5}">
                      <a16:colId xmlns:a16="http://schemas.microsoft.com/office/drawing/2014/main" val="2004425653"/>
                    </a:ext>
                  </a:extLst>
                </a:gridCol>
                <a:gridCol w="1007174">
                  <a:extLst>
                    <a:ext uri="{9D8B030D-6E8A-4147-A177-3AD203B41FA5}">
                      <a16:colId xmlns:a16="http://schemas.microsoft.com/office/drawing/2014/main" val="2277725284"/>
                    </a:ext>
                  </a:extLst>
                </a:gridCol>
                <a:gridCol w="1007174">
                  <a:extLst>
                    <a:ext uri="{9D8B030D-6E8A-4147-A177-3AD203B41FA5}">
                      <a16:colId xmlns:a16="http://schemas.microsoft.com/office/drawing/2014/main" val="3806420233"/>
                    </a:ext>
                  </a:extLst>
                </a:gridCol>
                <a:gridCol w="1007174">
                  <a:extLst>
                    <a:ext uri="{9D8B030D-6E8A-4147-A177-3AD203B41FA5}">
                      <a16:colId xmlns:a16="http://schemas.microsoft.com/office/drawing/2014/main" val="47894130"/>
                    </a:ext>
                  </a:extLst>
                </a:gridCol>
                <a:gridCol w="1007174">
                  <a:extLst>
                    <a:ext uri="{9D8B030D-6E8A-4147-A177-3AD203B41FA5}">
                      <a16:colId xmlns:a16="http://schemas.microsoft.com/office/drawing/2014/main" val="2041623666"/>
                    </a:ext>
                  </a:extLst>
                </a:gridCol>
                <a:gridCol w="1007174">
                  <a:extLst>
                    <a:ext uri="{9D8B030D-6E8A-4147-A177-3AD203B41FA5}">
                      <a16:colId xmlns:a16="http://schemas.microsoft.com/office/drawing/2014/main" val="640103632"/>
                    </a:ext>
                  </a:extLst>
                </a:gridCol>
                <a:gridCol w="1007174">
                  <a:extLst>
                    <a:ext uri="{9D8B030D-6E8A-4147-A177-3AD203B41FA5}">
                      <a16:colId xmlns:a16="http://schemas.microsoft.com/office/drawing/2014/main" val="2151745627"/>
                    </a:ext>
                  </a:extLst>
                </a:gridCol>
              </a:tblGrid>
              <a:tr h="492192"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2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 구분</a:t>
                      </a:r>
                    </a:p>
                  </a:txBody>
                  <a:tcPr marL="45138" marR="45138" marT="22569" marB="2256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N</a:t>
                      </a:r>
                    </a:p>
                  </a:txBody>
                  <a:tcPr marL="45138" marR="45138" marT="22569" marB="2256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Mean</a:t>
                      </a:r>
                    </a:p>
                  </a:txBody>
                  <a:tcPr marL="45138" marR="45138" marT="22569" marB="2256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SE</a:t>
                      </a:r>
                    </a:p>
                  </a:txBody>
                  <a:tcPr marL="45138" marR="45138" marT="22569" marB="2256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95% Confidence Interval</a:t>
                      </a:r>
                    </a:p>
                  </a:txBody>
                  <a:tcPr marL="45138" marR="45138" marT="22569" marB="2256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1100" dirty="0">
                        <a:effectLst/>
                      </a:endParaRPr>
                    </a:p>
                  </a:txBody>
                  <a:tcPr marL="45138" marR="45138" marT="22569" marB="2256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Median</a:t>
                      </a:r>
                    </a:p>
                  </a:txBody>
                  <a:tcPr marL="45138" marR="45138" marT="22569" marB="2256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SD</a:t>
                      </a:r>
                    </a:p>
                  </a:txBody>
                  <a:tcPr marL="45138" marR="45138" marT="22569" marB="2256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6928917"/>
                  </a:ext>
                </a:extLst>
              </a:tr>
              <a:tr h="49219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Lower</a:t>
                      </a:r>
                    </a:p>
                  </a:txBody>
                  <a:tcPr marL="45138" marR="45138" marT="22569" marB="2256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Upper</a:t>
                      </a:r>
                    </a:p>
                  </a:txBody>
                  <a:tcPr marL="45138" marR="45138" marT="22569" marB="2256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147429425"/>
                  </a:ext>
                </a:extLst>
              </a:tr>
              <a:tr h="426399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개인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-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프로그램적합도</a:t>
                      </a:r>
                    </a:p>
                  </a:txBody>
                  <a:tcPr marL="45138" marR="45138" marT="45138" marB="2256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71</a:t>
                      </a:r>
                    </a:p>
                  </a:txBody>
                  <a:tcPr marL="45138" marR="112846" marT="45138" marB="2256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3.46</a:t>
                      </a:r>
                    </a:p>
                  </a:txBody>
                  <a:tcPr marL="45138" marR="112846" marT="45138" marB="2256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200" kern="120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0.1184</a:t>
                      </a:r>
                    </a:p>
                  </a:txBody>
                  <a:tcPr marL="45138" marR="112846" marT="45138" marB="2256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200" kern="120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3.23</a:t>
                      </a:r>
                    </a:p>
                  </a:txBody>
                  <a:tcPr marL="45138" marR="112846" marT="45138" marB="2256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200" kern="120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3.70</a:t>
                      </a:r>
                    </a:p>
                  </a:txBody>
                  <a:tcPr marL="45138" marR="112846" marT="45138" marB="2256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3.50</a:t>
                      </a:r>
                    </a:p>
                  </a:txBody>
                  <a:tcPr marL="45138" marR="112846" marT="45138" marB="2256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0.998</a:t>
                      </a:r>
                    </a:p>
                  </a:txBody>
                  <a:tcPr marL="45138" marR="112846" marT="45138" marB="2256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87039799"/>
                  </a:ext>
                </a:extLst>
              </a:tr>
              <a:tr h="426399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직무연관성</a:t>
                      </a:r>
                    </a:p>
                  </a:txBody>
                  <a:tcPr marL="45138" marR="45138" marT="22569" marB="2256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200" kern="120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71</a:t>
                      </a:r>
                    </a:p>
                  </a:txBody>
                  <a:tcPr marL="45138" marR="112846" marT="22569" marB="2256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200" kern="120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3.84</a:t>
                      </a:r>
                    </a:p>
                  </a:txBody>
                  <a:tcPr marL="45138" marR="112846" marT="22569" marB="2256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0.0950</a:t>
                      </a:r>
                    </a:p>
                  </a:txBody>
                  <a:tcPr marL="45138" marR="112846" marT="22569" marB="2256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3.65</a:t>
                      </a:r>
                    </a:p>
                  </a:txBody>
                  <a:tcPr marL="45138" marR="112846" marT="22569" marB="2256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200" kern="120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4.03</a:t>
                      </a:r>
                    </a:p>
                  </a:txBody>
                  <a:tcPr marL="45138" marR="112846" marT="22569" marB="2256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200" kern="120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4.00</a:t>
                      </a:r>
                    </a:p>
                  </a:txBody>
                  <a:tcPr marL="45138" marR="112846" marT="22569" marB="2256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200" kern="120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0.801</a:t>
                      </a:r>
                    </a:p>
                  </a:txBody>
                  <a:tcPr marL="45138" marR="112846" marT="22569" marB="2256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6252058"/>
                  </a:ext>
                </a:extLst>
              </a:tr>
              <a:tr h="426399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학습몰입도</a:t>
                      </a:r>
                    </a:p>
                  </a:txBody>
                  <a:tcPr marL="45138" marR="45138" marT="22569" marB="2256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200" kern="120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71</a:t>
                      </a:r>
                    </a:p>
                  </a:txBody>
                  <a:tcPr marL="45138" marR="112846" marT="22569" marB="2256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4.22</a:t>
                      </a:r>
                    </a:p>
                  </a:txBody>
                  <a:tcPr marL="45138" marR="112846" marT="22569" marB="2256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200" kern="120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0.0777</a:t>
                      </a:r>
                    </a:p>
                  </a:txBody>
                  <a:tcPr marL="45138" marR="112846" marT="22569" marB="2256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4.06</a:t>
                      </a:r>
                    </a:p>
                  </a:txBody>
                  <a:tcPr marL="45138" marR="112846" marT="22569" marB="2256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200" kern="120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4.37</a:t>
                      </a:r>
                    </a:p>
                  </a:txBody>
                  <a:tcPr marL="45138" marR="112846" marT="22569" marB="2256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4.00</a:t>
                      </a:r>
                    </a:p>
                  </a:txBody>
                  <a:tcPr marL="45138" marR="112846" marT="22569" marB="2256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200" kern="120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0.655</a:t>
                      </a:r>
                    </a:p>
                  </a:txBody>
                  <a:tcPr marL="45138" marR="112846" marT="22569" marB="2256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232987"/>
                  </a:ext>
                </a:extLst>
              </a:tr>
              <a:tr h="426399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장학금지원수준</a:t>
                      </a:r>
                    </a:p>
                  </a:txBody>
                  <a:tcPr marL="45138" marR="45138" marT="22569" marB="2256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71</a:t>
                      </a:r>
                    </a:p>
                  </a:txBody>
                  <a:tcPr marL="45138" marR="112846" marT="22569" marB="2256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3.63</a:t>
                      </a:r>
                    </a:p>
                  </a:txBody>
                  <a:tcPr marL="45138" marR="112846" marT="22569" marB="2256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200" kern="120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0.0937</a:t>
                      </a:r>
                    </a:p>
                  </a:txBody>
                  <a:tcPr marL="45138" marR="112846" marT="22569" marB="2256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3.44</a:t>
                      </a:r>
                    </a:p>
                  </a:txBody>
                  <a:tcPr marL="45138" marR="112846" marT="22569" marB="2256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3.82</a:t>
                      </a:r>
                    </a:p>
                  </a:txBody>
                  <a:tcPr marL="45138" marR="112846" marT="22569" marB="2256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3.67</a:t>
                      </a:r>
                    </a:p>
                  </a:txBody>
                  <a:tcPr marL="45138" marR="112846" marT="22569" marB="2256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0.790</a:t>
                      </a:r>
                    </a:p>
                  </a:txBody>
                  <a:tcPr marL="45138" marR="112846" marT="22569" marB="2256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9121527"/>
                  </a:ext>
                </a:extLst>
              </a:tr>
              <a:tr h="426399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MBA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만족도</a:t>
                      </a:r>
                    </a:p>
                  </a:txBody>
                  <a:tcPr marL="45138" marR="45138" marT="22569" marB="2256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71</a:t>
                      </a:r>
                    </a:p>
                  </a:txBody>
                  <a:tcPr marL="45138" marR="112846" marT="22569" marB="2256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3.64</a:t>
                      </a:r>
                    </a:p>
                  </a:txBody>
                  <a:tcPr marL="45138" marR="112846" marT="22569" marB="2256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0.1136</a:t>
                      </a:r>
                    </a:p>
                  </a:txBody>
                  <a:tcPr marL="45138" marR="112846" marT="22569" marB="2256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3.41</a:t>
                      </a:r>
                    </a:p>
                  </a:txBody>
                  <a:tcPr marL="45138" marR="112846" marT="22569" marB="2256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3.87</a:t>
                      </a:r>
                    </a:p>
                  </a:txBody>
                  <a:tcPr marL="45138" marR="112846" marT="22569" marB="2256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3.67</a:t>
                      </a:r>
                    </a:p>
                  </a:txBody>
                  <a:tcPr marL="45138" marR="112846" marT="22569" marB="2256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0.957</a:t>
                      </a:r>
                    </a:p>
                  </a:txBody>
                  <a:tcPr marL="45138" marR="112846" marT="22569" marB="2256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22635565"/>
                  </a:ext>
                </a:extLst>
              </a:tr>
              <a:tr h="426399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지인추천의향</a:t>
                      </a:r>
                    </a:p>
                  </a:txBody>
                  <a:tcPr marL="45138" marR="45138" marT="22569" marB="45138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200" kern="120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71</a:t>
                      </a:r>
                    </a:p>
                  </a:txBody>
                  <a:tcPr marL="45138" marR="112846" marT="22569" marB="45138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200" kern="120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3.79</a:t>
                      </a:r>
                    </a:p>
                  </a:txBody>
                  <a:tcPr marL="45138" marR="112846" marT="22569" marB="45138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200" kern="120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0.1195</a:t>
                      </a:r>
                    </a:p>
                  </a:txBody>
                  <a:tcPr marL="45138" marR="112846" marT="22569" marB="45138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200" kern="120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3.56</a:t>
                      </a:r>
                    </a:p>
                  </a:txBody>
                  <a:tcPr marL="45138" marR="112846" marT="22569" marB="45138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4.03</a:t>
                      </a:r>
                    </a:p>
                  </a:txBody>
                  <a:tcPr marL="45138" marR="112846" marT="22569" marB="45138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4.00</a:t>
                      </a:r>
                    </a:p>
                  </a:txBody>
                  <a:tcPr marL="45138" marR="112846" marT="22569" marB="45138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1.007</a:t>
                      </a:r>
                    </a:p>
                  </a:txBody>
                  <a:tcPr marL="45138" marR="112846" marT="22569" marB="45138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9796372"/>
                  </a:ext>
                </a:extLst>
              </a:tr>
              <a:tr h="492194">
                <a:tc gridSpan="8"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Note.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평균의 신뢰구간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(CI)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은 표본 평균이 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N-1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의 자유도를 가진 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t-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분포를 따른다고 가정합니다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.</a:t>
                      </a:r>
                      <a:endParaRPr lang="en-US" sz="1200" kern="1200" dirty="0">
                        <a:solidFill>
                          <a:schemeClr val="tx1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45138" marR="45138" marT="33854" marB="11285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6065635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804236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D6D0B8-B8D0-6148-1D67-F093168F17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20426DCC-D4B7-8BB2-4F66-3F7261796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spc="-50">
                <a:latin typeface="페이퍼로지 4 Regular" pitchFamily="2" charset="-127"/>
                <a:ea typeface="페이퍼로지 4 Regular" pitchFamily="2" charset="-127"/>
              </a:rPr>
              <a:t>- </a:t>
            </a:r>
            <a:fld id="{F0AEE96D-C800-4200-B178-74DC3655196B}" type="slidenum">
              <a:rPr lang="ko-KR" altLang="en-US" spc="-50">
                <a:latin typeface="페이퍼로지 4 Regular" pitchFamily="2" charset="-127"/>
                <a:ea typeface="페이퍼로지 4 Regular" pitchFamily="2" charset="-127"/>
              </a:rPr>
              <a:pPr/>
              <a:t>10</a:t>
            </a:fld>
            <a:r>
              <a:rPr lang="ko-KR" altLang="en-US" spc="-50">
                <a:latin typeface="페이퍼로지 4 Regular" pitchFamily="2" charset="-127"/>
                <a:ea typeface="페이퍼로지 4 Regular" pitchFamily="2" charset="-127"/>
              </a:rPr>
              <a:t> </a:t>
            </a:r>
            <a:r>
              <a:rPr spc="-50">
                <a:latin typeface="페이퍼로지 4 Regular" pitchFamily="2" charset="-127"/>
                <a:ea typeface="페이퍼로지 4 Regular" pitchFamily="2" charset="-127"/>
              </a:rPr>
              <a:t>-</a:t>
            </a:r>
            <a:endParaRPr lang="ko-KR" altLang="en-US" spc="-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0" name="텍스트 개체 틀 1">
            <a:extLst>
              <a:ext uri="{FF2B5EF4-FFF2-40B4-BE49-F238E27FC236}">
                <a16:creationId xmlns:a16="http://schemas.microsoft.com/office/drawing/2014/main" id="{940E665C-6DBB-A142-AD75-FB2A1DC61B85}"/>
              </a:ext>
            </a:extLst>
          </p:cNvPr>
          <p:cNvSpPr txBox="1">
            <a:spLocks/>
          </p:cNvSpPr>
          <p:nvPr/>
        </p:nvSpPr>
        <p:spPr>
          <a:xfrm>
            <a:off x="344487" y="836613"/>
            <a:ext cx="9217026" cy="576262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latinLnBrk="1">
              <a:defRPr sz="1700" spc="-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ko-KR" dirty="0"/>
              <a:t>상관관계 분석 결과, 개인-프로그램 적합도와 지인 추천 의향 간에는 통계적으로 유의한 강한 양의 상관관계가 나타</a:t>
            </a:r>
            <a:r>
              <a:rPr lang="ko-KR" altLang="en-US" dirty="0"/>
              <a:t>남</a:t>
            </a:r>
            <a:r>
              <a:rPr lang="ko-KR" altLang="ko-KR" dirty="0"/>
              <a:t>(</a:t>
            </a:r>
            <a:r>
              <a:rPr lang="ko-KR" altLang="ko-KR" dirty="0" err="1"/>
              <a:t>r</a:t>
            </a:r>
            <a:r>
              <a:rPr lang="ko-KR" altLang="ko-KR" dirty="0"/>
              <a:t>=.583, </a:t>
            </a:r>
            <a:r>
              <a:rPr lang="ko-KR" altLang="ko-KR" dirty="0" err="1"/>
              <a:t>p</a:t>
            </a:r>
            <a:r>
              <a:rPr lang="ko-KR" altLang="ko-KR" dirty="0"/>
              <a:t>&lt;.001)</a:t>
            </a:r>
            <a:r>
              <a:rPr lang="en-US" altLang="ko-KR" dirty="0"/>
              <a:t>.</a:t>
            </a:r>
            <a:endParaRPr lang="ko-KR" altLang="ko-KR" dirty="0"/>
          </a:p>
        </p:txBody>
      </p:sp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EF1834C2-D825-42C7-05D0-50B740A936C0}"/>
              </a:ext>
            </a:extLst>
          </p:cNvPr>
          <p:cNvGrpSpPr/>
          <p:nvPr/>
        </p:nvGrpSpPr>
        <p:grpSpPr>
          <a:xfrm>
            <a:off x="0" y="-762844"/>
            <a:ext cx="4375346" cy="626015"/>
            <a:chOff x="0" y="-762844"/>
            <a:chExt cx="4375346" cy="626015"/>
          </a:xfrm>
        </p:grpSpPr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37141496-D2DD-07C1-1081-504CC83112C8}"/>
                </a:ext>
              </a:extLst>
            </p:cNvPr>
            <p:cNvSpPr txBox="1"/>
            <p:nvPr/>
          </p:nvSpPr>
          <p:spPr>
            <a:xfrm>
              <a:off x="1229274" y="-762844"/>
              <a:ext cx="991907" cy="32898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algn="ctr"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ko-KR" altLang="en-US" sz="1625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페이퍼</a:t>
              </a:r>
              <a:r>
                <a:rPr lang="en-US" altLang="ko-KR" sz="1625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5</a:t>
              </a:r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018746EF-242F-ADD0-9495-E8C12B830AF2}"/>
                </a:ext>
              </a:extLst>
            </p:cNvPr>
            <p:cNvSpPr txBox="1"/>
            <p:nvPr/>
          </p:nvSpPr>
          <p:spPr>
            <a:xfrm>
              <a:off x="2316075" y="-762844"/>
              <a:ext cx="991907" cy="32898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algn="ctr"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ko-KR" altLang="en-US" sz="1463" spc="-4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페이퍼</a:t>
              </a:r>
              <a:r>
                <a:rPr lang="en-US" altLang="ko-KR" sz="1463" spc="-4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4</a:t>
              </a:r>
            </a:p>
          </p:txBody>
        </p:sp>
        <p:sp>
          <p:nvSpPr>
            <p:cNvPr id="130" name="직사각형 129">
              <a:extLst>
                <a:ext uri="{FF2B5EF4-FFF2-40B4-BE49-F238E27FC236}">
                  <a16:creationId xmlns:a16="http://schemas.microsoft.com/office/drawing/2014/main" id="{FCC19CFD-7515-D19F-1EB6-79BF1476E738}"/>
                </a:ext>
              </a:extLst>
            </p:cNvPr>
            <p:cNvSpPr/>
            <p:nvPr/>
          </p:nvSpPr>
          <p:spPr>
            <a:xfrm>
              <a:off x="2288686" y="-311024"/>
              <a:ext cx="289451" cy="162138"/>
            </a:xfrm>
            <a:prstGeom prst="rect">
              <a:avLst/>
            </a:prstGeom>
            <a:solidFill>
              <a:srgbClr val="96969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dirty="0">
                <a:ea typeface="a고딕12" panose="02020600000000000000" pitchFamily="18" charset="-127"/>
              </a:endParaRP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AD1765F5-2B51-AC19-D03F-E058A1804129}"/>
                </a:ext>
              </a:extLst>
            </p:cNvPr>
            <p:cNvSpPr txBox="1"/>
            <p:nvPr/>
          </p:nvSpPr>
          <p:spPr>
            <a:xfrm>
              <a:off x="142473" y="-762844"/>
              <a:ext cx="991907" cy="32898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algn="ctr"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ko-KR" altLang="en-US" sz="1625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6 SemiBold" pitchFamily="2" charset="-127"/>
                  <a:ea typeface="페이퍼로지 6 SemiBold" pitchFamily="2" charset="-127"/>
                </a:rPr>
                <a:t>페이퍼</a:t>
              </a:r>
              <a:r>
                <a:rPr lang="en-US" altLang="ko-KR" sz="1625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6 SemiBold" pitchFamily="2" charset="-127"/>
                  <a:ea typeface="페이퍼로지 6 SemiBold" pitchFamily="2" charset="-127"/>
                </a:rPr>
                <a:t>6</a:t>
              </a:r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8219BDE9-4F4E-B3A9-270B-6EA04372838C}"/>
                </a:ext>
              </a:extLst>
            </p:cNvPr>
            <p:cNvSpPr txBox="1"/>
            <p:nvPr/>
          </p:nvSpPr>
          <p:spPr>
            <a:xfrm>
              <a:off x="3383439" y="-762844"/>
              <a:ext cx="991907" cy="32898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algn="ctr"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ko-KR" altLang="en-US" sz="1463" spc="-4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3 Light" pitchFamily="2" charset="-127"/>
                  <a:ea typeface="페이퍼로지 3 Light" pitchFamily="2" charset="-127"/>
                </a:rPr>
                <a:t>페이퍼</a:t>
              </a:r>
              <a:r>
                <a:rPr lang="en-US" altLang="ko-KR" sz="1463" spc="-4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3 Light" pitchFamily="2" charset="-127"/>
                  <a:ea typeface="페이퍼로지 3 Light" pitchFamily="2" charset="-127"/>
                </a:rPr>
                <a:t>3</a:t>
              </a:r>
            </a:p>
          </p:txBody>
        </p:sp>
        <p:sp>
          <p:nvSpPr>
            <p:cNvPr id="133" name="직사각형 132">
              <a:extLst>
                <a:ext uri="{FF2B5EF4-FFF2-40B4-BE49-F238E27FC236}">
                  <a16:creationId xmlns:a16="http://schemas.microsoft.com/office/drawing/2014/main" id="{2114E560-C060-16BD-719F-17BB494A680A}"/>
                </a:ext>
              </a:extLst>
            </p:cNvPr>
            <p:cNvSpPr/>
            <p:nvPr/>
          </p:nvSpPr>
          <p:spPr>
            <a:xfrm>
              <a:off x="1907239" y="-305540"/>
              <a:ext cx="289451" cy="162138"/>
            </a:xfrm>
            <a:prstGeom prst="rect">
              <a:avLst/>
            </a:prstGeom>
            <a:solidFill>
              <a:srgbClr val="F3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  <p:sp>
          <p:nvSpPr>
            <p:cNvPr id="134" name="직사각형 133">
              <a:extLst>
                <a:ext uri="{FF2B5EF4-FFF2-40B4-BE49-F238E27FC236}">
                  <a16:creationId xmlns:a16="http://schemas.microsoft.com/office/drawing/2014/main" id="{D3E48B2C-C652-FA46-AD67-C1BFB999C38E}"/>
                </a:ext>
              </a:extLst>
            </p:cNvPr>
            <p:cNvSpPr/>
            <p:nvPr/>
          </p:nvSpPr>
          <p:spPr>
            <a:xfrm>
              <a:off x="1525792" y="-298967"/>
              <a:ext cx="289451" cy="162138"/>
            </a:xfrm>
            <a:prstGeom prst="rect">
              <a:avLst/>
            </a:prstGeom>
            <a:solidFill>
              <a:srgbClr val="AABAF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  <p:sp>
          <p:nvSpPr>
            <p:cNvPr id="135" name="직사각형 134">
              <a:extLst>
                <a:ext uri="{FF2B5EF4-FFF2-40B4-BE49-F238E27FC236}">
                  <a16:creationId xmlns:a16="http://schemas.microsoft.com/office/drawing/2014/main" id="{DB69208B-E2E9-AB42-023D-8E8000E37F29}"/>
                </a:ext>
              </a:extLst>
            </p:cNvPr>
            <p:cNvSpPr/>
            <p:nvPr/>
          </p:nvSpPr>
          <p:spPr>
            <a:xfrm>
              <a:off x="381448" y="-298967"/>
              <a:ext cx="289451" cy="162138"/>
            </a:xfrm>
            <a:prstGeom prst="rect">
              <a:avLst/>
            </a:prstGeom>
            <a:solidFill>
              <a:srgbClr val="00338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  <p:sp>
          <p:nvSpPr>
            <p:cNvPr id="136" name="직사각형 135">
              <a:extLst>
                <a:ext uri="{FF2B5EF4-FFF2-40B4-BE49-F238E27FC236}">
                  <a16:creationId xmlns:a16="http://schemas.microsoft.com/office/drawing/2014/main" id="{5EDE46C2-71C4-1813-B67A-D8293BF2F539}"/>
                </a:ext>
              </a:extLst>
            </p:cNvPr>
            <p:cNvSpPr/>
            <p:nvPr/>
          </p:nvSpPr>
          <p:spPr>
            <a:xfrm>
              <a:off x="762896" y="-298967"/>
              <a:ext cx="289451" cy="162138"/>
            </a:xfrm>
            <a:prstGeom prst="rect">
              <a:avLst/>
            </a:prstGeom>
            <a:solidFill>
              <a:srgbClr val="1E49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  <p:sp>
          <p:nvSpPr>
            <p:cNvPr id="137" name="직사각형 136">
              <a:extLst>
                <a:ext uri="{FF2B5EF4-FFF2-40B4-BE49-F238E27FC236}">
                  <a16:creationId xmlns:a16="http://schemas.microsoft.com/office/drawing/2014/main" id="{5444ABE9-6BC9-A9D4-AC25-31AC8CF28902}"/>
                </a:ext>
              </a:extLst>
            </p:cNvPr>
            <p:cNvSpPr/>
            <p:nvPr/>
          </p:nvSpPr>
          <p:spPr>
            <a:xfrm>
              <a:off x="1144344" y="-298967"/>
              <a:ext cx="289451" cy="162138"/>
            </a:xfrm>
            <a:prstGeom prst="rect">
              <a:avLst/>
            </a:prstGeom>
            <a:solidFill>
              <a:srgbClr val="5F7D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  <p:sp>
          <p:nvSpPr>
            <p:cNvPr id="138" name="직사각형 137">
              <a:extLst>
                <a:ext uri="{FF2B5EF4-FFF2-40B4-BE49-F238E27FC236}">
                  <a16:creationId xmlns:a16="http://schemas.microsoft.com/office/drawing/2014/main" id="{3806B591-2ECE-CF9C-690D-92F03B193578}"/>
                </a:ext>
              </a:extLst>
            </p:cNvPr>
            <p:cNvSpPr/>
            <p:nvPr/>
          </p:nvSpPr>
          <p:spPr>
            <a:xfrm>
              <a:off x="0" y="-305540"/>
              <a:ext cx="289451" cy="162138"/>
            </a:xfrm>
            <a:prstGeom prst="rect">
              <a:avLst/>
            </a:prstGeom>
            <a:solidFill>
              <a:srgbClr val="2F485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</p:grp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7697A536-F36B-F8CB-C23E-D4C712D6532B}"/>
              </a:ext>
            </a:extLst>
          </p:cNvPr>
          <p:cNvSpPr/>
          <p:nvPr/>
        </p:nvSpPr>
        <p:spPr>
          <a:xfrm>
            <a:off x="344488" y="262250"/>
            <a:ext cx="115827" cy="46800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0" fontAlgn="base" latinLnBrk="1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kumimoji="0" lang="ko-KR" altLang="en-US" sz="1400" b="0" i="0" u="none" strike="noStrike" kern="1200" cap="none" spc="-5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sp>
        <p:nvSpPr>
          <p:cNvPr id="140" name="직사각형 139">
            <a:extLst>
              <a:ext uri="{FF2B5EF4-FFF2-40B4-BE49-F238E27FC236}">
                <a16:creationId xmlns:a16="http://schemas.microsoft.com/office/drawing/2014/main" id="{B9EECC42-29D3-F8C1-ECE0-CCA2FE6E76E5}"/>
              </a:ext>
            </a:extLst>
          </p:cNvPr>
          <p:cNvSpPr/>
          <p:nvPr/>
        </p:nvSpPr>
        <p:spPr>
          <a:xfrm>
            <a:off x="498248" y="262250"/>
            <a:ext cx="1124475" cy="468000"/>
          </a:xfrm>
          <a:prstGeom prst="rect">
            <a:avLst/>
          </a:prstGeom>
          <a:solidFill>
            <a:srgbClr val="1E49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buNone/>
              <a:defRPr/>
            </a:pPr>
            <a:r>
              <a:rPr lang="ko-KR" altLang="en-US" sz="1400" spc="-50" dirty="0">
                <a:solidFill>
                  <a:prstClr val="white"/>
                </a:solidFill>
                <a:latin typeface="페이퍼로지 6 SemiBold" pitchFamily="2" charset="-127"/>
                <a:ea typeface="페이퍼로지 6 SemiBold" pitchFamily="2" charset="-127"/>
              </a:rPr>
              <a:t>상관관계</a:t>
            </a:r>
          </a:p>
        </p:txBody>
      </p:sp>
      <p:sp>
        <p:nvSpPr>
          <p:cNvPr id="44" name="텍스트 개체 틀 1">
            <a:extLst>
              <a:ext uri="{FF2B5EF4-FFF2-40B4-BE49-F238E27FC236}">
                <a16:creationId xmlns:a16="http://schemas.microsoft.com/office/drawing/2014/main" id="{735B5DF7-B535-7041-8AB4-3D1F9232F2F7}"/>
              </a:ext>
            </a:extLst>
          </p:cNvPr>
          <p:cNvSpPr txBox="1">
            <a:spLocks/>
          </p:cNvSpPr>
          <p:nvPr/>
        </p:nvSpPr>
        <p:spPr>
          <a:xfrm>
            <a:off x="346831" y="1538207"/>
            <a:ext cx="4464051" cy="3355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ctr" defTabSz="457200" rtl="0" eaLnBrk="1" latinLnBrk="0" hangingPunct="1">
              <a:defRPr lang="en-US" altLang="ko-KR" sz="813" kern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anose="020B0800000000000000" pitchFamily="50" charset="-127"/>
                <a:ea typeface="SpoqaHanSans-Bold" panose="020B0800000000000000" pitchFamily="50" charset="-127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1600" spc="-50" dirty="0">
                <a:latin typeface="페이퍼로지 5 Medium" pitchFamily="2" charset="-127"/>
                <a:ea typeface="페이퍼로지 5 Medium" pitchFamily="2" charset="-127"/>
              </a:rPr>
              <a:t>상관관계 분석 결과</a:t>
            </a:r>
          </a:p>
        </p:txBody>
      </p: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BE3F340D-67E2-4252-D5B9-05616671C8D3}"/>
              </a:ext>
            </a:extLst>
          </p:cNvPr>
          <p:cNvCxnSpPr>
            <a:cxnSpLocks/>
          </p:cNvCxnSpPr>
          <p:nvPr/>
        </p:nvCxnSpPr>
        <p:spPr>
          <a:xfrm>
            <a:off x="344488" y="1875393"/>
            <a:ext cx="9213673" cy="0"/>
          </a:xfrm>
          <a:prstGeom prst="line">
            <a:avLst/>
          </a:prstGeom>
          <a:ln w="28575">
            <a:solidFill>
              <a:srgbClr val="00338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7A2A068E-A29F-1ED2-51DB-A1C7B8BD02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995011"/>
              </p:ext>
            </p:extLst>
          </p:nvPr>
        </p:nvGraphicFramePr>
        <p:xfrm>
          <a:off x="344486" y="1989395"/>
          <a:ext cx="4464051" cy="3423643"/>
        </p:xfrm>
        <a:graphic>
          <a:graphicData uri="http://schemas.openxmlformats.org/drawingml/2006/table">
            <a:tbl>
              <a:tblPr/>
              <a:tblGrid>
                <a:gridCol w="708581">
                  <a:extLst>
                    <a:ext uri="{9D8B030D-6E8A-4147-A177-3AD203B41FA5}">
                      <a16:colId xmlns:a16="http://schemas.microsoft.com/office/drawing/2014/main" val="4154430851"/>
                    </a:ext>
                  </a:extLst>
                </a:gridCol>
                <a:gridCol w="314245">
                  <a:extLst>
                    <a:ext uri="{9D8B030D-6E8A-4147-A177-3AD203B41FA5}">
                      <a16:colId xmlns:a16="http://schemas.microsoft.com/office/drawing/2014/main" val="881695505"/>
                    </a:ext>
                  </a:extLst>
                </a:gridCol>
                <a:gridCol w="688245">
                  <a:extLst>
                    <a:ext uri="{9D8B030D-6E8A-4147-A177-3AD203B41FA5}">
                      <a16:colId xmlns:a16="http://schemas.microsoft.com/office/drawing/2014/main" val="3610459941"/>
                    </a:ext>
                  </a:extLst>
                </a:gridCol>
                <a:gridCol w="688245">
                  <a:extLst>
                    <a:ext uri="{9D8B030D-6E8A-4147-A177-3AD203B41FA5}">
                      <a16:colId xmlns:a16="http://schemas.microsoft.com/office/drawing/2014/main" val="3974176810"/>
                    </a:ext>
                  </a:extLst>
                </a:gridCol>
                <a:gridCol w="688245">
                  <a:extLst>
                    <a:ext uri="{9D8B030D-6E8A-4147-A177-3AD203B41FA5}">
                      <a16:colId xmlns:a16="http://schemas.microsoft.com/office/drawing/2014/main" val="3262544125"/>
                    </a:ext>
                  </a:extLst>
                </a:gridCol>
                <a:gridCol w="688245">
                  <a:extLst>
                    <a:ext uri="{9D8B030D-6E8A-4147-A177-3AD203B41FA5}">
                      <a16:colId xmlns:a16="http://schemas.microsoft.com/office/drawing/2014/main" val="3995384366"/>
                    </a:ext>
                  </a:extLst>
                </a:gridCol>
                <a:gridCol w="688245">
                  <a:extLst>
                    <a:ext uri="{9D8B030D-6E8A-4147-A177-3AD203B41FA5}">
                      <a16:colId xmlns:a16="http://schemas.microsoft.com/office/drawing/2014/main" val="2748651735"/>
                    </a:ext>
                  </a:extLst>
                </a:gridCol>
              </a:tblGrid>
              <a:tr h="278023">
                <a:tc gridSpan="2">
                  <a:txBody>
                    <a:bodyPr/>
                    <a:lstStyle/>
                    <a:p>
                      <a:pPr algn="ctr" rtl="0" fontAlgn="ctr" latinLnBrk="0">
                        <a:buNone/>
                      </a:pPr>
                      <a:r>
                        <a:rPr lang="ko-KR" altLang="en-US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구분</a:t>
                      </a:r>
                    </a:p>
                  </a:txBody>
                  <a:tcPr marL="34700" marR="34700" marT="1735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34700" marR="34700" marT="1735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개인</a:t>
                      </a:r>
                      <a:r>
                        <a:rPr lang="en-US" altLang="ko-KR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-</a:t>
                      </a:r>
                      <a:r>
                        <a:rPr lang="ko-KR" altLang="en-US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프로그램적합도</a:t>
                      </a:r>
                    </a:p>
                  </a:txBody>
                  <a:tcPr marL="29824" marR="29824" marT="14912" marB="14912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직무연관성</a:t>
                      </a:r>
                    </a:p>
                  </a:txBody>
                  <a:tcPr marL="29824" marR="29824" marT="14912" marB="14912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학습몰입도</a:t>
                      </a:r>
                    </a:p>
                  </a:txBody>
                  <a:tcPr marL="29824" marR="29824" marT="14912" marB="14912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장학금지원수준</a:t>
                      </a:r>
                    </a:p>
                  </a:txBody>
                  <a:tcPr marL="29824" marR="29824" marT="14912" marB="14912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MBA</a:t>
                      </a:r>
                      <a:r>
                        <a:rPr lang="ko-KR" altLang="en-US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만족도</a:t>
                      </a:r>
                    </a:p>
                  </a:txBody>
                  <a:tcPr marL="29824" marR="29824" marT="14912" marB="14912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6136340"/>
                  </a:ext>
                </a:extLst>
              </a:tr>
              <a:tr h="169868">
                <a:tc rowSpan="3"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직무연관성</a:t>
                      </a:r>
                    </a:p>
                  </a:txBody>
                  <a:tcPr marL="34700" marR="34700" marT="3470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en-US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R</a:t>
                      </a:r>
                    </a:p>
                  </a:txBody>
                  <a:tcPr marL="34700" marR="34700" marT="3470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altLang="ko-KR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0.425</a:t>
                      </a:r>
                      <a:r>
                        <a:rPr lang="ko-KR" altLang="en-US" sz="1000" b="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***</a:t>
                      </a:r>
                      <a:endParaRPr lang="ko-KR" altLang="en-US" sz="1000" dirty="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28913" marR="72281" marT="28913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altLang="ko-KR" sz="10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—</a:t>
                      </a:r>
                    </a:p>
                  </a:txBody>
                  <a:tcPr marL="28913" marR="72281" marT="28913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ko-KR" altLang="en-US" sz="10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 </a:t>
                      </a:r>
                    </a:p>
                  </a:txBody>
                  <a:tcPr marL="28913" marR="72281" marT="28913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ko-KR" altLang="en-US" sz="10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 </a:t>
                      </a:r>
                    </a:p>
                  </a:txBody>
                  <a:tcPr marL="28913" marR="72281" marT="28913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ko-KR" altLang="en-US" sz="10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 </a:t>
                      </a:r>
                    </a:p>
                  </a:txBody>
                  <a:tcPr marL="28913" marR="72281" marT="28913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7729144"/>
                  </a:ext>
                </a:extLst>
              </a:tr>
              <a:tr h="15545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en-US" altLang="ko-KR" sz="1000" dirty="0" err="1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df</a:t>
                      </a:r>
                      <a:endParaRPr lang="en-US" altLang="ko-KR" sz="1000" dirty="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34700" marR="34700" marT="1735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altLang="ko-KR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69</a:t>
                      </a:r>
                    </a:p>
                  </a:txBody>
                  <a:tcPr marL="28913" marR="72281" marT="14456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altLang="ko-KR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—</a:t>
                      </a:r>
                    </a:p>
                  </a:txBody>
                  <a:tcPr marL="28913" marR="72281" marT="14456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ko-KR" altLang="en-US" sz="10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 </a:t>
                      </a:r>
                    </a:p>
                  </a:txBody>
                  <a:tcPr marL="28913" marR="72281" marT="14456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ko-KR" altLang="en-US" sz="10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 </a:t>
                      </a:r>
                    </a:p>
                  </a:txBody>
                  <a:tcPr marL="28913" marR="72281" marT="14456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ko-KR" altLang="en-US" sz="10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 </a:t>
                      </a:r>
                    </a:p>
                  </a:txBody>
                  <a:tcPr marL="28913" marR="72281" marT="14456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8826662"/>
                  </a:ext>
                </a:extLst>
              </a:tr>
              <a:tr h="15545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en-US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P</a:t>
                      </a:r>
                    </a:p>
                  </a:txBody>
                  <a:tcPr marL="34700" marR="34700" marT="1735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altLang="ko-KR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&lt;.001</a:t>
                      </a:r>
                    </a:p>
                  </a:txBody>
                  <a:tcPr marL="28913" marR="72281" marT="14456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altLang="ko-KR" sz="10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—</a:t>
                      </a:r>
                    </a:p>
                  </a:txBody>
                  <a:tcPr marL="28913" marR="72281" marT="14456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ko-KR" altLang="en-US" sz="10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 </a:t>
                      </a:r>
                    </a:p>
                  </a:txBody>
                  <a:tcPr marL="28913" marR="72281" marT="14456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ko-KR" altLang="en-US" sz="10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 </a:t>
                      </a:r>
                    </a:p>
                  </a:txBody>
                  <a:tcPr marL="28913" marR="72281" marT="14456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ko-KR" altLang="en-US" sz="10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 </a:t>
                      </a:r>
                    </a:p>
                  </a:txBody>
                  <a:tcPr marL="28913" marR="72281" marT="14456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6654623"/>
                  </a:ext>
                </a:extLst>
              </a:tr>
              <a:tr h="169868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학습몰입도</a:t>
                      </a:r>
                    </a:p>
                  </a:txBody>
                  <a:tcPr marL="34700" marR="34700" marT="3470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en-US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R</a:t>
                      </a:r>
                    </a:p>
                  </a:txBody>
                  <a:tcPr marL="34700" marR="34700" marT="3470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altLang="ko-KR" sz="10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-0.036</a:t>
                      </a:r>
                    </a:p>
                  </a:txBody>
                  <a:tcPr marL="28913" marR="72281" marT="28913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altLang="ko-KR" sz="10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0.208</a:t>
                      </a:r>
                    </a:p>
                  </a:txBody>
                  <a:tcPr marL="28913" marR="72281" marT="28913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altLang="ko-KR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—</a:t>
                      </a:r>
                    </a:p>
                  </a:txBody>
                  <a:tcPr marL="28913" marR="72281" marT="28913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ko-KR" altLang="en-US" sz="10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 </a:t>
                      </a:r>
                    </a:p>
                  </a:txBody>
                  <a:tcPr marL="28913" marR="72281" marT="28913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ko-KR" altLang="en-US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 </a:t>
                      </a:r>
                    </a:p>
                  </a:txBody>
                  <a:tcPr marL="28913" marR="72281" marT="28913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0557128"/>
                  </a:ext>
                </a:extLst>
              </a:tr>
              <a:tr h="15545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en-US" altLang="ko-KR" sz="1000" dirty="0" err="1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df</a:t>
                      </a:r>
                      <a:endParaRPr lang="en-US" altLang="ko-KR" sz="1000" dirty="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34700" marR="34700" marT="1735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altLang="ko-KR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69</a:t>
                      </a:r>
                    </a:p>
                  </a:txBody>
                  <a:tcPr marL="28913" marR="72281" marT="14456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altLang="ko-KR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69</a:t>
                      </a:r>
                    </a:p>
                  </a:txBody>
                  <a:tcPr marL="28913" marR="72281" marT="14456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altLang="ko-KR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—</a:t>
                      </a:r>
                    </a:p>
                  </a:txBody>
                  <a:tcPr marL="28913" marR="72281" marT="14456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ko-KR" altLang="en-US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 </a:t>
                      </a:r>
                    </a:p>
                  </a:txBody>
                  <a:tcPr marL="28913" marR="72281" marT="14456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ko-KR" altLang="en-US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 </a:t>
                      </a:r>
                    </a:p>
                  </a:txBody>
                  <a:tcPr marL="28913" marR="72281" marT="14456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417134"/>
                  </a:ext>
                </a:extLst>
              </a:tr>
              <a:tr h="15545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en-US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P</a:t>
                      </a:r>
                    </a:p>
                  </a:txBody>
                  <a:tcPr marL="34700" marR="34700" marT="1735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altLang="ko-KR" sz="10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0.768</a:t>
                      </a:r>
                    </a:p>
                  </a:txBody>
                  <a:tcPr marL="28913" marR="72281" marT="14456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altLang="ko-KR" sz="10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0.082</a:t>
                      </a:r>
                    </a:p>
                  </a:txBody>
                  <a:tcPr marL="28913" marR="72281" marT="14456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altLang="ko-KR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—</a:t>
                      </a:r>
                    </a:p>
                  </a:txBody>
                  <a:tcPr marL="28913" marR="72281" marT="14456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ko-KR" altLang="en-US" sz="10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 </a:t>
                      </a:r>
                    </a:p>
                  </a:txBody>
                  <a:tcPr marL="28913" marR="72281" marT="14456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ko-KR" altLang="en-US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 </a:t>
                      </a:r>
                    </a:p>
                  </a:txBody>
                  <a:tcPr marL="28913" marR="72281" marT="14456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0023456"/>
                  </a:ext>
                </a:extLst>
              </a:tr>
              <a:tr h="169868">
                <a:tc rowSpan="3"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ko-KR" altLang="en-US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장학금</a:t>
                      </a:r>
                      <a:endParaRPr lang="en-US" altLang="ko-KR" sz="1000" dirty="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  <a:p>
                      <a:pPr algn="ctr" rtl="0" fontAlgn="t" latinLnBrk="0">
                        <a:buNone/>
                      </a:pPr>
                      <a:r>
                        <a:rPr lang="ko-KR" altLang="en-US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지원수준</a:t>
                      </a:r>
                    </a:p>
                  </a:txBody>
                  <a:tcPr marL="34700" marR="34700" marT="3470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en-US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R</a:t>
                      </a:r>
                    </a:p>
                  </a:txBody>
                  <a:tcPr marL="34700" marR="34700" marT="3470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altLang="ko-KR" sz="10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0.186</a:t>
                      </a:r>
                    </a:p>
                  </a:txBody>
                  <a:tcPr marL="28913" marR="72281" marT="28913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altLang="ko-KR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0.296</a:t>
                      </a:r>
                      <a:r>
                        <a:rPr lang="ko-KR" altLang="en-US" sz="1000" b="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*</a:t>
                      </a:r>
                      <a:endParaRPr lang="ko-KR" altLang="en-US" sz="1000" dirty="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28913" marR="72281" marT="28913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altLang="ko-KR" sz="10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0.166</a:t>
                      </a:r>
                    </a:p>
                  </a:txBody>
                  <a:tcPr marL="28913" marR="72281" marT="28913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altLang="ko-KR" sz="10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—</a:t>
                      </a:r>
                    </a:p>
                  </a:txBody>
                  <a:tcPr marL="28913" marR="72281" marT="28913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ko-KR" altLang="en-US" sz="10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 </a:t>
                      </a:r>
                    </a:p>
                  </a:txBody>
                  <a:tcPr marL="28913" marR="72281" marT="28913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2805837"/>
                  </a:ext>
                </a:extLst>
              </a:tr>
              <a:tr h="15545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en-US" altLang="ko-KR" sz="1000" dirty="0" err="1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df</a:t>
                      </a:r>
                      <a:endParaRPr lang="en-US" altLang="ko-KR" sz="1000" dirty="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34700" marR="34700" marT="1735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altLang="ko-KR" sz="10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69</a:t>
                      </a:r>
                    </a:p>
                  </a:txBody>
                  <a:tcPr marL="28913" marR="72281" marT="14456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altLang="ko-KR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69</a:t>
                      </a:r>
                    </a:p>
                  </a:txBody>
                  <a:tcPr marL="28913" marR="72281" marT="14456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altLang="ko-KR" sz="10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69</a:t>
                      </a:r>
                    </a:p>
                  </a:txBody>
                  <a:tcPr marL="28913" marR="72281" marT="14456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altLang="ko-KR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—</a:t>
                      </a:r>
                    </a:p>
                  </a:txBody>
                  <a:tcPr marL="28913" marR="72281" marT="14456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ko-KR" altLang="en-US" sz="10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 </a:t>
                      </a:r>
                    </a:p>
                  </a:txBody>
                  <a:tcPr marL="28913" marR="72281" marT="14456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2828676"/>
                  </a:ext>
                </a:extLst>
              </a:tr>
              <a:tr h="15545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en-US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P</a:t>
                      </a:r>
                    </a:p>
                  </a:txBody>
                  <a:tcPr marL="34700" marR="34700" marT="1735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altLang="ko-KR" sz="10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0.121</a:t>
                      </a:r>
                    </a:p>
                  </a:txBody>
                  <a:tcPr marL="28913" marR="72281" marT="14456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altLang="ko-KR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0.012</a:t>
                      </a:r>
                    </a:p>
                  </a:txBody>
                  <a:tcPr marL="28913" marR="72281" marT="14456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altLang="ko-KR" sz="10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0.166</a:t>
                      </a:r>
                    </a:p>
                  </a:txBody>
                  <a:tcPr marL="28913" marR="72281" marT="14456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altLang="ko-KR" sz="10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—</a:t>
                      </a:r>
                    </a:p>
                  </a:txBody>
                  <a:tcPr marL="28913" marR="72281" marT="14456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ko-KR" altLang="en-US" sz="10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 </a:t>
                      </a:r>
                    </a:p>
                  </a:txBody>
                  <a:tcPr marL="28913" marR="72281" marT="14456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3472624"/>
                  </a:ext>
                </a:extLst>
              </a:tr>
              <a:tr h="169868">
                <a:tc rowSpan="3"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en-US" altLang="ko-KR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MBA</a:t>
                      </a:r>
                    </a:p>
                    <a:p>
                      <a:pPr algn="ctr" rtl="0" fontAlgn="t" latinLnBrk="0">
                        <a:buNone/>
                      </a:pPr>
                      <a:r>
                        <a:rPr lang="ko-KR" altLang="en-US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만족도</a:t>
                      </a:r>
                    </a:p>
                  </a:txBody>
                  <a:tcPr marL="34700" marR="34700" marT="3470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en-US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R</a:t>
                      </a:r>
                    </a:p>
                  </a:txBody>
                  <a:tcPr marL="34700" marR="34700" marT="3470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altLang="ko-KR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0.675</a:t>
                      </a:r>
                      <a:r>
                        <a:rPr lang="ko-KR" altLang="en-US" sz="1000" b="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***</a:t>
                      </a:r>
                      <a:endParaRPr lang="ko-KR" altLang="en-US" sz="1000" dirty="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28913" marR="72281" marT="28913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altLang="ko-KR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0.609</a:t>
                      </a:r>
                      <a:r>
                        <a:rPr lang="ko-KR" altLang="en-US" sz="1000" b="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***</a:t>
                      </a:r>
                      <a:endParaRPr lang="ko-KR" altLang="en-US" sz="1000" dirty="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28913" marR="72281" marT="28913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altLang="ko-KR" sz="10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0.126</a:t>
                      </a:r>
                    </a:p>
                  </a:txBody>
                  <a:tcPr marL="28913" marR="72281" marT="28913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altLang="ko-KR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0.326</a:t>
                      </a:r>
                      <a:r>
                        <a:rPr lang="ko-KR" altLang="en-US" sz="1000" b="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**</a:t>
                      </a:r>
                      <a:endParaRPr lang="ko-KR" altLang="en-US" sz="1000" dirty="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28913" marR="72281" marT="28913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altLang="ko-KR" sz="10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—</a:t>
                      </a:r>
                    </a:p>
                  </a:txBody>
                  <a:tcPr marL="28913" marR="72281" marT="28913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8458579"/>
                  </a:ext>
                </a:extLst>
              </a:tr>
              <a:tr h="15545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en-US" altLang="ko-KR" sz="1000" dirty="0" err="1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df</a:t>
                      </a:r>
                      <a:endParaRPr lang="en-US" altLang="ko-KR" sz="1000" dirty="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34700" marR="34700" marT="1735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altLang="ko-KR" sz="10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69</a:t>
                      </a:r>
                    </a:p>
                  </a:txBody>
                  <a:tcPr marL="28913" marR="72281" marT="14456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altLang="ko-KR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69</a:t>
                      </a:r>
                    </a:p>
                  </a:txBody>
                  <a:tcPr marL="28913" marR="72281" marT="14456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altLang="ko-KR" sz="10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69</a:t>
                      </a:r>
                    </a:p>
                  </a:txBody>
                  <a:tcPr marL="28913" marR="72281" marT="14456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altLang="ko-KR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69</a:t>
                      </a:r>
                    </a:p>
                  </a:txBody>
                  <a:tcPr marL="28913" marR="72281" marT="14456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altLang="ko-KR" sz="10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—</a:t>
                      </a:r>
                    </a:p>
                  </a:txBody>
                  <a:tcPr marL="28913" marR="72281" marT="14456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5170440"/>
                  </a:ext>
                </a:extLst>
              </a:tr>
              <a:tr h="15545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en-US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P</a:t>
                      </a:r>
                    </a:p>
                  </a:txBody>
                  <a:tcPr marL="34700" marR="34700" marT="1735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altLang="ko-KR" sz="10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&lt;.001</a:t>
                      </a:r>
                    </a:p>
                  </a:txBody>
                  <a:tcPr marL="28913" marR="72281" marT="14456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altLang="ko-KR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&lt;.001</a:t>
                      </a:r>
                    </a:p>
                  </a:txBody>
                  <a:tcPr marL="28913" marR="72281" marT="14456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altLang="ko-KR" sz="10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0.294</a:t>
                      </a:r>
                    </a:p>
                  </a:txBody>
                  <a:tcPr marL="28913" marR="72281" marT="14456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altLang="ko-KR" sz="10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0.006</a:t>
                      </a:r>
                    </a:p>
                  </a:txBody>
                  <a:tcPr marL="28913" marR="72281" marT="14456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altLang="ko-KR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—</a:t>
                      </a:r>
                    </a:p>
                  </a:txBody>
                  <a:tcPr marL="28913" marR="72281" marT="14456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4651058"/>
                  </a:ext>
                </a:extLst>
              </a:tr>
              <a:tr h="169868">
                <a:tc rowSpan="3"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ko-KR" altLang="en-US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지인추천</a:t>
                      </a:r>
                      <a:endParaRPr lang="en-US" altLang="ko-KR" sz="1000" dirty="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  <a:p>
                      <a:pPr algn="ctr" rtl="0" fontAlgn="t" latinLnBrk="0">
                        <a:buNone/>
                      </a:pPr>
                      <a:r>
                        <a:rPr lang="ko-KR" altLang="en-US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의향</a:t>
                      </a:r>
                    </a:p>
                  </a:txBody>
                  <a:tcPr marL="34700" marR="34700" marT="3470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en-US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R</a:t>
                      </a:r>
                    </a:p>
                  </a:txBody>
                  <a:tcPr marL="34700" marR="34700" marT="3470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altLang="ko-KR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0.583</a:t>
                      </a:r>
                      <a:r>
                        <a:rPr lang="ko-KR" altLang="en-US" sz="1000" b="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***</a:t>
                      </a:r>
                      <a:endParaRPr lang="ko-KR" altLang="en-US" sz="1000" dirty="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28913" marR="72281" marT="28913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altLang="ko-KR" sz="10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0.526</a:t>
                      </a:r>
                      <a:r>
                        <a:rPr lang="ko-KR" altLang="en-US" sz="1000" b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***</a:t>
                      </a:r>
                      <a:endParaRPr lang="ko-KR" altLang="en-US" sz="100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28913" marR="72281" marT="28913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altLang="ko-KR" sz="10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0.107</a:t>
                      </a:r>
                    </a:p>
                  </a:txBody>
                  <a:tcPr marL="28913" marR="72281" marT="28913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altLang="ko-KR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0.317</a:t>
                      </a:r>
                      <a:r>
                        <a:rPr lang="ko-KR" altLang="en-US" sz="1000" b="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**</a:t>
                      </a:r>
                      <a:endParaRPr lang="ko-KR" altLang="en-US" sz="1000" dirty="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28913" marR="72281" marT="28913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altLang="ko-KR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0.748</a:t>
                      </a:r>
                      <a:r>
                        <a:rPr lang="ko-KR" altLang="en-US" sz="1000" b="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***</a:t>
                      </a:r>
                      <a:endParaRPr lang="ko-KR" altLang="en-US" sz="1000" dirty="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28913" marR="72281" marT="28913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3309966"/>
                  </a:ext>
                </a:extLst>
              </a:tr>
              <a:tr h="15545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en-US" altLang="ko-KR" sz="1000" dirty="0" err="1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df</a:t>
                      </a:r>
                      <a:endParaRPr lang="en-US" altLang="ko-KR" sz="1000" dirty="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34700" marR="34700" marT="1735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altLang="ko-KR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69</a:t>
                      </a:r>
                    </a:p>
                  </a:txBody>
                  <a:tcPr marL="28913" marR="72281" marT="14456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altLang="ko-KR" sz="10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69</a:t>
                      </a:r>
                    </a:p>
                  </a:txBody>
                  <a:tcPr marL="28913" marR="72281" marT="14456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altLang="ko-KR" sz="10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69</a:t>
                      </a:r>
                    </a:p>
                  </a:txBody>
                  <a:tcPr marL="28913" marR="72281" marT="14456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altLang="ko-KR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69</a:t>
                      </a:r>
                    </a:p>
                  </a:txBody>
                  <a:tcPr marL="28913" marR="72281" marT="14456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altLang="ko-KR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69</a:t>
                      </a:r>
                    </a:p>
                  </a:txBody>
                  <a:tcPr marL="28913" marR="72281" marT="14456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1432714"/>
                  </a:ext>
                </a:extLst>
              </a:tr>
              <a:tr h="162655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en-US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P</a:t>
                      </a:r>
                    </a:p>
                  </a:txBody>
                  <a:tcPr marL="34700" marR="34700" marT="1735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altLang="ko-KR" sz="10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&lt;.001</a:t>
                      </a:r>
                    </a:p>
                  </a:txBody>
                  <a:tcPr marL="28913" marR="72281" marT="14456" marB="28913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altLang="ko-KR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&lt;.001</a:t>
                      </a:r>
                    </a:p>
                  </a:txBody>
                  <a:tcPr marL="28913" marR="72281" marT="14456" marB="28913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altLang="ko-KR" sz="10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0.374</a:t>
                      </a:r>
                    </a:p>
                  </a:txBody>
                  <a:tcPr marL="28913" marR="72281" marT="14456" marB="28913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altLang="ko-KR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0.007</a:t>
                      </a:r>
                    </a:p>
                  </a:txBody>
                  <a:tcPr marL="28913" marR="72281" marT="14456" marB="28913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altLang="ko-KR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&lt;.001</a:t>
                      </a:r>
                    </a:p>
                  </a:txBody>
                  <a:tcPr marL="28913" marR="72281" marT="14456" marB="28913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8756217"/>
                  </a:ext>
                </a:extLst>
              </a:tr>
              <a:tr h="155453">
                <a:tc gridSpan="4">
                  <a:txBody>
                    <a:bodyPr/>
                    <a:lstStyle/>
                    <a:p>
                      <a:pPr algn="l" rtl="0" fontAlgn="ctr" latinLnBrk="0">
                        <a:buNone/>
                      </a:pPr>
                      <a:r>
                        <a:rPr lang="en-US" sz="1000" b="0" i="1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Note.</a:t>
                      </a:r>
                      <a:r>
                        <a:rPr lang="en-US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 * p &lt; .05, ** p &lt; .01, *** p &lt; .001</a:t>
                      </a:r>
                    </a:p>
                  </a:txBody>
                  <a:tcPr marL="34700" marR="34700" marT="26025" marB="8675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l" rtl="0" fontAlgn="ctr" latinLnBrk="0">
                        <a:buNone/>
                      </a:pPr>
                      <a:endParaRPr lang="en-US" sz="1000" dirty="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34700" marR="34700" marT="26025" marB="8675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1317535"/>
                  </a:ext>
                </a:extLst>
              </a:tr>
            </a:tbl>
          </a:graphicData>
        </a:graphic>
      </p:graphicFrame>
      <p:sp>
        <p:nvSpPr>
          <p:cNvPr id="14" name="모서리가 둥근 직사각형 197">
            <a:extLst>
              <a:ext uri="{FF2B5EF4-FFF2-40B4-BE49-F238E27FC236}">
                <a16:creationId xmlns:a16="http://schemas.microsoft.com/office/drawing/2014/main" id="{12695600-6A61-C954-5F1D-1EEFE448E89F}"/>
              </a:ext>
            </a:extLst>
          </p:cNvPr>
          <p:cNvSpPr/>
          <p:nvPr/>
        </p:nvSpPr>
        <p:spPr>
          <a:xfrm>
            <a:off x="344485" y="5816534"/>
            <a:ext cx="9213673" cy="566163"/>
          </a:xfrm>
          <a:prstGeom prst="roundRect">
            <a:avLst>
              <a:gd name="adj" fmla="val 3014"/>
            </a:avLst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35999" rtlCol="0" anchor="t" anchorCtr="0"/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200" b="1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[</a:t>
            </a:r>
            <a:r>
              <a:rPr lang="ko-KR" altLang="ko-KR" sz="1200" b="1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지인 추천 의향</a:t>
            </a:r>
            <a:r>
              <a:rPr lang="ko-KR" altLang="en-US" sz="1200" b="1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과의 상관관계</a:t>
            </a:r>
            <a:r>
              <a:rPr lang="en-US" altLang="ko-KR" sz="1200" b="1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]</a:t>
            </a:r>
            <a:endParaRPr lang="ko-KR" altLang="ko-KR" sz="1200" dirty="0">
              <a:solidFill>
                <a:schemeClr val="tx1"/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ko-KR" altLang="en-US" sz="11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주요 변수 간의 상관관계를 분석한 결과 학습몰입도를 제외하고</a:t>
            </a:r>
            <a:r>
              <a:rPr lang="en-US" altLang="ko-KR" sz="11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, </a:t>
            </a:r>
            <a:r>
              <a:rPr lang="ko-KR" altLang="en-US" sz="11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모두 유의미한 양</a:t>
            </a:r>
            <a:r>
              <a:rPr lang="en-US" altLang="ko-KR" sz="11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(+)</a:t>
            </a:r>
            <a:r>
              <a:rPr lang="ko-KR" altLang="en-US" sz="11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의 관계를 나타냄</a:t>
            </a:r>
            <a:r>
              <a:rPr lang="en-US" altLang="ko-KR" sz="11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.</a:t>
            </a:r>
            <a:endParaRPr lang="ko-KR" altLang="ko-KR" sz="1100" dirty="0">
              <a:solidFill>
                <a:schemeClr val="tx1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8011063C-C61F-B024-2EA5-2FE8252B30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5100882"/>
              </p:ext>
            </p:extLst>
          </p:nvPr>
        </p:nvGraphicFramePr>
        <p:xfrm>
          <a:off x="5094110" y="1989395"/>
          <a:ext cx="4464051" cy="3414974"/>
        </p:xfrm>
        <a:graphic>
          <a:graphicData uri="http://schemas.openxmlformats.org/drawingml/2006/table">
            <a:tbl>
              <a:tblPr/>
              <a:tblGrid>
                <a:gridCol w="708581">
                  <a:extLst>
                    <a:ext uri="{9D8B030D-6E8A-4147-A177-3AD203B41FA5}">
                      <a16:colId xmlns:a16="http://schemas.microsoft.com/office/drawing/2014/main" val="4154430851"/>
                    </a:ext>
                  </a:extLst>
                </a:gridCol>
                <a:gridCol w="314245">
                  <a:extLst>
                    <a:ext uri="{9D8B030D-6E8A-4147-A177-3AD203B41FA5}">
                      <a16:colId xmlns:a16="http://schemas.microsoft.com/office/drawing/2014/main" val="881695505"/>
                    </a:ext>
                  </a:extLst>
                </a:gridCol>
                <a:gridCol w="688245">
                  <a:extLst>
                    <a:ext uri="{9D8B030D-6E8A-4147-A177-3AD203B41FA5}">
                      <a16:colId xmlns:a16="http://schemas.microsoft.com/office/drawing/2014/main" val="3610459941"/>
                    </a:ext>
                  </a:extLst>
                </a:gridCol>
                <a:gridCol w="688245">
                  <a:extLst>
                    <a:ext uri="{9D8B030D-6E8A-4147-A177-3AD203B41FA5}">
                      <a16:colId xmlns:a16="http://schemas.microsoft.com/office/drawing/2014/main" val="3974176810"/>
                    </a:ext>
                  </a:extLst>
                </a:gridCol>
                <a:gridCol w="688245">
                  <a:extLst>
                    <a:ext uri="{9D8B030D-6E8A-4147-A177-3AD203B41FA5}">
                      <a16:colId xmlns:a16="http://schemas.microsoft.com/office/drawing/2014/main" val="3262544125"/>
                    </a:ext>
                  </a:extLst>
                </a:gridCol>
                <a:gridCol w="688245">
                  <a:extLst>
                    <a:ext uri="{9D8B030D-6E8A-4147-A177-3AD203B41FA5}">
                      <a16:colId xmlns:a16="http://schemas.microsoft.com/office/drawing/2014/main" val="3995384366"/>
                    </a:ext>
                  </a:extLst>
                </a:gridCol>
                <a:gridCol w="688245">
                  <a:extLst>
                    <a:ext uri="{9D8B030D-6E8A-4147-A177-3AD203B41FA5}">
                      <a16:colId xmlns:a16="http://schemas.microsoft.com/office/drawing/2014/main" val="2748651735"/>
                    </a:ext>
                  </a:extLst>
                </a:gridCol>
              </a:tblGrid>
              <a:tr h="278023">
                <a:tc gridSpan="2">
                  <a:txBody>
                    <a:bodyPr/>
                    <a:lstStyle/>
                    <a:p>
                      <a:pPr algn="ctr" rtl="0" fontAlgn="ctr" latinLnBrk="0">
                        <a:buNone/>
                      </a:pPr>
                      <a:r>
                        <a:rPr lang="ko-KR" altLang="en-US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구분</a:t>
                      </a:r>
                    </a:p>
                  </a:txBody>
                  <a:tcPr marL="34700" marR="34700" marT="1735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34700" marR="34700" marT="1735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개인</a:t>
                      </a:r>
                      <a:r>
                        <a:rPr lang="en-US" altLang="ko-KR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-</a:t>
                      </a:r>
                      <a:r>
                        <a:rPr lang="ko-KR" altLang="en-US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프로그램적합도</a:t>
                      </a:r>
                    </a:p>
                  </a:txBody>
                  <a:tcPr marL="29824" marR="29824" marT="14912" marB="14912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직무연관성</a:t>
                      </a:r>
                    </a:p>
                  </a:txBody>
                  <a:tcPr marL="29824" marR="29824" marT="14912" marB="14912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학습몰입도</a:t>
                      </a:r>
                    </a:p>
                  </a:txBody>
                  <a:tcPr marL="29824" marR="29824" marT="14912" marB="14912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장학금지원수준</a:t>
                      </a:r>
                    </a:p>
                  </a:txBody>
                  <a:tcPr marL="29824" marR="29824" marT="14912" marB="14912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MBA</a:t>
                      </a:r>
                      <a:r>
                        <a:rPr lang="ko-KR" altLang="en-US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만족도</a:t>
                      </a:r>
                    </a:p>
                  </a:txBody>
                  <a:tcPr marL="29824" marR="29824" marT="14912" marB="14912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6136340"/>
                  </a:ext>
                </a:extLst>
              </a:tr>
              <a:tr h="169868">
                <a:tc rowSpan="3"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직무연관성</a:t>
                      </a:r>
                    </a:p>
                  </a:txBody>
                  <a:tcPr marL="34700" marR="34700" marT="3470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en-US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R</a:t>
                      </a:r>
                    </a:p>
                  </a:txBody>
                  <a:tcPr marL="34700" marR="34700" marT="3470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15" gridSpan="5">
                  <a:txBody>
                    <a:bodyPr/>
                    <a:lstStyle/>
                    <a:p>
                      <a:pPr algn="l" rtl="0" fontAlgn="t">
                        <a:buNone/>
                      </a:pPr>
                      <a:endParaRPr lang="ko-KR" altLang="en-US" sz="1000" dirty="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28913" marR="72281" marT="28913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15" hMerge="1">
                  <a:txBody>
                    <a:bodyPr/>
                    <a:lstStyle/>
                    <a:p>
                      <a:pPr algn="l" rtl="0" fontAlgn="t">
                        <a:buNone/>
                      </a:pPr>
                      <a:endParaRPr lang="en-US" altLang="ko-KR" sz="100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28913" marR="72281" marT="28913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15" hMerge="1">
                  <a:txBody>
                    <a:bodyPr/>
                    <a:lstStyle/>
                    <a:p>
                      <a:pPr algn="l" rtl="0" fontAlgn="t">
                        <a:buNone/>
                      </a:pPr>
                      <a:endParaRPr lang="ko-KR" altLang="en-US" sz="100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28913" marR="72281" marT="28913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15" hMerge="1">
                  <a:txBody>
                    <a:bodyPr/>
                    <a:lstStyle/>
                    <a:p>
                      <a:pPr algn="l" rtl="0" fontAlgn="t">
                        <a:buNone/>
                      </a:pPr>
                      <a:endParaRPr lang="ko-KR" altLang="en-US" sz="100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28913" marR="72281" marT="28913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15" hMerge="1">
                  <a:txBody>
                    <a:bodyPr/>
                    <a:lstStyle/>
                    <a:p>
                      <a:pPr algn="l" rtl="0" fontAlgn="t">
                        <a:buNone/>
                      </a:pPr>
                      <a:endParaRPr lang="ko-KR" altLang="en-US" sz="100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28913" marR="72281" marT="28913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7729144"/>
                  </a:ext>
                </a:extLst>
              </a:tr>
              <a:tr h="15545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en-US" altLang="ko-KR" sz="1000" dirty="0" err="1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df</a:t>
                      </a:r>
                      <a:endParaRPr lang="en-US" altLang="ko-KR" sz="1000" dirty="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34700" marR="34700" marT="1735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5" vMerge="1">
                  <a:txBody>
                    <a:bodyPr/>
                    <a:lstStyle/>
                    <a:p>
                      <a:pPr algn="l" rtl="0" fontAlgn="t">
                        <a:buNone/>
                      </a:pPr>
                      <a:endParaRPr lang="en-US" altLang="ko-KR" sz="1000" dirty="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28913" marR="72281" marT="14456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l" rtl="0" fontAlgn="t">
                        <a:buNone/>
                      </a:pPr>
                      <a:endParaRPr lang="en-US" altLang="ko-KR" sz="1000" dirty="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28913" marR="72281" marT="14456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l" rtl="0" fontAlgn="t">
                        <a:buNone/>
                      </a:pPr>
                      <a:endParaRPr lang="ko-KR" altLang="en-US" sz="100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28913" marR="72281" marT="14456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l" rtl="0" fontAlgn="t">
                        <a:buNone/>
                      </a:pPr>
                      <a:endParaRPr lang="ko-KR" altLang="en-US" sz="100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28913" marR="72281" marT="14456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l" rtl="0" fontAlgn="t">
                        <a:buNone/>
                      </a:pPr>
                      <a:endParaRPr lang="ko-KR" altLang="en-US" sz="100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28913" marR="72281" marT="14456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8826662"/>
                  </a:ext>
                </a:extLst>
              </a:tr>
              <a:tr h="15545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en-US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P</a:t>
                      </a:r>
                    </a:p>
                  </a:txBody>
                  <a:tcPr marL="34700" marR="34700" marT="1735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5" vMerge="1">
                  <a:txBody>
                    <a:bodyPr/>
                    <a:lstStyle/>
                    <a:p>
                      <a:pPr algn="l" rtl="0" fontAlgn="t">
                        <a:buNone/>
                      </a:pPr>
                      <a:endParaRPr lang="en-US" altLang="ko-KR" sz="1000" dirty="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28913" marR="72281" marT="14456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l" rtl="0" fontAlgn="t">
                        <a:buNone/>
                      </a:pPr>
                      <a:endParaRPr lang="en-US" altLang="ko-KR" sz="100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28913" marR="72281" marT="14456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l" rtl="0" fontAlgn="t">
                        <a:buNone/>
                      </a:pPr>
                      <a:endParaRPr lang="ko-KR" altLang="en-US" sz="100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28913" marR="72281" marT="14456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l" rtl="0" fontAlgn="t">
                        <a:buNone/>
                      </a:pPr>
                      <a:endParaRPr lang="ko-KR" altLang="en-US" sz="100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28913" marR="72281" marT="14456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l" rtl="0" fontAlgn="t">
                        <a:buNone/>
                      </a:pPr>
                      <a:endParaRPr lang="ko-KR" altLang="en-US" sz="100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28913" marR="72281" marT="14456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6654623"/>
                  </a:ext>
                </a:extLst>
              </a:tr>
              <a:tr h="169868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학습몰입도</a:t>
                      </a:r>
                    </a:p>
                  </a:txBody>
                  <a:tcPr marL="34700" marR="34700" marT="3470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en-US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R</a:t>
                      </a:r>
                    </a:p>
                  </a:txBody>
                  <a:tcPr marL="34700" marR="34700" marT="3470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5" vMerge="1">
                  <a:txBody>
                    <a:bodyPr/>
                    <a:lstStyle/>
                    <a:p>
                      <a:pPr algn="l" rtl="0" fontAlgn="t">
                        <a:buNone/>
                      </a:pPr>
                      <a:endParaRPr lang="en-US" altLang="ko-KR" sz="100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28913" marR="72281" marT="28913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l" rtl="0" fontAlgn="t">
                        <a:buNone/>
                      </a:pPr>
                      <a:endParaRPr lang="en-US" altLang="ko-KR" sz="100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28913" marR="72281" marT="28913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l" rtl="0" fontAlgn="t">
                        <a:buNone/>
                      </a:pPr>
                      <a:endParaRPr lang="en-US" altLang="ko-KR" sz="1000" dirty="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28913" marR="72281" marT="28913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l" rtl="0" fontAlgn="t">
                        <a:buNone/>
                      </a:pPr>
                      <a:endParaRPr lang="ko-KR" altLang="en-US" sz="100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28913" marR="72281" marT="28913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l" rtl="0" fontAlgn="t">
                        <a:buNone/>
                      </a:pPr>
                      <a:endParaRPr lang="ko-KR" altLang="en-US" sz="1000" dirty="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28913" marR="72281" marT="28913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0557128"/>
                  </a:ext>
                </a:extLst>
              </a:tr>
              <a:tr h="15545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en-US" altLang="ko-KR" sz="1000" dirty="0" err="1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df</a:t>
                      </a:r>
                      <a:endParaRPr lang="en-US" altLang="ko-KR" sz="1000" dirty="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34700" marR="34700" marT="1735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5" vMerge="1">
                  <a:txBody>
                    <a:bodyPr/>
                    <a:lstStyle/>
                    <a:p>
                      <a:pPr algn="l" rtl="0" fontAlgn="t">
                        <a:buNone/>
                      </a:pPr>
                      <a:endParaRPr lang="en-US" altLang="ko-KR" sz="1000" dirty="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28913" marR="72281" marT="14456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l" rtl="0" fontAlgn="t">
                        <a:buNone/>
                      </a:pPr>
                      <a:endParaRPr lang="en-US" altLang="ko-KR" sz="1000" dirty="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28913" marR="72281" marT="14456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l" rtl="0" fontAlgn="t">
                        <a:buNone/>
                      </a:pPr>
                      <a:endParaRPr lang="en-US" altLang="ko-KR" sz="1000" dirty="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28913" marR="72281" marT="14456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l" rtl="0" fontAlgn="t">
                        <a:buNone/>
                      </a:pPr>
                      <a:endParaRPr lang="ko-KR" altLang="en-US" sz="1000" dirty="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28913" marR="72281" marT="14456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l" rtl="0" fontAlgn="t">
                        <a:buNone/>
                      </a:pPr>
                      <a:endParaRPr lang="ko-KR" altLang="en-US" sz="1000" dirty="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28913" marR="72281" marT="14456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417134"/>
                  </a:ext>
                </a:extLst>
              </a:tr>
              <a:tr h="15545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en-US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P</a:t>
                      </a:r>
                    </a:p>
                  </a:txBody>
                  <a:tcPr marL="34700" marR="34700" marT="1735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5" vMerge="1">
                  <a:txBody>
                    <a:bodyPr/>
                    <a:lstStyle/>
                    <a:p>
                      <a:pPr algn="l" rtl="0" fontAlgn="t">
                        <a:buNone/>
                      </a:pPr>
                      <a:endParaRPr lang="en-US" altLang="ko-KR" sz="100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28913" marR="72281" marT="14456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l" rtl="0" fontAlgn="t">
                        <a:buNone/>
                      </a:pPr>
                      <a:endParaRPr lang="en-US" altLang="ko-KR" sz="1000" dirty="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28913" marR="72281" marT="14456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l" rtl="0" fontAlgn="t">
                        <a:buNone/>
                      </a:pPr>
                      <a:endParaRPr lang="en-US" altLang="ko-KR" sz="1000" dirty="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28913" marR="72281" marT="14456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l" rtl="0" fontAlgn="t">
                        <a:buNone/>
                      </a:pPr>
                      <a:endParaRPr lang="ko-KR" altLang="en-US" sz="100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28913" marR="72281" marT="14456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l" rtl="0" fontAlgn="t">
                        <a:buNone/>
                      </a:pPr>
                      <a:endParaRPr lang="ko-KR" altLang="en-US" sz="1000" dirty="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28913" marR="72281" marT="14456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0023456"/>
                  </a:ext>
                </a:extLst>
              </a:tr>
              <a:tr h="169868">
                <a:tc rowSpan="3"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ko-KR" altLang="en-US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장학금</a:t>
                      </a:r>
                      <a:endParaRPr lang="en-US" altLang="ko-KR" sz="1000" dirty="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  <a:p>
                      <a:pPr algn="ctr" rtl="0" fontAlgn="t" latinLnBrk="0">
                        <a:buNone/>
                      </a:pPr>
                      <a:r>
                        <a:rPr lang="ko-KR" altLang="en-US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지원수준</a:t>
                      </a:r>
                    </a:p>
                  </a:txBody>
                  <a:tcPr marL="34700" marR="34700" marT="3470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en-US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R</a:t>
                      </a:r>
                    </a:p>
                  </a:txBody>
                  <a:tcPr marL="34700" marR="34700" marT="3470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5" vMerge="1">
                  <a:txBody>
                    <a:bodyPr/>
                    <a:lstStyle/>
                    <a:p>
                      <a:pPr algn="l" rtl="0" fontAlgn="t">
                        <a:buNone/>
                      </a:pPr>
                      <a:endParaRPr lang="en-US" altLang="ko-KR" sz="100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28913" marR="72281" marT="28913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l" rtl="0" fontAlgn="t">
                        <a:buNone/>
                      </a:pPr>
                      <a:endParaRPr lang="ko-KR" altLang="en-US" sz="1000" dirty="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28913" marR="72281" marT="28913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l" rtl="0" fontAlgn="t">
                        <a:buNone/>
                      </a:pPr>
                      <a:endParaRPr lang="en-US" altLang="ko-KR" sz="100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28913" marR="72281" marT="28913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l" rtl="0" fontAlgn="t">
                        <a:buNone/>
                      </a:pPr>
                      <a:endParaRPr lang="en-US" altLang="ko-KR" sz="100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28913" marR="72281" marT="28913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l" rtl="0" fontAlgn="t">
                        <a:buNone/>
                      </a:pPr>
                      <a:endParaRPr lang="ko-KR" altLang="en-US" sz="100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28913" marR="72281" marT="28913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2805837"/>
                  </a:ext>
                </a:extLst>
              </a:tr>
              <a:tr h="15545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en-US" altLang="ko-KR" sz="1000" dirty="0" err="1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df</a:t>
                      </a:r>
                      <a:endParaRPr lang="en-US" altLang="ko-KR" sz="1000" dirty="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34700" marR="34700" marT="1735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5" vMerge="1">
                  <a:txBody>
                    <a:bodyPr/>
                    <a:lstStyle/>
                    <a:p>
                      <a:pPr algn="l" rtl="0" fontAlgn="t">
                        <a:buNone/>
                      </a:pPr>
                      <a:endParaRPr lang="en-US" altLang="ko-KR" sz="100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28913" marR="72281" marT="14456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l" rtl="0" fontAlgn="t">
                        <a:buNone/>
                      </a:pPr>
                      <a:endParaRPr lang="en-US" altLang="ko-KR" sz="1000" dirty="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28913" marR="72281" marT="14456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l" rtl="0" fontAlgn="t">
                        <a:buNone/>
                      </a:pPr>
                      <a:endParaRPr lang="en-US" altLang="ko-KR" sz="1000" dirty="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28913" marR="72281" marT="14456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l" rtl="0" fontAlgn="t">
                        <a:buNone/>
                      </a:pPr>
                      <a:endParaRPr lang="en-US" altLang="ko-KR" sz="1000" dirty="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28913" marR="72281" marT="14456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l" rtl="0" fontAlgn="t">
                        <a:buNone/>
                      </a:pPr>
                      <a:endParaRPr lang="ko-KR" altLang="en-US" sz="100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28913" marR="72281" marT="14456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2828676"/>
                  </a:ext>
                </a:extLst>
              </a:tr>
              <a:tr h="15545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en-US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P</a:t>
                      </a:r>
                    </a:p>
                  </a:txBody>
                  <a:tcPr marL="34700" marR="34700" marT="1735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5" vMerge="1">
                  <a:txBody>
                    <a:bodyPr/>
                    <a:lstStyle/>
                    <a:p>
                      <a:pPr algn="l" rtl="0" fontAlgn="t">
                        <a:buNone/>
                      </a:pPr>
                      <a:endParaRPr lang="en-US" altLang="ko-KR" sz="100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28913" marR="72281" marT="14456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l" rtl="0" fontAlgn="t">
                        <a:buNone/>
                      </a:pPr>
                      <a:endParaRPr lang="en-US" altLang="ko-KR" sz="1000" dirty="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28913" marR="72281" marT="14456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l" rtl="0" fontAlgn="t">
                        <a:buNone/>
                      </a:pPr>
                      <a:endParaRPr lang="en-US" altLang="ko-KR" sz="100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28913" marR="72281" marT="14456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l" rtl="0" fontAlgn="t">
                        <a:buNone/>
                      </a:pPr>
                      <a:endParaRPr lang="en-US" altLang="ko-KR" sz="1000" dirty="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28913" marR="72281" marT="14456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l" rtl="0" fontAlgn="t">
                        <a:buNone/>
                      </a:pPr>
                      <a:endParaRPr lang="ko-KR" altLang="en-US" sz="100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28913" marR="72281" marT="14456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3472624"/>
                  </a:ext>
                </a:extLst>
              </a:tr>
              <a:tr h="169868">
                <a:tc rowSpan="3"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en-US" altLang="ko-KR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MBA</a:t>
                      </a:r>
                    </a:p>
                    <a:p>
                      <a:pPr algn="ctr" rtl="0" fontAlgn="t" latinLnBrk="0">
                        <a:buNone/>
                      </a:pPr>
                      <a:r>
                        <a:rPr lang="ko-KR" altLang="en-US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만족도</a:t>
                      </a:r>
                    </a:p>
                  </a:txBody>
                  <a:tcPr marL="34700" marR="34700" marT="3470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en-US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R</a:t>
                      </a:r>
                    </a:p>
                  </a:txBody>
                  <a:tcPr marL="34700" marR="34700" marT="3470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5" vMerge="1">
                  <a:txBody>
                    <a:bodyPr/>
                    <a:lstStyle/>
                    <a:p>
                      <a:pPr algn="l" rtl="0" fontAlgn="t">
                        <a:buNone/>
                      </a:pPr>
                      <a:endParaRPr lang="ko-KR" altLang="en-US" sz="1000" dirty="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28913" marR="72281" marT="28913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l" rtl="0" fontAlgn="t">
                        <a:buNone/>
                      </a:pPr>
                      <a:endParaRPr lang="ko-KR" altLang="en-US" sz="1000" dirty="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28913" marR="72281" marT="28913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l" rtl="0" fontAlgn="t">
                        <a:buNone/>
                      </a:pPr>
                      <a:endParaRPr lang="en-US" altLang="ko-KR" sz="1000" dirty="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28913" marR="72281" marT="28913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l" rtl="0" fontAlgn="t">
                        <a:buNone/>
                      </a:pPr>
                      <a:endParaRPr lang="ko-KR" altLang="en-US" sz="1000" dirty="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28913" marR="72281" marT="28913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l" rtl="0" fontAlgn="t">
                        <a:buNone/>
                      </a:pPr>
                      <a:endParaRPr lang="en-US" altLang="ko-KR" sz="100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28913" marR="72281" marT="28913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8458579"/>
                  </a:ext>
                </a:extLst>
              </a:tr>
              <a:tr h="15545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en-US" altLang="ko-KR" sz="1000" dirty="0" err="1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df</a:t>
                      </a:r>
                      <a:endParaRPr lang="en-US" altLang="ko-KR" sz="1000" dirty="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34700" marR="34700" marT="1735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5" vMerge="1">
                  <a:txBody>
                    <a:bodyPr/>
                    <a:lstStyle/>
                    <a:p>
                      <a:pPr algn="l" rtl="0" fontAlgn="t">
                        <a:buNone/>
                      </a:pPr>
                      <a:endParaRPr lang="en-US" altLang="ko-KR" sz="100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28913" marR="72281" marT="14456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l" rtl="0" fontAlgn="t">
                        <a:buNone/>
                      </a:pPr>
                      <a:endParaRPr lang="en-US" altLang="ko-KR" sz="1000" dirty="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28913" marR="72281" marT="14456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l" rtl="0" fontAlgn="t">
                        <a:buNone/>
                      </a:pPr>
                      <a:endParaRPr lang="en-US" altLang="ko-KR" sz="100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28913" marR="72281" marT="14456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l" rtl="0" fontAlgn="t">
                        <a:buNone/>
                      </a:pPr>
                      <a:endParaRPr lang="en-US" altLang="ko-KR" sz="1000" dirty="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28913" marR="72281" marT="14456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l" rtl="0" fontAlgn="t">
                        <a:buNone/>
                      </a:pPr>
                      <a:endParaRPr lang="en-US" altLang="ko-KR" sz="100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28913" marR="72281" marT="14456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5170440"/>
                  </a:ext>
                </a:extLst>
              </a:tr>
              <a:tr h="15545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en-US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P</a:t>
                      </a:r>
                    </a:p>
                  </a:txBody>
                  <a:tcPr marL="34700" marR="34700" marT="1735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5" vMerge="1">
                  <a:txBody>
                    <a:bodyPr/>
                    <a:lstStyle/>
                    <a:p>
                      <a:pPr algn="l" rtl="0" fontAlgn="t">
                        <a:buNone/>
                      </a:pPr>
                      <a:endParaRPr lang="en-US" altLang="ko-KR" sz="100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28913" marR="72281" marT="14456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l" rtl="0" fontAlgn="t">
                        <a:buNone/>
                      </a:pPr>
                      <a:endParaRPr lang="en-US" altLang="ko-KR" sz="1000" dirty="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28913" marR="72281" marT="14456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l" rtl="0" fontAlgn="t">
                        <a:buNone/>
                      </a:pPr>
                      <a:endParaRPr lang="en-US" altLang="ko-KR" sz="100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28913" marR="72281" marT="14456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l" rtl="0" fontAlgn="t">
                        <a:buNone/>
                      </a:pPr>
                      <a:endParaRPr lang="en-US" altLang="ko-KR" sz="1000" dirty="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28913" marR="72281" marT="14456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l" rtl="0" fontAlgn="t">
                        <a:buNone/>
                      </a:pPr>
                      <a:endParaRPr lang="en-US" altLang="ko-KR" sz="1000" dirty="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28913" marR="72281" marT="14456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4651058"/>
                  </a:ext>
                </a:extLst>
              </a:tr>
              <a:tr h="169868">
                <a:tc rowSpan="3"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ko-KR" altLang="en-US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지인추천</a:t>
                      </a:r>
                      <a:endParaRPr lang="en-US" altLang="ko-KR" sz="1000" dirty="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  <a:p>
                      <a:pPr algn="ctr" rtl="0" fontAlgn="t" latinLnBrk="0">
                        <a:buNone/>
                      </a:pPr>
                      <a:r>
                        <a:rPr lang="ko-KR" altLang="en-US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의향</a:t>
                      </a:r>
                    </a:p>
                  </a:txBody>
                  <a:tcPr marL="34700" marR="34700" marT="3470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en-US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R</a:t>
                      </a:r>
                    </a:p>
                  </a:txBody>
                  <a:tcPr marL="34700" marR="34700" marT="3470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5" vMerge="1">
                  <a:txBody>
                    <a:bodyPr/>
                    <a:lstStyle/>
                    <a:p>
                      <a:pPr algn="l" rtl="0" fontAlgn="t">
                        <a:buNone/>
                      </a:pPr>
                      <a:endParaRPr lang="ko-KR" altLang="en-US" sz="1000" dirty="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28913" marR="72281" marT="28913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l" rtl="0" fontAlgn="t">
                        <a:buNone/>
                      </a:pPr>
                      <a:endParaRPr lang="ko-KR" altLang="en-US" sz="100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28913" marR="72281" marT="28913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l" rtl="0" fontAlgn="t">
                        <a:buNone/>
                      </a:pPr>
                      <a:endParaRPr lang="en-US" altLang="ko-KR" sz="100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28913" marR="72281" marT="28913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l" rtl="0" fontAlgn="t">
                        <a:buNone/>
                      </a:pPr>
                      <a:endParaRPr lang="ko-KR" altLang="en-US" sz="1000" dirty="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28913" marR="72281" marT="28913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l" rtl="0" fontAlgn="t">
                        <a:buNone/>
                      </a:pPr>
                      <a:endParaRPr lang="ko-KR" altLang="en-US" sz="1000" dirty="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28913" marR="72281" marT="28913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3309966"/>
                  </a:ext>
                </a:extLst>
              </a:tr>
              <a:tr h="15545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en-US" altLang="ko-KR" sz="1000" dirty="0" err="1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df</a:t>
                      </a:r>
                      <a:endParaRPr lang="en-US" altLang="ko-KR" sz="1000" dirty="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34700" marR="34700" marT="1735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5" vMerge="1">
                  <a:txBody>
                    <a:bodyPr/>
                    <a:lstStyle/>
                    <a:p>
                      <a:pPr algn="l" rtl="0" fontAlgn="t">
                        <a:buNone/>
                      </a:pPr>
                      <a:endParaRPr lang="en-US" altLang="ko-KR" sz="1000" dirty="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28913" marR="72281" marT="14456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l" rtl="0" fontAlgn="t">
                        <a:buNone/>
                      </a:pPr>
                      <a:endParaRPr lang="en-US" altLang="ko-KR" sz="100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28913" marR="72281" marT="14456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l" rtl="0" fontAlgn="t">
                        <a:buNone/>
                      </a:pPr>
                      <a:endParaRPr lang="en-US" altLang="ko-KR" sz="100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28913" marR="72281" marT="14456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l" rtl="0" fontAlgn="t">
                        <a:buNone/>
                      </a:pPr>
                      <a:endParaRPr lang="en-US" altLang="ko-KR" sz="1000" dirty="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28913" marR="72281" marT="14456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l" rtl="0" fontAlgn="t">
                        <a:buNone/>
                      </a:pPr>
                      <a:endParaRPr lang="en-US" altLang="ko-KR" sz="1000" dirty="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28913" marR="72281" marT="14456" marB="1445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1432714"/>
                  </a:ext>
                </a:extLst>
              </a:tr>
              <a:tr h="162655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 latinLnBrk="0">
                        <a:buNone/>
                      </a:pPr>
                      <a:r>
                        <a:rPr lang="en-US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P</a:t>
                      </a:r>
                    </a:p>
                  </a:txBody>
                  <a:tcPr marL="34700" marR="34700" marT="17350" marB="1735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5" vMerge="1">
                  <a:txBody>
                    <a:bodyPr/>
                    <a:lstStyle/>
                    <a:p>
                      <a:pPr algn="l" rtl="0" fontAlgn="t">
                        <a:buNone/>
                      </a:pPr>
                      <a:endParaRPr lang="en-US" altLang="ko-KR" sz="100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28913" marR="72281" marT="14456" marB="28913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l" rtl="0" fontAlgn="t">
                        <a:buNone/>
                      </a:pPr>
                      <a:endParaRPr lang="en-US" altLang="ko-KR" sz="1000" dirty="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28913" marR="72281" marT="14456" marB="28913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l" rtl="0" fontAlgn="t">
                        <a:buNone/>
                      </a:pPr>
                      <a:endParaRPr lang="en-US" altLang="ko-KR" sz="100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28913" marR="72281" marT="14456" marB="28913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l" rtl="0" fontAlgn="t">
                        <a:buNone/>
                      </a:pPr>
                      <a:endParaRPr lang="en-US" altLang="ko-KR" sz="1000" dirty="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28913" marR="72281" marT="14456" marB="28913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l" rtl="0" fontAlgn="t">
                        <a:buNone/>
                      </a:pPr>
                      <a:endParaRPr lang="en-US" altLang="ko-KR" sz="1000" dirty="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28913" marR="72281" marT="14456" marB="28913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8756217"/>
                  </a:ext>
                </a:extLst>
              </a:tr>
              <a:tr h="66034">
                <a:tc gridSpan="4">
                  <a:txBody>
                    <a:bodyPr/>
                    <a:lstStyle/>
                    <a:p>
                      <a:pPr algn="l" rtl="0" fontAlgn="ctr" latinLnBrk="0">
                        <a:buNone/>
                      </a:pPr>
                      <a:r>
                        <a:rPr lang="en-US" sz="1000" b="0" i="1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Note.</a:t>
                      </a:r>
                      <a:r>
                        <a:rPr lang="en-US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 * p &lt; .05, ** p &lt; .01, *** p &lt; .001</a:t>
                      </a:r>
                    </a:p>
                  </a:txBody>
                  <a:tcPr marL="34700" marR="34700" marT="26025" marB="8675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l" rtl="0" fontAlgn="ctr" latinLnBrk="0">
                        <a:buNone/>
                      </a:pPr>
                      <a:endParaRPr lang="en-US" sz="1000" dirty="0"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34700" marR="34700" marT="26025" marB="8675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1317535"/>
                  </a:ext>
                </a:extLst>
              </a:tr>
            </a:tbl>
          </a:graphicData>
        </a:graphic>
      </p:graphicFrame>
      <p:pic>
        <p:nvPicPr>
          <p:cNvPr id="15" name="그림 14" descr="도표, 라인, 기술 도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0D136C0-D96B-4A07-C646-65B0ED90F7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1213" y="2392891"/>
            <a:ext cx="3436947" cy="2788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69496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C42F80-61CD-B9D1-E42C-A5F021E89B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8EAA0A5-F51B-FE3B-45EC-0D17F73CC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spc="-50">
                <a:latin typeface="페이퍼로지 4 Regular" pitchFamily="2" charset="-127"/>
                <a:ea typeface="페이퍼로지 4 Regular" pitchFamily="2" charset="-127"/>
              </a:rPr>
              <a:t>- </a:t>
            </a:r>
            <a:fld id="{F0AEE96D-C800-4200-B178-74DC3655196B}" type="slidenum">
              <a:rPr lang="ko-KR" altLang="en-US" spc="-50">
                <a:latin typeface="페이퍼로지 4 Regular" pitchFamily="2" charset="-127"/>
                <a:ea typeface="페이퍼로지 4 Regular" pitchFamily="2" charset="-127"/>
              </a:rPr>
              <a:pPr/>
              <a:t>11</a:t>
            </a:fld>
            <a:r>
              <a:rPr lang="ko-KR" altLang="en-US" spc="-50">
                <a:latin typeface="페이퍼로지 4 Regular" pitchFamily="2" charset="-127"/>
                <a:ea typeface="페이퍼로지 4 Regular" pitchFamily="2" charset="-127"/>
              </a:rPr>
              <a:t> </a:t>
            </a:r>
            <a:r>
              <a:rPr spc="-50">
                <a:latin typeface="페이퍼로지 4 Regular" pitchFamily="2" charset="-127"/>
                <a:ea typeface="페이퍼로지 4 Regular" pitchFamily="2" charset="-127"/>
              </a:rPr>
              <a:t>-</a:t>
            </a:r>
            <a:endParaRPr lang="ko-KR" altLang="en-US" spc="-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0" name="텍스트 개체 틀 1">
            <a:extLst>
              <a:ext uri="{FF2B5EF4-FFF2-40B4-BE49-F238E27FC236}">
                <a16:creationId xmlns:a16="http://schemas.microsoft.com/office/drawing/2014/main" id="{93F87DCC-AED6-D7F7-3491-F13DFBC07FAD}"/>
              </a:ext>
            </a:extLst>
          </p:cNvPr>
          <p:cNvSpPr txBox="1">
            <a:spLocks/>
          </p:cNvSpPr>
          <p:nvPr/>
        </p:nvSpPr>
        <p:spPr>
          <a:xfrm>
            <a:off x="344487" y="836613"/>
            <a:ext cx="9217026" cy="576262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latinLnBrk="1">
              <a:defRPr sz="1700" spc="-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매개효과 분석을 통해 독립변수 </a:t>
            </a:r>
            <a:r>
              <a:rPr lang="en-US" altLang="ko-KR" dirty="0"/>
              <a:t>‘</a:t>
            </a:r>
            <a:r>
              <a:rPr lang="ko-KR" altLang="en-US" dirty="0"/>
              <a:t>개인</a:t>
            </a:r>
            <a:r>
              <a:rPr lang="en-US" altLang="ko-KR" dirty="0"/>
              <a:t>-</a:t>
            </a:r>
            <a:r>
              <a:rPr lang="ko-KR" altLang="en-US" dirty="0"/>
              <a:t>프로그램 적합도</a:t>
            </a:r>
            <a:r>
              <a:rPr lang="en-US" altLang="ko-KR" dirty="0"/>
              <a:t>’</a:t>
            </a:r>
            <a:r>
              <a:rPr lang="ko-KR" altLang="en-US" dirty="0"/>
              <a:t>는 </a:t>
            </a:r>
            <a:r>
              <a:rPr lang="en-US" altLang="ko-KR" dirty="0"/>
              <a:t>‘MBA </a:t>
            </a:r>
            <a:r>
              <a:rPr lang="ko-KR" altLang="en-US" dirty="0"/>
              <a:t>만족도</a:t>
            </a:r>
            <a:r>
              <a:rPr lang="en-US" altLang="ko-KR" dirty="0"/>
              <a:t>’</a:t>
            </a:r>
            <a:r>
              <a:rPr lang="ko-KR" altLang="en-US" dirty="0"/>
              <a:t>를 거쳐야 종속변수 </a:t>
            </a:r>
            <a:r>
              <a:rPr lang="en-US" altLang="ko-KR" dirty="0"/>
              <a:t>‘</a:t>
            </a:r>
            <a:r>
              <a:rPr lang="ko-KR" altLang="en-US" dirty="0"/>
              <a:t>지인 추천 의향</a:t>
            </a:r>
            <a:r>
              <a:rPr lang="en-US" altLang="ko-KR" dirty="0"/>
              <a:t>’</a:t>
            </a:r>
            <a:r>
              <a:rPr lang="ko-KR" altLang="en-US" dirty="0"/>
              <a:t>으로 이어지는 것을 파악하였음</a:t>
            </a:r>
            <a:r>
              <a:rPr lang="en-US" altLang="ko-KR" dirty="0"/>
              <a:t>.</a:t>
            </a:r>
            <a:endParaRPr lang="ko-KR" altLang="ko-KR" dirty="0"/>
          </a:p>
        </p:txBody>
      </p:sp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E5F04E02-D416-28DB-B94F-927BA757672D}"/>
              </a:ext>
            </a:extLst>
          </p:cNvPr>
          <p:cNvGrpSpPr/>
          <p:nvPr/>
        </p:nvGrpSpPr>
        <p:grpSpPr>
          <a:xfrm>
            <a:off x="0" y="-762844"/>
            <a:ext cx="4375346" cy="626015"/>
            <a:chOff x="0" y="-762844"/>
            <a:chExt cx="4375346" cy="626015"/>
          </a:xfrm>
        </p:grpSpPr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59C7AA1F-7173-1640-782C-3E086051A582}"/>
                </a:ext>
              </a:extLst>
            </p:cNvPr>
            <p:cNvSpPr txBox="1"/>
            <p:nvPr/>
          </p:nvSpPr>
          <p:spPr>
            <a:xfrm>
              <a:off x="1229274" y="-762844"/>
              <a:ext cx="991907" cy="32898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algn="ctr"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ko-KR" altLang="en-US" sz="1625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페이퍼</a:t>
              </a:r>
              <a:r>
                <a:rPr lang="en-US" altLang="ko-KR" sz="1625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5</a:t>
              </a:r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806005E4-AD8A-9D6D-4662-F80B08CC6BFB}"/>
                </a:ext>
              </a:extLst>
            </p:cNvPr>
            <p:cNvSpPr txBox="1"/>
            <p:nvPr/>
          </p:nvSpPr>
          <p:spPr>
            <a:xfrm>
              <a:off x="2316075" y="-762844"/>
              <a:ext cx="991907" cy="32898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algn="ctr"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ko-KR" altLang="en-US" sz="1463" spc="-4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페이퍼</a:t>
              </a:r>
              <a:r>
                <a:rPr lang="en-US" altLang="ko-KR" sz="1463" spc="-4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4</a:t>
              </a:r>
            </a:p>
          </p:txBody>
        </p:sp>
        <p:sp>
          <p:nvSpPr>
            <p:cNvPr id="130" name="직사각형 129">
              <a:extLst>
                <a:ext uri="{FF2B5EF4-FFF2-40B4-BE49-F238E27FC236}">
                  <a16:creationId xmlns:a16="http://schemas.microsoft.com/office/drawing/2014/main" id="{7D3710B0-E4D1-219C-8C59-FE29690884AB}"/>
                </a:ext>
              </a:extLst>
            </p:cNvPr>
            <p:cNvSpPr/>
            <p:nvPr/>
          </p:nvSpPr>
          <p:spPr>
            <a:xfrm>
              <a:off x="2288686" y="-311024"/>
              <a:ext cx="289451" cy="162138"/>
            </a:xfrm>
            <a:prstGeom prst="rect">
              <a:avLst/>
            </a:prstGeom>
            <a:solidFill>
              <a:srgbClr val="96969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dirty="0">
                <a:ea typeface="a고딕12" panose="02020600000000000000" pitchFamily="18" charset="-127"/>
              </a:endParaRP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C177131D-DC12-7C45-82CD-B8C48291D727}"/>
                </a:ext>
              </a:extLst>
            </p:cNvPr>
            <p:cNvSpPr txBox="1"/>
            <p:nvPr/>
          </p:nvSpPr>
          <p:spPr>
            <a:xfrm>
              <a:off x="142473" y="-762844"/>
              <a:ext cx="991907" cy="32898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algn="ctr"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ko-KR" altLang="en-US" sz="1625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6 SemiBold" pitchFamily="2" charset="-127"/>
                  <a:ea typeface="페이퍼로지 6 SemiBold" pitchFamily="2" charset="-127"/>
                </a:rPr>
                <a:t>페이퍼</a:t>
              </a:r>
              <a:r>
                <a:rPr lang="en-US" altLang="ko-KR" sz="1625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6 SemiBold" pitchFamily="2" charset="-127"/>
                  <a:ea typeface="페이퍼로지 6 SemiBold" pitchFamily="2" charset="-127"/>
                </a:rPr>
                <a:t>6</a:t>
              </a:r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54B2A78A-F192-7698-A075-AAA9ED6A9477}"/>
                </a:ext>
              </a:extLst>
            </p:cNvPr>
            <p:cNvSpPr txBox="1"/>
            <p:nvPr/>
          </p:nvSpPr>
          <p:spPr>
            <a:xfrm>
              <a:off x="3383439" y="-762844"/>
              <a:ext cx="991907" cy="32898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algn="ctr"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ko-KR" altLang="en-US" sz="1463" spc="-4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3 Light" pitchFamily="2" charset="-127"/>
                  <a:ea typeface="페이퍼로지 3 Light" pitchFamily="2" charset="-127"/>
                </a:rPr>
                <a:t>페이퍼</a:t>
              </a:r>
              <a:r>
                <a:rPr lang="en-US" altLang="ko-KR" sz="1463" spc="-4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3 Light" pitchFamily="2" charset="-127"/>
                  <a:ea typeface="페이퍼로지 3 Light" pitchFamily="2" charset="-127"/>
                </a:rPr>
                <a:t>3</a:t>
              </a:r>
            </a:p>
          </p:txBody>
        </p:sp>
        <p:sp>
          <p:nvSpPr>
            <p:cNvPr id="133" name="직사각형 132">
              <a:extLst>
                <a:ext uri="{FF2B5EF4-FFF2-40B4-BE49-F238E27FC236}">
                  <a16:creationId xmlns:a16="http://schemas.microsoft.com/office/drawing/2014/main" id="{CDA6A558-30D5-B514-294F-7CBBDC454F67}"/>
                </a:ext>
              </a:extLst>
            </p:cNvPr>
            <p:cNvSpPr/>
            <p:nvPr/>
          </p:nvSpPr>
          <p:spPr>
            <a:xfrm>
              <a:off x="1907239" y="-305540"/>
              <a:ext cx="289451" cy="162138"/>
            </a:xfrm>
            <a:prstGeom prst="rect">
              <a:avLst/>
            </a:prstGeom>
            <a:solidFill>
              <a:srgbClr val="F3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  <p:sp>
          <p:nvSpPr>
            <p:cNvPr id="134" name="직사각형 133">
              <a:extLst>
                <a:ext uri="{FF2B5EF4-FFF2-40B4-BE49-F238E27FC236}">
                  <a16:creationId xmlns:a16="http://schemas.microsoft.com/office/drawing/2014/main" id="{3293849E-F4EB-EF40-87B2-A464702CFC52}"/>
                </a:ext>
              </a:extLst>
            </p:cNvPr>
            <p:cNvSpPr/>
            <p:nvPr/>
          </p:nvSpPr>
          <p:spPr>
            <a:xfrm>
              <a:off x="1525792" y="-298967"/>
              <a:ext cx="289451" cy="162138"/>
            </a:xfrm>
            <a:prstGeom prst="rect">
              <a:avLst/>
            </a:prstGeom>
            <a:solidFill>
              <a:srgbClr val="AABAF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  <p:sp>
          <p:nvSpPr>
            <p:cNvPr id="135" name="직사각형 134">
              <a:extLst>
                <a:ext uri="{FF2B5EF4-FFF2-40B4-BE49-F238E27FC236}">
                  <a16:creationId xmlns:a16="http://schemas.microsoft.com/office/drawing/2014/main" id="{E34B204E-ED12-3A4C-8EC1-ADBE00675A12}"/>
                </a:ext>
              </a:extLst>
            </p:cNvPr>
            <p:cNvSpPr/>
            <p:nvPr/>
          </p:nvSpPr>
          <p:spPr>
            <a:xfrm>
              <a:off x="381448" y="-298967"/>
              <a:ext cx="289451" cy="162138"/>
            </a:xfrm>
            <a:prstGeom prst="rect">
              <a:avLst/>
            </a:prstGeom>
            <a:solidFill>
              <a:srgbClr val="00338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  <p:sp>
          <p:nvSpPr>
            <p:cNvPr id="136" name="직사각형 135">
              <a:extLst>
                <a:ext uri="{FF2B5EF4-FFF2-40B4-BE49-F238E27FC236}">
                  <a16:creationId xmlns:a16="http://schemas.microsoft.com/office/drawing/2014/main" id="{CE1EC36E-6584-2CC2-CAD0-F148AB8F9F71}"/>
                </a:ext>
              </a:extLst>
            </p:cNvPr>
            <p:cNvSpPr/>
            <p:nvPr/>
          </p:nvSpPr>
          <p:spPr>
            <a:xfrm>
              <a:off x="762896" y="-298967"/>
              <a:ext cx="289451" cy="162138"/>
            </a:xfrm>
            <a:prstGeom prst="rect">
              <a:avLst/>
            </a:prstGeom>
            <a:solidFill>
              <a:srgbClr val="1E49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  <p:sp>
          <p:nvSpPr>
            <p:cNvPr id="137" name="직사각형 136">
              <a:extLst>
                <a:ext uri="{FF2B5EF4-FFF2-40B4-BE49-F238E27FC236}">
                  <a16:creationId xmlns:a16="http://schemas.microsoft.com/office/drawing/2014/main" id="{ED67F84F-EE6B-61EE-D956-00C50FDD4EF3}"/>
                </a:ext>
              </a:extLst>
            </p:cNvPr>
            <p:cNvSpPr/>
            <p:nvPr/>
          </p:nvSpPr>
          <p:spPr>
            <a:xfrm>
              <a:off x="1144344" y="-298967"/>
              <a:ext cx="289451" cy="162138"/>
            </a:xfrm>
            <a:prstGeom prst="rect">
              <a:avLst/>
            </a:prstGeom>
            <a:solidFill>
              <a:srgbClr val="5F7D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  <p:sp>
          <p:nvSpPr>
            <p:cNvPr id="138" name="직사각형 137">
              <a:extLst>
                <a:ext uri="{FF2B5EF4-FFF2-40B4-BE49-F238E27FC236}">
                  <a16:creationId xmlns:a16="http://schemas.microsoft.com/office/drawing/2014/main" id="{DD8AAEB8-A339-A3B6-0C09-ED60A86F3158}"/>
                </a:ext>
              </a:extLst>
            </p:cNvPr>
            <p:cNvSpPr/>
            <p:nvPr/>
          </p:nvSpPr>
          <p:spPr>
            <a:xfrm>
              <a:off x="0" y="-305540"/>
              <a:ext cx="289451" cy="162138"/>
            </a:xfrm>
            <a:prstGeom prst="rect">
              <a:avLst/>
            </a:prstGeom>
            <a:solidFill>
              <a:srgbClr val="2F485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</p:grp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C853E198-9F75-95B7-EFD4-BE104EA4E4F5}"/>
              </a:ext>
            </a:extLst>
          </p:cNvPr>
          <p:cNvSpPr/>
          <p:nvPr/>
        </p:nvSpPr>
        <p:spPr>
          <a:xfrm>
            <a:off x="344488" y="262250"/>
            <a:ext cx="115827" cy="46800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0" fontAlgn="base" latinLnBrk="1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kumimoji="0" lang="ko-KR" altLang="en-US" sz="1400" b="0" i="0" u="none" strike="noStrike" kern="1200" cap="none" spc="-5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sp>
        <p:nvSpPr>
          <p:cNvPr id="140" name="직사각형 139">
            <a:extLst>
              <a:ext uri="{FF2B5EF4-FFF2-40B4-BE49-F238E27FC236}">
                <a16:creationId xmlns:a16="http://schemas.microsoft.com/office/drawing/2014/main" id="{4BB7E2EA-DFA2-77E6-5C1C-978E1B826454}"/>
              </a:ext>
            </a:extLst>
          </p:cNvPr>
          <p:cNvSpPr/>
          <p:nvPr/>
        </p:nvSpPr>
        <p:spPr>
          <a:xfrm>
            <a:off x="498248" y="262250"/>
            <a:ext cx="1124475" cy="468000"/>
          </a:xfrm>
          <a:prstGeom prst="rect">
            <a:avLst/>
          </a:prstGeom>
          <a:solidFill>
            <a:srgbClr val="1E49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buNone/>
              <a:defRPr/>
            </a:pPr>
            <a:r>
              <a:rPr lang="ko-KR" altLang="en-US" sz="1400" spc="-50" dirty="0">
                <a:solidFill>
                  <a:prstClr val="white"/>
                </a:solidFill>
                <a:latin typeface="페이퍼로지 6 SemiBold" pitchFamily="2" charset="-127"/>
                <a:ea typeface="페이퍼로지 6 SemiBold" pitchFamily="2" charset="-127"/>
              </a:rPr>
              <a:t>매개효과 분석</a:t>
            </a:r>
          </a:p>
        </p:txBody>
      </p:sp>
      <p:sp>
        <p:nvSpPr>
          <p:cNvPr id="44" name="텍스트 개체 틀 1">
            <a:extLst>
              <a:ext uri="{FF2B5EF4-FFF2-40B4-BE49-F238E27FC236}">
                <a16:creationId xmlns:a16="http://schemas.microsoft.com/office/drawing/2014/main" id="{4BAF01F5-B774-30E2-50CD-A9C3A60D60DD}"/>
              </a:ext>
            </a:extLst>
          </p:cNvPr>
          <p:cNvSpPr txBox="1">
            <a:spLocks/>
          </p:cNvSpPr>
          <p:nvPr/>
        </p:nvSpPr>
        <p:spPr>
          <a:xfrm>
            <a:off x="346831" y="1538207"/>
            <a:ext cx="4464051" cy="3355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ctr" defTabSz="457200" rtl="0" eaLnBrk="1" latinLnBrk="0" hangingPunct="1">
              <a:defRPr lang="en-US" altLang="ko-KR" sz="813" kern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anose="020B0800000000000000" pitchFamily="50" charset="-127"/>
                <a:ea typeface="SpoqaHanSans-Bold" panose="020B0800000000000000" pitchFamily="50" charset="-127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1600" spc="-50" dirty="0">
                <a:latin typeface="페이퍼로지 5 Medium" pitchFamily="2" charset="-127"/>
                <a:ea typeface="페이퍼로지 5 Medium" pitchFamily="2" charset="-127"/>
              </a:rPr>
              <a:t>매개 분석 결과</a:t>
            </a:r>
          </a:p>
        </p:txBody>
      </p: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D2CB5D5C-6608-A566-AEC6-D44D751CD7BC}"/>
              </a:ext>
            </a:extLst>
          </p:cNvPr>
          <p:cNvCxnSpPr>
            <a:cxnSpLocks/>
          </p:cNvCxnSpPr>
          <p:nvPr/>
        </p:nvCxnSpPr>
        <p:spPr>
          <a:xfrm>
            <a:off x="344488" y="1875393"/>
            <a:ext cx="9213673" cy="0"/>
          </a:xfrm>
          <a:prstGeom prst="line">
            <a:avLst/>
          </a:prstGeom>
          <a:ln w="28575">
            <a:solidFill>
              <a:srgbClr val="00338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모서리가 둥근 직사각형 197">
            <a:extLst>
              <a:ext uri="{FF2B5EF4-FFF2-40B4-BE49-F238E27FC236}">
                <a16:creationId xmlns:a16="http://schemas.microsoft.com/office/drawing/2014/main" id="{5D7EFB86-EEA4-F235-A485-02AA4168FA35}"/>
              </a:ext>
            </a:extLst>
          </p:cNvPr>
          <p:cNvSpPr/>
          <p:nvPr/>
        </p:nvSpPr>
        <p:spPr>
          <a:xfrm>
            <a:off x="344485" y="4833938"/>
            <a:ext cx="9213673" cy="1360078"/>
          </a:xfrm>
          <a:prstGeom prst="roundRect">
            <a:avLst>
              <a:gd name="adj" fmla="val 3014"/>
            </a:avLst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35999" rtlCol="0" anchor="ctr" anchorCtr="0"/>
          <a:lstStyle/>
          <a:p>
            <a:pPr marL="285750" indent="-198438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ko-KR" altLang="en-US" sz="1600" dirty="0" err="1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부트스트래핑</a:t>
            </a:r>
            <a:r>
              <a:rPr lang="en-US" altLang="ko-KR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(Bootstrapping, 1,000</a:t>
            </a:r>
            <a:r>
              <a:rPr lang="ko-KR" altLang="en-US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회</a:t>
            </a:r>
            <a:r>
              <a:rPr lang="en-US" altLang="ko-KR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)</a:t>
            </a:r>
            <a:r>
              <a:rPr lang="ko-KR" altLang="en-US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을 통해 간접효과의 유의성을 검증한 결과</a:t>
            </a:r>
            <a:r>
              <a:rPr lang="en-US" altLang="ko-KR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, </a:t>
            </a:r>
            <a:r>
              <a:rPr lang="ko-KR" altLang="en-US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간접효과는 통계적으로 유의하였으나</a:t>
            </a:r>
            <a:r>
              <a:rPr lang="en-US" altLang="ko-KR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(p &lt; .05), </a:t>
            </a:r>
            <a:r>
              <a:rPr lang="ko-KR" altLang="en-US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직접효과는 유의하지 않게 나타나</a:t>
            </a:r>
            <a:r>
              <a:rPr lang="en-US" altLang="ko-KR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(p &gt; .05)</a:t>
            </a:r>
            <a:r>
              <a:rPr lang="ko-KR" altLang="en-US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en-US" altLang="ko-KR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'MBA </a:t>
            </a:r>
            <a:r>
              <a:rPr lang="ko-KR" altLang="en-US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만족도</a:t>
            </a:r>
            <a:r>
              <a:rPr lang="en-US" altLang="ko-KR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'</a:t>
            </a:r>
            <a:r>
              <a:rPr lang="ko-KR" altLang="en-US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가 </a:t>
            </a:r>
            <a:r>
              <a:rPr lang="en-US" altLang="ko-KR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'</a:t>
            </a:r>
            <a:r>
              <a:rPr lang="ko-KR" altLang="en-US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개인</a:t>
            </a:r>
            <a:r>
              <a:rPr lang="en-US" altLang="ko-KR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-</a:t>
            </a:r>
            <a:r>
              <a:rPr lang="ko-KR" altLang="en-US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프로그램 적합도</a:t>
            </a:r>
            <a:r>
              <a:rPr lang="en-US" altLang="ko-KR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'</a:t>
            </a:r>
            <a:r>
              <a:rPr lang="ko-KR" altLang="en-US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와 </a:t>
            </a:r>
            <a:r>
              <a:rPr lang="en-US" altLang="ko-KR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'</a:t>
            </a:r>
            <a:r>
              <a:rPr lang="ko-KR" altLang="en-US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지인 추천 의향</a:t>
            </a:r>
            <a:r>
              <a:rPr lang="en-US" altLang="ko-KR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' </a:t>
            </a:r>
            <a:r>
              <a:rPr lang="ko-KR" altLang="en-US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사이를 완전 매개하는 것으로 확인되었음</a:t>
            </a:r>
            <a:r>
              <a:rPr lang="en-US" altLang="ko-KR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.</a:t>
            </a:r>
          </a:p>
          <a:p>
            <a:pPr marL="285750" indent="-198438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단순히 </a:t>
            </a:r>
            <a:r>
              <a:rPr lang="en-US" altLang="ko-KR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"</a:t>
            </a:r>
            <a:r>
              <a:rPr lang="ko-KR" altLang="en-US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나에게 맞는 프로그램</a:t>
            </a:r>
            <a:r>
              <a:rPr lang="en-US" altLang="ko-KR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(Fit)"</a:t>
            </a:r>
            <a:r>
              <a:rPr lang="ko-KR" altLang="en-US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이라고 생각하는 것만으로는 부족하며</a:t>
            </a:r>
            <a:r>
              <a:rPr lang="en-US" altLang="ko-KR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, </a:t>
            </a:r>
            <a:r>
              <a:rPr lang="ko-KR" altLang="en-US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실제 교육 과정에서 </a:t>
            </a:r>
            <a:r>
              <a:rPr lang="en-US" altLang="ko-KR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"</a:t>
            </a:r>
            <a:r>
              <a:rPr lang="ko-KR" altLang="en-US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만족</a:t>
            </a:r>
            <a:r>
              <a:rPr lang="en-US" altLang="ko-KR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(Satisfaction)"</a:t>
            </a:r>
            <a:r>
              <a:rPr lang="ko-KR" altLang="en-US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을 경험해야 비로소 추천 행동으로 이어지는 것을 확인할 수 있음</a:t>
            </a:r>
            <a:r>
              <a:rPr lang="en-US" altLang="ko-KR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.</a:t>
            </a:r>
            <a:endParaRPr lang="ko-KR" altLang="ko-KR" sz="1600" dirty="0">
              <a:solidFill>
                <a:schemeClr val="tx1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2ACC7E0D-8135-9844-FD03-B53B627746DB}"/>
              </a:ext>
            </a:extLst>
          </p:cNvPr>
          <p:cNvGrpSpPr/>
          <p:nvPr/>
        </p:nvGrpSpPr>
        <p:grpSpPr>
          <a:xfrm>
            <a:off x="341060" y="2060575"/>
            <a:ext cx="9217563" cy="946360"/>
            <a:chOff x="341060" y="5470315"/>
            <a:chExt cx="9217563" cy="946360"/>
          </a:xfrm>
        </p:grpSpPr>
        <p:cxnSp>
          <p:nvCxnSpPr>
            <p:cNvPr id="5" name="직선 화살표 연결선 4">
              <a:extLst>
                <a:ext uri="{FF2B5EF4-FFF2-40B4-BE49-F238E27FC236}">
                  <a16:creationId xmlns:a16="http://schemas.microsoft.com/office/drawing/2014/main" id="{6DD63338-F5F7-FA0C-940C-2562736F4D4D}"/>
                </a:ext>
              </a:extLst>
            </p:cNvPr>
            <p:cNvCxnSpPr>
              <a:cxnSpLocks/>
              <a:stCxn id="7" idx="3"/>
              <a:endCxn id="9" idx="1"/>
            </p:cNvCxnSpPr>
            <p:nvPr/>
          </p:nvCxnSpPr>
          <p:spPr>
            <a:xfrm>
              <a:off x="2487932" y="6074263"/>
              <a:ext cx="4923357" cy="8011"/>
            </a:xfrm>
            <a:prstGeom prst="straightConnector1">
              <a:avLst/>
            </a:prstGeom>
            <a:ln w="38100" cap="flat" cmpd="sng" algn="ctr">
              <a:solidFill>
                <a:srgbClr val="1E49E2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7" name="사각형: 둥근 모서리 6">
              <a:extLst>
                <a:ext uri="{FF2B5EF4-FFF2-40B4-BE49-F238E27FC236}">
                  <a16:creationId xmlns:a16="http://schemas.microsoft.com/office/drawing/2014/main" id="{C8CD56D2-6FB1-10E7-FEF6-8935E88AE508}"/>
                </a:ext>
              </a:extLst>
            </p:cNvPr>
            <p:cNvSpPr/>
            <p:nvPr/>
          </p:nvSpPr>
          <p:spPr>
            <a:xfrm>
              <a:off x="341060" y="5739860"/>
              <a:ext cx="2146872" cy="668803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19050" cap="flat" cmpd="sng" algn="ctr">
              <a:solidFill>
                <a:srgbClr val="AABAF4"/>
              </a:solidFill>
              <a:prstDash val="solid"/>
              <a:miter lim="800000"/>
            </a:ln>
            <a:effectLst>
              <a:outerShdw blurRad="63500" sx="102000" sy="102000" algn="ctr" rotWithShape="0">
                <a:schemeClr val="tx1">
                  <a:lumMod val="50000"/>
                  <a:lumOff val="50000"/>
                  <a:alpha val="20000"/>
                </a:schemeClr>
              </a:outerShdw>
            </a:effectLst>
          </p:spPr>
          <p:txBody>
            <a:bodyPr tIns="0" rIns="90000" bIns="0" rtlCol="0" anchor="ctr"/>
            <a:lstStyle/>
            <a:p>
              <a:pPr algn="ctr" fontAlgn="base">
                <a:lnSpc>
                  <a:spcPct val="150000"/>
                </a:lnSpc>
                <a:spcBef>
                  <a:spcPct val="0"/>
                </a:spcBef>
                <a:buSzPct val="80000"/>
              </a:pPr>
              <a:r>
                <a:rPr kumimoji="1" lang="ko-KR" altLang="en-US" sz="14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개인</a:t>
              </a:r>
              <a:r>
                <a:rPr kumimoji="1" lang="en-US" altLang="ko-KR" sz="14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 – </a:t>
              </a:r>
              <a:r>
                <a:rPr kumimoji="1" lang="ko-KR" altLang="en-US" sz="14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프로그램 적합도</a:t>
              </a:r>
              <a:endParaRPr kumimoji="1" lang="en-US" altLang="ko-KR" sz="14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16408F0B-C8DB-1B00-79C2-D016D5D38DC9}"/>
                </a:ext>
              </a:extLst>
            </p:cNvPr>
            <p:cNvSpPr/>
            <p:nvPr/>
          </p:nvSpPr>
          <p:spPr>
            <a:xfrm>
              <a:off x="341060" y="5470315"/>
              <a:ext cx="2147334" cy="276181"/>
            </a:xfrm>
            <a:prstGeom prst="roundRect">
              <a:avLst>
                <a:gd name="adj" fmla="val 0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19050" cap="flat" cmpd="sng" algn="ctr">
              <a:solidFill>
                <a:srgbClr val="B4C7E7"/>
              </a:solidFill>
              <a:prstDash val="solid"/>
              <a:miter lim="800000"/>
            </a:ln>
            <a:effectLst>
              <a:outerShdw blurRad="63500" sx="102000" sy="102000" algn="ctr" rotWithShape="0">
                <a:schemeClr val="tx1">
                  <a:lumMod val="50000"/>
                  <a:lumOff val="50000"/>
                  <a:alpha val="20000"/>
                </a:schemeClr>
              </a:outerShdw>
            </a:effectLst>
          </p:spPr>
          <p:txBody>
            <a:bodyPr tIns="0" rIns="90000" bIns="0" rtlCol="0" anchor="ctr"/>
            <a:lstStyle/>
            <a:p>
              <a:pPr algn="ctr" fontAlgn="base">
                <a:lnSpc>
                  <a:spcPct val="150000"/>
                </a:lnSpc>
                <a:spcBef>
                  <a:spcPct val="0"/>
                </a:spcBef>
                <a:buSzPct val="80000"/>
              </a:pPr>
              <a:r>
                <a:rPr kumimoji="1" lang="ko-KR" altLang="en-US" sz="1400" b="1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독립변수</a:t>
              </a:r>
              <a:endParaRPr kumimoji="1" lang="en-US" altLang="ko-KR" sz="1400" b="1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9" name="사각형: 둥근 모서리 8">
              <a:extLst>
                <a:ext uri="{FF2B5EF4-FFF2-40B4-BE49-F238E27FC236}">
                  <a16:creationId xmlns:a16="http://schemas.microsoft.com/office/drawing/2014/main" id="{39904579-084C-C220-B5EA-F54AE08E2218}"/>
                </a:ext>
              </a:extLst>
            </p:cNvPr>
            <p:cNvSpPr/>
            <p:nvPr/>
          </p:nvSpPr>
          <p:spPr>
            <a:xfrm>
              <a:off x="7411289" y="5747872"/>
              <a:ext cx="2146872" cy="668803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19050" cap="flat" cmpd="sng" algn="ctr">
              <a:solidFill>
                <a:srgbClr val="AABAF4"/>
              </a:solidFill>
              <a:prstDash val="solid"/>
              <a:miter lim="800000"/>
            </a:ln>
            <a:effectLst>
              <a:outerShdw blurRad="63500" sx="102000" sy="102000" algn="ctr" rotWithShape="0">
                <a:schemeClr val="tx1">
                  <a:lumMod val="50000"/>
                  <a:lumOff val="50000"/>
                  <a:alpha val="20000"/>
                </a:schemeClr>
              </a:outerShdw>
            </a:effectLst>
          </p:spPr>
          <p:txBody>
            <a:bodyPr tIns="0" rIns="90000" bIns="0" rtlCol="0" anchor="ctr"/>
            <a:lstStyle/>
            <a:p>
              <a:pPr algn="ctr" fontAlgn="base">
                <a:lnSpc>
                  <a:spcPct val="150000"/>
                </a:lnSpc>
                <a:spcBef>
                  <a:spcPct val="0"/>
                </a:spcBef>
                <a:buSzPct val="80000"/>
              </a:pPr>
              <a:r>
                <a:rPr kumimoji="1" lang="ko-KR" altLang="en-US" sz="14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지인 추천 의향</a:t>
              </a:r>
              <a:endParaRPr kumimoji="1" lang="en-US" altLang="ko-KR" sz="14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11" name="사각형: 둥근 모서리 10">
              <a:extLst>
                <a:ext uri="{FF2B5EF4-FFF2-40B4-BE49-F238E27FC236}">
                  <a16:creationId xmlns:a16="http://schemas.microsoft.com/office/drawing/2014/main" id="{A6C9E65C-E379-40FA-78C0-8701381D4351}"/>
                </a:ext>
              </a:extLst>
            </p:cNvPr>
            <p:cNvSpPr/>
            <p:nvPr/>
          </p:nvSpPr>
          <p:spPr>
            <a:xfrm>
              <a:off x="7411289" y="5470315"/>
              <a:ext cx="2147334" cy="276181"/>
            </a:xfrm>
            <a:prstGeom prst="roundRect">
              <a:avLst>
                <a:gd name="adj" fmla="val 0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19050" cap="flat" cmpd="sng" algn="ctr">
              <a:solidFill>
                <a:srgbClr val="B4C7E7"/>
              </a:solidFill>
              <a:prstDash val="solid"/>
              <a:miter lim="800000"/>
            </a:ln>
            <a:effectLst>
              <a:outerShdw blurRad="63500" sx="102000" sy="102000" algn="ctr" rotWithShape="0">
                <a:schemeClr val="tx1">
                  <a:lumMod val="50000"/>
                  <a:lumOff val="50000"/>
                  <a:alpha val="20000"/>
                </a:schemeClr>
              </a:outerShdw>
            </a:effectLst>
          </p:spPr>
          <p:txBody>
            <a:bodyPr tIns="0" rIns="90000" bIns="0" rtlCol="0" anchor="ctr"/>
            <a:lstStyle/>
            <a:p>
              <a:pPr algn="ctr" fontAlgn="base">
                <a:lnSpc>
                  <a:spcPct val="150000"/>
                </a:lnSpc>
                <a:spcBef>
                  <a:spcPct val="0"/>
                </a:spcBef>
                <a:buSzPct val="80000"/>
              </a:pPr>
              <a:r>
                <a:rPr kumimoji="1" lang="ko-KR" altLang="en-US" sz="1400" b="1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종속변수</a:t>
              </a:r>
              <a:endParaRPr kumimoji="1" lang="en-US" altLang="ko-KR" sz="1400" b="1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17" name="사각형: 둥근 모서리 16">
              <a:extLst>
                <a:ext uri="{FF2B5EF4-FFF2-40B4-BE49-F238E27FC236}">
                  <a16:creationId xmlns:a16="http://schemas.microsoft.com/office/drawing/2014/main" id="{9508951D-C1A8-214A-F3A4-6B08AAC6ECB6}"/>
                </a:ext>
              </a:extLst>
            </p:cNvPr>
            <p:cNvSpPr/>
            <p:nvPr/>
          </p:nvSpPr>
          <p:spPr>
            <a:xfrm>
              <a:off x="3879564" y="5739860"/>
              <a:ext cx="2146872" cy="668803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19050" cap="flat" cmpd="sng" algn="ctr">
              <a:solidFill>
                <a:srgbClr val="AABAF4"/>
              </a:solidFill>
              <a:prstDash val="solid"/>
              <a:miter lim="800000"/>
            </a:ln>
            <a:effectLst>
              <a:outerShdw blurRad="63500" sx="102000" sy="102000" algn="ctr" rotWithShape="0">
                <a:schemeClr val="tx1">
                  <a:lumMod val="50000"/>
                  <a:lumOff val="50000"/>
                  <a:alpha val="20000"/>
                </a:schemeClr>
              </a:outerShdw>
            </a:effectLst>
          </p:spPr>
          <p:txBody>
            <a:bodyPr tIns="0" rIns="90000" bIns="0" rtlCol="0" anchor="ctr"/>
            <a:lstStyle/>
            <a:p>
              <a:pPr algn="ctr" fontAlgn="base">
                <a:lnSpc>
                  <a:spcPct val="150000"/>
                </a:lnSpc>
                <a:spcBef>
                  <a:spcPct val="0"/>
                </a:spcBef>
                <a:buSzPct val="80000"/>
              </a:pPr>
              <a:r>
                <a:rPr kumimoji="1" lang="en-US" altLang="ko-KR" sz="14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MBA</a:t>
              </a:r>
              <a:r>
                <a:rPr kumimoji="1" lang="ko-KR" altLang="en-US" sz="14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만족도</a:t>
              </a:r>
              <a:endParaRPr kumimoji="1" lang="en-US" altLang="ko-KR" sz="14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18" name="사각형: 둥근 모서리 17">
              <a:extLst>
                <a:ext uri="{FF2B5EF4-FFF2-40B4-BE49-F238E27FC236}">
                  <a16:creationId xmlns:a16="http://schemas.microsoft.com/office/drawing/2014/main" id="{13156E6A-2FB3-D4D8-6009-A0B078AAEF7B}"/>
                </a:ext>
              </a:extLst>
            </p:cNvPr>
            <p:cNvSpPr/>
            <p:nvPr/>
          </p:nvSpPr>
          <p:spPr>
            <a:xfrm>
              <a:off x="3879564" y="5470315"/>
              <a:ext cx="2147334" cy="276181"/>
            </a:xfrm>
            <a:prstGeom prst="roundRect">
              <a:avLst>
                <a:gd name="adj" fmla="val 0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19050" cap="flat" cmpd="sng" algn="ctr">
              <a:solidFill>
                <a:srgbClr val="B4C7E7"/>
              </a:solidFill>
              <a:prstDash val="solid"/>
              <a:miter lim="800000"/>
            </a:ln>
            <a:effectLst>
              <a:outerShdw blurRad="63500" sx="102000" sy="102000" algn="ctr" rotWithShape="0">
                <a:schemeClr val="tx1">
                  <a:lumMod val="50000"/>
                  <a:lumOff val="50000"/>
                  <a:alpha val="20000"/>
                </a:schemeClr>
              </a:outerShdw>
            </a:effectLst>
          </p:spPr>
          <p:txBody>
            <a:bodyPr tIns="0" rIns="90000" bIns="0" rtlCol="0" anchor="ctr"/>
            <a:lstStyle/>
            <a:p>
              <a:pPr algn="ctr" fontAlgn="base">
                <a:lnSpc>
                  <a:spcPct val="150000"/>
                </a:lnSpc>
                <a:spcBef>
                  <a:spcPct val="0"/>
                </a:spcBef>
                <a:buSzPct val="80000"/>
              </a:pPr>
              <a:r>
                <a:rPr kumimoji="1" lang="ko-KR" altLang="en-US" sz="1400" b="1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매개변수</a:t>
              </a:r>
              <a:endParaRPr kumimoji="1" lang="en-US" altLang="ko-KR" sz="1400" b="1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</p:grpSp>
      <p:graphicFrame>
        <p:nvGraphicFramePr>
          <p:cNvPr id="19" name="표 18">
            <a:extLst>
              <a:ext uri="{FF2B5EF4-FFF2-40B4-BE49-F238E27FC236}">
                <a16:creationId xmlns:a16="http://schemas.microsoft.com/office/drawing/2014/main" id="{0EEA863E-9EA1-BC0A-EB9D-96D9080EF5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8020588"/>
              </p:ext>
            </p:extLst>
          </p:nvPr>
        </p:nvGraphicFramePr>
        <p:xfrm>
          <a:off x="381447" y="3201626"/>
          <a:ext cx="9176712" cy="1489561"/>
        </p:xfrm>
        <a:graphic>
          <a:graphicData uri="http://schemas.openxmlformats.org/drawingml/2006/table">
            <a:tbl>
              <a:tblPr/>
              <a:tblGrid>
                <a:gridCol w="1389296">
                  <a:extLst>
                    <a:ext uri="{9D8B030D-6E8A-4147-A177-3AD203B41FA5}">
                      <a16:colId xmlns:a16="http://schemas.microsoft.com/office/drawing/2014/main" val="4225081686"/>
                    </a:ext>
                  </a:extLst>
                </a:gridCol>
                <a:gridCol w="246743">
                  <a:extLst>
                    <a:ext uri="{9D8B030D-6E8A-4147-A177-3AD203B41FA5}">
                      <a16:colId xmlns:a16="http://schemas.microsoft.com/office/drawing/2014/main" val="485873843"/>
                    </a:ext>
                  </a:extLst>
                </a:gridCol>
                <a:gridCol w="1204685">
                  <a:extLst>
                    <a:ext uri="{9D8B030D-6E8A-4147-A177-3AD203B41FA5}">
                      <a16:colId xmlns:a16="http://schemas.microsoft.com/office/drawing/2014/main" val="476826023"/>
                    </a:ext>
                  </a:extLst>
                </a:gridCol>
                <a:gridCol w="1055998">
                  <a:extLst>
                    <a:ext uri="{9D8B030D-6E8A-4147-A177-3AD203B41FA5}">
                      <a16:colId xmlns:a16="http://schemas.microsoft.com/office/drawing/2014/main" val="2868443803"/>
                    </a:ext>
                  </a:extLst>
                </a:gridCol>
                <a:gridCol w="1055998">
                  <a:extLst>
                    <a:ext uri="{9D8B030D-6E8A-4147-A177-3AD203B41FA5}">
                      <a16:colId xmlns:a16="http://schemas.microsoft.com/office/drawing/2014/main" val="3018240947"/>
                    </a:ext>
                  </a:extLst>
                </a:gridCol>
                <a:gridCol w="1055998">
                  <a:extLst>
                    <a:ext uri="{9D8B030D-6E8A-4147-A177-3AD203B41FA5}">
                      <a16:colId xmlns:a16="http://schemas.microsoft.com/office/drawing/2014/main" val="3079778855"/>
                    </a:ext>
                  </a:extLst>
                </a:gridCol>
                <a:gridCol w="1055998">
                  <a:extLst>
                    <a:ext uri="{9D8B030D-6E8A-4147-A177-3AD203B41FA5}">
                      <a16:colId xmlns:a16="http://schemas.microsoft.com/office/drawing/2014/main" val="1550856190"/>
                    </a:ext>
                  </a:extLst>
                </a:gridCol>
                <a:gridCol w="1055998">
                  <a:extLst>
                    <a:ext uri="{9D8B030D-6E8A-4147-A177-3AD203B41FA5}">
                      <a16:colId xmlns:a16="http://schemas.microsoft.com/office/drawing/2014/main" val="2955675757"/>
                    </a:ext>
                  </a:extLst>
                </a:gridCol>
                <a:gridCol w="1055998">
                  <a:extLst>
                    <a:ext uri="{9D8B030D-6E8A-4147-A177-3AD203B41FA5}">
                      <a16:colId xmlns:a16="http://schemas.microsoft.com/office/drawing/2014/main" val="1065264121"/>
                    </a:ext>
                  </a:extLst>
                </a:gridCol>
              </a:tblGrid>
              <a:tr h="195416">
                <a:tc rowSpan="2" gridSpan="3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구분</a:t>
                      </a:r>
                    </a:p>
                  </a:txBody>
                  <a:tcPr marL="63803" marR="63803" marT="31901" marB="31901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31901" marR="31901" marT="31901" marB="31901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dirty="0"/>
                    </a:p>
                  </a:txBody>
                  <a:tcPr marL="63803" marR="63803" marT="31901" marB="31901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Estimate</a:t>
                      </a:r>
                    </a:p>
                  </a:txBody>
                  <a:tcPr marL="63803" marR="63803" marT="31901" marB="31901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SE</a:t>
                      </a:r>
                    </a:p>
                  </a:txBody>
                  <a:tcPr marL="63803" marR="63803" marT="31901" marB="31901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95% Confidence Interval</a:t>
                      </a:r>
                    </a:p>
                  </a:txBody>
                  <a:tcPr marL="63803" marR="63803" marT="31901" marB="31901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63803" marR="63803" marT="31901" marB="31901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Z</a:t>
                      </a:r>
                    </a:p>
                  </a:txBody>
                  <a:tcPr marL="63803" marR="63803" marT="31901" marB="31901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p</a:t>
                      </a:r>
                    </a:p>
                  </a:txBody>
                  <a:tcPr marL="63803" marR="63803" marT="31901" marB="31901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9291760"/>
                  </a:ext>
                </a:extLst>
              </a:tr>
              <a:tr h="195416">
                <a:tc gridSpan="3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Lower</a:t>
                      </a:r>
                    </a:p>
                  </a:txBody>
                  <a:tcPr marL="63803" marR="63803" marT="31901" marB="31901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Upper</a:t>
                      </a:r>
                    </a:p>
                  </a:txBody>
                  <a:tcPr marL="63803" marR="63803" marT="31901" marB="31901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691440"/>
                  </a:ext>
                </a:extLst>
              </a:tr>
              <a:tr h="361997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ko-KR" altLang="en-US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개인</a:t>
                      </a:r>
                      <a:r>
                        <a:rPr lang="en-US" altLang="ko-KR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-</a:t>
                      </a:r>
                      <a:r>
                        <a:rPr lang="ko-KR" altLang="en-US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프로그램적합도</a:t>
                      </a:r>
                    </a:p>
                  </a:txBody>
                  <a:tcPr marL="63803" marR="63803" marT="63803" marB="31901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ko-KR" altLang="en-US" sz="10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→</a:t>
                      </a:r>
                    </a:p>
                  </a:txBody>
                  <a:tcPr marL="63803" marR="63803" marT="63803" marB="31901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MBA</a:t>
                      </a:r>
                      <a:r>
                        <a:rPr lang="ko-KR" altLang="en-US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만족도</a:t>
                      </a:r>
                    </a:p>
                  </a:txBody>
                  <a:tcPr marL="63803" marR="63803" marT="63803" marB="31901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0.647</a:t>
                      </a:r>
                    </a:p>
                  </a:txBody>
                  <a:tcPr marL="63803" marR="159507" marT="63803" marB="31901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0.137</a:t>
                      </a:r>
                    </a:p>
                  </a:txBody>
                  <a:tcPr marL="63803" marR="159507" marT="63803" marB="31901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0.393</a:t>
                      </a:r>
                    </a:p>
                  </a:txBody>
                  <a:tcPr marL="63803" marR="159507" marT="63803" marB="31901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0.937</a:t>
                      </a:r>
                    </a:p>
                  </a:txBody>
                  <a:tcPr marL="63803" marR="159507" marT="63803" marB="31901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0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4.73</a:t>
                      </a:r>
                    </a:p>
                  </a:txBody>
                  <a:tcPr marL="63803" marR="159507" marT="63803" marB="31901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&lt;.001</a:t>
                      </a:r>
                    </a:p>
                  </a:txBody>
                  <a:tcPr marL="63803" marR="159507" marT="63803" marB="31901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978319"/>
                  </a:ext>
                </a:extLst>
              </a:tr>
              <a:tr h="333163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0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MBA</a:t>
                      </a:r>
                      <a:r>
                        <a:rPr lang="ko-KR" altLang="en-US" sz="10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만족도</a:t>
                      </a:r>
                    </a:p>
                  </a:txBody>
                  <a:tcPr marL="63803" marR="63803" marT="31901" marB="31901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ko-KR" altLang="en-US" sz="10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→</a:t>
                      </a:r>
                    </a:p>
                  </a:txBody>
                  <a:tcPr marL="63803" marR="63803" marT="31901" marB="31901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ko-KR" altLang="en-US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지인추천의향</a:t>
                      </a:r>
                    </a:p>
                  </a:txBody>
                  <a:tcPr marL="63803" marR="63803" marT="31901" marB="31901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0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0.685</a:t>
                      </a:r>
                    </a:p>
                  </a:txBody>
                  <a:tcPr marL="63803" marR="159507" marT="31901" marB="31901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0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0.159</a:t>
                      </a:r>
                    </a:p>
                  </a:txBody>
                  <a:tcPr marL="63803" marR="159507" marT="31901" marB="31901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0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0.328</a:t>
                      </a:r>
                    </a:p>
                  </a:txBody>
                  <a:tcPr marL="63803" marR="159507" marT="31901" marB="31901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0.941</a:t>
                      </a:r>
                    </a:p>
                  </a:txBody>
                  <a:tcPr marL="63803" marR="159507" marT="31901" marB="31901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4.31</a:t>
                      </a:r>
                    </a:p>
                  </a:txBody>
                  <a:tcPr marL="63803" marR="159507" marT="31901" marB="31901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&lt;.001</a:t>
                      </a:r>
                    </a:p>
                  </a:txBody>
                  <a:tcPr marL="63803" marR="159507" marT="31901" marB="31901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4522211"/>
                  </a:ext>
                </a:extLst>
              </a:tr>
              <a:tr h="361997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ko-KR" altLang="en-US" sz="10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개인</a:t>
                      </a:r>
                      <a:r>
                        <a:rPr lang="en-US" altLang="ko-KR" sz="10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-</a:t>
                      </a:r>
                      <a:r>
                        <a:rPr lang="ko-KR" altLang="en-US" sz="10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프로그램적합도</a:t>
                      </a:r>
                    </a:p>
                  </a:txBody>
                  <a:tcPr marL="63803" marR="63803" marT="31901" marB="63803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ko-KR" altLang="en-US" sz="10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→</a:t>
                      </a:r>
                    </a:p>
                  </a:txBody>
                  <a:tcPr marL="63803" marR="63803" marT="31901" marB="63803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ko-KR" altLang="en-US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지인추천의향</a:t>
                      </a:r>
                    </a:p>
                  </a:txBody>
                  <a:tcPr marL="63803" marR="63803" marT="31901" marB="63803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0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0.145</a:t>
                      </a:r>
                    </a:p>
                  </a:txBody>
                  <a:tcPr marL="63803" marR="159507" marT="31901" marB="63803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0.137</a:t>
                      </a:r>
                    </a:p>
                  </a:txBody>
                  <a:tcPr marL="63803" marR="159507" marT="31901" marB="63803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0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-0.113</a:t>
                      </a:r>
                    </a:p>
                  </a:txBody>
                  <a:tcPr marL="63803" marR="159507" marT="31901" marB="63803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0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0.457</a:t>
                      </a:r>
                    </a:p>
                  </a:txBody>
                  <a:tcPr marL="63803" marR="159507" marT="31901" marB="63803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1.06</a:t>
                      </a:r>
                    </a:p>
                  </a:txBody>
                  <a:tcPr marL="63803" marR="159507" marT="31901" marB="63803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0.290</a:t>
                      </a:r>
                    </a:p>
                  </a:txBody>
                  <a:tcPr marL="63803" marR="159507" marT="31901" marB="63803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16752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538136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0C0690-5B8C-03C6-2B93-EB78CDFAA5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0A896F6-081F-B083-C640-D7ABD2694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spc="-50">
                <a:latin typeface="페이퍼로지 4 Regular" pitchFamily="2" charset="-127"/>
                <a:ea typeface="페이퍼로지 4 Regular" pitchFamily="2" charset="-127"/>
              </a:rPr>
              <a:t>- </a:t>
            </a:r>
            <a:fld id="{F0AEE96D-C800-4200-B178-74DC3655196B}" type="slidenum">
              <a:rPr lang="ko-KR" altLang="en-US" spc="-50">
                <a:latin typeface="페이퍼로지 4 Regular" pitchFamily="2" charset="-127"/>
                <a:ea typeface="페이퍼로지 4 Regular" pitchFamily="2" charset="-127"/>
              </a:rPr>
              <a:pPr/>
              <a:t>12</a:t>
            </a:fld>
            <a:r>
              <a:rPr lang="ko-KR" altLang="en-US" spc="-50">
                <a:latin typeface="페이퍼로지 4 Regular" pitchFamily="2" charset="-127"/>
                <a:ea typeface="페이퍼로지 4 Regular" pitchFamily="2" charset="-127"/>
              </a:rPr>
              <a:t> </a:t>
            </a:r>
            <a:r>
              <a:rPr spc="-50">
                <a:latin typeface="페이퍼로지 4 Regular" pitchFamily="2" charset="-127"/>
                <a:ea typeface="페이퍼로지 4 Regular" pitchFamily="2" charset="-127"/>
              </a:rPr>
              <a:t>-</a:t>
            </a:r>
            <a:endParaRPr lang="ko-KR" altLang="en-US" spc="-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0" name="텍스트 개체 틀 1">
            <a:extLst>
              <a:ext uri="{FF2B5EF4-FFF2-40B4-BE49-F238E27FC236}">
                <a16:creationId xmlns:a16="http://schemas.microsoft.com/office/drawing/2014/main" id="{48A88731-1BF6-062A-1351-1B322ED6DAAE}"/>
              </a:ext>
            </a:extLst>
          </p:cNvPr>
          <p:cNvSpPr txBox="1">
            <a:spLocks/>
          </p:cNvSpPr>
          <p:nvPr/>
        </p:nvSpPr>
        <p:spPr>
          <a:xfrm>
            <a:off x="344487" y="836613"/>
            <a:ext cx="9217026" cy="576262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latinLnBrk="1">
              <a:defRPr sz="1700" spc="-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ko-KR" dirty="0"/>
              <a:t>조절회귀분석 결과, 상호작용항(개인-프로그램 적합도 × 직무연관성)의 회귀계수는 -0.232로 나타났으며, 통계적으로 유의한 수준($</a:t>
            </a:r>
            <a:r>
              <a:rPr lang="ko-KR" altLang="ko-KR" dirty="0" err="1"/>
              <a:t>t</a:t>
            </a:r>
            <a:r>
              <a:rPr lang="ko-KR" altLang="ko-KR" dirty="0"/>
              <a:t>=-2.47, </a:t>
            </a:r>
            <a:r>
              <a:rPr lang="ko-KR" altLang="ko-KR" dirty="0" err="1"/>
              <a:t>p</a:t>
            </a:r>
            <a:r>
              <a:rPr lang="ko-KR" altLang="ko-KR" dirty="0"/>
              <a:t>=.014$)</a:t>
            </a:r>
            <a:r>
              <a:rPr lang="ko-KR" altLang="en-US" dirty="0" err="1"/>
              <a:t>으로</a:t>
            </a:r>
            <a:r>
              <a:rPr lang="ko-KR" altLang="en-US" dirty="0"/>
              <a:t> 나타남</a:t>
            </a:r>
            <a:r>
              <a:rPr lang="en-US" altLang="ko-KR" dirty="0"/>
              <a:t>.</a:t>
            </a:r>
            <a:endParaRPr lang="ko-KR" altLang="ko-KR" dirty="0"/>
          </a:p>
          <a:p>
            <a:endParaRPr lang="ko-KR" altLang="ko-KR" dirty="0"/>
          </a:p>
        </p:txBody>
      </p:sp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7F1114BA-44C1-3947-6FF4-DCDF4A439EDB}"/>
              </a:ext>
            </a:extLst>
          </p:cNvPr>
          <p:cNvGrpSpPr/>
          <p:nvPr/>
        </p:nvGrpSpPr>
        <p:grpSpPr>
          <a:xfrm>
            <a:off x="0" y="-762844"/>
            <a:ext cx="4375346" cy="626015"/>
            <a:chOff x="0" y="-762844"/>
            <a:chExt cx="4375346" cy="626015"/>
          </a:xfrm>
        </p:grpSpPr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DF13A6D0-5B84-DEEC-DE3A-30BE9702F6ED}"/>
                </a:ext>
              </a:extLst>
            </p:cNvPr>
            <p:cNvSpPr txBox="1"/>
            <p:nvPr/>
          </p:nvSpPr>
          <p:spPr>
            <a:xfrm>
              <a:off x="1229274" y="-762844"/>
              <a:ext cx="991907" cy="32898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algn="ctr"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ko-KR" altLang="en-US" sz="1625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페이퍼</a:t>
              </a:r>
              <a:r>
                <a:rPr lang="en-US" altLang="ko-KR" sz="1625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5</a:t>
              </a:r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FDCE6131-7BE9-4F04-4B4A-524427562E8B}"/>
                </a:ext>
              </a:extLst>
            </p:cNvPr>
            <p:cNvSpPr txBox="1"/>
            <p:nvPr/>
          </p:nvSpPr>
          <p:spPr>
            <a:xfrm>
              <a:off x="2316075" y="-762844"/>
              <a:ext cx="991907" cy="32898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algn="ctr"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ko-KR" altLang="en-US" sz="1463" spc="-4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페이퍼</a:t>
              </a:r>
              <a:r>
                <a:rPr lang="en-US" altLang="ko-KR" sz="1463" spc="-4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4</a:t>
              </a:r>
            </a:p>
          </p:txBody>
        </p:sp>
        <p:sp>
          <p:nvSpPr>
            <p:cNvPr id="130" name="직사각형 129">
              <a:extLst>
                <a:ext uri="{FF2B5EF4-FFF2-40B4-BE49-F238E27FC236}">
                  <a16:creationId xmlns:a16="http://schemas.microsoft.com/office/drawing/2014/main" id="{5A51C604-3570-F5FA-284E-C4A9411CB3D3}"/>
                </a:ext>
              </a:extLst>
            </p:cNvPr>
            <p:cNvSpPr/>
            <p:nvPr/>
          </p:nvSpPr>
          <p:spPr>
            <a:xfrm>
              <a:off x="2288686" y="-311024"/>
              <a:ext cx="289451" cy="162138"/>
            </a:xfrm>
            <a:prstGeom prst="rect">
              <a:avLst/>
            </a:prstGeom>
            <a:solidFill>
              <a:srgbClr val="96969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dirty="0">
                <a:ea typeface="a고딕12" panose="02020600000000000000" pitchFamily="18" charset="-127"/>
              </a:endParaRP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99B3F3C3-DAF0-95CC-9448-FF7F4AD89EB8}"/>
                </a:ext>
              </a:extLst>
            </p:cNvPr>
            <p:cNvSpPr txBox="1"/>
            <p:nvPr/>
          </p:nvSpPr>
          <p:spPr>
            <a:xfrm>
              <a:off x="142473" y="-762844"/>
              <a:ext cx="991907" cy="32898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algn="ctr"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ko-KR" altLang="en-US" sz="1625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6 SemiBold" pitchFamily="2" charset="-127"/>
                  <a:ea typeface="페이퍼로지 6 SemiBold" pitchFamily="2" charset="-127"/>
                </a:rPr>
                <a:t>페이퍼</a:t>
              </a:r>
              <a:r>
                <a:rPr lang="en-US" altLang="ko-KR" sz="1625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6 SemiBold" pitchFamily="2" charset="-127"/>
                  <a:ea typeface="페이퍼로지 6 SemiBold" pitchFamily="2" charset="-127"/>
                </a:rPr>
                <a:t>6</a:t>
              </a:r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8DDF3C69-7930-18E4-E740-665193468FD9}"/>
                </a:ext>
              </a:extLst>
            </p:cNvPr>
            <p:cNvSpPr txBox="1"/>
            <p:nvPr/>
          </p:nvSpPr>
          <p:spPr>
            <a:xfrm>
              <a:off x="3383439" y="-762844"/>
              <a:ext cx="991907" cy="32898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algn="ctr"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ko-KR" altLang="en-US" sz="1463" spc="-4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3 Light" pitchFamily="2" charset="-127"/>
                  <a:ea typeface="페이퍼로지 3 Light" pitchFamily="2" charset="-127"/>
                </a:rPr>
                <a:t>페이퍼</a:t>
              </a:r>
              <a:r>
                <a:rPr lang="en-US" altLang="ko-KR" sz="1463" spc="-4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3 Light" pitchFamily="2" charset="-127"/>
                  <a:ea typeface="페이퍼로지 3 Light" pitchFamily="2" charset="-127"/>
                </a:rPr>
                <a:t>3</a:t>
              </a:r>
            </a:p>
          </p:txBody>
        </p:sp>
        <p:sp>
          <p:nvSpPr>
            <p:cNvPr id="133" name="직사각형 132">
              <a:extLst>
                <a:ext uri="{FF2B5EF4-FFF2-40B4-BE49-F238E27FC236}">
                  <a16:creationId xmlns:a16="http://schemas.microsoft.com/office/drawing/2014/main" id="{403575D2-0F7C-3992-7CB7-B15E0A7B2415}"/>
                </a:ext>
              </a:extLst>
            </p:cNvPr>
            <p:cNvSpPr/>
            <p:nvPr/>
          </p:nvSpPr>
          <p:spPr>
            <a:xfrm>
              <a:off x="1907239" y="-305540"/>
              <a:ext cx="289451" cy="162138"/>
            </a:xfrm>
            <a:prstGeom prst="rect">
              <a:avLst/>
            </a:prstGeom>
            <a:solidFill>
              <a:srgbClr val="F3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  <p:sp>
          <p:nvSpPr>
            <p:cNvPr id="134" name="직사각형 133">
              <a:extLst>
                <a:ext uri="{FF2B5EF4-FFF2-40B4-BE49-F238E27FC236}">
                  <a16:creationId xmlns:a16="http://schemas.microsoft.com/office/drawing/2014/main" id="{8C28B9A3-564C-0D12-9180-652BC9C4B44F}"/>
                </a:ext>
              </a:extLst>
            </p:cNvPr>
            <p:cNvSpPr/>
            <p:nvPr/>
          </p:nvSpPr>
          <p:spPr>
            <a:xfrm>
              <a:off x="1525792" y="-298967"/>
              <a:ext cx="289451" cy="162138"/>
            </a:xfrm>
            <a:prstGeom prst="rect">
              <a:avLst/>
            </a:prstGeom>
            <a:solidFill>
              <a:srgbClr val="AABAF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  <p:sp>
          <p:nvSpPr>
            <p:cNvPr id="135" name="직사각형 134">
              <a:extLst>
                <a:ext uri="{FF2B5EF4-FFF2-40B4-BE49-F238E27FC236}">
                  <a16:creationId xmlns:a16="http://schemas.microsoft.com/office/drawing/2014/main" id="{CD15DD65-DFA5-FBC8-4395-E7373C2FDF17}"/>
                </a:ext>
              </a:extLst>
            </p:cNvPr>
            <p:cNvSpPr/>
            <p:nvPr/>
          </p:nvSpPr>
          <p:spPr>
            <a:xfrm>
              <a:off x="381448" y="-298967"/>
              <a:ext cx="289451" cy="162138"/>
            </a:xfrm>
            <a:prstGeom prst="rect">
              <a:avLst/>
            </a:prstGeom>
            <a:solidFill>
              <a:srgbClr val="00338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  <p:sp>
          <p:nvSpPr>
            <p:cNvPr id="136" name="직사각형 135">
              <a:extLst>
                <a:ext uri="{FF2B5EF4-FFF2-40B4-BE49-F238E27FC236}">
                  <a16:creationId xmlns:a16="http://schemas.microsoft.com/office/drawing/2014/main" id="{E284EA33-987A-8594-B099-3D6DDFFFA165}"/>
                </a:ext>
              </a:extLst>
            </p:cNvPr>
            <p:cNvSpPr/>
            <p:nvPr/>
          </p:nvSpPr>
          <p:spPr>
            <a:xfrm>
              <a:off x="762896" y="-298967"/>
              <a:ext cx="289451" cy="162138"/>
            </a:xfrm>
            <a:prstGeom prst="rect">
              <a:avLst/>
            </a:prstGeom>
            <a:solidFill>
              <a:srgbClr val="1E49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  <p:sp>
          <p:nvSpPr>
            <p:cNvPr id="137" name="직사각형 136">
              <a:extLst>
                <a:ext uri="{FF2B5EF4-FFF2-40B4-BE49-F238E27FC236}">
                  <a16:creationId xmlns:a16="http://schemas.microsoft.com/office/drawing/2014/main" id="{C10B6608-9AB5-508C-3DBE-09C93D393E17}"/>
                </a:ext>
              </a:extLst>
            </p:cNvPr>
            <p:cNvSpPr/>
            <p:nvPr/>
          </p:nvSpPr>
          <p:spPr>
            <a:xfrm>
              <a:off x="1144344" y="-298967"/>
              <a:ext cx="289451" cy="162138"/>
            </a:xfrm>
            <a:prstGeom prst="rect">
              <a:avLst/>
            </a:prstGeom>
            <a:solidFill>
              <a:srgbClr val="5F7D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  <p:sp>
          <p:nvSpPr>
            <p:cNvPr id="138" name="직사각형 137">
              <a:extLst>
                <a:ext uri="{FF2B5EF4-FFF2-40B4-BE49-F238E27FC236}">
                  <a16:creationId xmlns:a16="http://schemas.microsoft.com/office/drawing/2014/main" id="{263FD407-C3B9-79F7-827D-4CFB325D0CC1}"/>
                </a:ext>
              </a:extLst>
            </p:cNvPr>
            <p:cNvSpPr/>
            <p:nvPr/>
          </p:nvSpPr>
          <p:spPr>
            <a:xfrm>
              <a:off x="0" y="-305540"/>
              <a:ext cx="289451" cy="162138"/>
            </a:xfrm>
            <a:prstGeom prst="rect">
              <a:avLst/>
            </a:prstGeom>
            <a:solidFill>
              <a:srgbClr val="2F485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</p:grp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1BDC5395-0084-38FD-2AA1-CF10E8999755}"/>
              </a:ext>
            </a:extLst>
          </p:cNvPr>
          <p:cNvSpPr/>
          <p:nvPr/>
        </p:nvSpPr>
        <p:spPr>
          <a:xfrm>
            <a:off x="344488" y="262250"/>
            <a:ext cx="115827" cy="46800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0" fontAlgn="base" latinLnBrk="1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kumimoji="0" lang="ko-KR" altLang="en-US" sz="1400" b="0" i="0" u="none" strike="noStrike" kern="1200" cap="none" spc="-5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sp>
        <p:nvSpPr>
          <p:cNvPr id="140" name="직사각형 139">
            <a:extLst>
              <a:ext uri="{FF2B5EF4-FFF2-40B4-BE49-F238E27FC236}">
                <a16:creationId xmlns:a16="http://schemas.microsoft.com/office/drawing/2014/main" id="{8A376C0B-B0A6-7F9E-22EF-3A57D4BD854D}"/>
              </a:ext>
            </a:extLst>
          </p:cNvPr>
          <p:cNvSpPr/>
          <p:nvPr/>
        </p:nvSpPr>
        <p:spPr>
          <a:xfrm>
            <a:off x="498248" y="262250"/>
            <a:ext cx="1124475" cy="468000"/>
          </a:xfrm>
          <a:prstGeom prst="rect">
            <a:avLst/>
          </a:prstGeom>
          <a:solidFill>
            <a:srgbClr val="1E49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buNone/>
              <a:defRPr/>
            </a:pPr>
            <a:r>
              <a:rPr lang="ko-KR" altLang="en-US" sz="1400" spc="-50" dirty="0">
                <a:solidFill>
                  <a:prstClr val="white"/>
                </a:solidFill>
                <a:latin typeface="페이퍼로지 6 SemiBold" pitchFamily="2" charset="-127"/>
                <a:ea typeface="페이퍼로지 6 SemiBold" pitchFamily="2" charset="-127"/>
              </a:rPr>
              <a:t>조절효과 분석</a:t>
            </a:r>
          </a:p>
        </p:txBody>
      </p:sp>
      <p:sp>
        <p:nvSpPr>
          <p:cNvPr id="44" name="텍스트 개체 틀 1">
            <a:extLst>
              <a:ext uri="{FF2B5EF4-FFF2-40B4-BE49-F238E27FC236}">
                <a16:creationId xmlns:a16="http://schemas.microsoft.com/office/drawing/2014/main" id="{AE452C5A-E8F4-959D-4CC8-517FCDBE0204}"/>
              </a:ext>
            </a:extLst>
          </p:cNvPr>
          <p:cNvSpPr txBox="1">
            <a:spLocks/>
          </p:cNvSpPr>
          <p:nvPr/>
        </p:nvSpPr>
        <p:spPr>
          <a:xfrm>
            <a:off x="346831" y="1538207"/>
            <a:ext cx="4464051" cy="3355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ctr" defTabSz="457200" rtl="0" eaLnBrk="1" latinLnBrk="0" hangingPunct="1">
              <a:defRPr lang="en-US" altLang="ko-KR" sz="813" kern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anose="020B0800000000000000" pitchFamily="50" charset="-127"/>
                <a:ea typeface="SpoqaHanSans-Bold" panose="020B0800000000000000" pitchFamily="50" charset="-127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1600" spc="-50" dirty="0">
                <a:latin typeface="페이퍼로지 5 Medium" pitchFamily="2" charset="-127"/>
                <a:ea typeface="페이퍼로지 5 Medium" pitchFamily="2" charset="-127"/>
              </a:rPr>
              <a:t>조절효과 분석 결과</a:t>
            </a:r>
          </a:p>
        </p:txBody>
      </p: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C6EE7E7E-2686-FBC0-907C-19DC20EAF83B}"/>
              </a:ext>
            </a:extLst>
          </p:cNvPr>
          <p:cNvCxnSpPr>
            <a:cxnSpLocks/>
          </p:cNvCxnSpPr>
          <p:nvPr/>
        </p:nvCxnSpPr>
        <p:spPr>
          <a:xfrm>
            <a:off x="344488" y="1875393"/>
            <a:ext cx="9213673" cy="0"/>
          </a:xfrm>
          <a:prstGeom prst="line">
            <a:avLst/>
          </a:prstGeom>
          <a:ln w="28575">
            <a:solidFill>
              <a:srgbClr val="00338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그룹 3">
            <a:extLst>
              <a:ext uri="{FF2B5EF4-FFF2-40B4-BE49-F238E27FC236}">
                <a16:creationId xmlns:a16="http://schemas.microsoft.com/office/drawing/2014/main" id="{938A8909-F1DA-3294-FF23-902B0E5E9176}"/>
              </a:ext>
            </a:extLst>
          </p:cNvPr>
          <p:cNvGrpSpPr/>
          <p:nvPr/>
        </p:nvGrpSpPr>
        <p:grpSpPr>
          <a:xfrm>
            <a:off x="341060" y="1921869"/>
            <a:ext cx="9217563" cy="848746"/>
            <a:chOff x="341060" y="5331609"/>
            <a:chExt cx="9217563" cy="848746"/>
          </a:xfrm>
        </p:grpSpPr>
        <p:cxnSp>
          <p:nvCxnSpPr>
            <p:cNvPr id="5" name="직선 화살표 연결선 4">
              <a:extLst>
                <a:ext uri="{FF2B5EF4-FFF2-40B4-BE49-F238E27FC236}">
                  <a16:creationId xmlns:a16="http://schemas.microsoft.com/office/drawing/2014/main" id="{3209945D-C150-12B9-C7C7-03170D65DCC6}"/>
                </a:ext>
              </a:extLst>
            </p:cNvPr>
            <p:cNvCxnSpPr>
              <a:cxnSpLocks/>
            </p:cNvCxnSpPr>
            <p:nvPr/>
          </p:nvCxnSpPr>
          <p:spPr>
            <a:xfrm>
              <a:off x="2487932" y="6086021"/>
              <a:ext cx="4923357" cy="8012"/>
            </a:xfrm>
            <a:prstGeom prst="straightConnector1">
              <a:avLst/>
            </a:prstGeom>
            <a:ln w="38100" cap="flat" cmpd="sng" algn="ctr">
              <a:solidFill>
                <a:srgbClr val="1E49E2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7" name="사각형: 둥근 모서리 6">
              <a:extLst>
                <a:ext uri="{FF2B5EF4-FFF2-40B4-BE49-F238E27FC236}">
                  <a16:creationId xmlns:a16="http://schemas.microsoft.com/office/drawing/2014/main" id="{38259086-03DC-C18A-C05C-9F7B02FEE43E}"/>
                </a:ext>
              </a:extLst>
            </p:cNvPr>
            <p:cNvSpPr/>
            <p:nvPr/>
          </p:nvSpPr>
          <p:spPr>
            <a:xfrm>
              <a:off x="341060" y="5739861"/>
              <a:ext cx="2146872" cy="432482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19050" cap="flat" cmpd="sng" algn="ctr">
              <a:solidFill>
                <a:srgbClr val="AABAF4"/>
              </a:solidFill>
              <a:prstDash val="solid"/>
              <a:miter lim="800000"/>
            </a:ln>
            <a:effectLst>
              <a:outerShdw blurRad="63500" sx="102000" sy="102000" algn="ctr" rotWithShape="0">
                <a:schemeClr val="tx1">
                  <a:lumMod val="50000"/>
                  <a:lumOff val="50000"/>
                  <a:alpha val="20000"/>
                </a:schemeClr>
              </a:outerShdw>
            </a:effectLst>
          </p:spPr>
          <p:txBody>
            <a:bodyPr tIns="0" rIns="90000" bIns="0" rtlCol="0" anchor="ctr"/>
            <a:lstStyle/>
            <a:p>
              <a:pPr algn="ctr" fontAlgn="base">
                <a:lnSpc>
                  <a:spcPct val="150000"/>
                </a:lnSpc>
                <a:spcBef>
                  <a:spcPct val="0"/>
                </a:spcBef>
                <a:buSzPct val="80000"/>
              </a:pPr>
              <a:r>
                <a:rPr kumimoji="1" lang="ko-KR" altLang="en-US" sz="14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개인</a:t>
              </a:r>
              <a:r>
                <a:rPr kumimoji="1" lang="en-US" altLang="ko-KR" sz="14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 – </a:t>
              </a:r>
              <a:r>
                <a:rPr kumimoji="1" lang="ko-KR" altLang="en-US" sz="14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프로그램 적합도</a:t>
              </a:r>
              <a:endParaRPr kumimoji="1" lang="en-US" altLang="ko-KR" sz="14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D32C5B13-D362-9915-4F45-824C44739D42}"/>
                </a:ext>
              </a:extLst>
            </p:cNvPr>
            <p:cNvSpPr/>
            <p:nvPr/>
          </p:nvSpPr>
          <p:spPr>
            <a:xfrm>
              <a:off x="341060" y="5470315"/>
              <a:ext cx="2147334" cy="276181"/>
            </a:xfrm>
            <a:prstGeom prst="roundRect">
              <a:avLst>
                <a:gd name="adj" fmla="val 0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19050" cap="flat" cmpd="sng" algn="ctr">
              <a:solidFill>
                <a:srgbClr val="B4C7E7"/>
              </a:solidFill>
              <a:prstDash val="solid"/>
              <a:miter lim="800000"/>
            </a:ln>
            <a:effectLst>
              <a:outerShdw blurRad="63500" sx="102000" sy="102000" algn="ctr" rotWithShape="0">
                <a:schemeClr val="tx1">
                  <a:lumMod val="50000"/>
                  <a:lumOff val="50000"/>
                  <a:alpha val="20000"/>
                </a:schemeClr>
              </a:outerShdw>
            </a:effectLst>
          </p:spPr>
          <p:txBody>
            <a:bodyPr tIns="0" rIns="90000" bIns="0" rtlCol="0" anchor="ctr"/>
            <a:lstStyle/>
            <a:p>
              <a:pPr algn="ctr" fontAlgn="base">
                <a:lnSpc>
                  <a:spcPct val="150000"/>
                </a:lnSpc>
                <a:spcBef>
                  <a:spcPct val="0"/>
                </a:spcBef>
                <a:buSzPct val="80000"/>
              </a:pPr>
              <a:r>
                <a:rPr kumimoji="1" lang="ko-KR" altLang="en-US" sz="1400" b="1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독립변수</a:t>
              </a:r>
              <a:endParaRPr kumimoji="1" lang="en-US" altLang="ko-KR" sz="1400" b="1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9" name="사각형: 둥근 모서리 8">
              <a:extLst>
                <a:ext uri="{FF2B5EF4-FFF2-40B4-BE49-F238E27FC236}">
                  <a16:creationId xmlns:a16="http://schemas.microsoft.com/office/drawing/2014/main" id="{F587FD5B-4B0B-06FC-40D0-95C13CDE611D}"/>
                </a:ext>
              </a:extLst>
            </p:cNvPr>
            <p:cNvSpPr/>
            <p:nvPr/>
          </p:nvSpPr>
          <p:spPr>
            <a:xfrm>
              <a:off x="7411289" y="5747873"/>
              <a:ext cx="2146872" cy="432482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19050" cap="flat" cmpd="sng" algn="ctr">
              <a:solidFill>
                <a:srgbClr val="AABAF4"/>
              </a:solidFill>
              <a:prstDash val="solid"/>
              <a:miter lim="800000"/>
            </a:ln>
            <a:effectLst>
              <a:outerShdw blurRad="63500" sx="102000" sy="102000" algn="ctr" rotWithShape="0">
                <a:schemeClr val="tx1">
                  <a:lumMod val="50000"/>
                  <a:lumOff val="50000"/>
                  <a:alpha val="20000"/>
                </a:schemeClr>
              </a:outerShdw>
            </a:effectLst>
          </p:spPr>
          <p:txBody>
            <a:bodyPr tIns="0" rIns="90000" bIns="0" rtlCol="0" anchor="ctr"/>
            <a:lstStyle/>
            <a:p>
              <a:pPr algn="ctr" fontAlgn="base">
                <a:lnSpc>
                  <a:spcPct val="150000"/>
                </a:lnSpc>
                <a:spcBef>
                  <a:spcPct val="0"/>
                </a:spcBef>
                <a:buSzPct val="80000"/>
              </a:pPr>
              <a:r>
                <a:rPr kumimoji="1" lang="ko-KR" altLang="en-US" sz="14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지인 추천 의향</a:t>
              </a:r>
              <a:endParaRPr kumimoji="1" lang="en-US" altLang="ko-KR" sz="14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11" name="사각형: 둥근 모서리 10">
              <a:extLst>
                <a:ext uri="{FF2B5EF4-FFF2-40B4-BE49-F238E27FC236}">
                  <a16:creationId xmlns:a16="http://schemas.microsoft.com/office/drawing/2014/main" id="{E00EF58B-49DA-22C5-3FCF-9C6507F1E384}"/>
                </a:ext>
              </a:extLst>
            </p:cNvPr>
            <p:cNvSpPr/>
            <p:nvPr/>
          </p:nvSpPr>
          <p:spPr>
            <a:xfrm>
              <a:off x="7411289" y="5470315"/>
              <a:ext cx="2147334" cy="276181"/>
            </a:xfrm>
            <a:prstGeom prst="roundRect">
              <a:avLst>
                <a:gd name="adj" fmla="val 0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19050" cap="flat" cmpd="sng" algn="ctr">
              <a:solidFill>
                <a:srgbClr val="B4C7E7"/>
              </a:solidFill>
              <a:prstDash val="solid"/>
              <a:miter lim="800000"/>
            </a:ln>
            <a:effectLst>
              <a:outerShdw blurRad="63500" sx="102000" sy="102000" algn="ctr" rotWithShape="0">
                <a:schemeClr val="tx1">
                  <a:lumMod val="50000"/>
                  <a:lumOff val="50000"/>
                  <a:alpha val="20000"/>
                </a:schemeClr>
              </a:outerShdw>
            </a:effectLst>
          </p:spPr>
          <p:txBody>
            <a:bodyPr tIns="0" rIns="90000" bIns="0" rtlCol="0" anchor="ctr"/>
            <a:lstStyle/>
            <a:p>
              <a:pPr algn="ctr" fontAlgn="base">
                <a:lnSpc>
                  <a:spcPct val="150000"/>
                </a:lnSpc>
                <a:spcBef>
                  <a:spcPct val="0"/>
                </a:spcBef>
                <a:buSzPct val="80000"/>
              </a:pPr>
              <a:r>
                <a:rPr kumimoji="1" lang="ko-KR" altLang="en-US" sz="1400" b="1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종속변수</a:t>
              </a:r>
              <a:endParaRPr kumimoji="1" lang="en-US" altLang="ko-KR" sz="1400" b="1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17" name="사각형: 둥근 모서리 16">
              <a:extLst>
                <a:ext uri="{FF2B5EF4-FFF2-40B4-BE49-F238E27FC236}">
                  <a16:creationId xmlns:a16="http://schemas.microsoft.com/office/drawing/2014/main" id="{DAFFE0E9-E22B-38EA-74A3-FE9C8188C045}"/>
                </a:ext>
              </a:extLst>
            </p:cNvPr>
            <p:cNvSpPr/>
            <p:nvPr/>
          </p:nvSpPr>
          <p:spPr>
            <a:xfrm>
              <a:off x="3879564" y="5601154"/>
              <a:ext cx="2146872" cy="276181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19050" cap="flat" cmpd="sng" algn="ctr">
              <a:solidFill>
                <a:srgbClr val="AABAF4"/>
              </a:solidFill>
              <a:prstDash val="solid"/>
              <a:miter lim="800000"/>
            </a:ln>
            <a:effectLst>
              <a:outerShdw blurRad="63500" sx="102000" sy="102000" algn="ctr" rotWithShape="0">
                <a:schemeClr val="tx1">
                  <a:lumMod val="50000"/>
                  <a:lumOff val="50000"/>
                  <a:alpha val="20000"/>
                </a:schemeClr>
              </a:outerShdw>
            </a:effectLst>
          </p:spPr>
          <p:txBody>
            <a:bodyPr tIns="0" rIns="90000" bIns="0" rtlCol="0" anchor="ctr"/>
            <a:lstStyle/>
            <a:p>
              <a:pPr algn="ctr" fontAlgn="base">
                <a:lnSpc>
                  <a:spcPct val="150000"/>
                </a:lnSpc>
                <a:spcBef>
                  <a:spcPct val="0"/>
                </a:spcBef>
                <a:buSzPct val="80000"/>
              </a:pPr>
              <a:r>
                <a:rPr kumimoji="1" lang="ko-KR" altLang="en-US" sz="14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직무연관성</a:t>
              </a:r>
              <a:endParaRPr kumimoji="1" lang="en-US" altLang="ko-KR" sz="14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18" name="사각형: 둥근 모서리 17">
              <a:extLst>
                <a:ext uri="{FF2B5EF4-FFF2-40B4-BE49-F238E27FC236}">
                  <a16:creationId xmlns:a16="http://schemas.microsoft.com/office/drawing/2014/main" id="{94973960-2D0B-BA19-3987-35C4406C8C39}"/>
                </a:ext>
              </a:extLst>
            </p:cNvPr>
            <p:cNvSpPr/>
            <p:nvPr/>
          </p:nvSpPr>
          <p:spPr>
            <a:xfrm>
              <a:off x="3879564" y="5331609"/>
              <a:ext cx="2147334" cy="276181"/>
            </a:xfrm>
            <a:prstGeom prst="roundRect">
              <a:avLst>
                <a:gd name="adj" fmla="val 0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19050" cap="flat" cmpd="sng" algn="ctr">
              <a:solidFill>
                <a:srgbClr val="B4C7E7"/>
              </a:solidFill>
              <a:prstDash val="solid"/>
              <a:miter lim="800000"/>
            </a:ln>
            <a:effectLst>
              <a:outerShdw blurRad="63500" sx="102000" sy="102000" algn="ctr" rotWithShape="0">
                <a:schemeClr val="tx1">
                  <a:lumMod val="50000"/>
                  <a:lumOff val="50000"/>
                  <a:alpha val="20000"/>
                </a:schemeClr>
              </a:outerShdw>
            </a:effectLst>
          </p:spPr>
          <p:txBody>
            <a:bodyPr tIns="0" rIns="90000" bIns="0" rtlCol="0" anchor="ctr"/>
            <a:lstStyle/>
            <a:p>
              <a:pPr algn="ctr" fontAlgn="base">
                <a:lnSpc>
                  <a:spcPct val="150000"/>
                </a:lnSpc>
                <a:spcBef>
                  <a:spcPct val="0"/>
                </a:spcBef>
                <a:buSzPct val="80000"/>
              </a:pPr>
              <a:r>
                <a:rPr kumimoji="1" lang="ko-KR" altLang="en-US" sz="1400" b="1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조절변수</a:t>
              </a:r>
              <a:endParaRPr kumimoji="1" lang="en-US" altLang="ko-KR" sz="1400" b="1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cxnSp>
          <p:nvCxnSpPr>
            <p:cNvPr id="3" name="직선 화살표 연결선 2">
              <a:extLst>
                <a:ext uri="{FF2B5EF4-FFF2-40B4-BE49-F238E27FC236}">
                  <a16:creationId xmlns:a16="http://schemas.microsoft.com/office/drawing/2014/main" id="{5998288B-848E-E487-7DDF-EC232727B59D}"/>
                </a:ext>
              </a:extLst>
            </p:cNvPr>
            <p:cNvCxnSpPr>
              <a:cxnSpLocks/>
              <a:stCxn id="17" idx="2"/>
            </p:cNvCxnSpPr>
            <p:nvPr/>
          </p:nvCxnSpPr>
          <p:spPr>
            <a:xfrm>
              <a:off x="4953000" y="5877335"/>
              <a:ext cx="0" cy="208686"/>
            </a:xfrm>
            <a:prstGeom prst="straightConnector1">
              <a:avLst/>
            </a:prstGeom>
            <a:ln w="38100" cap="flat" cmpd="sng" algn="ctr">
              <a:solidFill>
                <a:srgbClr val="1E49E2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369C0C9E-F7BE-28C2-8197-80E160AE3C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1951926"/>
              </p:ext>
            </p:extLst>
          </p:nvPr>
        </p:nvGraphicFramePr>
        <p:xfrm>
          <a:off x="344489" y="3115709"/>
          <a:ext cx="4466396" cy="2127711"/>
        </p:xfrm>
        <a:graphic>
          <a:graphicData uri="http://schemas.openxmlformats.org/drawingml/2006/table">
            <a:tbl>
              <a:tblPr/>
              <a:tblGrid>
                <a:gridCol w="1440768">
                  <a:extLst>
                    <a:ext uri="{9D8B030D-6E8A-4147-A177-3AD203B41FA5}">
                      <a16:colId xmlns:a16="http://schemas.microsoft.com/office/drawing/2014/main" val="3808423993"/>
                    </a:ext>
                  </a:extLst>
                </a:gridCol>
                <a:gridCol w="756407">
                  <a:extLst>
                    <a:ext uri="{9D8B030D-6E8A-4147-A177-3AD203B41FA5}">
                      <a16:colId xmlns:a16="http://schemas.microsoft.com/office/drawing/2014/main" val="957239942"/>
                    </a:ext>
                  </a:extLst>
                </a:gridCol>
                <a:gridCol w="756407">
                  <a:extLst>
                    <a:ext uri="{9D8B030D-6E8A-4147-A177-3AD203B41FA5}">
                      <a16:colId xmlns:a16="http://schemas.microsoft.com/office/drawing/2014/main" val="3718150834"/>
                    </a:ext>
                  </a:extLst>
                </a:gridCol>
                <a:gridCol w="756407">
                  <a:extLst>
                    <a:ext uri="{9D8B030D-6E8A-4147-A177-3AD203B41FA5}">
                      <a16:colId xmlns:a16="http://schemas.microsoft.com/office/drawing/2014/main" val="2400284259"/>
                    </a:ext>
                  </a:extLst>
                </a:gridCol>
                <a:gridCol w="756407">
                  <a:extLst>
                    <a:ext uri="{9D8B030D-6E8A-4147-A177-3AD203B41FA5}">
                      <a16:colId xmlns:a16="http://schemas.microsoft.com/office/drawing/2014/main" val="3320847229"/>
                    </a:ext>
                  </a:extLst>
                </a:gridCol>
              </a:tblGrid>
              <a:tr h="218398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구분 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kern="1200" dirty="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Estimate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SE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Z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p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3167612"/>
                  </a:ext>
                </a:extLst>
              </a:tr>
              <a:tr h="633037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ko-KR" altLang="en-US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개인</a:t>
                      </a:r>
                      <a:r>
                        <a:rPr lang="en-US" altLang="ko-KR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-</a:t>
                      </a:r>
                      <a:r>
                        <a:rPr lang="ko-KR" altLang="en-US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프로그램적합도</a:t>
                      </a:r>
                    </a:p>
                  </a:txBody>
                  <a:tcPr marL="76200" marR="76200" marT="76200" marB="381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0.469</a:t>
                      </a:r>
                    </a:p>
                  </a:txBody>
                  <a:tcPr marL="76200" marR="190500" marT="76200" marB="381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0.0867</a:t>
                      </a:r>
                    </a:p>
                  </a:txBody>
                  <a:tcPr marL="76200" marR="190500" marT="76200" marB="381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5.42</a:t>
                      </a:r>
                    </a:p>
                  </a:txBody>
                  <a:tcPr marL="76200" marR="190500" marT="76200" marB="381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&lt;.001</a:t>
                      </a:r>
                    </a:p>
                  </a:txBody>
                  <a:tcPr marL="76200" marR="190500" marT="76200" marB="381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8705770"/>
                  </a:ext>
                </a:extLst>
              </a:tr>
              <a:tr h="633037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ko-KR" altLang="en-US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직무연관성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0.383</a:t>
                      </a:r>
                    </a:p>
                  </a:txBody>
                  <a:tcPr marL="76200" marR="190500" marT="38100" marB="381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0.1078</a:t>
                      </a:r>
                    </a:p>
                  </a:txBody>
                  <a:tcPr marL="76200" marR="190500" marT="38100" marB="381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0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3.56</a:t>
                      </a:r>
                    </a:p>
                  </a:txBody>
                  <a:tcPr marL="76200" marR="190500" marT="38100" marB="381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&lt;.001</a:t>
                      </a:r>
                    </a:p>
                  </a:txBody>
                  <a:tcPr marL="76200" marR="190500" marT="38100" marB="381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8118753"/>
                  </a:ext>
                </a:extLst>
              </a:tr>
              <a:tr h="633037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ko-KR" altLang="en-US" sz="10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개인</a:t>
                      </a:r>
                      <a:r>
                        <a:rPr lang="en-US" altLang="ko-KR" sz="10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-</a:t>
                      </a:r>
                      <a:r>
                        <a:rPr lang="ko-KR" altLang="en-US" sz="10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프로그램적합도 ✻ 직무연관성</a:t>
                      </a:r>
                    </a:p>
                  </a:txBody>
                  <a:tcPr marL="76200" marR="76200" marT="38100" marB="762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05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-0.232</a:t>
                      </a:r>
                    </a:p>
                  </a:txBody>
                  <a:tcPr marL="76200" marR="190500" marT="38100" marB="762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05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0.0938</a:t>
                      </a:r>
                    </a:p>
                  </a:txBody>
                  <a:tcPr marL="76200" marR="190500" marT="38100" marB="762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05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-2.47</a:t>
                      </a:r>
                    </a:p>
                  </a:txBody>
                  <a:tcPr marL="76200" marR="190500" marT="38100" marB="762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05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0.014</a:t>
                      </a:r>
                    </a:p>
                  </a:txBody>
                  <a:tcPr marL="76200" marR="190500" marT="38100" marB="762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1123294"/>
                  </a:ext>
                </a:extLst>
              </a:tr>
            </a:tbl>
          </a:graphicData>
        </a:graphic>
      </p:graphicFrame>
      <p:pic>
        <p:nvPicPr>
          <p:cNvPr id="4099" name="Picture 3">
            <a:extLst>
              <a:ext uri="{FF2B5EF4-FFF2-40B4-BE49-F238E27FC236}">
                <a16:creationId xmlns:a16="http://schemas.microsoft.com/office/drawing/2014/main" id="{8A854C9F-F79C-FAC3-6305-807BB91FFB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2845751"/>
            <a:ext cx="4605161" cy="2687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모서리가 둥근 직사각형 197">
            <a:extLst>
              <a:ext uri="{FF2B5EF4-FFF2-40B4-BE49-F238E27FC236}">
                <a16:creationId xmlns:a16="http://schemas.microsoft.com/office/drawing/2014/main" id="{055E3ED3-7BA9-67F9-B65D-05614BB4A107}"/>
              </a:ext>
            </a:extLst>
          </p:cNvPr>
          <p:cNvSpPr/>
          <p:nvPr/>
        </p:nvSpPr>
        <p:spPr>
          <a:xfrm>
            <a:off x="344485" y="5533222"/>
            <a:ext cx="9213673" cy="660793"/>
          </a:xfrm>
          <a:prstGeom prst="roundRect">
            <a:avLst>
              <a:gd name="adj" fmla="val 3014"/>
            </a:avLst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35999" rtlCol="0" anchor="ctr" anchorCtr="0"/>
          <a:lstStyle/>
          <a:p>
            <a:pPr marL="285750" indent="-198438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교육 프로그램에 대한 개인적 적합도가 낮은 집단이라 할지라도 직무연관성을 높게 인식할 경우 지인 추천 의향이 급격히 저하되지 않고 방어되는 </a:t>
            </a:r>
            <a:r>
              <a:rPr lang="en-US" altLang="ko-KR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'</a:t>
            </a:r>
            <a:r>
              <a:rPr lang="ko-KR" altLang="en-US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완충 효과</a:t>
            </a:r>
            <a:r>
              <a:rPr lang="en-US" altLang="ko-KR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(Buffering Effect)'</a:t>
            </a:r>
            <a:r>
              <a:rPr lang="ko-KR" altLang="en-US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가 존재함</a:t>
            </a:r>
            <a:endParaRPr lang="ko-KR" altLang="ko-KR" sz="1600" dirty="0">
              <a:solidFill>
                <a:schemeClr val="tx1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995001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AA412E-8C31-67F6-48A3-2AF1616457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7CAD9F4-DAB8-5C8B-70CD-F85933E81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spc="-50">
                <a:latin typeface="페이퍼로지 4 Regular" pitchFamily="2" charset="-127"/>
                <a:ea typeface="페이퍼로지 4 Regular" pitchFamily="2" charset="-127"/>
              </a:rPr>
              <a:t>- </a:t>
            </a:r>
            <a:fld id="{F0AEE96D-C800-4200-B178-74DC3655196B}" type="slidenum">
              <a:rPr lang="ko-KR" altLang="en-US" spc="-50">
                <a:latin typeface="페이퍼로지 4 Regular" pitchFamily="2" charset="-127"/>
                <a:ea typeface="페이퍼로지 4 Regular" pitchFamily="2" charset="-127"/>
              </a:rPr>
              <a:pPr/>
              <a:t>13</a:t>
            </a:fld>
            <a:r>
              <a:rPr lang="ko-KR" altLang="en-US" spc="-50">
                <a:latin typeface="페이퍼로지 4 Regular" pitchFamily="2" charset="-127"/>
                <a:ea typeface="페이퍼로지 4 Regular" pitchFamily="2" charset="-127"/>
              </a:rPr>
              <a:t> </a:t>
            </a:r>
            <a:r>
              <a:rPr spc="-50">
                <a:latin typeface="페이퍼로지 4 Regular" pitchFamily="2" charset="-127"/>
                <a:ea typeface="페이퍼로지 4 Regular" pitchFamily="2" charset="-127"/>
              </a:rPr>
              <a:t>-</a:t>
            </a:r>
            <a:endParaRPr lang="ko-KR" altLang="en-US" spc="-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0" name="텍스트 개체 틀 1">
            <a:extLst>
              <a:ext uri="{FF2B5EF4-FFF2-40B4-BE49-F238E27FC236}">
                <a16:creationId xmlns:a16="http://schemas.microsoft.com/office/drawing/2014/main" id="{801ACE1F-B4C8-57D0-E620-BD280AA9AC8E}"/>
              </a:ext>
            </a:extLst>
          </p:cNvPr>
          <p:cNvSpPr txBox="1">
            <a:spLocks/>
          </p:cNvSpPr>
          <p:nvPr/>
        </p:nvSpPr>
        <p:spPr>
          <a:xfrm>
            <a:off x="344487" y="836613"/>
            <a:ext cx="9217026" cy="576262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latinLnBrk="1">
              <a:defRPr sz="1700" spc="-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ko-KR" dirty="0"/>
              <a:t>'</a:t>
            </a:r>
            <a:r>
              <a:rPr lang="ko-KR" altLang="ko-KR" dirty="0" err="1"/>
              <a:t>학습몰입도'와</a:t>
            </a:r>
            <a:r>
              <a:rPr lang="ko-KR" altLang="ko-KR" dirty="0"/>
              <a:t> '개인-프로그램 적합도' 간의 상호작용항이 통계적으로 유의미한 영향(</a:t>
            </a:r>
            <a:r>
              <a:rPr lang="ko-KR" altLang="ko-KR" dirty="0" err="1"/>
              <a:t>b</a:t>
            </a:r>
            <a:r>
              <a:rPr lang="ko-KR" altLang="ko-KR" dirty="0"/>
              <a:t>=-0.277, </a:t>
            </a:r>
            <a:r>
              <a:rPr lang="ko-KR" altLang="ko-KR" dirty="0" err="1"/>
              <a:t>p</a:t>
            </a:r>
            <a:r>
              <a:rPr lang="ko-KR" altLang="ko-KR" dirty="0"/>
              <a:t>=.029)을 미치는 것으로 확인</a:t>
            </a:r>
            <a:r>
              <a:rPr lang="ko-KR" altLang="en-US" dirty="0"/>
              <a:t>됨</a:t>
            </a:r>
            <a:r>
              <a:rPr lang="en-US" altLang="ko-KR" dirty="0"/>
              <a:t>.</a:t>
            </a:r>
            <a:endParaRPr lang="ko-KR" altLang="ko-KR" dirty="0"/>
          </a:p>
        </p:txBody>
      </p:sp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A98A490B-FD8B-0953-A83F-B11586D1B45D}"/>
              </a:ext>
            </a:extLst>
          </p:cNvPr>
          <p:cNvGrpSpPr/>
          <p:nvPr/>
        </p:nvGrpSpPr>
        <p:grpSpPr>
          <a:xfrm>
            <a:off x="0" y="-762844"/>
            <a:ext cx="4375346" cy="626015"/>
            <a:chOff x="0" y="-762844"/>
            <a:chExt cx="4375346" cy="626015"/>
          </a:xfrm>
        </p:grpSpPr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9CD7D4E8-4739-794A-EED6-C67D83877D44}"/>
                </a:ext>
              </a:extLst>
            </p:cNvPr>
            <p:cNvSpPr txBox="1"/>
            <p:nvPr/>
          </p:nvSpPr>
          <p:spPr>
            <a:xfrm>
              <a:off x="1229274" y="-762844"/>
              <a:ext cx="991907" cy="32898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algn="ctr"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ko-KR" altLang="en-US" sz="1625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페이퍼</a:t>
              </a:r>
              <a:r>
                <a:rPr lang="en-US" altLang="ko-KR" sz="1625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5</a:t>
              </a:r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48B74479-F289-5128-E02B-A8DAC23EE3E5}"/>
                </a:ext>
              </a:extLst>
            </p:cNvPr>
            <p:cNvSpPr txBox="1"/>
            <p:nvPr/>
          </p:nvSpPr>
          <p:spPr>
            <a:xfrm>
              <a:off x="2316075" y="-762844"/>
              <a:ext cx="991907" cy="32898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algn="ctr"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ko-KR" altLang="en-US" sz="1463" spc="-4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페이퍼</a:t>
              </a:r>
              <a:r>
                <a:rPr lang="en-US" altLang="ko-KR" sz="1463" spc="-4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4</a:t>
              </a:r>
            </a:p>
          </p:txBody>
        </p:sp>
        <p:sp>
          <p:nvSpPr>
            <p:cNvPr id="130" name="직사각형 129">
              <a:extLst>
                <a:ext uri="{FF2B5EF4-FFF2-40B4-BE49-F238E27FC236}">
                  <a16:creationId xmlns:a16="http://schemas.microsoft.com/office/drawing/2014/main" id="{E307466C-0149-22E6-972E-6401126E44B2}"/>
                </a:ext>
              </a:extLst>
            </p:cNvPr>
            <p:cNvSpPr/>
            <p:nvPr/>
          </p:nvSpPr>
          <p:spPr>
            <a:xfrm>
              <a:off x="2288686" y="-311024"/>
              <a:ext cx="289451" cy="162138"/>
            </a:xfrm>
            <a:prstGeom prst="rect">
              <a:avLst/>
            </a:prstGeom>
            <a:solidFill>
              <a:srgbClr val="96969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dirty="0">
                <a:ea typeface="a고딕12" panose="02020600000000000000" pitchFamily="18" charset="-127"/>
              </a:endParaRP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8D569A69-38AE-3352-AAE3-9FC8EE27C582}"/>
                </a:ext>
              </a:extLst>
            </p:cNvPr>
            <p:cNvSpPr txBox="1"/>
            <p:nvPr/>
          </p:nvSpPr>
          <p:spPr>
            <a:xfrm>
              <a:off x="142473" y="-762844"/>
              <a:ext cx="991907" cy="32898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algn="ctr"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ko-KR" altLang="en-US" sz="1625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6 SemiBold" pitchFamily="2" charset="-127"/>
                  <a:ea typeface="페이퍼로지 6 SemiBold" pitchFamily="2" charset="-127"/>
                </a:rPr>
                <a:t>페이퍼</a:t>
              </a:r>
              <a:r>
                <a:rPr lang="en-US" altLang="ko-KR" sz="1625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6 SemiBold" pitchFamily="2" charset="-127"/>
                  <a:ea typeface="페이퍼로지 6 SemiBold" pitchFamily="2" charset="-127"/>
                </a:rPr>
                <a:t>6</a:t>
              </a:r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0B82036B-C001-E0FC-1423-25141DCCEECC}"/>
                </a:ext>
              </a:extLst>
            </p:cNvPr>
            <p:cNvSpPr txBox="1"/>
            <p:nvPr/>
          </p:nvSpPr>
          <p:spPr>
            <a:xfrm>
              <a:off x="3383439" y="-762844"/>
              <a:ext cx="991907" cy="32898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algn="ctr"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ko-KR" altLang="en-US" sz="1463" spc="-4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3 Light" pitchFamily="2" charset="-127"/>
                  <a:ea typeface="페이퍼로지 3 Light" pitchFamily="2" charset="-127"/>
                </a:rPr>
                <a:t>페이퍼</a:t>
              </a:r>
              <a:r>
                <a:rPr lang="en-US" altLang="ko-KR" sz="1463" spc="-4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3 Light" pitchFamily="2" charset="-127"/>
                  <a:ea typeface="페이퍼로지 3 Light" pitchFamily="2" charset="-127"/>
                </a:rPr>
                <a:t>3</a:t>
              </a:r>
            </a:p>
          </p:txBody>
        </p:sp>
        <p:sp>
          <p:nvSpPr>
            <p:cNvPr id="133" name="직사각형 132">
              <a:extLst>
                <a:ext uri="{FF2B5EF4-FFF2-40B4-BE49-F238E27FC236}">
                  <a16:creationId xmlns:a16="http://schemas.microsoft.com/office/drawing/2014/main" id="{4FD905DE-C43E-9F54-48E4-332E0C249D6B}"/>
                </a:ext>
              </a:extLst>
            </p:cNvPr>
            <p:cNvSpPr/>
            <p:nvPr/>
          </p:nvSpPr>
          <p:spPr>
            <a:xfrm>
              <a:off x="1907239" y="-305540"/>
              <a:ext cx="289451" cy="162138"/>
            </a:xfrm>
            <a:prstGeom prst="rect">
              <a:avLst/>
            </a:prstGeom>
            <a:solidFill>
              <a:srgbClr val="F3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  <p:sp>
          <p:nvSpPr>
            <p:cNvPr id="134" name="직사각형 133">
              <a:extLst>
                <a:ext uri="{FF2B5EF4-FFF2-40B4-BE49-F238E27FC236}">
                  <a16:creationId xmlns:a16="http://schemas.microsoft.com/office/drawing/2014/main" id="{FB7555A3-7999-B478-C4CE-867D0BB7FC9C}"/>
                </a:ext>
              </a:extLst>
            </p:cNvPr>
            <p:cNvSpPr/>
            <p:nvPr/>
          </p:nvSpPr>
          <p:spPr>
            <a:xfrm>
              <a:off x="1525792" y="-298967"/>
              <a:ext cx="289451" cy="162138"/>
            </a:xfrm>
            <a:prstGeom prst="rect">
              <a:avLst/>
            </a:prstGeom>
            <a:solidFill>
              <a:srgbClr val="AABAF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  <p:sp>
          <p:nvSpPr>
            <p:cNvPr id="135" name="직사각형 134">
              <a:extLst>
                <a:ext uri="{FF2B5EF4-FFF2-40B4-BE49-F238E27FC236}">
                  <a16:creationId xmlns:a16="http://schemas.microsoft.com/office/drawing/2014/main" id="{02166B4C-269C-66D4-D45B-95227E199C2E}"/>
                </a:ext>
              </a:extLst>
            </p:cNvPr>
            <p:cNvSpPr/>
            <p:nvPr/>
          </p:nvSpPr>
          <p:spPr>
            <a:xfrm>
              <a:off x="381448" y="-298967"/>
              <a:ext cx="289451" cy="162138"/>
            </a:xfrm>
            <a:prstGeom prst="rect">
              <a:avLst/>
            </a:prstGeom>
            <a:solidFill>
              <a:srgbClr val="00338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  <p:sp>
          <p:nvSpPr>
            <p:cNvPr id="136" name="직사각형 135">
              <a:extLst>
                <a:ext uri="{FF2B5EF4-FFF2-40B4-BE49-F238E27FC236}">
                  <a16:creationId xmlns:a16="http://schemas.microsoft.com/office/drawing/2014/main" id="{A6A71DBD-A47A-41A5-17E7-84773119BC84}"/>
                </a:ext>
              </a:extLst>
            </p:cNvPr>
            <p:cNvSpPr/>
            <p:nvPr/>
          </p:nvSpPr>
          <p:spPr>
            <a:xfrm>
              <a:off x="762896" y="-298967"/>
              <a:ext cx="289451" cy="162138"/>
            </a:xfrm>
            <a:prstGeom prst="rect">
              <a:avLst/>
            </a:prstGeom>
            <a:solidFill>
              <a:srgbClr val="1E49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  <p:sp>
          <p:nvSpPr>
            <p:cNvPr id="137" name="직사각형 136">
              <a:extLst>
                <a:ext uri="{FF2B5EF4-FFF2-40B4-BE49-F238E27FC236}">
                  <a16:creationId xmlns:a16="http://schemas.microsoft.com/office/drawing/2014/main" id="{C280FAE9-F350-4989-B30F-1A7F539CB7FC}"/>
                </a:ext>
              </a:extLst>
            </p:cNvPr>
            <p:cNvSpPr/>
            <p:nvPr/>
          </p:nvSpPr>
          <p:spPr>
            <a:xfrm>
              <a:off x="1144344" y="-298967"/>
              <a:ext cx="289451" cy="162138"/>
            </a:xfrm>
            <a:prstGeom prst="rect">
              <a:avLst/>
            </a:prstGeom>
            <a:solidFill>
              <a:srgbClr val="5F7D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  <p:sp>
          <p:nvSpPr>
            <p:cNvPr id="138" name="직사각형 137">
              <a:extLst>
                <a:ext uri="{FF2B5EF4-FFF2-40B4-BE49-F238E27FC236}">
                  <a16:creationId xmlns:a16="http://schemas.microsoft.com/office/drawing/2014/main" id="{FB565129-4C9A-1B9D-F532-CAFA03840CFB}"/>
                </a:ext>
              </a:extLst>
            </p:cNvPr>
            <p:cNvSpPr/>
            <p:nvPr/>
          </p:nvSpPr>
          <p:spPr>
            <a:xfrm>
              <a:off x="0" y="-305540"/>
              <a:ext cx="289451" cy="162138"/>
            </a:xfrm>
            <a:prstGeom prst="rect">
              <a:avLst/>
            </a:prstGeom>
            <a:solidFill>
              <a:srgbClr val="2F485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</p:grp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2F56ABAF-F160-1953-86A9-511E5F109CB5}"/>
              </a:ext>
            </a:extLst>
          </p:cNvPr>
          <p:cNvSpPr/>
          <p:nvPr/>
        </p:nvSpPr>
        <p:spPr>
          <a:xfrm>
            <a:off x="344488" y="262250"/>
            <a:ext cx="115827" cy="46800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0" fontAlgn="base" latinLnBrk="1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kumimoji="0" lang="ko-KR" altLang="en-US" sz="1400" b="0" i="0" u="none" strike="noStrike" kern="1200" cap="none" spc="-5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sp>
        <p:nvSpPr>
          <p:cNvPr id="140" name="직사각형 139">
            <a:extLst>
              <a:ext uri="{FF2B5EF4-FFF2-40B4-BE49-F238E27FC236}">
                <a16:creationId xmlns:a16="http://schemas.microsoft.com/office/drawing/2014/main" id="{59762B3E-8C5B-6D19-0D88-9FA92251A640}"/>
              </a:ext>
            </a:extLst>
          </p:cNvPr>
          <p:cNvSpPr/>
          <p:nvPr/>
        </p:nvSpPr>
        <p:spPr>
          <a:xfrm>
            <a:off x="498248" y="262250"/>
            <a:ext cx="1124475" cy="468000"/>
          </a:xfrm>
          <a:prstGeom prst="rect">
            <a:avLst/>
          </a:prstGeom>
          <a:solidFill>
            <a:srgbClr val="1E49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buNone/>
              <a:defRPr/>
            </a:pPr>
            <a:r>
              <a:rPr lang="ko-KR" altLang="en-US" sz="1400" spc="-50" dirty="0">
                <a:solidFill>
                  <a:prstClr val="white"/>
                </a:solidFill>
                <a:latin typeface="페이퍼로지 6 SemiBold" pitchFamily="2" charset="-127"/>
                <a:ea typeface="페이퍼로지 6 SemiBold" pitchFamily="2" charset="-127"/>
              </a:rPr>
              <a:t>조절효과 분석</a:t>
            </a:r>
          </a:p>
        </p:txBody>
      </p:sp>
      <p:sp>
        <p:nvSpPr>
          <p:cNvPr id="44" name="텍스트 개체 틀 1">
            <a:extLst>
              <a:ext uri="{FF2B5EF4-FFF2-40B4-BE49-F238E27FC236}">
                <a16:creationId xmlns:a16="http://schemas.microsoft.com/office/drawing/2014/main" id="{979B4D7D-D179-C697-FB47-32C8271EAE58}"/>
              </a:ext>
            </a:extLst>
          </p:cNvPr>
          <p:cNvSpPr txBox="1">
            <a:spLocks/>
          </p:cNvSpPr>
          <p:nvPr/>
        </p:nvSpPr>
        <p:spPr>
          <a:xfrm>
            <a:off x="346831" y="1538207"/>
            <a:ext cx="4464051" cy="3355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ctr" defTabSz="457200" rtl="0" eaLnBrk="1" latinLnBrk="0" hangingPunct="1">
              <a:defRPr lang="en-US" altLang="ko-KR" sz="813" kern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anose="020B0800000000000000" pitchFamily="50" charset="-127"/>
                <a:ea typeface="SpoqaHanSans-Bold" panose="020B0800000000000000" pitchFamily="50" charset="-127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1600" spc="-50" dirty="0">
                <a:latin typeface="페이퍼로지 5 Medium" pitchFamily="2" charset="-127"/>
                <a:ea typeface="페이퍼로지 5 Medium" pitchFamily="2" charset="-127"/>
              </a:rPr>
              <a:t>조절효과 분석 결과</a:t>
            </a:r>
          </a:p>
        </p:txBody>
      </p: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1E5BA89F-4800-1B43-19F7-C471AC9F9124}"/>
              </a:ext>
            </a:extLst>
          </p:cNvPr>
          <p:cNvCxnSpPr>
            <a:cxnSpLocks/>
          </p:cNvCxnSpPr>
          <p:nvPr/>
        </p:nvCxnSpPr>
        <p:spPr>
          <a:xfrm>
            <a:off x="344488" y="1875393"/>
            <a:ext cx="9213673" cy="0"/>
          </a:xfrm>
          <a:prstGeom prst="line">
            <a:avLst/>
          </a:prstGeom>
          <a:ln w="28575">
            <a:solidFill>
              <a:srgbClr val="00338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그룹 3">
            <a:extLst>
              <a:ext uri="{FF2B5EF4-FFF2-40B4-BE49-F238E27FC236}">
                <a16:creationId xmlns:a16="http://schemas.microsoft.com/office/drawing/2014/main" id="{0F888482-914D-60F6-8D7A-DECDE1433782}"/>
              </a:ext>
            </a:extLst>
          </p:cNvPr>
          <p:cNvGrpSpPr/>
          <p:nvPr/>
        </p:nvGrpSpPr>
        <p:grpSpPr>
          <a:xfrm>
            <a:off x="341060" y="1921869"/>
            <a:ext cx="9217563" cy="848746"/>
            <a:chOff x="341060" y="5331609"/>
            <a:chExt cx="9217563" cy="848746"/>
          </a:xfrm>
        </p:grpSpPr>
        <p:cxnSp>
          <p:nvCxnSpPr>
            <p:cNvPr id="5" name="직선 화살표 연결선 4">
              <a:extLst>
                <a:ext uri="{FF2B5EF4-FFF2-40B4-BE49-F238E27FC236}">
                  <a16:creationId xmlns:a16="http://schemas.microsoft.com/office/drawing/2014/main" id="{EE7DD1F0-CFA3-2C67-D0DE-968ACCF4FC2F}"/>
                </a:ext>
              </a:extLst>
            </p:cNvPr>
            <p:cNvCxnSpPr>
              <a:cxnSpLocks/>
            </p:cNvCxnSpPr>
            <p:nvPr/>
          </p:nvCxnSpPr>
          <p:spPr>
            <a:xfrm>
              <a:off x="2487932" y="6086021"/>
              <a:ext cx="4923357" cy="8012"/>
            </a:xfrm>
            <a:prstGeom prst="straightConnector1">
              <a:avLst/>
            </a:prstGeom>
            <a:ln w="38100" cap="flat" cmpd="sng" algn="ctr">
              <a:solidFill>
                <a:srgbClr val="1E49E2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7" name="사각형: 둥근 모서리 6">
              <a:extLst>
                <a:ext uri="{FF2B5EF4-FFF2-40B4-BE49-F238E27FC236}">
                  <a16:creationId xmlns:a16="http://schemas.microsoft.com/office/drawing/2014/main" id="{EFF1E20C-00DD-DE05-0D46-32BF2E3C1058}"/>
                </a:ext>
              </a:extLst>
            </p:cNvPr>
            <p:cNvSpPr/>
            <p:nvPr/>
          </p:nvSpPr>
          <p:spPr>
            <a:xfrm>
              <a:off x="341060" y="5739861"/>
              <a:ext cx="2146872" cy="432482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19050" cap="flat" cmpd="sng" algn="ctr">
              <a:solidFill>
                <a:srgbClr val="AABAF4"/>
              </a:solidFill>
              <a:prstDash val="solid"/>
              <a:miter lim="800000"/>
            </a:ln>
            <a:effectLst>
              <a:outerShdw blurRad="63500" sx="102000" sy="102000" algn="ctr" rotWithShape="0">
                <a:schemeClr val="tx1">
                  <a:lumMod val="50000"/>
                  <a:lumOff val="50000"/>
                  <a:alpha val="20000"/>
                </a:schemeClr>
              </a:outerShdw>
            </a:effectLst>
          </p:spPr>
          <p:txBody>
            <a:bodyPr tIns="0" rIns="90000" bIns="0" rtlCol="0" anchor="ctr"/>
            <a:lstStyle/>
            <a:p>
              <a:pPr algn="ctr" fontAlgn="base">
                <a:lnSpc>
                  <a:spcPct val="150000"/>
                </a:lnSpc>
                <a:spcBef>
                  <a:spcPct val="0"/>
                </a:spcBef>
                <a:buSzPct val="80000"/>
              </a:pPr>
              <a:r>
                <a:rPr kumimoji="1" lang="ko-KR" altLang="en-US" sz="14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개인</a:t>
              </a:r>
              <a:r>
                <a:rPr kumimoji="1" lang="en-US" altLang="ko-KR" sz="14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 – </a:t>
              </a:r>
              <a:r>
                <a:rPr kumimoji="1" lang="ko-KR" altLang="en-US" sz="14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프로그램 적합도</a:t>
              </a:r>
              <a:endParaRPr kumimoji="1" lang="en-US" altLang="ko-KR" sz="14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2A8CC38D-F3C9-E57A-4D83-8C18078F547B}"/>
                </a:ext>
              </a:extLst>
            </p:cNvPr>
            <p:cNvSpPr/>
            <p:nvPr/>
          </p:nvSpPr>
          <p:spPr>
            <a:xfrm>
              <a:off x="341060" y="5470315"/>
              <a:ext cx="2147334" cy="276181"/>
            </a:xfrm>
            <a:prstGeom prst="roundRect">
              <a:avLst>
                <a:gd name="adj" fmla="val 0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19050" cap="flat" cmpd="sng" algn="ctr">
              <a:solidFill>
                <a:srgbClr val="B4C7E7"/>
              </a:solidFill>
              <a:prstDash val="solid"/>
              <a:miter lim="800000"/>
            </a:ln>
            <a:effectLst>
              <a:outerShdw blurRad="63500" sx="102000" sy="102000" algn="ctr" rotWithShape="0">
                <a:schemeClr val="tx1">
                  <a:lumMod val="50000"/>
                  <a:lumOff val="50000"/>
                  <a:alpha val="20000"/>
                </a:schemeClr>
              </a:outerShdw>
            </a:effectLst>
          </p:spPr>
          <p:txBody>
            <a:bodyPr tIns="0" rIns="90000" bIns="0" rtlCol="0" anchor="ctr"/>
            <a:lstStyle/>
            <a:p>
              <a:pPr algn="ctr" fontAlgn="base">
                <a:lnSpc>
                  <a:spcPct val="150000"/>
                </a:lnSpc>
                <a:spcBef>
                  <a:spcPct val="0"/>
                </a:spcBef>
                <a:buSzPct val="80000"/>
              </a:pPr>
              <a:r>
                <a:rPr kumimoji="1" lang="ko-KR" altLang="en-US" sz="1400" b="1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독립변수</a:t>
              </a:r>
              <a:endParaRPr kumimoji="1" lang="en-US" altLang="ko-KR" sz="1400" b="1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9" name="사각형: 둥근 모서리 8">
              <a:extLst>
                <a:ext uri="{FF2B5EF4-FFF2-40B4-BE49-F238E27FC236}">
                  <a16:creationId xmlns:a16="http://schemas.microsoft.com/office/drawing/2014/main" id="{B5ED24B3-88B3-28B5-A4B6-1D2323828D2D}"/>
                </a:ext>
              </a:extLst>
            </p:cNvPr>
            <p:cNvSpPr/>
            <p:nvPr/>
          </p:nvSpPr>
          <p:spPr>
            <a:xfrm>
              <a:off x="7411289" y="5747873"/>
              <a:ext cx="2146872" cy="432482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19050" cap="flat" cmpd="sng" algn="ctr">
              <a:solidFill>
                <a:srgbClr val="AABAF4"/>
              </a:solidFill>
              <a:prstDash val="solid"/>
              <a:miter lim="800000"/>
            </a:ln>
            <a:effectLst>
              <a:outerShdw blurRad="63500" sx="102000" sy="102000" algn="ctr" rotWithShape="0">
                <a:schemeClr val="tx1">
                  <a:lumMod val="50000"/>
                  <a:lumOff val="50000"/>
                  <a:alpha val="20000"/>
                </a:schemeClr>
              </a:outerShdw>
            </a:effectLst>
          </p:spPr>
          <p:txBody>
            <a:bodyPr tIns="0" rIns="90000" bIns="0" rtlCol="0" anchor="ctr"/>
            <a:lstStyle/>
            <a:p>
              <a:pPr algn="ctr" fontAlgn="base">
                <a:lnSpc>
                  <a:spcPct val="150000"/>
                </a:lnSpc>
                <a:spcBef>
                  <a:spcPct val="0"/>
                </a:spcBef>
                <a:buSzPct val="80000"/>
              </a:pPr>
              <a:r>
                <a:rPr kumimoji="1" lang="ko-KR" altLang="en-US" sz="14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지인 추천 의향</a:t>
              </a:r>
              <a:endParaRPr kumimoji="1" lang="en-US" altLang="ko-KR" sz="14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11" name="사각형: 둥근 모서리 10">
              <a:extLst>
                <a:ext uri="{FF2B5EF4-FFF2-40B4-BE49-F238E27FC236}">
                  <a16:creationId xmlns:a16="http://schemas.microsoft.com/office/drawing/2014/main" id="{DC194B6E-7A17-85C2-663F-99F018AADC62}"/>
                </a:ext>
              </a:extLst>
            </p:cNvPr>
            <p:cNvSpPr/>
            <p:nvPr/>
          </p:nvSpPr>
          <p:spPr>
            <a:xfrm>
              <a:off x="7411289" y="5470315"/>
              <a:ext cx="2147334" cy="276181"/>
            </a:xfrm>
            <a:prstGeom prst="roundRect">
              <a:avLst>
                <a:gd name="adj" fmla="val 0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19050" cap="flat" cmpd="sng" algn="ctr">
              <a:solidFill>
                <a:srgbClr val="B4C7E7"/>
              </a:solidFill>
              <a:prstDash val="solid"/>
              <a:miter lim="800000"/>
            </a:ln>
            <a:effectLst>
              <a:outerShdw blurRad="63500" sx="102000" sy="102000" algn="ctr" rotWithShape="0">
                <a:schemeClr val="tx1">
                  <a:lumMod val="50000"/>
                  <a:lumOff val="50000"/>
                  <a:alpha val="20000"/>
                </a:schemeClr>
              </a:outerShdw>
            </a:effectLst>
          </p:spPr>
          <p:txBody>
            <a:bodyPr tIns="0" rIns="90000" bIns="0" rtlCol="0" anchor="ctr"/>
            <a:lstStyle/>
            <a:p>
              <a:pPr algn="ctr" fontAlgn="base">
                <a:lnSpc>
                  <a:spcPct val="150000"/>
                </a:lnSpc>
                <a:spcBef>
                  <a:spcPct val="0"/>
                </a:spcBef>
                <a:buSzPct val="80000"/>
              </a:pPr>
              <a:r>
                <a:rPr kumimoji="1" lang="ko-KR" altLang="en-US" sz="1400" b="1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종속변수</a:t>
              </a:r>
              <a:endParaRPr kumimoji="1" lang="en-US" altLang="ko-KR" sz="1400" b="1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17" name="사각형: 둥근 모서리 16">
              <a:extLst>
                <a:ext uri="{FF2B5EF4-FFF2-40B4-BE49-F238E27FC236}">
                  <a16:creationId xmlns:a16="http://schemas.microsoft.com/office/drawing/2014/main" id="{0337188A-5ADA-5291-2FD5-D31FF0CB186E}"/>
                </a:ext>
              </a:extLst>
            </p:cNvPr>
            <p:cNvSpPr/>
            <p:nvPr/>
          </p:nvSpPr>
          <p:spPr>
            <a:xfrm>
              <a:off x="3879564" y="5601154"/>
              <a:ext cx="2146872" cy="276181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19050" cap="flat" cmpd="sng" algn="ctr">
              <a:solidFill>
                <a:srgbClr val="AABAF4"/>
              </a:solidFill>
              <a:prstDash val="solid"/>
              <a:miter lim="800000"/>
            </a:ln>
            <a:effectLst>
              <a:outerShdw blurRad="63500" sx="102000" sy="102000" algn="ctr" rotWithShape="0">
                <a:schemeClr val="tx1">
                  <a:lumMod val="50000"/>
                  <a:lumOff val="50000"/>
                  <a:alpha val="20000"/>
                </a:schemeClr>
              </a:outerShdw>
            </a:effectLst>
          </p:spPr>
          <p:txBody>
            <a:bodyPr tIns="0" rIns="90000" bIns="0" rtlCol="0" anchor="ctr"/>
            <a:lstStyle/>
            <a:p>
              <a:pPr algn="ctr" fontAlgn="base">
                <a:lnSpc>
                  <a:spcPct val="150000"/>
                </a:lnSpc>
                <a:spcBef>
                  <a:spcPct val="0"/>
                </a:spcBef>
                <a:buSzPct val="80000"/>
              </a:pPr>
              <a:r>
                <a:rPr kumimoji="1" lang="ko-KR" altLang="en-US" sz="14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학습몰입도</a:t>
              </a:r>
              <a:endParaRPr kumimoji="1" lang="en-US" altLang="ko-KR" sz="14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18" name="사각형: 둥근 모서리 17">
              <a:extLst>
                <a:ext uri="{FF2B5EF4-FFF2-40B4-BE49-F238E27FC236}">
                  <a16:creationId xmlns:a16="http://schemas.microsoft.com/office/drawing/2014/main" id="{7C008739-AA0D-7985-650C-62AB91EE477A}"/>
                </a:ext>
              </a:extLst>
            </p:cNvPr>
            <p:cNvSpPr/>
            <p:nvPr/>
          </p:nvSpPr>
          <p:spPr>
            <a:xfrm>
              <a:off x="3879564" y="5331609"/>
              <a:ext cx="2147334" cy="276181"/>
            </a:xfrm>
            <a:prstGeom prst="roundRect">
              <a:avLst>
                <a:gd name="adj" fmla="val 0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19050" cap="flat" cmpd="sng" algn="ctr">
              <a:solidFill>
                <a:srgbClr val="B4C7E7"/>
              </a:solidFill>
              <a:prstDash val="solid"/>
              <a:miter lim="800000"/>
            </a:ln>
            <a:effectLst>
              <a:outerShdw blurRad="63500" sx="102000" sy="102000" algn="ctr" rotWithShape="0">
                <a:schemeClr val="tx1">
                  <a:lumMod val="50000"/>
                  <a:lumOff val="50000"/>
                  <a:alpha val="20000"/>
                </a:schemeClr>
              </a:outerShdw>
            </a:effectLst>
          </p:spPr>
          <p:txBody>
            <a:bodyPr tIns="0" rIns="90000" bIns="0" rtlCol="0" anchor="ctr"/>
            <a:lstStyle/>
            <a:p>
              <a:pPr algn="ctr" fontAlgn="base">
                <a:lnSpc>
                  <a:spcPct val="150000"/>
                </a:lnSpc>
                <a:spcBef>
                  <a:spcPct val="0"/>
                </a:spcBef>
                <a:buSzPct val="80000"/>
              </a:pPr>
              <a:r>
                <a:rPr kumimoji="1" lang="ko-KR" altLang="en-US" sz="1400" b="1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조절변수</a:t>
              </a:r>
              <a:endParaRPr kumimoji="1" lang="en-US" altLang="ko-KR" sz="1400" b="1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cxnSp>
          <p:nvCxnSpPr>
            <p:cNvPr id="3" name="직선 화살표 연결선 2">
              <a:extLst>
                <a:ext uri="{FF2B5EF4-FFF2-40B4-BE49-F238E27FC236}">
                  <a16:creationId xmlns:a16="http://schemas.microsoft.com/office/drawing/2014/main" id="{25B64C23-863B-872B-BA47-CE0252BBC76C}"/>
                </a:ext>
              </a:extLst>
            </p:cNvPr>
            <p:cNvCxnSpPr>
              <a:cxnSpLocks/>
              <a:stCxn id="17" idx="2"/>
            </p:cNvCxnSpPr>
            <p:nvPr/>
          </p:nvCxnSpPr>
          <p:spPr>
            <a:xfrm>
              <a:off x="4953000" y="5877335"/>
              <a:ext cx="0" cy="208686"/>
            </a:xfrm>
            <a:prstGeom prst="straightConnector1">
              <a:avLst/>
            </a:prstGeom>
            <a:ln w="38100" cap="flat" cmpd="sng" algn="ctr">
              <a:solidFill>
                <a:srgbClr val="1E49E2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77AA8177-CC38-1812-7920-EE5C21B66E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7374292"/>
              </p:ext>
            </p:extLst>
          </p:nvPr>
        </p:nvGraphicFramePr>
        <p:xfrm>
          <a:off x="344489" y="3115709"/>
          <a:ext cx="4466396" cy="2127711"/>
        </p:xfrm>
        <a:graphic>
          <a:graphicData uri="http://schemas.openxmlformats.org/drawingml/2006/table">
            <a:tbl>
              <a:tblPr/>
              <a:tblGrid>
                <a:gridCol w="1440768">
                  <a:extLst>
                    <a:ext uri="{9D8B030D-6E8A-4147-A177-3AD203B41FA5}">
                      <a16:colId xmlns:a16="http://schemas.microsoft.com/office/drawing/2014/main" val="3808423993"/>
                    </a:ext>
                  </a:extLst>
                </a:gridCol>
                <a:gridCol w="756407">
                  <a:extLst>
                    <a:ext uri="{9D8B030D-6E8A-4147-A177-3AD203B41FA5}">
                      <a16:colId xmlns:a16="http://schemas.microsoft.com/office/drawing/2014/main" val="957239942"/>
                    </a:ext>
                  </a:extLst>
                </a:gridCol>
                <a:gridCol w="756407">
                  <a:extLst>
                    <a:ext uri="{9D8B030D-6E8A-4147-A177-3AD203B41FA5}">
                      <a16:colId xmlns:a16="http://schemas.microsoft.com/office/drawing/2014/main" val="3718150834"/>
                    </a:ext>
                  </a:extLst>
                </a:gridCol>
                <a:gridCol w="756407">
                  <a:extLst>
                    <a:ext uri="{9D8B030D-6E8A-4147-A177-3AD203B41FA5}">
                      <a16:colId xmlns:a16="http://schemas.microsoft.com/office/drawing/2014/main" val="2400284259"/>
                    </a:ext>
                  </a:extLst>
                </a:gridCol>
                <a:gridCol w="756407">
                  <a:extLst>
                    <a:ext uri="{9D8B030D-6E8A-4147-A177-3AD203B41FA5}">
                      <a16:colId xmlns:a16="http://schemas.microsoft.com/office/drawing/2014/main" val="3320847229"/>
                    </a:ext>
                  </a:extLst>
                </a:gridCol>
              </a:tblGrid>
              <a:tr h="218398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구분 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kern="1200" dirty="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Estimate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SE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Z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p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3167612"/>
                  </a:ext>
                </a:extLst>
              </a:tr>
              <a:tr h="633037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개인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-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프로그램적합도</a:t>
                      </a:r>
                    </a:p>
                  </a:txBody>
                  <a:tcPr marL="76200" marR="76200" marT="76200" marB="381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0.658</a:t>
                      </a:r>
                    </a:p>
                  </a:txBody>
                  <a:tcPr marL="76200" marR="190500" marT="76200" marB="381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0.0976</a:t>
                      </a:r>
                    </a:p>
                  </a:txBody>
                  <a:tcPr marL="76200" marR="190500" marT="76200" marB="381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000" kern="120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6.74</a:t>
                      </a:r>
                    </a:p>
                  </a:txBody>
                  <a:tcPr marL="76200" marR="190500" marT="76200" marB="381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&lt;.001</a:t>
                      </a:r>
                    </a:p>
                  </a:txBody>
                  <a:tcPr marL="76200" marR="190500" marT="76200" marB="381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8705770"/>
                  </a:ext>
                </a:extLst>
              </a:tr>
              <a:tr h="633037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직무연관성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000" kern="120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0.241</a:t>
                      </a:r>
                    </a:p>
                  </a:txBody>
                  <a:tcPr marL="76200" marR="190500" marT="38100" marB="381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0.1418</a:t>
                      </a:r>
                    </a:p>
                  </a:txBody>
                  <a:tcPr marL="76200" marR="190500" marT="38100" marB="381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1.70</a:t>
                      </a:r>
                    </a:p>
                  </a:txBody>
                  <a:tcPr marL="76200" marR="190500" marT="38100" marB="381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0.090</a:t>
                      </a:r>
                    </a:p>
                  </a:txBody>
                  <a:tcPr marL="76200" marR="190500" marT="38100" marB="381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8118753"/>
                  </a:ext>
                </a:extLst>
              </a:tr>
              <a:tr h="633037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개인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-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프로그램적합도 </a:t>
                      </a:r>
                      <a:r>
                        <a:rPr lang="ko-KR" altLang="en-US" sz="1000" kern="120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✻ 학습몰입도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76200" marR="76200" marT="38100" marB="762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000" kern="120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-0.277</a:t>
                      </a:r>
                    </a:p>
                  </a:txBody>
                  <a:tcPr marL="76200" marR="190500" marT="38100" marB="762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000" kern="120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0.1269</a:t>
                      </a:r>
                    </a:p>
                  </a:txBody>
                  <a:tcPr marL="76200" marR="190500" marT="38100" marB="762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-2.18</a:t>
                      </a:r>
                    </a:p>
                  </a:txBody>
                  <a:tcPr marL="76200" marR="190500" marT="38100" marB="762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0.029</a:t>
                      </a:r>
                    </a:p>
                  </a:txBody>
                  <a:tcPr marL="76200" marR="190500" marT="38100" marB="762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1123294"/>
                  </a:ext>
                </a:extLst>
              </a:tr>
            </a:tbl>
          </a:graphicData>
        </a:graphic>
      </p:graphicFrame>
      <p:sp>
        <p:nvSpPr>
          <p:cNvPr id="20" name="모서리가 둥근 직사각형 197">
            <a:extLst>
              <a:ext uri="{FF2B5EF4-FFF2-40B4-BE49-F238E27FC236}">
                <a16:creationId xmlns:a16="http://schemas.microsoft.com/office/drawing/2014/main" id="{7C9FA6D4-094F-12A0-9E84-CC9FE7F7D609}"/>
              </a:ext>
            </a:extLst>
          </p:cNvPr>
          <p:cNvSpPr/>
          <p:nvPr/>
        </p:nvSpPr>
        <p:spPr>
          <a:xfrm>
            <a:off x="344485" y="5533222"/>
            <a:ext cx="9213673" cy="660793"/>
          </a:xfrm>
          <a:prstGeom prst="roundRect">
            <a:avLst>
              <a:gd name="adj" fmla="val 3014"/>
            </a:avLst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35999" rtlCol="0" anchor="ctr" anchorCtr="0"/>
          <a:lstStyle/>
          <a:p>
            <a:pPr marL="285750" indent="-198438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학습몰입도가 높은 집단에서는 적합도가 다소 낮더라도 높은 수업 몰입 경험이 이를 상쇄하여 추천 의향을 일정 수준으로 유지시켜 주는 </a:t>
            </a:r>
            <a:r>
              <a:rPr lang="en-US" altLang="ko-KR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'</a:t>
            </a:r>
            <a:r>
              <a:rPr lang="ko-KR" altLang="en-US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보완적 역할</a:t>
            </a:r>
            <a:r>
              <a:rPr lang="en-US" altLang="ko-KR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'</a:t>
            </a:r>
            <a:r>
              <a:rPr lang="ko-KR" altLang="en-US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을 수행함을 시사함</a:t>
            </a:r>
            <a:r>
              <a:rPr lang="en-US" altLang="ko-KR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.</a:t>
            </a:r>
            <a:endParaRPr lang="ko-KR" altLang="ko-KR" sz="1600" dirty="0">
              <a:solidFill>
                <a:schemeClr val="tx1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pic>
        <p:nvPicPr>
          <p:cNvPr id="15" name="Picture 3">
            <a:extLst>
              <a:ext uri="{FF2B5EF4-FFF2-40B4-BE49-F238E27FC236}">
                <a16:creationId xmlns:a16="http://schemas.microsoft.com/office/drawing/2014/main" id="{A0A1ECF9-3702-96CB-F00D-BC7BE36397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9610" y="2845750"/>
            <a:ext cx="4611903" cy="26874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733798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6F7DF4-E43E-BB97-FD17-35294466F5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A0CF5F7-4481-634E-91CC-42D8EB7A7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spc="-50">
                <a:latin typeface="페이퍼로지 4 Regular" pitchFamily="2" charset="-127"/>
                <a:ea typeface="페이퍼로지 4 Regular" pitchFamily="2" charset="-127"/>
              </a:rPr>
              <a:t>- </a:t>
            </a:r>
            <a:fld id="{F0AEE96D-C800-4200-B178-74DC3655196B}" type="slidenum">
              <a:rPr lang="ko-KR" altLang="en-US" spc="-50">
                <a:latin typeface="페이퍼로지 4 Regular" pitchFamily="2" charset="-127"/>
                <a:ea typeface="페이퍼로지 4 Regular" pitchFamily="2" charset="-127"/>
              </a:rPr>
              <a:pPr/>
              <a:t>14</a:t>
            </a:fld>
            <a:r>
              <a:rPr lang="ko-KR" altLang="en-US" spc="-50">
                <a:latin typeface="페이퍼로지 4 Regular" pitchFamily="2" charset="-127"/>
                <a:ea typeface="페이퍼로지 4 Regular" pitchFamily="2" charset="-127"/>
              </a:rPr>
              <a:t> </a:t>
            </a:r>
            <a:r>
              <a:rPr spc="-50">
                <a:latin typeface="페이퍼로지 4 Regular" pitchFamily="2" charset="-127"/>
                <a:ea typeface="페이퍼로지 4 Regular" pitchFamily="2" charset="-127"/>
              </a:rPr>
              <a:t>-</a:t>
            </a:r>
            <a:endParaRPr lang="ko-KR" altLang="en-US" spc="-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0" name="텍스트 개체 틀 1">
            <a:extLst>
              <a:ext uri="{FF2B5EF4-FFF2-40B4-BE49-F238E27FC236}">
                <a16:creationId xmlns:a16="http://schemas.microsoft.com/office/drawing/2014/main" id="{32A30674-1C7E-6CBF-0097-E695F6CF8210}"/>
              </a:ext>
            </a:extLst>
          </p:cNvPr>
          <p:cNvSpPr txBox="1">
            <a:spLocks/>
          </p:cNvSpPr>
          <p:nvPr/>
        </p:nvSpPr>
        <p:spPr>
          <a:xfrm>
            <a:off x="344487" y="836613"/>
            <a:ext cx="9217026" cy="576262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latinLnBrk="1">
              <a:defRPr sz="1700" spc="-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ko-KR" dirty="0"/>
              <a:t>조절변수인 '</a:t>
            </a:r>
            <a:r>
              <a:rPr lang="ko-KR" altLang="ko-KR" dirty="0" err="1"/>
              <a:t>장학금지원수준'과</a:t>
            </a:r>
            <a:r>
              <a:rPr lang="ko-KR" altLang="ko-KR" dirty="0"/>
              <a:t> 독립변수 '개인-프로그램 적합도' 간의 상호작용항이 통계적으로 유의미한 수치($</a:t>
            </a:r>
            <a:r>
              <a:rPr lang="ko-KR" altLang="ko-KR" dirty="0" err="1"/>
              <a:t>b</a:t>
            </a:r>
            <a:r>
              <a:rPr lang="ko-KR" altLang="ko-KR" dirty="0"/>
              <a:t>=-0.214, </a:t>
            </a:r>
            <a:r>
              <a:rPr lang="ko-KR" altLang="ko-KR" dirty="0" err="1"/>
              <a:t>p</a:t>
            </a:r>
            <a:r>
              <a:rPr lang="ko-KR" altLang="ko-KR" dirty="0"/>
              <a:t>=.032$)</a:t>
            </a:r>
            <a:r>
              <a:rPr lang="ko-KR" altLang="ko-KR" dirty="0" err="1"/>
              <a:t>를</a:t>
            </a:r>
            <a:r>
              <a:rPr lang="ko-KR" altLang="ko-KR" dirty="0"/>
              <a:t> 보</a:t>
            </a:r>
            <a:r>
              <a:rPr lang="ko-KR" altLang="en-US" dirty="0"/>
              <a:t>임</a:t>
            </a:r>
            <a:r>
              <a:rPr lang="en-US" altLang="ko-KR" dirty="0"/>
              <a:t>.</a:t>
            </a:r>
            <a:endParaRPr lang="ko-KR" altLang="ko-KR" dirty="0"/>
          </a:p>
        </p:txBody>
      </p:sp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043F8A7F-FCDD-4029-CDD0-07688E6740D6}"/>
              </a:ext>
            </a:extLst>
          </p:cNvPr>
          <p:cNvGrpSpPr/>
          <p:nvPr/>
        </p:nvGrpSpPr>
        <p:grpSpPr>
          <a:xfrm>
            <a:off x="0" y="-762844"/>
            <a:ext cx="4375346" cy="626015"/>
            <a:chOff x="0" y="-762844"/>
            <a:chExt cx="4375346" cy="626015"/>
          </a:xfrm>
        </p:grpSpPr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C6F03CE9-A2C8-5E6D-46BC-F4A0457E1E30}"/>
                </a:ext>
              </a:extLst>
            </p:cNvPr>
            <p:cNvSpPr txBox="1"/>
            <p:nvPr/>
          </p:nvSpPr>
          <p:spPr>
            <a:xfrm>
              <a:off x="1229274" y="-762844"/>
              <a:ext cx="991907" cy="32898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algn="ctr"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ko-KR" altLang="en-US" sz="1625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페이퍼</a:t>
              </a:r>
              <a:r>
                <a:rPr lang="en-US" altLang="ko-KR" sz="1625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5</a:t>
              </a:r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ED564BE3-4ABD-3835-DD1B-BCB8C4A40720}"/>
                </a:ext>
              </a:extLst>
            </p:cNvPr>
            <p:cNvSpPr txBox="1"/>
            <p:nvPr/>
          </p:nvSpPr>
          <p:spPr>
            <a:xfrm>
              <a:off x="2316075" y="-762844"/>
              <a:ext cx="991907" cy="32898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algn="ctr"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ko-KR" altLang="en-US" sz="1463" spc="-4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페이퍼</a:t>
              </a:r>
              <a:r>
                <a:rPr lang="en-US" altLang="ko-KR" sz="1463" spc="-4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4</a:t>
              </a:r>
            </a:p>
          </p:txBody>
        </p:sp>
        <p:sp>
          <p:nvSpPr>
            <p:cNvPr id="130" name="직사각형 129">
              <a:extLst>
                <a:ext uri="{FF2B5EF4-FFF2-40B4-BE49-F238E27FC236}">
                  <a16:creationId xmlns:a16="http://schemas.microsoft.com/office/drawing/2014/main" id="{4305B57E-845B-CBEF-433C-BDCAA36E720B}"/>
                </a:ext>
              </a:extLst>
            </p:cNvPr>
            <p:cNvSpPr/>
            <p:nvPr/>
          </p:nvSpPr>
          <p:spPr>
            <a:xfrm>
              <a:off x="2288686" y="-311024"/>
              <a:ext cx="289451" cy="162138"/>
            </a:xfrm>
            <a:prstGeom prst="rect">
              <a:avLst/>
            </a:prstGeom>
            <a:solidFill>
              <a:srgbClr val="96969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dirty="0">
                <a:ea typeface="a고딕12" panose="02020600000000000000" pitchFamily="18" charset="-127"/>
              </a:endParaRP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CB95F4C9-E612-83D3-1E82-1EFA572069E1}"/>
                </a:ext>
              </a:extLst>
            </p:cNvPr>
            <p:cNvSpPr txBox="1"/>
            <p:nvPr/>
          </p:nvSpPr>
          <p:spPr>
            <a:xfrm>
              <a:off x="142473" y="-762844"/>
              <a:ext cx="991907" cy="32898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algn="ctr"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ko-KR" altLang="en-US" sz="1625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6 SemiBold" pitchFamily="2" charset="-127"/>
                  <a:ea typeface="페이퍼로지 6 SemiBold" pitchFamily="2" charset="-127"/>
                </a:rPr>
                <a:t>페이퍼</a:t>
              </a:r>
              <a:r>
                <a:rPr lang="en-US" altLang="ko-KR" sz="1625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6 SemiBold" pitchFamily="2" charset="-127"/>
                  <a:ea typeface="페이퍼로지 6 SemiBold" pitchFamily="2" charset="-127"/>
                </a:rPr>
                <a:t>6</a:t>
              </a:r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BAA10FAC-B1EB-166E-EBE7-44B05CDB5336}"/>
                </a:ext>
              </a:extLst>
            </p:cNvPr>
            <p:cNvSpPr txBox="1"/>
            <p:nvPr/>
          </p:nvSpPr>
          <p:spPr>
            <a:xfrm>
              <a:off x="3383439" y="-762844"/>
              <a:ext cx="991907" cy="32898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algn="ctr"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ko-KR" altLang="en-US" sz="1463" spc="-4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3 Light" pitchFamily="2" charset="-127"/>
                  <a:ea typeface="페이퍼로지 3 Light" pitchFamily="2" charset="-127"/>
                </a:rPr>
                <a:t>페이퍼</a:t>
              </a:r>
              <a:r>
                <a:rPr lang="en-US" altLang="ko-KR" sz="1463" spc="-4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3 Light" pitchFamily="2" charset="-127"/>
                  <a:ea typeface="페이퍼로지 3 Light" pitchFamily="2" charset="-127"/>
                </a:rPr>
                <a:t>3</a:t>
              </a:r>
            </a:p>
          </p:txBody>
        </p:sp>
        <p:sp>
          <p:nvSpPr>
            <p:cNvPr id="133" name="직사각형 132">
              <a:extLst>
                <a:ext uri="{FF2B5EF4-FFF2-40B4-BE49-F238E27FC236}">
                  <a16:creationId xmlns:a16="http://schemas.microsoft.com/office/drawing/2014/main" id="{6D9E88B4-C653-8D3F-DD92-A022D06C0FF8}"/>
                </a:ext>
              </a:extLst>
            </p:cNvPr>
            <p:cNvSpPr/>
            <p:nvPr/>
          </p:nvSpPr>
          <p:spPr>
            <a:xfrm>
              <a:off x="1907239" y="-305540"/>
              <a:ext cx="289451" cy="162138"/>
            </a:xfrm>
            <a:prstGeom prst="rect">
              <a:avLst/>
            </a:prstGeom>
            <a:solidFill>
              <a:srgbClr val="F3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  <p:sp>
          <p:nvSpPr>
            <p:cNvPr id="134" name="직사각형 133">
              <a:extLst>
                <a:ext uri="{FF2B5EF4-FFF2-40B4-BE49-F238E27FC236}">
                  <a16:creationId xmlns:a16="http://schemas.microsoft.com/office/drawing/2014/main" id="{D03245F4-41AF-405F-98C7-9A472CA0974F}"/>
                </a:ext>
              </a:extLst>
            </p:cNvPr>
            <p:cNvSpPr/>
            <p:nvPr/>
          </p:nvSpPr>
          <p:spPr>
            <a:xfrm>
              <a:off x="1525792" y="-298967"/>
              <a:ext cx="289451" cy="162138"/>
            </a:xfrm>
            <a:prstGeom prst="rect">
              <a:avLst/>
            </a:prstGeom>
            <a:solidFill>
              <a:srgbClr val="AABAF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  <p:sp>
          <p:nvSpPr>
            <p:cNvPr id="135" name="직사각형 134">
              <a:extLst>
                <a:ext uri="{FF2B5EF4-FFF2-40B4-BE49-F238E27FC236}">
                  <a16:creationId xmlns:a16="http://schemas.microsoft.com/office/drawing/2014/main" id="{86B3866A-4E14-6B14-9371-05EE45E78EF4}"/>
                </a:ext>
              </a:extLst>
            </p:cNvPr>
            <p:cNvSpPr/>
            <p:nvPr/>
          </p:nvSpPr>
          <p:spPr>
            <a:xfrm>
              <a:off x="381448" y="-298967"/>
              <a:ext cx="289451" cy="162138"/>
            </a:xfrm>
            <a:prstGeom prst="rect">
              <a:avLst/>
            </a:prstGeom>
            <a:solidFill>
              <a:srgbClr val="00338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  <p:sp>
          <p:nvSpPr>
            <p:cNvPr id="136" name="직사각형 135">
              <a:extLst>
                <a:ext uri="{FF2B5EF4-FFF2-40B4-BE49-F238E27FC236}">
                  <a16:creationId xmlns:a16="http://schemas.microsoft.com/office/drawing/2014/main" id="{FF33E6FB-4DC8-129D-9EB1-93741D7A500A}"/>
                </a:ext>
              </a:extLst>
            </p:cNvPr>
            <p:cNvSpPr/>
            <p:nvPr/>
          </p:nvSpPr>
          <p:spPr>
            <a:xfrm>
              <a:off x="762896" y="-298967"/>
              <a:ext cx="289451" cy="162138"/>
            </a:xfrm>
            <a:prstGeom prst="rect">
              <a:avLst/>
            </a:prstGeom>
            <a:solidFill>
              <a:srgbClr val="1E49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  <p:sp>
          <p:nvSpPr>
            <p:cNvPr id="137" name="직사각형 136">
              <a:extLst>
                <a:ext uri="{FF2B5EF4-FFF2-40B4-BE49-F238E27FC236}">
                  <a16:creationId xmlns:a16="http://schemas.microsoft.com/office/drawing/2014/main" id="{5CE17B19-613D-B458-109F-7802FE32C597}"/>
                </a:ext>
              </a:extLst>
            </p:cNvPr>
            <p:cNvSpPr/>
            <p:nvPr/>
          </p:nvSpPr>
          <p:spPr>
            <a:xfrm>
              <a:off x="1144344" y="-298967"/>
              <a:ext cx="289451" cy="162138"/>
            </a:xfrm>
            <a:prstGeom prst="rect">
              <a:avLst/>
            </a:prstGeom>
            <a:solidFill>
              <a:srgbClr val="5F7D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  <p:sp>
          <p:nvSpPr>
            <p:cNvPr id="138" name="직사각형 137">
              <a:extLst>
                <a:ext uri="{FF2B5EF4-FFF2-40B4-BE49-F238E27FC236}">
                  <a16:creationId xmlns:a16="http://schemas.microsoft.com/office/drawing/2014/main" id="{E7AA728A-123C-88F7-9487-45A4BB56016C}"/>
                </a:ext>
              </a:extLst>
            </p:cNvPr>
            <p:cNvSpPr/>
            <p:nvPr/>
          </p:nvSpPr>
          <p:spPr>
            <a:xfrm>
              <a:off x="0" y="-305540"/>
              <a:ext cx="289451" cy="162138"/>
            </a:xfrm>
            <a:prstGeom prst="rect">
              <a:avLst/>
            </a:prstGeom>
            <a:solidFill>
              <a:srgbClr val="2F485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</p:grp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8027F201-1BA1-CE79-6946-1C2F13DE52D9}"/>
              </a:ext>
            </a:extLst>
          </p:cNvPr>
          <p:cNvSpPr/>
          <p:nvPr/>
        </p:nvSpPr>
        <p:spPr>
          <a:xfrm>
            <a:off x="344488" y="262250"/>
            <a:ext cx="115827" cy="46800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0" fontAlgn="base" latinLnBrk="1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kumimoji="0" lang="ko-KR" altLang="en-US" sz="1400" b="0" i="0" u="none" strike="noStrike" kern="1200" cap="none" spc="-5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sp>
        <p:nvSpPr>
          <p:cNvPr id="140" name="직사각형 139">
            <a:extLst>
              <a:ext uri="{FF2B5EF4-FFF2-40B4-BE49-F238E27FC236}">
                <a16:creationId xmlns:a16="http://schemas.microsoft.com/office/drawing/2014/main" id="{99E68CEF-96FA-4DFC-9266-65292A83DDA5}"/>
              </a:ext>
            </a:extLst>
          </p:cNvPr>
          <p:cNvSpPr/>
          <p:nvPr/>
        </p:nvSpPr>
        <p:spPr>
          <a:xfrm>
            <a:off x="498248" y="262250"/>
            <a:ext cx="1124475" cy="468000"/>
          </a:xfrm>
          <a:prstGeom prst="rect">
            <a:avLst/>
          </a:prstGeom>
          <a:solidFill>
            <a:srgbClr val="1E49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buNone/>
              <a:defRPr/>
            </a:pPr>
            <a:r>
              <a:rPr lang="ko-KR" altLang="en-US" sz="1400" spc="-50" dirty="0">
                <a:solidFill>
                  <a:prstClr val="white"/>
                </a:solidFill>
                <a:latin typeface="페이퍼로지 6 SemiBold" pitchFamily="2" charset="-127"/>
                <a:ea typeface="페이퍼로지 6 SemiBold" pitchFamily="2" charset="-127"/>
              </a:rPr>
              <a:t>조절효과 분석</a:t>
            </a:r>
          </a:p>
        </p:txBody>
      </p:sp>
      <p:sp>
        <p:nvSpPr>
          <p:cNvPr id="44" name="텍스트 개체 틀 1">
            <a:extLst>
              <a:ext uri="{FF2B5EF4-FFF2-40B4-BE49-F238E27FC236}">
                <a16:creationId xmlns:a16="http://schemas.microsoft.com/office/drawing/2014/main" id="{55CC80FF-96E9-7252-2F80-883C39F67113}"/>
              </a:ext>
            </a:extLst>
          </p:cNvPr>
          <p:cNvSpPr txBox="1">
            <a:spLocks/>
          </p:cNvSpPr>
          <p:nvPr/>
        </p:nvSpPr>
        <p:spPr>
          <a:xfrm>
            <a:off x="346831" y="1538207"/>
            <a:ext cx="4464051" cy="3355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ctr" defTabSz="457200" rtl="0" eaLnBrk="1" latinLnBrk="0" hangingPunct="1">
              <a:defRPr lang="en-US" altLang="ko-KR" sz="813" kern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anose="020B0800000000000000" pitchFamily="50" charset="-127"/>
                <a:ea typeface="SpoqaHanSans-Bold" panose="020B0800000000000000" pitchFamily="50" charset="-127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1600" spc="-50" dirty="0">
                <a:latin typeface="페이퍼로지 5 Medium" pitchFamily="2" charset="-127"/>
                <a:ea typeface="페이퍼로지 5 Medium" pitchFamily="2" charset="-127"/>
              </a:rPr>
              <a:t>조절효과 분석 결과</a:t>
            </a:r>
          </a:p>
        </p:txBody>
      </p: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3E6C7737-A9F7-D792-AC29-1D9133839F64}"/>
              </a:ext>
            </a:extLst>
          </p:cNvPr>
          <p:cNvCxnSpPr>
            <a:cxnSpLocks/>
          </p:cNvCxnSpPr>
          <p:nvPr/>
        </p:nvCxnSpPr>
        <p:spPr>
          <a:xfrm>
            <a:off x="344488" y="1875393"/>
            <a:ext cx="9213673" cy="0"/>
          </a:xfrm>
          <a:prstGeom prst="line">
            <a:avLst/>
          </a:prstGeom>
          <a:ln w="28575">
            <a:solidFill>
              <a:srgbClr val="00338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그룹 3">
            <a:extLst>
              <a:ext uri="{FF2B5EF4-FFF2-40B4-BE49-F238E27FC236}">
                <a16:creationId xmlns:a16="http://schemas.microsoft.com/office/drawing/2014/main" id="{689AD0F3-D090-248A-BAF8-9B9D47A59304}"/>
              </a:ext>
            </a:extLst>
          </p:cNvPr>
          <p:cNvGrpSpPr/>
          <p:nvPr/>
        </p:nvGrpSpPr>
        <p:grpSpPr>
          <a:xfrm>
            <a:off x="341060" y="1921869"/>
            <a:ext cx="9217563" cy="848746"/>
            <a:chOff x="341060" y="5331609"/>
            <a:chExt cx="9217563" cy="848746"/>
          </a:xfrm>
        </p:grpSpPr>
        <p:cxnSp>
          <p:nvCxnSpPr>
            <p:cNvPr id="5" name="직선 화살표 연결선 4">
              <a:extLst>
                <a:ext uri="{FF2B5EF4-FFF2-40B4-BE49-F238E27FC236}">
                  <a16:creationId xmlns:a16="http://schemas.microsoft.com/office/drawing/2014/main" id="{33ED69EE-534C-D726-9410-06AB0F799BF6}"/>
                </a:ext>
              </a:extLst>
            </p:cNvPr>
            <p:cNvCxnSpPr>
              <a:cxnSpLocks/>
            </p:cNvCxnSpPr>
            <p:nvPr/>
          </p:nvCxnSpPr>
          <p:spPr>
            <a:xfrm>
              <a:off x="2487932" y="6086021"/>
              <a:ext cx="4923357" cy="8012"/>
            </a:xfrm>
            <a:prstGeom prst="straightConnector1">
              <a:avLst/>
            </a:prstGeom>
            <a:ln w="38100" cap="flat" cmpd="sng" algn="ctr">
              <a:solidFill>
                <a:srgbClr val="1E49E2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7" name="사각형: 둥근 모서리 6">
              <a:extLst>
                <a:ext uri="{FF2B5EF4-FFF2-40B4-BE49-F238E27FC236}">
                  <a16:creationId xmlns:a16="http://schemas.microsoft.com/office/drawing/2014/main" id="{CF9F3D8F-C850-7568-728B-FA181AFE7D35}"/>
                </a:ext>
              </a:extLst>
            </p:cNvPr>
            <p:cNvSpPr/>
            <p:nvPr/>
          </p:nvSpPr>
          <p:spPr>
            <a:xfrm>
              <a:off x="341060" y="5739861"/>
              <a:ext cx="2146872" cy="432482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19050" cap="flat" cmpd="sng" algn="ctr">
              <a:solidFill>
                <a:srgbClr val="AABAF4"/>
              </a:solidFill>
              <a:prstDash val="solid"/>
              <a:miter lim="800000"/>
            </a:ln>
            <a:effectLst>
              <a:outerShdw blurRad="63500" sx="102000" sy="102000" algn="ctr" rotWithShape="0">
                <a:schemeClr val="tx1">
                  <a:lumMod val="50000"/>
                  <a:lumOff val="50000"/>
                  <a:alpha val="20000"/>
                </a:schemeClr>
              </a:outerShdw>
            </a:effectLst>
          </p:spPr>
          <p:txBody>
            <a:bodyPr tIns="0" rIns="90000" bIns="0" rtlCol="0" anchor="ctr"/>
            <a:lstStyle/>
            <a:p>
              <a:pPr algn="ctr" fontAlgn="base">
                <a:lnSpc>
                  <a:spcPct val="150000"/>
                </a:lnSpc>
                <a:spcBef>
                  <a:spcPct val="0"/>
                </a:spcBef>
                <a:buSzPct val="80000"/>
              </a:pPr>
              <a:r>
                <a:rPr kumimoji="1" lang="ko-KR" altLang="en-US" sz="14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개인</a:t>
              </a:r>
              <a:r>
                <a:rPr kumimoji="1" lang="en-US" altLang="ko-KR" sz="14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 – </a:t>
              </a:r>
              <a:r>
                <a:rPr kumimoji="1" lang="ko-KR" altLang="en-US" sz="14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프로그램 적합도</a:t>
              </a:r>
              <a:endParaRPr kumimoji="1" lang="en-US" altLang="ko-KR" sz="14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307D8FC6-B140-E612-3C33-D5E029B643C5}"/>
                </a:ext>
              </a:extLst>
            </p:cNvPr>
            <p:cNvSpPr/>
            <p:nvPr/>
          </p:nvSpPr>
          <p:spPr>
            <a:xfrm>
              <a:off x="341060" y="5470315"/>
              <a:ext cx="2147334" cy="276181"/>
            </a:xfrm>
            <a:prstGeom prst="roundRect">
              <a:avLst>
                <a:gd name="adj" fmla="val 0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19050" cap="flat" cmpd="sng" algn="ctr">
              <a:solidFill>
                <a:srgbClr val="B4C7E7"/>
              </a:solidFill>
              <a:prstDash val="solid"/>
              <a:miter lim="800000"/>
            </a:ln>
            <a:effectLst>
              <a:outerShdw blurRad="63500" sx="102000" sy="102000" algn="ctr" rotWithShape="0">
                <a:schemeClr val="tx1">
                  <a:lumMod val="50000"/>
                  <a:lumOff val="50000"/>
                  <a:alpha val="20000"/>
                </a:schemeClr>
              </a:outerShdw>
            </a:effectLst>
          </p:spPr>
          <p:txBody>
            <a:bodyPr tIns="0" rIns="90000" bIns="0" rtlCol="0" anchor="ctr"/>
            <a:lstStyle/>
            <a:p>
              <a:pPr algn="ctr" fontAlgn="base">
                <a:lnSpc>
                  <a:spcPct val="150000"/>
                </a:lnSpc>
                <a:spcBef>
                  <a:spcPct val="0"/>
                </a:spcBef>
                <a:buSzPct val="80000"/>
              </a:pPr>
              <a:r>
                <a:rPr kumimoji="1" lang="ko-KR" altLang="en-US" sz="1400" b="1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독립변수</a:t>
              </a:r>
              <a:endParaRPr kumimoji="1" lang="en-US" altLang="ko-KR" sz="1400" b="1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9" name="사각형: 둥근 모서리 8">
              <a:extLst>
                <a:ext uri="{FF2B5EF4-FFF2-40B4-BE49-F238E27FC236}">
                  <a16:creationId xmlns:a16="http://schemas.microsoft.com/office/drawing/2014/main" id="{66FC7A85-BD26-C453-DDE9-0773B7E09762}"/>
                </a:ext>
              </a:extLst>
            </p:cNvPr>
            <p:cNvSpPr/>
            <p:nvPr/>
          </p:nvSpPr>
          <p:spPr>
            <a:xfrm>
              <a:off x="7411289" y="5747873"/>
              <a:ext cx="2146872" cy="432482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19050" cap="flat" cmpd="sng" algn="ctr">
              <a:solidFill>
                <a:srgbClr val="AABAF4"/>
              </a:solidFill>
              <a:prstDash val="solid"/>
              <a:miter lim="800000"/>
            </a:ln>
            <a:effectLst>
              <a:outerShdw blurRad="63500" sx="102000" sy="102000" algn="ctr" rotWithShape="0">
                <a:schemeClr val="tx1">
                  <a:lumMod val="50000"/>
                  <a:lumOff val="50000"/>
                  <a:alpha val="20000"/>
                </a:schemeClr>
              </a:outerShdw>
            </a:effectLst>
          </p:spPr>
          <p:txBody>
            <a:bodyPr tIns="0" rIns="90000" bIns="0" rtlCol="0" anchor="ctr"/>
            <a:lstStyle/>
            <a:p>
              <a:pPr algn="ctr" fontAlgn="base">
                <a:lnSpc>
                  <a:spcPct val="150000"/>
                </a:lnSpc>
                <a:spcBef>
                  <a:spcPct val="0"/>
                </a:spcBef>
                <a:buSzPct val="80000"/>
              </a:pPr>
              <a:r>
                <a:rPr kumimoji="1" lang="ko-KR" altLang="en-US" sz="14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지인 추천 의향</a:t>
              </a:r>
              <a:endParaRPr kumimoji="1" lang="en-US" altLang="ko-KR" sz="14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11" name="사각형: 둥근 모서리 10">
              <a:extLst>
                <a:ext uri="{FF2B5EF4-FFF2-40B4-BE49-F238E27FC236}">
                  <a16:creationId xmlns:a16="http://schemas.microsoft.com/office/drawing/2014/main" id="{D93C2205-975A-DE10-E08E-42509E2FA195}"/>
                </a:ext>
              </a:extLst>
            </p:cNvPr>
            <p:cNvSpPr/>
            <p:nvPr/>
          </p:nvSpPr>
          <p:spPr>
            <a:xfrm>
              <a:off x="7411289" y="5470315"/>
              <a:ext cx="2147334" cy="276181"/>
            </a:xfrm>
            <a:prstGeom prst="roundRect">
              <a:avLst>
                <a:gd name="adj" fmla="val 0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19050" cap="flat" cmpd="sng" algn="ctr">
              <a:solidFill>
                <a:srgbClr val="B4C7E7"/>
              </a:solidFill>
              <a:prstDash val="solid"/>
              <a:miter lim="800000"/>
            </a:ln>
            <a:effectLst>
              <a:outerShdw blurRad="63500" sx="102000" sy="102000" algn="ctr" rotWithShape="0">
                <a:schemeClr val="tx1">
                  <a:lumMod val="50000"/>
                  <a:lumOff val="50000"/>
                  <a:alpha val="20000"/>
                </a:schemeClr>
              </a:outerShdw>
            </a:effectLst>
          </p:spPr>
          <p:txBody>
            <a:bodyPr tIns="0" rIns="90000" bIns="0" rtlCol="0" anchor="ctr"/>
            <a:lstStyle/>
            <a:p>
              <a:pPr algn="ctr" fontAlgn="base">
                <a:lnSpc>
                  <a:spcPct val="150000"/>
                </a:lnSpc>
                <a:spcBef>
                  <a:spcPct val="0"/>
                </a:spcBef>
                <a:buSzPct val="80000"/>
              </a:pPr>
              <a:r>
                <a:rPr kumimoji="1" lang="ko-KR" altLang="en-US" sz="1400" b="1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종속변수</a:t>
              </a:r>
              <a:endParaRPr kumimoji="1" lang="en-US" altLang="ko-KR" sz="1400" b="1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17" name="사각형: 둥근 모서리 16">
              <a:extLst>
                <a:ext uri="{FF2B5EF4-FFF2-40B4-BE49-F238E27FC236}">
                  <a16:creationId xmlns:a16="http://schemas.microsoft.com/office/drawing/2014/main" id="{08E508B6-C62A-12FC-7F5B-5D5A108AEAB8}"/>
                </a:ext>
              </a:extLst>
            </p:cNvPr>
            <p:cNvSpPr/>
            <p:nvPr/>
          </p:nvSpPr>
          <p:spPr>
            <a:xfrm>
              <a:off x="3879564" y="5601154"/>
              <a:ext cx="2146872" cy="276181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19050" cap="flat" cmpd="sng" algn="ctr">
              <a:solidFill>
                <a:srgbClr val="AABAF4"/>
              </a:solidFill>
              <a:prstDash val="solid"/>
              <a:miter lim="800000"/>
            </a:ln>
            <a:effectLst>
              <a:outerShdw blurRad="63500" sx="102000" sy="102000" algn="ctr" rotWithShape="0">
                <a:schemeClr val="tx1">
                  <a:lumMod val="50000"/>
                  <a:lumOff val="50000"/>
                  <a:alpha val="20000"/>
                </a:schemeClr>
              </a:outerShdw>
            </a:effectLst>
          </p:spPr>
          <p:txBody>
            <a:bodyPr tIns="0" rIns="90000" bIns="0" rtlCol="0" anchor="ctr"/>
            <a:lstStyle/>
            <a:p>
              <a:pPr algn="ctr" fontAlgn="base">
                <a:lnSpc>
                  <a:spcPct val="150000"/>
                </a:lnSpc>
                <a:spcBef>
                  <a:spcPct val="0"/>
                </a:spcBef>
                <a:buSzPct val="80000"/>
              </a:pPr>
              <a:r>
                <a:rPr kumimoji="1" lang="ko-KR" altLang="en-US" sz="14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장학금지원 수준</a:t>
              </a:r>
              <a:endParaRPr kumimoji="1" lang="en-US" altLang="ko-KR" sz="14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18" name="사각형: 둥근 모서리 17">
              <a:extLst>
                <a:ext uri="{FF2B5EF4-FFF2-40B4-BE49-F238E27FC236}">
                  <a16:creationId xmlns:a16="http://schemas.microsoft.com/office/drawing/2014/main" id="{55257A31-9486-8F2B-7154-3533CC4D228A}"/>
                </a:ext>
              </a:extLst>
            </p:cNvPr>
            <p:cNvSpPr/>
            <p:nvPr/>
          </p:nvSpPr>
          <p:spPr>
            <a:xfrm>
              <a:off x="3879564" y="5331609"/>
              <a:ext cx="2147334" cy="276181"/>
            </a:xfrm>
            <a:prstGeom prst="roundRect">
              <a:avLst>
                <a:gd name="adj" fmla="val 0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19050" cap="flat" cmpd="sng" algn="ctr">
              <a:solidFill>
                <a:srgbClr val="B4C7E7"/>
              </a:solidFill>
              <a:prstDash val="solid"/>
              <a:miter lim="800000"/>
            </a:ln>
            <a:effectLst>
              <a:outerShdw blurRad="63500" sx="102000" sy="102000" algn="ctr" rotWithShape="0">
                <a:schemeClr val="tx1">
                  <a:lumMod val="50000"/>
                  <a:lumOff val="50000"/>
                  <a:alpha val="20000"/>
                </a:schemeClr>
              </a:outerShdw>
            </a:effectLst>
          </p:spPr>
          <p:txBody>
            <a:bodyPr tIns="0" rIns="90000" bIns="0" rtlCol="0" anchor="ctr"/>
            <a:lstStyle/>
            <a:p>
              <a:pPr algn="ctr" fontAlgn="base">
                <a:lnSpc>
                  <a:spcPct val="150000"/>
                </a:lnSpc>
                <a:spcBef>
                  <a:spcPct val="0"/>
                </a:spcBef>
                <a:buSzPct val="80000"/>
              </a:pPr>
              <a:r>
                <a:rPr kumimoji="1" lang="ko-KR" altLang="en-US" sz="1400" b="1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조절변수</a:t>
              </a:r>
              <a:endParaRPr kumimoji="1" lang="en-US" altLang="ko-KR" sz="1400" b="1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cxnSp>
          <p:nvCxnSpPr>
            <p:cNvPr id="3" name="직선 화살표 연결선 2">
              <a:extLst>
                <a:ext uri="{FF2B5EF4-FFF2-40B4-BE49-F238E27FC236}">
                  <a16:creationId xmlns:a16="http://schemas.microsoft.com/office/drawing/2014/main" id="{2C90DB80-1C62-7D3B-2DA1-2F69DF94530B}"/>
                </a:ext>
              </a:extLst>
            </p:cNvPr>
            <p:cNvCxnSpPr>
              <a:cxnSpLocks/>
              <a:stCxn id="17" idx="2"/>
            </p:cNvCxnSpPr>
            <p:nvPr/>
          </p:nvCxnSpPr>
          <p:spPr>
            <a:xfrm>
              <a:off x="4953000" y="5877335"/>
              <a:ext cx="0" cy="208686"/>
            </a:xfrm>
            <a:prstGeom prst="straightConnector1">
              <a:avLst/>
            </a:prstGeom>
            <a:ln w="38100" cap="flat" cmpd="sng" algn="ctr">
              <a:solidFill>
                <a:srgbClr val="1E49E2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1897EB04-1F1B-004F-D186-1200FCE095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9077831"/>
              </p:ext>
            </p:extLst>
          </p:nvPr>
        </p:nvGraphicFramePr>
        <p:xfrm>
          <a:off x="344489" y="3115709"/>
          <a:ext cx="4466396" cy="2127711"/>
        </p:xfrm>
        <a:graphic>
          <a:graphicData uri="http://schemas.openxmlformats.org/drawingml/2006/table">
            <a:tbl>
              <a:tblPr/>
              <a:tblGrid>
                <a:gridCol w="1440768">
                  <a:extLst>
                    <a:ext uri="{9D8B030D-6E8A-4147-A177-3AD203B41FA5}">
                      <a16:colId xmlns:a16="http://schemas.microsoft.com/office/drawing/2014/main" val="3808423993"/>
                    </a:ext>
                  </a:extLst>
                </a:gridCol>
                <a:gridCol w="756407">
                  <a:extLst>
                    <a:ext uri="{9D8B030D-6E8A-4147-A177-3AD203B41FA5}">
                      <a16:colId xmlns:a16="http://schemas.microsoft.com/office/drawing/2014/main" val="957239942"/>
                    </a:ext>
                  </a:extLst>
                </a:gridCol>
                <a:gridCol w="756407">
                  <a:extLst>
                    <a:ext uri="{9D8B030D-6E8A-4147-A177-3AD203B41FA5}">
                      <a16:colId xmlns:a16="http://schemas.microsoft.com/office/drawing/2014/main" val="3718150834"/>
                    </a:ext>
                  </a:extLst>
                </a:gridCol>
                <a:gridCol w="756407">
                  <a:extLst>
                    <a:ext uri="{9D8B030D-6E8A-4147-A177-3AD203B41FA5}">
                      <a16:colId xmlns:a16="http://schemas.microsoft.com/office/drawing/2014/main" val="2400284259"/>
                    </a:ext>
                  </a:extLst>
                </a:gridCol>
                <a:gridCol w="756407">
                  <a:extLst>
                    <a:ext uri="{9D8B030D-6E8A-4147-A177-3AD203B41FA5}">
                      <a16:colId xmlns:a16="http://schemas.microsoft.com/office/drawing/2014/main" val="3320847229"/>
                    </a:ext>
                  </a:extLst>
                </a:gridCol>
              </a:tblGrid>
              <a:tr h="218398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구분 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kern="1200" dirty="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Estimate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SE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Z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p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3167612"/>
                  </a:ext>
                </a:extLst>
              </a:tr>
              <a:tr h="633037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ko-KR" altLang="en-US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개인</a:t>
                      </a:r>
                      <a:r>
                        <a:rPr lang="en-US" altLang="ko-KR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-</a:t>
                      </a:r>
                      <a:r>
                        <a:rPr lang="ko-KR" altLang="en-US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프로그램적합도</a:t>
                      </a:r>
                    </a:p>
                  </a:txBody>
                  <a:tcPr marL="76200" marR="76200" marT="76200" marB="381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0.585</a:t>
                      </a:r>
                    </a:p>
                  </a:txBody>
                  <a:tcPr marL="76200" marR="190500" marT="76200" marB="381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0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0.0923</a:t>
                      </a:r>
                    </a:p>
                  </a:txBody>
                  <a:tcPr marL="76200" marR="190500" marT="76200" marB="381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6.34</a:t>
                      </a:r>
                    </a:p>
                  </a:txBody>
                  <a:tcPr marL="76200" marR="190500" marT="76200" marB="381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0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&lt;.001</a:t>
                      </a:r>
                    </a:p>
                  </a:txBody>
                  <a:tcPr marL="76200" marR="190500" marT="76200" marB="381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8705770"/>
                  </a:ext>
                </a:extLst>
              </a:tr>
              <a:tr h="633037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ko-KR" altLang="en-US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직무연관성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0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0.241</a:t>
                      </a:r>
                    </a:p>
                  </a:txBody>
                  <a:tcPr marL="76200" marR="190500" marT="38100" marB="381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0.1150</a:t>
                      </a:r>
                    </a:p>
                  </a:txBody>
                  <a:tcPr marL="76200" marR="190500" marT="38100" marB="381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0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2.09</a:t>
                      </a:r>
                    </a:p>
                  </a:txBody>
                  <a:tcPr marL="76200" marR="190500" marT="38100" marB="381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0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0.036</a:t>
                      </a:r>
                    </a:p>
                  </a:txBody>
                  <a:tcPr marL="76200" marR="190500" marT="38100" marB="381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8118753"/>
                  </a:ext>
                </a:extLst>
              </a:tr>
              <a:tr h="633037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ko-KR" altLang="en-US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개인</a:t>
                      </a:r>
                      <a:r>
                        <a:rPr lang="en-US" altLang="ko-KR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-</a:t>
                      </a:r>
                      <a:r>
                        <a:rPr lang="ko-KR" altLang="en-US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프로그램적합도 ✻ 장학금지원수준</a:t>
                      </a:r>
                    </a:p>
                  </a:txBody>
                  <a:tcPr marL="76200" marR="76200" marT="38100" marB="762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00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-0.214</a:t>
                      </a:r>
                    </a:p>
                  </a:txBody>
                  <a:tcPr marL="76200" marR="190500" marT="38100" marB="762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0.0997</a:t>
                      </a:r>
                    </a:p>
                  </a:txBody>
                  <a:tcPr marL="76200" marR="190500" marT="38100" marB="762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-2.15</a:t>
                      </a:r>
                    </a:p>
                  </a:txBody>
                  <a:tcPr marL="76200" marR="190500" marT="38100" marB="762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100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0.032</a:t>
                      </a:r>
                    </a:p>
                  </a:txBody>
                  <a:tcPr marL="76200" marR="190500" marT="38100" marB="762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1123294"/>
                  </a:ext>
                </a:extLst>
              </a:tr>
            </a:tbl>
          </a:graphicData>
        </a:graphic>
      </p:graphicFrame>
      <p:sp>
        <p:nvSpPr>
          <p:cNvPr id="20" name="모서리가 둥근 직사각형 197">
            <a:extLst>
              <a:ext uri="{FF2B5EF4-FFF2-40B4-BE49-F238E27FC236}">
                <a16:creationId xmlns:a16="http://schemas.microsoft.com/office/drawing/2014/main" id="{82F1BE24-DE18-C734-2869-26EB79B6C96A}"/>
              </a:ext>
            </a:extLst>
          </p:cNvPr>
          <p:cNvSpPr/>
          <p:nvPr/>
        </p:nvSpPr>
        <p:spPr>
          <a:xfrm>
            <a:off x="344485" y="5533222"/>
            <a:ext cx="9213673" cy="660793"/>
          </a:xfrm>
          <a:prstGeom prst="roundRect">
            <a:avLst>
              <a:gd name="adj" fmla="val 3014"/>
            </a:avLst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35999" rtlCol="0" anchor="ctr" anchorCtr="0"/>
          <a:lstStyle/>
          <a:p>
            <a:pPr marL="285750" indent="-198438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장학금 혜택이 충분한 집단에서는 프로그램 적합도가 다소 낮더라도 금전적 효용이 이를 보완하여 지인 추천 의향을 일정 수준 이상으로 방어하는 </a:t>
            </a:r>
            <a:r>
              <a:rPr lang="en-US" altLang="ko-KR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'</a:t>
            </a:r>
            <a:r>
              <a:rPr lang="ko-KR" altLang="en-US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완충 효과</a:t>
            </a:r>
            <a:r>
              <a:rPr lang="en-US" altLang="ko-KR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(Buffering Effect)'</a:t>
            </a:r>
            <a:r>
              <a:rPr lang="ko-KR" altLang="en-US" sz="16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rPr>
              <a:t>가 존재함</a:t>
            </a:r>
            <a:endParaRPr lang="ko-KR" altLang="ko-KR" sz="1600" dirty="0">
              <a:solidFill>
                <a:schemeClr val="tx1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pic>
        <p:nvPicPr>
          <p:cNvPr id="15" name="Picture 3">
            <a:extLst>
              <a:ext uri="{FF2B5EF4-FFF2-40B4-BE49-F238E27FC236}">
                <a16:creationId xmlns:a16="http://schemas.microsoft.com/office/drawing/2014/main" id="{D5654277-E584-6C72-FB93-CA8ADE663B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2845750"/>
            <a:ext cx="4610859" cy="26874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243176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57E50E-6194-7BA9-9EB9-D426BC6C39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04C7F23-8045-7FE2-D633-DA0108BAF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spc="-50">
                <a:latin typeface="페이퍼로지 4 Regular" pitchFamily="2" charset="-127"/>
                <a:ea typeface="페이퍼로지 4 Regular" pitchFamily="2" charset="-127"/>
              </a:rPr>
              <a:t>- </a:t>
            </a:r>
            <a:fld id="{F0AEE96D-C800-4200-B178-74DC3655196B}" type="slidenum">
              <a:rPr lang="ko-KR" altLang="en-US" spc="-50">
                <a:latin typeface="페이퍼로지 4 Regular" pitchFamily="2" charset="-127"/>
                <a:ea typeface="페이퍼로지 4 Regular" pitchFamily="2" charset="-127"/>
              </a:rPr>
              <a:pPr/>
              <a:t>15</a:t>
            </a:fld>
            <a:r>
              <a:rPr lang="ko-KR" altLang="en-US" spc="-50">
                <a:latin typeface="페이퍼로지 4 Regular" pitchFamily="2" charset="-127"/>
                <a:ea typeface="페이퍼로지 4 Regular" pitchFamily="2" charset="-127"/>
              </a:rPr>
              <a:t> </a:t>
            </a:r>
            <a:r>
              <a:rPr spc="-50">
                <a:latin typeface="페이퍼로지 4 Regular" pitchFamily="2" charset="-127"/>
                <a:ea typeface="페이퍼로지 4 Regular" pitchFamily="2" charset="-127"/>
              </a:rPr>
              <a:t>-</a:t>
            </a:r>
            <a:endParaRPr lang="ko-KR" altLang="en-US" spc="-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0" name="텍스트 개체 틀 1">
            <a:extLst>
              <a:ext uri="{FF2B5EF4-FFF2-40B4-BE49-F238E27FC236}">
                <a16:creationId xmlns:a16="http://schemas.microsoft.com/office/drawing/2014/main" id="{A1D86211-8F1E-8074-A4EF-26D3A750535B}"/>
              </a:ext>
            </a:extLst>
          </p:cNvPr>
          <p:cNvSpPr txBox="1">
            <a:spLocks/>
          </p:cNvSpPr>
          <p:nvPr/>
        </p:nvSpPr>
        <p:spPr>
          <a:xfrm>
            <a:off x="344487" y="836613"/>
            <a:ext cx="9217026" cy="576262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latinLnBrk="1">
              <a:defRPr sz="1700" spc="-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통계분석 결과를 기반으로 건국대 </a:t>
            </a:r>
            <a:r>
              <a:rPr lang="en-US" altLang="ko-KR" dirty="0"/>
              <a:t>MBA </a:t>
            </a:r>
            <a:r>
              <a:rPr lang="ko-KR" altLang="en-US" dirty="0"/>
              <a:t>프로그램 활성화 방안을 다음과 같이 제시함</a:t>
            </a:r>
            <a:r>
              <a:rPr lang="en-US" altLang="ko-KR" dirty="0"/>
              <a:t>.</a:t>
            </a:r>
            <a:endParaRPr lang="ko-KR" altLang="ko-KR" dirty="0"/>
          </a:p>
        </p:txBody>
      </p:sp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74B7FA96-F6DA-9D5E-ED34-6408E1B6FCA1}"/>
              </a:ext>
            </a:extLst>
          </p:cNvPr>
          <p:cNvGrpSpPr/>
          <p:nvPr/>
        </p:nvGrpSpPr>
        <p:grpSpPr>
          <a:xfrm>
            <a:off x="0" y="-762844"/>
            <a:ext cx="4375346" cy="626015"/>
            <a:chOff x="0" y="-762844"/>
            <a:chExt cx="4375346" cy="626015"/>
          </a:xfrm>
        </p:grpSpPr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FF844F4C-05EB-A4F4-426B-D52CA2907CA0}"/>
                </a:ext>
              </a:extLst>
            </p:cNvPr>
            <p:cNvSpPr txBox="1"/>
            <p:nvPr/>
          </p:nvSpPr>
          <p:spPr>
            <a:xfrm>
              <a:off x="1229274" y="-762844"/>
              <a:ext cx="991907" cy="32898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algn="ctr"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ko-KR" altLang="en-US" sz="1625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페이퍼</a:t>
              </a:r>
              <a:r>
                <a:rPr lang="en-US" altLang="ko-KR" sz="1625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5</a:t>
              </a:r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8F7479C4-85BE-5CE6-2CD4-B24656CE0110}"/>
                </a:ext>
              </a:extLst>
            </p:cNvPr>
            <p:cNvSpPr txBox="1"/>
            <p:nvPr/>
          </p:nvSpPr>
          <p:spPr>
            <a:xfrm>
              <a:off x="2316075" y="-762844"/>
              <a:ext cx="991907" cy="32898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algn="ctr"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ko-KR" altLang="en-US" sz="1463" spc="-4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페이퍼</a:t>
              </a:r>
              <a:r>
                <a:rPr lang="en-US" altLang="ko-KR" sz="1463" spc="-4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4</a:t>
              </a:r>
            </a:p>
          </p:txBody>
        </p:sp>
        <p:sp>
          <p:nvSpPr>
            <p:cNvPr id="130" name="직사각형 129">
              <a:extLst>
                <a:ext uri="{FF2B5EF4-FFF2-40B4-BE49-F238E27FC236}">
                  <a16:creationId xmlns:a16="http://schemas.microsoft.com/office/drawing/2014/main" id="{F1C30EBB-087A-051A-B4C1-181B90567758}"/>
                </a:ext>
              </a:extLst>
            </p:cNvPr>
            <p:cNvSpPr/>
            <p:nvPr/>
          </p:nvSpPr>
          <p:spPr>
            <a:xfrm>
              <a:off x="2288686" y="-311024"/>
              <a:ext cx="289451" cy="162138"/>
            </a:xfrm>
            <a:prstGeom prst="rect">
              <a:avLst/>
            </a:prstGeom>
            <a:solidFill>
              <a:srgbClr val="96969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dirty="0">
                <a:ea typeface="a고딕12" panose="02020600000000000000" pitchFamily="18" charset="-127"/>
              </a:endParaRP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7CB2CDCD-300B-63D4-1927-E9328F32B3E9}"/>
                </a:ext>
              </a:extLst>
            </p:cNvPr>
            <p:cNvSpPr txBox="1"/>
            <p:nvPr/>
          </p:nvSpPr>
          <p:spPr>
            <a:xfrm>
              <a:off x="142473" y="-762844"/>
              <a:ext cx="991907" cy="32898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algn="ctr"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ko-KR" altLang="en-US" sz="1625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6 SemiBold" pitchFamily="2" charset="-127"/>
                  <a:ea typeface="페이퍼로지 6 SemiBold" pitchFamily="2" charset="-127"/>
                </a:rPr>
                <a:t>페이퍼</a:t>
              </a:r>
              <a:r>
                <a:rPr lang="en-US" altLang="ko-KR" sz="1625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6 SemiBold" pitchFamily="2" charset="-127"/>
                  <a:ea typeface="페이퍼로지 6 SemiBold" pitchFamily="2" charset="-127"/>
                </a:rPr>
                <a:t>6</a:t>
              </a:r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BBE23249-C55A-67B1-94EC-AA0C3CD274BC}"/>
                </a:ext>
              </a:extLst>
            </p:cNvPr>
            <p:cNvSpPr txBox="1"/>
            <p:nvPr/>
          </p:nvSpPr>
          <p:spPr>
            <a:xfrm>
              <a:off x="3383439" y="-762844"/>
              <a:ext cx="991907" cy="32898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algn="ctr"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ko-KR" altLang="en-US" sz="1463" spc="-4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3 Light" pitchFamily="2" charset="-127"/>
                  <a:ea typeface="페이퍼로지 3 Light" pitchFamily="2" charset="-127"/>
                </a:rPr>
                <a:t>페이퍼</a:t>
              </a:r>
              <a:r>
                <a:rPr lang="en-US" altLang="ko-KR" sz="1463" spc="-4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3 Light" pitchFamily="2" charset="-127"/>
                  <a:ea typeface="페이퍼로지 3 Light" pitchFamily="2" charset="-127"/>
                </a:rPr>
                <a:t>3</a:t>
              </a:r>
            </a:p>
          </p:txBody>
        </p:sp>
        <p:sp>
          <p:nvSpPr>
            <p:cNvPr id="133" name="직사각형 132">
              <a:extLst>
                <a:ext uri="{FF2B5EF4-FFF2-40B4-BE49-F238E27FC236}">
                  <a16:creationId xmlns:a16="http://schemas.microsoft.com/office/drawing/2014/main" id="{C018BDCA-F60C-5DCF-C616-A6DB903CBD00}"/>
                </a:ext>
              </a:extLst>
            </p:cNvPr>
            <p:cNvSpPr/>
            <p:nvPr/>
          </p:nvSpPr>
          <p:spPr>
            <a:xfrm>
              <a:off x="1907239" y="-305540"/>
              <a:ext cx="289451" cy="162138"/>
            </a:xfrm>
            <a:prstGeom prst="rect">
              <a:avLst/>
            </a:prstGeom>
            <a:solidFill>
              <a:srgbClr val="F3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  <p:sp>
          <p:nvSpPr>
            <p:cNvPr id="134" name="직사각형 133">
              <a:extLst>
                <a:ext uri="{FF2B5EF4-FFF2-40B4-BE49-F238E27FC236}">
                  <a16:creationId xmlns:a16="http://schemas.microsoft.com/office/drawing/2014/main" id="{01BB43FA-B150-908E-E16A-6EDAFC0D2243}"/>
                </a:ext>
              </a:extLst>
            </p:cNvPr>
            <p:cNvSpPr/>
            <p:nvPr/>
          </p:nvSpPr>
          <p:spPr>
            <a:xfrm>
              <a:off x="1525792" y="-298967"/>
              <a:ext cx="289451" cy="162138"/>
            </a:xfrm>
            <a:prstGeom prst="rect">
              <a:avLst/>
            </a:prstGeom>
            <a:solidFill>
              <a:srgbClr val="AABAF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  <p:sp>
          <p:nvSpPr>
            <p:cNvPr id="135" name="직사각형 134">
              <a:extLst>
                <a:ext uri="{FF2B5EF4-FFF2-40B4-BE49-F238E27FC236}">
                  <a16:creationId xmlns:a16="http://schemas.microsoft.com/office/drawing/2014/main" id="{3BC03D01-3986-A516-33E3-065C5C393630}"/>
                </a:ext>
              </a:extLst>
            </p:cNvPr>
            <p:cNvSpPr/>
            <p:nvPr/>
          </p:nvSpPr>
          <p:spPr>
            <a:xfrm>
              <a:off x="381448" y="-298967"/>
              <a:ext cx="289451" cy="162138"/>
            </a:xfrm>
            <a:prstGeom prst="rect">
              <a:avLst/>
            </a:prstGeom>
            <a:solidFill>
              <a:srgbClr val="00338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  <p:sp>
          <p:nvSpPr>
            <p:cNvPr id="136" name="직사각형 135">
              <a:extLst>
                <a:ext uri="{FF2B5EF4-FFF2-40B4-BE49-F238E27FC236}">
                  <a16:creationId xmlns:a16="http://schemas.microsoft.com/office/drawing/2014/main" id="{EA516C09-CC69-359A-ECE7-B3B418A12277}"/>
                </a:ext>
              </a:extLst>
            </p:cNvPr>
            <p:cNvSpPr/>
            <p:nvPr/>
          </p:nvSpPr>
          <p:spPr>
            <a:xfrm>
              <a:off x="762896" y="-298967"/>
              <a:ext cx="289451" cy="162138"/>
            </a:xfrm>
            <a:prstGeom prst="rect">
              <a:avLst/>
            </a:prstGeom>
            <a:solidFill>
              <a:srgbClr val="1E49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  <p:sp>
          <p:nvSpPr>
            <p:cNvPr id="137" name="직사각형 136">
              <a:extLst>
                <a:ext uri="{FF2B5EF4-FFF2-40B4-BE49-F238E27FC236}">
                  <a16:creationId xmlns:a16="http://schemas.microsoft.com/office/drawing/2014/main" id="{BF583800-9CD5-2C2E-6E3D-B7A79461A217}"/>
                </a:ext>
              </a:extLst>
            </p:cNvPr>
            <p:cNvSpPr/>
            <p:nvPr/>
          </p:nvSpPr>
          <p:spPr>
            <a:xfrm>
              <a:off x="1144344" y="-298967"/>
              <a:ext cx="289451" cy="162138"/>
            </a:xfrm>
            <a:prstGeom prst="rect">
              <a:avLst/>
            </a:prstGeom>
            <a:solidFill>
              <a:srgbClr val="5F7D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  <p:sp>
          <p:nvSpPr>
            <p:cNvPr id="138" name="직사각형 137">
              <a:extLst>
                <a:ext uri="{FF2B5EF4-FFF2-40B4-BE49-F238E27FC236}">
                  <a16:creationId xmlns:a16="http://schemas.microsoft.com/office/drawing/2014/main" id="{004AB60D-FDDF-2F35-44F5-B58D0D0B5DD2}"/>
                </a:ext>
              </a:extLst>
            </p:cNvPr>
            <p:cNvSpPr/>
            <p:nvPr/>
          </p:nvSpPr>
          <p:spPr>
            <a:xfrm>
              <a:off x="0" y="-305540"/>
              <a:ext cx="289451" cy="162138"/>
            </a:xfrm>
            <a:prstGeom prst="rect">
              <a:avLst/>
            </a:prstGeom>
            <a:solidFill>
              <a:srgbClr val="2F485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</p:grp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78EA8009-33B8-B083-FCEF-1F21DEFAC4C5}"/>
              </a:ext>
            </a:extLst>
          </p:cNvPr>
          <p:cNvSpPr/>
          <p:nvPr/>
        </p:nvSpPr>
        <p:spPr>
          <a:xfrm>
            <a:off x="344488" y="262250"/>
            <a:ext cx="115827" cy="46800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0" fontAlgn="base" latinLnBrk="1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kumimoji="0" lang="ko-KR" altLang="en-US" sz="1400" b="0" i="0" u="none" strike="noStrike" kern="1200" cap="none" spc="-5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sp>
        <p:nvSpPr>
          <p:cNvPr id="140" name="직사각형 139">
            <a:extLst>
              <a:ext uri="{FF2B5EF4-FFF2-40B4-BE49-F238E27FC236}">
                <a16:creationId xmlns:a16="http://schemas.microsoft.com/office/drawing/2014/main" id="{9BB8C6E7-B471-3A42-AB49-969C9F176408}"/>
              </a:ext>
            </a:extLst>
          </p:cNvPr>
          <p:cNvSpPr/>
          <p:nvPr/>
        </p:nvSpPr>
        <p:spPr>
          <a:xfrm>
            <a:off x="498248" y="262250"/>
            <a:ext cx="1124475" cy="468000"/>
          </a:xfrm>
          <a:prstGeom prst="rect">
            <a:avLst/>
          </a:prstGeom>
          <a:solidFill>
            <a:srgbClr val="1E49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buNone/>
              <a:defRPr/>
            </a:pPr>
            <a:r>
              <a:rPr lang="ko-KR" altLang="en-US" sz="1400" spc="-50" dirty="0">
                <a:solidFill>
                  <a:prstClr val="white"/>
                </a:solidFill>
                <a:latin typeface="페이퍼로지 6 SemiBold" pitchFamily="2" charset="-127"/>
                <a:ea typeface="페이퍼로지 6 SemiBold" pitchFamily="2" charset="-127"/>
              </a:rPr>
              <a:t>활성화 방안</a:t>
            </a:r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499AE76C-AF75-ABAC-6952-14DFE839A1C4}"/>
              </a:ext>
            </a:extLst>
          </p:cNvPr>
          <p:cNvGrpSpPr/>
          <p:nvPr/>
        </p:nvGrpSpPr>
        <p:grpSpPr>
          <a:xfrm>
            <a:off x="345565" y="1538206"/>
            <a:ext cx="2960274" cy="337187"/>
            <a:chOff x="346112" y="1538206"/>
            <a:chExt cx="4462426" cy="337187"/>
          </a:xfrm>
        </p:grpSpPr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6B9CFC20-9EDB-215F-3EAD-02617C37D30C}"/>
                </a:ext>
              </a:extLst>
            </p:cNvPr>
            <p:cNvCxnSpPr>
              <a:cxnSpLocks/>
            </p:cNvCxnSpPr>
            <p:nvPr/>
          </p:nvCxnSpPr>
          <p:spPr>
            <a:xfrm>
              <a:off x="346113" y="1875393"/>
              <a:ext cx="4462425" cy="0"/>
            </a:xfrm>
            <a:prstGeom prst="line">
              <a:avLst/>
            </a:prstGeom>
            <a:ln w="28575">
              <a:solidFill>
                <a:srgbClr val="00338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텍스트 개체 틀 1">
              <a:extLst>
                <a:ext uri="{FF2B5EF4-FFF2-40B4-BE49-F238E27FC236}">
                  <a16:creationId xmlns:a16="http://schemas.microsoft.com/office/drawing/2014/main" id="{C916D938-B066-31ED-C496-5883A73EEE74}"/>
                </a:ext>
              </a:extLst>
            </p:cNvPr>
            <p:cNvSpPr txBox="1">
              <a:spLocks/>
            </p:cNvSpPr>
            <p:nvPr/>
          </p:nvSpPr>
          <p:spPr>
            <a:xfrm>
              <a:off x="346112" y="1538206"/>
              <a:ext cx="4462426" cy="335599"/>
            </a:xfrm>
            <a:prstGeom prst="rect">
              <a:avLst/>
            </a:prstGeom>
          </p:spPr>
          <p:txBody>
            <a:bodyPr vert="horz" lIns="91440" tIns="45720" rIns="91440" bIns="45720" rtlCol="0" anchor="t"/>
            <a:lstStyle>
              <a:defPPr>
                <a:defRPr lang="en-US"/>
              </a:defPPr>
              <a:lvl1pPr marL="0" algn="ctr" defTabSz="457200" rtl="0" eaLnBrk="1" latinLnBrk="0" hangingPunct="1">
                <a:defRPr lang="en-US" altLang="ko-KR" sz="813" kern="1200" dirty="0" smtClean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SpoqaHanSans-Bold" panose="020B0800000000000000" pitchFamily="50" charset="-127"/>
                  <a:ea typeface="SpoqaHanSans-Bold" panose="020B0800000000000000" pitchFamily="50" charset="-127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ko-KR" sz="1600" spc="-50" dirty="0">
                  <a:latin typeface="페이퍼로지 5 Medium" pitchFamily="2" charset="-127"/>
                  <a:ea typeface="페이퍼로지 5 Medium" pitchFamily="2" charset="-127"/>
                </a:rPr>
                <a:t>① </a:t>
              </a:r>
              <a:r>
                <a:rPr lang="ko-KR" altLang="en-US" sz="1600" spc="-50" dirty="0">
                  <a:latin typeface="페이퍼로지 5 Medium" pitchFamily="2" charset="-127"/>
                  <a:ea typeface="페이퍼로지 5 Medium" pitchFamily="2" charset="-127"/>
                </a:rPr>
                <a:t>직무 연관성 강화</a:t>
              </a:r>
            </a:p>
          </p:txBody>
        </p: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6AFAE537-2C31-B300-2635-97C25880D33B}"/>
              </a:ext>
            </a:extLst>
          </p:cNvPr>
          <p:cNvGrpSpPr/>
          <p:nvPr/>
        </p:nvGrpSpPr>
        <p:grpSpPr>
          <a:xfrm>
            <a:off x="3498583" y="1538206"/>
            <a:ext cx="2960274" cy="337187"/>
            <a:chOff x="346112" y="1538206"/>
            <a:chExt cx="4462426" cy="337187"/>
          </a:xfrm>
        </p:grpSpPr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AB1C6F0-37DE-08F7-05F6-274EF8ABB109}"/>
                </a:ext>
              </a:extLst>
            </p:cNvPr>
            <p:cNvCxnSpPr>
              <a:cxnSpLocks/>
            </p:cNvCxnSpPr>
            <p:nvPr/>
          </p:nvCxnSpPr>
          <p:spPr>
            <a:xfrm>
              <a:off x="346113" y="1875393"/>
              <a:ext cx="4462425" cy="0"/>
            </a:xfrm>
            <a:prstGeom prst="line">
              <a:avLst/>
            </a:prstGeom>
            <a:ln w="28575">
              <a:solidFill>
                <a:srgbClr val="00338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텍스트 개체 틀 1">
              <a:extLst>
                <a:ext uri="{FF2B5EF4-FFF2-40B4-BE49-F238E27FC236}">
                  <a16:creationId xmlns:a16="http://schemas.microsoft.com/office/drawing/2014/main" id="{509B3365-7B39-024F-D307-AC542824896F}"/>
                </a:ext>
              </a:extLst>
            </p:cNvPr>
            <p:cNvSpPr txBox="1">
              <a:spLocks/>
            </p:cNvSpPr>
            <p:nvPr/>
          </p:nvSpPr>
          <p:spPr>
            <a:xfrm>
              <a:off x="346112" y="1538206"/>
              <a:ext cx="4462426" cy="335599"/>
            </a:xfrm>
            <a:prstGeom prst="rect">
              <a:avLst/>
            </a:prstGeom>
          </p:spPr>
          <p:txBody>
            <a:bodyPr vert="horz" lIns="91440" tIns="45720" rIns="91440" bIns="45720" rtlCol="0" anchor="t"/>
            <a:lstStyle>
              <a:defPPr>
                <a:defRPr lang="en-US"/>
              </a:defPPr>
              <a:lvl1pPr marL="0" algn="ctr" defTabSz="457200" rtl="0" eaLnBrk="1" latinLnBrk="0" hangingPunct="1">
                <a:defRPr lang="en-US" altLang="ko-KR" sz="813" kern="1200" dirty="0" smtClean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SpoqaHanSans-Bold" panose="020B0800000000000000" pitchFamily="50" charset="-127"/>
                  <a:ea typeface="SpoqaHanSans-Bold" panose="020B0800000000000000" pitchFamily="50" charset="-127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ko-KR" sz="1600" spc="-50" dirty="0">
                  <a:latin typeface="페이퍼로지 5 Medium" pitchFamily="2" charset="-127"/>
                  <a:ea typeface="페이퍼로지 5 Medium" pitchFamily="2" charset="-127"/>
                </a:rPr>
                <a:t>② </a:t>
              </a:r>
              <a:r>
                <a:rPr lang="ko-KR" altLang="en-US" sz="1600" spc="-50" dirty="0">
                  <a:latin typeface="페이퍼로지 5 Medium" pitchFamily="2" charset="-127"/>
                  <a:ea typeface="페이퍼로지 5 Medium" pitchFamily="2" charset="-127"/>
                </a:rPr>
                <a:t>학습몰입도 강화</a:t>
              </a:r>
            </a:p>
          </p:txBody>
        </p:sp>
      </p:grp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F63C91F0-145B-9247-3DD9-8E5F861FE8BB}"/>
              </a:ext>
            </a:extLst>
          </p:cNvPr>
          <p:cNvSpPr/>
          <p:nvPr/>
        </p:nvSpPr>
        <p:spPr>
          <a:xfrm>
            <a:off x="622051" y="2809658"/>
            <a:ext cx="2684327" cy="1022113"/>
          </a:xfrm>
          <a:prstGeom prst="rect">
            <a:avLst/>
          </a:prstGeom>
          <a:solidFill>
            <a:schemeClr val="bg1"/>
          </a:solidFill>
          <a:ln>
            <a:solidFill>
              <a:srgbClr val="1E49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85725" indent="-8572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b="1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이론 중심의 강의를 과감히 축소하고</a:t>
            </a:r>
            <a:r>
              <a:rPr lang="en-US" altLang="ko-KR" sz="1200" b="1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, PBL(Problem Based Learning)</a:t>
            </a:r>
            <a:r>
              <a:rPr lang="ko-KR" altLang="en-US" sz="1200" b="1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비중을 대폭 확대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04B40A78-CB81-1B13-DBF5-76143D4ABBC6}"/>
              </a:ext>
            </a:extLst>
          </p:cNvPr>
          <p:cNvSpPr/>
          <p:nvPr/>
        </p:nvSpPr>
        <p:spPr>
          <a:xfrm>
            <a:off x="344488" y="2815720"/>
            <a:ext cx="216534" cy="1017992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현황 및 제언</a:t>
            </a:r>
            <a:endParaRPr lang="en-US" altLang="ko-KR" sz="1100" spc="-5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a고딕15" panose="02020600000000000000" pitchFamily="18" charset="-127"/>
              <a:ea typeface="a고딕15" panose="02020600000000000000" pitchFamily="18" charset="-127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673531F3-B72A-DF4F-C744-A5E2D0C67A25}"/>
              </a:ext>
            </a:extLst>
          </p:cNvPr>
          <p:cNvSpPr/>
          <p:nvPr/>
        </p:nvSpPr>
        <p:spPr>
          <a:xfrm>
            <a:off x="622051" y="3958076"/>
            <a:ext cx="2684327" cy="2458599"/>
          </a:xfrm>
          <a:prstGeom prst="rect">
            <a:avLst/>
          </a:prstGeom>
          <a:solidFill>
            <a:schemeClr val="bg1"/>
          </a:solidFill>
          <a:ln>
            <a:solidFill>
              <a:srgbClr val="1E49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85725" indent="-8572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b="1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교수진이 일방적으로 가르치는 것이 아니라</a:t>
            </a:r>
            <a:r>
              <a:rPr lang="en-US" altLang="ko-KR" sz="1200" b="1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, </a:t>
            </a:r>
            <a:r>
              <a:rPr lang="ko-KR" altLang="en-US" sz="1200" b="1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학생이 자신의 회사 문제를 가져와서 수업 시간에 해결책을 찾아가는 </a:t>
            </a:r>
            <a:r>
              <a:rPr lang="en-US" altLang="ko-KR" sz="1200" b="1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'Bring Your Own Problem'</a:t>
            </a:r>
            <a:r>
              <a:rPr lang="ko-KR" altLang="en-US" sz="1200" b="1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방식의 수업을 도입</a:t>
            </a:r>
            <a:endParaRPr lang="en-US" altLang="ko-KR" sz="1200" b="1" spc="-50" dirty="0">
              <a:ln>
                <a:solidFill>
                  <a:schemeClr val="accent1">
                    <a:lumMod val="50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pPr marL="85725" indent="-8572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b="1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"</a:t>
            </a:r>
            <a:r>
              <a:rPr lang="ko-KR" altLang="en-US" sz="1200" b="1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학교에서 배운 걸로 회사에서 칭찬받았다</a:t>
            </a:r>
            <a:r>
              <a:rPr lang="en-US" altLang="ko-KR" sz="1200" b="1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"</a:t>
            </a:r>
            <a:r>
              <a:rPr lang="ko-KR" altLang="en-US" sz="1200" b="1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는 경험이 최고의 추천 동기</a:t>
            </a:r>
            <a:endParaRPr lang="en-US" altLang="ko-KR" sz="1200" b="1" spc="-50" dirty="0">
              <a:ln>
                <a:solidFill>
                  <a:schemeClr val="accent1">
                    <a:lumMod val="50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5CF8DFB3-1D3D-D9BE-35A0-CB6CC2425EEB}"/>
              </a:ext>
            </a:extLst>
          </p:cNvPr>
          <p:cNvSpPr/>
          <p:nvPr/>
        </p:nvSpPr>
        <p:spPr>
          <a:xfrm>
            <a:off x="344488" y="3967983"/>
            <a:ext cx="216534" cy="2448685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기대효과</a:t>
            </a:r>
            <a:endParaRPr lang="en-US" altLang="ko-KR" sz="1100" spc="-5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a고딕15" panose="02020600000000000000" pitchFamily="18" charset="-127"/>
              <a:ea typeface="a고딕15" panose="02020600000000000000" pitchFamily="18" charset="-127"/>
            </a:endParaRPr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FA8D86DE-B175-ECAC-A6D0-49673EE79F00}"/>
              </a:ext>
            </a:extLst>
          </p:cNvPr>
          <p:cNvGrpSpPr/>
          <p:nvPr/>
        </p:nvGrpSpPr>
        <p:grpSpPr>
          <a:xfrm>
            <a:off x="6601241" y="1538206"/>
            <a:ext cx="2960274" cy="337187"/>
            <a:chOff x="346112" y="1538206"/>
            <a:chExt cx="4462426" cy="337187"/>
          </a:xfrm>
        </p:grpSpPr>
        <p:cxnSp>
          <p:nvCxnSpPr>
            <p:cNvPr id="48" name="직선 연결선 47">
              <a:extLst>
                <a:ext uri="{FF2B5EF4-FFF2-40B4-BE49-F238E27FC236}">
                  <a16:creationId xmlns:a16="http://schemas.microsoft.com/office/drawing/2014/main" id="{47BFDCCF-FF85-2DD4-D8C7-6C6EFA93FF37}"/>
                </a:ext>
              </a:extLst>
            </p:cNvPr>
            <p:cNvCxnSpPr>
              <a:cxnSpLocks/>
            </p:cNvCxnSpPr>
            <p:nvPr/>
          </p:nvCxnSpPr>
          <p:spPr>
            <a:xfrm>
              <a:off x="346113" y="1875393"/>
              <a:ext cx="4462425" cy="0"/>
            </a:xfrm>
            <a:prstGeom prst="line">
              <a:avLst/>
            </a:prstGeom>
            <a:ln w="28575">
              <a:solidFill>
                <a:srgbClr val="00338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텍스트 개체 틀 1">
              <a:extLst>
                <a:ext uri="{FF2B5EF4-FFF2-40B4-BE49-F238E27FC236}">
                  <a16:creationId xmlns:a16="http://schemas.microsoft.com/office/drawing/2014/main" id="{FC6E1C75-2E12-06AA-0EF2-4416FD9DAC0E}"/>
                </a:ext>
              </a:extLst>
            </p:cNvPr>
            <p:cNvSpPr txBox="1">
              <a:spLocks/>
            </p:cNvSpPr>
            <p:nvPr/>
          </p:nvSpPr>
          <p:spPr>
            <a:xfrm>
              <a:off x="346112" y="1538206"/>
              <a:ext cx="4462426" cy="335599"/>
            </a:xfrm>
            <a:prstGeom prst="rect">
              <a:avLst/>
            </a:prstGeom>
          </p:spPr>
          <p:txBody>
            <a:bodyPr vert="horz" lIns="91440" tIns="45720" rIns="91440" bIns="45720" rtlCol="0" anchor="t"/>
            <a:lstStyle>
              <a:defPPr>
                <a:defRPr lang="en-US"/>
              </a:defPPr>
              <a:lvl1pPr marL="0" algn="ctr" defTabSz="457200" rtl="0" eaLnBrk="1" latinLnBrk="0" hangingPunct="1">
                <a:defRPr lang="en-US" altLang="ko-KR" sz="813" kern="1200" dirty="0" smtClean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SpoqaHanSans-Bold" panose="020B0800000000000000" pitchFamily="50" charset="-127"/>
                  <a:ea typeface="SpoqaHanSans-Bold" panose="020B0800000000000000" pitchFamily="50" charset="-127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ko-KR" sz="1600" spc="-50" dirty="0">
                  <a:latin typeface="페이퍼로지 5 Medium" pitchFamily="2" charset="-127"/>
                  <a:ea typeface="페이퍼로지 5 Medium" pitchFamily="2" charset="-127"/>
                </a:rPr>
                <a:t>② </a:t>
              </a:r>
              <a:r>
                <a:rPr lang="ko-KR" altLang="en-US" sz="1600" spc="-50" dirty="0">
                  <a:latin typeface="페이퍼로지 5 Medium" pitchFamily="2" charset="-127"/>
                  <a:ea typeface="페이퍼로지 5 Medium" pitchFamily="2" charset="-127"/>
                </a:rPr>
                <a:t>장학금 전략 개선</a:t>
              </a:r>
            </a:p>
          </p:txBody>
        </p:sp>
      </p:grp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E61440AD-95DC-EBA4-7E70-26774065C884}"/>
              </a:ext>
            </a:extLst>
          </p:cNvPr>
          <p:cNvSpPr/>
          <p:nvPr/>
        </p:nvSpPr>
        <p:spPr>
          <a:xfrm>
            <a:off x="622051" y="1981463"/>
            <a:ext cx="2684327" cy="701890"/>
          </a:xfrm>
          <a:prstGeom prst="rect">
            <a:avLst/>
          </a:prstGeom>
          <a:solidFill>
            <a:schemeClr val="bg1"/>
          </a:solidFill>
          <a:ln>
            <a:solidFill>
              <a:srgbClr val="1E49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85725" indent="-8572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b="1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직무연관성이 높으면 적합도가 낮아도 추천함</a:t>
            </a:r>
            <a:r>
              <a:rPr lang="en-US" altLang="ko-KR" sz="1200" b="1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.</a:t>
            </a:r>
            <a:endParaRPr lang="ko-KR" altLang="en-US" sz="1200" b="1" spc="-50" dirty="0">
              <a:ln>
                <a:solidFill>
                  <a:schemeClr val="accent1">
                    <a:lumMod val="50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182D6278-52B8-BF90-53AC-20F795B77236}"/>
              </a:ext>
            </a:extLst>
          </p:cNvPr>
          <p:cNvSpPr/>
          <p:nvPr/>
        </p:nvSpPr>
        <p:spPr>
          <a:xfrm>
            <a:off x="344488" y="1987524"/>
            <a:ext cx="216534" cy="69906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통계 근거</a:t>
            </a:r>
            <a:endParaRPr lang="en-US" altLang="ko-KR" sz="1100" spc="-5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a고딕15" panose="02020600000000000000" pitchFamily="18" charset="-127"/>
              <a:ea typeface="a고딕15" panose="02020600000000000000" pitchFamily="18" charset="-127"/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5F114A90-A646-1483-C2D0-42F682ABECD1}"/>
              </a:ext>
            </a:extLst>
          </p:cNvPr>
          <p:cNvSpPr/>
          <p:nvPr/>
        </p:nvSpPr>
        <p:spPr>
          <a:xfrm>
            <a:off x="3774530" y="2809658"/>
            <a:ext cx="2684327" cy="1022113"/>
          </a:xfrm>
          <a:prstGeom prst="rect">
            <a:avLst/>
          </a:prstGeom>
          <a:solidFill>
            <a:schemeClr val="bg1"/>
          </a:solidFill>
          <a:ln>
            <a:solidFill>
              <a:srgbClr val="1E49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85725" indent="-8572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b="1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성인 학습자의 특성을 고려하여 참여형</a:t>
            </a:r>
            <a:r>
              <a:rPr lang="en-US" altLang="ko-KR" sz="1200" b="1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·</a:t>
            </a:r>
            <a:r>
              <a:rPr lang="ko-KR" altLang="en-US" sz="1200" b="1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네트워킹형 수업으로 전환 필요</a:t>
            </a: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151BE2EC-CF56-8B90-678C-242CC05BFCDF}"/>
              </a:ext>
            </a:extLst>
          </p:cNvPr>
          <p:cNvSpPr/>
          <p:nvPr/>
        </p:nvSpPr>
        <p:spPr>
          <a:xfrm>
            <a:off x="3496967" y="2815720"/>
            <a:ext cx="216534" cy="1017992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현황 및 제언</a:t>
            </a:r>
            <a:endParaRPr lang="en-US" altLang="ko-KR" sz="1100" spc="-5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a고딕15" panose="02020600000000000000" pitchFamily="18" charset="-127"/>
              <a:ea typeface="a고딕15" panose="02020600000000000000" pitchFamily="18" charset="-127"/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C11724E9-2C29-9DE5-16A0-76FCD0BC27BE}"/>
              </a:ext>
            </a:extLst>
          </p:cNvPr>
          <p:cNvSpPr/>
          <p:nvPr/>
        </p:nvSpPr>
        <p:spPr>
          <a:xfrm>
            <a:off x="3774530" y="3958076"/>
            <a:ext cx="2684327" cy="2458599"/>
          </a:xfrm>
          <a:prstGeom prst="rect">
            <a:avLst/>
          </a:prstGeom>
          <a:solidFill>
            <a:schemeClr val="bg1"/>
          </a:solidFill>
          <a:ln>
            <a:solidFill>
              <a:srgbClr val="1E49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85725" indent="-8572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b="1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단순히 앉아서 듣는 수업은 몰입도를 떨어뜨립니다</a:t>
            </a:r>
            <a:r>
              <a:rPr lang="en-US" altLang="ko-KR" sz="1200" b="1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. </a:t>
            </a:r>
            <a:r>
              <a:rPr lang="ko-KR" altLang="en-US" sz="1200" b="1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워크숍</a:t>
            </a:r>
            <a:r>
              <a:rPr lang="en-US" altLang="ko-KR" sz="1200" b="1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, </a:t>
            </a:r>
            <a:r>
              <a:rPr lang="ko-KR" altLang="en-US" sz="1200" b="1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시뮬레이션 게임</a:t>
            </a:r>
            <a:r>
              <a:rPr lang="en-US" altLang="ko-KR" sz="1200" b="1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, </a:t>
            </a:r>
            <a:r>
              <a:rPr lang="ko-KR" altLang="en-US" sz="1200" b="1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조별 경쟁 프레젠테이션 등 역동적인수업 경험</a:t>
            </a:r>
            <a:r>
              <a:rPr lang="en-US" altLang="ko-KR" sz="1200" b="1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'</a:t>
            </a:r>
            <a:r>
              <a:rPr lang="ko-KR" altLang="en-US" sz="1200" b="1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을 설계</a:t>
            </a:r>
            <a:endParaRPr lang="en-US" altLang="ko-KR" sz="1200" b="1" spc="-50" dirty="0">
              <a:ln>
                <a:solidFill>
                  <a:schemeClr val="accent1">
                    <a:lumMod val="50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pPr marL="85725" indent="-8572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b="1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재미있는 수업은 성향 차이</a:t>
            </a:r>
            <a:r>
              <a:rPr lang="en-US" altLang="ko-KR" sz="1200" b="1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(Fit </a:t>
            </a:r>
            <a:r>
              <a:rPr lang="ko-KR" altLang="en-US" sz="1200" b="1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문제</a:t>
            </a:r>
            <a:r>
              <a:rPr lang="en-US" altLang="ko-KR" sz="1200" b="1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)</a:t>
            </a:r>
            <a:r>
              <a:rPr lang="ko-KR" altLang="en-US" sz="1200" b="1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를 극복하게 만들 수 있음</a:t>
            </a:r>
            <a:r>
              <a:rPr lang="en-US" altLang="ko-KR" sz="1200" b="1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.</a:t>
            </a:r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3E8A873D-D1D7-2DE9-592B-EEED28302C83}"/>
              </a:ext>
            </a:extLst>
          </p:cNvPr>
          <p:cNvSpPr/>
          <p:nvPr/>
        </p:nvSpPr>
        <p:spPr>
          <a:xfrm>
            <a:off x="3496967" y="3967983"/>
            <a:ext cx="216534" cy="2448685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기대효과</a:t>
            </a:r>
            <a:endParaRPr lang="en-US" altLang="ko-KR" sz="1100" spc="-5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a고딕15" panose="02020600000000000000" pitchFamily="18" charset="-127"/>
              <a:ea typeface="a고딕15" panose="02020600000000000000" pitchFamily="18" charset="-127"/>
            </a:endParaRPr>
          </a:p>
        </p:txBody>
      </p:sp>
      <p:sp>
        <p:nvSpPr>
          <p:cNvPr id="97" name="직사각형 96">
            <a:extLst>
              <a:ext uri="{FF2B5EF4-FFF2-40B4-BE49-F238E27FC236}">
                <a16:creationId xmlns:a16="http://schemas.microsoft.com/office/drawing/2014/main" id="{AB940283-9BFB-99C9-E9C9-285E75686C4F}"/>
              </a:ext>
            </a:extLst>
          </p:cNvPr>
          <p:cNvSpPr/>
          <p:nvPr/>
        </p:nvSpPr>
        <p:spPr>
          <a:xfrm>
            <a:off x="3774530" y="1981463"/>
            <a:ext cx="2684327" cy="701890"/>
          </a:xfrm>
          <a:prstGeom prst="rect">
            <a:avLst/>
          </a:prstGeom>
          <a:solidFill>
            <a:schemeClr val="bg1"/>
          </a:solidFill>
          <a:ln>
            <a:solidFill>
              <a:srgbClr val="1E49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85725" indent="-8572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b="1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수업에 몰입하면 적합도가 낮아도 추천함</a:t>
            </a:r>
            <a:r>
              <a:rPr lang="en-US" altLang="ko-KR" sz="1200" b="1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.</a:t>
            </a:r>
            <a:endParaRPr lang="ko-KR" altLang="en-US" sz="1200" b="1" spc="-50" dirty="0">
              <a:ln>
                <a:solidFill>
                  <a:schemeClr val="accent1">
                    <a:lumMod val="50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1F986352-EBB3-0452-CF32-126A2F4C79D9}"/>
              </a:ext>
            </a:extLst>
          </p:cNvPr>
          <p:cNvSpPr/>
          <p:nvPr/>
        </p:nvSpPr>
        <p:spPr>
          <a:xfrm>
            <a:off x="3496967" y="1987524"/>
            <a:ext cx="216534" cy="69906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통계 근거</a:t>
            </a:r>
            <a:endParaRPr lang="en-US" altLang="ko-KR" sz="1100" spc="-5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a고딕15" panose="02020600000000000000" pitchFamily="18" charset="-127"/>
              <a:ea typeface="a고딕15" panose="02020600000000000000" pitchFamily="18" charset="-127"/>
            </a:endParaRPr>
          </a:p>
        </p:txBody>
      </p:sp>
      <p:sp>
        <p:nvSpPr>
          <p:cNvPr id="99" name="직사각형 98">
            <a:extLst>
              <a:ext uri="{FF2B5EF4-FFF2-40B4-BE49-F238E27FC236}">
                <a16:creationId xmlns:a16="http://schemas.microsoft.com/office/drawing/2014/main" id="{47E0019A-E9A9-C418-9B95-55D336178539}"/>
              </a:ext>
            </a:extLst>
          </p:cNvPr>
          <p:cNvSpPr/>
          <p:nvPr/>
        </p:nvSpPr>
        <p:spPr>
          <a:xfrm>
            <a:off x="6877185" y="2809658"/>
            <a:ext cx="2684327" cy="1022113"/>
          </a:xfrm>
          <a:prstGeom prst="rect">
            <a:avLst/>
          </a:prstGeom>
          <a:solidFill>
            <a:schemeClr val="bg1"/>
          </a:solidFill>
          <a:ln>
            <a:solidFill>
              <a:srgbClr val="1E49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85725" indent="-8572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b="1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장학금을 성적 우수자에게만 주지 말고</a:t>
            </a:r>
            <a:r>
              <a:rPr lang="en-US" altLang="ko-KR" sz="1200" b="1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, '</a:t>
            </a:r>
            <a:r>
              <a:rPr lang="ko-KR" altLang="en-US" sz="1200" b="1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추천 유도용</a:t>
            </a:r>
            <a:r>
              <a:rPr lang="en-US" altLang="ko-KR" sz="1200" b="1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'</a:t>
            </a:r>
            <a:r>
              <a:rPr lang="ko-KR" altLang="en-US" sz="1200" b="1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또는 </a:t>
            </a:r>
            <a:r>
              <a:rPr lang="en-US" altLang="ko-KR" sz="1200" b="1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'</a:t>
            </a:r>
            <a:r>
              <a:rPr lang="ko-KR" altLang="en-US" sz="1200" b="1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적응 지원용</a:t>
            </a:r>
            <a:r>
              <a:rPr lang="en-US" altLang="ko-KR" sz="1200" b="1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'</a:t>
            </a:r>
            <a:r>
              <a:rPr lang="ko-KR" altLang="en-US" sz="1200" b="1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으로 전략적으로 활용</a:t>
            </a:r>
          </a:p>
        </p:txBody>
      </p: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68C53995-B771-2104-1987-FCB42F2AF675}"/>
              </a:ext>
            </a:extLst>
          </p:cNvPr>
          <p:cNvSpPr/>
          <p:nvPr/>
        </p:nvSpPr>
        <p:spPr>
          <a:xfrm>
            <a:off x="6599622" y="2815720"/>
            <a:ext cx="216534" cy="1017992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현황 및 제언</a:t>
            </a:r>
            <a:endParaRPr lang="en-US" altLang="ko-KR" sz="1100" spc="-5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a고딕15" panose="02020600000000000000" pitchFamily="18" charset="-127"/>
              <a:ea typeface="a고딕15" panose="02020600000000000000" pitchFamily="18" charset="-127"/>
            </a:endParaRPr>
          </a:p>
        </p:txBody>
      </p:sp>
      <p:sp>
        <p:nvSpPr>
          <p:cNvPr id="101" name="직사각형 100">
            <a:extLst>
              <a:ext uri="{FF2B5EF4-FFF2-40B4-BE49-F238E27FC236}">
                <a16:creationId xmlns:a16="http://schemas.microsoft.com/office/drawing/2014/main" id="{6CFAC73D-9D46-D690-8353-61C6838EBFCB}"/>
              </a:ext>
            </a:extLst>
          </p:cNvPr>
          <p:cNvSpPr/>
          <p:nvPr/>
        </p:nvSpPr>
        <p:spPr>
          <a:xfrm>
            <a:off x="6877185" y="3958076"/>
            <a:ext cx="2684327" cy="2458599"/>
          </a:xfrm>
          <a:prstGeom prst="rect">
            <a:avLst/>
          </a:prstGeom>
          <a:solidFill>
            <a:schemeClr val="bg1"/>
          </a:solidFill>
          <a:ln>
            <a:solidFill>
              <a:srgbClr val="1E49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85725" indent="-8572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b="1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입학 초기에 적응 어려움을 겪는</a:t>
            </a:r>
            <a:r>
              <a:rPr lang="en-US" altLang="ko-KR" sz="1200" b="1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(</a:t>
            </a:r>
            <a:r>
              <a:rPr lang="ko-KR" altLang="en-US" sz="1200" b="1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적합도가 낮은</a:t>
            </a:r>
            <a:r>
              <a:rPr lang="en-US" altLang="ko-KR" sz="1200" b="1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) </a:t>
            </a:r>
            <a:r>
              <a:rPr lang="ko-KR" altLang="en-US" sz="1200" b="1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학생들을 식별하여 상담과 함께 장학 혜택을 제공하거나</a:t>
            </a:r>
            <a:r>
              <a:rPr lang="en-US" altLang="ko-KR" sz="1200" b="1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, </a:t>
            </a:r>
            <a:r>
              <a:rPr lang="ko-KR" altLang="en-US" sz="1200" b="1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지인 추천 시 파격적인 학비 감면 혜택을 주는 장학금 제도 개편 </a:t>
            </a:r>
            <a:endParaRPr lang="en-US" altLang="ko-KR" sz="1200" b="1" spc="-50" dirty="0">
              <a:ln>
                <a:solidFill>
                  <a:schemeClr val="accent1">
                    <a:lumMod val="50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pPr marL="85725" indent="-8572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b="1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이는 불만족을 상쇄하는 가장 확실한 수단으로 작용할 수 있음</a:t>
            </a:r>
            <a:r>
              <a:rPr lang="en-US" altLang="ko-KR" sz="1200" b="1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.</a:t>
            </a:r>
          </a:p>
        </p:txBody>
      </p: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C9862786-BF12-CFDC-F0E1-CD5D14146DA2}"/>
              </a:ext>
            </a:extLst>
          </p:cNvPr>
          <p:cNvSpPr/>
          <p:nvPr/>
        </p:nvSpPr>
        <p:spPr>
          <a:xfrm>
            <a:off x="6599622" y="3967983"/>
            <a:ext cx="216534" cy="2448685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기대효과</a:t>
            </a:r>
            <a:endParaRPr lang="en-US" altLang="ko-KR" sz="1100" spc="-5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a고딕15" panose="02020600000000000000" pitchFamily="18" charset="-127"/>
              <a:ea typeface="a고딕15" panose="02020600000000000000" pitchFamily="18" charset="-127"/>
            </a:endParaRPr>
          </a:p>
        </p:txBody>
      </p:sp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B6E3E02B-A332-08BC-9E84-372CC7D9F4C0}"/>
              </a:ext>
            </a:extLst>
          </p:cNvPr>
          <p:cNvSpPr/>
          <p:nvPr/>
        </p:nvSpPr>
        <p:spPr>
          <a:xfrm>
            <a:off x="6877185" y="1981463"/>
            <a:ext cx="2684327" cy="701890"/>
          </a:xfrm>
          <a:prstGeom prst="rect">
            <a:avLst/>
          </a:prstGeom>
          <a:solidFill>
            <a:schemeClr val="bg1"/>
          </a:solidFill>
          <a:ln>
            <a:solidFill>
              <a:srgbClr val="1E49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85725" indent="-8572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b="1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장학금이 충분하면 적합도가 낮아도 추천함</a:t>
            </a:r>
            <a:r>
              <a:rPr lang="en-US" altLang="ko-KR" sz="1200" b="1" spc="-50" dirty="0">
                <a:ln>
                  <a:solidFill>
                    <a:schemeClr val="accent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.</a:t>
            </a:r>
            <a:endParaRPr lang="ko-KR" altLang="en-US" sz="1200" b="1" spc="-50" dirty="0">
              <a:ln>
                <a:solidFill>
                  <a:schemeClr val="accent1">
                    <a:lumMod val="50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2DCCD1A9-CC2D-66C3-66D6-7F1AC2C815C7}"/>
              </a:ext>
            </a:extLst>
          </p:cNvPr>
          <p:cNvSpPr/>
          <p:nvPr/>
        </p:nvSpPr>
        <p:spPr>
          <a:xfrm>
            <a:off x="6599622" y="1987524"/>
            <a:ext cx="216534" cy="69906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통계 근거</a:t>
            </a:r>
            <a:endParaRPr lang="en-US" altLang="ko-KR" sz="1100" spc="-5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a고딕15" panose="02020600000000000000" pitchFamily="18" charset="-127"/>
              <a:ea typeface="a고딕15" panose="02020600000000000000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18349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35363</TotalTime>
  <Words>2527</Words>
  <Application>Microsoft Office PowerPoint</Application>
  <PresentationFormat>A4 용지(210x297mm)</PresentationFormat>
  <Paragraphs>746</Paragraphs>
  <Slides>16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31" baseType="lpstr">
      <vt:lpstr>a고딕16</vt:lpstr>
      <vt:lpstr>페이퍼로지 6 SemiBold</vt:lpstr>
      <vt:lpstr>Wingdings</vt:lpstr>
      <vt:lpstr>SpoqaHanSans-Bold</vt:lpstr>
      <vt:lpstr>Calibri</vt:lpstr>
      <vt:lpstr>a고딕15</vt:lpstr>
      <vt:lpstr>페이퍼로지 3 Light</vt:lpstr>
      <vt:lpstr>Arial</vt:lpstr>
      <vt:lpstr>페이퍼로지 8 ExtraBold</vt:lpstr>
      <vt:lpstr>a고딕18</vt:lpstr>
      <vt:lpstr>페이퍼로지 4 Regular</vt:lpstr>
      <vt:lpstr>Calibri Light</vt:lpstr>
      <vt:lpstr>페이퍼로지 5 Medium</vt:lpstr>
      <vt:lpstr>a고딕12</vt:lpstr>
      <vt:lpstr>Office 2013 - 2022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배종영</dc:creator>
  <cp:lastModifiedBy>석주 이</cp:lastModifiedBy>
  <cp:revision>2379</cp:revision>
  <cp:lastPrinted>2025-05-24T06:59:43Z</cp:lastPrinted>
  <dcterms:created xsi:type="dcterms:W3CDTF">2020-09-14T09:09:07Z</dcterms:created>
  <dcterms:modified xsi:type="dcterms:W3CDTF">2025-12-12T22:48:08Z</dcterms:modified>
</cp:coreProperties>
</file>