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 id="2147483676" r:id="rId2"/>
  </p:sldMasterIdLst>
  <p:notesMasterIdLst>
    <p:notesMasterId r:id="rId29"/>
  </p:notesMasterIdLst>
  <p:handoutMasterIdLst>
    <p:handoutMasterId r:id="rId30"/>
  </p:handoutMasterIdLst>
  <p:sldIdLst>
    <p:sldId id="360" r:id="rId3"/>
    <p:sldId id="408" r:id="rId4"/>
    <p:sldId id="406" r:id="rId5"/>
    <p:sldId id="442" r:id="rId6"/>
    <p:sldId id="411" r:id="rId7"/>
    <p:sldId id="413" r:id="rId8"/>
    <p:sldId id="414" r:id="rId9"/>
    <p:sldId id="517" r:id="rId10"/>
    <p:sldId id="355" r:id="rId11"/>
    <p:sldId id="503" r:id="rId12"/>
    <p:sldId id="499" r:id="rId13"/>
    <p:sldId id="500" r:id="rId14"/>
    <p:sldId id="501" r:id="rId15"/>
    <p:sldId id="511" r:id="rId16"/>
    <p:sldId id="515" r:id="rId17"/>
    <p:sldId id="502" r:id="rId18"/>
    <p:sldId id="376" r:id="rId19"/>
    <p:sldId id="505" r:id="rId20"/>
    <p:sldId id="506" r:id="rId21"/>
    <p:sldId id="507" r:id="rId22"/>
    <p:sldId id="509" r:id="rId23"/>
    <p:sldId id="518" r:id="rId24"/>
    <p:sldId id="516" r:id="rId25"/>
    <p:sldId id="378" r:id="rId26"/>
    <p:sldId id="472" r:id="rId27"/>
    <p:sldId id="519" r:id="rId28"/>
  </p:sldIdLst>
  <p:sldSz cx="9144000" cy="6858000" type="screen4x3"/>
  <p:notesSz cx="9928225" cy="6669088"/>
  <p:defaultTextStyle>
    <a:defPPr>
      <a:defRPr lang="en-US"/>
    </a:defPPr>
    <a:lvl1pPr algn="l" rtl="0" fontAlgn="base">
      <a:spcBef>
        <a:spcPct val="0"/>
      </a:spcBef>
      <a:spcAft>
        <a:spcPct val="0"/>
      </a:spcAft>
      <a:defRPr sz="2400" b="1" kern="1200">
        <a:solidFill>
          <a:schemeClr val="tx1"/>
        </a:solidFill>
        <a:latin typeface="Times New Roman" pitchFamily="18" charset="0"/>
        <a:ea typeface="+mn-ea"/>
        <a:cs typeface="+mn-cs"/>
      </a:defRPr>
    </a:lvl1pPr>
    <a:lvl2pPr marL="457200" algn="l" rtl="0" fontAlgn="base">
      <a:spcBef>
        <a:spcPct val="0"/>
      </a:spcBef>
      <a:spcAft>
        <a:spcPct val="0"/>
      </a:spcAft>
      <a:defRPr sz="2400" b="1" kern="1200">
        <a:solidFill>
          <a:schemeClr val="tx1"/>
        </a:solidFill>
        <a:latin typeface="Times New Roman" pitchFamily="18" charset="0"/>
        <a:ea typeface="+mn-ea"/>
        <a:cs typeface="+mn-cs"/>
      </a:defRPr>
    </a:lvl2pPr>
    <a:lvl3pPr marL="914400" algn="l" rtl="0" fontAlgn="base">
      <a:spcBef>
        <a:spcPct val="0"/>
      </a:spcBef>
      <a:spcAft>
        <a:spcPct val="0"/>
      </a:spcAft>
      <a:defRPr sz="2400" b="1" kern="1200">
        <a:solidFill>
          <a:schemeClr val="tx1"/>
        </a:solidFill>
        <a:latin typeface="Times New Roman" pitchFamily="18" charset="0"/>
        <a:ea typeface="+mn-ea"/>
        <a:cs typeface="+mn-cs"/>
      </a:defRPr>
    </a:lvl3pPr>
    <a:lvl4pPr marL="1371600" algn="l" rtl="0" fontAlgn="base">
      <a:spcBef>
        <a:spcPct val="0"/>
      </a:spcBef>
      <a:spcAft>
        <a:spcPct val="0"/>
      </a:spcAft>
      <a:defRPr sz="2400" b="1" kern="1200">
        <a:solidFill>
          <a:schemeClr val="tx1"/>
        </a:solidFill>
        <a:latin typeface="Times New Roman" pitchFamily="18" charset="0"/>
        <a:ea typeface="+mn-ea"/>
        <a:cs typeface="+mn-cs"/>
      </a:defRPr>
    </a:lvl4pPr>
    <a:lvl5pPr marL="1828800" algn="l" rtl="0" fontAlgn="base">
      <a:spcBef>
        <a:spcPct val="0"/>
      </a:spcBef>
      <a:spcAft>
        <a:spcPct val="0"/>
      </a:spcAft>
      <a:defRPr sz="2400" b="1" kern="1200">
        <a:solidFill>
          <a:schemeClr val="tx1"/>
        </a:solidFill>
        <a:latin typeface="Times New Roman" pitchFamily="18" charset="0"/>
        <a:ea typeface="+mn-ea"/>
        <a:cs typeface="+mn-cs"/>
      </a:defRPr>
    </a:lvl5pPr>
    <a:lvl6pPr marL="2286000" algn="l" defTabSz="914400" rtl="0" eaLnBrk="1" latinLnBrk="1" hangingPunct="1">
      <a:defRPr sz="2400" b="1" kern="1200">
        <a:solidFill>
          <a:schemeClr val="tx1"/>
        </a:solidFill>
        <a:latin typeface="Times New Roman" pitchFamily="18" charset="0"/>
        <a:ea typeface="+mn-ea"/>
        <a:cs typeface="+mn-cs"/>
      </a:defRPr>
    </a:lvl6pPr>
    <a:lvl7pPr marL="2743200" algn="l" defTabSz="914400" rtl="0" eaLnBrk="1" latinLnBrk="1" hangingPunct="1">
      <a:defRPr sz="2400" b="1" kern="1200">
        <a:solidFill>
          <a:schemeClr val="tx1"/>
        </a:solidFill>
        <a:latin typeface="Times New Roman" pitchFamily="18" charset="0"/>
        <a:ea typeface="+mn-ea"/>
        <a:cs typeface="+mn-cs"/>
      </a:defRPr>
    </a:lvl7pPr>
    <a:lvl8pPr marL="3200400" algn="l" defTabSz="914400" rtl="0" eaLnBrk="1" latinLnBrk="1" hangingPunct="1">
      <a:defRPr sz="2400" b="1" kern="1200">
        <a:solidFill>
          <a:schemeClr val="tx1"/>
        </a:solidFill>
        <a:latin typeface="Times New Roman" pitchFamily="18" charset="0"/>
        <a:ea typeface="+mn-ea"/>
        <a:cs typeface="+mn-cs"/>
      </a:defRPr>
    </a:lvl8pPr>
    <a:lvl9pPr marL="3657600" algn="l" defTabSz="914400" rtl="0" eaLnBrk="1" latinLnBrk="1" hangingPunct="1">
      <a:defRPr sz="2400" b="1"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66"/>
    <a:srgbClr val="FF00FF"/>
    <a:srgbClr val="1C1C1C"/>
    <a:srgbClr val="00FFFF"/>
    <a:srgbClr val="B1E2FB"/>
    <a:srgbClr val="009900"/>
    <a:srgbClr val="FFFF00"/>
    <a:srgbClr val="3AEA5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344" autoAdjust="0"/>
    <p:restoredTop sz="90985" autoAdjust="0"/>
  </p:normalViewPr>
  <p:slideViewPr>
    <p:cSldViewPr>
      <p:cViewPr varScale="1">
        <p:scale>
          <a:sx n="76" d="100"/>
          <a:sy n="76" d="100"/>
        </p:scale>
        <p:origin x="1088" y="44"/>
      </p:cViewPr>
      <p:guideLst>
        <p:guide orient="horz" pos="2160"/>
        <p:guide pos="2880"/>
      </p:guideLst>
    </p:cSldViewPr>
  </p:slideViewPr>
  <p:outlineViewPr>
    <p:cViewPr>
      <p:scale>
        <a:sx n="33" d="100"/>
        <a:sy n="33" d="100"/>
      </p:scale>
      <p:origin x="0" y="10698"/>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handoutMaster" Target="handoutMasters/handoutMaster1.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8610" name="Rectangle 2"/>
          <p:cNvSpPr>
            <a:spLocks noGrp="1" noChangeArrowheads="1"/>
          </p:cNvSpPr>
          <p:nvPr>
            <p:ph type="hdr" sz="quarter"/>
          </p:nvPr>
        </p:nvSpPr>
        <p:spPr bwMode="auto">
          <a:xfrm>
            <a:off x="0" y="0"/>
            <a:ext cx="4302231" cy="33345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ea typeface="굴림" pitchFamily="50" charset="-127"/>
              </a:defRPr>
            </a:lvl1pPr>
          </a:lstStyle>
          <a:p>
            <a:pPr>
              <a:defRPr/>
            </a:pPr>
            <a:endParaRPr lang="ko-KR" altLang="en-US"/>
          </a:p>
        </p:txBody>
      </p:sp>
      <p:sp>
        <p:nvSpPr>
          <p:cNvPr id="68611" name="Rectangle 3"/>
          <p:cNvSpPr>
            <a:spLocks noGrp="1" noChangeArrowheads="1"/>
          </p:cNvSpPr>
          <p:nvPr>
            <p:ph type="dt" sz="quarter" idx="1"/>
          </p:nvPr>
        </p:nvSpPr>
        <p:spPr bwMode="auto">
          <a:xfrm>
            <a:off x="5625994" y="0"/>
            <a:ext cx="4302231" cy="33345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굴림" pitchFamily="50" charset="-127"/>
              </a:defRPr>
            </a:lvl1pPr>
          </a:lstStyle>
          <a:p>
            <a:pPr>
              <a:defRPr/>
            </a:pPr>
            <a:endParaRPr lang="ko-KR" altLang="en-US"/>
          </a:p>
        </p:txBody>
      </p:sp>
      <p:sp>
        <p:nvSpPr>
          <p:cNvPr id="68612" name="Rectangle 4"/>
          <p:cNvSpPr>
            <a:spLocks noGrp="1" noChangeArrowheads="1"/>
          </p:cNvSpPr>
          <p:nvPr>
            <p:ph type="ftr" sz="quarter" idx="2"/>
          </p:nvPr>
        </p:nvSpPr>
        <p:spPr bwMode="auto">
          <a:xfrm>
            <a:off x="0" y="6335634"/>
            <a:ext cx="4302231" cy="333454"/>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ea typeface="굴림" pitchFamily="50" charset="-127"/>
              </a:defRPr>
            </a:lvl1pPr>
          </a:lstStyle>
          <a:p>
            <a:pPr>
              <a:defRPr/>
            </a:pPr>
            <a:endParaRPr lang="ko-KR" altLang="en-US"/>
          </a:p>
        </p:txBody>
      </p:sp>
      <p:sp>
        <p:nvSpPr>
          <p:cNvPr id="68613" name="Rectangle 5"/>
          <p:cNvSpPr>
            <a:spLocks noGrp="1" noChangeArrowheads="1"/>
          </p:cNvSpPr>
          <p:nvPr>
            <p:ph type="sldNum" sz="quarter" idx="3"/>
          </p:nvPr>
        </p:nvSpPr>
        <p:spPr bwMode="auto">
          <a:xfrm>
            <a:off x="5625994" y="6335634"/>
            <a:ext cx="4302231" cy="333454"/>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ea typeface="굴림" pitchFamily="50" charset="-127"/>
              </a:defRPr>
            </a:lvl1pPr>
          </a:lstStyle>
          <a:p>
            <a:pPr>
              <a:defRPr/>
            </a:pPr>
            <a:fld id="{3A8CDFD5-8FEE-4B6C-B337-5A582A951B37}" type="slidenum">
              <a:rPr lang="ko-KR" altLang="en-US"/>
              <a:pPr>
                <a:defRPr/>
              </a:pPr>
              <a:t>‹#›</a:t>
            </a:fld>
            <a:endParaRPr lang="ko-KR" altLang="en-US"/>
          </a:p>
        </p:txBody>
      </p:sp>
    </p:spTree>
    <p:extLst>
      <p:ext uri="{BB962C8B-B14F-4D97-AF65-F5344CB8AC3E}">
        <p14:creationId xmlns:p14="http://schemas.microsoft.com/office/powerpoint/2010/main" val="139950055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02125" cy="3333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622925" y="0"/>
            <a:ext cx="4303713" cy="333375"/>
          </a:xfrm>
          <a:prstGeom prst="rect">
            <a:avLst/>
          </a:prstGeom>
        </p:spPr>
        <p:txBody>
          <a:bodyPr vert="horz" lIns="91440" tIns="45720" rIns="91440" bIns="45720" rtlCol="0"/>
          <a:lstStyle>
            <a:lvl1pPr algn="r">
              <a:defRPr sz="1200"/>
            </a:lvl1pPr>
          </a:lstStyle>
          <a:p>
            <a:fld id="{8EDC00E7-662E-424B-9D6A-416C830FA6D2}" type="datetimeFigureOut">
              <a:rPr lang="en-US" smtClean="0"/>
              <a:pPr/>
              <a:t>3/17/2024</a:t>
            </a:fld>
            <a:endParaRPr lang="en-US"/>
          </a:p>
        </p:txBody>
      </p:sp>
      <p:sp>
        <p:nvSpPr>
          <p:cNvPr id="4" name="Slide Image Placeholder 3"/>
          <p:cNvSpPr>
            <a:spLocks noGrp="1" noRot="1" noChangeAspect="1"/>
          </p:cNvSpPr>
          <p:nvPr>
            <p:ph type="sldImg" idx="2"/>
          </p:nvPr>
        </p:nvSpPr>
        <p:spPr>
          <a:xfrm>
            <a:off x="3297238" y="500063"/>
            <a:ext cx="3333750" cy="250031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92188" y="3167063"/>
            <a:ext cx="7943850" cy="300196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334125"/>
            <a:ext cx="4302125" cy="3333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622925" y="6334125"/>
            <a:ext cx="4303713" cy="333375"/>
          </a:xfrm>
          <a:prstGeom prst="rect">
            <a:avLst/>
          </a:prstGeom>
        </p:spPr>
        <p:txBody>
          <a:bodyPr vert="horz" lIns="91440" tIns="45720" rIns="91440" bIns="45720" rtlCol="0" anchor="b"/>
          <a:lstStyle>
            <a:lvl1pPr algn="r">
              <a:defRPr sz="1200"/>
            </a:lvl1pPr>
          </a:lstStyle>
          <a:p>
            <a:fld id="{B4D28D73-C76D-4D0D-85D6-790F2BACC5ED}" type="slidenum">
              <a:rPr lang="en-US" smtClean="0"/>
              <a:pPr/>
              <a:t>‹#›</a:t>
            </a:fld>
            <a:endParaRPr lang="en-US"/>
          </a:p>
        </p:txBody>
      </p:sp>
    </p:spTree>
    <p:extLst>
      <p:ext uri="{BB962C8B-B14F-4D97-AF65-F5344CB8AC3E}">
        <p14:creationId xmlns:p14="http://schemas.microsoft.com/office/powerpoint/2010/main" val="3124482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B4D28D73-C76D-4D0D-85D6-790F2BACC5ED}" type="slidenum">
              <a:rPr lang="en-US" smtClean="0"/>
              <a:pPr/>
              <a:t>6</a:t>
            </a:fld>
            <a:endParaRPr lang="en-US"/>
          </a:p>
        </p:txBody>
      </p:sp>
    </p:spTree>
    <p:extLst>
      <p:ext uri="{BB962C8B-B14F-4D97-AF65-F5344CB8AC3E}">
        <p14:creationId xmlns:p14="http://schemas.microsoft.com/office/powerpoint/2010/main" val="20866484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B4D28D73-C76D-4D0D-85D6-790F2BACC5ED}" type="slidenum">
              <a:rPr lang="en-US" smtClean="0"/>
              <a:pPr/>
              <a:t>7</a:t>
            </a:fld>
            <a:endParaRPr lang="en-US"/>
          </a:p>
        </p:txBody>
      </p:sp>
    </p:spTree>
    <p:extLst>
      <p:ext uri="{BB962C8B-B14F-4D97-AF65-F5344CB8AC3E}">
        <p14:creationId xmlns:p14="http://schemas.microsoft.com/office/powerpoint/2010/main" val="11917405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B4D28D73-C76D-4D0D-85D6-790F2BACC5ED}" type="slidenum">
              <a:rPr lang="en-US" smtClean="0"/>
              <a:pPr/>
              <a:t>8</a:t>
            </a:fld>
            <a:endParaRPr lang="en-US"/>
          </a:p>
        </p:txBody>
      </p:sp>
    </p:spTree>
    <p:extLst>
      <p:ext uri="{BB962C8B-B14F-4D97-AF65-F5344CB8AC3E}">
        <p14:creationId xmlns:p14="http://schemas.microsoft.com/office/powerpoint/2010/main" val="2366219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D28D73-C76D-4D0D-85D6-790F2BACC5ED}" type="slidenum">
              <a:rPr lang="en-US" smtClean="0"/>
              <a:pPr/>
              <a:t>23</a:t>
            </a:fld>
            <a:endParaRPr lang="en-US"/>
          </a:p>
        </p:txBody>
      </p:sp>
    </p:spTree>
    <p:extLst>
      <p:ext uri="{BB962C8B-B14F-4D97-AF65-F5344CB8AC3E}">
        <p14:creationId xmlns:p14="http://schemas.microsoft.com/office/powerpoint/2010/main" val="38974047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2.bin"/><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3.bin"/><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4.bin"/><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5.bin"/><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6.bin"/><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7.bin"/><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8.bin"/><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9.bin"/><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10.bin"/><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11.bin"/><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12.bin"/><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14.bin"/><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15.bin"/><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16.bin"/><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17.bin"/><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18.bin"/><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19.bin"/><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20.bin"/><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21.bin"/><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22.bin"/><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23.bin"/><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24.bin"/><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aphicFrame>
        <p:nvGraphicFramePr>
          <p:cNvPr id="4" name="Object 2"/>
          <p:cNvGraphicFramePr>
            <a:graphicFrameLocks noChangeAspect="1"/>
          </p:cNvGraphicFramePr>
          <p:nvPr/>
        </p:nvGraphicFramePr>
        <p:xfrm>
          <a:off x="0" y="2371725"/>
          <a:ext cx="9144000" cy="4486275"/>
        </p:xfrm>
        <a:graphic>
          <a:graphicData uri="http://schemas.openxmlformats.org/presentationml/2006/ole">
            <mc:AlternateContent xmlns:mc="http://schemas.openxmlformats.org/markup-compatibility/2006">
              <mc:Choice xmlns:v="urn:schemas-microsoft-com:vml" Requires="v">
                <p:oleObj name="Image" r:id="rId2" imgW="10438095" imgH="5980952" progId="">
                  <p:embed/>
                </p:oleObj>
              </mc:Choice>
              <mc:Fallback>
                <p:oleObj name="Image" r:id="rId2" imgW="10438095" imgH="5980952" progId="">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2371725"/>
                        <a:ext cx="9144000"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 Box 14"/>
          <p:cNvSpPr txBox="1">
            <a:spLocks noChangeArrowheads="1"/>
          </p:cNvSpPr>
          <p:nvPr/>
        </p:nvSpPr>
        <p:spPr bwMode="auto">
          <a:xfrm>
            <a:off x="381000" y="304800"/>
            <a:ext cx="1079500" cy="396875"/>
          </a:xfrm>
          <a:prstGeom prst="rect">
            <a:avLst/>
          </a:prstGeom>
          <a:noFill/>
          <a:ln w="9525">
            <a:noFill/>
            <a:miter lim="800000"/>
            <a:headEnd/>
            <a:tailEnd/>
          </a:ln>
          <a:effectLst/>
        </p:spPr>
        <p:txBody>
          <a:bodyPr>
            <a:spAutoFit/>
          </a:bodyPr>
          <a:lstStyle/>
          <a:p>
            <a:pPr>
              <a:defRPr/>
            </a:pPr>
            <a:r>
              <a:rPr lang="en-US" altLang="ko-KR" sz="2000">
                <a:latin typeface="Verdana" pitchFamily="34" charset="0"/>
                <a:ea typeface="굴림" charset="-127"/>
              </a:rPr>
              <a:t>LOGO</a:t>
            </a:r>
          </a:p>
        </p:txBody>
      </p:sp>
      <p:sp>
        <p:nvSpPr>
          <p:cNvPr id="6" name="Rectangle 18"/>
          <p:cNvSpPr>
            <a:spLocks noChangeArrowheads="1"/>
          </p:cNvSpPr>
          <p:nvPr/>
        </p:nvSpPr>
        <p:spPr bwMode="gray">
          <a:xfrm>
            <a:off x="0" y="23495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aphicFrame>
        <p:nvGraphicFramePr>
          <p:cNvPr id="4" name="Object 2"/>
          <p:cNvGraphicFramePr>
            <a:graphicFrameLocks noChangeAspect="1"/>
          </p:cNvGraphicFramePr>
          <p:nvPr/>
        </p:nvGraphicFramePr>
        <p:xfrm>
          <a:off x="0" y="2371725"/>
          <a:ext cx="9144000" cy="4486275"/>
        </p:xfrm>
        <a:graphic>
          <a:graphicData uri="http://schemas.openxmlformats.org/presentationml/2006/ole">
            <mc:AlternateContent xmlns:mc="http://schemas.openxmlformats.org/markup-compatibility/2006">
              <mc:Choice xmlns:v="urn:schemas-microsoft-com:vml" Requires="v">
                <p:oleObj name="Image" r:id="rId2" imgW="10438095" imgH="5980952" progId="">
                  <p:embed/>
                </p:oleObj>
              </mc:Choice>
              <mc:Fallback>
                <p:oleObj name="Image" r:id="rId2" imgW="10438095" imgH="5980952" progId="">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2371725"/>
                        <a:ext cx="9144000"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 Box 14"/>
          <p:cNvSpPr txBox="1">
            <a:spLocks noChangeArrowheads="1"/>
          </p:cNvSpPr>
          <p:nvPr/>
        </p:nvSpPr>
        <p:spPr bwMode="auto">
          <a:xfrm>
            <a:off x="381000" y="304800"/>
            <a:ext cx="1079500" cy="396875"/>
          </a:xfrm>
          <a:prstGeom prst="rect">
            <a:avLst/>
          </a:prstGeom>
          <a:noFill/>
          <a:ln w="9525">
            <a:noFill/>
            <a:miter lim="800000"/>
            <a:headEnd/>
            <a:tailEnd/>
          </a:ln>
          <a:effectLst/>
        </p:spPr>
        <p:txBody>
          <a:bodyPr>
            <a:spAutoFit/>
          </a:bodyPr>
          <a:lstStyle/>
          <a:p>
            <a:pPr>
              <a:defRPr/>
            </a:pPr>
            <a:r>
              <a:rPr lang="en-US" altLang="ko-KR" sz="2000">
                <a:latin typeface="Verdana" pitchFamily="34" charset="0"/>
                <a:ea typeface="굴림" charset="-127"/>
              </a:rPr>
              <a:t>LOGO</a:t>
            </a:r>
          </a:p>
        </p:txBody>
      </p:sp>
      <p:sp>
        <p:nvSpPr>
          <p:cNvPr id="6" name="Rectangle 18"/>
          <p:cNvSpPr>
            <a:spLocks noChangeArrowheads="1"/>
          </p:cNvSpPr>
          <p:nvPr/>
        </p:nvSpPr>
        <p:spPr bwMode="gray">
          <a:xfrm>
            <a:off x="0" y="23495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aphicFrame>
        <p:nvGraphicFramePr>
          <p:cNvPr id="4" name="Object 2"/>
          <p:cNvGraphicFramePr>
            <a:graphicFrameLocks noChangeAspect="1"/>
          </p:cNvGraphicFramePr>
          <p:nvPr/>
        </p:nvGraphicFramePr>
        <p:xfrm>
          <a:off x="0" y="2371725"/>
          <a:ext cx="9144000" cy="4486275"/>
        </p:xfrm>
        <a:graphic>
          <a:graphicData uri="http://schemas.openxmlformats.org/presentationml/2006/ole">
            <mc:AlternateContent xmlns:mc="http://schemas.openxmlformats.org/markup-compatibility/2006">
              <mc:Choice xmlns:v="urn:schemas-microsoft-com:vml" Requires="v">
                <p:oleObj name="Image" r:id="rId2" imgW="10438095" imgH="5980952" progId="">
                  <p:embed/>
                </p:oleObj>
              </mc:Choice>
              <mc:Fallback>
                <p:oleObj name="Image" r:id="rId2" imgW="10438095" imgH="5980952" progId="">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2371725"/>
                        <a:ext cx="9144000"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 Box 14"/>
          <p:cNvSpPr txBox="1">
            <a:spLocks noChangeArrowheads="1"/>
          </p:cNvSpPr>
          <p:nvPr/>
        </p:nvSpPr>
        <p:spPr bwMode="auto">
          <a:xfrm>
            <a:off x="381000" y="304800"/>
            <a:ext cx="1079500" cy="396875"/>
          </a:xfrm>
          <a:prstGeom prst="rect">
            <a:avLst/>
          </a:prstGeom>
          <a:noFill/>
          <a:ln w="9525">
            <a:noFill/>
            <a:miter lim="800000"/>
            <a:headEnd/>
            <a:tailEnd/>
          </a:ln>
          <a:effectLst/>
        </p:spPr>
        <p:txBody>
          <a:bodyPr>
            <a:spAutoFit/>
          </a:bodyPr>
          <a:lstStyle/>
          <a:p>
            <a:pPr>
              <a:defRPr/>
            </a:pPr>
            <a:r>
              <a:rPr lang="en-US" altLang="ko-KR" sz="2000">
                <a:latin typeface="Verdana" pitchFamily="34" charset="0"/>
                <a:ea typeface="굴림" charset="-127"/>
              </a:rPr>
              <a:t>LOGO</a:t>
            </a:r>
          </a:p>
        </p:txBody>
      </p:sp>
      <p:sp>
        <p:nvSpPr>
          <p:cNvPr id="6" name="Rectangle 18"/>
          <p:cNvSpPr>
            <a:spLocks noChangeArrowheads="1"/>
          </p:cNvSpPr>
          <p:nvPr/>
        </p:nvSpPr>
        <p:spPr bwMode="gray">
          <a:xfrm>
            <a:off x="0" y="23495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aphicFrame>
        <p:nvGraphicFramePr>
          <p:cNvPr id="5" name="Object 2"/>
          <p:cNvGraphicFramePr>
            <a:graphicFrameLocks noChangeAspect="1"/>
          </p:cNvGraphicFramePr>
          <p:nvPr/>
        </p:nvGraphicFramePr>
        <p:xfrm>
          <a:off x="0" y="2371725"/>
          <a:ext cx="9144000" cy="4486275"/>
        </p:xfrm>
        <a:graphic>
          <a:graphicData uri="http://schemas.openxmlformats.org/presentationml/2006/ole">
            <mc:AlternateContent xmlns:mc="http://schemas.openxmlformats.org/markup-compatibility/2006">
              <mc:Choice xmlns:v="urn:schemas-microsoft-com:vml" Requires="v">
                <p:oleObj name="Image" r:id="rId2" imgW="10438095" imgH="5980952" progId="">
                  <p:embed/>
                </p:oleObj>
              </mc:Choice>
              <mc:Fallback>
                <p:oleObj name="Image" r:id="rId2" imgW="10438095" imgH="5980952" progId="">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2371725"/>
                        <a:ext cx="9144000"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Text Box 14"/>
          <p:cNvSpPr txBox="1">
            <a:spLocks noChangeArrowheads="1"/>
          </p:cNvSpPr>
          <p:nvPr/>
        </p:nvSpPr>
        <p:spPr bwMode="auto">
          <a:xfrm>
            <a:off x="381000" y="304800"/>
            <a:ext cx="1079500" cy="396875"/>
          </a:xfrm>
          <a:prstGeom prst="rect">
            <a:avLst/>
          </a:prstGeom>
          <a:noFill/>
          <a:ln w="9525">
            <a:noFill/>
            <a:miter lim="800000"/>
            <a:headEnd/>
            <a:tailEnd/>
          </a:ln>
          <a:effectLst/>
        </p:spPr>
        <p:txBody>
          <a:bodyPr>
            <a:spAutoFit/>
          </a:bodyPr>
          <a:lstStyle/>
          <a:p>
            <a:pPr>
              <a:defRPr/>
            </a:pPr>
            <a:r>
              <a:rPr lang="en-US" altLang="ko-KR" sz="2000">
                <a:latin typeface="Verdana" pitchFamily="34" charset="0"/>
                <a:ea typeface="굴림" charset="-127"/>
              </a:rPr>
              <a:t>LOGO</a:t>
            </a:r>
          </a:p>
        </p:txBody>
      </p:sp>
      <p:sp>
        <p:nvSpPr>
          <p:cNvPr id="7" name="Rectangle 18"/>
          <p:cNvSpPr>
            <a:spLocks noChangeArrowheads="1"/>
          </p:cNvSpPr>
          <p:nvPr/>
        </p:nvSpPr>
        <p:spPr bwMode="gray">
          <a:xfrm>
            <a:off x="0" y="23495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71600"/>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71600"/>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aphicFrame>
        <p:nvGraphicFramePr>
          <p:cNvPr id="7" name="Object 2"/>
          <p:cNvGraphicFramePr>
            <a:graphicFrameLocks noChangeAspect="1"/>
          </p:cNvGraphicFramePr>
          <p:nvPr/>
        </p:nvGraphicFramePr>
        <p:xfrm>
          <a:off x="0" y="2371725"/>
          <a:ext cx="9144000" cy="4486275"/>
        </p:xfrm>
        <a:graphic>
          <a:graphicData uri="http://schemas.openxmlformats.org/presentationml/2006/ole">
            <mc:AlternateContent xmlns:mc="http://schemas.openxmlformats.org/markup-compatibility/2006">
              <mc:Choice xmlns:v="urn:schemas-microsoft-com:vml" Requires="v">
                <p:oleObj name="Image" r:id="rId2" imgW="10438095" imgH="5980952" progId="">
                  <p:embed/>
                </p:oleObj>
              </mc:Choice>
              <mc:Fallback>
                <p:oleObj name="Image" r:id="rId2" imgW="10438095" imgH="5980952" progId="">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2371725"/>
                        <a:ext cx="9144000"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Text Box 14"/>
          <p:cNvSpPr txBox="1">
            <a:spLocks noChangeArrowheads="1"/>
          </p:cNvSpPr>
          <p:nvPr/>
        </p:nvSpPr>
        <p:spPr bwMode="auto">
          <a:xfrm>
            <a:off x="381000" y="304800"/>
            <a:ext cx="1079500" cy="396875"/>
          </a:xfrm>
          <a:prstGeom prst="rect">
            <a:avLst/>
          </a:prstGeom>
          <a:noFill/>
          <a:ln w="9525">
            <a:noFill/>
            <a:miter lim="800000"/>
            <a:headEnd/>
            <a:tailEnd/>
          </a:ln>
          <a:effectLst/>
        </p:spPr>
        <p:txBody>
          <a:bodyPr>
            <a:spAutoFit/>
          </a:bodyPr>
          <a:lstStyle/>
          <a:p>
            <a:pPr>
              <a:defRPr/>
            </a:pPr>
            <a:r>
              <a:rPr lang="en-US" altLang="ko-KR" sz="2000">
                <a:latin typeface="Verdana" pitchFamily="34" charset="0"/>
                <a:ea typeface="굴림" charset="-127"/>
              </a:rPr>
              <a:t>LOGO</a:t>
            </a:r>
          </a:p>
        </p:txBody>
      </p:sp>
      <p:sp>
        <p:nvSpPr>
          <p:cNvPr id="9" name="Rectangle 18"/>
          <p:cNvSpPr>
            <a:spLocks noChangeArrowheads="1"/>
          </p:cNvSpPr>
          <p:nvPr/>
        </p:nvSpPr>
        <p:spPr bwMode="gray">
          <a:xfrm>
            <a:off x="0" y="23495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aphicFrame>
        <p:nvGraphicFramePr>
          <p:cNvPr id="3" name="Object 2"/>
          <p:cNvGraphicFramePr>
            <a:graphicFrameLocks noChangeAspect="1"/>
          </p:cNvGraphicFramePr>
          <p:nvPr/>
        </p:nvGraphicFramePr>
        <p:xfrm>
          <a:off x="0" y="2371725"/>
          <a:ext cx="9144000" cy="4486275"/>
        </p:xfrm>
        <a:graphic>
          <a:graphicData uri="http://schemas.openxmlformats.org/presentationml/2006/ole">
            <mc:AlternateContent xmlns:mc="http://schemas.openxmlformats.org/markup-compatibility/2006">
              <mc:Choice xmlns:v="urn:schemas-microsoft-com:vml" Requires="v">
                <p:oleObj name="Image" r:id="rId2" imgW="10438095" imgH="5980952" progId="">
                  <p:embed/>
                </p:oleObj>
              </mc:Choice>
              <mc:Fallback>
                <p:oleObj name="Image" r:id="rId2" imgW="10438095" imgH="5980952" progId="">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2371725"/>
                        <a:ext cx="9144000"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Text Box 14"/>
          <p:cNvSpPr txBox="1">
            <a:spLocks noChangeArrowheads="1"/>
          </p:cNvSpPr>
          <p:nvPr/>
        </p:nvSpPr>
        <p:spPr bwMode="auto">
          <a:xfrm>
            <a:off x="381000" y="304800"/>
            <a:ext cx="1079500" cy="396875"/>
          </a:xfrm>
          <a:prstGeom prst="rect">
            <a:avLst/>
          </a:prstGeom>
          <a:noFill/>
          <a:ln w="9525">
            <a:noFill/>
            <a:miter lim="800000"/>
            <a:headEnd/>
            <a:tailEnd/>
          </a:ln>
          <a:effectLst/>
        </p:spPr>
        <p:txBody>
          <a:bodyPr>
            <a:spAutoFit/>
          </a:bodyPr>
          <a:lstStyle/>
          <a:p>
            <a:pPr>
              <a:defRPr/>
            </a:pPr>
            <a:r>
              <a:rPr lang="en-US" altLang="ko-KR" sz="2000">
                <a:latin typeface="Verdana" pitchFamily="34" charset="0"/>
                <a:ea typeface="굴림" charset="-127"/>
              </a:rPr>
              <a:t>LOGO</a:t>
            </a:r>
          </a:p>
        </p:txBody>
      </p:sp>
      <p:sp>
        <p:nvSpPr>
          <p:cNvPr id="5" name="Rectangle 18"/>
          <p:cNvSpPr>
            <a:spLocks noChangeArrowheads="1"/>
          </p:cNvSpPr>
          <p:nvPr/>
        </p:nvSpPr>
        <p:spPr bwMode="gray">
          <a:xfrm>
            <a:off x="0" y="23495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p:txBody>
          <a:bodyPr/>
          <a:lstStyle/>
          <a:p>
            <a:r>
              <a:rPr lang="en-US"/>
              <a:t>Click to edit Master title style</a:t>
            </a: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aphicFrame>
        <p:nvGraphicFramePr>
          <p:cNvPr id="2" name="Object 2"/>
          <p:cNvGraphicFramePr>
            <a:graphicFrameLocks noChangeAspect="1"/>
          </p:cNvGraphicFramePr>
          <p:nvPr/>
        </p:nvGraphicFramePr>
        <p:xfrm>
          <a:off x="0" y="2371725"/>
          <a:ext cx="9144000" cy="4486275"/>
        </p:xfrm>
        <a:graphic>
          <a:graphicData uri="http://schemas.openxmlformats.org/presentationml/2006/ole">
            <mc:AlternateContent xmlns:mc="http://schemas.openxmlformats.org/markup-compatibility/2006">
              <mc:Choice xmlns:v="urn:schemas-microsoft-com:vml" Requires="v">
                <p:oleObj name="Image" r:id="rId2" imgW="10438095" imgH="5980952" progId="">
                  <p:embed/>
                </p:oleObj>
              </mc:Choice>
              <mc:Fallback>
                <p:oleObj name="Image" r:id="rId2" imgW="10438095" imgH="5980952" progId="">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2371725"/>
                        <a:ext cx="9144000"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Text Box 14"/>
          <p:cNvSpPr txBox="1">
            <a:spLocks noChangeArrowheads="1"/>
          </p:cNvSpPr>
          <p:nvPr/>
        </p:nvSpPr>
        <p:spPr bwMode="auto">
          <a:xfrm>
            <a:off x="381000" y="304800"/>
            <a:ext cx="1079500" cy="396875"/>
          </a:xfrm>
          <a:prstGeom prst="rect">
            <a:avLst/>
          </a:prstGeom>
          <a:noFill/>
          <a:ln w="9525">
            <a:noFill/>
            <a:miter lim="800000"/>
            <a:headEnd/>
            <a:tailEnd/>
          </a:ln>
          <a:effectLst/>
        </p:spPr>
        <p:txBody>
          <a:bodyPr>
            <a:spAutoFit/>
          </a:bodyPr>
          <a:lstStyle/>
          <a:p>
            <a:pPr>
              <a:defRPr/>
            </a:pPr>
            <a:r>
              <a:rPr lang="en-US" altLang="ko-KR" sz="2000">
                <a:latin typeface="Verdana" pitchFamily="34" charset="0"/>
                <a:ea typeface="굴림" charset="-127"/>
              </a:rPr>
              <a:t>LOGO</a:t>
            </a:r>
          </a:p>
        </p:txBody>
      </p:sp>
      <p:sp>
        <p:nvSpPr>
          <p:cNvPr id="4" name="Rectangle 18"/>
          <p:cNvSpPr>
            <a:spLocks noChangeArrowheads="1"/>
          </p:cNvSpPr>
          <p:nvPr/>
        </p:nvSpPr>
        <p:spPr bwMode="gray">
          <a:xfrm>
            <a:off x="0" y="23495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aphicFrame>
        <p:nvGraphicFramePr>
          <p:cNvPr id="5" name="Object 2"/>
          <p:cNvGraphicFramePr>
            <a:graphicFrameLocks noChangeAspect="1"/>
          </p:cNvGraphicFramePr>
          <p:nvPr/>
        </p:nvGraphicFramePr>
        <p:xfrm>
          <a:off x="0" y="2371725"/>
          <a:ext cx="9144000" cy="4486275"/>
        </p:xfrm>
        <a:graphic>
          <a:graphicData uri="http://schemas.openxmlformats.org/presentationml/2006/ole">
            <mc:AlternateContent xmlns:mc="http://schemas.openxmlformats.org/markup-compatibility/2006">
              <mc:Choice xmlns:v="urn:schemas-microsoft-com:vml" Requires="v">
                <p:oleObj name="Image" r:id="rId2" imgW="10438095" imgH="5980952" progId="">
                  <p:embed/>
                </p:oleObj>
              </mc:Choice>
              <mc:Fallback>
                <p:oleObj name="Image" r:id="rId2" imgW="10438095" imgH="5980952" progId="">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2371725"/>
                        <a:ext cx="9144000"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Text Box 14"/>
          <p:cNvSpPr txBox="1">
            <a:spLocks noChangeArrowheads="1"/>
          </p:cNvSpPr>
          <p:nvPr/>
        </p:nvSpPr>
        <p:spPr bwMode="auto">
          <a:xfrm>
            <a:off x="381000" y="304800"/>
            <a:ext cx="1079500" cy="396875"/>
          </a:xfrm>
          <a:prstGeom prst="rect">
            <a:avLst/>
          </a:prstGeom>
          <a:noFill/>
          <a:ln w="9525">
            <a:noFill/>
            <a:miter lim="800000"/>
            <a:headEnd/>
            <a:tailEnd/>
          </a:ln>
          <a:effectLst/>
        </p:spPr>
        <p:txBody>
          <a:bodyPr>
            <a:spAutoFit/>
          </a:bodyPr>
          <a:lstStyle/>
          <a:p>
            <a:pPr>
              <a:defRPr/>
            </a:pPr>
            <a:r>
              <a:rPr lang="en-US" altLang="ko-KR" sz="2000">
                <a:latin typeface="Verdana" pitchFamily="34" charset="0"/>
                <a:ea typeface="굴림" charset="-127"/>
              </a:rPr>
              <a:t>LOGO</a:t>
            </a:r>
          </a:p>
        </p:txBody>
      </p:sp>
      <p:sp>
        <p:nvSpPr>
          <p:cNvPr id="7" name="Rectangle 18"/>
          <p:cNvSpPr>
            <a:spLocks noChangeArrowheads="1"/>
          </p:cNvSpPr>
          <p:nvPr/>
        </p:nvSpPr>
        <p:spPr bwMode="gray">
          <a:xfrm>
            <a:off x="0" y="23495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aphicFrame>
        <p:nvGraphicFramePr>
          <p:cNvPr id="5" name="Object 2"/>
          <p:cNvGraphicFramePr>
            <a:graphicFrameLocks noChangeAspect="1"/>
          </p:cNvGraphicFramePr>
          <p:nvPr/>
        </p:nvGraphicFramePr>
        <p:xfrm>
          <a:off x="0" y="2371725"/>
          <a:ext cx="9144000" cy="4486275"/>
        </p:xfrm>
        <a:graphic>
          <a:graphicData uri="http://schemas.openxmlformats.org/presentationml/2006/ole">
            <mc:AlternateContent xmlns:mc="http://schemas.openxmlformats.org/markup-compatibility/2006">
              <mc:Choice xmlns:v="urn:schemas-microsoft-com:vml" Requires="v">
                <p:oleObj name="Image" r:id="rId2" imgW="10438095" imgH="5980952" progId="">
                  <p:embed/>
                </p:oleObj>
              </mc:Choice>
              <mc:Fallback>
                <p:oleObj name="Image" r:id="rId2" imgW="10438095" imgH="5980952" progId="">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2371725"/>
                        <a:ext cx="9144000"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Text Box 14"/>
          <p:cNvSpPr txBox="1">
            <a:spLocks noChangeArrowheads="1"/>
          </p:cNvSpPr>
          <p:nvPr/>
        </p:nvSpPr>
        <p:spPr bwMode="auto">
          <a:xfrm>
            <a:off x="381000" y="304800"/>
            <a:ext cx="1079500" cy="396875"/>
          </a:xfrm>
          <a:prstGeom prst="rect">
            <a:avLst/>
          </a:prstGeom>
          <a:noFill/>
          <a:ln w="9525">
            <a:noFill/>
            <a:miter lim="800000"/>
            <a:headEnd/>
            <a:tailEnd/>
          </a:ln>
          <a:effectLst/>
        </p:spPr>
        <p:txBody>
          <a:bodyPr>
            <a:spAutoFit/>
          </a:bodyPr>
          <a:lstStyle/>
          <a:p>
            <a:pPr>
              <a:defRPr/>
            </a:pPr>
            <a:r>
              <a:rPr lang="en-US" altLang="ko-KR" sz="2000">
                <a:latin typeface="Verdana" pitchFamily="34" charset="0"/>
                <a:ea typeface="굴림" charset="-127"/>
              </a:rPr>
              <a:t>LOGO</a:t>
            </a:r>
          </a:p>
        </p:txBody>
      </p:sp>
      <p:sp>
        <p:nvSpPr>
          <p:cNvPr id="7" name="Rectangle 18"/>
          <p:cNvSpPr>
            <a:spLocks noChangeArrowheads="1"/>
          </p:cNvSpPr>
          <p:nvPr/>
        </p:nvSpPr>
        <p:spPr bwMode="gray">
          <a:xfrm>
            <a:off x="0" y="23495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aphicFrame>
        <p:nvGraphicFramePr>
          <p:cNvPr id="4" name="Object 2"/>
          <p:cNvGraphicFramePr>
            <a:graphicFrameLocks noChangeAspect="1"/>
          </p:cNvGraphicFramePr>
          <p:nvPr/>
        </p:nvGraphicFramePr>
        <p:xfrm>
          <a:off x="0" y="2371725"/>
          <a:ext cx="9144000" cy="4486275"/>
        </p:xfrm>
        <a:graphic>
          <a:graphicData uri="http://schemas.openxmlformats.org/presentationml/2006/ole">
            <mc:AlternateContent xmlns:mc="http://schemas.openxmlformats.org/markup-compatibility/2006">
              <mc:Choice xmlns:v="urn:schemas-microsoft-com:vml" Requires="v">
                <p:oleObj name="Image" r:id="rId2" imgW="10438095" imgH="5980952" progId="">
                  <p:embed/>
                </p:oleObj>
              </mc:Choice>
              <mc:Fallback>
                <p:oleObj name="Image" r:id="rId2" imgW="10438095" imgH="5980952" progId="">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2371725"/>
                        <a:ext cx="9144000"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 Box 14"/>
          <p:cNvSpPr txBox="1">
            <a:spLocks noChangeArrowheads="1"/>
          </p:cNvSpPr>
          <p:nvPr/>
        </p:nvSpPr>
        <p:spPr bwMode="auto">
          <a:xfrm>
            <a:off x="381000" y="304800"/>
            <a:ext cx="1079500" cy="396875"/>
          </a:xfrm>
          <a:prstGeom prst="rect">
            <a:avLst/>
          </a:prstGeom>
          <a:noFill/>
          <a:ln w="9525">
            <a:noFill/>
            <a:miter lim="800000"/>
            <a:headEnd/>
            <a:tailEnd/>
          </a:ln>
          <a:effectLst/>
        </p:spPr>
        <p:txBody>
          <a:bodyPr>
            <a:spAutoFit/>
          </a:bodyPr>
          <a:lstStyle/>
          <a:p>
            <a:pPr>
              <a:defRPr/>
            </a:pPr>
            <a:r>
              <a:rPr lang="en-US" altLang="ko-KR" sz="2000">
                <a:latin typeface="Verdana" pitchFamily="34" charset="0"/>
                <a:ea typeface="굴림" charset="-127"/>
              </a:rPr>
              <a:t>LOGO</a:t>
            </a:r>
          </a:p>
        </p:txBody>
      </p:sp>
      <p:sp>
        <p:nvSpPr>
          <p:cNvPr id="6" name="Rectangle 18"/>
          <p:cNvSpPr>
            <a:spLocks noChangeArrowheads="1"/>
          </p:cNvSpPr>
          <p:nvPr/>
        </p:nvSpPr>
        <p:spPr bwMode="gray">
          <a:xfrm>
            <a:off x="0" y="23495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aphicFrame>
        <p:nvGraphicFramePr>
          <p:cNvPr id="4" name="Object 2"/>
          <p:cNvGraphicFramePr>
            <a:graphicFrameLocks noChangeAspect="1"/>
          </p:cNvGraphicFramePr>
          <p:nvPr/>
        </p:nvGraphicFramePr>
        <p:xfrm>
          <a:off x="0" y="2371725"/>
          <a:ext cx="9144000" cy="4486275"/>
        </p:xfrm>
        <a:graphic>
          <a:graphicData uri="http://schemas.openxmlformats.org/presentationml/2006/ole">
            <mc:AlternateContent xmlns:mc="http://schemas.openxmlformats.org/markup-compatibility/2006">
              <mc:Choice xmlns:v="urn:schemas-microsoft-com:vml" Requires="v">
                <p:oleObj name="Image" r:id="rId2" imgW="10438095" imgH="5980952" progId="">
                  <p:embed/>
                </p:oleObj>
              </mc:Choice>
              <mc:Fallback>
                <p:oleObj name="Image" r:id="rId2" imgW="10438095" imgH="5980952" progId="">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2371725"/>
                        <a:ext cx="9144000"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 Box 14"/>
          <p:cNvSpPr txBox="1">
            <a:spLocks noChangeArrowheads="1"/>
          </p:cNvSpPr>
          <p:nvPr/>
        </p:nvSpPr>
        <p:spPr bwMode="auto">
          <a:xfrm>
            <a:off x="381000" y="304800"/>
            <a:ext cx="1079500" cy="396875"/>
          </a:xfrm>
          <a:prstGeom prst="rect">
            <a:avLst/>
          </a:prstGeom>
          <a:noFill/>
          <a:ln w="9525">
            <a:noFill/>
            <a:miter lim="800000"/>
            <a:headEnd/>
            <a:tailEnd/>
          </a:ln>
          <a:effectLst/>
        </p:spPr>
        <p:txBody>
          <a:bodyPr>
            <a:spAutoFit/>
          </a:bodyPr>
          <a:lstStyle/>
          <a:p>
            <a:pPr>
              <a:defRPr/>
            </a:pPr>
            <a:r>
              <a:rPr lang="en-US" altLang="ko-KR" sz="2000">
                <a:latin typeface="Verdana" pitchFamily="34" charset="0"/>
                <a:ea typeface="굴림" charset="-127"/>
              </a:rPr>
              <a:t>LOGO</a:t>
            </a:r>
          </a:p>
        </p:txBody>
      </p:sp>
      <p:sp>
        <p:nvSpPr>
          <p:cNvPr id="6" name="Rectangle 18"/>
          <p:cNvSpPr>
            <a:spLocks noChangeArrowheads="1"/>
          </p:cNvSpPr>
          <p:nvPr/>
        </p:nvSpPr>
        <p:spPr bwMode="gray">
          <a:xfrm>
            <a:off x="0" y="23495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Vertical Title 1"/>
          <p:cNvSpPr>
            <a:spLocks noGrp="1"/>
          </p:cNvSpPr>
          <p:nvPr>
            <p:ph type="title" orient="vert"/>
          </p:nvPr>
        </p:nvSpPr>
        <p:spPr>
          <a:xfrm>
            <a:off x="6629400" y="319088"/>
            <a:ext cx="2057400" cy="63007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319088"/>
            <a:ext cx="6019800" cy="63007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aphicFrame>
        <p:nvGraphicFramePr>
          <p:cNvPr id="4" name="Object 15"/>
          <p:cNvGraphicFramePr>
            <a:graphicFrameLocks noChangeAspect="1"/>
          </p:cNvGraphicFramePr>
          <p:nvPr/>
        </p:nvGraphicFramePr>
        <p:xfrm>
          <a:off x="0" y="0"/>
          <a:ext cx="9144000" cy="1062038"/>
        </p:xfrm>
        <a:graphic>
          <a:graphicData uri="http://schemas.openxmlformats.org/presentationml/2006/ole">
            <mc:AlternateContent xmlns:mc="http://schemas.openxmlformats.org/markup-compatibility/2006">
              <mc:Choice xmlns:v="urn:schemas-microsoft-com:vml" Requires="v">
                <p:oleObj name="Image" r:id="rId2" imgW="10387302" imgH="1205924" progId="">
                  <p:embed/>
                </p:oleObj>
              </mc:Choice>
              <mc:Fallback>
                <p:oleObj name="Image" r:id="rId2" imgW="10387302" imgH="1205924" progId="">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0"/>
                        <a:ext cx="9144000" cy="1062038"/>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5" name="Rectangle 16"/>
          <p:cNvSpPr>
            <a:spLocks noChangeArrowheads="1"/>
          </p:cNvSpPr>
          <p:nvPr/>
        </p:nvSpPr>
        <p:spPr bwMode="gray">
          <a:xfrm>
            <a:off x="0" y="10668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6" name="Rectangle 4"/>
          <p:cNvSpPr>
            <a:spLocks noGrp="1" noChangeArrowheads="1"/>
          </p:cNvSpPr>
          <p:nvPr>
            <p:ph type="dt" sz="half" idx="10"/>
          </p:nvPr>
        </p:nvSpPr>
        <p:spPr/>
        <p:txBody>
          <a:bodyPr/>
          <a:lstStyle>
            <a:lvl1pPr>
              <a:defRPr/>
            </a:lvl1pPr>
          </a:lstStyle>
          <a:p>
            <a:pPr>
              <a:defRPr/>
            </a:pPr>
            <a:endParaRPr lang="en-US" altLang="ko-KR"/>
          </a:p>
        </p:txBody>
      </p:sp>
      <p:sp>
        <p:nvSpPr>
          <p:cNvPr id="7" name="Rectangle 5"/>
          <p:cNvSpPr>
            <a:spLocks noGrp="1" noChangeArrowheads="1"/>
          </p:cNvSpPr>
          <p:nvPr>
            <p:ph type="ftr" sz="quarter" idx="11"/>
          </p:nvPr>
        </p:nvSpPr>
        <p:spPr/>
        <p:txBody>
          <a:bodyPr/>
          <a:lstStyle>
            <a:lvl1pPr>
              <a:defRPr/>
            </a:lvl1pPr>
          </a:lstStyle>
          <a:p>
            <a:pPr>
              <a:defRPr/>
            </a:pPr>
            <a:endParaRPr lang="en-US" altLang="ko-KR"/>
          </a:p>
        </p:txBody>
      </p:sp>
      <p:sp>
        <p:nvSpPr>
          <p:cNvPr id="8" name="Rectangle 6"/>
          <p:cNvSpPr>
            <a:spLocks noGrp="1" noChangeArrowheads="1"/>
          </p:cNvSpPr>
          <p:nvPr>
            <p:ph type="sldNum" sz="quarter" idx="12"/>
          </p:nvPr>
        </p:nvSpPr>
        <p:spPr/>
        <p:txBody>
          <a:bodyPr/>
          <a:lstStyle>
            <a:lvl1pPr>
              <a:defRPr/>
            </a:lvl1pPr>
          </a:lstStyle>
          <a:p>
            <a:pPr>
              <a:defRPr/>
            </a:pPr>
            <a:fld id="{AC19050A-58C5-43A3-A3A0-AC5C4FC06C60}" type="slidenum">
              <a:rPr lang="en-US" altLang="ko-KR"/>
              <a:pPr>
                <a:defRPr/>
              </a:pPr>
              <a:t>‹#›</a:t>
            </a:fld>
            <a:endParaRPr lang="en-US" altLang="ko-K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aphicFrame>
        <p:nvGraphicFramePr>
          <p:cNvPr id="4" name="Object 15"/>
          <p:cNvGraphicFramePr>
            <a:graphicFrameLocks noChangeAspect="1"/>
          </p:cNvGraphicFramePr>
          <p:nvPr/>
        </p:nvGraphicFramePr>
        <p:xfrm>
          <a:off x="0" y="0"/>
          <a:ext cx="9144000" cy="1062038"/>
        </p:xfrm>
        <a:graphic>
          <a:graphicData uri="http://schemas.openxmlformats.org/presentationml/2006/ole">
            <mc:AlternateContent xmlns:mc="http://schemas.openxmlformats.org/markup-compatibility/2006">
              <mc:Choice xmlns:v="urn:schemas-microsoft-com:vml" Requires="v">
                <p:oleObj name="Image" r:id="rId2" imgW="10387302" imgH="1205924" progId="">
                  <p:embed/>
                </p:oleObj>
              </mc:Choice>
              <mc:Fallback>
                <p:oleObj name="Image" r:id="rId2" imgW="10387302" imgH="1205924" progId="">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0"/>
                        <a:ext cx="9144000" cy="1062038"/>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5" name="Rectangle 16"/>
          <p:cNvSpPr>
            <a:spLocks noChangeArrowheads="1"/>
          </p:cNvSpPr>
          <p:nvPr/>
        </p:nvSpPr>
        <p:spPr bwMode="gray">
          <a:xfrm>
            <a:off x="0" y="10668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p:txBody>
          <a:bodyPr/>
          <a:lstStyle>
            <a:lvl1pPr>
              <a:defRPr/>
            </a:lvl1pPr>
          </a:lstStyle>
          <a:p>
            <a:pPr>
              <a:defRPr/>
            </a:pPr>
            <a:endParaRPr lang="en-US" altLang="ko-KR"/>
          </a:p>
        </p:txBody>
      </p:sp>
      <p:sp>
        <p:nvSpPr>
          <p:cNvPr id="7" name="Rectangle 5"/>
          <p:cNvSpPr>
            <a:spLocks noGrp="1" noChangeArrowheads="1"/>
          </p:cNvSpPr>
          <p:nvPr>
            <p:ph type="ftr" sz="quarter" idx="11"/>
          </p:nvPr>
        </p:nvSpPr>
        <p:spPr/>
        <p:txBody>
          <a:bodyPr/>
          <a:lstStyle>
            <a:lvl1pPr>
              <a:defRPr/>
            </a:lvl1pPr>
          </a:lstStyle>
          <a:p>
            <a:pPr>
              <a:defRPr/>
            </a:pPr>
            <a:endParaRPr lang="en-US" altLang="ko-KR"/>
          </a:p>
        </p:txBody>
      </p:sp>
      <p:sp>
        <p:nvSpPr>
          <p:cNvPr id="8" name="Rectangle 6"/>
          <p:cNvSpPr>
            <a:spLocks noGrp="1" noChangeArrowheads="1"/>
          </p:cNvSpPr>
          <p:nvPr>
            <p:ph type="sldNum" sz="quarter" idx="12"/>
          </p:nvPr>
        </p:nvSpPr>
        <p:spPr/>
        <p:txBody>
          <a:bodyPr/>
          <a:lstStyle>
            <a:lvl1pPr>
              <a:defRPr/>
            </a:lvl1pPr>
          </a:lstStyle>
          <a:p>
            <a:pPr>
              <a:defRPr/>
            </a:pPr>
            <a:fld id="{CBF6FA59-E777-4A5B-8351-EE8432691672}" type="slidenum">
              <a:rPr lang="en-US" altLang="ko-KR"/>
              <a:pPr>
                <a:defRPr/>
              </a:pPr>
              <a:t>‹#›</a:t>
            </a:fld>
            <a:endParaRPr lang="en-US" altLang="ko-K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aphicFrame>
        <p:nvGraphicFramePr>
          <p:cNvPr id="4" name="Object 15"/>
          <p:cNvGraphicFramePr>
            <a:graphicFrameLocks noChangeAspect="1"/>
          </p:cNvGraphicFramePr>
          <p:nvPr/>
        </p:nvGraphicFramePr>
        <p:xfrm>
          <a:off x="0" y="0"/>
          <a:ext cx="9144000" cy="1062038"/>
        </p:xfrm>
        <a:graphic>
          <a:graphicData uri="http://schemas.openxmlformats.org/presentationml/2006/ole">
            <mc:AlternateContent xmlns:mc="http://schemas.openxmlformats.org/markup-compatibility/2006">
              <mc:Choice xmlns:v="urn:schemas-microsoft-com:vml" Requires="v">
                <p:oleObj name="Image" r:id="rId2" imgW="10387302" imgH="1205924" progId="">
                  <p:embed/>
                </p:oleObj>
              </mc:Choice>
              <mc:Fallback>
                <p:oleObj name="Image" r:id="rId2" imgW="10387302" imgH="1205924" progId="">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0"/>
                        <a:ext cx="9144000" cy="1062038"/>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5" name="Rectangle 16"/>
          <p:cNvSpPr>
            <a:spLocks noChangeArrowheads="1"/>
          </p:cNvSpPr>
          <p:nvPr/>
        </p:nvSpPr>
        <p:spPr bwMode="gray">
          <a:xfrm>
            <a:off x="0" y="10668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6" name="Rectangle 4"/>
          <p:cNvSpPr>
            <a:spLocks noGrp="1" noChangeArrowheads="1"/>
          </p:cNvSpPr>
          <p:nvPr>
            <p:ph type="dt" sz="half" idx="10"/>
          </p:nvPr>
        </p:nvSpPr>
        <p:spPr/>
        <p:txBody>
          <a:bodyPr/>
          <a:lstStyle>
            <a:lvl1pPr>
              <a:defRPr/>
            </a:lvl1pPr>
          </a:lstStyle>
          <a:p>
            <a:pPr>
              <a:defRPr/>
            </a:pPr>
            <a:endParaRPr lang="en-US" altLang="ko-KR"/>
          </a:p>
        </p:txBody>
      </p:sp>
      <p:sp>
        <p:nvSpPr>
          <p:cNvPr id="7" name="Rectangle 5"/>
          <p:cNvSpPr>
            <a:spLocks noGrp="1" noChangeArrowheads="1"/>
          </p:cNvSpPr>
          <p:nvPr>
            <p:ph type="ftr" sz="quarter" idx="11"/>
          </p:nvPr>
        </p:nvSpPr>
        <p:spPr/>
        <p:txBody>
          <a:bodyPr/>
          <a:lstStyle>
            <a:lvl1pPr>
              <a:defRPr/>
            </a:lvl1pPr>
          </a:lstStyle>
          <a:p>
            <a:pPr>
              <a:defRPr/>
            </a:pPr>
            <a:endParaRPr lang="en-US" altLang="ko-KR"/>
          </a:p>
        </p:txBody>
      </p:sp>
      <p:sp>
        <p:nvSpPr>
          <p:cNvPr id="8" name="Rectangle 6"/>
          <p:cNvSpPr>
            <a:spLocks noGrp="1" noChangeArrowheads="1"/>
          </p:cNvSpPr>
          <p:nvPr>
            <p:ph type="sldNum" sz="quarter" idx="12"/>
          </p:nvPr>
        </p:nvSpPr>
        <p:spPr/>
        <p:txBody>
          <a:bodyPr/>
          <a:lstStyle>
            <a:lvl1pPr>
              <a:defRPr/>
            </a:lvl1pPr>
          </a:lstStyle>
          <a:p>
            <a:pPr>
              <a:defRPr/>
            </a:pPr>
            <a:fld id="{D2EA33A2-A139-4A51-B2DC-BF1D88450462}" type="slidenum">
              <a:rPr lang="en-US" altLang="ko-KR"/>
              <a:pPr>
                <a:defRPr/>
              </a:pPr>
              <a:t>‹#›</a:t>
            </a:fld>
            <a:endParaRPr lang="en-US" altLang="ko-K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aphicFrame>
        <p:nvGraphicFramePr>
          <p:cNvPr id="5" name="Object 15"/>
          <p:cNvGraphicFramePr>
            <a:graphicFrameLocks noChangeAspect="1"/>
          </p:cNvGraphicFramePr>
          <p:nvPr/>
        </p:nvGraphicFramePr>
        <p:xfrm>
          <a:off x="0" y="0"/>
          <a:ext cx="9144000" cy="1062038"/>
        </p:xfrm>
        <a:graphic>
          <a:graphicData uri="http://schemas.openxmlformats.org/presentationml/2006/ole">
            <mc:AlternateContent xmlns:mc="http://schemas.openxmlformats.org/markup-compatibility/2006">
              <mc:Choice xmlns:v="urn:schemas-microsoft-com:vml" Requires="v">
                <p:oleObj name="Image" r:id="rId2" imgW="10387302" imgH="1205924" progId="">
                  <p:embed/>
                </p:oleObj>
              </mc:Choice>
              <mc:Fallback>
                <p:oleObj name="Image" r:id="rId2" imgW="10387302" imgH="1205924" progId="">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0"/>
                        <a:ext cx="9144000" cy="1062038"/>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6" name="Rectangle 16"/>
          <p:cNvSpPr>
            <a:spLocks noChangeArrowheads="1"/>
          </p:cNvSpPr>
          <p:nvPr/>
        </p:nvSpPr>
        <p:spPr bwMode="gray">
          <a:xfrm>
            <a:off x="0" y="10668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71600"/>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71600"/>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0"/>
          <p:cNvSpPr>
            <a:spLocks noGrp="1" noChangeArrowheads="1"/>
          </p:cNvSpPr>
          <p:nvPr>
            <p:ph type="dt" sz="half" idx="10"/>
          </p:nvPr>
        </p:nvSpPr>
        <p:spPr/>
        <p:txBody>
          <a:bodyPr/>
          <a:lstStyle>
            <a:lvl1pPr>
              <a:defRPr/>
            </a:lvl1pPr>
          </a:lstStyle>
          <a:p>
            <a:pPr>
              <a:defRPr/>
            </a:pPr>
            <a:endParaRPr lang="en-US" altLang="ko-KR"/>
          </a:p>
        </p:txBody>
      </p:sp>
      <p:sp>
        <p:nvSpPr>
          <p:cNvPr id="8" name="Rectangle 11"/>
          <p:cNvSpPr>
            <a:spLocks noGrp="1" noChangeArrowheads="1"/>
          </p:cNvSpPr>
          <p:nvPr>
            <p:ph type="ftr" sz="quarter" idx="11"/>
          </p:nvPr>
        </p:nvSpPr>
        <p:spPr/>
        <p:txBody>
          <a:bodyPr/>
          <a:lstStyle>
            <a:lvl1pPr>
              <a:defRPr/>
            </a:lvl1pPr>
          </a:lstStyle>
          <a:p>
            <a:pPr>
              <a:defRPr/>
            </a:pPr>
            <a:endParaRPr lang="en-US" altLang="ko-KR"/>
          </a:p>
        </p:txBody>
      </p:sp>
      <p:sp>
        <p:nvSpPr>
          <p:cNvPr id="9" name="Rectangle 12"/>
          <p:cNvSpPr>
            <a:spLocks noGrp="1" noChangeArrowheads="1"/>
          </p:cNvSpPr>
          <p:nvPr>
            <p:ph type="sldNum" sz="quarter" idx="12"/>
          </p:nvPr>
        </p:nvSpPr>
        <p:spPr/>
        <p:txBody>
          <a:bodyPr/>
          <a:lstStyle>
            <a:lvl1pPr>
              <a:defRPr/>
            </a:lvl1pPr>
          </a:lstStyle>
          <a:p>
            <a:pPr>
              <a:defRPr/>
            </a:pPr>
            <a:fld id="{D7113BB3-2F8B-425B-B2A5-080DAE82A45C}" type="slidenum">
              <a:rPr lang="en-US" altLang="ko-KR"/>
              <a:pPr>
                <a:defRPr/>
              </a:pPr>
              <a:t>‹#›</a:t>
            </a:fld>
            <a:endParaRPr lang="en-US" altLang="ko-KR"/>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aphicFrame>
        <p:nvGraphicFramePr>
          <p:cNvPr id="7" name="Object 15"/>
          <p:cNvGraphicFramePr>
            <a:graphicFrameLocks noChangeAspect="1"/>
          </p:cNvGraphicFramePr>
          <p:nvPr/>
        </p:nvGraphicFramePr>
        <p:xfrm>
          <a:off x="0" y="0"/>
          <a:ext cx="9144000" cy="1062038"/>
        </p:xfrm>
        <a:graphic>
          <a:graphicData uri="http://schemas.openxmlformats.org/presentationml/2006/ole">
            <mc:AlternateContent xmlns:mc="http://schemas.openxmlformats.org/markup-compatibility/2006">
              <mc:Choice xmlns:v="urn:schemas-microsoft-com:vml" Requires="v">
                <p:oleObj name="Image" r:id="rId2" imgW="10387302" imgH="1205924" progId="">
                  <p:embed/>
                </p:oleObj>
              </mc:Choice>
              <mc:Fallback>
                <p:oleObj name="Image" r:id="rId2" imgW="10387302" imgH="1205924" progId="">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0"/>
                        <a:ext cx="9144000" cy="1062038"/>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8" name="Rectangle 16"/>
          <p:cNvSpPr>
            <a:spLocks noChangeArrowheads="1"/>
          </p:cNvSpPr>
          <p:nvPr/>
        </p:nvSpPr>
        <p:spPr bwMode="gray">
          <a:xfrm>
            <a:off x="0" y="10668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4"/>
          <p:cNvSpPr>
            <a:spLocks noGrp="1" noChangeArrowheads="1"/>
          </p:cNvSpPr>
          <p:nvPr>
            <p:ph type="dt" sz="half" idx="10"/>
          </p:nvPr>
        </p:nvSpPr>
        <p:spPr/>
        <p:txBody>
          <a:bodyPr/>
          <a:lstStyle>
            <a:lvl1pPr>
              <a:defRPr/>
            </a:lvl1pPr>
          </a:lstStyle>
          <a:p>
            <a:pPr>
              <a:defRPr/>
            </a:pPr>
            <a:endParaRPr lang="en-US" altLang="ko-KR"/>
          </a:p>
        </p:txBody>
      </p:sp>
      <p:sp>
        <p:nvSpPr>
          <p:cNvPr id="10" name="Rectangle 5"/>
          <p:cNvSpPr>
            <a:spLocks noGrp="1" noChangeArrowheads="1"/>
          </p:cNvSpPr>
          <p:nvPr>
            <p:ph type="ftr" sz="quarter" idx="11"/>
          </p:nvPr>
        </p:nvSpPr>
        <p:spPr/>
        <p:txBody>
          <a:bodyPr/>
          <a:lstStyle>
            <a:lvl1pPr>
              <a:defRPr/>
            </a:lvl1pPr>
          </a:lstStyle>
          <a:p>
            <a:pPr>
              <a:defRPr/>
            </a:pPr>
            <a:endParaRPr lang="en-US" altLang="ko-KR"/>
          </a:p>
        </p:txBody>
      </p:sp>
      <p:sp>
        <p:nvSpPr>
          <p:cNvPr id="11" name="Rectangle 6"/>
          <p:cNvSpPr>
            <a:spLocks noGrp="1" noChangeArrowheads="1"/>
          </p:cNvSpPr>
          <p:nvPr>
            <p:ph type="sldNum" sz="quarter" idx="12"/>
          </p:nvPr>
        </p:nvSpPr>
        <p:spPr/>
        <p:txBody>
          <a:bodyPr/>
          <a:lstStyle>
            <a:lvl1pPr>
              <a:defRPr/>
            </a:lvl1pPr>
          </a:lstStyle>
          <a:p>
            <a:pPr>
              <a:defRPr/>
            </a:pPr>
            <a:fld id="{83457861-1353-4590-B80D-0C42A897DF07}" type="slidenum">
              <a:rPr lang="en-US" altLang="ko-KR"/>
              <a:pPr>
                <a:defRPr/>
              </a:pPr>
              <a:t>‹#›</a:t>
            </a:fld>
            <a:endParaRPr lang="en-US" altLang="ko-KR"/>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aphicFrame>
        <p:nvGraphicFramePr>
          <p:cNvPr id="3" name="Object 15"/>
          <p:cNvGraphicFramePr>
            <a:graphicFrameLocks noChangeAspect="1"/>
          </p:cNvGraphicFramePr>
          <p:nvPr/>
        </p:nvGraphicFramePr>
        <p:xfrm>
          <a:off x="0" y="0"/>
          <a:ext cx="9144000" cy="1062038"/>
        </p:xfrm>
        <a:graphic>
          <a:graphicData uri="http://schemas.openxmlformats.org/presentationml/2006/ole">
            <mc:AlternateContent xmlns:mc="http://schemas.openxmlformats.org/markup-compatibility/2006">
              <mc:Choice xmlns:v="urn:schemas-microsoft-com:vml" Requires="v">
                <p:oleObj name="Image" r:id="rId2" imgW="10387302" imgH="1205924" progId="">
                  <p:embed/>
                </p:oleObj>
              </mc:Choice>
              <mc:Fallback>
                <p:oleObj name="Image" r:id="rId2" imgW="10387302" imgH="1205924" progId="">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0"/>
                        <a:ext cx="9144000" cy="1062038"/>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4" name="Rectangle 16"/>
          <p:cNvSpPr>
            <a:spLocks noChangeArrowheads="1"/>
          </p:cNvSpPr>
          <p:nvPr/>
        </p:nvSpPr>
        <p:spPr bwMode="gray">
          <a:xfrm>
            <a:off x="0" y="10668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p:txBody>
          <a:bodyPr/>
          <a:lstStyle/>
          <a:p>
            <a:r>
              <a:rPr lang="en-US"/>
              <a:t>Click to edit Master title style</a:t>
            </a:r>
          </a:p>
        </p:txBody>
      </p:sp>
      <p:sp>
        <p:nvSpPr>
          <p:cNvPr id="5" name="Rectangle 10"/>
          <p:cNvSpPr>
            <a:spLocks noGrp="1" noChangeArrowheads="1"/>
          </p:cNvSpPr>
          <p:nvPr>
            <p:ph type="dt" sz="half" idx="10"/>
          </p:nvPr>
        </p:nvSpPr>
        <p:spPr/>
        <p:txBody>
          <a:bodyPr/>
          <a:lstStyle>
            <a:lvl1pPr>
              <a:defRPr/>
            </a:lvl1pPr>
          </a:lstStyle>
          <a:p>
            <a:pPr>
              <a:defRPr/>
            </a:pPr>
            <a:endParaRPr lang="en-US" altLang="ko-KR"/>
          </a:p>
        </p:txBody>
      </p:sp>
      <p:sp>
        <p:nvSpPr>
          <p:cNvPr id="6" name="Rectangle 11"/>
          <p:cNvSpPr>
            <a:spLocks noGrp="1" noChangeArrowheads="1"/>
          </p:cNvSpPr>
          <p:nvPr>
            <p:ph type="ftr" sz="quarter" idx="11"/>
          </p:nvPr>
        </p:nvSpPr>
        <p:spPr/>
        <p:txBody>
          <a:bodyPr/>
          <a:lstStyle>
            <a:lvl1pPr>
              <a:defRPr/>
            </a:lvl1pPr>
          </a:lstStyle>
          <a:p>
            <a:pPr>
              <a:defRPr/>
            </a:pPr>
            <a:endParaRPr lang="en-US" altLang="ko-KR"/>
          </a:p>
        </p:txBody>
      </p:sp>
      <p:sp>
        <p:nvSpPr>
          <p:cNvPr id="7" name="Rectangle 12"/>
          <p:cNvSpPr>
            <a:spLocks noGrp="1" noChangeArrowheads="1"/>
          </p:cNvSpPr>
          <p:nvPr>
            <p:ph type="sldNum" sz="quarter" idx="12"/>
          </p:nvPr>
        </p:nvSpPr>
        <p:spPr/>
        <p:txBody>
          <a:bodyPr/>
          <a:lstStyle>
            <a:lvl1pPr>
              <a:defRPr/>
            </a:lvl1pPr>
          </a:lstStyle>
          <a:p>
            <a:pPr>
              <a:defRPr/>
            </a:pPr>
            <a:fld id="{242D896A-D6B2-415D-BF4C-BD3DEE8C6032}" type="slidenum">
              <a:rPr lang="en-US" altLang="ko-KR"/>
              <a:pPr>
                <a:defRPr/>
              </a:pPr>
              <a:t>‹#›</a:t>
            </a:fld>
            <a:endParaRPr lang="en-US" altLang="ko-K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aphicFrame>
        <p:nvGraphicFramePr>
          <p:cNvPr id="2" name="Object 15"/>
          <p:cNvGraphicFramePr>
            <a:graphicFrameLocks noChangeAspect="1"/>
          </p:cNvGraphicFramePr>
          <p:nvPr/>
        </p:nvGraphicFramePr>
        <p:xfrm>
          <a:off x="0" y="0"/>
          <a:ext cx="9144000" cy="1062038"/>
        </p:xfrm>
        <a:graphic>
          <a:graphicData uri="http://schemas.openxmlformats.org/presentationml/2006/ole">
            <mc:AlternateContent xmlns:mc="http://schemas.openxmlformats.org/markup-compatibility/2006">
              <mc:Choice xmlns:v="urn:schemas-microsoft-com:vml" Requires="v">
                <p:oleObj name="Image" r:id="rId2" imgW="10387302" imgH="1205924" progId="">
                  <p:embed/>
                </p:oleObj>
              </mc:Choice>
              <mc:Fallback>
                <p:oleObj name="Image" r:id="rId2" imgW="10387302" imgH="1205924" progId="">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0"/>
                        <a:ext cx="9144000" cy="1062038"/>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3" name="Rectangle 16"/>
          <p:cNvSpPr>
            <a:spLocks noChangeArrowheads="1"/>
          </p:cNvSpPr>
          <p:nvPr/>
        </p:nvSpPr>
        <p:spPr bwMode="gray">
          <a:xfrm>
            <a:off x="0" y="10668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4" name="Rectangle 4"/>
          <p:cNvSpPr>
            <a:spLocks noGrp="1" noChangeArrowheads="1"/>
          </p:cNvSpPr>
          <p:nvPr>
            <p:ph type="dt" sz="half" idx="10"/>
          </p:nvPr>
        </p:nvSpPr>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p:txBody>
          <a:bodyPr/>
          <a:lstStyle>
            <a:lvl1pPr>
              <a:defRPr/>
            </a:lvl1pPr>
          </a:lstStyle>
          <a:p>
            <a:pPr>
              <a:defRPr/>
            </a:pPr>
            <a:fld id="{84FA9CAB-5207-4F51-9E54-59E315A09411}" type="slidenum">
              <a:rPr lang="en-US" altLang="ko-KR"/>
              <a:pPr>
                <a:defRPr/>
              </a:pPr>
              <a:t>‹#›</a:t>
            </a:fld>
            <a:endParaRPr lang="en-US" altLang="ko-KR"/>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aphicFrame>
        <p:nvGraphicFramePr>
          <p:cNvPr id="5" name="Object 15"/>
          <p:cNvGraphicFramePr>
            <a:graphicFrameLocks noChangeAspect="1"/>
          </p:cNvGraphicFramePr>
          <p:nvPr/>
        </p:nvGraphicFramePr>
        <p:xfrm>
          <a:off x="0" y="0"/>
          <a:ext cx="9144000" cy="1062038"/>
        </p:xfrm>
        <a:graphic>
          <a:graphicData uri="http://schemas.openxmlformats.org/presentationml/2006/ole">
            <mc:AlternateContent xmlns:mc="http://schemas.openxmlformats.org/markup-compatibility/2006">
              <mc:Choice xmlns:v="urn:schemas-microsoft-com:vml" Requires="v">
                <p:oleObj name="Image" r:id="rId2" imgW="10387302" imgH="1205924" progId="">
                  <p:embed/>
                </p:oleObj>
              </mc:Choice>
              <mc:Fallback>
                <p:oleObj name="Image" r:id="rId2" imgW="10387302" imgH="1205924" progId="">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0"/>
                        <a:ext cx="9144000" cy="1062038"/>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6" name="Rectangle 16"/>
          <p:cNvSpPr>
            <a:spLocks noChangeArrowheads="1"/>
          </p:cNvSpPr>
          <p:nvPr/>
        </p:nvSpPr>
        <p:spPr bwMode="gray">
          <a:xfrm>
            <a:off x="0" y="10668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Rectangle 10"/>
          <p:cNvSpPr>
            <a:spLocks noGrp="1" noChangeArrowheads="1"/>
          </p:cNvSpPr>
          <p:nvPr>
            <p:ph type="dt" sz="half" idx="10"/>
          </p:nvPr>
        </p:nvSpPr>
        <p:spPr/>
        <p:txBody>
          <a:bodyPr/>
          <a:lstStyle>
            <a:lvl1pPr>
              <a:defRPr/>
            </a:lvl1pPr>
          </a:lstStyle>
          <a:p>
            <a:pPr>
              <a:defRPr/>
            </a:pPr>
            <a:endParaRPr lang="en-US" altLang="ko-KR"/>
          </a:p>
        </p:txBody>
      </p:sp>
      <p:sp>
        <p:nvSpPr>
          <p:cNvPr id="8" name="Rectangle 11"/>
          <p:cNvSpPr>
            <a:spLocks noGrp="1" noChangeArrowheads="1"/>
          </p:cNvSpPr>
          <p:nvPr>
            <p:ph type="ftr" sz="quarter" idx="11"/>
          </p:nvPr>
        </p:nvSpPr>
        <p:spPr/>
        <p:txBody>
          <a:bodyPr/>
          <a:lstStyle>
            <a:lvl1pPr>
              <a:defRPr/>
            </a:lvl1pPr>
          </a:lstStyle>
          <a:p>
            <a:pPr>
              <a:defRPr/>
            </a:pPr>
            <a:endParaRPr lang="en-US" altLang="ko-KR"/>
          </a:p>
        </p:txBody>
      </p:sp>
      <p:sp>
        <p:nvSpPr>
          <p:cNvPr id="9" name="Rectangle 12"/>
          <p:cNvSpPr>
            <a:spLocks noGrp="1" noChangeArrowheads="1"/>
          </p:cNvSpPr>
          <p:nvPr>
            <p:ph type="sldNum" sz="quarter" idx="12"/>
          </p:nvPr>
        </p:nvSpPr>
        <p:spPr/>
        <p:txBody>
          <a:bodyPr/>
          <a:lstStyle>
            <a:lvl1pPr>
              <a:defRPr/>
            </a:lvl1pPr>
          </a:lstStyle>
          <a:p>
            <a:pPr>
              <a:defRPr/>
            </a:pPr>
            <a:fld id="{23AD34DA-0E5E-4578-BC28-9B8D116DE3B3}" type="slidenum">
              <a:rPr lang="en-US" altLang="ko-KR"/>
              <a:pPr>
                <a:defRPr/>
              </a:pPr>
              <a:t>‹#›</a:t>
            </a:fld>
            <a:endParaRPr lang="en-US" altLang="ko-KR"/>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aphicFrame>
        <p:nvGraphicFramePr>
          <p:cNvPr id="5" name="Object 15"/>
          <p:cNvGraphicFramePr>
            <a:graphicFrameLocks noChangeAspect="1"/>
          </p:cNvGraphicFramePr>
          <p:nvPr/>
        </p:nvGraphicFramePr>
        <p:xfrm>
          <a:off x="0" y="0"/>
          <a:ext cx="9144000" cy="1062038"/>
        </p:xfrm>
        <a:graphic>
          <a:graphicData uri="http://schemas.openxmlformats.org/presentationml/2006/ole">
            <mc:AlternateContent xmlns:mc="http://schemas.openxmlformats.org/markup-compatibility/2006">
              <mc:Choice xmlns:v="urn:schemas-microsoft-com:vml" Requires="v">
                <p:oleObj name="Image" r:id="rId2" imgW="10387302" imgH="1205924" progId="">
                  <p:embed/>
                </p:oleObj>
              </mc:Choice>
              <mc:Fallback>
                <p:oleObj name="Image" r:id="rId2" imgW="10387302" imgH="1205924" progId="">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0"/>
                        <a:ext cx="9144000" cy="1062038"/>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6" name="Rectangle 16"/>
          <p:cNvSpPr>
            <a:spLocks noChangeArrowheads="1"/>
          </p:cNvSpPr>
          <p:nvPr/>
        </p:nvSpPr>
        <p:spPr bwMode="gray">
          <a:xfrm>
            <a:off x="0" y="10668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Rectangle 10"/>
          <p:cNvSpPr>
            <a:spLocks noGrp="1" noChangeArrowheads="1"/>
          </p:cNvSpPr>
          <p:nvPr>
            <p:ph type="dt" sz="half" idx="10"/>
          </p:nvPr>
        </p:nvSpPr>
        <p:spPr/>
        <p:txBody>
          <a:bodyPr/>
          <a:lstStyle>
            <a:lvl1pPr>
              <a:defRPr/>
            </a:lvl1pPr>
          </a:lstStyle>
          <a:p>
            <a:pPr>
              <a:defRPr/>
            </a:pPr>
            <a:endParaRPr lang="en-US" altLang="ko-KR"/>
          </a:p>
        </p:txBody>
      </p:sp>
      <p:sp>
        <p:nvSpPr>
          <p:cNvPr id="8" name="Rectangle 11"/>
          <p:cNvSpPr>
            <a:spLocks noGrp="1" noChangeArrowheads="1"/>
          </p:cNvSpPr>
          <p:nvPr>
            <p:ph type="ftr" sz="quarter" idx="11"/>
          </p:nvPr>
        </p:nvSpPr>
        <p:spPr/>
        <p:txBody>
          <a:bodyPr/>
          <a:lstStyle>
            <a:lvl1pPr>
              <a:defRPr/>
            </a:lvl1pPr>
          </a:lstStyle>
          <a:p>
            <a:pPr>
              <a:defRPr/>
            </a:pPr>
            <a:endParaRPr lang="en-US" altLang="ko-KR"/>
          </a:p>
        </p:txBody>
      </p:sp>
      <p:sp>
        <p:nvSpPr>
          <p:cNvPr id="9" name="Rectangle 12"/>
          <p:cNvSpPr>
            <a:spLocks noGrp="1" noChangeArrowheads="1"/>
          </p:cNvSpPr>
          <p:nvPr>
            <p:ph type="sldNum" sz="quarter" idx="12"/>
          </p:nvPr>
        </p:nvSpPr>
        <p:spPr/>
        <p:txBody>
          <a:bodyPr/>
          <a:lstStyle>
            <a:lvl1pPr>
              <a:defRPr/>
            </a:lvl1pPr>
          </a:lstStyle>
          <a:p>
            <a:pPr>
              <a:defRPr/>
            </a:pPr>
            <a:fld id="{2D726163-8FE6-490C-BBC5-6A494A7B1B64}" type="slidenum">
              <a:rPr lang="en-US" altLang="ko-KR"/>
              <a:pPr>
                <a:defRPr/>
              </a:pPr>
              <a:t>‹#›</a:t>
            </a:fld>
            <a:endParaRPr lang="en-US" altLang="ko-KR"/>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aphicFrame>
        <p:nvGraphicFramePr>
          <p:cNvPr id="4" name="Object 15"/>
          <p:cNvGraphicFramePr>
            <a:graphicFrameLocks noChangeAspect="1"/>
          </p:cNvGraphicFramePr>
          <p:nvPr/>
        </p:nvGraphicFramePr>
        <p:xfrm>
          <a:off x="0" y="0"/>
          <a:ext cx="9144000" cy="1062038"/>
        </p:xfrm>
        <a:graphic>
          <a:graphicData uri="http://schemas.openxmlformats.org/presentationml/2006/ole">
            <mc:AlternateContent xmlns:mc="http://schemas.openxmlformats.org/markup-compatibility/2006">
              <mc:Choice xmlns:v="urn:schemas-microsoft-com:vml" Requires="v">
                <p:oleObj name="Image" r:id="rId2" imgW="10387302" imgH="1205924" progId="">
                  <p:embed/>
                </p:oleObj>
              </mc:Choice>
              <mc:Fallback>
                <p:oleObj name="Image" r:id="rId2" imgW="10387302" imgH="1205924" progId="">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0"/>
                        <a:ext cx="9144000" cy="1062038"/>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5" name="Rectangle 16"/>
          <p:cNvSpPr>
            <a:spLocks noChangeArrowheads="1"/>
          </p:cNvSpPr>
          <p:nvPr/>
        </p:nvSpPr>
        <p:spPr bwMode="gray">
          <a:xfrm>
            <a:off x="0" y="10668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p:txBody>
          <a:bodyPr/>
          <a:lstStyle>
            <a:lvl1pPr>
              <a:defRPr/>
            </a:lvl1pPr>
          </a:lstStyle>
          <a:p>
            <a:pPr>
              <a:defRPr/>
            </a:pPr>
            <a:endParaRPr lang="en-US" altLang="ko-KR"/>
          </a:p>
        </p:txBody>
      </p:sp>
      <p:sp>
        <p:nvSpPr>
          <p:cNvPr id="7" name="Rectangle 5"/>
          <p:cNvSpPr>
            <a:spLocks noGrp="1" noChangeArrowheads="1"/>
          </p:cNvSpPr>
          <p:nvPr>
            <p:ph type="ftr" sz="quarter" idx="11"/>
          </p:nvPr>
        </p:nvSpPr>
        <p:spPr/>
        <p:txBody>
          <a:bodyPr/>
          <a:lstStyle>
            <a:lvl1pPr>
              <a:defRPr/>
            </a:lvl1pPr>
          </a:lstStyle>
          <a:p>
            <a:pPr>
              <a:defRPr/>
            </a:pPr>
            <a:endParaRPr lang="en-US" altLang="ko-KR"/>
          </a:p>
        </p:txBody>
      </p:sp>
      <p:sp>
        <p:nvSpPr>
          <p:cNvPr id="8" name="Rectangle 6"/>
          <p:cNvSpPr>
            <a:spLocks noGrp="1" noChangeArrowheads="1"/>
          </p:cNvSpPr>
          <p:nvPr>
            <p:ph type="sldNum" sz="quarter" idx="12"/>
          </p:nvPr>
        </p:nvSpPr>
        <p:spPr/>
        <p:txBody>
          <a:bodyPr/>
          <a:lstStyle>
            <a:lvl1pPr>
              <a:defRPr/>
            </a:lvl1pPr>
          </a:lstStyle>
          <a:p>
            <a:pPr>
              <a:defRPr/>
            </a:pPr>
            <a:fld id="{23477CFA-29B4-45FB-B98B-93BEA3C92D53}" type="slidenum">
              <a:rPr lang="en-US" altLang="ko-KR"/>
              <a:pPr>
                <a:defRPr/>
              </a:pPr>
              <a:t>‹#›</a:t>
            </a:fld>
            <a:endParaRPr lang="en-US" altLang="ko-KR"/>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aphicFrame>
        <p:nvGraphicFramePr>
          <p:cNvPr id="4" name="Object 15"/>
          <p:cNvGraphicFramePr>
            <a:graphicFrameLocks noChangeAspect="1"/>
          </p:cNvGraphicFramePr>
          <p:nvPr/>
        </p:nvGraphicFramePr>
        <p:xfrm>
          <a:off x="0" y="0"/>
          <a:ext cx="9144000" cy="1062038"/>
        </p:xfrm>
        <a:graphic>
          <a:graphicData uri="http://schemas.openxmlformats.org/presentationml/2006/ole">
            <mc:AlternateContent xmlns:mc="http://schemas.openxmlformats.org/markup-compatibility/2006">
              <mc:Choice xmlns:v="urn:schemas-microsoft-com:vml" Requires="v">
                <p:oleObj name="Image" r:id="rId2" imgW="10387302" imgH="1205924" progId="">
                  <p:embed/>
                </p:oleObj>
              </mc:Choice>
              <mc:Fallback>
                <p:oleObj name="Image" r:id="rId2" imgW="10387302" imgH="1205924" progId="">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0"/>
                        <a:ext cx="9144000" cy="1062038"/>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5" name="Rectangle 16"/>
          <p:cNvSpPr>
            <a:spLocks noChangeArrowheads="1"/>
          </p:cNvSpPr>
          <p:nvPr/>
        </p:nvSpPr>
        <p:spPr bwMode="gray">
          <a:xfrm>
            <a:off x="0" y="10668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Vertical Title 1"/>
          <p:cNvSpPr>
            <a:spLocks noGrp="1"/>
          </p:cNvSpPr>
          <p:nvPr>
            <p:ph type="title" orient="vert"/>
          </p:nvPr>
        </p:nvSpPr>
        <p:spPr>
          <a:xfrm>
            <a:off x="6629400" y="319088"/>
            <a:ext cx="2057400" cy="63007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319088"/>
            <a:ext cx="6019800" cy="63007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p:txBody>
          <a:bodyPr/>
          <a:lstStyle>
            <a:lvl1pPr>
              <a:defRPr/>
            </a:lvl1pPr>
          </a:lstStyle>
          <a:p>
            <a:pPr>
              <a:defRPr/>
            </a:pPr>
            <a:endParaRPr lang="en-US" altLang="ko-KR"/>
          </a:p>
        </p:txBody>
      </p:sp>
      <p:sp>
        <p:nvSpPr>
          <p:cNvPr id="7" name="Rectangle 5"/>
          <p:cNvSpPr>
            <a:spLocks noGrp="1" noChangeArrowheads="1"/>
          </p:cNvSpPr>
          <p:nvPr>
            <p:ph type="ftr" sz="quarter" idx="11"/>
          </p:nvPr>
        </p:nvSpPr>
        <p:spPr/>
        <p:txBody>
          <a:bodyPr/>
          <a:lstStyle>
            <a:lvl1pPr>
              <a:defRPr/>
            </a:lvl1pPr>
          </a:lstStyle>
          <a:p>
            <a:pPr>
              <a:defRPr/>
            </a:pPr>
            <a:endParaRPr lang="en-US" altLang="ko-KR"/>
          </a:p>
        </p:txBody>
      </p:sp>
      <p:sp>
        <p:nvSpPr>
          <p:cNvPr id="8" name="Rectangle 6"/>
          <p:cNvSpPr>
            <a:spLocks noGrp="1" noChangeArrowheads="1"/>
          </p:cNvSpPr>
          <p:nvPr>
            <p:ph type="sldNum" sz="quarter" idx="12"/>
          </p:nvPr>
        </p:nvSpPr>
        <p:spPr/>
        <p:txBody>
          <a:bodyPr/>
          <a:lstStyle>
            <a:lvl1pPr>
              <a:defRPr/>
            </a:lvl1pPr>
          </a:lstStyle>
          <a:p>
            <a:pPr>
              <a:defRPr/>
            </a:pPr>
            <a:fld id="{F9EBD73D-BB22-4754-99D3-F3C4723D91E4}" type="slidenum">
              <a:rPr lang="en-US" altLang="ko-KR"/>
              <a:pPr>
                <a:defRPr/>
              </a:pPr>
              <a:t>‹#›</a:t>
            </a:fld>
            <a:endParaRPr lang="en-US" altLang="ko-K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oleObject" Target="../embeddings/oleObject13.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cstate="print"/>
          <a:srcRect/>
          <a:stretch>
            <a:fillRect t="-1000" b="-1000"/>
          </a:stretch>
        </a:blipFill>
        <a:effectLst/>
      </p:bgPr>
    </p:bg>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2371725"/>
          <a:ext cx="9144000" cy="4486275"/>
        </p:xfrm>
        <a:graphic>
          <a:graphicData uri="http://schemas.openxmlformats.org/presentationml/2006/ole">
            <mc:AlternateContent xmlns:mc="http://schemas.openxmlformats.org/markup-compatibility/2006">
              <mc:Choice xmlns:v="urn:schemas-microsoft-com:vml" Requires="v">
                <p:oleObj name="Image" r:id="rId14" imgW="10438095" imgH="5980952" progId="">
                  <p:embed/>
                </p:oleObj>
              </mc:Choice>
              <mc:Fallback>
                <p:oleObj name="Image" r:id="rId14" imgW="10438095" imgH="5980952" progId="">
                  <p:embed/>
                  <p:pic>
                    <p:nvPicPr>
                      <p:cNvPr id="0" name="Object 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ltGray">
                      <a:xfrm>
                        <a:off x="0" y="2371725"/>
                        <a:ext cx="9144000" cy="4486275"/>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10" name="Text Box 14"/>
          <p:cNvSpPr txBox="1">
            <a:spLocks noChangeArrowheads="1"/>
          </p:cNvSpPr>
          <p:nvPr/>
        </p:nvSpPr>
        <p:spPr bwMode="auto">
          <a:xfrm>
            <a:off x="381000" y="304800"/>
            <a:ext cx="1079500" cy="396875"/>
          </a:xfrm>
          <a:prstGeom prst="rect">
            <a:avLst/>
          </a:prstGeom>
          <a:noFill/>
          <a:ln w="9525">
            <a:noFill/>
            <a:miter lim="800000"/>
            <a:headEnd/>
            <a:tailEnd/>
          </a:ln>
          <a:effectLst/>
        </p:spPr>
        <p:txBody>
          <a:bodyPr>
            <a:spAutoFit/>
          </a:bodyPr>
          <a:lstStyle/>
          <a:p>
            <a:pPr>
              <a:defRPr/>
            </a:pPr>
            <a:r>
              <a:rPr lang="en-US" altLang="ko-KR" sz="2000">
                <a:latin typeface="Verdana" pitchFamily="34" charset="0"/>
                <a:ea typeface="굴림" charset="-127"/>
              </a:rPr>
              <a:t>LOGO</a:t>
            </a:r>
          </a:p>
        </p:txBody>
      </p:sp>
      <p:sp>
        <p:nvSpPr>
          <p:cNvPr id="11" name="Rectangle 18"/>
          <p:cNvSpPr>
            <a:spLocks noChangeArrowheads="1"/>
          </p:cNvSpPr>
          <p:nvPr/>
        </p:nvSpPr>
        <p:spPr bwMode="gray">
          <a:xfrm>
            <a:off x="0" y="23495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1030" name="Rectangle 3"/>
          <p:cNvSpPr>
            <a:spLocks noGrp="1" noChangeArrowheads="1"/>
          </p:cNvSpPr>
          <p:nvPr>
            <p:ph type="body" idx="1"/>
          </p:nvPr>
        </p:nvSpPr>
        <p:spPr bwMode="auto">
          <a:xfrm>
            <a:off x="457200" y="1371600"/>
            <a:ext cx="8229600" cy="5248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ltLang="ko-KR"/>
          </a:p>
        </p:txBody>
      </p:sp>
      <p:sp>
        <p:nvSpPr>
          <p:cNvPr id="1031" name="Rectangle 2"/>
          <p:cNvSpPr>
            <a:spLocks noGrp="1" noChangeArrowheads="1"/>
          </p:cNvSpPr>
          <p:nvPr>
            <p:ph type="title"/>
          </p:nvPr>
        </p:nvSpPr>
        <p:spPr bwMode="auto">
          <a:xfrm>
            <a:off x="990600" y="319088"/>
            <a:ext cx="7543800" cy="5635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ko-KR" altLang="en-US"/>
              <a:t>마스터 제목 스타일 편집</a:t>
            </a:r>
            <a:endParaRPr lang="en-US" altLang="ko-KR"/>
          </a:p>
        </p:txBody>
      </p:sp>
    </p:spTree>
  </p:cSld>
  <p:clrMap bg1="dk2" tx1="lt1" bg2="dk1" tx2="lt2" accent1="accent1" accent2="accent2" accent3="accent3" accent4="accent4" accent5="accent5" accent6="accent6" hlink="hlink" folHlink="folHlink"/>
  <p:sldLayoutIdLst>
    <p:sldLayoutId id="2147483985" r:id="rId1"/>
    <p:sldLayoutId id="2147483986" r:id="rId2"/>
    <p:sldLayoutId id="2147483987" r:id="rId3"/>
    <p:sldLayoutId id="2147483988" r:id="rId4"/>
    <p:sldLayoutId id="2147483989" r:id="rId5"/>
    <p:sldLayoutId id="2147483990" r:id="rId6"/>
    <p:sldLayoutId id="2147483991" r:id="rId7"/>
    <p:sldLayoutId id="2147483992" r:id="rId8"/>
    <p:sldLayoutId id="2147483993" r:id="rId9"/>
    <p:sldLayoutId id="2147483994" r:id="rId10"/>
    <p:sldLayoutId id="2147483995" r:id="rId11"/>
  </p:sldLayoutIdLst>
  <p:transition spd="med"/>
  <p:txStyles>
    <p:titleStyle>
      <a:lvl1pPr algn="r" rtl="0" eaLnBrk="0" fontAlgn="base" latinLnBrk="1" hangingPunct="0">
        <a:spcBef>
          <a:spcPct val="0"/>
        </a:spcBef>
        <a:spcAft>
          <a:spcPct val="0"/>
        </a:spcAft>
        <a:defRPr sz="3600">
          <a:solidFill>
            <a:schemeClr val="tx2"/>
          </a:solidFill>
          <a:latin typeface="+mj-lt"/>
          <a:ea typeface="+mj-ea"/>
          <a:cs typeface="+mj-cs"/>
        </a:defRPr>
      </a:lvl1pPr>
      <a:lvl2pPr algn="r" rtl="0" eaLnBrk="0" fontAlgn="base" latinLnBrk="1" hangingPunct="0">
        <a:spcBef>
          <a:spcPct val="0"/>
        </a:spcBef>
        <a:spcAft>
          <a:spcPct val="0"/>
        </a:spcAft>
        <a:defRPr sz="3600">
          <a:solidFill>
            <a:schemeClr val="tx2"/>
          </a:solidFill>
          <a:latin typeface="Arial" pitchFamily="34" charset="0"/>
        </a:defRPr>
      </a:lvl2pPr>
      <a:lvl3pPr algn="r" rtl="0" eaLnBrk="0" fontAlgn="base" latinLnBrk="1" hangingPunct="0">
        <a:spcBef>
          <a:spcPct val="0"/>
        </a:spcBef>
        <a:spcAft>
          <a:spcPct val="0"/>
        </a:spcAft>
        <a:defRPr sz="3600">
          <a:solidFill>
            <a:schemeClr val="tx2"/>
          </a:solidFill>
          <a:latin typeface="Arial" pitchFamily="34" charset="0"/>
        </a:defRPr>
      </a:lvl3pPr>
      <a:lvl4pPr algn="r" rtl="0" eaLnBrk="0" fontAlgn="base" latinLnBrk="1" hangingPunct="0">
        <a:spcBef>
          <a:spcPct val="0"/>
        </a:spcBef>
        <a:spcAft>
          <a:spcPct val="0"/>
        </a:spcAft>
        <a:defRPr sz="3600">
          <a:solidFill>
            <a:schemeClr val="tx2"/>
          </a:solidFill>
          <a:latin typeface="Arial" pitchFamily="34" charset="0"/>
        </a:defRPr>
      </a:lvl4pPr>
      <a:lvl5pPr algn="r" rtl="0" eaLnBrk="0" fontAlgn="base" latinLnBrk="1" hangingPunct="0">
        <a:spcBef>
          <a:spcPct val="0"/>
        </a:spcBef>
        <a:spcAft>
          <a:spcPct val="0"/>
        </a:spcAft>
        <a:defRPr sz="3600">
          <a:solidFill>
            <a:schemeClr val="tx2"/>
          </a:solidFill>
          <a:latin typeface="Arial" pitchFamily="34" charset="0"/>
        </a:defRPr>
      </a:lvl5pPr>
      <a:lvl6pPr marL="457200" algn="r" rtl="0" eaLnBrk="0" fontAlgn="base" latinLnBrk="1" hangingPunct="0">
        <a:spcBef>
          <a:spcPct val="0"/>
        </a:spcBef>
        <a:spcAft>
          <a:spcPct val="0"/>
        </a:spcAft>
        <a:defRPr sz="3600">
          <a:solidFill>
            <a:schemeClr val="tx2"/>
          </a:solidFill>
          <a:latin typeface="Arial" pitchFamily="34" charset="0"/>
        </a:defRPr>
      </a:lvl6pPr>
      <a:lvl7pPr marL="914400" algn="r" rtl="0" eaLnBrk="0" fontAlgn="base" latinLnBrk="1" hangingPunct="0">
        <a:spcBef>
          <a:spcPct val="0"/>
        </a:spcBef>
        <a:spcAft>
          <a:spcPct val="0"/>
        </a:spcAft>
        <a:defRPr sz="3600">
          <a:solidFill>
            <a:schemeClr val="tx2"/>
          </a:solidFill>
          <a:latin typeface="Arial" pitchFamily="34" charset="0"/>
        </a:defRPr>
      </a:lvl7pPr>
      <a:lvl8pPr marL="1371600" algn="r" rtl="0" eaLnBrk="0" fontAlgn="base" latinLnBrk="1" hangingPunct="0">
        <a:spcBef>
          <a:spcPct val="0"/>
        </a:spcBef>
        <a:spcAft>
          <a:spcPct val="0"/>
        </a:spcAft>
        <a:defRPr sz="3600">
          <a:solidFill>
            <a:schemeClr val="tx2"/>
          </a:solidFill>
          <a:latin typeface="Arial" pitchFamily="34" charset="0"/>
        </a:defRPr>
      </a:lvl8pPr>
      <a:lvl9pPr marL="1828800" algn="r" rtl="0" eaLnBrk="0" fontAlgn="base" latinLnBrk="1" hangingPunct="0">
        <a:spcBef>
          <a:spcPct val="0"/>
        </a:spcBef>
        <a:spcAft>
          <a:spcPct val="0"/>
        </a:spcAft>
        <a:defRPr sz="3600">
          <a:solidFill>
            <a:schemeClr val="tx2"/>
          </a:solidFill>
          <a:latin typeface="Arial" pitchFamily="34" charset="0"/>
        </a:defRPr>
      </a:lvl9pPr>
    </p:titleStyle>
    <p:bodyStyle>
      <a:lvl1pPr marL="342900" indent="-342900" algn="l" rtl="0" eaLnBrk="0" fontAlgn="base" latinLnBrk="1" hangingPunct="0">
        <a:spcBef>
          <a:spcPct val="20000"/>
        </a:spcBef>
        <a:spcAft>
          <a:spcPct val="0"/>
        </a:spcAft>
        <a:buClr>
          <a:schemeClr val="hlink"/>
        </a:buClr>
        <a:buFont typeface="Wingdings" pitchFamily="2" charset="2"/>
        <a:buChar char="v"/>
        <a:defRPr sz="2800" b="1">
          <a:solidFill>
            <a:schemeClr val="tx1"/>
          </a:solidFill>
          <a:latin typeface="+mn-lt"/>
          <a:ea typeface="+mn-ea"/>
          <a:cs typeface="+mn-cs"/>
        </a:defRPr>
      </a:lvl1pPr>
      <a:lvl2pPr marL="742950" indent="-285750" algn="l" rtl="0" eaLnBrk="0" fontAlgn="base" latinLnBrk="1" hangingPunct="0">
        <a:spcBef>
          <a:spcPct val="20000"/>
        </a:spcBef>
        <a:spcAft>
          <a:spcPct val="0"/>
        </a:spcAft>
        <a:buClr>
          <a:schemeClr val="accent1"/>
        </a:buClr>
        <a:buFont typeface="Wingdings" pitchFamily="2" charset="2"/>
        <a:buChar char="§"/>
        <a:defRPr sz="2800">
          <a:solidFill>
            <a:schemeClr val="tx2"/>
          </a:solidFill>
          <a:latin typeface="+mj-lt"/>
        </a:defRPr>
      </a:lvl2pPr>
      <a:lvl3pPr marL="1143000" indent="-228600" algn="l" rtl="0" eaLnBrk="0" fontAlgn="base" latinLnBrk="1" hangingPunct="0">
        <a:spcBef>
          <a:spcPct val="20000"/>
        </a:spcBef>
        <a:spcAft>
          <a:spcPct val="0"/>
        </a:spcAft>
        <a:buClr>
          <a:schemeClr val="tx1"/>
        </a:buClr>
        <a:buChar char="•"/>
        <a:defRPr sz="2400">
          <a:solidFill>
            <a:schemeClr val="tx2"/>
          </a:solidFill>
          <a:latin typeface="+mj-lt"/>
        </a:defRPr>
      </a:lvl3pPr>
      <a:lvl4pPr marL="1600200" indent="-228600" algn="l" rtl="0" eaLnBrk="0" fontAlgn="base" latinLnBrk="1" hangingPunct="0">
        <a:spcBef>
          <a:spcPct val="20000"/>
        </a:spcBef>
        <a:spcAft>
          <a:spcPct val="0"/>
        </a:spcAft>
        <a:buChar char="–"/>
        <a:defRPr sz="2000">
          <a:solidFill>
            <a:schemeClr val="tx2"/>
          </a:solidFill>
          <a:latin typeface="+mj-lt"/>
        </a:defRPr>
      </a:lvl4pPr>
      <a:lvl5pPr marL="2057400" indent="-228600" algn="l" rtl="0" eaLnBrk="0" fontAlgn="base" latinLnBrk="1" hangingPunct="0">
        <a:spcBef>
          <a:spcPct val="20000"/>
        </a:spcBef>
        <a:spcAft>
          <a:spcPct val="0"/>
        </a:spcAft>
        <a:buChar char="»"/>
        <a:defRPr sz="2000">
          <a:solidFill>
            <a:schemeClr val="tx2"/>
          </a:solidFill>
          <a:latin typeface="+mj-lt"/>
        </a:defRPr>
      </a:lvl5pPr>
      <a:lvl6pPr marL="2514600" indent="-228600" algn="l" rtl="0" eaLnBrk="0" fontAlgn="base" latinLnBrk="1" hangingPunct="0">
        <a:spcBef>
          <a:spcPct val="20000"/>
        </a:spcBef>
        <a:spcAft>
          <a:spcPct val="0"/>
        </a:spcAft>
        <a:buChar char="»"/>
        <a:defRPr sz="2000">
          <a:solidFill>
            <a:schemeClr val="tx2"/>
          </a:solidFill>
          <a:latin typeface="+mj-lt"/>
        </a:defRPr>
      </a:lvl6pPr>
      <a:lvl7pPr marL="2971800" indent="-228600" algn="l" rtl="0" eaLnBrk="0" fontAlgn="base" latinLnBrk="1" hangingPunct="0">
        <a:spcBef>
          <a:spcPct val="20000"/>
        </a:spcBef>
        <a:spcAft>
          <a:spcPct val="0"/>
        </a:spcAft>
        <a:buChar char="»"/>
        <a:defRPr sz="2000">
          <a:solidFill>
            <a:schemeClr val="tx2"/>
          </a:solidFill>
          <a:latin typeface="+mj-lt"/>
        </a:defRPr>
      </a:lvl7pPr>
      <a:lvl8pPr marL="3429000" indent="-228600" algn="l" rtl="0" eaLnBrk="0" fontAlgn="base" latinLnBrk="1" hangingPunct="0">
        <a:spcBef>
          <a:spcPct val="20000"/>
        </a:spcBef>
        <a:spcAft>
          <a:spcPct val="0"/>
        </a:spcAft>
        <a:buChar char="»"/>
        <a:defRPr sz="2000">
          <a:solidFill>
            <a:schemeClr val="tx2"/>
          </a:solidFill>
          <a:latin typeface="+mj-lt"/>
        </a:defRPr>
      </a:lvl8pPr>
      <a:lvl9pPr marL="3886200" indent="-228600" algn="l" rtl="0" eaLnBrk="0" fontAlgn="base" latinLnBrk="1" hangingPunct="0">
        <a:spcBef>
          <a:spcPct val="20000"/>
        </a:spcBef>
        <a:spcAft>
          <a:spcPct val="0"/>
        </a:spcAft>
        <a:buChar char="»"/>
        <a:defRPr sz="2000">
          <a:solidFill>
            <a:schemeClr val="tx2"/>
          </a:solidFill>
          <a:latin typeface="+mj-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cstate="print"/>
          <a:srcRect/>
          <a:stretch>
            <a:fillRect t="-1000" b="-1000"/>
          </a:stretch>
        </a:blipFill>
        <a:effectLst/>
      </p:bgPr>
    </p:bg>
    <p:spTree>
      <p:nvGrpSpPr>
        <p:cNvPr id="1" name=""/>
        <p:cNvGrpSpPr/>
        <p:nvPr/>
      </p:nvGrpSpPr>
      <p:grpSpPr>
        <a:xfrm>
          <a:off x="0" y="0"/>
          <a:ext cx="0" cy="0"/>
          <a:chOff x="0" y="0"/>
          <a:chExt cx="0" cy="0"/>
        </a:xfrm>
      </p:grpSpPr>
      <p:graphicFrame>
        <p:nvGraphicFramePr>
          <p:cNvPr id="13314" name="Object 15"/>
          <p:cNvGraphicFramePr>
            <a:graphicFrameLocks noChangeAspect="1"/>
          </p:cNvGraphicFramePr>
          <p:nvPr/>
        </p:nvGraphicFramePr>
        <p:xfrm>
          <a:off x="0" y="0"/>
          <a:ext cx="9144000" cy="1062038"/>
        </p:xfrm>
        <a:graphic>
          <a:graphicData uri="http://schemas.openxmlformats.org/presentationml/2006/ole">
            <mc:AlternateContent xmlns:mc="http://schemas.openxmlformats.org/markup-compatibility/2006">
              <mc:Choice xmlns:v="urn:schemas-microsoft-com:vml" Requires="v">
                <p:oleObj name="Image" r:id="rId14" imgW="10387302" imgH="1205924" progId="">
                  <p:embed/>
                </p:oleObj>
              </mc:Choice>
              <mc:Fallback>
                <p:oleObj name="Image" r:id="rId14" imgW="10387302" imgH="1205924" progId="">
                  <p:embed/>
                  <p:pic>
                    <p:nvPicPr>
                      <p:cNvPr id="0" name="Object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ltGray">
                      <a:xfrm>
                        <a:off x="0" y="0"/>
                        <a:ext cx="9144000" cy="1062038"/>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13316" name="Rectangle 3"/>
          <p:cNvSpPr>
            <a:spLocks noGrp="1" noChangeArrowheads="1"/>
          </p:cNvSpPr>
          <p:nvPr>
            <p:ph type="body" idx="1"/>
          </p:nvPr>
        </p:nvSpPr>
        <p:spPr bwMode="auto">
          <a:xfrm>
            <a:off x="457200" y="1371600"/>
            <a:ext cx="8229600" cy="5248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ltLang="ko-KR"/>
          </a:p>
        </p:txBody>
      </p:sp>
      <p:sp>
        <p:nvSpPr>
          <p:cNvPr id="2" name="Rectangle 4"/>
          <p:cNvSpPr>
            <a:spLocks noGrp="1" noChangeArrowheads="1"/>
          </p:cNvSpPr>
          <p:nvPr>
            <p:ph type="dt" sz="half" idx="2"/>
          </p:nvPr>
        </p:nvSpPr>
        <p:spPr bwMode="auto">
          <a:xfrm>
            <a:off x="457200" y="6400800"/>
            <a:ext cx="2133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latinLnBrk="0">
              <a:defRPr kumimoji="0" sz="1400" b="0">
                <a:latin typeface="+mj-lt"/>
                <a:ea typeface="굴림" charset="-127"/>
              </a:defRPr>
            </a:lvl1pPr>
          </a:lstStyle>
          <a:p>
            <a:pPr>
              <a:defRPr/>
            </a:pPr>
            <a:endParaRPr lang="en-US" altLang="ko-KR"/>
          </a:p>
        </p:txBody>
      </p:sp>
      <p:sp>
        <p:nvSpPr>
          <p:cNvPr id="1029" name="Rectangle 5"/>
          <p:cNvSpPr>
            <a:spLocks noGrp="1" noChangeArrowheads="1"/>
          </p:cNvSpPr>
          <p:nvPr>
            <p:ph type="ftr" sz="quarter" idx="3"/>
          </p:nvPr>
        </p:nvSpPr>
        <p:spPr bwMode="auto">
          <a:xfrm>
            <a:off x="3124200" y="6400800"/>
            <a:ext cx="2895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latinLnBrk="0">
              <a:defRPr kumimoji="0" sz="1400" b="0">
                <a:latin typeface="+mj-lt"/>
                <a:ea typeface="굴림" charset="-127"/>
              </a:defRPr>
            </a:lvl1pPr>
          </a:lstStyle>
          <a:p>
            <a:pPr>
              <a:defRPr/>
            </a:pPr>
            <a:endParaRPr lang="en-US" altLang="ko-KR"/>
          </a:p>
        </p:txBody>
      </p:sp>
      <p:sp>
        <p:nvSpPr>
          <p:cNvPr id="1030" name="Rectangle 6"/>
          <p:cNvSpPr>
            <a:spLocks noGrp="1" noChangeArrowheads="1"/>
          </p:cNvSpPr>
          <p:nvPr>
            <p:ph type="sldNum" sz="quarter" idx="4"/>
          </p:nvPr>
        </p:nvSpPr>
        <p:spPr bwMode="auto">
          <a:xfrm>
            <a:off x="6553200" y="6400800"/>
            <a:ext cx="2133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latinLnBrk="0">
              <a:defRPr kumimoji="0" sz="1400" b="0">
                <a:latin typeface="+mj-lt"/>
                <a:ea typeface="굴림" charset="-127"/>
              </a:defRPr>
            </a:lvl1pPr>
          </a:lstStyle>
          <a:p>
            <a:pPr>
              <a:defRPr/>
            </a:pPr>
            <a:fld id="{2F609E19-2604-492B-B8BC-5AFF768B4CA3}" type="slidenum">
              <a:rPr lang="en-US" altLang="ko-KR"/>
              <a:pPr>
                <a:defRPr/>
              </a:pPr>
              <a:t>‹#›</a:t>
            </a:fld>
            <a:endParaRPr lang="en-US" altLang="ko-KR"/>
          </a:p>
        </p:txBody>
      </p:sp>
      <p:sp>
        <p:nvSpPr>
          <p:cNvPr id="13320" name="Rectangle 2"/>
          <p:cNvSpPr>
            <a:spLocks noGrp="1" noChangeArrowheads="1"/>
          </p:cNvSpPr>
          <p:nvPr>
            <p:ph type="title"/>
          </p:nvPr>
        </p:nvSpPr>
        <p:spPr bwMode="auto">
          <a:xfrm>
            <a:off x="990600" y="319088"/>
            <a:ext cx="7543800" cy="5635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ko-KR" altLang="en-US"/>
              <a:t>마스터 제목 스타일 편집</a:t>
            </a:r>
            <a:endParaRPr lang="en-US" altLang="ko-KR"/>
          </a:p>
        </p:txBody>
      </p:sp>
      <p:sp>
        <p:nvSpPr>
          <p:cNvPr id="1040" name="Rectangle 16"/>
          <p:cNvSpPr>
            <a:spLocks noChangeArrowheads="1"/>
          </p:cNvSpPr>
          <p:nvPr/>
        </p:nvSpPr>
        <p:spPr bwMode="gray">
          <a:xfrm>
            <a:off x="0" y="10668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Tree>
  </p:cSld>
  <p:clrMap bg1="dk2" tx1="lt1" bg2="dk1" tx2="lt2" accent1="accent1" accent2="accent2" accent3="accent3" accent4="accent4" accent5="accent5" accent6="accent6" hlink="hlink" folHlink="folHlink"/>
  <p:sldLayoutIdLst>
    <p:sldLayoutId id="2147483996" r:id="rId1"/>
    <p:sldLayoutId id="2147483997" r:id="rId2"/>
    <p:sldLayoutId id="2147483998" r:id="rId3"/>
    <p:sldLayoutId id="2147483999" r:id="rId4"/>
    <p:sldLayoutId id="2147484000" r:id="rId5"/>
    <p:sldLayoutId id="2147484001" r:id="rId6"/>
    <p:sldLayoutId id="2147484002" r:id="rId7"/>
    <p:sldLayoutId id="2147484003" r:id="rId8"/>
    <p:sldLayoutId id="2147484004" r:id="rId9"/>
    <p:sldLayoutId id="2147484005" r:id="rId10"/>
    <p:sldLayoutId id="2147484006" r:id="rId11"/>
  </p:sldLayoutIdLst>
  <p:transition spd="med"/>
  <p:txStyles>
    <p:titleStyle>
      <a:lvl1pPr algn="r" rtl="0" eaLnBrk="0" fontAlgn="base" latinLnBrk="1" hangingPunct="0">
        <a:spcBef>
          <a:spcPct val="0"/>
        </a:spcBef>
        <a:spcAft>
          <a:spcPct val="0"/>
        </a:spcAft>
        <a:defRPr sz="3600">
          <a:solidFill>
            <a:schemeClr val="tx2"/>
          </a:solidFill>
          <a:latin typeface="+mj-lt"/>
          <a:ea typeface="+mj-ea"/>
          <a:cs typeface="+mj-cs"/>
        </a:defRPr>
      </a:lvl1pPr>
      <a:lvl2pPr algn="r" rtl="0" eaLnBrk="0" fontAlgn="base" latinLnBrk="1" hangingPunct="0">
        <a:spcBef>
          <a:spcPct val="0"/>
        </a:spcBef>
        <a:spcAft>
          <a:spcPct val="0"/>
        </a:spcAft>
        <a:defRPr sz="3600">
          <a:solidFill>
            <a:schemeClr val="tx2"/>
          </a:solidFill>
          <a:latin typeface="Arial" pitchFamily="34" charset="0"/>
        </a:defRPr>
      </a:lvl2pPr>
      <a:lvl3pPr algn="r" rtl="0" eaLnBrk="0" fontAlgn="base" latinLnBrk="1" hangingPunct="0">
        <a:spcBef>
          <a:spcPct val="0"/>
        </a:spcBef>
        <a:spcAft>
          <a:spcPct val="0"/>
        </a:spcAft>
        <a:defRPr sz="3600">
          <a:solidFill>
            <a:schemeClr val="tx2"/>
          </a:solidFill>
          <a:latin typeface="Arial" pitchFamily="34" charset="0"/>
        </a:defRPr>
      </a:lvl3pPr>
      <a:lvl4pPr algn="r" rtl="0" eaLnBrk="0" fontAlgn="base" latinLnBrk="1" hangingPunct="0">
        <a:spcBef>
          <a:spcPct val="0"/>
        </a:spcBef>
        <a:spcAft>
          <a:spcPct val="0"/>
        </a:spcAft>
        <a:defRPr sz="3600">
          <a:solidFill>
            <a:schemeClr val="tx2"/>
          </a:solidFill>
          <a:latin typeface="Arial" pitchFamily="34" charset="0"/>
        </a:defRPr>
      </a:lvl4pPr>
      <a:lvl5pPr algn="r" rtl="0" eaLnBrk="0" fontAlgn="base" latinLnBrk="1" hangingPunct="0">
        <a:spcBef>
          <a:spcPct val="0"/>
        </a:spcBef>
        <a:spcAft>
          <a:spcPct val="0"/>
        </a:spcAft>
        <a:defRPr sz="3600">
          <a:solidFill>
            <a:schemeClr val="tx2"/>
          </a:solidFill>
          <a:latin typeface="Arial" pitchFamily="34" charset="0"/>
        </a:defRPr>
      </a:lvl5pPr>
      <a:lvl6pPr marL="457200" algn="r" rtl="0" eaLnBrk="0" fontAlgn="base" latinLnBrk="1" hangingPunct="0">
        <a:spcBef>
          <a:spcPct val="0"/>
        </a:spcBef>
        <a:spcAft>
          <a:spcPct val="0"/>
        </a:spcAft>
        <a:defRPr sz="3600">
          <a:solidFill>
            <a:schemeClr val="tx2"/>
          </a:solidFill>
          <a:latin typeface="Arial" pitchFamily="34" charset="0"/>
        </a:defRPr>
      </a:lvl6pPr>
      <a:lvl7pPr marL="914400" algn="r" rtl="0" eaLnBrk="0" fontAlgn="base" latinLnBrk="1" hangingPunct="0">
        <a:spcBef>
          <a:spcPct val="0"/>
        </a:spcBef>
        <a:spcAft>
          <a:spcPct val="0"/>
        </a:spcAft>
        <a:defRPr sz="3600">
          <a:solidFill>
            <a:schemeClr val="tx2"/>
          </a:solidFill>
          <a:latin typeface="Arial" pitchFamily="34" charset="0"/>
        </a:defRPr>
      </a:lvl7pPr>
      <a:lvl8pPr marL="1371600" algn="r" rtl="0" eaLnBrk="0" fontAlgn="base" latinLnBrk="1" hangingPunct="0">
        <a:spcBef>
          <a:spcPct val="0"/>
        </a:spcBef>
        <a:spcAft>
          <a:spcPct val="0"/>
        </a:spcAft>
        <a:defRPr sz="3600">
          <a:solidFill>
            <a:schemeClr val="tx2"/>
          </a:solidFill>
          <a:latin typeface="Arial" pitchFamily="34" charset="0"/>
        </a:defRPr>
      </a:lvl8pPr>
      <a:lvl9pPr marL="1828800" algn="r" rtl="0" eaLnBrk="0" fontAlgn="base" latinLnBrk="1" hangingPunct="0">
        <a:spcBef>
          <a:spcPct val="0"/>
        </a:spcBef>
        <a:spcAft>
          <a:spcPct val="0"/>
        </a:spcAft>
        <a:defRPr sz="3600">
          <a:solidFill>
            <a:schemeClr val="tx2"/>
          </a:solidFill>
          <a:latin typeface="Arial" pitchFamily="34" charset="0"/>
        </a:defRPr>
      </a:lvl9pPr>
    </p:titleStyle>
    <p:bodyStyle>
      <a:lvl1pPr marL="342900" indent="-342900" algn="l" rtl="0" eaLnBrk="0" fontAlgn="base" latinLnBrk="1" hangingPunct="0">
        <a:spcBef>
          <a:spcPct val="20000"/>
        </a:spcBef>
        <a:spcAft>
          <a:spcPct val="0"/>
        </a:spcAft>
        <a:buClr>
          <a:schemeClr val="hlink"/>
        </a:buClr>
        <a:buFont typeface="Wingdings" pitchFamily="2" charset="2"/>
        <a:buChar char="v"/>
        <a:defRPr sz="2800" b="1">
          <a:solidFill>
            <a:schemeClr val="tx1"/>
          </a:solidFill>
          <a:latin typeface="+mn-lt"/>
          <a:ea typeface="+mn-ea"/>
          <a:cs typeface="+mn-cs"/>
        </a:defRPr>
      </a:lvl1pPr>
      <a:lvl2pPr marL="742950" indent="-285750" algn="l" rtl="0" eaLnBrk="0" fontAlgn="base" latinLnBrk="1" hangingPunct="0">
        <a:spcBef>
          <a:spcPct val="20000"/>
        </a:spcBef>
        <a:spcAft>
          <a:spcPct val="0"/>
        </a:spcAft>
        <a:buClr>
          <a:schemeClr val="accent1"/>
        </a:buClr>
        <a:buFont typeface="Wingdings" pitchFamily="2" charset="2"/>
        <a:buChar char="§"/>
        <a:defRPr sz="2800">
          <a:solidFill>
            <a:schemeClr val="tx2"/>
          </a:solidFill>
          <a:latin typeface="+mj-lt"/>
        </a:defRPr>
      </a:lvl2pPr>
      <a:lvl3pPr marL="1143000" indent="-228600" algn="l" rtl="0" eaLnBrk="0" fontAlgn="base" latinLnBrk="1" hangingPunct="0">
        <a:spcBef>
          <a:spcPct val="20000"/>
        </a:spcBef>
        <a:spcAft>
          <a:spcPct val="0"/>
        </a:spcAft>
        <a:buClr>
          <a:schemeClr val="tx1"/>
        </a:buClr>
        <a:buChar char="•"/>
        <a:defRPr sz="2400">
          <a:solidFill>
            <a:schemeClr val="tx2"/>
          </a:solidFill>
          <a:latin typeface="+mj-lt"/>
        </a:defRPr>
      </a:lvl3pPr>
      <a:lvl4pPr marL="1600200" indent="-228600" algn="l" rtl="0" eaLnBrk="0" fontAlgn="base" latinLnBrk="1" hangingPunct="0">
        <a:spcBef>
          <a:spcPct val="20000"/>
        </a:spcBef>
        <a:spcAft>
          <a:spcPct val="0"/>
        </a:spcAft>
        <a:buChar char="–"/>
        <a:defRPr sz="2000">
          <a:solidFill>
            <a:schemeClr val="tx2"/>
          </a:solidFill>
          <a:latin typeface="+mj-lt"/>
        </a:defRPr>
      </a:lvl4pPr>
      <a:lvl5pPr marL="2057400" indent="-228600" algn="l" rtl="0" eaLnBrk="0" fontAlgn="base" latinLnBrk="1" hangingPunct="0">
        <a:spcBef>
          <a:spcPct val="20000"/>
        </a:spcBef>
        <a:spcAft>
          <a:spcPct val="0"/>
        </a:spcAft>
        <a:buChar char="»"/>
        <a:defRPr sz="2000">
          <a:solidFill>
            <a:schemeClr val="tx2"/>
          </a:solidFill>
          <a:latin typeface="+mj-lt"/>
        </a:defRPr>
      </a:lvl5pPr>
      <a:lvl6pPr marL="2514600" indent="-228600" algn="l" rtl="0" eaLnBrk="0" fontAlgn="base" latinLnBrk="1" hangingPunct="0">
        <a:spcBef>
          <a:spcPct val="20000"/>
        </a:spcBef>
        <a:spcAft>
          <a:spcPct val="0"/>
        </a:spcAft>
        <a:buChar char="»"/>
        <a:defRPr sz="2000">
          <a:solidFill>
            <a:schemeClr val="tx2"/>
          </a:solidFill>
          <a:latin typeface="+mj-lt"/>
        </a:defRPr>
      </a:lvl6pPr>
      <a:lvl7pPr marL="2971800" indent="-228600" algn="l" rtl="0" eaLnBrk="0" fontAlgn="base" latinLnBrk="1" hangingPunct="0">
        <a:spcBef>
          <a:spcPct val="20000"/>
        </a:spcBef>
        <a:spcAft>
          <a:spcPct val="0"/>
        </a:spcAft>
        <a:buChar char="»"/>
        <a:defRPr sz="2000">
          <a:solidFill>
            <a:schemeClr val="tx2"/>
          </a:solidFill>
          <a:latin typeface="+mj-lt"/>
        </a:defRPr>
      </a:lvl7pPr>
      <a:lvl8pPr marL="3429000" indent="-228600" algn="l" rtl="0" eaLnBrk="0" fontAlgn="base" latinLnBrk="1" hangingPunct="0">
        <a:spcBef>
          <a:spcPct val="20000"/>
        </a:spcBef>
        <a:spcAft>
          <a:spcPct val="0"/>
        </a:spcAft>
        <a:buChar char="»"/>
        <a:defRPr sz="2000">
          <a:solidFill>
            <a:schemeClr val="tx2"/>
          </a:solidFill>
          <a:latin typeface="+mj-lt"/>
        </a:defRPr>
      </a:lvl8pPr>
      <a:lvl9pPr marL="3886200" indent="-228600" algn="l" rtl="0" eaLnBrk="0" fontAlgn="base" latinLnBrk="1" hangingPunct="0">
        <a:spcBef>
          <a:spcPct val="20000"/>
        </a:spcBef>
        <a:spcAft>
          <a:spcPct val="0"/>
        </a:spcAft>
        <a:buChar char="»"/>
        <a:defRPr sz="2000">
          <a:solidFill>
            <a:schemeClr val="tx2"/>
          </a:solidFill>
          <a:latin typeface="+mj-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25.bin"/><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26.bin"/><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27.bin"/><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28.bin"/><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ctrTitle" idx="4294967295"/>
          </p:nvPr>
        </p:nvSpPr>
        <p:spPr>
          <a:xfrm>
            <a:off x="0" y="0"/>
            <a:ext cx="9144000" cy="2357430"/>
          </a:xfrm>
          <a:solidFill>
            <a:srgbClr val="003296"/>
          </a:solidFill>
          <a:effectLst>
            <a:outerShdw dist="28398" dir="3806097" algn="ctr" rotWithShape="0">
              <a:srgbClr val="000066">
                <a:alpha val="50000"/>
              </a:srgbClr>
            </a:outerShdw>
          </a:effectLst>
        </p:spPr>
        <p:txBody>
          <a:bodyPr/>
          <a:lstStyle/>
          <a:p>
            <a:pPr algn="ctr" eaLnBrk="1" hangingPunct="1">
              <a:defRPr/>
            </a:pPr>
            <a:r>
              <a:rPr lang="en-US" altLang="ko-KR" b="1" dirty="0">
                <a:solidFill>
                  <a:schemeClr val="accent1"/>
                </a:solidFill>
                <a:latin typeface="Times New Roman" pitchFamily="18" charset="0"/>
                <a:ea typeface="굴림" pitchFamily="50" charset="-127"/>
              </a:rPr>
              <a:t>CROSS-BORDER INVESTMENT ENVIRONMENT</a:t>
            </a:r>
          </a:p>
        </p:txBody>
      </p:sp>
      <p:grpSp>
        <p:nvGrpSpPr>
          <p:cNvPr id="57347" name="Group 3"/>
          <p:cNvGrpSpPr>
            <a:grpSpLocks/>
          </p:cNvGrpSpPr>
          <p:nvPr/>
        </p:nvGrpSpPr>
        <p:grpSpPr bwMode="auto">
          <a:xfrm>
            <a:off x="0" y="2924175"/>
            <a:ext cx="9144000" cy="123825"/>
            <a:chOff x="432" y="912"/>
            <a:chExt cx="5808" cy="48"/>
          </a:xfrm>
        </p:grpSpPr>
        <p:sp>
          <p:nvSpPr>
            <p:cNvPr id="57350" name="Line 4"/>
            <p:cNvSpPr>
              <a:spLocks noChangeShapeType="1"/>
            </p:cNvSpPr>
            <p:nvPr/>
          </p:nvSpPr>
          <p:spPr bwMode="auto">
            <a:xfrm>
              <a:off x="432" y="912"/>
              <a:ext cx="5808" cy="0"/>
            </a:xfrm>
            <a:prstGeom prst="line">
              <a:avLst/>
            </a:prstGeom>
            <a:noFill/>
            <a:ln w="76200">
              <a:solidFill>
                <a:schemeClr val="bg2"/>
              </a:solidFill>
              <a:round/>
              <a:headEnd/>
              <a:tailEnd/>
            </a:ln>
          </p:spPr>
          <p:txBody>
            <a:bodyPr wrap="none" anchor="ctr"/>
            <a:lstStyle/>
            <a:p>
              <a:endParaRPr lang="ko-KR" altLang="en-US"/>
            </a:p>
          </p:txBody>
        </p:sp>
        <p:sp>
          <p:nvSpPr>
            <p:cNvPr id="57351" name="Line 5"/>
            <p:cNvSpPr>
              <a:spLocks noChangeShapeType="1"/>
            </p:cNvSpPr>
            <p:nvPr/>
          </p:nvSpPr>
          <p:spPr bwMode="auto">
            <a:xfrm>
              <a:off x="432" y="960"/>
              <a:ext cx="5808" cy="0"/>
            </a:xfrm>
            <a:prstGeom prst="line">
              <a:avLst/>
            </a:prstGeom>
            <a:noFill/>
            <a:ln w="3175">
              <a:solidFill>
                <a:schemeClr val="bg2"/>
              </a:solidFill>
              <a:round/>
              <a:headEnd/>
              <a:tailEnd/>
            </a:ln>
          </p:spPr>
          <p:txBody>
            <a:bodyPr wrap="none" anchor="ctr"/>
            <a:lstStyle/>
            <a:p>
              <a:endParaRPr lang="ko-KR" altLang="en-US"/>
            </a:p>
          </p:txBody>
        </p:sp>
      </p:grpSp>
      <p:sp>
        <p:nvSpPr>
          <p:cNvPr id="57348" name="Text Box 9"/>
          <p:cNvSpPr txBox="1">
            <a:spLocks noChangeArrowheads="1"/>
          </p:cNvSpPr>
          <p:nvPr/>
        </p:nvSpPr>
        <p:spPr bwMode="auto">
          <a:xfrm>
            <a:off x="5364088" y="4717013"/>
            <a:ext cx="2929392" cy="800219"/>
          </a:xfrm>
          <a:prstGeom prst="rect">
            <a:avLst/>
          </a:prstGeom>
          <a:noFill/>
          <a:ln w="12700">
            <a:noFill/>
            <a:miter lim="800000"/>
            <a:headEnd/>
            <a:tailEnd/>
          </a:ln>
        </p:spPr>
        <p:txBody>
          <a:bodyPr wrap="none" lIns="0" tIns="0" rIns="0" bIns="0">
            <a:spAutoFit/>
          </a:bodyPr>
          <a:lstStyle/>
          <a:p>
            <a:pPr algn="r"/>
            <a:r>
              <a:rPr lang="en-US" altLang="ko-KR" sz="2800" dirty="0">
                <a:solidFill>
                  <a:srgbClr val="99FF33"/>
                </a:solidFill>
                <a:ea typeface="굴림" pitchFamily="50" charset="-127"/>
              </a:rPr>
              <a:t>Dr. </a:t>
            </a:r>
            <a:r>
              <a:rPr lang="en-US" altLang="ko-KR" sz="2800" dirty="0" err="1">
                <a:solidFill>
                  <a:srgbClr val="99FF33"/>
                </a:solidFill>
                <a:ea typeface="굴림" pitchFamily="50" charset="-127"/>
              </a:rPr>
              <a:t>Kwangsoo</a:t>
            </a:r>
            <a:r>
              <a:rPr lang="en-US" altLang="ko-KR" sz="2800" dirty="0">
                <a:solidFill>
                  <a:srgbClr val="99FF33"/>
                </a:solidFill>
                <a:ea typeface="굴림" pitchFamily="50" charset="-127"/>
              </a:rPr>
              <a:t> Kim</a:t>
            </a:r>
          </a:p>
          <a:p>
            <a:pPr algn="r"/>
            <a:r>
              <a:rPr lang="en-US" altLang="ko-KR" dirty="0" err="1">
                <a:solidFill>
                  <a:srgbClr val="99FF33"/>
                </a:solidFill>
                <a:ea typeface="굴림" pitchFamily="50" charset="-127"/>
              </a:rPr>
              <a:t>Konkuk</a:t>
            </a:r>
            <a:r>
              <a:rPr lang="en-US" altLang="ko-KR" dirty="0">
                <a:solidFill>
                  <a:srgbClr val="99FF33"/>
                </a:solidFill>
                <a:ea typeface="굴림" pitchFamily="50" charset="-127"/>
              </a:rPr>
              <a:t> University</a:t>
            </a:r>
          </a:p>
        </p:txBody>
      </p:sp>
      <p:sp>
        <p:nvSpPr>
          <p:cNvPr id="57349" name="Rectangle 8"/>
          <p:cNvSpPr>
            <a:spLocks noChangeArrowheads="1"/>
          </p:cNvSpPr>
          <p:nvPr/>
        </p:nvSpPr>
        <p:spPr bwMode="auto">
          <a:xfrm>
            <a:off x="5214938" y="4384675"/>
            <a:ext cx="3240087" cy="1582738"/>
          </a:xfrm>
          <a:prstGeom prst="rect">
            <a:avLst/>
          </a:prstGeom>
          <a:noFill/>
          <a:ln w="38100">
            <a:solidFill>
              <a:schemeClr val="bg2"/>
            </a:solidFill>
            <a:miter lim="800000"/>
            <a:headEnd/>
            <a:tailEnd/>
          </a:ln>
        </p:spPr>
        <p:txBody>
          <a:bodyPr wrap="none" anchor="ctr"/>
          <a:lstStyle/>
          <a:p>
            <a:pPr latinLnBrk="1"/>
            <a:endParaRPr kumimoji="1" lang="ko-KR" altLang="en-US" sz="1800" b="0">
              <a:solidFill>
                <a:schemeClr val="bg1"/>
              </a:solidFill>
              <a:latin typeface="Franklin Gothic Heavy" pitchFamily="34" charset="0"/>
              <a:ea typeface="굴림" pitchFamily="50" charset="-127"/>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Box 23"/>
          <p:cNvSpPr txBox="1">
            <a:spLocks noChangeArrowheads="1"/>
          </p:cNvSpPr>
          <p:nvPr/>
        </p:nvSpPr>
        <p:spPr bwMode="auto">
          <a:xfrm>
            <a:off x="3059113" y="260350"/>
            <a:ext cx="2789237" cy="641350"/>
          </a:xfrm>
          <a:prstGeom prst="rect">
            <a:avLst/>
          </a:prstGeom>
          <a:noFill/>
          <a:ln w="9525">
            <a:noFill/>
            <a:miter lim="800000"/>
            <a:headEnd/>
            <a:tailEnd/>
          </a:ln>
          <a:effectLst>
            <a:outerShdw dist="17961" dir="2700000" algn="ctr" rotWithShape="0">
              <a:schemeClr val="tx2"/>
            </a:outerShdw>
          </a:effectLst>
        </p:spPr>
        <p:txBody>
          <a:bodyPr>
            <a:spAutoFit/>
          </a:bodyPr>
          <a:lstStyle/>
          <a:p>
            <a:pPr algn="ctr" latinLnBrk="0">
              <a:defRPr/>
            </a:pPr>
            <a:r>
              <a:rPr kumimoji="0" lang="en-US" altLang="ko-KR" sz="3600" b="1" dirty="0">
                <a:solidFill>
                  <a:srgbClr val="FFCC00"/>
                </a:solidFill>
                <a:effectLst>
                  <a:outerShdw blurRad="38100" dist="38100" dir="2700000" algn="tl">
                    <a:srgbClr val="000000"/>
                  </a:outerShdw>
                </a:effectLst>
                <a:ea typeface="HY헤드라인M" pitchFamily="18" charset="-127"/>
                <a:cs typeface="Times New Roman" pitchFamily="18" charset="0"/>
              </a:rPr>
              <a:t>AGENDA</a:t>
            </a:r>
            <a:endParaRPr kumimoji="0" lang="ko-KR" altLang="en-US" sz="3600" b="1" dirty="0">
              <a:solidFill>
                <a:srgbClr val="FFCC00"/>
              </a:solidFill>
              <a:effectLst>
                <a:outerShdw blurRad="38100" dist="38100" dir="2700000" algn="tl">
                  <a:srgbClr val="000000"/>
                </a:outerShdw>
              </a:effectLst>
              <a:ea typeface="HY헤드라인M" pitchFamily="18" charset="-127"/>
              <a:cs typeface="Times New Roman" pitchFamily="18" charset="0"/>
            </a:endParaRPr>
          </a:p>
        </p:txBody>
      </p:sp>
      <p:grpSp>
        <p:nvGrpSpPr>
          <p:cNvPr id="25" name="Group 24"/>
          <p:cNvGrpSpPr/>
          <p:nvPr/>
        </p:nvGrpSpPr>
        <p:grpSpPr>
          <a:xfrm>
            <a:off x="285750" y="1500188"/>
            <a:ext cx="8572500" cy="4809132"/>
            <a:chOff x="285750" y="1500188"/>
            <a:chExt cx="8572500" cy="4071937"/>
          </a:xfrm>
        </p:grpSpPr>
        <p:grpSp>
          <p:nvGrpSpPr>
            <p:cNvPr id="2" name="Group 18"/>
            <p:cNvGrpSpPr>
              <a:grpSpLocks/>
            </p:cNvGrpSpPr>
            <p:nvPr/>
          </p:nvGrpSpPr>
          <p:grpSpPr bwMode="auto">
            <a:xfrm>
              <a:off x="285750" y="1500188"/>
              <a:ext cx="8572500" cy="4071937"/>
              <a:chOff x="285750" y="1500188"/>
              <a:chExt cx="8572500" cy="3929062"/>
            </a:xfrm>
          </p:grpSpPr>
          <p:grpSp>
            <p:nvGrpSpPr>
              <p:cNvPr id="3" name="Group 173"/>
              <p:cNvGrpSpPr>
                <a:grpSpLocks/>
              </p:cNvGrpSpPr>
              <p:nvPr/>
            </p:nvGrpSpPr>
            <p:grpSpPr bwMode="auto">
              <a:xfrm>
                <a:off x="285750" y="1500188"/>
                <a:ext cx="8572500" cy="842962"/>
                <a:chOff x="1248" y="1350"/>
                <a:chExt cx="3060" cy="348"/>
              </a:xfrm>
            </p:grpSpPr>
            <p:sp>
              <p:nvSpPr>
                <p:cNvPr id="15380" name="AutoShape 95"/>
                <p:cNvSpPr>
                  <a:spLocks noChangeArrowheads="1"/>
                </p:cNvSpPr>
                <p:nvPr/>
              </p:nvSpPr>
              <p:spPr bwMode="gray">
                <a:xfrm>
                  <a:off x="1248" y="1350"/>
                  <a:ext cx="3060" cy="348"/>
                </a:xfrm>
                <a:prstGeom prst="roundRect">
                  <a:avLst>
                    <a:gd name="adj" fmla="val 50000"/>
                  </a:avLst>
                </a:prstGeom>
                <a:solidFill>
                  <a:schemeClr val="bg1"/>
                </a:solidFill>
                <a:ln w="9525" algn="ctr">
                  <a:noFill/>
                  <a:round/>
                  <a:headEnd/>
                  <a:tailEnd/>
                </a:ln>
              </p:spPr>
              <p:txBody>
                <a:bodyPr wrap="none" anchor="ctr"/>
                <a:lstStyle/>
                <a:p>
                  <a:pPr latinLnBrk="0"/>
                  <a:endParaRPr kumimoji="0" lang="ko-KR" altLang="en-US" sz="3200">
                    <a:latin typeface="Arial" pitchFamily="34" charset="0"/>
                  </a:endParaRPr>
                </a:p>
              </p:txBody>
            </p:sp>
            <p:sp>
              <p:nvSpPr>
                <p:cNvPr id="15381" name="AutoShape 94"/>
                <p:cNvSpPr>
                  <a:spLocks noChangeArrowheads="1"/>
                </p:cNvSpPr>
                <p:nvPr/>
              </p:nvSpPr>
              <p:spPr bwMode="gray">
                <a:xfrm>
                  <a:off x="1303" y="1380"/>
                  <a:ext cx="2969" cy="288"/>
                </a:xfrm>
                <a:prstGeom prst="roundRect">
                  <a:avLst>
                    <a:gd name="adj" fmla="val 50000"/>
                  </a:avLst>
                </a:prstGeom>
                <a:solidFill>
                  <a:schemeClr val="bg1">
                    <a:alpha val="50195"/>
                  </a:schemeClr>
                </a:solidFill>
                <a:ln w="9525" algn="ctr">
                  <a:noFill/>
                  <a:round/>
                  <a:headEnd/>
                  <a:tailEnd/>
                </a:ln>
              </p:spPr>
              <p:txBody>
                <a:bodyPr wrap="none" anchor="ctr"/>
                <a:lstStyle/>
                <a:p>
                  <a:pPr latinLnBrk="0"/>
                  <a:endParaRPr kumimoji="0" lang="ko-KR" altLang="en-US" sz="3200">
                    <a:latin typeface="Arial" pitchFamily="34" charset="0"/>
                  </a:endParaRPr>
                </a:p>
              </p:txBody>
            </p:sp>
            <p:sp>
              <p:nvSpPr>
                <p:cNvPr id="100" name="Text Box 42"/>
                <p:cNvSpPr txBox="1">
                  <a:spLocks noChangeArrowheads="1"/>
                </p:cNvSpPr>
                <p:nvPr/>
              </p:nvSpPr>
              <p:spPr bwMode="gray">
                <a:xfrm>
                  <a:off x="1358" y="1380"/>
                  <a:ext cx="2839" cy="233"/>
                </a:xfrm>
                <a:prstGeom prst="rect">
                  <a:avLst/>
                </a:prstGeom>
                <a:solidFill>
                  <a:schemeClr val="bg1"/>
                </a:solidFill>
                <a:ln w="9525" algn="ctr">
                  <a:noFill/>
                  <a:miter lim="800000"/>
                  <a:headEnd/>
                  <a:tailEnd/>
                </a:ln>
                <a:effectLst>
                  <a:outerShdw dist="35921" dir="2700000" algn="ctr" rotWithShape="0">
                    <a:schemeClr val="bg2">
                      <a:alpha val="50000"/>
                    </a:schemeClr>
                  </a:outerShdw>
                </a:effectLst>
              </p:spPr>
              <p:txBody>
                <a:bodyPr>
                  <a:spAutoFit/>
                </a:bodyPr>
                <a:lstStyle/>
                <a:p>
                  <a:pPr algn="ctr" latinLnBrk="0">
                    <a:defRPr/>
                  </a:pPr>
                  <a:endParaRPr kumimoji="0" lang="en-US" altLang="ko-KR" sz="3200" dirty="0">
                    <a:latin typeface="Arial" charset="0"/>
                    <a:ea typeface="HY견고딕" pitchFamily="18" charset="-127"/>
                    <a:cs typeface="Times New Roman" pitchFamily="18" charset="0"/>
                  </a:endParaRPr>
                </a:p>
              </p:txBody>
            </p:sp>
          </p:grpSp>
          <p:grpSp>
            <p:nvGrpSpPr>
              <p:cNvPr id="4" name="Group 174"/>
              <p:cNvGrpSpPr>
                <a:grpSpLocks/>
              </p:cNvGrpSpPr>
              <p:nvPr/>
            </p:nvGrpSpPr>
            <p:grpSpPr bwMode="auto">
              <a:xfrm>
                <a:off x="285750" y="2563813"/>
                <a:ext cx="8501063" cy="842962"/>
                <a:chOff x="1260" y="1794"/>
                <a:chExt cx="3060" cy="348"/>
              </a:xfrm>
            </p:grpSpPr>
            <p:sp>
              <p:nvSpPr>
                <p:cNvPr id="15377" name="AutoShape 109"/>
                <p:cNvSpPr>
                  <a:spLocks noChangeArrowheads="1"/>
                </p:cNvSpPr>
                <p:nvPr/>
              </p:nvSpPr>
              <p:spPr bwMode="gray">
                <a:xfrm>
                  <a:off x="1260" y="1794"/>
                  <a:ext cx="3060" cy="348"/>
                </a:xfrm>
                <a:prstGeom prst="roundRect">
                  <a:avLst>
                    <a:gd name="adj" fmla="val 50000"/>
                  </a:avLst>
                </a:prstGeom>
                <a:solidFill>
                  <a:schemeClr val="bg1"/>
                </a:solidFill>
                <a:ln w="9525" algn="ctr">
                  <a:noFill/>
                  <a:round/>
                  <a:headEnd/>
                  <a:tailEnd/>
                </a:ln>
              </p:spPr>
              <p:txBody>
                <a:bodyPr wrap="none" anchor="ctr"/>
                <a:lstStyle/>
                <a:p>
                  <a:pPr latinLnBrk="0"/>
                  <a:endParaRPr kumimoji="0" lang="ko-KR" altLang="en-US" sz="3200">
                    <a:latin typeface="Arial" pitchFamily="34" charset="0"/>
                  </a:endParaRPr>
                </a:p>
              </p:txBody>
            </p:sp>
            <p:sp>
              <p:nvSpPr>
                <p:cNvPr id="15378" name="AutoShape 110"/>
                <p:cNvSpPr>
                  <a:spLocks noChangeArrowheads="1"/>
                </p:cNvSpPr>
                <p:nvPr/>
              </p:nvSpPr>
              <p:spPr bwMode="gray">
                <a:xfrm>
                  <a:off x="1315" y="1824"/>
                  <a:ext cx="2969" cy="288"/>
                </a:xfrm>
                <a:prstGeom prst="roundRect">
                  <a:avLst>
                    <a:gd name="adj" fmla="val 50000"/>
                  </a:avLst>
                </a:prstGeom>
                <a:solidFill>
                  <a:schemeClr val="bg1">
                    <a:alpha val="50195"/>
                  </a:schemeClr>
                </a:solidFill>
                <a:ln w="9525" algn="ctr">
                  <a:noFill/>
                  <a:round/>
                  <a:headEnd/>
                  <a:tailEnd/>
                </a:ln>
              </p:spPr>
              <p:txBody>
                <a:bodyPr wrap="none" anchor="ctr"/>
                <a:lstStyle/>
                <a:p>
                  <a:pPr latinLnBrk="0"/>
                  <a:endParaRPr kumimoji="0" lang="ko-KR" altLang="en-US" sz="3200">
                    <a:latin typeface="Arial" pitchFamily="34" charset="0"/>
                  </a:endParaRPr>
                </a:p>
              </p:txBody>
            </p:sp>
            <p:sp>
              <p:nvSpPr>
                <p:cNvPr id="104" name="Text Box 111"/>
                <p:cNvSpPr txBox="1">
                  <a:spLocks noChangeArrowheads="1"/>
                </p:cNvSpPr>
                <p:nvPr/>
              </p:nvSpPr>
              <p:spPr bwMode="gray">
                <a:xfrm>
                  <a:off x="1311" y="1824"/>
                  <a:ext cx="2931" cy="197"/>
                </a:xfrm>
                <a:prstGeom prst="rect">
                  <a:avLst/>
                </a:prstGeom>
                <a:solidFill>
                  <a:schemeClr val="bg1"/>
                </a:solidFill>
                <a:ln w="9525" algn="ctr">
                  <a:noFill/>
                  <a:miter lim="800000"/>
                  <a:headEnd/>
                  <a:tailEnd/>
                </a:ln>
                <a:effectLst>
                  <a:outerShdw dist="35921" dir="2700000" algn="ctr" rotWithShape="0">
                    <a:schemeClr val="bg2">
                      <a:alpha val="50000"/>
                    </a:schemeClr>
                  </a:outerShdw>
                </a:effectLst>
              </p:spPr>
              <p:txBody>
                <a:bodyPr>
                  <a:spAutoFit/>
                </a:bodyPr>
                <a:lstStyle/>
                <a:p>
                  <a:pPr algn="ctr" latinLnBrk="0">
                    <a:defRPr/>
                  </a:pPr>
                  <a:r>
                    <a:rPr lang="en-US" altLang="ko-KR" sz="3200" dirty="0">
                      <a:ea typeface="HY견고딕" pitchFamily="18" charset="-127"/>
                      <a:cs typeface="Times New Roman" pitchFamily="18" charset="0"/>
                    </a:rPr>
                    <a:t>Theory of FDI</a:t>
                  </a:r>
                  <a:endParaRPr kumimoji="0" lang="en-US" altLang="ko-KR" sz="3200" dirty="0">
                    <a:latin typeface="Arial" charset="0"/>
                    <a:ea typeface="HY견고딕" pitchFamily="18" charset="-127"/>
                    <a:cs typeface="Times New Roman" pitchFamily="18" charset="0"/>
                  </a:endParaRPr>
                </a:p>
              </p:txBody>
            </p:sp>
          </p:grpSp>
          <p:grpSp>
            <p:nvGrpSpPr>
              <p:cNvPr id="5" name="Group 175"/>
              <p:cNvGrpSpPr>
                <a:grpSpLocks/>
              </p:cNvGrpSpPr>
              <p:nvPr/>
            </p:nvGrpSpPr>
            <p:grpSpPr bwMode="auto">
              <a:xfrm>
                <a:off x="285750" y="3571875"/>
                <a:ext cx="8501063" cy="842963"/>
                <a:chOff x="1248" y="2244"/>
                <a:chExt cx="3060" cy="348"/>
              </a:xfrm>
            </p:grpSpPr>
            <p:sp>
              <p:nvSpPr>
                <p:cNvPr id="15374" name="AutoShape 125"/>
                <p:cNvSpPr>
                  <a:spLocks noChangeArrowheads="1"/>
                </p:cNvSpPr>
                <p:nvPr/>
              </p:nvSpPr>
              <p:spPr bwMode="gray">
                <a:xfrm>
                  <a:off x="1248" y="2244"/>
                  <a:ext cx="3060" cy="348"/>
                </a:xfrm>
                <a:prstGeom prst="roundRect">
                  <a:avLst>
                    <a:gd name="adj" fmla="val 50000"/>
                  </a:avLst>
                </a:prstGeom>
                <a:solidFill>
                  <a:schemeClr val="bg1"/>
                </a:solidFill>
                <a:ln w="9525" algn="ctr">
                  <a:noFill/>
                  <a:round/>
                  <a:headEnd/>
                  <a:tailEnd/>
                </a:ln>
              </p:spPr>
              <p:txBody>
                <a:bodyPr wrap="none" anchor="ctr"/>
                <a:lstStyle/>
                <a:p>
                  <a:pPr algn="ctr" latinLnBrk="0"/>
                  <a:endParaRPr kumimoji="0" lang="ko-KR" altLang="en-US" sz="3200">
                    <a:latin typeface="Arial" pitchFamily="34" charset="0"/>
                  </a:endParaRPr>
                </a:p>
              </p:txBody>
            </p:sp>
            <p:sp>
              <p:nvSpPr>
                <p:cNvPr id="15375" name="AutoShape 126"/>
                <p:cNvSpPr>
                  <a:spLocks noChangeArrowheads="1"/>
                </p:cNvSpPr>
                <p:nvPr/>
              </p:nvSpPr>
              <p:spPr bwMode="gray">
                <a:xfrm>
                  <a:off x="1303" y="2274"/>
                  <a:ext cx="2969" cy="288"/>
                </a:xfrm>
                <a:prstGeom prst="roundRect">
                  <a:avLst>
                    <a:gd name="adj" fmla="val 50000"/>
                  </a:avLst>
                </a:prstGeom>
                <a:solidFill>
                  <a:schemeClr val="bg1">
                    <a:alpha val="50195"/>
                  </a:schemeClr>
                </a:solidFill>
                <a:ln w="9525" algn="ctr">
                  <a:noFill/>
                  <a:round/>
                  <a:headEnd/>
                  <a:tailEnd/>
                </a:ln>
              </p:spPr>
              <p:txBody>
                <a:bodyPr wrap="none" anchor="ctr"/>
                <a:lstStyle/>
                <a:p>
                  <a:pPr algn="ctr" latinLnBrk="0"/>
                  <a:endParaRPr kumimoji="0" lang="ko-KR" altLang="en-US" sz="3200">
                    <a:latin typeface="Arial" pitchFamily="34" charset="0"/>
                  </a:endParaRPr>
                </a:p>
              </p:txBody>
            </p:sp>
            <p:sp>
              <p:nvSpPr>
                <p:cNvPr id="108" name="Text Box 127"/>
                <p:cNvSpPr txBox="1">
                  <a:spLocks noChangeArrowheads="1"/>
                </p:cNvSpPr>
                <p:nvPr/>
              </p:nvSpPr>
              <p:spPr bwMode="gray">
                <a:xfrm>
                  <a:off x="1325" y="2274"/>
                  <a:ext cx="2906" cy="197"/>
                </a:xfrm>
                <a:prstGeom prst="rect">
                  <a:avLst/>
                </a:prstGeom>
                <a:solidFill>
                  <a:schemeClr val="bg1"/>
                </a:solidFill>
                <a:ln w="9525" algn="ctr">
                  <a:noFill/>
                  <a:miter lim="800000"/>
                  <a:headEnd/>
                  <a:tailEnd/>
                </a:ln>
                <a:effectLst>
                  <a:outerShdw dist="35921" dir="2700000" algn="ctr" rotWithShape="0">
                    <a:schemeClr val="bg2">
                      <a:alpha val="50000"/>
                    </a:schemeClr>
                  </a:outerShdw>
                </a:effectLst>
              </p:spPr>
              <p:txBody>
                <a:bodyPr>
                  <a:spAutoFit/>
                </a:bodyPr>
                <a:lstStyle/>
                <a:p>
                  <a:pPr algn="ctr" latinLnBrk="0">
                    <a:defRPr/>
                  </a:pPr>
                  <a:r>
                    <a:rPr kumimoji="0" lang="en-US" altLang="ko-KR" sz="3200" dirty="0">
                      <a:latin typeface="Times New Roman" pitchFamily="18" charset="0"/>
                      <a:ea typeface="HY견고딕" pitchFamily="18" charset="-127"/>
                      <a:cs typeface="Times New Roman" pitchFamily="18" charset="0"/>
                    </a:rPr>
                    <a:t>Political Economy of FDI</a:t>
                  </a:r>
                </a:p>
              </p:txBody>
            </p:sp>
          </p:grpSp>
          <p:grpSp>
            <p:nvGrpSpPr>
              <p:cNvPr id="6" name="Group 176"/>
              <p:cNvGrpSpPr>
                <a:grpSpLocks/>
              </p:cNvGrpSpPr>
              <p:nvPr/>
            </p:nvGrpSpPr>
            <p:grpSpPr bwMode="auto">
              <a:xfrm>
                <a:off x="285750" y="4586288"/>
                <a:ext cx="8501063" cy="842962"/>
                <a:chOff x="1248" y="2724"/>
                <a:chExt cx="3060" cy="348"/>
              </a:xfrm>
            </p:grpSpPr>
            <p:sp>
              <p:nvSpPr>
                <p:cNvPr id="15371" name="AutoShape 141"/>
                <p:cNvSpPr>
                  <a:spLocks noChangeArrowheads="1"/>
                </p:cNvSpPr>
                <p:nvPr/>
              </p:nvSpPr>
              <p:spPr bwMode="gray">
                <a:xfrm>
                  <a:off x="1248" y="2724"/>
                  <a:ext cx="3060" cy="348"/>
                </a:xfrm>
                <a:prstGeom prst="roundRect">
                  <a:avLst>
                    <a:gd name="adj" fmla="val 50000"/>
                  </a:avLst>
                </a:prstGeom>
                <a:solidFill>
                  <a:schemeClr val="bg1"/>
                </a:solidFill>
                <a:ln w="9525" algn="ctr">
                  <a:noFill/>
                  <a:round/>
                  <a:headEnd/>
                  <a:tailEnd/>
                </a:ln>
              </p:spPr>
              <p:txBody>
                <a:bodyPr wrap="none" anchor="ctr"/>
                <a:lstStyle/>
                <a:p>
                  <a:pPr latinLnBrk="0"/>
                  <a:endParaRPr kumimoji="0" lang="ko-KR" altLang="en-US" sz="3200">
                    <a:latin typeface="Times New Roman" pitchFamily="18" charset="0"/>
                    <a:cs typeface="Times New Roman" pitchFamily="18" charset="0"/>
                  </a:endParaRPr>
                </a:p>
              </p:txBody>
            </p:sp>
            <p:sp>
              <p:nvSpPr>
                <p:cNvPr id="15372" name="AutoShape 142"/>
                <p:cNvSpPr>
                  <a:spLocks noChangeArrowheads="1"/>
                </p:cNvSpPr>
                <p:nvPr/>
              </p:nvSpPr>
              <p:spPr bwMode="gray">
                <a:xfrm>
                  <a:off x="1303" y="2754"/>
                  <a:ext cx="2969" cy="288"/>
                </a:xfrm>
                <a:prstGeom prst="roundRect">
                  <a:avLst>
                    <a:gd name="adj" fmla="val 50000"/>
                  </a:avLst>
                </a:prstGeom>
                <a:solidFill>
                  <a:schemeClr val="bg1">
                    <a:alpha val="50195"/>
                  </a:schemeClr>
                </a:solidFill>
                <a:ln w="9525" algn="ctr">
                  <a:noFill/>
                  <a:round/>
                  <a:headEnd/>
                  <a:tailEnd/>
                </a:ln>
              </p:spPr>
              <p:txBody>
                <a:bodyPr wrap="none" anchor="ctr"/>
                <a:lstStyle/>
                <a:p>
                  <a:pPr latinLnBrk="0"/>
                  <a:endParaRPr kumimoji="0" lang="ko-KR" altLang="en-US" sz="3200">
                    <a:latin typeface="Times New Roman" pitchFamily="18" charset="0"/>
                    <a:cs typeface="Times New Roman" pitchFamily="18" charset="0"/>
                  </a:endParaRPr>
                </a:p>
              </p:txBody>
            </p:sp>
            <p:sp>
              <p:nvSpPr>
                <p:cNvPr id="112" name="Text Box 143"/>
                <p:cNvSpPr txBox="1">
                  <a:spLocks noChangeArrowheads="1"/>
                </p:cNvSpPr>
                <p:nvPr/>
              </p:nvSpPr>
              <p:spPr bwMode="gray">
                <a:xfrm>
                  <a:off x="1447" y="2777"/>
                  <a:ext cx="2784" cy="212"/>
                </a:xfrm>
                <a:prstGeom prst="rect">
                  <a:avLst/>
                </a:prstGeom>
                <a:solidFill>
                  <a:schemeClr val="bg1"/>
                </a:solidFill>
                <a:ln w="9525" algn="ctr">
                  <a:noFill/>
                  <a:miter lim="800000"/>
                  <a:headEnd/>
                  <a:tailEnd/>
                </a:ln>
                <a:effectLst>
                  <a:outerShdw dist="35921" dir="2700000" algn="ctr" rotWithShape="0">
                    <a:schemeClr val="bg2">
                      <a:alpha val="50000"/>
                    </a:schemeClr>
                  </a:outerShdw>
                </a:effectLst>
              </p:spPr>
              <p:txBody>
                <a:bodyPr>
                  <a:spAutoFit/>
                </a:bodyPr>
                <a:lstStyle/>
                <a:p>
                  <a:pPr algn="ctr" latinLnBrk="0">
                    <a:lnSpc>
                      <a:spcPct val="90000"/>
                    </a:lnSpc>
                    <a:spcBef>
                      <a:spcPct val="170000"/>
                    </a:spcBef>
                    <a:defRPr/>
                  </a:pPr>
                  <a:endParaRPr kumimoji="0" lang="ko-KR" altLang="en-US" sz="3200" dirty="0">
                    <a:latin typeface="Times New Roman" pitchFamily="18" charset="0"/>
                    <a:ea typeface="HY견고딕" pitchFamily="18" charset="-127"/>
                    <a:cs typeface="Times New Roman" pitchFamily="18" charset="0"/>
                  </a:endParaRPr>
                </a:p>
              </p:txBody>
            </p:sp>
          </p:grpSp>
        </p:grpSp>
        <p:sp>
          <p:nvSpPr>
            <p:cNvPr id="23" name="Text Box 143"/>
            <p:cNvSpPr txBox="1">
              <a:spLocks noChangeArrowheads="1"/>
            </p:cNvSpPr>
            <p:nvPr/>
          </p:nvSpPr>
          <p:spPr bwMode="gray">
            <a:xfrm>
              <a:off x="571500" y="4881563"/>
              <a:ext cx="8001000" cy="534987"/>
            </a:xfrm>
            <a:prstGeom prst="rect">
              <a:avLst/>
            </a:prstGeom>
            <a:solidFill>
              <a:schemeClr val="bg1"/>
            </a:solidFill>
            <a:ln w="9525" algn="ctr">
              <a:noFill/>
              <a:miter lim="800000"/>
              <a:headEnd/>
              <a:tailEnd/>
            </a:ln>
            <a:effectLst>
              <a:outerShdw dist="35921" dir="2700000" algn="ctr" rotWithShape="0">
                <a:schemeClr val="bg2">
                  <a:alpha val="50000"/>
                </a:schemeClr>
              </a:outerShdw>
            </a:effectLst>
          </p:spPr>
          <p:txBody>
            <a:bodyPr>
              <a:spAutoFit/>
            </a:bodyPr>
            <a:lstStyle/>
            <a:p>
              <a:pPr algn="ctr" latinLnBrk="0">
                <a:lnSpc>
                  <a:spcPct val="90000"/>
                </a:lnSpc>
                <a:spcBef>
                  <a:spcPct val="170000"/>
                </a:spcBef>
                <a:defRPr/>
              </a:pPr>
              <a:r>
                <a:rPr kumimoji="0" lang="en-US" altLang="ko-KR" sz="3200" dirty="0">
                  <a:latin typeface="Times New Roman" pitchFamily="18" charset="0"/>
                  <a:ea typeface="HY견고딕" pitchFamily="18" charset="-127"/>
                  <a:cs typeface="Times New Roman" pitchFamily="18" charset="0"/>
                </a:rPr>
                <a:t>Implications for Businesses</a:t>
              </a:r>
              <a:endParaRPr kumimoji="0" lang="ko-KR" altLang="en-US" sz="3200" dirty="0">
                <a:latin typeface="Times New Roman" pitchFamily="18" charset="0"/>
                <a:ea typeface="HY견고딕" pitchFamily="18" charset="-127"/>
                <a:cs typeface="Times New Roman" pitchFamily="18" charset="0"/>
              </a:endParaRPr>
            </a:p>
          </p:txBody>
        </p:sp>
      </p:grpSp>
      <p:sp>
        <p:nvSpPr>
          <p:cNvPr id="26" name="Text Box 111"/>
          <p:cNvSpPr txBox="1">
            <a:spLocks noChangeArrowheads="1"/>
          </p:cNvSpPr>
          <p:nvPr/>
        </p:nvSpPr>
        <p:spPr bwMode="gray">
          <a:xfrm>
            <a:off x="461763" y="1692791"/>
            <a:ext cx="8142685" cy="584081"/>
          </a:xfrm>
          <a:prstGeom prst="rect">
            <a:avLst/>
          </a:prstGeom>
          <a:solidFill>
            <a:schemeClr val="bg1"/>
          </a:solidFill>
          <a:ln w="9525" algn="ctr">
            <a:noFill/>
            <a:miter lim="800000"/>
            <a:headEnd/>
            <a:tailEnd/>
          </a:ln>
          <a:effectLst>
            <a:outerShdw dist="35921" dir="2700000" algn="ctr" rotWithShape="0">
              <a:schemeClr val="bg2">
                <a:alpha val="50000"/>
              </a:schemeClr>
            </a:outerShdw>
          </a:effectLst>
        </p:spPr>
        <p:txBody>
          <a:bodyPr>
            <a:spAutoFit/>
          </a:bodyPr>
          <a:lstStyle/>
          <a:p>
            <a:pPr algn="ctr" latinLnBrk="0">
              <a:defRPr/>
            </a:pPr>
            <a:r>
              <a:rPr lang="en-US" altLang="ko-KR" sz="3200" dirty="0">
                <a:ea typeface="HY견고딕" pitchFamily="18" charset="-127"/>
                <a:cs typeface="Times New Roman" pitchFamily="18" charset="0"/>
              </a:rPr>
              <a:t>Concept and Trend of FDI</a:t>
            </a:r>
            <a:endParaRPr kumimoji="0" lang="en-US" altLang="ko-KR" sz="3200" dirty="0">
              <a:latin typeface="Arial" charset="0"/>
              <a:ea typeface="HY견고딕" pitchFamily="18" charset="-127"/>
              <a:cs typeface="Times New Roman" pitchFamily="18" charset="0"/>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602" name="Object 2">
            <a:hlinkClick r:id="" action="ppaction://ole?verb=0"/>
          </p:cNvPr>
          <p:cNvGraphicFramePr>
            <a:graphicFrameLocks/>
          </p:cNvGraphicFramePr>
          <p:nvPr/>
        </p:nvGraphicFramePr>
        <p:xfrm>
          <a:off x="381000" y="4208463"/>
          <a:ext cx="8382000" cy="2049462"/>
        </p:xfrm>
        <a:graphic>
          <a:graphicData uri="http://schemas.openxmlformats.org/presentationml/2006/ole">
            <mc:AlternateContent xmlns:mc="http://schemas.openxmlformats.org/markup-compatibility/2006">
              <mc:Choice xmlns:v="urn:schemas-microsoft-com:vml" Requires="v">
                <p:oleObj name="Clip" r:id="rId2" imgW="3657600" imgH="2338200" progId="">
                  <p:embed/>
                </p:oleObj>
              </mc:Choice>
              <mc:Fallback>
                <p:oleObj name="Clip" r:id="rId2" imgW="3657600" imgH="2338200" progId="">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4208463"/>
                        <a:ext cx="8382000" cy="2049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603" name="WordArt 3"/>
          <p:cNvSpPr>
            <a:spLocks noChangeArrowheads="1" noChangeShapeType="1" noTextEdit="1"/>
          </p:cNvSpPr>
          <p:nvPr/>
        </p:nvSpPr>
        <p:spPr bwMode="auto">
          <a:xfrm>
            <a:off x="467544" y="1412776"/>
            <a:ext cx="8280920" cy="2448272"/>
          </a:xfrm>
          <a:prstGeom prst="rect">
            <a:avLst/>
          </a:prstGeom>
        </p:spPr>
        <p:txBody>
          <a:bodyPr wrap="none" fromWordArt="1">
            <a:prstTxWarp prst="textSlantUp">
              <a:avLst>
                <a:gd name="adj" fmla="val 32056"/>
              </a:avLst>
            </a:prstTxWarp>
          </a:bodyPr>
          <a:lstStyle/>
          <a:p>
            <a:pPr algn="ctr"/>
            <a:r>
              <a:rPr lang="en-US" altLang="ko-KR" sz="4800" kern="10" dirty="0">
                <a:ln w="9525">
                  <a:solidFill>
                    <a:srgbClr val="CC99FF"/>
                  </a:solidFill>
                  <a:round/>
                  <a:headEnd/>
                  <a:tailEnd/>
                </a:ln>
                <a:gradFill rotWithShape="1">
                  <a:gsLst>
                    <a:gs pos="0">
                      <a:srgbClr val="333399"/>
                    </a:gs>
                    <a:gs pos="100000">
                      <a:schemeClr val="accent2"/>
                    </a:gs>
                  </a:gsLst>
                  <a:lin ang="5400000" scaled="1"/>
                </a:gradFill>
                <a:effectLst>
                  <a:outerShdw dist="53882" dir="2700000" algn="ctr" rotWithShape="0">
                    <a:srgbClr val="9999FF"/>
                  </a:outerShdw>
                </a:effectLst>
                <a:latin typeface="Impact"/>
              </a:rPr>
              <a:t>Concept and Trend of FDI</a:t>
            </a:r>
            <a:endParaRPr lang="ko-KR" altLang="en-US" sz="4800" kern="10" dirty="0">
              <a:ln w="9525">
                <a:solidFill>
                  <a:srgbClr val="CC99FF"/>
                </a:solidFill>
                <a:round/>
                <a:headEnd/>
                <a:tailEnd/>
              </a:ln>
              <a:gradFill rotWithShape="1">
                <a:gsLst>
                  <a:gs pos="0">
                    <a:srgbClr val="333399"/>
                  </a:gs>
                  <a:gs pos="100000">
                    <a:schemeClr val="accent2"/>
                  </a:gs>
                </a:gsLst>
                <a:lin ang="5400000" scaled="1"/>
              </a:gradFill>
              <a:effectLst>
                <a:outerShdw dist="53882" dir="2700000" algn="ctr" rotWithShape="0">
                  <a:srgbClr val="9999FF"/>
                </a:outerShdw>
              </a:effectLst>
              <a:latin typeface="Impact"/>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4" name="Rectangle 2" descr="Large confetti"/>
          <p:cNvSpPr>
            <a:spLocks noGrp="1" noChangeArrowheads="1"/>
          </p:cNvSpPr>
          <p:nvPr>
            <p:ph type="title"/>
          </p:nvPr>
        </p:nvSpPr>
        <p:spPr>
          <a:xfrm>
            <a:off x="0" y="0"/>
            <a:ext cx="9144000" cy="1143000"/>
          </a:xfrm>
          <a:noFill/>
        </p:spPr>
        <p:txBody>
          <a:bodyPr lIns="90488" tIns="44450" rIns="90488" bIns="44450" anchor="ctr"/>
          <a:lstStyle/>
          <a:p>
            <a:pPr algn="ctr" eaLnBrk="1" hangingPunct="1">
              <a:buClr>
                <a:schemeClr val="tx1"/>
              </a:buClr>
            </a:pPr>
            <a:r>
              <a:rPr kumimoji="0" lang="en-US" altLang="ko-KR" sz="3200" b="1" kern="1200" dirty="0">
                <a:solidFill>
                  <a:srgbClr val="FFCC00"/>
                </a:solidFill>
                <a:latin typeface="Times New Roman" pitchFamily="18" charset="0"/>
                <a:cs typeface="Times New Roman" pitchFamily="18" charset="0"/>
              </a:rPr>
              <a:t>Concept of FDI</a:t>
            </a:r>
          </a:p>
        </p:txBody>
      </p:sp>
      <p:sp>
        <p:nvSpPr>
          <p:cNvPr id="46083" name="Rectangle 3"/>
          <p:cNvSpPr>
            <a:spLocks noGrp="1" noChangeArrowheads="1"/>
          </p:cNvSpPr>
          <p:nvPr>
            <p:ph type="body" idx="1"/>
          </p:nvPr>
        </p:nvSpPr>
        <p:spPr>
          <a:xfrm>
            <a:off x="467544" y="1196752"/>
            <a:ext cx="8352928" cy="5589240"/>
          </a:xfrm>
          <a:noFill/>
        </p:spPr>
        <p:txBody>
          <a:bodyPr lIns="90488" tIns="44450" rIns="90488" bIns="44450"/>
          <a:lstStyle/>
          <a:p>
            <a:pPr eaLnBrk="1" hangingPunct="1">
              <a:lnSpc>
                <a:spcPts val="3000"/>
              </a:lnSpc>
              <a:buFont typeface="Arial" pitchFamily="34" charset="0"/>
              <a:buChar char="•"/>
              <a:defRPr/>
            </a:pPr>
            <a:r>
              <a:rPr lang="en-US" sz="2400" b="0" dirty="0">
                <a:latin typeface="Times New Roman" pitchFamily="18" charset="0"/>
                <a:cs typeface="Times New Roman" pitchFamily="18" charset="0"/>
              </a:rPr>
              <a:t>FDI (Foreign Direct Investment) occurs when a firm invests       directly in assets in a foreign country for </a:t>
            </a:r>
            <a:r>
              <a:rPr lang="en-US" sz="2400" b="0" i="1" dirty="0">
                <a:latin typeface="Times New Roman" pitchFamily="18" charset="0"/>
                <a:cs typeface="Times New Roman" pitchFamily="18" charset="0"/>
              </a:rPr>
              <a:t>management and        control purposes. </a:t>
            </a:r>
            <a:endParaRPr lang="en-US" sz="1000" b="0" dirty="0">
              <a:latin typeface="Times New Roman" pitchFamily="18" charset="0"/>
              <a:cs typeface="Times New Roman" pitchFamily="18" charset="0"/>
            </a:endParaRPr>
          </a:p>
          <a:p>
            <a:pPr eaLnBrk="1" hangingPunct="1">
              <a:lnSpc>
                <a:spcPts val="3000"/>
              </a:lnSpc>
              <a:buFont typeface="Arial" pitchFamily="34" charset="0"/>
              <a:buChar char="•"/>
              <a:defRPr/>
            </a:pPr>
            <a:r>
              <a:rPr lang="en-US" sz="2400" b="0" dirty="0">
                <a:latin typeface="Times New Roman" pitchFamily="18" charset="0"/>
                <a:cs typeface="Times New Roman" pitchFamily="18" charset="0"/>
              </a:rPr>
              <a:t>FDI includes buying shares of an enterprise in another country, reinvesting earnings of a foreign-owned enterprise in the           country where it is located, and parent firms extending loans to their foreign affiliates. </a:t>
            </a:r>
            <a:endParaRPr lang="en-US" sz="1000" b="0" dirty="0">
              <a:latin typeface="Times New Roman" pitchFamily="18" charset="0"/>
              <a:cs typeface="Times New Roman" pitchFamily="18" charset="0"/>
            </a:endParaRPr>
          </a:p>
          <a:p>
            <a:pPr marL="342900" lvl="1" indent="-342900" eaLnBrk="1" hangingPunct="1">
              <a:lnSpc>
                <a:spcPts val="3000"/>
              </a:lnSpc>
              <a:buClr>
                <a:schemeClr val="hlink"/>
              </a:buClr>
              <a:buFont typeface="Arial" pitchFamily="34" charset="0"/>
              <a:buChar char="•"/>
              <a:defRPr/>
            </a:pPr>
            <a:r>
              <a:rPr lang="en-US" sz="2400" b="0" dirty="0">
                <a:solidFill>
                  <a:schemeClr val="bg2">
                    <a:lumMod val="20000"/>
                    <a:lumOff val="80000"/>
                  </a:schemeClr>
                </a:solidFill>
                <a:latin typeface="Times New Roman" pitchFamily="18" charset="0"/>
                <a:cs typeface="Times New Roman" pitchFamily="18" charset="0"/>
              </a:rPr>
              <a:t>IMF guidelines: Foreign investment that accounts for at least    10 percent of the foreign firm's voting stock of shares.                    (</a:t>
            </a:r>
            <a:r>
              <a:rPr lang="en-US" sz="1600" dirty="0">
                <a:solidFill>
                  <a:schemeClr val="bg2">
                    <a:lumMod val="20000"/>
                    <a:lumOff val="80000"/>
                  </a:schemeClr>
                </a:solidFill>
                <a:latin typeface="Times New Roman" pitchFamily="18" charset="0"/>
                <a:cs typeface="Times New Roman" pitchFamily="18" charset="0"/>
              </a:rPr>
              <a:t>http://www.worldbank.org/depweb/english/beyond/global/glossary. Html)</a:t>
            </a:r>
            <a:endParaRPr lang="en-US" sz="1000" b="0" dirty="0">
              <a:latin typeface="Times New Roman" pitchFamily="18" charset="0"/>
              <a:cs typeface="Times New Roman" pitchFamily="18" charset="0"/>
            </a:endParaRPr>
          </a:p>
          <a:p>
            <a:pPr eaLnBrk="1" hangingPunct="1">
              <a:lnSpc>
                <a:spcPts val="3000"/>
              </a:lnSpc>
              <a:buFont typeface="Arial" pitchFamily="34" charset="0"/>
              <a:buChar char="•"/>
            </a:pPr>
            <a:r>
              <a:rPr lang="en-US" sz="2400" b="0" dirty="0">
                <a:latin typeface="Times New Roman" pitchFamily="18" charset="0"/>
                <a:cs typeface="Times New Roman" pitchFamily="18" charset="0"/>
              </a:rPr>
              <a:t>MNC/MNE: A firm that engages in FDI.</a:t>
            </a:r>
            <a:endParaRPr lang="en-US" sz="1000" dirty="0">
              <a:latin typeface="Times New Roman" pitchFamily="18" charset="0"/>
              <a:cs typeface="Times New Roman" pitchFamily="18" charset="0"/>
            </a:endParaRPr>
          </a:p>
          <a:p>
            <a:pPr eaLnBrk="1" hangingPunct="1">
              <a:lnSpc>
                <a:spcPts val="3000"/>
              </a:lnSpc>
              <a:buFont typeface="Arial" pitchFamily="34" charset="0"/>
              <a:buChar char="•"/>
            </a:pPr>
            <a:r>
              <a:rPr lang="en-US" sz="2400" b="0" dirty="0">
                <a:latin typeface="Times New Roman" pitchFamily="18" charset="0"/>
                <a:cs typeface="Times New Roman" pitchFamily="18" charset="0"/>
              </a:rPr>
              <a:t>FPI (Foreign portfolio investment): Foreign investment with no managerial involvement</a:t>
            </a:r>
            <a:endParaRPr lang="en-US" altLang="ko-KR" b="0" dirty="0">
              <a:solidFill>
                <a:schemeClr val="bg2">
                  <a:lumMod val="20000"/>
                  <a:lumOff val="80000"/>
                </a:schemeClr>
              </a:solidFill>
              <a:latin typeface="Times New Roman" pitchFamily="18" charset="0"/>
              <a:cs typeface="Times New Roman"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anim calcmode="lin" valueType="num">
                                      <p:cBhvr additive="base">
                                        <p:cTn id="7" dur="500" fill="hold"/>
                                        <p:tgtEl>
                                          <p:spTgt spid="4608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60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6083">
                                            <p:txEl>
                                              <p:pRg st="1" end="1"/>
                                            </p:txEl>
                                          </p:spTgt>
                                        </p:tgtEl>
                                        <p:attrNameLst>
                                          <p:attrName>style.visibility</p:attrName>
                                        </p:attrNameLst>
                                      </p:cBhvr>
                                      <p:to>
                                        <p:strVal val="visible"/>
                                      </p:to>
                                    </p:set>
                                    <p:anim calcmode="lin" valueType="num">
                                      <p:cBhvr additive="base">
                                        <p:cTn id="13" dur="500" fill="hold"/>
                                        <p:tgtEl>
                                          <p:spTgt spid="4608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60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6083">
                                            <p:txEl>
                                              <p:pRg st="2" end="2"/>
                                            </p:txEl>
                                          </p:spTgt>
                                        </p:tgtEl>
                                        <p:attrNameLst>
                                          <p:attrName>style.visibility</p:attrName>
                                        </p:attrNameLst>
                                      </p:cBhvr>
                                      <p:to>
                                        <p:strVal val="visible"/>
                                      </p:to>
                                    </p:set>
                                    <p:anim calcmode="lin" valueType="num">
                                      <p:cBhvr additive="base">
                                        <p:cTn id="19" dur="500" fill="hold"/>
                                        <p:tgtEl>
                                          <p:spTgt spid="4608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608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6083">
                                            <p:txEl>
                                              <p:pRg st="3" end="3"/>
                                            </p:txEl>
                                          </p:spTgt>
                                        </p:tgtEl>
                                        <p:attrNameLst>
                                          <p:attrName>style.visibility</p:attrName>
                                        </p:attrNameLst>
                                      </p:cBhvr>
                                      <p:to>
                                        <p:strVal val="visible"/>
                                      </p:to>
                                    </p:set>
                                    <p:anim calcmode="lin" valueType="num">
                                      <p:cBhvr additive="base">
                                        <p:cTn id="25" dur="500" fill="hold"/>
                                        <p:tgtEl>
                                          <p:spTgt spid="4608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608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6083">
                                            <p:txEl>
                                              <p:pRg st="4" end="4"/>
                                            </p:txEl>
                                          </p:spTgt>
                                        </p:tgtEl>
                                        <p:attrNameLst>
                                          <p:attrName>style.visibility</p:attrName>
                                        </p:attrNameLst>
                                      </p:cBhvr>
                                      <p:to>
                                        <p:strVal val="visible"/>
                                      </p:to>
                                    </p:set>
                                    <p:anim calcmode="lin" valueType="num">
                                      <p:cBhvr additive="base">
                                        <p:cTn id="31" dur="500" fill="hold"/>
                                        <p:tgtEl>
                                          <p:spTgt spid="4608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608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7" name="Rectangle 3"/>
          <p:cNvSpPr>
            <a:spLocks noGrp="1" noChangeArrowheads="1"/>
          </p:cNvSpPr>
          <p:nvPr>
            <p:ph type="body" idx="1"/>
          </p:nvPr>
        </p:nvSpPr>
        <p:spPr>
          <a:xfrm>
            <a:off x="481136" y="1219200"/>
            <a:ext cx="8195320" cy="5306144"/>
          </a:xfrm>
        </p:spPr>
        <p:txBody>
          <a:bodyPr lIns="90488" tIns="44450" rIns="90488" bIns="44450"/>
          <a:lstStyle/>
          <a:p>
            <a:pPr eaLnBrk="1" hangingPunct="1">
              <a:buFontTx/>
              <a:buChar char="•"/>
              <a:defRPr/>
            </a:pPr>
            <a:r>
              <a:rPr lang="en-US" altLang="ko-KR" b="0" kern="1200" dirty="0">
                <a:solidFill>
                  <a:schemeClr val="bg2">
                    <a:lumMod val="20000"/>
                    <a:lumOff val="80000"/>
                  </a:schemeClr>
                </a:solidFill>
                <a:latin typeface="Times New Roman" pitchFamily="18" charset="0"/>
                <a:cs typeface="Times New Roman" pitchFamily="18" charset="0"/>
              </a:rPr>
              <a:t>FDI Flow (FDI outflows/inflows):</a:t>
            </a:r>
            <a:br>
              <a:rPr lang="en-US" altLang="ko-KR" b="0" kern="1200" dirty="0">
                <a:solidFill>
                  <a:schemeClr val="bg2">
                    <a:lumMod val="20000"/>
                    <a:lumOff val="80000"/>
                  </a:schemeClr>
                </a:solidFill>
                <a:latin typeface="Times New Roman" pitchFamily="18" charset="0"/>
                <a:cs typeface="Times New Roman" pitchFamily="18" charset="0"/>
              </a:rPr>
            </a:br>
            <a:r>
              <a:rPr lang="en-US" altLang="ko-KR" b="0" kern="1200" dirty="0">
                <a:solidFill>
                  <a:schemeClr val="bg2">
                    <a:lumMod val="20000"/>
                    <a:lumOff val="80000"/>
                  </a:schemeClr>
                </a:solidFill>
                <a:latin typeface="Times New Roman" pitchFamily="18" charset="0"/>
                <a:cs typeface="Times New Roman" pitchFamily="18" charset="0"/>
              </a:rPr>
              <a:t>  </a:t>
            </a:r>
            <a:r>
              <a:rPr lang="en-US" altLang="ko-KR" sz="2400" b="0" kern="1200" dirty="0">
                <a:solidFill>
                  <a:schemeClr val="bg2">
                    <a:lumMod val="20000"/>
                    <a:lumOff val="80000"/>
                  </a:schemeClr>
                </a:solidFill>
                <a:latin typeface="Times New Roman" pitchFamily="18" charset="0"/>
                <a:cs typeface="Times New Roman" pitchFamily="18" charset="0"/>
              </a:rPr>
              <a:t>The amount of FDI undertaken over a period of time</a:t>
            </a:r>
          </a:p>
          <a:p>
            <a:pPr eaLnBrk="1" hangingPunct="1">
              <a:buFontTx/>
              <a:buChar char="•"/>
              <a:defRPr/>
            </a:pPr>
            <a:endParaRPr lang="en-US" altLang="ko-KR" sz="800" b="0" kern="1200" dirty="0">
              <a:solidFill>
                <a:schemeClr val="bg2">
                  <a:lumMod val="20000"/>
                  <a:lumOff val="80000"/>
                </a:schemeClr>
              </a:solidFill>
              <a:latin typeface="Times New Roman" pitchFamily="18" charset="0"/>
              <a:cs typeface="Times New Roman" pitchFamily="18" charset="0"/>
            </a:endParaRPr>
          </a:p>
          <a:p>
            <a:pPr eaLnBrk="1" hangingPunct="1">
              <a:buFontTx/>
              <a:buChar char="•"/>
              <a:defRPr/>
            </a:pPr>
            <a:r>
              <a:rPr lang="en-US" altLang="ko-KR" b="0" kern="1200" dirty="0">
                <a:solidFill>
                  <a:schemeClr val="bg2">
                    <a:lumMod val="20000"/>
                    <a:lumOff val="80000"/>
                  </a:schemeClr>
                </a:solidFill>
                <a:latin typeface="Times New Roman" pitchFamily="18" charset="0"/>
                <a:cs typeface="Times New Roman" pitchFamily="18" charset="0"/>
              </a:rPr>
              <a:t>FDI Stock:</a:t>
            </a:r>
          </a:p>
          <a:p>
            <a:pPr eaLnBrk="1" hangingPunct="1">
              <a:buNone/>
              <a:defRPr/>
            </a:pPr>
            <a:r>
              <a:rPr lang="en-US" altLang="ko-KR" sz="2400" b="0" kern="1200" dirty="0">
                <a:solidFill>
                  <a:schemeClr val="bg2">
                    <a:lumMod val="20000"/>
                    <a:lumOff val="80000"/>
                  </a:schemeClr>
                </a:solidFill>
                <a:latin typeface="Times New Roman" pitchFamily="18" charset="0"/>
                <a:cs typeface="Times New Roman" pitchFamily="18" charset="0"/>
              </a:rPr>
              <a:t>	  The total accumulated value of FDI at a given time</a:t>
            </a:r>
          </a:p>
          <a:p>
            <a:pPr eaLnBrk="1" hangingPunct="1">
              <a:buNone/>
              <a:defRPr/>
            </a:pPr>
            <a:endParaRPr lang="en-US" altLang="ko-KR" sz="800" b="0" kern="1200" dirty="0">
              <a:solidFill>
                <a:schemeClr val="bg2">
                  <a:lumMod val="20000"/>
                  <a:lumOff val="80000"/>
                </a:schemeClr>
              </a:solidFill>
              <a:latin typeface="Times New Roman" pitchFamily="18" charset="0"/>
              <a:cs typeface="Times New Roman" pitchFamily="18" charset="0"/>
            </a:endParaRPr>
          </a:p>
          <a:p>
            <a:pPr eaLnBrk="1" hangingPunct="1">
              <a:buFontTx/>
              <a:buChar char="•"/>
              <a:defRPr/>
            </a:pPr>
            <a:r>
              <a:rPr lang="en-US" altLang="ko-KR" b="0" kern="1200" dirty="0">
                <a:solidFill>
                  <a:schemeClr val="bg2">
                    <a:lumMod val="20000"/>
                    <a:lumOff val="80000"/>
                  </a:schemeClr>
                </a:solidFill>
                <a:latin typeface="Times New Roman" pitchFamily="18" charset="0"/>
                <a:cs typeface="Times New Roman" pitchFamily="18" charset="0"/>
              </a:rPr>
              <a:t>Horizontal FDI:</a:t>
            </a:r>
          </a:p>
          <a:p>
            <a:pPr eaLnBrk="1" hangingPunct="1">
              <a:buNone/>
              <a:defRPr/>
            </a:pPr>
            <a:r>
              <a:rPr lang="en-US" altLang="ko-KR" b="0" kern="1200" dirty="0">
                <a:solidFill>
                  <a:schemeClr val="bg2">
                    <a:lumMod val="20000"/>
                    <a:lumOff val="80000"/>
                  </a:schemeClr>
                </a:solidFill>
                <a:latin typeface="Times New Roman" pitchFamily="18" charset="0"/>
                <a:cs typeface="Times New Roman" pitchFamily="18" charset="0"/>
              </a:rPr>
              <a:t>	</a:t>
            </a:r>
            <a:r>
              <a:rPr lang="en-US" altLang="ko-KR" sz="2400" b="0" kern="1200" dirty="0">
                <a:solidFill>
                  <a:schemeClr val="bg2">
                    <a:lumMod val="20000"/>
                    <a:lumOff val="80000"/>
                  </a:schemeClr>
                </a:solidFill>
                <a:latin typeface="Times New Roman" pitchFamily="18" charset="0"/>
                <a:cs typeface="Times New Roman" pitchFamily="18" charset="0"/>
              </a:rPr>
              <a:t>  FDI in the same value-chain activities</a:t>
            </a:r>
          </a:p>
          <a:p>
            <a:pPr eaLnBrk="1" hangingPunct="1">
              <a:buNone/>
              <a:defRPr/>
            </a:pPr>
            <a:endParaRPr lang="en-US" altLang="ko-KR" sz="800" b="0" kern="1200" dirty="0">
              <a:solidFill>
                <a:schemeClr val="bg2">
                  <a:lumMod val="20000"/>
                  <a:lumOff val="80000"/>
                </a:schemeClr>
              </a:solidFill>
              <a:latin typeface="Times New Roman" pitchFamily="18" charset="0"/>
              <a:cs typeface="Times New Roman" pitchFamily="18" charset="0"/>
            </a:endParaRPr>
          </a:p>
          <a:p>
            <a:pPr eaLnBrk="1" hangingPunct="1">
              <a:buFontTx/>
              <a:buChar char="•"/>
              <a:defRPr/>
            </a:pPr>
            <a:r>
              <a:rPr lang="en-US" altLang="ko-KR" b="0" kern="1200" dirty="0">
                <a:solidFill>
                  <a:schemeClr val="bg2">
                    <a:lumMod val="20000"/>
                    <a:lumOff val="80000"/>
                  </a:schemeClr>
                </a:solidFill>
                <a:latin typeface="Times New Roman" pitchFamily="18" charset="0"/>
                <a:cs typeface="Times New Roman" pitchFamily="18" charset="0"/>
              </a:rPr>
              <a:t>Vertical FDI:</a:t>
            </a:r>
          </a:p>
          <a:p>
            <a:pPr eaLnBrk="1" hangingPunct="1">
              <a:buNone/>
              <a:defRPr/>
            </a:pPr>
            <a:r>
              <a:rPr lang="en-US" altLang="ko-KR" b="0" kern="1200" dirty="0">
                <a:solidFill>
                  <a:schemeClr val="bg2">
                    <a:lumMod val="20000"/>
                    <a:lumOff val="80000"/>
                  </a:schemeClr>
                </a:solidFill>
                <a:latin typeface="Times New Roman" pitchFamily="18" charset="0"/>
                <a:cs typeface="Times New Roman" pitchFamily="18" charset="0"/>
              </a:rPr>
              <a:t>	  </a:t>
            </a:r>
            <a:r>
              <a:rPr lang="en-US" altLang="ko-KR" sz="2400" b="0" kern="1200" dirty="0">
                <a:solidFill>
                  <a:schemeClr val="bg2">
                    <a:lumMod val="20000"/>
                    <a:lumOff val="80000"/>
                  </a:schemeClr>
                </a:solidFill>
                <a:latin typeface="Times New Roman" pitchFamily="18" charset="0"/>
                <a:cs typeface="Times New Roman" pitchFamily="18" charset="0"/>
              </a:rPr>
              <a:t>FDI in upstream or downstream value-chain activities</a:t>
            </a:r>
            <a:endParaRPr lang="en-US" altLang="ko-KR" b="0" kern="1200" dirty="0">
              <a:solidFill>
                <a:schemeClr val="bg2">
                  <a:lumMod val="20000"/>
                  <a:lumOff val="80000"/>
                </a:schemeClr>
              </a:solidFill>
              <a:latin typeface="Times New Roman" pitchFamily="18" charset="0"/>
              <a:cs typeface="Times New Roman" pitchFamily="18" charset="0"/>
            </a:endParaRPr>
          </a:p>
        </p:txBody>
      </p:sp>
      <p:sp>
        <p:nvSpPr>
          <p:cNvPr id="5" name="Rectangle 2" descr="Large confetti"/>
          <p:cNvSpPr>
            <a:spLocks noGrp="1" noChangeArrowheads="1"/>
          </p:cNvSpPr>
          <p:nvPr>
            <p:ph type="title"/>
          </p:nvPr>
        </p:nvSpPr>
        <p:spPr>
          <a:xfrm>
            <a:off x="0" y="0"/>
            <a:ext cx="9144000" cy="1143000"/>
          </a:xfrm>
          <a:noFill/>
        </p:spPr>
        <p:txBody>
          <a:bodyPr lIns="90488" tIns="44450" rIns="90488" bIns="44450" anchor="ctr"/>
          <a:lstStyle/>
          <a:p>
            <a:pPr algn="ctr" eaLnBrk="1" hangingPunct="1">
              <a:buClr>
                <a:schemeClr val="tx1"/>
              </a:buClr>
            </a:pPr>
            <a:r>
              <a:rPr kumimoji="0" lang="en-US" altLang="ko-KR" sz="3200" b="1" kern="1200" dirty="0">
                <a:solidFill>
                  <a:srgbClr val="FFCC00"/>
                </a:solidFill>
                <a:latin typeface="Times New Roman" pitchFamily="18" charset="0"/>
                <a:cs typeface="Times New Roman" pitchFamily="18" charset="0"/>
              </a:rPr>
              <a:t>Concept of FDI</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anim calcmode="lin" valueType="num">
                                      <p:cBhvr additive="base">
                                        <p:cTn id="7" dur="500" fill="hold"/>
                                        <p:tgtEl>
                                          <p:spTgt spid="3686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686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6867">
                                            <p:txEl>
                                              <p:pRg st="2" end="2"/>
                                            </p:txEl>
                                          </p:spTgt>
                                        </p:tgtEl>
                                        <p:attrNameLst>
                                          <p:attrName>style.visibility</p:attrName>
                                        </p:attrNameLst>
                                      </p:cBhvr>
                                      <p:to>
                                        <p:strVal val="visible"/>
                                      </p:to>
                                    </p:set>
                                    <p:anim calcmode="lin" valueType="num">
                                      <p:cBhvr additive="base">
                                        <p:cTn id="13" dur="500" fill="hold"/>
                                        <p:tgtEl>
                                          <p:spTgt spid="36867">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686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6867">
                                            <p:txEl>
                                              <p:pRg st="3" end="3"/>
                                            </p:txEl>
                                          </p:spTgt>
                                        </p:tgtEl>
                                        <p:attrNameLst>
                                          <p:attrName>style.visibility</p:attrName>
                                        </p:attrNameLst>
                                      </p:cBhvr>
                                      <p:to>
                                        <p:strVal val="visible"/>
                                      </p:to>
                                    </p:set>
                                    <p:anim calcmode="lin" valueType="num">
                                      <p:cBhvr additive="base">
                                        <p:cTn id="19" dur="500" fill="hold"/>
                                        <p:tgtEl>
                                          <p:spTgt spid="36867">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686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6867">
                                            <p:txEl>
                                              <p:pRg st="5" end="5"/>
                                            </p:txEl>
                                          </p:spTgt>
                                        </p:tgtEl>
                                        <p:attrNameLst>
                                          <p:attrName>style.visibility</p:attrName>
                                        </p:attrNameLst>
                                      </p:cBhvr>
                                      <p:to>
                                        <p:strVal val="visible"/>
                                      </p:to>
                                    </p:set>
                                    <p:anim calcmode="lin" valueType="num">
                                      <p:cBhvr additive="base">
                                        <p:cTn id="25" dur="500" fill="hold"/>
                                        <p:tgtEl>
                                          <p:spTgt spid="36867">
                                            <p:txEl>
                                              <p:pRg st="5" end="5"/>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686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6867">
                                            <p:txEl>
                                              <p:pRg st="6" end="6"/>
                                            </p:txEl>
                                          </p:spTgt>
                                        </p:tgtEl>
                                        <p:attrNameLst>
                                          <p:attrName>style.visibility</p:attrName>
                                        </p:attrNameLst>
                                      </p:cBhvr>
                                      <p:to>
                                        <p:strVal val="visible"/>
                                      </p:to>
                                    </p:set>
                                    <p:anim calcmode="lin" valueType="num">
                                      <p:cBhvr additive="base">
                                        <p:cTn id="31" dur="500" fill="hold"/>
                                        <p:tgtEl>
                                          <p:spTgt spid="36867">
                                            <p:txEl>
                                              <p:pRg st="6" end="6"/>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6867">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6867">
                                            <p:txEl>
                                              <p:pRg st="8" end="8"/>
                                            </p:txEl>
                                          </p:spTgt>
                                        </p:tgtEl>
                                        <p:attrNameLst>
                                          <p:attrName>style.visibility</p:attrName>
                                        </p:attrNameLst>
                                      </p:cBhvr>
                                      <p:to>
                                        <p:strVal val="visible"/>
                                      </p:to>
                                    </p:set>
                                    <p:anim calcmode="lin" valueType="num">
                                      <p:cBhvr additive="base">
                                        <p:cTn id="37" dur="500" fill="hold"/>
                                        <p:tgtEl>
                                          <p:spTgt spid="36867">
                                            <p:txEl>
                                              <p:pRg st="8" end="8"/>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6867">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36867">
                                            <p:txEl>
                                              <p:pRg st="9" end="9"/>
                                            </p:txEl>
                                          </p:spTgt>
                                        </p:tgtEl>
                                        <p:attrNameLst>
                                          <p:attrName>style.visibility</p:attrName>
                                        </p:attrNameLst>
                                      </p:cBhvr>
                                      <p:to>
                                        <p:strVal val="visible"/>
                                      </p:to>
                                    </p:set>
                                    <p:anim calcmode="lin" valueType="num">
                                      <p:cBhvr additive="base">
                                        <p:cTn id="43" dur="500" fill="hold"/>
                                        <p:tgtEl>
                                          <p:spTgt spid="36867">
                                            <p:txEl>
                                              <p:pRg st="9" end="9"/>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36867">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descr="Large confetti"/>
          <p:cNvSpPr>
            <a:spLocks noGrp="1" noChangeArrowheads="1"/>
          </p:cNvSpPr>
          <p:nvPr>
            <p:ph type="title"/>
          </p:nvPr>
        </p:nvSpPr>
        <p:spPr>
          <a:xfrm>
            <a:off x="0" y="222920"/>
            <a:ext cx="9144000" cy="685800"/>
          </a:xfrm>
        </p:spPr>
        <p:txBody>
          <a:bodyPr/>
          <a:lstStyle/>
          <a:p>
            <a:pPr algn="ctr" eaLnBrk="1" hangingPunct="1">
              <a:defRPr/>
            </a:pPr>
            <a:r>
              <a:rPr lang="en-US" altLang="ko-KR" sz="3200" b="1" kern="1200" dirty="0">
                <a:solidFill>
                  <a:srgbClr val="FFCC00"/>
                </a:solidFill>
                <a:latin typeface="Times New Roman" pitchFamily="18" charset="0"/>
                <a:cs typeface="Times New Roman" pitchFamily="18" charset="0"/>
              </a:rPr>
              <a:t>Trend of FDI: Outflows</a:t>
            </a:r>
            <a:endParaRPr kumimoji="0" lang="en-US" altLang="ko-KR" sz="3200" b="1" kern="1200" dirty="0">
              <a:solidFill>
                <a:srgbClr val="FFCC00"/>
              </a:solidFill>
              <a:latin typeface="Times New Roman" pitchFamily="18" charset="0"/>
              <a:cs typeface="Times New Roman" pitchFamily="18" charset="0"/>
            </a:endParaRPr>
          </a:p>
        </p:txBody>
      </p:sp>
      <p:sp>
        <p:nvSpPr>
          <p:cNvPr id="3" name="직사각형 2">
            <a:extLst>
              <a:ext uri="{FF2B5EF4-FFF2-40B4-BE49-F238E27FC236}">
                <a16:creationId xmlns:a16="http://schemas.microsoft.com/office/drawing/2014/main" id="{E61BA941-B1BA-5E69-2889-4D09F8C15899}"/>
              </a:ext>
            </a:extLst>
          </p:cNvPr>
          <p:cNvSpPr/>
          <p:nvPr/>
        </p:nvSpPr>
        <p:spPr bwMode="auto">
          <a:xfrm>
            <a:off x="107504" y="1268760"/>
            <a:ext cx="8928992" cy="5472608"/>
          </a:xfrm>
          <a:prstGeom prst="rect">
            <a:avLst/>
          </a:prstGeom>
          <a:solidFill>
            <a:schemeClr val="accent5">
              <a:lumMod val="90000"/>
            </a:schemeClr>
          </a:solidFill>
          <a:ln w="9525" cap="flat" cmpd="sng" algn="ctr">
            <a:solidFill>
              <a:schemeClr val="accent1">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ko-KR" altLang="en-US" sz="2400" b="1" i="0" u="none" strike="noStrike" cap="none" normalizeH="0" baseline="0">
              <a:ln>
                <a:noFill/>
              </a:ln>
              <a:solidFill>
                <a:schemeClr val="tx1"/>
              </a:solidFill>
              <a:effectLst/>
              <a:latin typeface="Times New Roman" pitchFamily="18" charset="0"/>
            </a:endParaRPr>
          </a:p>
        </p:txBody>
      </p:sp>
      <p:pic>
        <p:nvPicPr>
          <p:cNvPr id="4" name="Picture 8" descr="A line graph displays F D I outflows, from 1990 to 2019 in billions of dollars.">
            <a:extLst>
              <a:ext uri="{FF2B5EF4-FFF2-40B4-BE49-F238E27FC236}">
                <a16:creationId xmlns:a16="http://schemas.microsoft.com/office/drawing/2014/main" id="{6FA97ACF-2D2C-352C-416D-078B14E13AAD}"/>
              </a:ext>
            </a:extLst>
          </p:cNvPr>
          <p:cNvPicPr>
            <a:picLocks noChangeAspect="1"/>
          </p:cNvPicPr>
          <p:nvPr/>
        </p:nvPicPr>
        <p:blipFill>
          <a:blip r:embed="rId3"/>
          <a:stretch>
            <a:fillRect/>
          </a:stretch>
        </p:blipFill>
        <p:spPr>
          <a:xfrm>
            <a:off x="689194" y="1975625"/>
            <a:ext cx="7493915" cy="3838112"/>
          </a:xfrm>
          <a:prstGeom prst="rect">
            <a:avLst/>
          </a:prstGeom>
        </p:spPr>
      </p:pic>
      <p:pic>
        <p:nvPicPr>
          <p:cNvPr id="6" name="그림 5">
            <a:extLst>
              <a:ext uri="{FF2B5EF4-FFF2-40B4-BE49-F238E27FC236}">
                <a16:creationId xmlns:a16="http://schemas.microsoft.com/office/drawing/2014/main" id="{8488CF48-3B63-D374-87E8-7B204E5E839F}"/>
              </a:ext>
            </a:extLst>
          </p:cNvPr>
          <p:cNvPicPr>
            <a:picLocks noChangeAspect="1"/>
          </p:cNvPicPr>
          <p:nvPr/>
        </p:nvPicPr>
        <p:blipFill>
          <a:blip r:embed="rId4"/>
          <a:stretch>
            <a:fillRect/>
          </a:stretch>
        </p:blipFill>
        <p:spPr>
          <a:xfrm>
            <a:off x="2907648" y="6520602"/>
            <a:ext cx="3328704" cy="2194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descr="Large confetti"/>
          <p:cNvSpPr>
            <a:spLocks noGrp="1" noChangeArrowheads="1"/>
          </p:cNvSpPr>
          <p:nvPr>
            <p:ph type="title"/>
          </p:nvPr>
        </p:nvSpPr>
        <p:spPr>
          <a:xfrm>
            <a:off x="0" y="222920"/>
            <a:ext cx="9144000" cy="685800"/>
          </a:xfrm>
        </p:spPr>
        <p:txBody>
          <a:bodyPr/>
          <a:lstStyle/>
          <a:p>
            <a:pPr algn="ctr" eaLnBrk="1" hangingPunct="1">
              <a:defRPr/>
            </a:pPr>
            <a:r>
              <a:rPr lang="en-US" altLang="ko-KR" sz="3200" b="1" kern="1200" dirty="0">
                <a:solidFill>
                  <a:srgbClr val="FFCC00"/>
                </a:solidFill>
                <a:latin typeface="Times New Roman" pitchFamily="18" charset="0"/>
                <a:cs typeface="Times New Roman" pitchFamily="18" charset="0"/>
              </a:rPr>
              <a:t>Trend of FDI: Inflows by Region</a:t>
            </a:r>
            <a:endParaRPr kumimoji="0" lang="en-US" altLang="ko-KR" sz="3200" b="1" kern="1200" dirty="0">
              <a:solidFill>
                <a:srgbClr val="FFCC00"/>
              </a:solidFill>
              <a:latin typeface="Times New Roman" pitchFamily="18" charset="0"/>
              <a:cs typeface="Times New Roman" pitchFamily="18" charset="0"/>
            </a:endParaRPr>
          </a:p>
        </p:txBody>
      </p:sp>
      <p:sp>
        <p:nvSpPr>
          <p:cNvPr id="3" name="직사각형 2">
            <a:extLst>
              <a:ext uri="{FF2B5EF4-FFF2-40B4-BE49-F238E27FC236}">
                <a16:creationId xmlns:a16="http://schemas.microsoft.com/office/drawing/2014/main" id="{BCEFBA67-9F4E-76C3-72F2-1A391B72C09F}"/>
              </a:ext>
            </a:extLst>
          </p:cNvPr>
          <p:cNvSpPr/>
          <p:nvPr/>
        </p:nvSpPr>
        <p:spPr bwMode="auto">
          <a:xfrm>
            <a:off x="107504" y="1268760"/>
            <a:ext cx="8928992" cy="5472608"/>
          </a:xfrm>
          <a:prstGeom prst="rect">
            <a:avLst/>
          </a:prstGeom>
          <a:solidFill>
            <a:schemeClr val="accent5">
              <a:lumMod val="9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ko-KR" altLang="en-US" sz="2400" b="1" i="0" u="none" strike="noStrike" cap="none" normalizeH="0" baseline="0">
              <a:ln>
                <a:noFill/>
              </a:ln>
              <a:solidFill>
                <a:schemeClr val="tx1"/>
              </a:solidFill>
              <a:effectLst/>
              <a:latin typeface="Times New Roman" pitchFamily="18" charset="0"/>
            </a:endParaRPr>
          </a:p>
        </p:txBody>
      </p:sp>
      <p:pic>
        <p:nvPicPr>
          <p:cNvPr id="4" name="그림 3">
            <a:extLst>
              <a:ext uri="{FF2B5EF4-FFF2-40B4-BE49-F238E27FC236}">
                <a16:creationId xmlns:a16="http://schemas.microsoft.com/office/drawing/2014/main" id="{088DA90E-4C92-B88D-3A03-F344279D324C}"/>
              </a:ext>
            </a:extLst>
          </p:cNvPr>
          <p:cNvPicPr>
            <a:picLocks noChangeAspect="1"/>
          </p:cNvPicPr>
          <p:nvPr/>
        </p:nvPicPr>
        <p:blipFill>
          <a:blip r:embed="rId3"/>
          <a:stretch>
            <a:fillRect/>
          </a:stretch>
        </p:blipFill>
        <p:spPr>
          <a:xfrm>
            <a:off x="467544" y="1844824"/>
            <a:ext cx="7797460" cy="4438273"/>
          </a:xfrm>
          <a:prstGeom prst="rect">
            <a:avLst/>
          </a:prstGeom>
        </p:spPr>
      </p:pic>
      <p:pic>
        <p:nvPicPr>
          <p:cNvPr id="6" name="그림 5">
            <a:extLst>
              <a:ext uri="{FF2B5EF4-FFF2-40B4-BE49-F238E27FC236}">
                <a16:creationId xmlns:a16="http://schemas.microsoft.com/office/drawing/2014/main" id="{7C96B5EC-2852-6C38-E183-0A3E0C355EE5}"/>
              </a:ext>
            </a:extLst>
          </p:cNvPr>
          <p:cNvPicPr>
            <a:picLocks noChangeAspect="1"/>
          </p:cNvPicPr>
          <p:nvPr/>
        </p:nvPicPr>
        <p:blipFill>
          <a:blip r:embed="rId4"/>
          <a:stretch>
            <a:fillRect/>
          </a:stretch>
        </p:blipFill>
        <p:spPr>
          <a:xfrm>
            <a:off x="3131840" y="6520949"/>
            <a:ext cx="3200677" cy="2194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Rectangle 2" descr="Large confetti"/>
          <p:cNvSpPr>
            <a:spLocks noGrp="1" noChangeArrowheads="1"/>
          </p:cNvSpPr>
          <p:nvPr>
            <p:ph type="title"/>
          </p:nvPr>
        </p:nvSpPr>
        <p:spPr>
          <a:xfrm>
            <a:off x="0" y="222920"/>
            <a:ext cx="9144000" cy="685800"/>
          </a:xfrm>
        </p:spPr>
        <p:txBody>
          <a:bodyPr/>
          <a:lstStyle/>
          <a:p>
            <a:pPr algn="ctr" eaLnBrk="1" hangingPunct="1">
              <a:defRPr/>
            </a:pPr>
            <a:r>
              <a:rPr lang="en-US" altLang="ko-KR" sz="3200" b="1" kern="1200" dirty="0">
                <a:solidFill>
                  <a:srgbClr val="FFCC00"/>
                </a:solidFill>
                <a:latin typeface="Times New Roman" pitchFamily="18" charset="0"/>
                <a:cs typeface="Times New Roman" pitchFamily="18" charset="0"/>
              </a:rPr>
              <a:t>Cumulative FDI Outflows (1999-2019)</a:t>
            </a:r>
            <a:endParaRPr kumimoji="0" lang="en-US" altLang="ko-KR" sz="3200" b="1" kern="1200" dirty="0">
              <a:solidFill>
                <a:srgbClr val="FFCC00"/>
              </a:solidFill>
              <a:latin typeface="Times New Roman" pitchFamily="18" charset="0"/>
              <a:cs typeface="Times New Roman" pitchFamily="18" charset="0"/>
            </a:endParaRPr>
          </a:p>
        </p:txBody>
      </p:sp>
      <p:sp>
        <p:nvSpPr>
          <p:cNvPr id="3" name="직사각형 2">
            <a:extLst>
              <a:ext uri="{FF2B5EF4-FFF2-40B4-BE49-F238E27FC236}">
                <a16:creationId xmlns:a16="http://schemas.microsoft.com/office/drawing/2014/main" id="{EDAF07B6-C2C0-A153-C652-C6FE93333AC5}"/>
              </a:ext>
            </a:extLst>
          </p:cNvPr>
          <p:cNvSpPr/>
          <p:nvPr/>
        </p:nvSpPr>
        <p:spPr bwMode="auto">
          <a:xfrm>
            <a:off x="89756" y="1196752"/>
            <a:ext cx="8964488" cy="5544616"/>
          </a:xfrm>
          <a:prstGeom prst="rect">
            <a:avLst/>
          </a:prstGeom>
          <a:solidFill>
            <a:schemeClr val="accent5">
              <a:lumMod val="9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ko-KR" altLang="en-US" sz="2400" b="1" i="0" u="none" strike="noStrike" cap="none" normalizeH="0" baseline="0">
              <a:ln>
                <a:noFill/>
              </a:ln>
              <a:solidFill>
                <a:schemeClr val="tx1"/>
              </a:solidFill>
              <a:effectLst/>
              <a:latin typeface="Times New Roman" pitchFamily="18" charset="0"/>
            </a:endParaRPr>
          </a:p>
        </p:txBody>
      </p:sp>
      <p:pic>
        <p:nvPicPr>
          <p:cNvPr id="4" name="그림 3">
            <a:extLst>
              <a:ext uri="{FF2B5EF4-FFF2-40B4-BE49-F238E27FC236}">
                <a16:creationId xmlns:a16="http://schemas.microsoft.com/office/drawing/2014/main" id="{B9FA7E39-51C3-7662-1C3B-BBE7FB26B2A2}"/>
              </a:ext>
            </a:extLst>
          </p:cNvPr>
          <p:cNvPicPr>
            <a:picLocks noChangeAspect="1"/>
          </p:cNvPicPr>
          <p:nvPr/>
        </p:nvPicPr>
        <p:blipFill>
          <a:blip r:embed="rId3"/>
          <a:stretch>
            <a:fillRect/>
          </a:stretch>
        </p:blipFill>
        <p:spPr>
          <a:xfrm>
            <a:off x="1115616" y="1685576"/>
            <a:ext cx="6590347" cy="4517528"/>
          </a:xfrm>
          <a:prstGeom prst="rect">
            <a:avLst/>
          </a:prstGeom>
        </p:spPr>
      </p:pic>
      <p:pic>
        <p:nvPicPr>
          <p:cNvPr id="5" name="그림 4">
            <a:extLst>
              <a:ext uri="{FF2B5EF4-FFF2-40B4-BE49-F238E27FC236}">
                <a16:creationId xmlns:a16="http://schemas.microsoft.com/office/drawing/2014/main" id="{775A1823-9C2E-C4E5-0087-32CAE3E4F891}"/>
              </a:ext>
            </a:extLst>
          </p:cNvPr>
          <p:cNvPicPr>
            <a:picLocks noChangeAspect="1"/>
          </p:cNvPicPr>
          <p:nvPr/>
        </p:nvPicPr>
        <p:blipFill>
          <a:blip r:embed="rId4"/>
          <a:stretch>
            <a:fillRect/>
          </a:stretch>
        </p:blipFill>
        <p:spPr>
          <a:xfrm>
            <a:off x="2971661" y="6491136"/>
            <a:ext cx="3200677" cy="219475"/>
          </a:xfrm>
          <a:prstGeom prst="rect">
            <a:avLst/>
          </a:prstGeom>
        </p:spPr>
      </p:pic>
    </p:spTree>
  </p:cSld>
  <p:clrMapOvr>
    <a:masterClrMapping/>
  </p:clrMapOvr>
  <p:transition>
    <p:rand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602" name="Object 2">
            <a:hlinkClick r:id="" action="ppaction://ole?verb=0"/>
          </p:cNvPr>
          <p:cNvGraphicFramePr>
            <a:graphicFrameLocks/>
          </p:cNvGraphicFramePr>
          <p:nvPr/>
        </p:nvGraphicFramePr>
        <p:xfrm>
          <a:off x="381000" y="4208463"/>
          <a:ext cx="8382000" cy="2049462"/>
        </p:xfrm>
        <a:graphic>
          <a:graphicData uri="http://schemas.openxmlformats.org/presentationml/2006/ole">
            <mc:AlternateContent xmlns:mc="http://schemas.openxmlformats.org/markup-compatibility/2006">
              <mc:Choice xmlns:v="urn:schemas-microsoft-com:vml" Requires="v">
                <p:oleObj name="Clip" r:id="rId2" imgW="3657600" imgH="2338200" progId="">
                  <p:embed/>
                </p:oleObj>
              </mc:Choice>
              <mc:Fallback>
                <p:oleObj name="Clip" r:id="rId2" imgW="3657600" imgH="2338200" progId="">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4208463"/>
                        <a:ext cx="8382000" cy="2049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603" name="WordArt 3"/>
          <p:cNvSpPr>
            <a:spLocks noChangeArrowheads="1" noChangeShapeType="1" noTextEdit="1"/>
          </p:cNvSpPr>
          <p:nvPr/>
        </p:nvSpPr>
        <p:spPr bwMode="auto">
          <a:xfrm>
            <a:off x="857250" y="1484784"/>
            <a:ext cx="7286625" cy="2376264"/>
          </a:xfrm>
          <a:prstGeom prst="rect">
            <a:avLst/>
          </a:prstGeom>
        </p:spPr>
        <p:txBody>
          <a:bodyPr wrap="none" fromWordArt="1">
            <a:prstTxWarp prst="textSlantUp">
              <a:avLst>
                <a:gd name="adj" fmla="val 32056"/>
              </a:avLst>
            </a:prstTxWarp>
          </a:bodyPr>
          <a:lstStyle/>
          <a:p>
            <a:pPr algn="ctr"/>
            <a:r>
              <a:rPr lang="en-US" altLang="ko-KR" sz="4800" kern="10" dirty="0">
                <a:ln w="9525">
                  <a:solidFill>
                    <a:srgbClr val="CC99FF"/>
                  </a:solidFill>
                  <a:round/>
                  <a:headEnd/>
                  <a:tailEnd/>
                </a:ln>
                <a:gradFill rotWithShape="1">
                  <a:gsLst>
                    <a:gs pos="0">
                      <a:srgbClr val="333399"/>
                    </a:gs>
                    <a:gs pos="100000">
                      <a:schemeClr val="accent2"/>
                    </a:gs>
                  </a:gsLst>
                  <a:lin ang="5400000" scaled="1"/>
                </a:gradFill>
                <a:effectLst>
                  <a:outerShdw dist="53882" dir="2700000" algn="ctr" rotWithShape="0">
                    <a:srgbClr val="9999FF"/>
                  </a:outerShdw>
                </a:effectLst>
                <a:latin typeface="Impact"/>
              </a:rPr>
              <a:t>Theory of FDI</a:t>
            </a:r>
            <a:endParaRPr lang="ko-KR" altLang="en-US" sz="4800" kern="10" dirty="0">
              <a:ln w="9525">
                <a:solidFill>
                  <a:srgbClr val="CC99FF"/>
                </a:solidFill>
                <a:round/>
                <a:headEnd/>
                <a:tailEnd/>
              </a:ln>
              <a:gradFill rotWithShape="1">
                <a:gsLst>
                  <a:gs pos="0">
                    <a:srgbClr val="333399"/>
                  </a:gs>
                  <a:gs pos="100000">
                    <a:schemeClr val="accent2"/>
                  </a:gs>
                </a:gsLst>
                <a:lin ang="5400000" scaled="1"/>
              </a:gradFill>
              <a:effectLst>
                <a:outerShdw dist="53882" dir="2700000" algn="ctr" rotWithShape="0">
                  <a:srgbClr val="9999FF"/>
                </a:outerShdw>
              </a:effectLst>
              <a:latin typeface="Impact"/>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type="body" idx="1"/>
          </p:nvPr>
        </p:nvSpPr>
        <p:spPr>
          <a:xfrm>
            <a:off x="540480" y="1341336"/>
            <a:ext cx="8352000" cy="5112000"/>
          </a:xfrm>
          <a:noFill/>
        </p:spPr>
        <p:txBody>
          <a:bodyPr/>
          <a:lstStyle/>
          <a:p>
            <a:pPr eaLnBrk="1" hangingPunct="1">
              <a:lnSpc>
                <a:spcPts val="3800"/>
              </a:lnSpc>
              <a:buFont typeface="Arial" pitchFamily="34" charset="0"/>
              <a:buChar char="•"/>
            </a:pPr>
            <a:r>
              <a:rPr lang="en-US" altLang="ko-KR" sz="2400" b="0" dirty="0">
                <a:latin typeface="Times New Roman" pitchFamily="18" charset="0"/>
                <a:ea typeface="굴림" charset="-127"/>
                <a:cs typeface="Times New Roman" pitchFamily="18" charset="0"/>
              </a:rPr>
              <a:t>FDI over exporting</a:t>
            </a:r>
          </a:p>
          <a:p>
            <a:pPr eaLnBrk="1" hangingPunct="1">
              <a:lnSpc>
                <a:spcPts val="3800"/>
              </a:lnSpc>
              <a:buNone/>
            </a:pPr>
            <a:r>
              <a:rPr lang="en-US" altLang="ko-KR" sz="2400" b="0" dirty="0">
                <a:solidFill>
                  <a:schemeClr val="tx1"/>
                </a:solidFill>
                <a:latin typeface="Times New Roman" pitchFamily="18" charset="0"/>
                <a:ea typeface="굴림" charset="-127"/>
                <a:cs typeface="Times New Roman" pitchFamily="18" charset="0"/>
              </a:rPr>
              <a:t>     - High transportation costs &amp; trade barriers</a:t>
            </a:r>
          </a:p>
          <a:p>
            <a:pPr eaLnBrk="1" hangingPunct="1">
              <a:lnSpc>
                <a:spcPts val="3800"/>
              </a:lnSpc>
              <a:buFont typeface="Arial" pitchFamily="34" charset="0"/>
              <a:buChar char="•"/>
            </a:pPr>
            <a:r>
              <a:rPr lang="en-US" altLang="ko-KR" sz="2400" b="0" dirty="0">
                <a:latin typeface="Times New Roman" pitchFamily="18" charset="0"/>
                <a:ea typeface="굴림" charset="-127"/>
                <a:cs typeface="Times New Roman" pitchFamily="18" charset="0"/>
              </a:rPr>
              <a:t>FDI over licensing or franchising</a:t>
            </a:r>
          </a:p>
          <a:p>
            <a:pPr eaLnBrk="1" hangingPunct="1">
              <a:lnSpc>
                <a:spcPts val="3800"/>
              </a:lnSpc>
              <a:buNone/>
            </a:pPr>
            <a:r>
              <a:rPr lang="en-US" altLang="ko-KR" sz="2400" b="0" dirty="0">
                <a:solidFill>
                  <a:schemeClr val="tx1"/>
                </a:solidFill>
                <a:latin typeface="Times New Roman" pitchFamily="18" charset="0"/>
                <a:ea typeface="굴림" charset="-127"/>
                <a:cs typeface="Times New Roman" pitchFamily="18" charset="0"/>
              </a:rPr>
              <a:t>     - Need to retain strategic control over operations to 	maximize profitability</a:t>
            </a:r>
          </a:p>
          <a:p>
            <a:pPr eaLnBrk="1" hangingPunct="1">
              <a:lnSpc>
                <a:spcPts val="3800"/>
              </a:lnSpc>
              <a:buNone/>
            </a:pPr>
            <a:r>
              <a:rPr lang="en-US" altLang="ko-KR" sz="2400" b="0" dirty="0">
                <a:latin typeface="Times New Roman" pitchFamily="18" charset="0"/>
                <a:ea typeface="굴림" charset="-127"/>
                <a:cs typeface="Times New Roman" pitchFamily="18" charset="0"/>
              </a:rPr>
              <a:t>     </a:t>
            </a:r>
            <a:r>
              <a:rPr lang="en-US" altLang="ko-KR" sz="2400" b="0" dirty="0">
                <a:solidFill>
                  <a:schemeClr val="tx1"/>
                </a:solidFill>
                <a:latin typeface="Times New Roman" pitchFamily="18" charset="0"/>
                <a:ea typeface="굴림" charset="-127"/>
                <a:cs typeface="Times New Roman" pitchFamily="18" charset="0"/>
              </a:rPr>
              <a:t>- Need to protect technological know-how</a:t>
            </a:r>
          </a:p>
          <a:p>
            <a:pPr eaLnBrk="1" hangingPunct="1">
              <a:lnSpc>
                <a:spcPts val="3800"/>
              </a:lnSpc>
              <a:buNone/>
            </a:pPr>
            <a:r>
              <a:rPr lang="en-US" altLang="ko-KR" sz="2400" b="0" dirty="0">
                <a:latin typeface="Times New Roman" pitchFamily="18" charset="0"/>
                <a:ea typeface="굴림" charset="-127"/>
                <a:cs typeface="Times New Roman" pitchFamily="18" charset="0"/>
              </a:rPr>
              <a:t>     </a:t>
            </a:r>
            <a:r>
              <a:rPr lang="en-US" altLang="ko-KR" sz="2400" b="0" dirty="0">
                <a:solidFill>
                  <a:schemeClr val="tx1"/>
                </a:solidFill>
                <a:latin typeface="Times New Roman" pitchFamily="18" charset="0"/>
                <a:ea typeface="굴림" charset="-127"/>
                <a:cs typeface="Times New Roman" pitchFamily="18" charset="0"/>
              </a:rPr>
              <a:t>- Capabilities not suitable for licensing/franchising</a:t>
            </a:r>
          </a:p>
        </p:txBody>
      </p:sp>
      <p:sp>
        <p:nvSpPr>
          <p:cNvPr id="11268" name="Rectangle 4"/>
          <p:cNvSpPr>
            <a:spLocks noChangeArrowheads="1"/>
          </p:cNvSpPr>
          <p:nvPr/>
        </p:nvSpPr>
        <p:spPr bwMode="auto">
          <a:xfrm>
            <a:off x="300038" y="147638"/>
            <a:ext cx="695325" cy="45402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altLang="ko-KR" sz="1200" b="1">
                <a:latin typeface="Arial" charset="0"/>
                <a:ea typeface="굴림" charset="-127"/>
              </a:rPr>
              <a:t>Slide 6-7</a:t>
            </a:r>
          </a:p>
        </p:txBody>
      </p:sp>
      <p:sp>
        <p:nvSpPr>
          <p:cNvPr id="5" name="직사각형 4"/>
          <p:cNvSpPr/>
          <p:nvPr/>
        </p:nvSpPr>
        <p:spPr>
          <a:xfrm>
            <a:off x="395536" y="251937"/>
            <a:ext cx="8305800" cy="584775"/>
          </a:xfrm>
          <a:prstGeom prst="rect">
            <a:avLst/>
          </a:prstGeom>
        </p:spPr>
        <p:txBody>
          <a:bodyPr wrap="square">
            <a:spAutoFit/>
          </a:bodyPr>
          <a:lstStyle/>
          <a:p>
            <a:pPr algn="ctr"/>
            <a:r>
              <a:rPr lang="en-US" altLang="ko-KR" sz="3200" b="1" dirty="0">
                <a:solidFill>
                  <a:srgbClr val="FFCC00"/>
                </a:solidFill>
                <a:ea typeface="+mj-ea"/>
                <a:cs typeface="Times New Roman" pitchFamily="18" charset="0"/>
              </a:rPr>
              <a:t>Internalization Theory</a:t>
            </a:r>
            <a:endParaRPr lang="ko-KR" altLang="en-US" sz="3200" b="1" dirty="0">
              <a:solidFill>
                <a:srgbClr val="FFCC00"/>
              </a:solidFill>
              <a:ea typeface="+mj-ea"/>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467544" y="1285860"/>
            <a:ext cx="8208912" cy="4752000"/>
          </a:xfrm>
          <a:prstGeom prst="rect">
            <a:avLst/>
          </a:prstGeom>
          <a:noFill/>
          <a:ln w="9525">
            <a:noFill/>
            <a:miter lim="800000"/>
            <a:headEnd/>
            <a:tailEnd/>
          </a:ln>
        </p:spPr>
        <p:txBody>
          <a:bodyPr/>
          <a:lstStyle/>
          <a:p>
            <a:pPr marL="342900" indent="-342900" eaLnBrk="0" latinLnBrk="1" hangingPunct="0">
              <a:lnSpc>
                <a:spcPct val="150000"/>
              </a:lnSpc>
              <a:spcBef>
                <a:spcPct val="20000"/>
              </a:spcBef>
              <a:buSzPct val="85000"/>
              <a:buFont typeface="Arial" pitchFamily="34" charset="0"/>
              <a:buChar char="•"/>
              <a:defRPr/>
            </a:pPr>
            <a:r>
              <a:rPr lang="en-US" b="0" kern="0" dirty="0">
                <a:cs typeface="Times New Roman" pitchFamily="18" charset="0"/>
              </a:rPr>
              <a:t>FDI flows are a reflection of strategic rivalry between firms     in the global marketplace</a:t>
            </a:r>
          </a:p>
          <a:p>
            <a:pPr marL="342900" indent="-342900" eaLnBrk="0" latinLnBrk="1" hangingPunct="0">
              <a:lnSpc>
                <a:spcPct val="150000"/>
              </a:lnSpc>
              <a:spcBef>
                <a:spcPct val="20000"/>
              </a:spcBef>
              <a:buSzPct val="85000"/>
              <a:buFont typeface="Arial" pitchFamily="34" charset="0"/>
              <a:buChar char="•"/>
              <a:defRPr/>
            </a:pPr>
            <a:r>
              <a:rPr lang="en-US" b="0" kern="0" dirty="0">
                <a:cs typeface="Times New Roman" pitchFamily="18" charset="0"/>
              </a:rPr>
              <a:t>Firms tend to follow suit as their competitors make FDI.</a:t>
            </a:r>
          </a:p>
          <a:p>
            <a:pPr marL="342900" indent="-342900" eaLnBrk="0" latinLnBrk="1" hangingPunct="0">
              <a:lnSpc>
                <a:spcPct val="150000"/>
              </a:lnSpc>
              <a:spcBef>
                <a:spcPct val="20000"/>
              </a:spcBef>
              <a:buSzPct val="85000"/>
              <a:buFont typeface="Arial" pitchFamily="34" charset="0"/>
              <a:buChar char="•"/>
              <a:defRPr/>
            </a:pPr>
            <a:r>
              <a:rPr lang="en-US" b="0" kern="0" dirty="0">
                <a:cs typeface="Times New Roman" pitchFamily="18" charset="0"/>
              </a:rPr>
              <a:t>This theory explains the relationship between FDI and rivalry   in oligopolistic industries well</a:t>
            </a:r>
          </a:p>
        </p:txBody>
      </p:sp>
      <p:sp>
        <p:nvSpPr>
          <p:cNvPr id="14339" name="Rectangle 2" descr="Large confetti"/>
          <p:cNvSpPr>
            <a:spLocks noGrp="1" noChangeArrowheads="1"/>
          </p:cNvSpPr>
          <p:nvPr>
            <p:ph type="title"/>
          </p:nvPr>
        </p:nvSpPr>
        <p:spPr>
          <a:xfrm>
            <a:off x="0" y="319088"/>
            <a:ext cx="9144000" cy="563562"/>
          </a:xfrm>
        </p:spPr>
        <p:txBody>
          <a:bodyPr/>
          <a:lstStyle/>
          <a:p>
            <a:pPr algn="ctr" eaLnBrk="1" hangingPunct="1"/>
            <a:r>
              <a:rPr lang="en-US" altLang="ko-KR" sz="3200" b="1" kern="1200" dirty="0">
                <a:solidFill>
                  <a:srgbClr val="FFCC00"/>
                </a:solidFill>
                <a:latin typeface="Times New Roman" pitchFamily="18" charset="0"/>
                <a:cs typeface="Times New Roman" pitchFamily="18" charset="0"/>
              </a:rPr>
              <a:t>Strategic Behavior Theory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467544" y="1357298"/>
            <a:ext cx="8064896" cy="5500702"/>
          </a:xfrm>
          <a:prstGeom prst="rect">
            <a:avLst/>
          </a:prstGeom>
          <a:noFill/>
          <a:ln w="9525">
            <a:noFill/>
            <a:miter lim="800000"/>
            <a:headEnd/>
            <a:tailEnd/>
          </a:ln>
        </p:spPr>
        <p:txBody>
          <a:bodyPr/>
          <a:lstStyle/>
          <a:p>
            <a:pPr marL="342900" indent="-342900" eaLnBrk="0" latinLnBrk="1" hangingPunct="0">
              <a:lnSpc>
                <a:spcPct val="90000"/>
              </a:lnSpc>
              <a:spcBef>
                <a:spcPct val="20000"/>
              </a:spcBef>
              <a:buSzPct val="85000"/>
              <a:buFont typeface="Arial" pitchFamily="34" charset="0"/>
              <a:buChar char="•"/>
              <a:defRPr/>
            </a:pPr>
            <a:r>
              <a:rPr lang="en-US" b="0" kern="0" dirty="0">
                <a:cs typeface="Times New Roman" pitchFamily="18" charset="0"/>
              </a:rPr>
              <a:t>Firms undertake FDI at particular stages in the life cycle of a product they have pioneered. </a:t>
            </a:r>
          </a:p>
          <a:p>
            <a:pPr marL="342900" indent="-342900" eaLnBrk="0" latinLnBrk="1" hangingPunct="0">
              <a:lnSpc>
                <a:spcPct val="90000"/>
              </a:lnSpc>
              <a:spcBef>
                <a:spcPct val="20000"/>
              </a:spcBef>
              <a:buSzPct val="85000"/>
              <a:buFont typeface="Wingdings" pitchFamily="2" charset="2"/>
              <a:buNone/>
              <a:defRPr/>
            </a:pPr>
            <a:r>
              <a:rPr lang="en-US" b="0" kern="0" dirty="0">
                <a:cs typeface="Times New Roman" pitchFamily="18" charset="0"/>
              </a:rPr>
              <a:t> </a:t>
            </a:r>
            <a:endParaRPr lang="en-US" b="0" kern="0" dirty="0">
              <a:solidFill>
                <a:srgbClr val="6A96D3"/>
              </a:solidFill>
              <a:cs typeface="Times New Roman" pitchFamily="18" charset="0"/>
            </a:endParaRPr>
          </a:p>
        </p:txBody>
      </p:sp>
      <p:sp>
        <p:nvSpPr>
          <p:cNvPr id="15363" name="Rectangle 2" descr="Large confetti"/>
          <p:cNvSpPr>
            <a:spLocks noGrp="1" noChangeArrowheads="1"/>
          </p:cNvSpPr>
          <p:nvPr>
            <p:ph type="title"/>
          </p:nvPr>
        </p:nvSpPr>
        <p:spPr>
          <a:xfrm>
            <a:off x="0" y="319088"/>
            <a:ext cx="9144000" cy="563562"/>
          </a:xfrm>
        </p:spPr>
        <p:txBody>
          <a:bodyPr/>
          <a:lstStyle/>
          <a:p>
            <a:pPr algn="ctr" eaLnBrk="1" hangingPunct="1"/>
            <a:r>
              <a:rPr lang="en-US" altLang="ko-KR" sz="3200" b="1" kern="1200" dirty="0">
                <a:solidFill>
                  <a:srgbClr val="FFCC00"/>
                </a:solidFill>
                <a:latin typeface="Times New Roman" pitchFamily="18" charset="0"/>
                <a:cs typeface="Times New Roman" pitchFamily="18" charset="0"/>
              </a:rPr>
              <a:t>Product Life Cycle Theory</a:t>
            </a:r>
          </a:p>
        </p:txBody>
      </p:sp>
      <p:grpSp>
        <p:nvGrpSpPr>
          <p:cNvPr id="33" name="Group 32"/>
          <p:cNvGrpSpPr/>
          <p:nvPr/>
        </p:nvGrpSpPr>
        <p:grpSpPr>
          <a:xfrm>
            <a:off x="1331640" y="2636912"/>
            <a:ext cx="6500843" cy="3846718"/>
            <a:chOff x="535233" y="2777928"/>
            <a:chExt cx="7820003" cy="3846718"/>
          </a:xfrm>
        </p:grpSpPr>
        <p:sp>
          <p:nvSpPr>
            <p:cNvPr id="6" name="Line 1026"/>
            <p:cNvSpPr>
              <a:spLocks noChangeShapeType="1"/>
            </p:cNvSpPr>
            <p:nvPr/>
          </p:nvSpPr>
          <p:spPr bwMode="auto">
            <a:xfrm>
              <a:off x="1017536" y="2777928"/>
              <a:ext cx="0" cy="3477386"/>
            </a:xfrm>
            <a:prstGeom prst="line">
              <a:avLst/>
            </a:prstGeom>
            <a:noFill/>
            <a:ln w="9525">
              <a:solidFill>
                <a:schemeClr val="tx1"/>
              </a:solidFill>
              <a:round/>
              <a:headEnd/>
              <a:tailEnd/>
            </a:ln>
          </p:spPr>
          <p:txBody>
            <a:bodyPr wrap="none" anchor="ctr"/>
            <a:lstStyle/>
            <a:p>
              <a:endParaRPr lang="en-US"/>
            </a:p>
          </p:txBody>
        </p:sp>
        <p:sp>
          <p:nvSpPr>
            <p:cNvPr id="7" name="Line 1027"/>
            <p:cNvSpPr>
              <a:spLocks noChangeShapeType="1"/>
            </p:cNvSpPr>
            <p:nvPr/>
          </p:nvSpPr>
          <p:spPr bwMode="auto">
            <a:xfrm>
              <a:off x="1017536" y="6198308"/>
              <a:ext cx="7172245" cy="0"/>
            </a:xfrm>
            <a:prstGeom prst="line">
              <a:avLst/>
            </a:prstGeom>
            <a:noFill/>
            <a:ln w="9525">
              <a:solidFill>
                <a:schemeClr val="tx1"/>
              </a:solidFill>
              <a:round/>
              <a:headEnd/>
              <a:tailEnd/>
            </a:ln>
          </p:spPr>
          <p:txBody>
            <a:bodyPr wrap="none" anchor="ctr"/>
            <a:lstStyle/>
            <a:p>
              <a:endParaRPr lang="en-US"/>
            </a:p>
          </p:txBody>
        </p:sp>
        <p:sp>
          <p:nvSpPr>
            <p:cNvPr id="8" name="Freeform 1028"/>
            <p:cNvSpPr>
              <a:spLocks/>
            </p:cNvSpPr>
            <p:nvPr/>
          </p:nvSpPr>
          <p:spPr bwMode="auto">
            <a:xfrm>
              <a:off x="1054953" y="3281984"/>
              <a:ext cx="7239908" cy="2878820"/>
            </a:xfrm>
            <a:custGeom>
              <a:avLst/>
              <a:gdLst>
                <a:gd name="T0" fmla="*/ 0 w 5136"/>
                <a:gd name="T1" fmla="*/ 2424 h 2424"/>
                <a:gd name="T2" fmla="*/ 912 w 5136"/>
                <a:gd name="T3" fmla="*/ 1992 h 2424"/>
                <a:gd name="T4" fmla="*/ 3168 w 5136"/>
                <a:gd name="T5" fmla="*/ 312 h 2424"/>
                <a:gd name="T6" fmla="*/ 4272 w 5136"/>
                <a:gd name="T7" fmla="*/ 120 h 2424"/>
                <a:gd name="T8" fmla="*/ 5136 w 5136"/>
                <a:gd name="T9" fmla="*/ 696 h 2424"/>
                <a:gd name="T10" fmla="*/ 0 60000 65536"/>
                <a:gd name="T11" fmla="*/ 0 60000 65536"/>
                <a:gd name="T12" fmla="*/ 0 60000 65536"/>
                <a:gd name="T13" fmla="*/ 0 60000 65536"/>
                <a:gd name="T14" fmla="*/ 0 60000 65536"/>
                <a:gd name="T15" fmla="*/ 0 w 5136"/>
                <a:gd name="T16" fmla="*/ 0 h 2424"/>
                <a:gd name="T17" fmla="*/ 5136 w 5136"/>
                <a:gd name="T18" fmla="*/ 2424 h 2424"/>
              </a:gdLst>
              <a:ahLst/>
              <a:cxnLst>
                <a:cxn ang="T10">
                  <a:pos x="T0" y="T1"/>
                </a:cxn>
                <a:cxn ang="T11">
                  <a:pos x="T2" y="T3"/>
                </a:cxn>
                <a:cxn ang="T12">
                  <a:pos x="T4" y="T5"/>
                </a:cxn>
                <a:cxn ang="T13">
                  <a:pos x="T6" y="T7"/>
                </a:cxn>
                <a:cxn ang="T14">
                  <a:pos x="T8" y="T9"/>
                </a:cxn>
              </a:cxnLst>
              <a:rect l="T15" t="T16" r="T17" b="T18"/>
              <a:pathLst>
                <a:path w="5136" h="2424">
                  <a:moveTo>
                    <a:pt x="0" y="2424"/>
                  </a:moveTo>
                  <a:cubicBezTo>
                    <a:pt x="192" y="2384"/>
                    <a:pt x="384" y="2344"/>
                    <a:pt x="912" y="1992"/>
                  </a:cubicBezTo>
                  <a:cubicBezTo>
                    <a:pt x="1440" y="1640"/>
                    <a:pt x="2608" y="624"/>
                    <a:pt x="3168" y="312"/>
                  </a:cubicBezTo>
                  <a:cubicBezTo>
                    <a:pt x="3728" y="0"/>
                    <a:pt x="3944" y="56"/>
                    <a:pt x="4272" y="120"/>
                  </a:cubicBezTo>
                  <a:cubicBezTo>
                    <a:pt x="4600" y="184"/>
                    <a:pt x="4936" y="608"/>
                    <a:pt x="5136" y="696"/>
                  </a:cubicBezTo>
                </a:path>
              </a:pathLst>
            </a:custGeom>
            <a:noFill/>
            <a:ln w="9525">
              <a:solidFill>
                <a:schemeClr val="tx1"/>
              </a:solidFill>
              <a:round/>
              <a:headEnd/>
              <a:tailEnd/>
            </a:ln>
          </p:spPr>
          <p:txBody>
            <a:bodyPr wrap="none" anchor="ctr"/>
            <a:lstStyle/>
            <a:p>
              <a:endParaRPr lang="en-US"/>
            </a:p>
          </p:txBody>
        </p:sp>
        <p:sp>
          <p:nvSpPr>
            <p:cNvPr id="9" name="Line 1029"/>
            <p:cNvSpPr>
              <a:spLocks noChangeShapeType="1"/>
            </p:cNvSpPr>
            <p:nvPr/>
          </p:nvSpPr>
          <p:spPr bwMode="auto">
            <a:xfrm>
              <a:off x="2700731" y="5445224"/>
              <a:ext cx="0" cy="720080"/>
            </a:xfrm>
            <a:prstGeom prst="line">
              <a:avLst/>
            </a:prstGeom>
            <a:noFill/>
            <a:ln w="9525">
              <a:solidFill>
                <a:schemeClr val="tx1"/>
              </a:solidFill>
              <a:prstDash val="dash"/>
              <a:round/>
              <a:headEnd/>
              <a:tailEnd/>
            </a:ln>
          </p:spPr>
          <p:txBody>
            <a:bodyPr wrap="none" anchor="ctr"/>
            <a:lstStyle/>
            <a:p>
              <a:endParaRPr lang="en-US"/>
            </a:p>
          </p:txBody>
        </p:sp>
        <p:sp>
          <p:nvSpPr>
            <p:cNvPr id="10" name="Line 1030"/>
            <p:cNvSpPr>
              <a:spLocks noChangeShapeType="1"/>
            </p:cNvSpPr>
            <p:nvPr/>
          </p:nvSpPr>
          <p:spPr bwMode="auto">
            <a:xfrm>
              <a:off x="4866231" y="4074072"/>
              <a:ext cx="0" cy="2088232"/>
            </a:xfrm>
            <a:prstGeom prst="line">
              <a:avLst/>
            </a:prstGeom>
            <a:noFill/>
            <a:ln w="9525">
              <a:solidFill>
                <a:schemeClr val="tx1"/>
              </a:solidFill>
              <a:prstDash val="dash"/>
              <a:round/>
              <a:headEnd/>
              <a:tailEnd/>
            </a:ln>
          </p:spPr>
          <p:txBody>
            <a:bodyPr wrap="none" anchor="ctr"/>
            <a:lstStyle/>
            <a:p>
              <a:endParaRPr lang="en-US"/>
            </a:p>
          </p:txBody>
        </p:sp>
        <p:sp>
          <p:nvSpPr>
            <p:cNvPr id="11" name="Line 1031"/>
            <p:cNvSpPr>
              <a:spLocks noChangeShapeType="1"/>
            </p:cNvSpPr>
            <p:nvPr/>
          </p:nvSpPr>
          <p:spPr bwMode="auto">
            <a:xfrm>
              <a:off x="7031730" y="3426000"/>
              <a:ext cx="0" cy="2736304"/>
            </a:xfrm>
            <a:prstGeom prst="line">
              <a:avLst/>
            </a:prstGeom>
            <a:noFill/>
            <a:ln w="9525">
              <a:solidFill>
                <a:schemeClr val="tx1"/>
              </a:solidFill>
              <a:prstDash val="dash"/>
              <a:round/>
              <a:headEnd/>
              <a:tailEnd/>
            </a:ln>
          </p:spPr>
          <p:txBody>
            <a:bodyPr wrap="none" anchor="ctr"/>
            <a:lstStyle/>
            <a:p>
              <a:endParaRPr lang="en-US"/>
            </a:p>
          </p:txBody>
        </p:sp>
        <p:sp>
          <p:nvSpPr>
            <p:cNvPr id="13" name="Text Box 1033"/>
            <p:cNvSpPr txBox="1">
              <a:spLocks noChangeArrowheads="1"/>
            </p:cNvSpPr>
            <p:nvPr/>
          </p:nvSpPr>
          <p:spPr bwMode="auto">
            <a:xfrm>
              <a:off x="1791428" y="6369327"/>
              <a:ext cx="376373" cy="228025"/>
            </a:xfrm>
            <a:prstGeom prst="rect">
              <a:avLst/>
            </a:prstGeom>
            <a:noFill/>
            <a:ln w="9525">
              <a:noFill/>
              <a:miter lim="800000"/>
              <a:headEnd/>
              <a:tailEnd/>
            </a:ln>
          </p:spPr>
          <p:txBody>
            <a:bodyPr vert="eaVert">
              <a:spAutoFit/>
            </a:bodyPr>
            <a:lstStyle/>
            <a:p>
              <a:pPr>
                <a:spcBef>
                  <a:spcPct val="50000"/>
                </a:spcBef>
              </a:pPr>
              <a:endParaRPr kumimoji="1" lang="zh-TW" altLang="en-US" sz="1600" b="0"/>
            </a:p>
          </p:txBody>
        </p:sp>
        <p:sp>
          <p:nvSpPr>
            <p:cNvPr id="14" name="Text Box 1034"/>
            <p:cNvSpPr txBox="1">
              <a:spLocks noChangeArrowheads="1"/>
            </p:cNvSpPr>
            <p:nvPr/>
          </p:nvSpPr>
          <p:spPr bwMode="auto">
            <a:xfrm>
              <a:off x="1085199" y="6255314"/>
              <a:ext cx="1595078" cy="369332"/>
            </a:xfrm>
            <a:prstGeom prst="rect">
              <a:avLst/>
            </a:prstGeom>
            <a:noFill/>
            <a:ln w="9525">
              <a:noFill/>
              <a:miter lim="800000"/>
              <a:headEnd/>
              <a:tailEnd/>
            </a:ln>
          </p:spPr>
          <p:txBody>
            <a:bodyPr wrap="none">
              <a:spAutoFit/>
            </a:bodyPr>
            <a:lstStyle/>
            <a:p>
              <a:r>
                <a:rPr kumimoji="1" lang="en-US" altLang="zh-TW" sz="1800" b="0" dirty="0"/>
                <a:t>Introduction</a:t>
              </a:r>
            </a:p>
          </p:txBody>
        </p:sp>
        <p:sp>
          <p:nvSpPr>
            <p:cNvPr id="15" name="Text Box 1035"/>
            <p:cNvSpPr txBox="1">
              <a:spLocks noChangeArrowheads="1"/>
            </p:cNvSpPr>
            <p:nvPr/>
          </p:nvSpPr>
          <p:spPr bwMode="auto">
            <a:xfrm>
              <a:off x="3307072" y="6234312"/>
              <a:ext cx="1167598" cy="369332"/>
            </a:xfrm>
            <a:prstGeom prst="rect">
              <a:avLst/>
            </a:prstGeom>
            <a:noFill/>
            <a:ln w="9525">
              <a:noFill/>
              <a:miter lim="800000"/>
              <a:headEnd/>
              <a:tailEnd/>
            </a:ln>
          </p:spPr>
          <p:txBody>
            <a:bodyPr wrap="square">
              <a:spAutoFit/>
            </a:bodyPr>
            <a:lstStyle/>
            <a:p>
              <a:pPr>
                <a:spcBef>
                  <a:spcPct val="50000"/>
                </a:spcBef>
              </a:pPr>
              <a:r>
                <a:rPr kumimoji="1" lang="en-US" altLang="zh-TW" sz="1800" b="0" dirty="0"/>
                <a:t>Growth</a:t>
              </a:r>
            </a:p>
          </p:txBody>
        </p:sp>
        <p:sp>
          <p:nvSpPr>
            <p:cNvPr id="16" name="Text Box 1036"/>
            <p:cNvSpPr txBox="1">
              <a:spLocks noChangeArrowheads="1"/>
            </p:cNvSpPr>
            <p:nvPr/>
          </p:nvSpPr>
          <p:spPr bwMode="auto">
            <a:xfrm>
              <a:off x="5126091" y="6234312"/>
              <a:ext cx="1353254" cy="369332"/>
            </a:xfrm>
            <a:prstGeom prst="rect">
              <a:avLst/>
            </a:prstGeom>
            <a:noFill/>
            <a:ln w="9525">
              <a:noFill/>
              <a:miter lim="800000"/>
              <a:headEnd/>
              <a:tailEnd/>
            </a:ln>
          </p:spPr>
          <p:txBody>
            <a:bodyPr>
              <a:spAutoFit/>
            </a:bodyPr>
            <a:lstStyle/>
            <a:p>
              <a:pPr>
                <a:spcBef>
                  <a:spcPct val="50000"/>
                </a:spcBef>
              </a:pPr>
              <a:r>
                <a:rPr kumimoji="1" lang="en-US" altLang="zh-TW" sz="1800" b="0" dirty="0"/>
                <a:t>Maturity</a:t>
              </a:r>
            </a:p>
          </p:txBody>
        </p:sp>
        <p:sp>
          <p:nvSpPr>
            <p:cNvPr id="18" name="Text Box 1038"/>
            <p:cNvSpPr txBox="1">
              <a:spLocks noChangeArrowheads="1"/>
            </p:cNvSpPr>
            <p:nvPr/>
          </p:nvSpPr>
          <p:spPr bwMode="auto">
            <a:xfrm>
              <a:off x="7204970" y="6255314"/>
              <a:ext cx="1150266" cy="369332"/>
            </a:xfrm>
            <a:prstGeom prst="rect">
              <a:avLst/>
            </a:prstGeom>
            <a:noFill/>
            <a:ln w="9525">
              <a:noFill/>
              <a:miter lim="800000"/>
              <a:headEnd/>
              <a:tailEnd/>
            </a:ln>
          </p:spPr>
          <p:txBody>
            <a:bodyPr>
              <a:spAutoFit/>
            </a:bodyPr>
            <a:lstStyle/>
            <a:p>
              <a:pPr algn="ctr">
                <a:spcBef>
                  <a:spcPct val="50000"/>
                </a:spcBef>
              </a:pPr>
              <a:r>
                <a:rPr kumimoji="1" lang="en-US" altLang="zh-TW" sz="1800" b="0" dirty="0"/>
                <a:t>Decline</a:t>
              </a:r>
            </a:p>
          </p:txBody>
        </p:sp>
        <p:sp>
          <p:nvSpPr>
            <p:cNvPr id="29" name="Text Box 1049"/>
            <p:cNvSpPr txBox="1">
              <a:spLocks noChangeArrowheads="1"/>
            </p:cNvSpPr>
            <p:nvPr/>
          </p:nvSpPr>
          <p:spPr bwMode="auto">
            <a:xfrm rot="16200000">
              <a:off x="14452" y="3579046"/>
              <a:ext cx="1522863" cy="481301"/>
            </a:xfrm>
            <a:prstGeom prst="rect">
              <a:avLst/>
            </a:prstGeom>
            <a:noFill/>
            <a:ln w="9525">
              <a:noFill/>
              <a:miter lim="800000"/>
              <a:headEnd/>
              <a:tailEnd/>
            </a:ln>
          </p:spPr>
          <p:txBody>
            <a:bodyPr wrap="square">
              <a:spAutoFit/>
            </a:bodyPr>
            <a:lstStyle/>
            <a:p>
              <a:pPr>
                <a:spcBef>
                  <a:spcPct val="50000"/>
                </a:spcBef>
              </a:pPr>
              <a:r>
                <a:rPr kumimoji="1" lang="en-US" altLang="zh-TW" sz="2000" b="0" dirty="0"/>
                <a:t>Unit Sales</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descr="Large confetti"/>
          <p:cNvSpPr>
            <a:spLocks noGrp="1" noChangeArrowheads="1"/>
          </p:cNvSpPr>
          <p:nvPr>
            <p:ph type="title"/>
          </p:nvPr>
        </p:nvSpPr>
        <p:spPr>
          <a:xfrm>
            <a:off x="0" y="319088"/>
            <a:ext cx="9144000" cy="563562"/>
          </a:xfrm>
        </p:spPr>
        <p:txBody>
          <a:bodyPr/>
          <a:lstStyle/>
          <a:p>
            <a:pPr algn="ctr" eaLnBrk="1" hangingPunct="1"/>
            <a:r>
              <a:rPr lang="en-US" altLang="ko-KR" sz="3200" b="1" kern="1200" dirty="0">
                <a:solidFill>
                  <a:srgbClr val="FFCC00"/>
                </a:solidFill>
                <a:latin typeface="Times New Roman" pitchFamily="18" charset="0"/>
                <a:cs typeface="Times New Roman" pitchFamily="18" charset="0"/>
              </a:rPr>
              <a:t>Eclectic Theory</a:t>
            </a:r>
          </a:p>
        </p:txBody>
      </p:sp>
      <p:sp>
        <p:nvSpPr>
          <p:cNvPr id="5" name="Rectangle 3"/>
          <p:cNvSpPr txBox="1">
            <a:spLocks noChangeArrowheads="1"/>
          </p:cNvSpPr>
          <p:nvPr/>
        </p:nvSpPr>
        <p:spPr bwMode="auto">
          <a:xfrm>
            <a:off x="357158" y="1246528"/>
            <a:ext cx="8501122" cy="4918776"/>
          </a:xfrm>
          <a:prstGeom prst="rect">
            <a:avLst/>
          </a:prstGeom>
          <a:noFill/>
          <a:ln w="12700">
            <a:noFill/>
            <a:miter lim="800000"/>
            <a:headEnd/>
            <a:tailEnd/>
          </a:ln>
        </p:spPr>
        <p:txBody>
          <a:bodyPr vert="horz" wrap="square" lIns="90487" tIns="44450" rIns="90487" bIns="44450" numCol="1" anchor="t" anchorCtr="0" compatLnSpc="1">
            <a:prstTxWarp prst="textNoShape">
              <a:avLst/>
            </a:prstTxWarp>
          </a:bodyPr>
          <a:lstStyle/>
          <a:p>
            <a:pPr marL="342900" marR="0" lvl="0" indent="-342900" algn="l" defTabSz="914400" rtl="0" eaLnBrk="1" fontAlgn="base" latinLnBrk="1" hangingPunct="1">
              <a:lnSpc>
                <a:spcPct val="100000"/>
              </a:lnSpc>
              <a:spcBef>
                <a:spcPct val="20000"/>
              </a:spcBef>
              <a:spcAft>
                <a:spcPct val="0"/>
              </a:spcAft>
              <a:buClr>
                <a:schemeClr val="hlink"/>
              </a:buClr>
              <a:buSzTx/>
              <a:buFont typeface="Arial" pitchFamily="34" charset="0"/>
              <a:buChar char="•"/>
              <a:tabLst/>
              <a:defRPr/>
            </a:pPr>
            <a:r>
              <a:rPr kumimoji="0" lang="en-US" altLang="ko-KR" b="0" i="0" u="none" strike="noStrike" kern="0" cap="none" spc="0" normalizeH="0" baseline="0" noProof="0" dirty="0">
                <a:ln>
                  <a:noFill/>
                </a:ln>
                <a:solidFill>
                  <a:schemeClr val="tx1"/>
                </a:solidFill>
                <a:effectLst/>
                <a:uLnTx/>
                <a:uFillTx/>
                <a:latin typeface="Times New Roman" pitchFamily="18" charset="0"/>
                <a:ea typeface="굴림" charset="-127"/>
                <a:cs typeface="Times New Roman" pitchFamily="18" charset="0"/>
              </a:rPr>
              <a:t>Ownership advantage:</a:t>
            </a:r>
          </a:p>
          <a:p>
            <a:pPr marL="742950" marR="0" lvl="1" indent="-285750" algn="l" defTabSz="914400" rtl="0" eaLnBrk="1" fontAlgn="base" latinLnBrk="1" hangingPunct="1">
              <a:lnSpc>
                <a:spcPct val="100000"/>
              </a:lnSpc>
              <a:spcBef>
                <a:spcPct val="20000"/>
              </a:spcBef>
              <a:spcAft>
                <a:spcPct val="0"/>
              </a:spcAft>
              <a:buClr>
                <a:schemeClr val="accent1"/>
              </a:buClr>
              <a:buSzTx/>
              <a:buFont typeface="Wingdings" pitchFamily="2" charset="2"/>
              <a:buNone/>
              <a:tabLst/>
              <a:defRPr/>
            </a:pPr>
            <a:r>
              <a:rPr kumimoji="0" lang="en-US" altLang="ko-KR" b="0" i="0" u="none" strike="noStrike" kern="0" cap="none" spc="0" normalizeH="0" baseline="0" noProof="0" dirty="0">
                <a:ln>
                  <a:noFill/>
                </a:ln>
                <a:solidFill>
                  <a:schemeClr val="tx1"/>
                </a:solidFill>
                <a:effectLst/>
                <a:uLnTx/>
                <a:uFillTx/>
                <a:latin typeface="Times New Roman" pitchFamily="18" charset="0"/>
                <a:ea typeface="굴림" charset="-127"/>
                <a:cs typeface="Times New Roman" pitchFamily="18" charset="0"/>
              </a:rPr>
              <a:t>- Unique firm-specific advantage, including</a:t>
            </a:r>
            <a:r>
              <a:rPr kumimoji="0" lang="en-US" altLang="ko-KR" b="0" i="0" u="none" strike="noStrike" kern="0" cap="none" spc="0" normalizeH="0" noProof="0" dirty="0">
                <a:ln>
                  <a:noFill/>
                </a:ln>
                <a:solidFill>
                  <a:schemeClr val="tx1"/>
                </a:solidFill>
                <a:effectLst/>
                <a:uLnTx/>
                <a:uFillTx/>
                <a:latin typeface="Times New Roman" pitchFamily="18" charset="0"/>
                <a:ea typeface="굴림" charset="-127"/>
                <a:cs typeface="Times New Roman" pitchFamily="18" charset="0"/>
              </a:rPr>
              <a:t> </a:t>
            </a:r>
            <a:r>
              <a:rPr lang="en-US" altLang="ko-KR" b="0" kern="0" dirty="0">
                <a:ea typeface="굴림" charset="-127"/>
                <a:cs typeface="Times New Roman" pitchFamily="18" charset="0"/>
              </a:rPr>
              <a:t>b</a:t>
            </a:r>
            <a:r>
              <a:rPr kumimoji="0" lang="en-US" altLang="ko-KR" b="0" i="0" u="none" strike="noStrike" kern="0" cap="none" spc="0" normalizeH="0" baseline="0" noProof="0" dirty="0">
                <a:ln>
                  <a:noFill/>
                </a:ln>
                <a:solidFill>
                  <a:schemeClr val="tx1"/>
                </a:solidFill>
                <a:effectLst/>
                <a:uLnTx/>
                <a:uFillTx/>
                <a:latin typeface="Times New Roman" pitchFamily="18" charset="0"/>
                <a:ea typeface="굴림" charset="-127"/>
                <a:cs typeface="Times New Roman" pitchFamily="18" charset="0"/>
              </a:rPr>
              <a:t>rand, technology,</a:t>
            </a:r>
          </a:p>
          <a:p>
            <a:pPr marL="742950" marR="0" lvl="1" indent="-285750" algn="l" defTabSz="914400" rtl="0" eaLnBrk="1" fontAlgn="base" latinLnBrk="1" hangingPunct="1">
              <a:lnSpc>
                <a:spcPct val="100000"/>
              </a:lnSpc>
              <a:spcBef>
                <a:spcPct val="20000"/>
              </a:spcBef>
              <a:spcAft>
                <a:spcPct val="0"/>
              </a:spcAft>
              <a:buClr>
                <a:schemeClr val="accent1"/>
              </a:buClr>
              <a:buSzTx/>
              <a:buFont typeface="Wingdings" pitchFamily="2" charset="2"/>
              <a:buNone/>
              <a:tabLst/>
              <a:defRPr/>
            </a:pPr>
            <a:r>
              <a:rPr kumimoji="0" lang="en-US" altLang="ko-KR" b="0" i="0" u="none" strike="noStrike" kern="0" cap="none" spc="0" normalizeH="0" baseline="0" noProof="0" dirty="0">
                <a:ln>
                  <a:noFill/>
                </a:ln>
                <a:solidFill>
                  <a:schemeClr val="tx1"/>
                </a:solidFill>
                <a:effectLst/>
                <a:uLnTx/>
                <a:uFillTx/>
                <a:latin typeface="Times New Roman" pitchFamily="18" charset="0"/>
                <a:ea typeface="굴림" charset="-127"/>
                <a:cs typeface="Times New Roman" pitchFamily="18" charset="0"/>
              </a:rPr>
              <a:t>   economies of scale, management know-how, marketing, etc</a:t>
            </a:r>
          </a:p>
          <a:p>
            <a:pPr marL="742950" marR="0" lvl="1" indent="-285750" algn="l" defTabSz="914400" rtl="0" eaLnBrk="1" fontAlgn="base" latinLnBrk="1" hangingPunct="1">
              <a:lnSpc>
                <a:spcPct val="100000"/>
              </a:lnSpc>
              <a:spcBef>
                <a:spcPct val="20000"/>
              </a:spcBef>
              <a:spcAft>
                <a:spcPct val="0"/>
              </a:spcAft>
              <a:buClr>
                <a:schemeClr val="accent1"/>
              </a:buClr>
              <a:buSzTx/>
              <a:buFont typeface="Wingdings" pitchFamily="2" charset="2"/>
              <a:buNone/>
              <a:tabLst/>
              <a:defRPr/>
            </a:pPr>
            <a:endParaRPr kumimoji="0" lang="en-US" altLang="ko-KR" sz="1000" b="0" i="0" u="none" strike="noStrike" kern="0" cap="none" spc="0" normalizeH="0" baseline="0" noProof="0" dirty="0">
              <a:ln>
                <a:noFill/>
              </a:ln>
              <a:solidFill>
                <a:schemeClr val="tx1"/>
              </a:solidFill>
              <a:effectLst/>
              <a:uLnTx/>
              <a:uFillTx/>
              <a:latin typeface="Times New Roman" pitchFamily="18" charset="0"/>
              <a:ea typeface="굴림" charset="-127"/>
              <a:cs typeface="Times New Roman" pitchFamily="18" charset="0"/>
            </a:endParaRPr>
          </a:p>
          <a:p>
            <a:pPr marL="342900" marR="0" lvl="0" indent="-342900" algn="l" defTabSz="914400" rtl="0" eaLnBrk="1" fontAlgn="base" latinLnBrk="1" hangingPunct="1">
              <a:lnSpc>
                <a:spcPct val="100000"/>
              </a:lnSpc>
              <a:spcBef>
                <a:spcPct val="20000"/>
              </a:spcBef>
              <a:spcAft>
                <a:spcPct val="0"/>
              </a:spcAft>
              <a:buClr>
                <a:schemeClr val="hlink"/>
              </a:buClr>
              <a:buSzTx/>
              <a:buFont typeface="Arial" pitchFamily="34" charset="0"/>
              <a:buChar char="•"/>
              <a:tabLst/>
              <a:defRPr/>
            </a:pPr>
            <a:r>
              <a:rPr kumimoji="0" lang="en-US" altLang="ko-KR" b="0" i="0" u="none" strike="noStrike" kern="0" cap="none" spc="0" normalizeH="0" baseline="0" noProof="0" dirty="0">
                <a:ln>
                  <a:noFill/>
                </a:ln>
                <a:solidFill>
                  <a:schemeClr val="tx1"/>
                </a:solidFill>
                <a:effectLst/>
                <a:uLnTx/>
                <a:uFillTx/>
                <a:latin typeface="Times New Roman" pitchFamily="18" charset="0"/>
                <a:ea typeface="굴림" charset="-127"/>
                <a:cs typeface="Times New Roman" pitchFamily="18" charset="0"/>
              </a:rPr>
              <a:t>Location advantage (target</a:t>
            </a:r>
            <a:r>
              <a:rPr kumimoji="0" lang="en-US" altLang="ko-KR" b="0" i="0" u="none" strike="noStrike" kern="0" cap="none" spc="0" normalizeH="0" noProof="0" dirty="0">
                <a:ln>
                  <a:noFill/>
                </a:ln>
                <a:solidFill>
                  <a:schemeClr val="tx1"/>
                </a:solidFill>
                <a:effectLst/>
                <a:uLnTx/>
                <a:uFillTx/>
                <a:latin typeface="Times New Roman" pitchFamily="18" charset="0"/>
                <a:ea typeface="굴림" charset="-127"/>
                <a:cs typeface="Times New Roman" pitchFamily="18" charset="0"/>
              </a:rPr>
              <a:t> location)</a:t>
            </a:r>
            <a:r>
              <a:rPr kumimoji="0" lang="en-US" altLang="ko-KR" b="0" i="0" u="none" strike="noStrike" kern="0" cap="none" spc="0" normalizeH="0" baseline="0" noProof="0" dirty="0">
                <a:ln>
                  <a:noFill/>
                </a:ln>
                <a:solidFill>
                  <a:schemeClr val="tx1"/>
                </a:solidFill>
                <a:effectLst/>
                <a:uLnTx/>
                <a:uFillTx/>
                <a:latin typeface="Times New Roman" pitchFamily="18" charset="0"/>
                <a:ea typeface="굴림" charset="-127"/>
                <a:cs typeface="Times New Roman" pitchFamily="18" charset="0"/>
              </a:rPr>
              <a:t>: </a:t>
            </a:r>
          </a:p>
          <a:p>
            <a:r>
              <a:rPr lang="en-US" altLang="ko-KR" b="0" kern="0" dirty="0">
                <a:ea typeface="굴림" charset="-127"/>
                <a:cs typeface="Times New Roman" pitchFamily="18" charset="0"/>
              </a:rPr>
              <a:t>      - L</a:t>
            </a:r>
            <a:r>
              <a:rPr kumimoji="0" lang="en-US" altLang="ko-KR" b="0" i="0" u="none" strike="noStrike" kern="0" cap="none" spc="0" normalizeH="0" baseline="0" noProof="0" dirty="0">
                <a:ln>
                  <a:noFill/>
                </a:ln>
                <a:solidFill>
                  <a:schemeClr val="tx1"/>
                </a:solidFill>
                <a:effectLst/>
                <a:uLnTx/>
                <a:uFillTx/>
                <a:latin typeface="Times New Roman" pitchFamily="18" charset="0"/>
                <a:ea typeface="굴림" charset="-127"/>
                <a:cs typeface="Times New Roman" pitchFamily="18" charset="0"/>
              </a:rPr>
              <a:t>and, </a:t>
            </a:r>
            <a:r>
              <a:rPr lang="en-US" altLang="ko-KR" b="0" kern="0" dirty="0">
                <a:ea typeface="굴림" charset="-127"/>
                <a:cs typeface="Times New Roman" pitchFamily="18" charset="0"/>
              </a:rPr>
              <a:t>labor, </a:t>
            </a:r>
            <a:r>
              <a:rPr kumimoji="0" lang="en-US" altLang="ko-KR" b="0" i="0" u="none" strike="noStrike" kern="0" cap="none" spc="0" normalizeH="0" baseline="0" noProof="0" dirty="0">
                <a:ln>
                  <a:noFill/>
                </a:ln>
                <a:solidFill>
                  <a:schemeClr val="tx1"/>
                </a:solidFill>
                <a:effectLst/>
                <a:uLnTx/>
                <a:uFillTx/>
                <a:latin typeface="Times New Roman" pitchFamily="18" charset="0"/>
                <a:ea typeface="굴림" charset="-127"/>
                <a:cs typeface="Times New Roman" pitchFamily="18" charset="0"/>
              </a:rPr>
              <a:t>capital, know-how, </a:t>
            </a:r>
            <a:r>
              <a:rPr lang="en-US" altLang="ko-KR" b="0" dirty="0"/>
              <a:t>host country policies, natural</a:t>
            </a:r>
          </a:p>
          <a:p>
            <a:r>
              <a:rPr lang="en-US" altLang="ko-KR" b="0" dirty="0"/>
              <a:t>         resources, unique supplier characteristics</a:t>
            </a:r>
          </a:p>
          <a:p>
            <a:endParaRPr kumimoji="0" lang="en-US" altLang="ko-KR" sz="1000" b="0" i="0" u="none" strike="noStrike" kern="0" cap="none" spc="0" normalizeH="0" baseline="0" noProof="0" dirty="0">
              <a:ln>
                <a:noFill/>
              </a:ln>
              <a:solidFill>
                <a:schemeClr val="tx1"/>
              </a:solidFill>
              <a:effectLst/>
              <a:uLnTx/>
              <a:uFillTx/>
              <a:latin typeface="Times New Roman" pitchFamily="18" charset="0"/>
              <a:ea typeface="굴림" charset="-127"/>
              <a:cs typeface="Times New Roman" pitchFamily="18" charset="0"/>
            </a:endParaRPr>
          </a:p>
          <a:p>
            <a:pPr marL="342900" marR="0" lvl="0" indent="-342900" algn="l" defTabSz="914400" rtl="0" eaLnBrk="1" fontAlgn="base" latinLnBrk="1" hangingPunct="1">
              <a:lnSpc>
                <a:spcPct val="100000"/>
              </a:lnSpc>
              <a:spcBef>
                <a:spcPct val="20000"/>
              </a:spcBef>
              <a:spcAft>
                <a:spcPct val="0"/>
              </a:spcAft>
              <a:buClr>
                <a:schemeClr val="hlink"/>
              </a:buClr>
              <a:buSzTx/>
              <a:buFont typeface="Arial" pitchFamily="34" charset="0"/>
              <a:buChar char="•"/>
              <a:tabLst/>
              <a:defRPr/>
            </a:pPr>
            <a:r>
              <a:rPr kumimoji="0" lang="en-US" altLang="ko-KR" b="0" i="0" u="none" strike="noStrike" kern="0" cap="none" spc="0" normalizeH="0" baseline="0" noProof="0" dirty="0">
                <a:ln>
                  <a:noFill/>
                </a:ln>
                <a:solidFill>
                  <a:schemeClr val="tx1"/>
                </a:solidFill>
                <a:effectLst/>
                <a:uLnTx/>
                <a:uFillTx/>
                <a:latin typeface="Times New Roman" pitchFamily="18" charset="0"/>
                <a:ea typeface="굴림" charset="-127"/>
                <a:cs typeface="Times New Roman" pitchFamily="18" charset="0"/>
              </a:rPr>
              <a:t>Internalization advantage:</a:t>
            </a:r>
          </a:p>
          <a:p>
            <a:pPr marL="342900" marR="0" lvl="0" indent="-342900" algn="l" defTabSz="914400" rtl="0" eaLnBrk="1" fontAlgn="base" latinLnBrk="1" hangingPunct="1">
              <a:lnSpc>
                <a:spcPct val="100000"/>
              </a:lnSpc>
              <a:spcBef>
                <a:spcPct val="20000"/>
              </a:spcBef>
              <a:spcAft>
                <a:spcPct val="0"/>
              </a:spcAft>
              <a:buClr>
                <a:schemeClr val="hlink"/>
              </a:buClr>
              <a:buSzTx/>
              <a:tabLst/>
              <a:defRPr/>
            </a:pPr>
            <a:r>
              <a:rPr kumimoji="0" lang="en-US" altLang="ko-KR" b="0" i="0" u="none" strike="noStrike" kern="0" cap="none" spc="0" normalizeH="0" baseline="0" noProof="0" dirty="0">
                <a:ln>
                  <a:noFill/>
                </a:ln>
                <a:solidFill>
                  <a:schemeClr val="tx1"/>
                </a:solidFill>
                <a:effectLst/>
                <a:uLnTx/>
                <a:uFillTx/>
                <a:latin typeface="Times New Roman" pitchFamily="18" charset="0"/>
                <a:ea typeface="굴림" charset="-127"/>
                <a:cs typeface="Times New Roman" pitchFamily="18" charset="0"/>
              </a:rPr>
              <a:t>      - Transaction costs of an arms-length relationship higher than </a:t>
            </a:r>
          </a:p>
          <a:p>
            <a:pPr marL="342900" marR="0" lvl="0" indent="-342900" algn="l" defTabSz="914400" rtl="0" eaLnBrk="1" fontAlgn="base" latinLnBrk="1" hangingPunct="1">
              <a:lnSpc>
                <a:spcPct val="100000"/>
              </a:lnSpc>
              <a:spcBef>
                <a:spcPct val="20000"/>
              </a:spcBef>
              <a:spcAft>
                <a:spcPct val="0"/>
              </a:spcAft>
              <a:buClr>
                <a:schemeClr val="hlink"/>
              </a:buClr>
              <a:buSzTx/>
              <a:tabLst/>
              <a:defRPr/>
            </a:pPr>
            <a:r>
              <a:rPr lang="en-US" altLang="ko-KR" b="0" kern="0" dirty="0">
                <a:ea typeface="굴림" charset="-127"/>
                <a:cs typeface="Times New Roman" pitchFamily="18" charset="0"/>
              </a:rPr>
              <a:t>	 </a:t>
            </a:r>
            <a:r>
              <a:rPr kumimoji="0" lang="en-US" altLang="ko-KR" b="0" i="0" u="none" strike="noStrike" kern="0" cap="none" spc="0" normalizeH="0" baseline="0" noProof="0" dirty="0">
                <a:ln>
                  <a:noFill/>
                </a:ln>
                <a:solidFill>
                  <a:schemeClr val="tx1"/>
                </a:solidFill>
                <a:effectLst/>
                <a:uLnTx/>
                <a:uFillTx/>
                <a:latin typeface="Times New Roman" pitchFamily="18" charset="0"/>
                <a:ea typeface="굴림" charset="-127"/>
                <a:cs typeface="Times New Roman" pitchFamily="18" charset="0"/>
              </a:rPr>
              <a:t>   managing the activity within the MNE’s boundaries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a:xfrm>
            <a:off x="0" y="273150"/>
            <a:ext cx="9144000" cy="563562"/>
          </a:xfrm>
        </p:spPr>
        <p:txBody>
          <a:bodyPr/>
          <a:lstStyle/>
          <a:p>
            <a:pPr algn="ctr" eaLnBrk="1" hangingPunct="1"/>
            <a:r>
              <a:rPr lang="en-US" sz="3200" b="1" dirty="0">
                <a:solidFill>
                  <a:schemeClr val="accent1"/>
                </a:solidFill>
                <a:latin typeface="Times New Roman" pitchFamily="18" charset="0"/>
                <a:cs typeface="Times New Roman" pitchFamily="18" charset="0"/>
              </a:rPr>
              <a:t>Motivation/Objectives of FDI</a:t>
            </a:r>
          </a:p>
        </p:txBody>
      </p:sp>
      <p:sp>
        <p:nvSpPr>
          <p:cNvPr id="29700" name="Rectangle 3"/>
          <p:cNvSpPr>
            <a:spLocks noGrp="1" noChangeArrowheads="1"/>
          </p:cNvSpPr>
          <p:nvPr>
            <p:ph type="body" idx="1"/>
          </p:nvPr>
        </p:nvSpPr>
        <p:spPr>
          <a:xfrm>
            <a:off x="385192" y="1421085"/>
            <a:ext cx="8579296" cy="5248275"/>
          </a:xfrm>
        </p:spPr>
        <p:txBody>
          <a:bodyPr/>
          <a:lstStyle/>
          <a:p>
            <a:pPr eaLnBrk="1" hangingPunct="1">
              <a:lnSpc>
                <a:spcPts val="2800"/>
              </a:lnSpc>
              <a:buFont typeface="Arial" pitchFamily="34" charset="0"/>
              <a:buChar char="•"/>
            </a:pPr>
            <a:r>
              <a:rPr lang="en-US" b="0" dirty="0">
                <a:latin typeface="Times New Roman" pitchFamily="18" charset="0"/>
                <a:cs typeface="Times New Roman" pitchFamily="18" charset="0"/>
              </a:rPr>
              <a:t>Resource-seeking FDI</a:t>
            </a:r>
          </a:p>
          <a:p>
            <a:pPr>
              <a:lnSpc>
                <a:spcPts val="2800"/>
              </a:lnSpc>
              <a:buNone/>
            </a:pPr>
            <a:r>
              <a:rPr lang="en-US" sz="2400" b="0" dirty="0">
                <a:latin typeface="Times New Roman" pitchFamily="18" charset="0"/>
                <a:cs typeface="Times New Roman" pitchFamily="18" charset="0"/>
              </a:rPr>
              <a:t>	  - To seek and secure resources, e.g. minerals, raw materials,       	land and building costs, </a:t>
            </a:r>
          </a:p>
          <a:p>
            <a:pPr>
              <a:lnSpc>
                <a:spcPts val="2800"/>
              </a:lnSpc>
              <a:buNone/>
            </a:pPr>
            <a:r>
              <a:rPr lang="en-US" sz="2400" b="0" dirty="0">
                <a:latin typeface="Times New Roman" pitchFamily="18" charset="0"/>
                <a:cs typeface="Times New Roman" pitchFamily="18" charset="0"/>
              </a:rPr>
              <a:t>	  - SK energy’s FDI in Peru for LNG (liquefied natural gas)</a:t>
            </a:r>
            <a:endParaRPr lang="en-US" sz="1000" b="0" dirty="0">
              <a:latin typeface="Times New Roman" pitchFamily="18" charset="0"/>
              <a:cs typeface="Times New Roman" pitchFamily="18" charset="0"/>
            </a:endParaRPr>
          </a:p>
          <a:p>
            <a:pPr eaLnBrk="1" hangingPunct="1">
              <a:buNone/>
            </a:pPr>
            <a:endParaRPr lang="en-US" sz="1400" b="0" dirty="0">
              <a:latin typeface="Times New Roman" pitchFamily="18" charset="0"/>
              <a:cs typeface="Times New Roman" pitchFamily="18" charset="0"/>
            </a:endParaRPr>
          </a:p>
          <a:p>
            <a:pPr eaLnBrk="1" hangingPunct="1">
              <a:lnSpc>
                <a:spcPts val="2800"/>
              </a:lnSpc>
              <a:buFont typeface="Arial" pitchFamily="34" charset="0"/>
              <a:buChar char="•"/>
            </a:pPr>
            <a:r>
              <a:rPr lang="en-US" b="0" dirty="0">
                <a:latin typeface="Times New Roman" pitchFamily="18" charset="0"/>
                <a:cs typeface="Times New Roman" pitchFamily="18" charset="0"/>
              </a:rPr>
              <a:t>Market(End-Product)-seeking FDI</a:t>
            </a:r>
          </a:p>
          <a:p>
            <a:pPr>
              <a:lnSpc>
                <a:spcPts val="2800"/>
              </a:lnSpc>
              <a:buNone/>
            </a:pPr>
            <a:r>
              <a:rPr lang="en-US" sz="2400" b="0" dirty="0">
                <a:latin typeface="Times New Roman" pitchFamily="18" charset="0"/>
                <a:cs typeface="Times New Roman" pitchFamily="18" charset="0"/>
              </a:rPr>
              <a:t>	  - To identify and exploit new markets for the firms’ finished     	products (Market size and per capita income, Market growth,	Access to regional and global markets, Country specific 		consumer preferences, Structure of markets)</a:t>
            </a:r>
          </a:p>
          <a:p>
            <a:pPr eaLnBrk="1" hangingPunct="1">
              <a:lnSpc>
                <a:spcPts val="2800"/>
              </a:lnSpc>
              <a:buNone/>
            </a:pPr>
            <a:r>
              <a:rPr lang="en-US" sz="2400" b="0" dirty="0">
                <a:latin typeface="Times New Roman" pitchFamily="18" charset="0"/>
                <a:cs typeface="Times New Roman" pitchFamily="18" charset="0"/>
              </a:rPr>
              <a:t>	  - </a:t>
            </a:r>
            <a:r>
              <a:rPr lang="sk-SK" sz="2400" b="0" dirty="0">
                <a:latin typeface="Times New Roman" pitchFamily="18" charset="0"/>
                <a:cs typeface="Times New Roman" pitchFamily="18" charset="0"/>
              </a:rPr>
              <a:t>Automotive </a:t>
            </a:r>
            <a:r>
              <a:rPr lang="en-US" sz="2400" b="0" dirty="0">
                <a:latin typeface="Times New Roman" pitchFamily="18" charset="0"/>
                <a:cs typeface="Times New Roman" pitchFamily="18" charset="0"/>
              </a:rPr>
              <a:t>MNEs</a:t>
            </a:r>
            <a:r>
              <a:rPr lang="sk-SK" sz="2400" b="0" dirty="0">
                <a:latin typeface="Times New Roman" pitchFamily="18" charset="0"/>
                <a:cs typeface="Times New Roman" pitchFamily="18" charset="0"/>
              </a:rPr>
              <a:t> </a:t>
            </a:r>
            <a:r>
              <a:rPr lang="en-US" sz="2400" b="0" dirty="0">
                <a:latin typeface="Times New Roman" pitchFamily="18" charset="0"/>
                <a:cs typeface="Times New Roman" pitchFamily="18" charset="0"/>
              </a:rPr>
              <a:t>have invested heavily in </a:t>
            </a:r>
            <a:r>
              <a:rPr lang="sk-SK" sz="2400" b="0" dirty="0">
                <a:latin typeface="Times New Roman" pitchFamily="18" charset="0"/>
                <a:cs typeface="Times New Roman" pitchFamily="18" charset="0"/>
              </a:rPr>
              <a:t>China</a:t>
            </a:r>
            <a:r>
              <a:rPr lang="en-US" sz="2400" b="0" dirty="0">
                <a:latin typeface="Times New Roman" pitchFamily="18" charset="0"/>
                <a:cs typeface="Times New Roman" pitchFamily="18" charset="0"/>
              </a:rPr>
              <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a:xfrm>
            <a:off x="0" y="273150"/>
            <a:ext cx="9144000" cy="563562"/>
          </a:xfrm>
        </p:spPr>
        <p:txBody>
          <a:bodyPr/>
          <a:lstStyle/>
          <a:p>
            <a:pPr algn="ctr" eaLnBrk="1" hangingPunct="1"/>
            <a:r>
              <a:rPr lang="en-US" sz="3200" b="1" dirty="0">
                <a:solidFill>
                  <a:schemeClr val="accent1"/>
                </a:solidFill>
                <a:latin typeface="Times New Roman" pitchFamily="18" charset="0"/>
                <a:cs typeface="Times New Roman" pitchFamily="18" charset="0"/>
              </a:rPr>
              <a:t>Motivation/Objectives of FDI</a:t>
            </a:r>
          </a:p>
        </p:txBody>
      </p:sp>
      <p:sp>
        <p:nvSpPr>
          <p:cNvPr id="29700" name="Rectangle 3"/>
          <p:cNvSpPr>
            <a:spLocks noGrp="1" noChangeArrowheads="1"/>
          </p:cNvSpPr>
          <p:nvPr>
            <p:ph type="body" idx="1"/>
          </p:nvPr>
        </p:nvSpPr>
        <p:spPr>
          <a:xfrm>
            <a:off x="385192" y="1412776"/>
            <a:ext cx="8363272" cy="5248275"/>
          </a:xfrm>
        </p:spPr>
        <p:txBody>
          <a:bodyPr/>
          <a:lstStyle/>
          <a:p>
            <a:pPr eaLnBrk="1" hangingPunct="1">
              <a:lnSpc>
                <a:spcPts val="2600"/>
              </a:lnSpc>
              <a:buFont typeface="Arial" pitchFamily="34" charset="0"/>
              <a:buChar char="•"/>
            </a:pPr>
            <a:r>
              <a:rPr lang="en-US" b="0" dirty="0">
                <a:latin typeface="Times New Roman" pitchFamily="18" charset="0"/>
                <a:cs typeface="Times New Roman" pitchFamily="18" charset="0"/>
              </a:rPr>
              <a:t>Efficiency-seeking FDI</a:t>
            </a:r>
          </a:p>
          <a:p>
            <a:pPr eaLnBrk="1" hangingPunct="1">
              <a:lnSpc>
                <a:spcPts val="2600"/>
              </a:lnSpc>
              <a:buNone/>
            </a:pPr>
            <a:r>
              <a:rPr lang="en-US" sz="2400" b="0" dirty="0">
                <a:latin typeface="Times New Roman" pitchFamily="18" charset="0"/>
                <a:cs typeface="Times New Roman" pitchFamily="18" charset="0"/>
              </a:rPr>
              <a:t>	- To seek efficiency or cost reduction through FDI</a:t>
            </a:r>
          </a:p>
          <a:p>
            <a:pPr eaLnBrk="1" hangingPunct="1">
              <a:lnSpc>
                <a:spcPts val="2600"/>
              </a:lnSpc>
              <a:buNone/>
            </a:pPr>
            <a:r>
              <a:rPr lang="en-US" sz="2400" b="0" dirty="0">
                <a:latin typeface="Times New Roman" pitchFamily="18" charset="0"/>
                <a:cs typeface="Times New Roman" pitchFamily="18" charset="0"/>
              </a:rPr>
              <a:t>	</a:t>
            </a:r>
            <a:endParaRPr lang="en-US" sz="1000" b="0" dirty="0">
              <a:solidFill>
                <a:schemeClr val="tx1"/>
              </a:solidFill>
              <a:latin typeface="Times New Roman" pitchFamily="18" charset="0"/>
              <a:cs typeface="Times New Roman" pitchFamily="18" charset="0"/>
            </a:endParaRPr>
          </a:p>
          <a:p>
            <a:pPr eaLnBrk="1" hangingPunct="1">
              <a:lnSpc>
                <a:spcPts val="2600"/>
              </a:lnSpc>
              <a:buFont typeface="Arial" pitchFamily="34" charset="0"/>
              <a:buChar char="•"/>
            </a:pPr>
            <a:r>
              <a:rPr lang="en-US" b="0" dirty="0">
                <a:latin typeface="Times New Roman" pitchFamily="18" charset="0"/>
                <a:cs typeface="Times New Roman" pitchFamily="18" charset="0"/>
              </a:rPr>
              <a:t>Asset-seeking FDI</a:t>
            </a:r>
            <a:r>
              <a:rPr lang="en-US" b="0" dirty="0">
                <a:solidFill>
                  <a:schemeClr val="tx1"/>
                </a:solidFill>
                <a:latin typeface="Times New Roman" pitchFamily="18" charset="0"/>
                <a:cs typeface="Times New Roman" pitchFamily="18" charset="0"/>
              </a:rPr>
              <a:t> </a:t>
            </a:r>
          </a:p>
          <a:p>
            <a:pPr eaLnBrk="1" hangingPunct="1">
              <a:buNone/>
            </a:pPr>
            <a:r>
              <a:rPr lang="en-US" sz="2400" b="0" dirty="0">
                <a:latin typeface="Times New Roman" pitchFamily="18" charset="0"/>
                <a:cs typeface="Times New Roman" pitchFamily="18" charset="0"/>
              </a:rPr>
              <a:t>	- To seek strategic assets through FDI</a:t>
            </a:r>
          </a:p>
          <a:p>
            <a:pPr eaLnBrk="1" hangingPunct="1">
              <a:buNone/>
            </a:pPr>
            <a:r>
              <a:rPr lang="en-US" sz="2400" b="0" dirty="0">
                <a:solidFill>
                  <a:schemeClr val="tx1"/>
                </a:solidFill>
                <a:latin typeface="Times New Roman" pitchFamily="18" charset="0"/>
                <a:cs typeface="Times New Roman" pitchFamily="18" charset="0"/>
              </a:rPr>
              <a:t>	- Acquisition of local capabilities, including R&amp;D, knowledge  and human capital, market knowledge</a:t>
            </a:r>
            <a:r>
              <a:rPr lang="en-US" sz="2400" b="0" dirty="0">
                <a:latin typeface="Times New Roman" pitchFamily="18" charset="0"/>
                <a:cs typeface="Times New Roman" pitchFamily="18" charset="0"/>
              </a:rPr>
              <a:t>; Physical infrastructure   (ports, roads, power, telecommunications), etc.</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descr="Large confetti"/>
          <p:cNvSpPr>
            <a:spLocks noGrp="1" noChangeArrowheads="1"/>
          </p:cNvSpPr>
          <p:nvPr>
            <p:ph type="title"/>
          </p:nvPr>
        </p:nvSpPr>
        <p:spPr>
          <a:xfrm>
            <a:off x="0" y="0"/>
            <a:ext cx="9144000" cy="1011238"/>
          </a:xfrm>
        </p:spPr>
        <p:txBody>
          <a:bodyPr/>
          <a:lstStyle/>
          <a:p>
            <a:pPr algn="ctr" eaLnBrk="1" hangingPunct="1"/>
            <a:r>
              <a:rPr lang="en-US" altLang="ko-KR" sz="3200" b="1" kern="1200" dirty="0">
                <a:solidFill>
                  <a:srgbClr val="FFCC00"/>
                </a:solidFill>
                <a:latin typeface="Times New Roman" pitchFamily="18" charset="0"/>
                <a:cs typeface="Times New Roman" pitchFamily="18" charset="0"/>
              </a:rPr>
              <a:t>FDI Decision Framework</a:t>
            </a:r>
          </a:p>
        </p:txBody>
      </p:sp>
      <p:sp>
        <p:nvSpPr>
          <p:cNvPr id="20515" name="Rectangle 35"/>
          <p:cNvSpPr>
            <a:spLocks noChangeArrowheads="1"/>
          </p:cNvSpPr>
          <p:nvPr/>
        </p:nvSpPr>
        <p:spPr bwMode="auto">
          <a:xfrm>
            <a:off x="1295400" y="1447800"/>
            <a:ext cx="2981325" cy="643766"/>
          </a:xfrm>
          <a:prstGeom prst="rect">
            <a:avLst/>
          </a:prstGeom>
          <a:gradFill rotWithShape="0">
            <a:gsLst>
              <a:gs pos="0">
                <a:srgbClr val="99FF99">
                  <a:gamma/>
                  <a:shade val="46275"/>
                  <a:invGamma/>
                </a:srgbClr>
              </a:gs>
              <a:gs pos="50000">
                <a:srgbClr val="99FF99"/>
              </a:gs>
              <a:gs pos="100000">
                <a:srgbClr val="99FF99">
                  <a:gamma/>
                  <a:shade val="46275"/>
                  <a:invGamma/>
                </a:srgbClr>
              </a:gs>
            </a:gsLst>
            <a:lin ang="5400000" scaled="1"/>
          </a:gradFill>
          <a:ln w="12700">
            <a:noFill/>
            <a:miter lim="800000"/>
            <a:headEnd/>
            <a:tailEnd/>
          </a:ln>
          <a:effectLst/>
        </p:spPr>
        <p:txBody>
          <a:bodyPr lIns="90488" tIns="44450" rIns="90488" bIns="44450">
            <a:spAutoFit/>
          </a:bodyPr>
          <a:lstStyle/>
          <a:p>
            <a:pPr algn="ctr" eaLnBrk="0" hangingPunct="0">
              <a:spcBef>
                <a:spcPct val="50000"/>
              </a:spcBef>
              <a:defRPr/>
            </a:pPr>
            <a:r>
              <a:rPr kumimoji="0" lang="en-US" altLang="ko-KR" sz="1800" dirty="0">
                <a:solidFill>
                  <a:srgbClr val="000000"/>
                </a:solidFill>
                <a:effectLst>
                  <a:outerShdw blurRad="38100" dist="38100" dir="2700000" algn="tl">
                    <a:srgbClr val="FFFFFF"/>
                  </a:outerShdw>
                </a:effectLst>
                <a:cs typeface="Times New Roman" pitchFamily="18" charset="0"/>
              </a:rPr>
              <a:t>How high are transportation costs and tariffs?</a:t>
            </a:r>
          </a:p>
        </p:txBody>
      </p:sp>
      <p:sp>
        <p:nvSpPr>
          <p:cNvPr id="20516" name="Rectangle 36"/>
          <p:cNvSpPr>
            <a:spLocks noChangeArrowheads="1"/>
          </p:cNvSpPr>
          <p:nvPr/>
        </p:nvSpPr>
        <p:spPr bwMode="auto">
          <a:xfrm>
            <a:off x="1302643" y="2636912"/>
            <a:ext cx="2981325" cy="638175"/>
          </a:xfrm>
          <a:prstGeom prst="rect">
            <a:avLst/>
          </a:prstGeom>
          <a:gradFill rotWithShape="0">
            <a:gsLst>
              <a:gs pos="0">
                <a:srgbClr val="99FF66">
                  <a:gamma/>
                  <a:shade val="46275"/>
                  <a:invGamma/>
                </a:srgbClr>
              </a:gs>
              <a:gs pos="50000">
                <a:srgbClr val="99FF66"/>
              </a:gs>
              <a:gs pos="100000">
                <a:srgbClr val="99FF66">
                  <a:gamma/>
                  <a:shade val="46275"/>
                  <a:invGamma/>
                </a:srgbClr>
              </a:gs>
            </a:gsLst>
            <a:lin ang="5400000" scaled="1"/>
          </a:gradFill>
          <a:ln w="12700">
            <a:noFill/>
            <a:miter lim="800000"/>
            <a:headEnd/>
            <a:tailEnd/>
          </a:ln>
          <a:effectLst/>
        </p:spPr>
        <p:txBody>
          <a:bodyPr lIns="90488" tIns="44450" rIns="90488" bIns="44450">
            <a:spAutoFit/>
          </a:bodyPr>
          <a:lstStyle/>
          <a:p>
            <a:pPr algn="ctr" eaLnBrk="0" hangingPunct="0">
              <a:spcBef>
                <a:spcPct val="50000"/>
              </a:spcBef>
              <a:defRPr/>
            </a:pPr>
            <a:r>
              <a:rPr kumimoji="0" lang="en-US" altLang="ko-KR" sz="1800">
                <a:solidFill>
                  <a:srgbClr val="000000"/>
                </a:solidFill>
                <a:effectLst>
                  <a:outerShdw blurRad="38100" dist="38100" dir="2700000" algn="tl">
                    <a:srgbClr val="FFFFFF"/>
                  </a:outerShdw>
                </a:effectLst>
                <a:cs typeface="Times New Roman" pitchFamily="18" charset="0"/>
              </a:rPr>
              <a:t>Is know-how amenable to licensing?</a:t>
            </a:r>
            <a:endParaRPr kumimoji="0" lang="en-US" altLang="ko-KR" sz="1800">
              <a:effectLst>
                <a:outerShdw blurRad="38100" dist="38100" dir="2700000" algn="tl">
                  <a:srgbClr val="000000"/>
                </a:outerShdw>
              </a:effectLst>
              <a:cs typeface="Times New Roman" pitchFamily="18" charset="0"/>
            </a:endParaRPr>
          </a:p>
        </p:txBody>
      </p:sp>
      <p:sp>
        <p:nvSpPr>
          <p:cNvPr id="20518" name="Rectangle 38"/>
          <p:cNvSpPr>
            <a:spLocks noChangeArrowheads="1"/>
          </p:cNvSpPr>
          <p:nvPr/>
        </p:nvSpPr>
        <p:spPr bwMode="auto">
          <a:xfrm>
            <a:off x="1259632" y="3798937"/>
            <a:ext cx="3048000" cy="638175"/>
          </a:xfrm>
          <a:prstGeom prst="rect">
            <a:avLst/>
          </a:prstGeom>
          <a:gradFill rotWithShape="0">
            <a:gsLst>
              <a:gs pos="0">
                <a:srgbClr val="99FF33">
                  <a:gamma/>
                  <a:shade val="46275"/>
                  <a:invGamma/>
                </a:srgbClr>
              </a:gs>
              <a:gs pos="50000">
                <a:srgbClr val="99FF33"/>
              </a:gs>
              <a:gs pos="100000">
                <a:srgbClr val="99FF33">
                  <a:gamma/>
                  <a:shade val="46275"/>
                  <a:invGamma/>
                </a:srgbClr>
              </a:gs>
            </a:gsLst>
            <a:lin ang="5400000" scaled="1"/>
          </a:gradFill>
          <a:ln w="12700">
            <a:noFill/>
            <a:miter lim="800000"/>
            <a:headEnd/>
            <a:tailEnd/>
          </a:ln>
          <a:effectLst/>
        </p:spPr>
        <p:txBody>
          <a:bodyPr lIns="90488" tIns="44450" rIns="90488" bIns="44450">
            <a:spAutoFit/>
          </a:bodyPr>
          <a:lstStyle/>
          <a:p>
            <a:pPr algn="ctr" eaLnBrk="0" hangingPunct="0">
              <a:spcBef>
                <a:spcPct val="50000"/>
              </a:spcBef>
              <a:defRPr/>
            </a:pPr>
            <a:r>
              <a:rPr kumimoji="0" lang="en-US" altLang="ko-KR" sz="1800" b="1">
                <a:solidFill>
                  <a:srgbClr val="000000"/>
                </a:solidFill>
                <a:effectLst>
                  <a:outerShdw blurRad="38100" dist="38100" dir="2700000" algn="tl">
                    <a:srgbClr val="FFFFFF"/>
                  </a:outerShdw>
                </a:effectLst>
                <a:cs typeface="Times New Roman" pitchFamily="18" charset="0"/>
              </a:rPr>
              <a:t>Is tight control over foreign operation required?</a:t>
            </a:r>
            <a:endParaRPr kumimoji="0" lang="en-US" altLang="ko-KR" sz="1800">
              <a:solidFill>
                <a:srgbClr val="000000"/>
              </a:solidFill>
              <a:effectLst>
                <a:outerShdw blurRad="38100" dist="38100" dir="2700000" algn="tl">
                  <a:srgbClr val="FFFFFF"/>
                </a:outerShdw>
              </a:effectLst>
              <a:cs typeface="Times New Roman" pitchFamily="18" charset="0"/>
            </a:endParaRPr>
          </a:p>
        </p:txBody>
      </p:sp>
      <p:sp>
        <p:nvSpPr>
          <p:cNvPr id="17415" name="Rectangle 39"/>
          <p:cNvSpPr>
            <a:spLocks noChangeArrowheads="1"/>
          </p:cNvSpPr>
          <p:nvPr/>
        </p:nvSpPr>
        <p:spPr bwMode="auto">
          <a:xfrm>
            <a:off x="1295400" y="4876800"/>
            <a:ext cx="2965450" cy="679450"/>
          </a:xfrm>
          <a:prstGeom prst="rect">
            <a:avLst/>
          </a:prstGeom>
          <a:gradFill rotWithShape="0">
            <a:gsLst>
              <a:gs pos="0">
                <a:srgbClr val="475E00"/>
              </a:gs>
              <a:gs pos="50000">
                <a:srgbClr val="99CC00"/>
              </a:gs>
              <a:gs pos="100000">
                <a:srgbClr val="475E00"/>
              </a:gs>
            </a:gsLst>
            <a:lin ang="5400000" scaled="1"/>
          </a:gradFill>
          <a:ln w="12700">
            <a:solidFill>
              <a:schemeClr val="tx1"/>
            </a:solidFill>
            <a:miter lim="800000"/>
            <a:headEnd/>
            <a:tailEnd/>
          </a:ln>
        </p:spPr>
        <p:txBody>
          <a:bodyPr wrap="none" anchor="ctr"/>
          <a:lstStyle/>
          <a:p>
            <a:pPr latinLnBrk="1"/>
            <a:endParaRPr lang="en-US">
              <a:cs typeface="Times New Roman" pitchFamily="18" charset="0"/>
            </a:endParaRPr>
          </a:p>
        </p:txBody>
      </p:sp>
      <p:sp>
        <p:nvSpPr>
          <p:cNvPr id="20520" name="Rectangle 40"/>
          <p:cNvSpPr>
            <a:spLocks noChangeArrowheads="1"/>
          </p:cNvSpPr>
          <p:nvPr/>
        </p:nvSpPr>
        <p:spPr bwMode="auto">
          <a:xfrm>
            <a:off x="1143000" y="4872038"/>
            <a:ext cx="3205163" cy="638175"/>
          </a:xfrm>
          <a:prstGeom prst="rect">
            <a:avLst/>
          </a:prstGeom>
          <a:noFill/>
          <a:ln w="12700">
            <a:noFill/>
            <a:miter lim="800000"/>
            <a:headEnd/>
            <a:tailEnd/>
          </a:ln>
          <a:effectLst/>
        </p:spPr>
        <p:txBody>
          <a:bodyPr lIns="90488" tIns="44450" rIns="90488" bIns="44450">
            <a:spAutoFit/>
          </a:bodyPr>
          <a:lstStyle/>
          <a:p>
            <a:pPr algn="ctr" eaLnBrk="0" hangingPunct="0">
              <a:spcBef>
                <a:spcPct val="50000"/>
              </a:spcBef>
              <a:defRPr/>
            </a:pPr>
            <a:r>
              <a:rPr kumimoji="0" lang="en-US" altLang="ko-KR" sz="1800" b="1" dirty="0">
                <a:solidFill>
                  <a:srgbClr val="000000"/>
                </a:solidFill>
                <a:effectLst>
                  <a:outerShdw blurRad="38100" dist="38100" dir="2700000" algn="tl">
                    <a:srgbClr val="FFFFFF"/>
                  </a:outerShdw>
                </a:effectLst>
                <a:cs typeface="Times New Roman" pitchFamily="18" charset="0"/>
              </a:rPr>
              <a:t>Can know-how be protected by licensing contract</a:t>
            </a:r>
            <a:r>
              <a:rPr kumimoji="0" lang="en-US" altLang="ko-KR" sz="1800" b="1" dirty="0">
                <a:solidFill>
                  <a:schemeClr val="bg1">
                    <a:lumMod val="75000"/>
                  </a:schemeClr>
                </a:solidFill>
                <a:effectLst>
                  <a:outerShdw blurRad="38100" dist="38100" dir="2700000" algn="tl">
                    <a:srgbClr val="000000"/>
                  </a:outerShdw>
                </a:effectLst>
                <a:cs typeface="Times New Roman" pitchFamily="18" charset="0"/>
              </a:rPr>
              <a:t>?</a:t>
            </a:r>
          </a:p>
        </p:txBody>
      </p:sp>
      <p:sp>
        <p:nvSpPr>
          <p:cNvPr id="20521" name="Rectangle 41"/>
          <p:cNvSpPr>
            <a:spLocks noChangeArrowheads="1"/>
          </p:cNvSpPr>
          <p:nvPr/>
        </p:nvSpPr>
        <p:spPr bwMode="auto">
          <a:xfrm>
            <a:off x="1295400" y="6019800"/>
            <a:ext cx="2828925" cy="363538"/>
          </a:xfrm>
          <a:prstGeom prst="rect">
            <a:avLst/>
          </a:prstGeom>
          <a:gradFill rotWithShape="0">
            <a:gsLst>
              <a:gs pos="0">
                <a:srgbClr val="808000">
                  <a:gamma/>
                  <a:shade val="46275"/>
                  <a:invGamma/>
                </a:srgbClr>
              </a:gs>
              <a:gs pos="50000">
                <a:srgbClr val="808000"/>
              </a:gs>
              <a:gs pos="100000">
                <a:srgbClr val="808000">
                  <a:gamma/>
                  <a:shade val="46275"/>
                  <a:invGamma/>
                </a:srgbClr>
              </a:gs>
            </a:gsLst>
            <a:lin ang="5400000" scaled="1"/>
          </a:gradFill>
          <a:ln w="12700">
            <a:noFill/>
            <a:miter lim="800000"/>
            <a:headEnd/>
            <a:tailEnd/>
          </a:ln>
          <a:effectLst/>
        </p:spPr>
        <p:txBody>
          <a:bodyPr lIns="90488" tIns="44450" rIns="90488" bIns="44450">
            <a:spAutoFit/>
          </a:bodyPr>
          <a:lstStyle/>
          <a:p>
            <a:pPr algn="ctr" eaLnBrk="0" hangingPunct="0">
              <a:spcBef>
                <a:spcPct val="50000"/>
              </a:spcBef>
              <a:defRPr/>
            </a:pPr>
            <a:r>
              <a:rPr kumimoji="0" lang="en-US" altLang="ko-KR" sz="1800" dirty="0">
                <a:solidFill>
                  <a:srgbClr val="000000"/>
                </a:solidFill>
                <a:effectLst>
                  <a:outerShdw blurRad="38100" dist="38100" dir="2700000" algn="tl">
                    <a:srgbClr val="FFFFFF"/>
                  </a:outerShdw>
                </a:effectLst>
                <a:cs typeface="Times New Roman" pitchFamily="18" charset="0"/>
              </a:rPr>
              <a:t>Then license</a:t>
            </a:r>
            <a:endParaRPr kumimoji="0" lang="en-US" altLang="ko-KR" sz="1800" dirty="0">
              <a:effectLst>
                <a:outerShdw blurRad="38100" dist="38100" dir="2700000" algn="tl">
                  <a:srgbClr val="000000"/>
                </a:outerShdw>
              </a:effectLst>
              <a:cs typeface="Times New Roman" pitchFamily="18" charset="0"/>
            </a:endParaRPr>
          </a:p>
        </p:txBody>
      </p:sp>
      <p:sp>
        <p:nvSpPr>
          <p:cNvPr id="17418" name="Rectangle 42"/>
          <p:cNvSpPr>
            <a:spLocks noChangeArrowheads="1"/>
          </p:cNvSpPr>
          <p:nvPr/>
        </p:nvSpPr>
        <p:spPr bwMode="auto">
          <a:xfrm>
            <a:off x="5264150" y="1454150"/>
            <a:ext cx="2730500" cy="673100"/>
          </a:xfrm>
          <a:prstGeom prst="rect">
            <a:avLst/>
          </a:prstGeom>
          <a:gradFill rotWithShape="0">
            <a:gsLst>
              <a:gs pos="0">
                <a:srgbClr val="765E2F"/>
              </a:gs>
              <a:gs pos="50000">
                <a:srgbClr val="FFCC66"/>
              </a:gs>
              <a:gs pos="100000">
                <a:srgbClr val="765E2F"/>
              </a:gs>
            </a:gsLst>
            <a:lin ang="5400000" scaled="1"/>
          </a:gradFill>
          <a:ln w="12700">
            <a:solidFill>
              <a:schemeClr val="tx1"/>
            </a:solidFill>
            <a:miter lim="800000"/>
            <a:headEnd/>
            <a:tailEnd/>
          </a:ln>
        </p:spPr>
        <p:txBody>
          <a:bodyPr wrap="none" anchor="ctr"/>
          <a:lstStyle/>
          <a:p>
            <a:pPr latinLnBrk="1"/>
            <a:endParaRPr lang="en-US">
              <a:cs typeface="Times New Roman" pitchFamily="18" charset="0"/>
            </a:endParaRPr>
          </a:p>
        </p:txBody>
      </p:sp>
      <p:sp>
        <p:nvSpPr>
          <p:cNvPr id="20523" name="Rectangle 43"/>
          <p:cNvSpPr>
            <a:spLocks noChangeArrowheads="1"/>
          </p:cNvSpPr>
          <p:nvPr/>
        </p:nvSpPr>
        <p:spPr bwMode="auto">
          <a:xfrm>
            <a:off x="5253038" y="1608138"/>
            <a:ext cx="2752725" cy="363537"/>
          </a:xfrm>
          <a:prstGeom prst="rect">
            <a:avLst/>
          </a:prstGeom>
          <a:noFill/>
          <a:ln w="12700">
            <a:noFill/>
            <a:miter lim="800000"/>
            <a:headEnd/>
            <a:tailEnd/>
          </a:ln>
          <a:effectLst/>
        </p:spPr>
        <p:txBody>
          <a:bodyPr lIns="90488" tIns="44450" rIns="90488" bIns="44450">
            <a:spAutoFit/>
          </a:bodyPr>
          <a:lstStyle/>
          <a:p>
            <a:pPr algn="ctr" eaLnBrk="0" hangingPunct="0">
              <a:spcBef>
                <a:spcPct val="50000"/>
              </a:spcBef>
              <a:defRPr/>
            </a:pPr>
            <a:r>
              <a:rPr kumimoji="0" lang="en-US" altLang="ko-KR" sz="1800">
                <a:solidFill>
                  <a:srgbClr val="000000"/>
                </a:solidFill>
                <a:effectLst>
                  <a:outerShdw blurRad="38100" dist="38100" dir="2700000" algn="tl">
                    <a:srgbClr val="FFFFFF"/>
                  </a:outerShdw>
                </a:effectLst>
                <a:cs typeface="Times New Roman" pitchFamily="18" charset="0"/>
              </a:rPr>
              <a:t>Export</a:t>
            </a:r>
          </a:p>
        </p:txBody>
      </p:sp>
      <p:sp>
        <p:nvSpPr>
          <p:cNvPr id="17420" name="Rectangle 44"/>
          <p:cNvSpPr>
            <a:spLocks noChangeArrowheads="1"/>
          </p:cNvSpPr>
          <p:nvPr/>
        </p:nvSpPr>
        <p:spPr bwMode="auto">
          <a:xfrm>
            <a:off x="5264150" y="2597150"/>
            <a:ext cx="2730500" cy="673100"/>
          </a:xfrm>
          <a:prstGeom prst="rect">
            <a:avLst/>
          </a:prstGeom>
          <a:gradFill rotWithShape="0">
            <a:gsLst>
              <a:gs pos="0">
                <a:srgbClr val="765E00"/>
              </a:gs>
              <a:gs pos="50000">
                <a:srgbClr val="FFCC00"/>
              </a:gs>
              <a:gs pos="100000">
                <a:srgbClr val="765E00"/>
              </a:gs>
            </a:gsLst>
            <a:lin ang="5400000" scaled="1"/>
          </a:gradFill>
          <a:ln w="12700">
            <a:solidFill>
              <a:schemeClr val="tx1"/>
            </a:solidFill>
            <a:miter lim="800000"/>
            <a:headEnd/>
            <a:tailEnd/>
          </a:ln>
        </p:spPr>
        <p:txBody>
          <a:bodyPr wrap="none" anchor="ctr"/>
          <a:lstStyle/>
          <a:p>
            <a:pPr latinLnBrk="1"/>
            <a:endParaRPr lang="en-US">
              <a:cs typeface="Times New Roman" pitchFamily="18" charset="0"/>
            </a:endParaRPr>
          </a:p>
        </p:txBody>
      </p:sp>
      <p:sp>
        <p:nvSpPr>
          <p:cNvPr id="20525" name="Rectangle 45"/>
          <p:cNvSpPr>
            <a:spLocks noChangeArrowheads="1"/>
          </p:cNvSpPr>
          <p:nvPr/>
        </p:nvSpPr>
        <p:spPr bwMode="auto">
          <a:xfrm>
            <a:off x="5253038" y="2751138"/>
            <a:ext cx="2752725" cy="363537"/>
          </a:xfrm>
          <a:prstGeom prst="rect">
            <a:avLst/>
          </a:prstGeom>
          <a:noFill/>
          <a:ln w="12700">
            <a:noFill/>
            <a:miter lim="800000"/>
            <a:headEnd/>
            <a:tailEnd/>
          </a:ln>
          <a:effectLst/>
        </p:spPr>
        <p:txBody>
          <a:bodyPr lIns="90488" tIns="44450" rIns="90488" bIns="44450">
            <a:spAutoFit/>
          </a:bodyPr>
          <a:lstStyle/>
          <a:p>
            <a:pPr algn="ctr" eaLnBrk="0" hangingPunct="0">
              <a:spcBef>
                <a:spcPct val="50000"/>
              </a:spcBef>
              <a:defRPr/>
            </a:pPr>
            <a:r>
              <a:rPr kumimoji="0" lang="en-US" altLang="ko-KR" sz="1800" dirty="0">
                <a:solidFill>
                  <a:srgbClr val="000000"/>
                </a:solidFill>
                <a:effectLst>
                  <a:outerShdw blurRad="38100" dist="38100" dir="2700000" algn="tl">
                    <a:srgbClr val="FFFFFF"/>
                  </a:outerShdw>
                </a:effectLst>
                <a:cs typeface="Times New Roman" pitchFamily="18" charset="0"/>
              </a:rPr>
              <a:t>FDI</a:t>
            </a:r>
          </a:p>
        </p:txBody>
      </p:sp>
      <p:sp>
        <p:nvSpPr>
          <p:cNvPr id="17422" name="Rectangle 46"/>
          <p:cNvSpPr>
            <a:spLocks noChangeArrowheads="1"/>
          </p:cNvSpPr>
          <p:nvPr/>
        </p:nvSpPr>
        <p:spPr bwMode="auto">
          <a:xfrm>
            <a:off x="5257800" y="3733800"/>
            <a:ext cx="2730500" cy="673100"/>
          </a:xfrm>
          <a:prstGeom prst="rect">
            <a:avLst/>
          </a:prstGeom>
          <a:gradFill rotWithShape="0">
            <a:gsLst>
              <a:gs pos="0">
                <a:srgbClr val="5E4700"/>
              </a:gs>
              <a:gs pos="50000">
                <a:srgbClr val="CC9900"/>
              </a:gs>
              <a:gs pos="100000">
                <a:srgbClr val="5E4700"/>
              </a:gs>
            </a:gsLst>
            <a:lin ang="5400000" scaled="1"/>
          </a:gradFill>
          <a:ln w="12700">
            <a:solidFill>
              <a:schemeClr val="tx1"/>
            </a:solidFill>
            <a:miter lim="800000"/>
            <a:headEnd/>
            <a:tailEnd/>
          </a:ln>
        </p:spPr>
        <p:txBody>
          <a:bodyPr wrap="none" anchor="ctr"/>
          <a:lstStyle/>
          <a:p>
            <a:pPr latinLnBrk="1"/>
            <a:endParaRPr lang="en-US">
              <a:cs typeface="Times New Roman" pitchFamily="18" charset="0"/>
            </a:endParaRPr>
          </a:p>
        </p:txBody>
      </p:sp>
      <p:sp>
        <p:nvSpPr>
          <p:cNvPr id="20527" name="Rectangle 47"/>
          <p:cNvSpPr>
            <a:spLocks noChangeArrowheads="1"/>
          </p:cNvSpPr>
          <p:nvPr/>
        </p:nvSpPr>
        <p:spPr bwMode="auto">
          <a:xfrm>
            <a:off x="5253038" y="3894138"/>
            <a:ext cx="2752725" cy="363537"/>
          </a:xfrm>
          <a:prstGeom prst="rect">
            <a:avLst/>
          </a:prstGeom>
          <a:noFill/>
          <a:ln w="12700">
            <a:noFill/>
            <a:miter lim="800000"/>
            <a:headEnd/>
            <a:tailEnd/>
          </a:ln>
          <a:effectLst/>
        </p:spPr>
        <p:txBody>
          <a:bodyPr lIns="90488" tIns="44450" rIns="90488" bIns="44450">
            <a:spAutoFit/>
          </a:bodyPr>
          <a:lstStyle/>
          <a:p>
            <a:pPr algn="ctr" eaLnBrk="0" hangingPunct="0">
              <a:spcBef>
                <a:spcPct val="50000"/>
              </a:spcBef>
              <a:defRPr/>
            </a:pPr>
            <a:r>
              <a:rPr kumimoji="0" lang="en-US" altLang="ko-KR" sz="1800" dirty="0">
                <a:solidFill>
                  <a:srgbClr val="000000"/>
                </a:solidFill>
                <a:effectLst>
                  <a:outerShdw blurRad="38100" dist="38100" dir="2700000" algn="tl">
                    <a:srgbClr val="FFFFFF"/>
                  </a:outerShdw>
                </a:effectLst>
                <a:cs typeface="Times New Roman" pitchFamily="18" charset="0"/>
              </a:rPr>
              <a:t>FDI</a:t>
            </a:r>
            <a:endParaRPr kumimoji="0" lang="en-US" altLang="ko-KR" sz="1800" dirty="0">
              <a:effectLst>
                <a:outerShdw blurRad="38100" dist="38100" dir="2700000" algn="tl">
                  <a:srgbClr val="000000"/>
                </a:outerShdw>
              </a:effectLst>
              <a:cs typeface="Times New Roman" pitchFamily="18" charset="0"/>
            </a:endParaRPr>
          </a:p>
        </p:txBody>
      </p:sp>
      <p:sp>
        <p:nvSpPr>
          <p:cNvPr id="17424" name="Rectangle 48"/>
          <p:cNvSpPr>
            <a:spLocks noChangeArrowheads="1"/>
          </p:cNvSpPr>
          <p:nvPr/>
        </p:nvSpPr>
        <p:spPr bwMode="auto">
          <a:xfrm>
            <a:off x="5264150" y="4883150"/>
            <a:ext cx="2730500" cy="673100"/>
          </a:xfrm>
          <a:prstGeom prst="rect">
            <a:avLst/>
          </a:prstGeom>
          <a:gradFill rotWithShape="0">
            <a:gsLst>
              <a:gs pos="0">
                <a:srgbClr val="472F00"/>
              </a:gs>
              <a:gs pos="50000">
                <a:srgbClr val="996600"/>
              </a:gs>
              <a:gs pos="100000">
                <a:srgbClr val="472F00"/>
              </a:gs>
            </a:gsLst>
            <a:lin ang="5400000" scaled="1"/>
          </a:gradFill>
          <a:ln w="12700">
            <a:solidFill>
              <a:schemeClr val="tx1"/>
            </a:solidFill>
            <a:miter lim="800000"/>
            <a:headEnd/>
            <a:tailEnd/>
          </a:ln>
        </p:spPr>
        <p:txBody>
          <a:bodyPr wrap="none" anchor="ctr"/>
          <a:lstStyle/>
          <a:p>
            <a:pPr latinLnBrk="1"/>
            <a:endParaRPr lang="en-US">
              <a:cs typeface="Times New Roman" pitchFamily="18" charset="0"/>
            </a:endParaRPr>
          </a:p>
        </p:txBody>
      </p:sp>
      <p:sp>
        <p:nvSpPr>
          <p:cNvPr id="20529" name="Rectangle 49"/>
          <p:cNvSpPr>
            <a:spLocks noChangeArrowheads="1"/>
          </p:cNvSpPr>
          <p:nvPr/>
        </p:nvSpPr>
        <p:spPr bwMode="auto">
          <a:xfrm>
            <a:off x="5253038" y="5037138"/>
            <a:ext cx="2828925" cy="363537"/>
          </a:xfrm>
          <a:prstGeom prst="rect">
            <a:avLst/>
          </a:prstGeom>
          <a:noFill/>
          <a:ln w="12700">
            <a:noFill/>
            <a:miter lim="800000"/>
            <a:headEnd/>
            <a:tailEnd/>
          </a:ln>
          <a:effectLst/>
        </p:spPr>
        <p:txBody>
          <a:bodyPr lIns="90488" tIns="44450" rIns="90488" bIns="44450">
            <a:spAutoFit/>
          </a:bodyPr>
          <a:lstStyle/>
          <a:p>
            <a:pPr algn="ctr" eaLnBrk="0" hangingPunct="0">
              <a:spcBef>
                <a:spcPct val="50000"/>
              </a:spcBef>
              <a:defRPr/>
            </a:pPr>
            <a:r>
              <a:rPr kumimoji="0" lang="en-US" altLang="ko-KR" sz="1800" dirty="0">
                <a:solidFill>
                  <a:srgbClr val="000000"/>
                </a:solidFill>
                <a:effectLst>
                  <a:outerShdw blurRad="38100" dist="38100" dir="2700000" algn="tl">
                    <a:srgbClr val="FFFFFF"/>
                  </a:outerShdw>
                </a:effectLst>
                <a:cs typeface="Times New Roman" pitchFamily="18" charset="0"/>
              </a:rPr>
              <a:t>FDI</a:t>
            </a:r>
            <a:endParaRPr kumimoji="0" lang="en-US" altLang="ko-KR" sz="1800" dirty="0">
              <a:effectLst>
                <a:outerShdw blurRad="38100" dist="38100" dir="2700000" algn="tl">
                  <a:srgbClr val="000000"/>
                </a:outerShdw>
              </a:effectLst>
              <a:cs typeface="Times New Roman" pitchFamily="18" charset="0"/>
            </a:endParaRPr>
          </a:p>
        </p:txBody>
      </p:sp>
      <p:sp>
        <p:nvSpPr>
          <p:cNvPr id="17426" name="Rectangle 50"/>
          <p:cNvSpPr>
            <a:spLocks noChangeArrowheads="1"/>
          </p:cNvSpPr>
          <p:nvPr/>
        </p:nvSpPr>
        <p:spPr bwMode="auto">
          <a:xfrm>
            <a:off x="3059832" y="4445000"/>
            <a:ext cx="496932" cy="397545"/>
          </a:xfrm>
          <a:prstGeom prst="rect">
            <a:avLst/>
          </a:prstGeom>
          <a:noFill/>
          <a:ln w="12700">
            <a:noFill/>
            <a:miter lim="800000"/>
            <a:headEnd/>
            <a:tailEnd/>
          </a:ln>
        </p:spPr>
        <p:txBody>
          <a:bodyPr wrap="none" lIns="90488" tIns="44450" rIns="90488" bIns="44450">
            <a:spAutoFit/>
          </a:bodyPr>
          <a:lstStyle/>
          <a:p>
            <a:pPr eaLnBrk="0" hangingPunct="0"/>
            <a:r>
              <a:rPr kumimoji="0" lang="en-US" altLang="ko-KR" sz="2000" dirty="0">
                <a:solidFill>
                  <a:schemeClr val="bg2">
                    <a:lumMod val="20000"/>
                    <a:lumOff val="80000"/>
                  </a:schemeClr>
                </a:solidFill>
                <a:cs typeface="Times New Roman" pitchFamily="18" charset="0"/>
              </a:rPr>
              <a:t>No</a:t>
            </a:r>
          </a:p>
        </p:txBody>
      </p:sp>
      <p:sp>
        <p:nvSpPr>
          <p:cNvPr id="17427" name="Rectangle 51"/>
          <p:cNvSpPr>
            <a:spLocks noChangeArrowheads="1"/>
          </p:cNvSpPr>
          <p:nvPr/>
        </p:nvSpPr>
        <p:spPr bwMode="auto">
          <a:xfrm>
            <a:off x="2971800" y="2273300"/>
            <a:ext cx="722956" cy="397545"/>
          </a:xfrm>
          <a:prstGeom prst="rect">
            <a:avLst/>
          </a:prstGeom>
          <a:noFill/>
          <a:ln w="12700">
            <a:noFill/>
            <a:miter lim="800000"/>
            <a:headEnd/>
            <a:tailEnd/>
          </a:ln>
        </p:spPr>
        <p:txBody>
          <a:bodyPr wrap="none" lIns="90488" tIns="44450" rIns="90488" bIns="44450">
            <a:spAutoFit/>
          </a:bodyPr>
          <a:lstStyle/>
          <a:p>
            <a:pPr eaLnBrk="0" hangingPunct="0"/>
            <a:r>
              <a:rPr kumimoji="0" lang="en-US" altLang="ko-KR" sz="2000" dirty="0">
                <a:solidFill>
                  <a:schemeClr val="bg2">
                    <a:lumMod val="20000"/>
                    <a:lumOff val="80000"/>
                  </a:schemeClr>
                </a:solidFill>
                <a:cs typeface="Times New Roman" pitchFamily="18" charset="0"/>
              </a:rPr>
              <a:t>High</a:t>
            </a:r>
          </a:p>
        </p:txBody>
      </p:sp>
      <p:sp>
        <p:nvSpPr>
          <p:cNvPr id="17428" name="Rectangle 52"/>
          <p:cNvSpPr>
            <a:spLocks noChangeArrowheads="1"/>
          </p:cNvSpPr>
          <p:nvPr/>
        </p:nvSpPr>
        <p:spPr bwMode="auto">
          <a:xfrm>
            <a:off x="3059832" y="3302000"/>
            <a:ext cx="553486" cy="397545"/>
          </a:xfrm>
          <a:prstGeom prst="rect">
            <a:avLst/>
          </a:prstGeom>
          <a:noFill/>
          <a:ln w="12700">
            <a:noFill/>
            <a:miter lim="800000"/>
            <a:headEnd/>
            <a:tailEnd/>
          </a:ln>
        </p:spPr>
        <p:txBody>
          <a:bodyPr wrap="none" lIns="90488" tIns="44450" rIns="90488" bIns="44450">
            <a:spAutoFit/>
          </a:bodyPr>
          <a:lstStyle/>
          <a:p>
            <a:pPr eaLnBrk="0" hangingPunct="0"/>
            <a:r>
              <a:rPr kumimoji="0" lang="en-US" altLang="ko-KR" sz="2000" dirty="0">
                <a:solidFill>
                  <a:schemeClr val="bg2">
                    <a:lumMod val="20000"/>
                    <a:lumOff val="80000"/>
                  </a:schemeClr>
                </a:solidFill>
                <a:cs typeface="Times New Roman" pitchFamily="18" charset="0"/>
              </a:rPr>
              <a:t>Yes</a:t>
            </a:r>
          </a:p>
        </p:txBody>
      </p:sp>
      <p:sp>
        <p:nvSpPr>
          <p:cNvPr id="17429" name="Rectangle 53"/>
          <p:cNvSpPr>
            <a:spLocks noChangeArrowheads="1"/>
          </p:cNvSpPr>
          <p:nvPr/>
        </p:nvSpPr>
        <p:spPr bwMode="auto">
          <a:xfrm>
            <a:off x="3010402" y="5623743"/>
            <a:ext cx="553486" cy="397545"/>
          </a:xfrm>
          <a:prstGeom prst="rect">
            <a:avLst/>
          </a:prstGeom>
          <a:noFill/>
          <a:ln w="12700">
            <a:noFill/>
            <a:miter lim="800000"/>
            <a:headEnd/>
            <a:tailEnd/>
          </a:ln>
        </p:spPr>
        <p:txBody>
          <a:bodyPr wrap="none" lIns="90488" tIns="44450" rIns="90488" bIns="44450">
            <a:spAutoFit/>
          </a:bodyPr>
          <a:lstStyle/>
          <a:p>
            <a:pPr eaLnBrk="0" hangingPunct="0"/>
            <a:r>
              <a:rPr kumimoji="0" lang="en-US" altLang="ko-KR" sz="2000" dirty="0">
                <a:solidFill>
                  <a:schemeClr val="bg2">
                    <a:lumMod val="20000"/>
                    <a:lumOff val="80000"/>
                  </a:schemeClr>
                </a:solidFill>
                <a:cs typeface="Times New Roman" pitchFamily="18" charset="0"/>
              </a:rPr>
              <a:t>Yes</a:t>
            </a:r>
          </a:p>
        </p:txBody>
      </p:sp>
      <p:sp>
        <p:nvSpPr>
          <p:cNvPr id="17430" name="Rectangle 54"/>
          <p:cNvSpPr>
            <a:spLocks noChangeArrowheads="1"/>
          </p:cNvSpPr>
          <p:nvPr/>
        </p:nvSpPr>
        <p:spPr bwMode="auto">
          <a:xfrm>
            <a:off x="4475163" y="1397000"/>
            <a:ext cx="668454" cy="397545"/>
          </a:xfrm>
          <a:prstGeom prst="rect">
            <a:avLst/>
          </a:prstGeom>
          <a:noFill/>
          <a:ln w="12700">
            <a:noFill/>
            <a:miter lim="800000"/>
            <a:headEnd/>
            <a:tailEnd/>
          </a:ln>
        </p:spPr>
        <p:txBody>
          <a:bodyPr wrap="none" lIns="90488" tIns="44450" rIns="90488" bIns="44450">
            <a:spAutoFit/>
          </a:bodyPr>
          <a:lstStyle/>
          <a:p>
            <a:pPr eaLnBrk="0" hangingPunct="0"/>
            <a:r>
              <a:rPr kumimoji="0" lang="en-US" altLang="ko-KR" sz="2000" dirty="0">
                <a:solidFill>
                  <a:schemeClr val="bg2">
                    <a:lumMod val="20000"/>
                    <a:lumOff val="80000"/>
                  </a:schemeClr>
                </a:solidFill>
                <a:cs typeface="Times New Roman" pitchFamily="18" charset="0"/>
              </a:rPr>
              <a:t>Low</a:t>
            </a:r>
          </a:p>
        </p:txBody>
      </p:sp>
      <p:sp>
        <p:nvSpPr>
          <p:cNvPr id="17431" name="Rectangle 55"/>
          <p:cNvSpPr>
            <a:spLocks noChangeArrowheads="1"/>
          </p:cNvSpPr>
          <p:nvPr/>
        </p:nvSpPr>
        <p:spPr bwMode="auto">
          <a:xfrm>
            <a:off x="4475163" y="2540000"/>
            <a:ext cx="496932" cy="397545"/>
          </a:xfrm>
          <a:prstGeom prst="rect">
            <a:avLst/>
          </a:prstGeom>
          <a:noFill/>
          <a:ln w="12700">
            <a:noFill/>
            <a:miter lim="800000"/>
            <a:headEnd/>
            <a:tailEnd/>
          </a:ln>
        </p:spPr>
        <p:txBody>
          <a:bodyPr wrap="none" lIns="90488" tIns="44450" rIns="90488" bIns="44450">
            <a:spAutoFit/>
          </a:bodyPr>
          <a:lstStyle/>
          <a:p>
            <a:pPr eaLnBrk="0" hangingPunct="0"/>
            <a:r>
              <a:rPr kumimoji="0" lang="en-US" altLang="ko-KR" sz="2000">
                <a:solidFill>
                  <a:schemeClr val="bg2">
                    <a:lumMod val="20000"/>
                    <a:lumOff val="80000"/>
                  </a:schemeClr>
                </a:solidFill>
                <a:cs typeface="Times New Roman" pitchFamily="18" charset="0"/>
              </a:rPr>
              <a:t>No</a:t>
            </a:r>
          </a:p>
        </p:txBody>
      </p:sp>
      <p:sp>
        <p:nvSpPr>
          <p:cNvPr id="17432" name="Rectangle 56"/>
          <p:cNvSpPr>
            <a:spLocks noChangeArrowheads="1"/>
          </p:cNvSpPr>
          <p:nvPr/>
        </p:nvSpPr>
        <p:spPr bwMode="auto">
          <a:xfrm>
            <a:off x="4475163" y="3683000"/>
            <a:ext cx="553486" cy="397545"/>
          </a:xfrm>
          <a:prstGeom prst="rect">
            <a:avLst/>
          </a:prstGeom>
          <a:noFill/>
          <a:ln w="12700">
            <a:noFill/>
            <a:miter lim="800000"/>
            <a:headEnd/>
            <a:tailEnd/>
          </a:ln>
        </p:spPr>
        <p:txBody>
          <a:bodyPr wrap="none" lIns="90488" tIns="44450" rIns="90488" bIns="44450">
            <a:spAutoFit/>
          </a:bodyPr>
          <a:lstStyle/>
          <a:p>
            <a:pPr eaLnBrk="0" hangingPunct="0"/>
            <a:r>
              <a:rPr kumimoji="0" lang="en-US" altLang="ko-KR" sz="2000">
                <a:solidFill>
                  <a:schemeClr val="bg2">
                    <a:lumMod val="20000"/>
                    <a:lumOff val="80000"/>
                  </a:schemeClr>
                </a:solidFill>
                <a:cs typeface="Times New Roman" pitchFamily="18" charset="0"/>
              </a:rPr>
              <a:t>Yes</a:t>
            </a:r>
          </a:p>
        </p:txBody>
      </p:sp>
      <p:sp>
        <p:nvSpPr>
          <p:cNvPr id="17433" name="Rectangle 57"/>
          <p:cNvSpPr>
            <a:spLocks noChangeArrowheads="1"/>
          </p:cNvSpPr>
          <p:nvPr/>
        </p:nvSpPr>
        <p:spPr bwMode="auto">
          <a:xfrm>
            <a:off x="4475163" y="4826000"/>
            <a:ext cx="496932" cy="397545"/>
          </a:xfrm>
          <a:prstGeom prst="rect">
            <a:avLst/>
          </a:prstGeom>
          <a:noFill/>
          <a:ln w="12700">
            <a:noFill/>
            <a:miter lim="800000"/>
            <a:headEnd/>
            <a:tailEnd/>
          </a:ln>
        </p:spPr>
        <p:txBody>
          <a:bodyPr wrap="none" lIns="90488" tIns="44450" rIns="90488" bIns="44450">
            <a:spAutoFit/>
          </a:bodyPr>
          <a:lstStyle/>
          <a:p>
            <a:pPr eaLnBrk="0" hangingPunct="0"/>
            <a:r>
              <a:rPr kumimoji="0" lang="en-US" altLang="ko-KR" sz="2000">
                <a:solidFill>
                  <a:schemeClr val="bg2">
                    <a:lumMod val="20000"/>
                    <a:lumOff val="80000"/>
                  </a:schemeClr>
                </a:solidFill>
                <a:cs typeface="Times New Roman" pitchFamily="18" charset="0"/>
              </a:rPr>
              <a:t>No</a:t>
            </a:r>
          </a:p>
        </p:txBody>
      </p:sp>
      <p:sp>
        <p:nvSpPr>
          <p:cNvPr id="17434" name="Line 58"/>
          <p:cNvSpPr>
            <a:spLocks noChangeShapeType="1"/>
          </p:cNvSpPr>
          <p:nvPr/>
        </p:nvSpPr>
        <p:spPr bwMode="auto">
          <a:xfrm>
            <a:off x="2555776" y="2132856"/>
            <a:ext cx="0" cy="381000"/>
          </a:xfrm>
          <a:prstGeom prst="line">
            <a:avLst/>
          </a:prstGeom>
          <a:noFill/>
          <a:ln w="38100">
            <a:solidFill>
              <a:schemeClr val="hlink"/>
            </a:solidFill>
            <a:round/>
            <a:headEnd/>
            <a:tailEnd type="triangle" w="med" len="med"/>
          </a:ln>
        </p:spPr>
        <p:txBody>
          <a:bodyPr wrap="none" anchor="ctr"/>
          <a:lstStyle/>
          <a:p>
            <a:endParaRPr lang="ko-KR" altLang="en-US">
              <a:cs typeface="Times New Roman" pitchFamily="18" charset="0"/>
            </a:endParaRPr>
          </a:p>
        </p:txBody>
      </p:sp>
      <p:sp>
        <p:nvSpPr>
          <p:cNvPr id="17435" name="Line 59"/>
          <p:cNvSpPr>
            <a:spLocks noChangeShapeType="1"/>
          </p:cNvSpPr>
          <p:nvPr/>
        </p:nvSpPr>
        <p:spPr bwMode="auto">
          <a:xfrm>
            <a:off x="2514600" y="3352800"/>
            <a:ext cx="0" cy="368300"/>
          </a:xfrm>
          <a:prstGeom prst="line">
            <a:avLst/>
          </a:prstGeom>
          <a:noFill/>
          <a:ln w="38100">
            <a:solidFill>
              <a:schemeClr val="hlink"/>
            </a:solidFill>
            <a:round/>
            <a:headEnd/>
            <a:tailEnd type="triangle" w="med" len="med"/>
          </a:ln>
        </p:spPr>
        <p:txBody>
          <a:bodyPr wrap="none" anchor="ctr"/>
          <a:lstStyle/>
          <a:p>
            <a:endParaRPr lang="ko-KR" altLang="en-US">
              <a:cs typeface="Times New Roman" pitchFamily="18" charset="0"/>
            </a:endParaRPr>
          </a:p>
        </p:txBody>
      </p:sp>
      <p:sp>
        <p:nvSpPr>
          <p:cNvPr id="17436" name="Line 60"/>
          <p:cNvSpPr>
            <a:spLocks noChangeShapeType="1"/>
          </p:cNvSpPr>
          <p:nvPr/>
        </p:nvSpPr>
        <p:spPr bwMode="auto">
          <a:xfrm>
            <a:off x="2514600" y="4432300"/>
            <a:ext cx="0" cy="431800"/>
          </a:xfrm>
          <a:prstGeom prst="line">
            <a:avLst/>
          </a:prstGeom>
          <a:noFill/>
          <a:ln w="38100">
            <a:solidFill>
              <a:schemeClr val="hlink"/>
            </a:solidFill>
            <a:round/>
            <a:headEnd/>
            <a:tailEnd type="triangle" w="med" len="med"/>
          </a:ln>
        </p:spPr>
        <p:txBody>
          <a:bodyPr wrap="none" anchor="ctr"/>
          <a:lstStyle/>
          <a:p>
            <a:endParaRPr lang="ko-KR" altLang="en-US">
              <a:cs typeface="Times New Roman" pitchFamily="18" charset="0"/>
            </a:endParaRPr>
          </a:p>
        </p:txBody>
      </p:sp>
      <p:sp>
        <p:nvSpPr>
          <p:cNvPr id="17437" name="Line 61"/>
          <p:cNvSpPr>
            <a:spLocks noChangeShapeType="1"/>
          </p:cNvSpPr>
          <p:nvPr/>
        </p:nvSpPr>
        <p:spPr bwMode="auto">
          <a:xfrm>
            <a:off x="2514600" y="5562600"/>
            <a:ext cx="0" cy="431800"/>
          </a:xfrm>
          <a:prstGeom prst="line">
            <a:avLst/>
          </a:prstGeom>
          <a:noFill/>
          <a:ln w="38100">
            <a:solidFill>
              <a:schemeClr val="hlink"/>
            </a:solidFill>
            <a:round/>
            <a:headEnd/>
            <a:tailEnd type="triangle" w="med" len="med"/>
          </a:ln>
        </p:spPr>
        <p:txBody>
          <a:bodyPr wrap="none" anchor="ctr"/>
          <a:lstStyle/>
          <a:p>
            <a:endParaRPr lang="ko-KR" altLang="en-US">
              <a:cs typeface="Times New Roman" pitchFamily="18" charset="0"/>
            </a:endParaRPr>
          </a:p>
        </p:txBody>
      </p:sp>
      <p:sp>
        <p:nvSpPr>
          <p:cNvPr id="17438" name="Line 62"/>
          <p:cNvSpPr>
            <a:spLocks noChangeShapeType="1"/>
          </p:cNvSpPr>
          <p:nvPr/>
        </p:nvSpPr>
        <p:spPr bwMode="auto">
          <a:xfrm>
            <a:off x="4279900" y="1905000"/>
            <a:ext cx="965200" cy="0"/>
          </a:xfrm>
          <a:prstGeom prst="line">
            <a:avLst/>
          </a:prstGeom>
          <a:noFill/>
          <a:ln w="38100">
            <a:solidFill>
              <a:schemeClr val="hlink"/>
            </a:solidFill>
            <a:round/>
            <a:headEnd/>
            <a:tailEnd type="triangle" w="med" len="med"/>
          </a:ln>
        </p:spPr>
        <p:txBody>
          <a:bodyPr wrap="none" anchor="ctr"/>
          <a:lstStyle/>
          <a:p>
            <a:endParaRPr lang="ko-KR" altLang="en-US">
              <a:cs typeface="Times New Roman" pitchFamily="18" charset="0"/>
            </a:endParaRPr>
          </a:p>
        </p:txBody>
      </p:sp>
      <p:sp>
        <p:nvSpPr>
          <p:cNvPr id="17439" name="Line 63"/>
          <p:cNvSpPr>
            <a:spLocks noChangeShapeType="1"/>
          </p:cNvSpPr>
          <p:nvPr/>
        </p:nvSpPr>
        <p:spPr bwMode="auto">
          <a:xfrm>
            <a:off x="4279900" y="2971800"/>
            <a:ext cx="965200" cy="0"/>
          </a:xfrm>
          <a:prstGeom prst="line">
            <a:avLst/>
          </a:prstGeom>
          <a:noFill/>
          <a:ln w="38100">
            <a:solidFill>
              <a:schemeClr val="hlink"/>
            </a:solidFill>
            <a:round/>
            <a:headEnd/>
            <a:tailEnd type="triangle" w="med" len="med"/>
          </a:ln>
        </p:spPr>
        <p:txBody>
          <a:bodyPr wrap="none" anchor="ctr"/>
          <a:lstStyle/>
          <a:p>
            <a:endParaRPr lang="ko-KR" altLang="en-US">
              <a:cs typeface="Times New Roman" pitchFamily="18" charset="0"/>
            </a:endParaRPr>
          </a:p>
        </p:txBody>
      </p:sp>
      <p:sp>
        <p:nvSpPr>
          <p:cNvPr id="17440" name="Line 64"/>
          <p:cNvSpPr>
            <a:spLocks noChangeShapeType="1"/>
          </p:cNvSpPr>
          <p:nvPr/>
        </p:nvSpPr>
        <p:spPr bwMode="auto">
          <a:xfrm>
            <a:off x="4279900" y="4038600"/>
            <a:ext cx="965200" cy="0"/>
          </a:xfrm>
          <a:prstGeom prst="line">
            <a:avLst/>
          </a:prstGeom>
          <a:noFill/>
          <a:ln w="38100">
            <a:solidFill>
              <a:schemeClr val="hlink"/>
            </a:solidFill>
            <a:round/>
            <a:headEnd/>
            <a:tailEnd type="triangle" w="med" len="med"/>
          </a:ln>
        </p:spPr>
        <p:txBody>
          <a:bodyPr wrap="none" anchor="ctr"/>
          <a:lstStyle/>
          <a:p>
            <a:endParaRPr lang="ko-KR" altLang="en-US">
              <a:cs typeface="Times New Roman" pitchFamily="18" charset="0"/>
            </a:endParaRPr>
          </a:p>
        </p:txBody>
      </p:sp>
      <p:sp>
        <p:nvSpPr>
          <p:cNvPr id="17441" name="Line 65"/>
          <p:cNvSpPr>
            <a:spLocks noChangeShapeType="1"/>
          </p:cNvSpPr>
          <p:nvPr/>
        </p:nvSpPr>
        <p:spPr bwMode="auto">
          <a:xfrm>
            <a:off x="4279900" y="5257800"/>
            <a:ext cx="965200" cy="0"/>
          </a:xfrm>
          <a:prstGeom prst="line">
            <a:avLst/>
          </a:prstGeom>
          <a:noFill/>
          <a:ln w="38100">
            <a:solidFill>
              <a:schemeClr val="hlink"/>
            </a:solidFill>
            <a:round/>
            <a:headEnd/>
            <a:tailEnd type="triangle" w="med" len="med"/>
          </a:ln>
        </p:spPr>
        <p:txBody>
          <a:bodyPr wrap="none" anchor="ctr"/>
          <a:lstStyle/>
          <a:p>
            <a:endParaRPr lang="ko-KR" altLang="en-US">
              <a:cs typeface="Times New Roman"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626" name="Object 2">
            <a:hlinkClick r:id="" action="ppaction://ole?verb=0"/>
          </p:cNvPr>
          <p:cNvGraphicFramePr>
            <a:graphicFrameLocks/>
          </p:cNvGraphicFramePr>
          <p:nvPr/>
        </p:nvGraphicFramePr>
        <p:xfrm>
          <a:off x="381000" y="4208463"/>
          <a:ext cx="8382000" cy="2049462"/>
        </p:xfrm>
        <a:graphic>
          <a:graphicData uri="http://schemas.openxmlformats.org/presentationml/2006/ole">
            <mc:AlternateContent xmlns:mc="http://schemas.openxmlformats.org/markup-compatibility/2006">
              <mc:Choice xmlns:v="urn:schemas-microsoft-com:vml" Requires="v">
                <p:oleObj name="Clip" r:id="rId2" imgW="3657600" imgH="2338200" progId="">
                  <p:embed/>
                </p:oleObj>
              </mc:Choice>
              <mc:Fallback>
                <p:oleObj name="Clip" r:id="rId2" imgW="3657600" imgH="2338200" progId="">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4208463"/>
                        <a:ext cx="8382000" cy="2049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627" name="WordArt 3"/>
          <p:cNvSpPr>
            <a:spLocks noChangeArrowheads="1" noChangeShapeType="1" noTextEdit="1"/>
          </p:cNvSpPr>
          <p:nvPr/>
        </p:nvSpPr>
        <p:spPr bwMode="auto">
          <a:xfrm>
            <a:off x="611560" y="1484785"/>
            <a:ext cx="7532315" cy="2448271"/>
          </a:xfrm>
          <a:prstGeom prst="rect">
            <a:avLst/>
          </a:prstGeom>
        </p:spPr>
        <p:txBody>
          <a:bodyPr wrap="none" fromWordArt="1">
            <a:prstTxWarp prst="textSlantUp">
              <a:avLst>
                <a:gd name="adj" fmla="val 32056"/>
              </a:avLst>
            </a:prstTxWarp>
          </a:bodyPr>
          <a:lstStyle/>
          <a:p>
            <a:pPr algn="ctr"/>
            <a:r>
              <a:rPr lang="en-US" altLang="ko-KR" sz="4800" kern="10" dirty="0">
                <a:ln w="9525">
                  <a:solidFill>
                    <a:srgbClr val="CC99FF"/>
                  </a:solidFill>
                  <a:round/>
                  <a:headEnd/>
                  <a:tailEnd/>
                </a:ln>
                <a:gradFill rotWithShape="1">
                  <a:gsLst>
                    <a:gs pos="0">
                      <a:srgbClr val="333399"/>
                    </a:gs>
                    <a:gs pos="100000">
                      <a:schemeClr val="accent2"/>
                    </a:gs>
                  </a:gsLst>
                  <a:lin ang="5400000" scaled="1"/>
                </a:gradFill>
                <a:effectLst>
                  <a:outerShdw dist="53882" dir="2700000" algn="ctr" rotWithShape="0">
                    <a:srgbClr val="9999FF"/>
                  </a:outerShdw>
                </a:effectLst>
                <a:latin typeface="Impact"/>
              </a:rPr>
              <a:t>Political Economy of FDI</a:t>
            </a:r>
            <a:endParaRPr lang="ko-KR" altLang="en-US" sz="4800" kern="10" dirty="0">
              <a:ln w="9525">
                <a:solidFill>
                  <a:srgbClr val="CC99FF"/>
                </a:solidFill>
                <a:round/>
                <a:headEnd/>
                <a:tailEnd/>
              </a:ln>
              <a:gradFill rotWithShape="1">
                <a:gsLst>
                  <a:gs pos="0">
                    <a:srgbClr val="333399"/>
                  </a:gs>
                  <a:gs pos="100000">
                    <a:schemeClr val="accent2"/>
                  </a:gs>
                </a:gsLst>
                <a:lin ang="5400000" scaled="1"/>
              </a:gradFill>
              <a:effectLst>
                <a:outerShdw dist="53882" dir="2700000" algn="ctr" rotWithShape="0">
                  <a:srgbClr val="9999FF"/>
                </a:outerShdw>
              </a:effectLst>
              <a:latin typeface="Impact"/>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descr="Large confetti"/>
          <p:cNvSpPr>
            <a:spLocks noGrp="1" noChangeArrowheads="1"/>
          </p:cNvSpPr>
          <p:nvPr>
            <p:ph type="title"/>
          </p:nvPr>
        </p:nvSpPr>
        <p:spPr>
          <a:xfrm>
            <a:off x="685800" y="228600"/>
            <a:ext cx="7799388" cy="706438"/>
          </a:xfrm>
        </p:spPr>
        <p:txBody>
          <a:bodyPr/>
          <a:lstStyle/>
          <a:p>
            <a:pPr algn="ctr" eaLnBrk="1" hangingPunct="1"/>
            <a:r>
              <a:rPr lang="en-US" altLang="ko-KR" sz="3200" b="1" kern="1200" dirty="0">
                <a:solidFill>
                  <a:srgbClr val="FFCC00"/>
                </a:solidFill>
                <a:latin typeface="Times New Roman" pitchFamily="18" charset="0"/>
                <a:cs typeface="Times New Roman" pitchFamily="18" charset="0"/>
              </a:rPr>
              <a:t>Political Ideology toward FDI</a:t>
            </a:r>
          </a:p>
        </p:txBody>
      </p:sp>
      <p:sp>
        <p:nvSpPr>
          <p:cNvPr id="35" name="직사각형 9"/>
          <p:cNvSpPr/>
          <p:nvPr/>
        </p:nvSpPr>
        <p:spPr>
          <a:xfrm>
            <a:off x="179512" y="1052736"/>
            <a:ext cx="8934594" cy="830997"/>
          </a:xfrm>
          <a:prstGeom prst="rect">
            <a:avLst/>
          </a:prstGeom>
        </p:spPr>
        <p:txBody>
          <a:bodyPr wrap="square">
            <a:spAutoFit/>
          </a:bodyPr>
          <a:lstStyle/>
          <a:p>
            <a:r>
              <a:rPr lang="en-US" altLang="ko-KR" b="0" dirty="0"/>
              <a:t>Ideology          Characteristics                        Host-Government </a:t>
            </a:r>
          </a:p>
          <a:p>
            <a:r>
              <a:rPr lang="en-US" altLang="ko-KR" b="0" dirty="0">
                <a:cs typeface="Times New Roman" pitchFamily="18" charset="0"/>
              </a:rPr>
              <a:t>                                                                        Policy Implications</a:t>
            </a:r>
            <a:endParaRPr lang="ko-KR" altLang="en-US" b="0" dirty="0">
              <a:cs typeface="Times New Roman" pitchFamily="18" charset="0"/>
            </a:endParaRPr>
          </a:p>
        </p:txBody>
      </p:sp>
      <p:sp>
        <p:nvSpPr>
          <p:cNvPr id="36" name="직사각형 3"/>
          <p:cNvSpPr/>
          <p:nvPr/>
        </p:nvSpPr>
        <p:spPr>
          <a:xfrm>
            <a:off x="216024" y="1856224"/>
            <a:ext cx="1186603" cy="830997"/>
          </a:xfrm>
          <a:prstGeom prst="rect">
            <a:avLst/>
          </a:prstGeom>
        </p:spPr>
        <p:txBody>
          <a:bodyPr wrap="square">
            <a:spAutoFit/>
          </a:bodyPr>
          <a:lstStyle/>
          <a:p>
            <a:r>
              <a:rPr lang="en-US" altLang="ko-KR" b="0" dirty="0">
                <a:solidFill>
                  <a:srgbClr val="FFFF66"/>
                </a:solidFill>
              </a:rPr>
              <a:t>Radical</a:t>
            </a:r>
          </a:p>
          <a:p>
            <a:r>
              <a:rPr lang="en-US" altLang="ko-KR" b="0" dirty="0">
                <a:solidFill>
                  <a:srgbClr val="FFFF66"/>
                </a:solidFill>
              </a:rPr>
              <a:t>View</a:t>
            </a:r>
          </a:p>
        </p:txBody>
      </p:sp>
      <p:sp>
        <p:nvSpPr>
          <p:cNvPr id="37" name="직사각형 4"/>
          <p:cNvSpPr/>
          <p:nvPr/>
        </p:nvSpPr>
        <p:spPr>
          <a:xfrm>
            <a:off x="2048903" y="1817529"/>
            <a:ext cx="3171169" cy="1323439"/>
          </a:xfrm>
          <a:prstGeom prst="rect">
            <a:avLst/>
          </a:prstGeom>
        </p:spPr>
        <p:txBody>
          <a:bodyPr wrap="square">
            <a:spAutoFit/>
          </a:bodyPr>
          <a:lstStyle/>
          <a:p>
            <a:r>
              <a:rPr lang="en-US" altLang="ko-KR" sz="2000" b="0" dirty="0"/>
              <a:t>Marxist roots</a:t>
            </a:r>
          </a:p>
          <a:p>
            <a:r>
              <a:rPr lang="en-US" altLang="ko-KR" sz="2000" b="0" dirty="0"/>
              <a:t>Views the MNE as an </a:t>
            </a:r>
          </a:p>
          <a:p>
            <a:r>
              <a:rPr lang="en-US" altLang="ko-KR" sz="2000" b="0" dirty="0"/>
              <a:t>  instrument of imperialist </a:t>
            </a:r>
          </a:p>
          <a:p>
            <a:r>
              <a:rPr lang="en-US" altLang="ko-KR" sz="2000" b="0" dirty="0"/>
              <a:t>  domination</a:t>
            </a:r>
          </a:p>
        </p:txBody>
      </p:sp>
      <p:sp>
        <p:nvSpPr>
          <p:cNvPr id="38" name="직사각형 5"/>
          <p:cNvSpPr/>
          <p:nvPr/>
        </p:nvSpPr>
        <p:spPr>
          <a:xfrm>
            <a:off x="5652120" y="1844824"/>
            <a:ext cx="3168352" cy="1015663"/>
          </a:xfrm>
          <a:prstGeom prst="rect">
            <a:avLst/>
          </a:prstGeom>
        </p:spPr>
        <p:txBody>
          <a:bodyPr wrap="square">
            <a:spAutoFit/>
          </a:bodyPr>
          <a:lstStyle/>
          <a:p>
            <a:r>
              <a:rPr lang="en-US" altLang="ko-KR" sz="2000" b="0" dirty="0"/>
              <a:t>Prohibit FDI</a:t>
            </a:r>
          </a:p>
          <a:p>
            <a:r>
              <a:rPr lang="en-US" altLang="ko-KR" sz="2000" b="0" dirty="0"/>
              <a:t>Nationalize subsidiaries of</a:t>
            </a:r>
          </a:p>
          <a:p>
            <a:r>
              <a:rPr lang="en-US" altLang="ko-KR" sz="2000" b="0" dirty="0"/>
              <a:t>foreign-owned MNEs</a:t>
            </a:r>
            <a:endParaRPr lang="ko-KR" altLang="en-US" sz="2000" b="0" dirty="0"/>
          </a:p>
        </p:txBody>
      </p:sp>
      <p:sp>
        <p:nvSpPr>
          <p:cNvPr id="39" name="TextBox 38"/>
          <p:cNvSpPr txBox="1"/>
          <p:nvPr/>
        </p:nvSpPr>
        <p:spPr>
          <a:xfrm>
            <a:off x="216024" y="3212976"/>
            <a:ext cx="1326238" cy="830997"/>
          </a:xfrm>
          <a:prstGeom prst="rect">
            <a:avLst/>
          </a:prstGeom>
          <a:noFill/>
        </p:spPr>
        <p:txBody>
          <a:bodyPr wrap="square" rtlCol="0">
            <a:spAutoFit/>
          </a:bodyPr>
          <a:lstStyle/>
          <a:p>
            <a:r>
              <a:rPr lang="en-US" altLang="ko-KR" b="0" dirty="0">
                <a:solidFill>
                  <a:srgbClr val="FFFF66"/>
                </a:solidFill>
              </a:rPr>
              <a:t>Free</a:t>
            </a:r>
          </a:p>
          <a:p>
            <a:r>
              <a:rPr lang="en-US" altLang="ko-KR" b="0" dirty="0">
                <a:solidFill>
                  <a:srgbClr val="FFFF66"/>
                </a:solidFill>
              </a:rPr>
              <a:t>Market</a:t>
            </a:r>
            <a:endParaRPr lang="ko-KR" altLang="en-US" b="0" dirty="0">
              <a:solidFill>
                <a:srgbClr val="FFFF66"/>
              </a:solidFill>
            </a:endParaRPr>
          </a:p>
        </p:txBody>
      </p:sp>
      <p:sp>
        <p:nvSpPr>
          <p:cNvPr id="40" name="TextBox 39"/>
          <p:cNvSpPr txBox="1"/>
          <p:nvPr/>
        </p:nvSpPr>
        <p:spPr>
          <a:xfrm>
            <a:off x="216024" y="4797152"/>
            <a:ext cx="1814852" cy="1200329"/>
          </a:xfrm>
          <a:prstGeom prst="rect">
            <a:avLst/>
          </a:prstGeom>
          <a:noFill/>
        </p:spPr>
        <p:txBody>
          <a:bodyPr wrap="square" rtlCol="0">
            <a:spAutoFit/>
          </a:bodyPr>
          <a:lstStyle/>
          <a:p>
            <a:r>
              <a:rPr lang="en-US" altLang="ko-KR" b="0" dirty="0">
                <a:solidFill>
                  <a:srgbClr val="FFFF66"/>
                </a:solidFill>
              </a:rPr>
              <a:t>Pragmatic</a:t>
            </a:r>
          </a:p>
          <a:p>
            <a:r>
              <a:rPr lang="en-US" altLang="ko-KR" b="0" dirty="0">
                <a:solidFill>
                  <a:srgbClr val="FFFF66"/>
                </a:solidFill>
              </a:rPr>
              <a:t>Nationalism</a:t>
            </a:r>
          </a:p>
          <a:p>
            <a:endParaRPr lang="ko-KR" altLang="en-US" b="0" dirty="0"/>
          </a:p>
        </p:txBody>
      </p:sp>
      <p:sp>
        <p:nvSpPr>
          <p:cNvPr id="41" name="TextBox 40"/>
          <p:cNvSpPr txBox="1"/>
          <p:nvPr/>
        </p:nvSpPr>
        <p:spPr>
          <a:xfrm>
            <a:off x="2051720" y="3165936"/>
            <a:ext cx="4118318" cy="1631216"/>
          </a:xfrm>
          <a:prstGeom prst="rect">
            <a:avLst/>
          </a:prstGeom>
          <a:noFill/>
        </p:spPr>
        <p:txBody>
          <a:bodyPr wrap="square" rtlCol="0">
            <a:spAutoFit/>
          </a:bodyPr>
          <a:lstStyle/>
          <a:p>
            <a:r>
              <a:rPr lang="en-US" altLang="ko-KR" sz="2000" b="0" dirty="0"/>
              <a:t>Classical economic roots </a:t>
            </a:r>
          </a:p>
          <a:p>
            <a:r>
              <a:rPr lang="en-US" altLang="ko-KR" sz="2000" b="0" dirty="0"/>
              <a:t>Views the MNE as an</a:t>
            </a:r>
          </a:p>
          <a:p>
            <a:r>
              <a:rPr lang="en-US" altLang="ko-KR" sz="2000" b="0" dirty="0"/>
              <a:t>  instrument for allocating</a:t>
            </a:r>
          </a:p>
          <a:p>
            <a:r>
              <a:rPr lang="en-US" altLang="ko-KR" sz="2000" b="0" dirty="0"/>
              <a:t>  production to most efficient</a:t>
            </a:r>
          </a:p>
          <a:p>
            <a:r>
              <a:rPr lang="en-US" altLang="ko-KR" sz="2000" b="0" dirty="0"/>
              <a:t>  locations </a:t>
            </a:r>
            <a:endParaRPr lang="ko-KR" altLang="en-US" sz="2000" b="0" dirty="0"/>
          </a:p>
        </p:txBody>
      </p:sp>
      <p:sp>
        <p:nvSpPr>
          <p:cNvPr id="42" name="TextBox 41"/>
          <p:cNvSpPr txBox="1"/>
          <p:nvPr/>
        </p:nvSpPr>
        <p:spPr>
          <a:xfrm>
            <a:off x="2052510" y="4869160"/>
            <a:ext cx="3095554" cy="1015663"/>
          </a:xfrm>
          <a:prstGeom prst="rect">
            <a:avLst/>
          </a:prstGeom>
          <a:noFill/>
        </p:spPr>
        <p:txBody>
          <a:bodyPr wrap="square" rtlCol="0">
            <a:spAutoFit/>
          </a:bodyPr>
          <a:lstStyle/>
          <a:p>
            <a:r>
              <a:rPr lang="en-US" altLang="ko-KR" sz="2000" b="0" dirty="0"/>
              <a:t>Views FDI as having both</a:t>
            </a:r>
          </a:p>
          <a:p>
            <a:r>
              <a:rPr lang="en-US" altLang="ko-KR" sz="2000" b="0" dirty="0"/>
              <a:t>  benefits and costs</a:t>
            </a:r>
            <a:endParaRPr lang="ko-KR" altLang="en-US" sz="2000" b="0" dirty="0"/>
          </a:p>
          <a:p>
            <a:endParaRPr lang="ko-KR" altLang="en-US" sz="2000" b="0" dirty="0"/>
          </a:p>
        </p:txBody>
      </p:sp>
      <p:sp>
        <p:nvSpPr>
          <p:cNvPr id="43" name="직사각형 11"/>
          <p:cNvSpPr/>
          <p:nvPr/>
        </p:nvSpPr>
        <p:spPr>
          <a:xfrm>
            <a:off x="5652120" y="3212976"/>
            <a:ext cx="2575487" cy="400110"/>
          </a:xfrm>
          <a:prstGeom prst="rect">
            <a:avLst/>
          </a:prstGeom>
        </p:spPr>
        <p:txBody>
          <a:bodyPr wrap="none">
            <a:spAutoFit/>
          </a:bodyPr>
          <a:lstStyle/>
          <a:p>
            <a:r>
              <a:rPr lang="en-US" altLang="ko-KR" sz="2000" b="0" dirty="0"/>
              <a:t>No restrictions on FDI</a:t>
            </a:r>
            <a:endParaRPr lang="ko-KR" altLang="en-US" sz="2000" b="0" dirty="0"/>
          </a:p>
        </p:txBody>
      </p:sp>
      <p:sp>
        <p:nvSpPr>
          <p:cNvPr id="44" name="직사각형 12"/>
          <p:cNvSpPr/>
          <p:nvPr/>
        </p:nvSpPr>
        <p:spPr>
          <a:xfrm>
            <a:off x="5652120" y="4874384"/>
            <a:ext cx="3312368" cy="1938992"/>
          </a:xfrm>
          <a:prstGeom prst="rect">
            <a:avLst/>
          </a:prstGeom>
        </p:spPr>
        <p:txBody>
          <a:bodyPr wrap="square">
            <a:spAutoFit/>
          </a:bodyPr>
          <a:lstStyle/>
          <a:p>
            <a:r>
              <a:rPr lang="en-US" altLang="ko-KR" sz="2000" b="0" dirty="0"/>
              <a:t>Restrict FDI where costs</a:t>
            </a:r>
          </a:p>
          <a:p>
            <a:r>
              <a:rPr lang="en-US" altLang="ko-KR" sz="2000" b="0" dirty="0"/>
              <a:t> outweigh benefits</a:t>
            </a:r>
          </a:p>
          <a:p>
            <a:r>
              <a:rPr lang="en-US" altLang="ko-KR" sz="2000" b="0" dirty="0"/>
              <a:t>Bargain for greater benefits</a:t>
            </a:r>
          </a:p>
          <a:p>
            <a:r>
              <a:rPr lang="en-US" altLang="ko-KR" sz="2000" b="0" dirty="0"/>
              <a:t> and fewer costs</a:t>
            </a:r>
          </a:p>
          <a:p>
            <a:r>
              <a:rPr lang="en-US" altLang="ko-KR" sz="2000" b="0" dirty="0"/>
              <a:t>Aggressively court beneficial</a:t>
            </a:r>
          </a:p>
          <a:p>
            <a:r>
              <a:rPr lang="en-US" altLang="ko-KR" sz="2000" b="0" dirty="0"/>
              <a:t> FDI by offering incentives</a:t>
            </a:r>
            <a:endParaRPr lang="ko-KR" altLang="en-US" sz="2000" b="0" dirty="0"/>
          </a:p>
        </p:txBody>
      </p:sp>
      <p:cxnSp>
        <p:nvCxnSpPr>
          <p:cNvPr id="45" name="직선 연결선 16"/>
          <p:cNvCxnSpPr/>
          <p:nvPr/>
        </p:nvCxnSpPr>
        <p:spPr bwMode="auto">
          <a:xfrm rot="10800000" flipV="1">
            <a:off x="0" y="1844823"/>
            <a:ext cx="9144000" cy="1"/>
          </a:xfrm>
          <a:prstGeom prst="line">
            <a:avLst/>
          </a:prstGeom>
          <a:solidFill>
            <a:schemeClr val="accent1"/>
          </a:solidFill>
          <a:ln w="57150" cap="flat" cmpd="sng" algn="ctr">
            <a:solidFill>
              <a:schemeClr val="tx1">
                <a:lumMod val="50000"/>
              </a:schemeClr>
            </a:solidFill>
            <a:prstDash val="solid"/>
            <a:round/>
            <a:headEnd type="none" w="med" len="med"/>
            <a:tailEnd type="none" w="med" len="med"/>
          </a:ln>
          <a:effectLst/>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0" y="228600"/>
            <a:ext cx="9144000" cy="685800"/>
          </a:xfrm>
        </p:spPr>
        <p:txBody>
          <a:bodyPr/>
          <a:lstStyle/>
          <a:p>
            <a:pPr algn="ctr" eaLnBrk="1" hangingPunct="1"/>
            <a:r>
              <a:rPr lang="en-US" altLang="ko-KR" sz="3200" b="1" kern="1200" dirty="0">
                <a:solidFill>
                  <a:srgbClr val="FFCC00"/>
                </a:solidFill>
                <a:latin typeface="Times New Roman" pitchFamily="18" charset="0"/>
                <a:cs typeface="Times New Roman" pitchFamily="18" charset="0"/>
              </a:rPr>
              <a:t>Effects of FDI on Host Country</a:t>
            </a:r>
          </a:p>
        </p:txBody>
      </p:sp>
      <p:sp>
        <p:nvSpPr>
          <p:cNvPr id="15363" name="Rectangle 3"/>
          <p:cNvSpPr>
            <a:spLocks noGrp="1" noChangeArrowheads="1"/>
          </p:cNvSpPr>
          <p:nvPr>
            <p:ph type="body" idx="1"/>
          </p:nvPr>
        </p:nvSpPr>
        <p:spPr>
          <a:xfrm>
            <a:off x="251520" y="1225128"/>
            <a:ext cx="8352000" cy="5156200"/>
          </a:xfrm>
        </p:spPr>
        <p:txBody>
          <a:bodyPr/>
          <a:lstStyle/>
          <a:p>
            <a:pPr eaLnBrk="1" hangingPunct="1">
              <a:lnSpc>
                <a:spcPct val="90000"/>
              </a:lnSpc>
              <a:buFont typeface="Arial" pitchFamily="34" charset="0"/>
              <a:buChar char="•"/>
            </a:pPr>
            <a:r>
              <a:rPr lang="en-US" altLang="ko-KR" sz="2800" b="0" dirty="0">
                <a:latin typeface="Times New Roman" pitchFamily="18" charset="0"/>
                <a:ea typeface="굴림" charset="-127"/>
                <a:cs typeface="Times New Roman" pitchFamily="18" charset="0"/>
              </a:rPr>
              <a:t>Benefits</a:t>
            </a:r>
          </a:p>
          <a:p>
            <a:pPr lvl="1" eaLnBrk="1" hangingPunct="1">
              <a:lnSpc>
                <a:spcPct val="90000"/>
              </a:lnSpc>
              <a:buNone/>
            </a:pPr>
            <a:r>
              <a:rPr lang="en-US" altLang="ko-KR" sz="2400" dirty="0">
                <a:solidFill>
                  <a:schemeClr val="tx1"/>
                </a:solidFill>
                <a:latin typeface="Times New Roman" pitchFamily="18" charset="0"/>
                <a:ea typeface="굴림" charset="-127"/>
                <a:cs typeface="Times New Roman" pitchFamily="18" charset="0"/>
              </a:rPr>
              <a:t>- Resource transfer (technology, managerial skills, capital, etc.)</a:t>
            </a:r>
          </a:p>
          <a:p>
            <a:pPr lvl="1" eaLnBrk="1" hangingPunct="1">
              <a:lnSpc>
                <a:spcPct val="90000"/>
              </a:lnSpc>
              <a:buNone/>
            </a:pPr>
            <a:r>
              <a:rPr lang="en-US" altLang="ko-KR" sz="2400" dirty="0">
                <a:solidFill>
                  <a:schemeClr val="tx1"/>
                </a:solidFill>
                <a:latin typeface="Times New Roman" pitchFamily="18" charset="0"/>
                <a:ea typeface="굴림" charset="-127"/>
                <a:cs typeface="Times New Roman" pitchFamily="18" charset="0"/>
              </a:rPr>
              <a:t>- Increased employment</a:t>
            </a:r>
          </a:p>
          <a:p>
            <a:pPr lvl="1" eaLnBrk="1" hangingPunct="1">
              <a:lnSpc>
                <a:spcPct val="90000"/>
              </a:lnSpc>
              <a:buNone/>
            </a:pPr>
            <a:r>
              <a:rPr lang="en-US" altLang="ko-KR" sz="2400" dirty="0">
                <a:solidFill>
                  <a:schemeClr val="tx1"/>
                </a:solidFill>
                <a:latin typeface="Times New Roman" pitchFamily="18" charset="0"/>
                <a:ea typeface="굴림" charset="-127"/>
                <a:cs typeface="Times New Roman" pitchFamily="18" charset="0"/>
              </a:rPr>
              <a:t>- Beneficial effect on the balance-of-payments (BOP)</a:t>
            </a:r>
          </a:p>
          <a:p>
            <a:pPr lvl="1" eaLnBrk="1" hangingPunct="1">
              <a:lnSpc>
                <a:spcPct val="90000"/>
              </a:lnSpc>
              <a:buNone/>
            </a:pPr>
            <a:r>
              <a:rPr lang="en-US" altLang="ko-KR" sz="2200" dirty="0">
                <a:solidFill>
                  <a:schemeClr val="tx1"/>
                </a:solidFill>
                <a:latin typeface="Times New Roman" pitchFamily="18" charset="0"/>
                <a:ea typeface="굴림" charset="-127"/>
                <a:cs typeface="Times New Roman" pitchFamily="18" charset="0"/>
              </a:rPr>
              <a:t>      Import substitution; initial capital investment, etc</a:t>
            </a:r>
          </a:p>
          <a:p>
            <a:pPr lvl="1" eaLnBrk="1" hangingPunct="1">
              <a:lnSpc>
                <a:spcPct val="90000"/>
              </a:lnSpc>
              <a:buNone/>
            </a:pPr>
            <a:r>
              <a:rPr lang="en-US" altLang="ko-KR" sz="2400" dirty="0">
                <a:solidFill>
                  <a:schemeClr val="tx1"/>
                </a:solidFill>
                <a:latin typeface="Times New Roman" pitchFamily="18" charset="0"/>
                <a:ea typeface="굴림" charset="-127"/>
                <a:cs typeface="Times New Roman" pitchFamily="18" charset="0"/>
              </a:rPr>
              <a:t>- Competition and economic growth</a:t>
            </a:r>
          </a:p>
          <a:p>
            <a:pPr eaLnBrk="1" hangingPunct="1">
              <a:lnSpc>
                <a:spcPct val="90000"/>
              </a:lnSpc>
              <a:buFont typeface="Arial" pitchFamily="34" charset="0"/>
              <a:buChar char="•"/>
            </a:pPr>
            <a:r>
              <a:rPr lang="en-US" altLang="ko-KR" b="0" dirty="0">
                <a:latin typeface="Times New Roman" pitchFamily="18" charset="0"/>
                <a:ea typeface="굴림" charset="-127"/>
                <a:cs typeface="Times New Roman" pitchFamily="18" charset="0"/>
              </a:rPr>
              <a:t>Costs</a:t>
            </a:r>
          </a:p>
          <a:p>
            <a:pPr lvl="1" eaLnBrk="1" hangingPunct="1">
              <a:lnSpc>
                <a:spcPct val="90000"/>
              </a:lnSpc>
              <a:buNone/>
            </a:pPr>
            <a:r>
              <a:rPr lang="en-US" altLang="ko-KR" sz="2400" dirty="0">
                <a:solidFill>
                  <a:schemeClr val="tx1"/>
                </a:solidFill>
                <a:latin typeface="Times New Roman" pitchFamily="18" charset="0"/>
                <a:ea typeface="굴림" charset="-127"/>
                <a:cs typeface="Times New Roman" pitchFamily="18" charset="0"/>
              </a:rPr>
              <a:t>- Adverse effects on BOP</a:t>
            </a:r>
          </a:p>
          <a:p>
            <a:pPr lvl="1" eaLnBrk="1" hangingPunct="1">
              <a:lnSpc>
                <a:spcPct val="90000"/>
              </a:lnSpc>
              <a:buNone/>
            </a:pPr>
            <a:r>
              <a:rPr lang="en-US" altLang="ko-KR" sz="2200" dirty="0">
                <a:solidFill>
                  <a:schemeClr val="tx1"/>
                </a:solidFill>
                <a:latin typeface="Times New Roman" pitchFamily="18" charset="0"/>
                <a:ea typeface="굴림" charset="-127"/>
                <a:cs typeface="Times New Roman" pitchFamily="18" charset="0"/>
              </a:rPr>
              <a:t>      MNEs repatriation of profits and capital outflow;</a:t>
            </a:r>
          </a:p>
          <a:p>
            <a:pPr lvl="1" eaLnBrk="1" hangingPunct="1">
              <a:lnSpc>
                <a:spcPct val="90000"/>
              </a:lnSpc>
              <a:buNone/>
            </a:pPr>
            <a:r>
              <a:rPr lang="ko-KR" altLang="en-US" sz="2200" dirty="0">
                <a:solidFill>
                  <a:schemeClr val="tx1"/>
                </a:solidFill>
                <a:latin typeface="Times New Roman" pitchFamily="18" charset="0"/>
                <a:ea typeface="굴림" charset="-127"/>
                <a:cs typeface="Times New Roman" pitchFamily="18" charset="0"/>
              </a:rPr>
              <a:t>      </a:t>
            </a:r>
            <a:r>
              <a:rPr lang="en-US" altLang="ko-KR" sz="2200" dirty="0">
                <a:solidFill>
                  <a:schemeClr val="tx1"/>
                </a:solidFill>
                <a:latin typeface="Times New Roman" pitchFamily="18" charset="0"/>
                <a:ea typeface="굴림" charset="-127"/>
                <a:cs typeface="Times New Roman" pitchFamily="18" charset="0"/>
              </a:rPr>
              <a:t>Importation of production input</a:t>
            </a:r>
          </a:p>
          <a:p>
            <a:pPr lvl="1" eaLnBrk="1" hangingPunct="1">
              <a:lnSpc>
                <a:spcPct val="90000"/>
              </a:lnSpc>
              <a:buNone/>
            </a:pPr>
            <a:r>
              <a:rPr lang="en-US" altLang="ko-KR" sz="2400" dirty="0">
                <a:solidFill>
                  <a:schemeClr val="tx1"/>
                </a:solidFill>
                <a:latin typeface="Times New Roman" pitchFamily="18" charset="0"/>
                <a:ea typeface="굴림" charset="-127"/>
                <a:cs typeface="Times New Roman" pitchFamily="18" charset="0"/>
              </a:rPr>
              <a:t>- Potential threat to domestic firms</a:t>
            </a:r>
          </a:p>
          <a:p>
            <a:pPr lvl="1" eaLnBrk="1" hangingPunct="1">
              <a:lnSpc>
                <a:spcPct val="90000"/>
              </a:lnSpc>
              <a:buNone/>
            </a:pPr>
            <a:r>
              <a:rPr lang="en-US" altLang="ko-KR" sz="2400" dirty="0">
                <a:solidFill>
                  <a:schemeClr val="tx1"/>
                </a:solidFill>
                <a:latin typeface="Times New Roman" pitchFamily="18" charset="0"/>
                <a:ea typeface="굴림" charset="-127"/>
                <a:cs typeface="Times New Roman" pitchFamily="18" charset="0"/>
              </a:rPr>
              <a:t>- Threat to national sovereignty and autonomy</a:t>
            </a:r>
          </a:p>
          <a:p>
            <a:pPr lvl="1" eaLnBrk="1" hangingPunct="1">
              <a:lnSpc>
                <a:spcPct val="90000"/>
              </a:lnSpc>
              <a:buNone/>
            </a:pPr>
            <a:r>
              <a:rPr lang="ko-KR" altLang="en-US" sz="2200" dirty="0">
                <a:solidFill>
                  <a:schemeClr val="tx1"/>
                </a:solidFill>
                <a:latin typeface="Times New Roman" pitchFamily="18" charset="0"/>
                <a:ea typeface="굴림" charset="-127"/>
                <a:cs typeface="Times New Roman" pitchFamily="18" charset="0"/>
              </a:rPr>
              <a:t>      </a:t>
            </a:r>
            <a:r>
              <a:rPr lang="en-US" altLang="ko-KR" sz="2200" dirty="0">
                <a:solidFill>
                  <a:schemeClr val="tx1"/>
                </a:solidFill>
                <a:latin typeface="Times New Roman" pitchFamily="18" charset="0"/>
                <a:ea typeface="굴림" charset="-127"/>
                <a:cs typeface="Times New Roman" pitchFamily="18" charset="0"/>
              </a:rPr>
              <a:t>Loss of economic independence </a:t>
            </a:r>
          </a:p>
          <a:p>
            <a:pPr lvl="1" eaLnBrk="1" hangingPunct="1">
              <a:lnSpc>
                <a:spcPct val="90000"/>
              </a:lnSpc>
              <a:buNone/>
            </a:pPr>
            <a:endParaRPr lang="en-US" altLang="ko-KR" sz="2400" dirty="0">
              <a:ea typeface="굴림" charset="-127"/>
            </a:endParaRPr>
          </a:p>
          <a:p>
            <a:pPr eaLnBrk="1" hangingPunct="1">
              <a:lnSpc>
                <a:spcPct val="90000"/>
              </a:lnSpc>
              <a:buNone/>
            </a:pPr>
            <a:endParaRPr lang="en-US" altLang="ko-KR" sz="2800" b="0" dirty="0">
              <a:ea typeface="굴림" charset="-127"/>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0" y="188640"/>
            <a:ext cx="9144000" cy="609600"/>
          </a:xfrm>
        </p:spPr>
        <p:txBody>
          <a:bodyPr/>
          <a:lstStyle/>
          <a:p>
            <a:pPr algn="ctr" eaLnBrk="1" hangingPunct="1"/>
            <a:r>
              <a:rPr lang="en-US" altLang="ko-KR" sz="3200" b="1" kern="1200" dirty="0">
                <a:solidFill>
                  <a:srgbClr val="FFCC00"/>
                </a:solidFill>
                <a:latin typeface="Times New Roman" pitchFamily="18" charset="0"/>
                <a:cs typeface="Times New Roman" pitchFamily="18" charset="0"/>
              </a:rPr>
              <a:t>Effects of FDI on Home Country </a:t>
            </a:r>
          </a:p>
        </p:txBody>
      </p:sp>
      <p:sp>
        <p:nvSpPr>
          <p:cNvPr id="16387" name="Rectangle 3"/>
          <p:cNvSpPr>
            <a:spLocks noGrp="1" noChangeArrowheads="1"/>
          </p:cNvSpPr>
          <p:nvPr>
            <p:ph type="body" idx="1"/>
          </p:nvPr>
        </p:nvSpPr>
        <p:spPr>
          <a:xfrm>
            <a:off x="285720" y="1245958"/>
            <a:ext cx="8858280" cy="5112000"/>
          </a:xfrm>
        </p:spPr>
        <p:txBody>
          <a:bodyPr/>
          <a:lstStyle/>
          <a:p>
            <a:pPr eaLnBrk="1" hangingPunct="1">
              <a:buFont typeface="Arial" pitchFamily="34" charset="0"/>
              <a:buChar char="•"/>
            </a:pPr>
            <a:r>
              <a:rPr lang="en-US" altLang="ko-KR" sz="2800" b="0" dirty="0">
                <a:latin typeface="Times New Roman" pitchFamily="18" charset="0"/>
                <a:ea typeface="굴림" charset="-127"/>
                <a:cs typeface="Times New Roman" pitchFamily="18" charset="0"/>
              </a:rPr>
              <a:t>Benefits</a:t>
            </a:r>
          </a:p>
          <a:p>
            <a:pPr eaLnBrk="1" hangingPunct="1">
              <a:buNone/>
            </a:pPr>
            <a:r>
              <a:rPr lang="en-US" altLang="ko-KR" b="0" dirty="0">
                <a:solidFill>
                  <a:schemeClr val="tx1"/>
                </a:solidFill>
                <a:latin typeface="Times New Roman" pitchFamily="18" charset="0"/>
                <a:ea typeface="굴림" charset="-127"/>
                <a:cs typeface="Times New Roman" pitchFamily="18" charset="0"/>
              </a:rPr>
              <a:t>    </a:t>
            </a:r>
            <a:r>
              <a:rPr lang="en-US" altLang="ko-KR" sz="2400" b="0" dirty="0">
                <a:solidFill>
                  <a:schemeClr val="tx1"/>
                </a:solidFill>
                <a:latin typeface="Times New Roman" pitchFamily="18" charset="0"/>
                <a:ea typeface="굴림" charset="-127"/>
                <a:cs typeface="Times New Roman" pitchFamily="18" charset="0"/>
              </a:rPr>
              <a:t>- Improves BOP for inward flow of foreign earnings</a:t>
            </a:r>
          </a:p>
          <a:p>
            <a:pPr eaLnBrk="1" hangingPunct="1">
              <a:buNone/>
            </a:pPr>
            <a:r>
              <a:rPr lang="en-US" altLang="ko-KR" sz="2400" b="0" dirty="0">
                <a:latin typeface="Times New Roman" pitchFamily="18" charset="0"/>
                <a:ea typeface="굴림" charset="-127"/>
                <a:cs typeface="Times New Roman" pitchFamily="18" charset="0"/>
              </a:rPr>
              <a:t>     </a:t>
            </a:r>
            <a:r>
              <a:rPr lang="en-US" altLang="ko-KR" sz="2400" b="0" dirty="0">
                <a:solidFill>
                  <a:schemeClr val="tx1"/>
                </a:solidFill>
                <a:latin typeface="Times New Roman" pitchFamily="18" charset="0"/>
                <a:ea typeface="굴림" charset="-127"/>
                <a:cs typeface="Times New Roman" pitchFamily="18" charset="0"/>
              </a:rPr>
              <a:t>- Positive employment effect from increased exports</a:t>
            </a:r>
          </a:p>
          <a:p>
            <a:pPr eaLnBrk="1" hangingPunct="1">
              <a:buNone/>
            </a:pPr>
            <a:r>
              <a:rPr lang="en-US" altLang="ko-KR" sz="2400" b="0" dirty="0">
                <a:latin typeface="Times New Roman" pitchFamily="18" charset="0"/>
                <a:ea typeface="굴림" charset="-127"/>
                <a:cs typeface="Times New Roman" pitchFamily="18" charset="0"/>
              </a:rPr>
              <a:t>     </a:t>
            </a:r>
            <a:r>
              <a:rPr lang="en-US" altLang="ko-KR" sz="2400" b="0" dirty="0">
                <a:solidFill>
                  <a:schemeClr val="tx1"/>
                </a:solidFill>
                <a:latin typeface="Times New Roman" pitchFamily="18" charset="0"/>
                <a:ea typeface="굴림" charset="-127"/>
                <a:cs typeface="Times New Roman" pitchFamily="18" charset="0"/>
              </a:rPr>
              <a:t>- Repatriation of skills and know-how</a:t>
            </a:r>
          </a:p>
          <a:p>
            <a:pPr eaLnBrk="1" hangingPunct="1">
              <a:buNone/>
            </a:pPr>
            <a:r>
              <a:rPr lang="en-US" altLang="ko-KR" sz="2400" b="0" dirty="0">
                <a:latin typeface="Times New Roman" pitchFamily="18" charset="0"/>
                <a:ea typeface="굴림" charset="-127"/>
                <a:cs typeface="Times New Roman" pitchFamily="18" charset="0"/>
              </a:rPr>
              <a:t>     - Frees up employees and resources for higher value activities</a:t>
            </a:r>
            <a:endParaRPr lang="en-US" altLang="ko-KR" sz="2400" b="0" dirty="0">
              <a:solidFill>
                <a:schemeClr val="tx1"/>
              </a:solidFill>
              <a:latin typeface="Times New Roman" pitchFamily="18" charset="0"/>
              <a:ea typeface="굴림" charset="-127"/>
              <a:cs typeface="Times New Roman" pitchFamily="18" charset="0"/>
            </a:endParaRPr>
          </a:p>
          <a:p>
            <a:pPr eaLnBrk="1" hangingPunct="1">
              <a:buFont typeface="Arial" pitchFamily="34" charset="0"/>
              <a:buChar char="•"/>
            </a:pPr>
            <a:r>
              <a:rPr lang="en-US" altLang="ko-KR" b="0" dirty="0">
                <a:latin typeface="Times New Roman" pitchFamily="18" charset="0"/>
                <a:ea typeface="굴림" charset="-127"/>
                <a:cs typeface="Times New Roman" pitchFamily="18" charset="0"/>
              </a:rPr>
              <a:t>Costs</a:t>
            </a:r>
          </a:p>
          <a:p>
            <a:pPr eaLnBrk="1" hangingPunct="1">
              <a:buNone/>
            </a:pPr>
            <a:r>
              <a:rPr lang="en-US" altLang="ko-KR" sz="2400" b="0" dirty="0">
                <a:solidFill>
                  <a:schemeClr val="tx1"/>
                </a:solidFill>
                <a:latin typeface="Times New Roman" pitchFamily="18" charset="0"/>
                <a:ea typeface="굴림" charset="-127"/>
                <a:cs typeface="Times New Roman" pitchFamily="18" charset="0"/>
              </a:rPr>
              <a:t>    - Negative effect on BOP</a:t>
            </a:r>
          </a:p>
          <a:p>
            <a:pPr eaLnBrk="1" hangingPunct="1">
              <a:buNone/>
            </a:pPr>
            <a:r>
              <a:rPr lang="en-US" altLang="ko-KR" sz="2400" b="0" dirty="0">
                <a:latin typeface="Times New Roman" pitchFamily="18" charset="0"/>
                <a:ea typeface="굴림" charset="-127"/>
                <a:cs typeface="Times New Roman" pitchFamily="18" charset="0"/>
              </a:rPr>
              <a:t>	     </a:t>
            </a:r>
            <a:r>
              <a:rPr lang="en-US" altLang="ko-KR" sz="2200" b="0" dirty="0">
                <a:latin typeface="Times New Roman" pitchFamily="18" charset="0"/>
                <a:ea typeface="굴림" charset="-127"/>
                <a:cs typeface="Times New Roman" pitchFamily="18" charset="0"/>
              </a:rPr>
              <a:t>Initial capital outflow; sell back to home market</a:t>
            </a:r>
            <a:endParaRPr lang="en-US" altLang="ko-KR" sz="2400" b="0" dirty="0">
              <a:solidFill>
                <a:schemeClr val="tx1"/>
              </a:solidFill>
              <a:latin typeface="Times New Roman" pitchFamily="18" charset="0"/>
              <a:ea typeface="굴림" charset="-127"/>
              <a:cs typeface="Times New Roman" pitchFamily="18" charset="0"/>
            </a:endParaRPr>
          </a:p>
          <a:p>
            <a:pPr eaLnBrk="1" hangingPunct="1">
              <a:buNone/>
            </a:pPr>
            <a:r>
              <a:rPr lang="en-US" altLang="ko-KR" sz="2400" b="0" dirty="0">
                <a:latin typeface="Times New Roman" pitchFamily="18" charset="0"/>
                <a:ea typeface="굴림" charset="-127"/>
                <a:cs typeface="Times New Roman" pitchFamily="18" charset="0"/>
              </a:rPr>
              <a:t>    </a:t>
            </a:r>
            <a:r>
              <a:rPr lang="en-US" altLang="ko-KR" sz="2400" b="0" dirty="0">
                <a:solidFill>
                  <a:schemeClr val="tx1"/>
                </a:solidFill>
                <a:latin typeface="Times New Roman" pitchFamily="18" charset="0"/>
                <a:ea typeface="굴림" charset="-127"/>
                <a:cs typeface="Times New Roman" pitchFamily="18" charset="0"/>
              </a:rPr>
              <a:t>- Loss of employment to overseas market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descr="Large confetti"/>
          <p:cNvSpPr>
            <a:spLocks noGrp="1" noChangeArrowheads="1"/>
          </p:cNvSpPr>
          <p:nvPr>
            <p:ph type="title"/>
          </p:nvPr>
        </p:nvSpPr>
        <p:spPr>
          <a:xfrm>
            <a:off x="0" y="260648"/>
            <a:ext cx="9144000" cy="563562"/>
          </a:xfrm>
        </p:spPr>
        <p:txBody>
          <a:bodyPr/>
          <a:lstStyle/>
          <a:p>
            <a:pPr algn="ctr" eaLnBrk="1" hangingPunct="1"/>
            <a:r>
              <a:rPr lang="en-US" altLang="ko-KR" sz="3200" b="1" kern="1200" dirty="0">
                <a:solidFill>
                  <a:srgbClr val="FFCC00"/>
                </a:solidFill>
                <a:latin typeface="Times New Roman" pitchFamily="18" charset="0"/>
                <a:cs typeface="Times New Roman" pitchFamily="18" charset="0"/>
              </a:rPr>
              <a:t>Policy Instruments toward FDI:</a:t>
            </a:r>
          </a:p>
        </p:txBody>
      </p:sp>
      <p:sp>
        <p:nvSpPr>
          <p:cNvPr id="21507" name="Rectangle 3"/>
          <p:cNvSpPr>
            <a:spLocks noGrp="1" noChangeArrowheads="1"/>
          </p:cNvSpPr>
          <p:nvPr>
            <p:ph type="body" idx="1"/>
          </p:nvPr>
        </p:nvSpPr>
        <p:spPr>
          <a:xfrm>
            <a:off x="251520" y="1124744"/>
            <a:ext cx="8892480" cy="2736304"/>
          </a:xfrm>
        </p:spPr>
        <p:txBody>
          <a:bodyPr/>
          <a:lstStyle/>
          <a:p>
            <a:pPr eaLnBrk="1" hangingPunct="1">
              <a:lnSpc>
                <a:spcPts val="3000"/>
              </a:lnSpc>
              <a:buFont typeface="Arial" pitchFamily="34" charset="0"/>
              <a:buChar char="•"/>
            </a:pPr>
            <a:r>
              <a:rPr lang="en-US" altLang="ko-KR" b="0" dirty="0">
                <a:latin typeface="Times New Roman" pitchFamily="18" charset="0"/>
              </a:rPr>
              <a:t>Encouraging Instruments:</a:t>
            </a:r>
          </a:p>
          <a:p>
            <a:pPr eaLnBrk="1" hangingPunct="1">
              <a:lnSpc>
                <a:spcPts val="3000"/>
              </a:lnSpc>
              <a:buFontTx/>
              <a:buNone/>
            </a:pPr>
            <a:r>
              <a:rPr lang="en-US" altLang="ko-KR" sz="2400" b="0" dirty="0">
                <a:latin typeface="Times New Roman" pitchFamily="18" charset="0"/>
              </a:rPr>
              <a:t>	  - Tax incentives (Host)</a:t>
            </a:r>
          </a:p>
          <a:p>
            <a:pPr eaLnBrk="1" hangingPunct="1">
              <a:lnSpc>
                <a:spcPts val="3000"/>
              </a:lnSpc>
              <a:buFontTx/>
              <a:buNone/>
            </a:pPr>
            <a:r>
              <a:rPr lang="en-US" altLang="ko-KR" sz="2400" b="0" dirty="0">
                <a:latin typeface="Times New Roman" pitchFamily="18" charset="0"/>
              </a:rPr>
              <a:t>       - Low interest rates (Host)</a:t>
            </a:r>
          </a:p>
          <a:p>
            <a:pPr eaLnBrk="1" hangingPunct="1">
              <a:lnSpc>
                <a:spcPts val="3000"/>
              </a:lnSpc>
              <a:buFontTx/>
              <a:buNone/>
            </a:pPr>
            <a:r>
              <a:rPr lang="en-US" altLang="ko-KR" sz="2400" b="0" dirty="0">
                <a:latin typeface="Times New Roman" pitchFamily="18" charset="0"/>
              </a:rPr>
              <a:t>	  - Stable government and stable policies (Host)</a:t>
            </a:r>
          </a:p>
          <a:p>
            <a:pPr eaLnBrk="1" hangingPunct="1">
              <a:lnSpc>
                <a:spcPts val="3000"/>
              </a:lnSpc>
              <a:buFontTx/>
              <a:buNone/>
            </a:pPr>
            <a:r>
              <a:rPr lang="en-US" altLang="ko-KR" sz="2400" b="0" dirty="0">
                <a:latin typeface="Times New Roman" pitchFamily="18" charset="0"/>
              </a:rPr>
              <a:t>	  - Risk insurance (Home)</a:t>
            </a:r>
          </a:p>
          <a:p>
            <a:pPr eaLnBrk="1" hangingPunct="1">
              <a:lnSpc>
                <a:spcPts val="3000"/>
              </a:lnSpc>
              <a:buFontTx/>
              <a:buNone/>
            </a:pPr>
            <a:r>
              <a:rPr lang="en-US" altLang="ko-KR" sz="2400" b="0" dirty="0">
                <a:latin typeface="Times New Roman" pitchFamily="18" charset="0"/>
              </a:rPr>
              <a:t>	  - Elimination of double taxation (Home)</a:t>
            </a:r>
          </a:p>
        </p:txBody>
      </p:sp>
      <p:sp>
        <p:nvSpPr>
          <p:cNvPr id="4" name="Rectangle 3"/>
          <p:cNvSpPr txBox="1">
            <a:spLocks noChangeArrowheads="1"/>
          </p:cNvSpPr>
          <p:nvPr/>
        </p:nvSpPr>
        <p:spPr bwMode="auto">
          <a:xfrm>
            <a:off x="251520" y="3849216"/>
            <a:ext cx="8892480" cy="300878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1" hangingPunct="1">
              <a:lnSpc>
                <a:spcPts val="3000"/>
              </a:lnSpc>
              <a:spcBef>
                <a:spcPct val="20000"/>
              </a:spcBef>
              <a:spcAft>
                <a:spcPct val="0"/>
              </a:spcAft>
              <a:buClr>
                <a:schemeClr val="hlink"/>
              </a:buClr>
              <a:buSzTx/>
              <a:buFont typeface="Arial" pitchFamily="34" charset="0"/>
              <a:buChar char="•"/>
              <a:tabLst/>
              <a:defRPr/>
            </a:pPr>
            <a:r>
              <a:rPr lang="en-US" altLang="ko-KR" sz="2800" b="0" kern="0" dirty="0"/>
              <a:t>Discouraging Instruments:</a:t>
            </a:r>
            <a:endParaRPr kumimoji="0" lang="en-US" altLang="ko-KR" sz="2800" b="0" i="0" u="none" strike="noStrike" kern="0" cap="none" spc="0" normalizeH="0" baseline="0" noProof="0" dirty="0">
              <a:ln>
                <a:noFill/>
              </a:ln>
              <a:solidFill>
                <a:schemeClr val="tx1"/>
              </a:solidFill>
              <a:effectLst/>
              <a:uLnTx/>
              <a:uFillTx/>
              <a:latin typeface="Times New Roman" pitchFamily="18" charset="0"/>
              <a:ea typeface="+mn-ea"/>
              <a:cs typeface="+mn-cs"/>
            </a:endParaRPr>
          </a:p>
          <a:p>
            <a:pPr marL="342900" lvl="0" indent="-342900" latinLnBrk="1">
              <a:lnSpc>
                <a:spcPts val="3000"/>
              </a:lnSpc>
              <a:spcBef>
                <a:spcPct val="20000"/>
              </a:spcBef>
              <a:buClr>
                <a:schemeClr val="hlink"/>
              </a:buClr>
              <a:defRPr/>
            </a:pPr>
            <a:r>
              <a:rPr lang="en-US" altLang="ko-KR" b="0" kern="0" dirty="0"/>
              <a:t>	  - Ownership restraints (Host)</a:t>
            </a:r>
          </a:p>
          <a:p>
            <a:pPr marL="342900" lvl="0" indent="-342900" latinLnBrk="1">
              <a:lnSpc>
                <a:spcPts val="3000"/>
              </a:lnSpc>
              <a:spcBef>
                <a:spcPct val="20000"/>
              </a:spcBef>
              <a:buClr>
                <a:schemeClr val="hlink"/>
              </a:buClr>
              <a:defRPr/>
            </a:pPr>
            <a:r>
              <a:rPr lang="en-US" altLang="ko-KR" b="0" kern="0" dirty="0"/>
              <a:t>	  - Performance requirements (Host)</a:t>
            </a:r>
            <a:r>
              <a:rPr kumimoji="0" lang="en-US" altLang="ko-KR" sz="2400" b="0" i="0" u="none" strike="noStrike" kern="0" cap="none" spc="0" normalizeH="0" baseline="0" noProof="0" dirty="0">
                <a:ln>
                  <a:noFill/>
                </a:ln>
                <a:solidFill>
                  <a:schemeClr val="tx1"/>
                </a:solidFill>
                <a:effectLst/>
                <a:uLnTx/>
                <a:uFillTx/>
                <a:latin typeface="Times New Roman" pitchFamily="18" charset="0"/>
                <a:ea typeface="+mn-ea"/>
                <a:cs typeface="+mn-cs"/>
              </a:rPr>
              <a:t>	</a:t>
            </a:r>
          </a:p>
          <a:p>
            <a:pPr marL="342900" lvl="0" indent="-342900" latinLnBrk="1">
              <a:lnSpc>
                <a:spcPts val="3000"/>
              </a:lnSpc>
              <a:spcBef>
                <a:spcPct val="20000"/>
              </a:spcBef>
              <a:buClr>
                <a:schemeClr val="hlink"/>
              </a:buClr>
              <a:defRPr/>
            </a:pPr>
            <a:r>
              <a:rPr lang="en-US" altLang="ko-KR" b="0" kern="0" dirty="0"/>
              <a:t>	  </a:t>
            </a:r>
            <a:r>
              <a:rPr kumimoji="0" lang="en-US" altLang="ko-KR" sz="2400" b="0" i="0" u="none" strike="noStrike" kern="0" cap="none" spc="0" normalizeH="0" baseline="0" noProof="0" dirty="0">
                <a:ln>
                  <a:noFill/>
                </a:ln>
                <a:solidFill>
                  <a:schemeClr val="tx1"/>
                </a:solidFill>
                <a:effectLst/>
                <a:uLnTx/>
                <a:uFillTx/>
                <a:latin typeface="Times New Roman" pitchFamily="18" charset="0"/>
                <a:ea typeface="+mn-ea"/>
                <a:cs typeface="+mn-cs"/>
              </a:rPr>
              <a:t>- Limit capital outflows (Home)</a:t>
            </a:r>
          </a:p>
          <a:p>
            <a:pPr marL="342900" marR="0" lvl="0" indent="-342900" algn="l" defTabSz="914400" rtl="0" eaLnBrk="1" fontAlgn="base" latinLnBrk="1" hangingPunct="1">
              <a:lnSpc>
                <a:spcPts val="3000"/>
              </a:lnSpc>
              <a:spcBef>
                <a:spcPct val="20000"/>
              </a:spcBef>
              <a:spcAft>
                <a:spcPct val="0"/>
              </a:spcAft>
              <a:buClr>
                <a:schemeClr val="hlink"/>
              </a:buClr>
              <a:buSzTx/>
              <a:buFontTx/>
              <a:buNone/>
              <a:tabLst/>
              <a:defRPr/>
            </a:pPr>
            <a:r>
              <a:rPr kumimoji="0" lang="en-US" altLang="ko-KR" sz="2400" b="0" i="0" u="none" strike="noStrike" kern="0" cap="none" spc="0" normalizeH="0" baseline="0" noProof="0" dirty="0">
                <a:ln>
                  <a:noFill/>
                </a:ln>
                <a:solidFill>
                  <a:schemeClr val="tx1"/>
                </a:solidFill>
                <a:effectLst/>
                <a:uLnTx/>
                <a:uFillTx/>
                <a:latin typeface="Times New Roman" pitchFamily="18" charset="0"/>
                <a:ea typeface="+mn-ea"/>
                <a:cs typeface="+mn-cs"/>
              </a:rPr>
              <a:t>	  - Manipulate tax code to encourage domestic investment (Home)</a:t>
            </a:r>
          </a:p>
          <a:p>
            <a:pPr marL="342900" marR="0" lvl="0" indent="-342900" algn="l" defTabSz="914400" rtl="0" eaLnBrk="1" fontAlgn="base" latinLnBrk="1" hangingPunct="1">
              <a:lnSpc>
                <a:spcPts val="3000"/>
              </a:lnSpc>
              <a:spcBef>
                <a:spcPct val="20000"/>
              </a:spcBef>
              <a:spcAft>
                <a:spcPct val="0"/>
              </a:spcAft>
              <a:buClr>
                <a:schemeClr val="hlink"/>
              </a:buClr>
              <a:buSzTx/>
              <a:buFontTx/>
              <a:buNone/>
              <a:tabLst/>
              <a:defRPr/>
            </a:pPr>
            <a:r>
              <a:rPr kumimoji="0" lang="en-US" altLang="ko-KR" sz="2400" b="0" i="0" u="none" strike="noStrike" kern="0" cap="none" spc="0" normalizeH="0" baseline="0" noProof="0" dirty="0">
                <a:ln>
                  <a:noFill/>
                </a:ln>
                <a:solidFill>
                  <a:schemeClr val="tx1"/>
                </a:solidFill>
                <a:effectLst/>
                <a:uLnTx/>
                <a:uFillTx/>
                <a:latin typeface="Times New Roman" pitchFamily="18" charset="0"/>
                <a:ea typeface="+mn-ea"/>
                <a:cs typeface="+mn-cs"/>
              </a:rPr>
              <a:t>	  - Political restrictions on investing in certain countries (Home)</a:t>
            </a:r>
          </a:p>
          <a:p>
            <a:pPr marL="342900" marR="0" lvl="0" indent="-342900" algn="l" defTabSz="914400" rtl="0" eaLnBrk="1" fontAlgn="base" latinLnBrk="1" hangingPunct="1">
              <a:lnSpc>
                <a:spcPct val="100000"/>
              </a:lnSpc>
              <a:spcBef>
                <a:spcPct val="20000"/>
              </a:spcBef>
              <a:spcAft>
                <a:spcPct val="0"/>
              </a:spcAft>
              <a:buClr>
                <a:schemeClr val="hlink"/>
              </a:buClr>
              <a:buSzTx/>
              <a:buFontTx/>
              <a:buNone/>
              <a:tabLst/>
              <a:defRPr/>
            </a:pPr>
            <a:endParaRPr kumimoji="0" lang="en-US" altLang="ko-KR" sz="2400" b="0" i="0" u="none" strike="noStrike" kern="0" cap="none" spc="0" normalizeH="0" baseline="0" noProof="0" dirty="0">
              <a:ln>
                <a:noFill/>
              </a:ln>
              <a:solidFill>
                <a:schemeClr val="tx1"/>
              </a:solidFill>
              <a:effectLst/>
              <a:uLnTx/>
              <a:uFillTx/>
              <a:latin typeface="Times New Roman" pitchFamily="18" charset="0"/>
              <a:ea typeface="+mn-ea"/>
              <a:cs typeface="+mn-cs"/>
            </a:endParaRPr>
          </a:p>
          <a:p>
            <a:pPr marL="342900" marR="0" lvl="0" indent="-342900" algn="l" defTabSz="914400" rtl="0" eaLnBrk="1" fontAlgn="base" latinLnBrk="1" hangingPunct="1">
              <a:lnSpc>
                <a:spcPct val="100000"/>
              </a:lnSpc>
              <a:spcBef>
                <a:spcPct val="20000"/>
              </a:spcBef>
              <a:spcAft>
                <a:spcPct val="0"/>
              </a:spcAft>
              <a:buClr>
                <a:schemeClr val="hlink"/>
              </a:buClr>
              <a:buSzTx/>
              <a:buFontTx/>
              <a:buNone/>
              <a:tabLst/>
              <a:defRPr/>
            </a:pPr>
            <a:endParaRPr kumimoji="0" lang="en-US" altLang="ko-KR" sz="2800" b="1" i="0" u="none" strike="noStrike" kern="0" cap="none" spc="0" normalizeH="0" baseline="0" noProof="0" dirty="0">
              <a:ln>
                <a:noFill/>
              </a:ln>
              <a:solidFill>
                <a:schemeClr val="tx1"/>
              </a:solidFill>
              <a:effectLst/>
              <a:uLnTx/>
              <a:uFillTx/>
              <a:latin typeface="Times New Roman" pitchFamily="18" charset="0"/>
              <a:ea typeface="+mn-ea"/>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descr="Large confetti"/>
          <p:cNvSpPr>
            <a:spLocks noGrp="1" noChangeArrowheads="1"/>
          </p:cNvSpPr>
          <p:nvPr>
            <p:ph type="title"/>
          </p:nvPr>
        </p:nvSpPr>
        <p:spPr>
          <a:xfrm>
            <a:off x="0" y="260648"/>
            <a:ext cx="9144000" cy="563562"/>
          </a:xfrm>
        </p:spPr>
        <p:txBody>
          <a:bodyPr/>
          <a:lstStyle/>
          <a:p>
            <a:pPr algn="ctr" eaLnBrk="1" hangingPunct="1"/>
            <a:r>
              <a:rPr lang="en-US" altLang="ko-KR" sz="3200" b="1" kern="1200" dirty="0">
                <a:solidFill>
                  <a:srgbClr val="FFCC00"/>
                </a:solidFill>
                <a:latin typeface="Times New Roman" pitchFamily="18" charset="0"/>
                <a:cs typeface="Times New Roman" pitchFamily="18" charset="0"/>
              </a:rPr>
              <a:t>Bargaining Between MNEs and Host Governments</a:t>
            </a:r>
          </a:p>
        </p:txBody>
      </p:sp>
      <p:sp>
        <p:nvSpPr>
          <p:cNvPr id="21507" name="Rectangle 3"/>
          <p:cNvSpPr>
            <a:spLocks noGrp="1" noChangeArrowheads="1"/>
          </p:cNvSpPr>
          <p:nvPr>
            <p:ph type="body" idx="1"/>
          </p:nvPr>
        </p:nvSpPr>
        <p:spPr>
          <a:xfrm>
            <a:off x="251520" y="1196752"/>
            <a:ext cx="8424936" cy="4320480"/>
          </a:xfrm>
        </p:spPr>
        <p:txBody>
          <a:bodyPr/>
          <a:lstStyle/>
          <a:p>
            <a:pPr eaLnBrk="1" hangingPunct="1">
              <a:buFont typeface="Arial" pitchFamily="34" charset="0"/>
              <a:buChar char="•"/>
            </a:pPr>
            <a:r>
              <a:rPr lang="en-US" altLang="ko-KR" sz="2400" b="0" dirty="0">
                <a:latin typeface="Times New Roman" pitchFamily="18" charset="0"/>
              </a:rPr>
              <a:t>Like other business transactions, FDI involves bargaining between MNEs and host governments.</a:t>
            </a:r>
          </a:p>
          <a:p>
            <a:pPr eaLnBrk="1" hangingPunct="1">
              <a:buFont typeface="Arial" pitchFamily="34" charset="0"/>
              <a:buChar char="•"/>
            </a:pPr>
            <a:endParaRPr lang="en-US" altLang="ko-KR" sz="1000" b="0" dirty="0">
              <a:latin typeface="Times New Roman" pitchFamily="18" charset="0"/>
            </a:endParaRPr>
          </a:p>
          <a:p>
            <a:pPr eaLnBrk="1" hangingPunct="1">
              <a:buFont typeface="Arial" pitchFamily="34" charset="0"/>
              <a:buChar char="•"/>
            </a:pPr>
            <a:r>
              <a:rPr lang="en-US" altLang="ko-KR" sz="2400" b="0" dirty="0">
                <a:latin typeface="Times New Roman" pitchFamily="18" charset="0"/>
              </a:rPr>
              <a:t>MNEs prefer the minimal intervention and the maximum incentives from host governments, while host governments prefer a certain level of control and a minimum level of incentives.</a:t>
            </a:r>
          </a:p>
          <a:p>
            <a:pPr eaLnBrk="1" hangingPunct="1">
              <a:buFont typeface="Arial" pitchFamily="34" charset="0"/>
              <a:buChar char="•"/>
            </a:pPr>
            <a:endParaRPr lang="en-US" altLang="ko-KR" sz="1000" b="0" dirty="0">
              <a:latin typeface="Times New Roman" pitchFamily="18" charset="0"/>
            </a:endParaRPr>
          </a:p>
          <a:p>
            <a:pPr eaLnBrk="1" hangingPunct="1">
              <a:buFont typeface="Arial" pitchFamily="34" charset="0"/>
              <a:buChar char="•"/>
            </a:pPr>
            <a:r>
              <a:rPr lang="en-US" altLang="ko-KR" sz="2400" b="0" dirty="0">
                <a:latin typeface="Times New Roman" pitchFamily="18" charset="0"/>
              </a:rPr>
              <a:t>The actual terms and conditions of FDI will be determined by the relative bargaining power of these two parties.</a:t>
            </a:r>
          </a:p>
          <a:p>
            <a:pPr eaLnBrk="1" hangingPunct="1">
              <a:buFont typeface="Arial" pitchFamily="34" charset="0"/>
              <a:buChar char="•"/>
            </a:pPr>
            <a:endParaRPr lang="en-US" altLang="ko-KR" sz="1000" b="0" dirty="0">
              <a:latin typeface="Times New Roman" pitchFamily="18" charset="0"/>
            </a:endParaRPr>
          </a:p>
          <a:p>
            <a:pPr eaLnBrk="1" hangingPunct="1">
              <a:buFont typeface="Arial" pitchFamily="34" charset="0"/>
              <a:buChar char="•"/>
            </a:pPr>
            <a:r>
              <a:rPr lang="en-US" altLang="ko-KR" sz="2400" b="0" dirty="0">
                <a:latin typeface="Times New Roman" pitchFamily="18" charset="0"/>
              </a:rPr>
              <a:t>Skills in negotiation are critical in the field of FDI as in other business transactions.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descr="Large confetti"/>
          <p:cNvSpPr>
            <a:spLocks noGrp="1" noChangeArrowheads="1"/>
          </p:cNvSpPr>
          <p:nvPr>
            <p:ph type="title"/>
          </p:nvPr>
        </p:nvSpPr>
        <p:spPr>
          <a:xfrm>
            <a:off x="0" y="260648"/>
            <a:ext cx="9144000" cy="563562"/>
          </a:xfrm>
        </p:spPr>
        <p:txBody>
          <a:bodyPr/>
          <a:lstStyle/>
          <a:p>
            <a:pPr algn="ctr" eaLnBrk="1" hangingPunct="1"/>
            <a:r>
              <a:rPr lang="en-US" altLang="ko-KR" sz="3200" b="1" kern="1200" dirty="0">
                <a:solidFill>
                  <a:srgbClr val="FFCC00"/>
                </a:solidFill>
                <a:latin typeface="Times New Roman" pitchFamily="18" charset="0"/>
                <a:cs typeface="Times New Roman" pitchFamily="18" charset="0"/>
              </a:rPr>
              <a:t>Agreements on FDI</a:t>
            </a:r>
          </a:p>
        </p:txBody>
      </p:sp>
      <p:sp>
        <p:nvSpPr>
          <p:cNvPr id="21507" name="Rectangle 3"/>
          <p:cNvSpPr>
            <a:spLocks noGrp="1" noChangeArrowheads="1"/>
          </p:cNvSpPr>
          <p:nvPr>
            <p:ph type="body" idx="1"/>
          </p:nvPr>
        </p:nvSpPr>
        <p:spPr>
          <a:xfrm>
            <a:off x="251520" y="1124744"/>
            <a:ext cx="8892480" cy="5472608"/>
          </a:xfrm>
        </p:spPr>
        <p:txBody>
          <a:bodyPr/>
          <a:lstStyle/>
          <a:p>
            <a:pPr eaLnBrk="1" hangingPunct="1">
              <a:buNone/>
            </a:pPr>
            <a:r>
              <a:rPr lang="en-US" altLang="ko-KR" b="0" dirty="0">
                <a:latin typeface="Times New Roman" pitchFamily="18" charset="0"/>
              </a:rPr>
              <a:t>Efforts to Reduce FDI disputes and Promote FDI:</a:t>
            </a:r>
          </a:p>
          <a:p>
            <a:pPr eaLnBrk="1" hangingPunct="1">
              <a:buFont typeface="Arial" pitchFamily="34" charset="0"/>
              <a:buChar char="•"/>
            </a:pPr>
            <a:r>
              <a:rPr lang="en-US" altLang="ko-KR" sz="2400" b="0" dirty="0">
                <a:latin typeface="Times New Roman" pitchFamily="18" charset="0"/>
              </a:rPr>
              <a:t>By mid-1990s, bilateral investment treaties (more than 1,000) were made, mostly with developing countries, to safeguard the investment of nationals of advanced countries</a:t>
            </a:r>
          </a:p>
          <a:p>
            <a:pPr eaLnBrk="1" hangingPunct="1">
              <a:buFont typeface="Arial" pitchFamily="34" charset="0"/>
              <a:buChar char="•"/>
            </a:pPr>
            <a:r>
              <a:rPr lang="en-US" altLang="ko-KR" sz="2400" b="0" dirty="0">
                <a:latin typeface="Times New Roman" pitchFamily="18" charset="0"/>
              </a:rPr>
              <a:t>Little progress was made by multilateral efforts until the Uruguay Round(1986-94) covering investment issues on top of trade issues.</a:t>
            </a:r>
          </a:p>
          <a:p>
            <a:pPr eaLnBrk="1" hangingPunct="1">
              <a:buFont typeface="Arial" pitchFamily="34" charset="0"/>
              <a:buChar char="•"/>
            </a:pPr>
            <a:r>
              <a:rPr lang="en-US" altLang="ko-KR" sz="2400" b="0" dirty="0">
                <a:latin typeface="Times New Roman" pitchFamily="18" charset="0"/>
              </a:rPr>
              <a:t>In the Uruguay Round, provisions on Trade Related Investment Measures (TRIMS), which prohibit governments from intervening in foreign investment such as requiring local content, were made and placed in the jurisdiction of WTO.</a:t>
            </a:r>
          </a:p>
          <a:p>
            <a:pPr eaLnBrk="1" hangingPunct="1">
              <a:buNone/>
            </a:pPr>
            <a:r>
              <a:rPr lang="en-US" altLang="ko-KR" sz="2400" b="0" dirty="0">
                <a:latin typeface="Times New Roman" pitchFamily="18" charset="0"/>
              </a:rPr>
              <a:t>	     - For the telecommunication industry, 69 countries reached an 	agreement in 1996 that included the rights of foreign firms to 	participate in their markets.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74" name="Object 2">
            <a:hlinkClick r:id="" action="ppaction://ole?verb=0"/>
          </p:cNvPr>
          <p:cNvGraphicFramePr>
            <a:graphicFrameLocks/>
          </p:cNvGraphicFramePr>
          <p:nvPr/>
        </p:nvGraphicFramePr>
        <p:xfrm>
          <a:off x="381000" y="4208463"/>
          <a:ext cx="8382000" cy="2049462"/>
        </p:xfrm>
        <a:graphic>
          <a:graphicData uri="http://schemas.openxmlformats.org/presentationml/2006/ole">
            <mc:AlternateContent xmlns:mc="http://schemas.openxmlformats.org/markup-compatibility/2006">
              <mc:Choice xmlns:v="urn:schemas-microsoft-com:vml" Requires="v">
                <p:oleObj name="Clip" r:id="rId2" imgW="3657600" imgH="2338200" progId="">
                  <p:embed/>
                </p:oleObj>
              </mc:Choice>
              <mc:Fallback>
                <p:oleObj name="Clip" r:id="rId2" imgW="3657600" imgH="2338200" progId="">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4208463"/>
                        <a:ext cx="8382000" cy="2049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675" name="WordArt 3"/>
          <p:cNvSpPr>
            <a:spLocks noChangeArrowheads="1" noChangeShapeType="1" noTextEdit="1"/>
          </p:cNvSpPr>
          <p:nvPr/>
        </p:nvSpPr>
        <p:spPr bwMode="auto">
          <a:xfrm>
            <a:off x="714375" y="1484785"/>
            <a:ext cx="7572375" cy="2448272"/>
          </a:xfrm>
          <a:prstGeom prst="rect">
            <a:avLst/>
          </a:prstGeom>
        </p:spPr>
        <p:txBody>
          <a:bodyPr wrap="none" fromWordArt="1">
            <a:prstTxWarp prst="textSlantUp">
              <a:avLst>
                <a:gd name="adj" fmla="val 32056"/>
              </a:avLst>
            </a:prstTxWarp>
          </a:bodyPr>
          <a:lstStyle/>
          <a:p>
            <a:pPr algn="ctr"/>
            <a:r>
              <a:rPr lang="en-US" altLang="ko-KR" sz="4800" kern="10" dirty="0">
                <a:ln w="9525">
                  <a:solidFill>
                    <a:srgbClr val="CC99FF"/>
                  </a:solidFill>
                  <a:round/>
                  <a:headEnd/>
                  <a:tailEnd/>
                </a:ln>
                <a:gradFill rotWithShape="1">
                  <a:gsLst>
                    <a:gs pos="0">
                      <a:srgbClr val="333399"/>
                    </a:gs>
                    <a:gs pos="100000">
                      <a:schemeClr val="accent2"/>
                    </a:gs>
                  </a:gsLst>
                  <a:lin ang="5400000" scaled="1"/>
                </a:gradFill>
                <a:effectLst>
                  <a:outerShdw dist="53882" dir="2700000" algn="ctr" rotWithShape="0">
                    <a:srgbClr val="9999FF"/>
                  </a:outerShdw>
                </a:effectLst>
                <a:latin typeface="Impact"/>
              </a:rPr>
              <a:t>Implications for Businesses</a:t>
            </a:r>
            <a:endParaRPr lang="ko-KR" altLang="en-US" sz="4800" kern="10" dirty="0">
              <a:ln w="9525">
                <a:solidFill>
                  <a:srgbClr val="CC99FF"/>
                </a:solidFill>
                <a:round/>
                <a:headEnd/>
                <a:tailEnd/>
              </a:ln>
              <a:gradFill rotWithShape="1">
                <a:gsLst>
                  <a:gs pos="0">
                    <a:srgbClr val="333399"/>
                  </a:gs>
                  <a:gs pos="100000">
                    <a:schemeClr val="accent2"/>
                  </a:gs>
                </a:gsLst>
                <a:lin ang="5400000" scaled="1"/>
              </a:gradFill>
              <a:effectLst>
                <a:outerShdw dist="53882" dir="2700000" algn="ctr" rotWithShape="0">
                  <a:srgbClr val="9999FF"/>
                </a:outerShdw>
              </a:effectLst>
              <a:latin typeface="Impact"/>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descr="Large confetti"/>
          <p:cNvSpPr>
            <a:spLocks noGrp="1" noChangeArrowheads="1"/>
          </p:cNvSpPr>
          <p:nvPr>
            <p:ph type="title"/>
          </p:nvPr>
        </p:nvSpPr>
        <p:spPr>
          <a:xfrm>
            <a:off x="0" y="319088"/>
            <a:ext cx="9144000" cy="563562"/>
          </a:xfrm>
        </p:spPr>
        <p:txBody>
          <a:bodyPr/>
          <a:lstStyle/>
          <a:p>
            <a:pPr algn="ctr" eaLnBrk="1" hangingPunct="1"/>
            <a:r>
              <a:rPr lang="en-US" altLang="ko-KR" sz="3200" b="1" kern="1200" dirty="0">
                <a:solidFill>
                  <a:srgbClr val="FFCC00"/>
                </a:solidFill>
                <a:latin typeface="Times New Roman" pitchFamily="18" charset="0"/>
                <a:cs typeface="Times New Roman" pitchFamily="18" charset="0"/>
              </a:rPr>
              <a:t>Implications for Businesses</a:t>
            </a:r>
          </a:p>
        </p:txBody>
      </p:sp>
      <p:sp>
        <p:nvSpPr>
          <p:cNvPr id="23555" name="Rectangle 3"/>
          <p:cNvSpPr>
            <a:spLocks noGrp="1" noChangeArrowheads="1"/>
          </p:cNvSpPr>
          <p:nvPr>
            <p:ph type="body" idx="1"/>
          </p:nvPr>
        </p:nvSpPr>
        <p:spPr>
          <a:xfrm>
            <a:off x="230832" y="1205061"/>
            <a:ext cx="8661648" cy="5248275"/>
          </a:xfrm>
        </p:spPr>
        <p:txBody>
          <a:bodyPr/>
          <a:lstStyle/>
          <a:p>
            <a:pPr eaLnBrk="1" hangingPunct="1">
              <a:lnSpc>
                <a:spcPct val="90000"/>
              </a:lnSpc>
              <a:buFont typeface="Arial" pitchFamily="34" charset="0"/>
              <a:buChar char="•"/>
            </a:pPr>
            <a:r>
              <a:rPr lang="en-US" altLang="ko-KR" sz="2400" b="0" dirty="0">
                <a:latin typeface="Times New Roman" pitchFamily="18" charset="0"/>
              </a:rPr>
              <a:t>Evaluate carefully whether FDI is justified as an alternative to exporting and licensing/franchising </a:t>
            </a:r>
          </a:p>
          <a:p>
            <a:pPr eaLnBrk="1" hangingPunct="1">
              <a:lnSpc>
                <a:spcPct val="90000"/>
              </a:lnSpc>
              <a:buFontTx/>
              <a:buNone/>
            </a:pPr>
            <a:r>
              <a:rPr lang="en-US" altLang="ko-KR" sz="2400" b="0" dirty="0">
                <a:latin typeface="Times New Roman" pitchFamily="18" charset="0"/>
              </a:rPr>
              <a:t>	- Exporting is preferable to licensing and FDI as long as      transportation costs are minor and tariff barriers are trivial.</a:t>
            </a:r>
          </a:p>
          <a:p>
            <a:pPr eaLnBrk="1" hangingPunct="1">
              <a:lnSpc>
                <a:spcPct val="90000"/>
              </a:lnSpc>
              <a:buFontTx/>
              <a:buNone/>
            </a:pPr>
            <a:r>
              <a:rPr lang="en-US" altLang="ko-KR" sz="2400" b="0" dirty="0">
                <a:latin typeface="Times New Roman" pitchFamily="18" charset="0"/>
              </a:rPr>
              <a:t>	- As transportation costs/tariff barriers increase, licensing is preferable to FDI, other things being equal, since FDI is 	more costly and risky than licensing.</a:t>
            </a:r>
          </a:p>
          <a:p>
            <a:pPr eaLnBrk="1" hangingPunct="1">
              <a:lnSpc>
                <a:spcPct val="90000"/>
              </a:lnSpc>
              <a:buFontTx/>
              <a:buNone/>
            </a:pPr>
            <a:r>
              <a:rPr lang="en-US" altLang="ko-KR" sz="2400" b="0" dirty="0">
                <a:latin typeface="Times New Roman" pitchFamily="18" charset="0"/>
              </a:rPr>
              <a:t>	- FDI works best when the following condition(s) exists:</a:t>
            </a:r>
          </a:p>
          <a:p>
            <a:pPr eaLnBrk="1" hangingPunct="1">
              <a:lnSpc>
                <a:spcPct val="90000"/>
              </a:lnSpc>
              <a:buNone/>
            </a:pPr>
            <a:r>
              <a:rPr lang="en-US" altLang="ko-KR" sz="2400" b="0" dirty="0">
                <a:latin typeface="Times New Roman" pitchFamily="18" charset="0"/>
              </a:rPr>
              <a:t>	</a:t>
            </a:r>
            <a:r>
              <a:rPr lang="en-US" altLang="ko-KR" sz="2200" b="0" dirty="0">
                <a:latin typeface="Times New Roman" pitchFamily="18" charset="0"/>
              </a:rPr>
              <a:t>   A firm has valuable know-how that needs to be completely protected.</a:t>
            </a:r>
          </a:p>
          <a:p>
            <a:pPr eaLnBrk="1" hangingPunct="1">
              <a:lnSpc>
                <a:spcPct val="90000"/>
              </a:lnSpc>
              <a:buNone/>
            </a:pPr>
            <a:r>
              <a:rPr lang="en-US" altLang="ko-KR" sz="2200" b="0" dirty="0">
                <a:latin typeface="Times New Roman" pitchFamily="18" charset="0"/>
              </a:rPr>
              <a:t> 		(e.g., high-tech companies)</a:t>
            </a:r>
          </a:p>
          <a:p>
            <a:pPr eaLnBrk="1" hangingPunct="1">
              <a:lnSpc>
                <a:spcPct val="90000"/>
              </a:lnSpc>
              <a:buFontTx/>
              <a:buNone/>
            </a:pPr>
            <a:r>
              <a:rPr lang="en-US" altLang="ko-KR" sz="2200" b="0" dirty="0">
                <a:latin typeface="Times New Roman" pitchFamily="18" charset="0"/>
              </a:rPr>
              <a:t>	   A firm needs tight control over a foreign entity’s business operations.</a:t>
            </a:r>
          </a:p>
          <a:p>
            <a:pPr eaLnBrk="1" hangingPunct="1">
              <a:lnSpc>
                <a:spcPct val="90000"/>
              </a:lnSpc>
              <a:buFontTx/>
              <a:buNone/>
            </a:pPr>
            <a:r>
              <a:rPr lang="en-US" altLang="ko-KR" sz="2200" b="0" dirty="0">
                <a:latin typeface="Times New Roman" pitchFamily="18" charset="0"/>
              </a:rPr>
              <a:t>		(globally integrated companies like Toyota)</a:t>
            </a:r>
          </a:p>
          <a:p>
            <a:pPr eaLnBrk="1" hangingPunct="1">
              <a:lnSpc>
                <a:spcPct val="90000"/>
              </a:lnSpc>
              <a:buFontTx/>
              <a:buNone/>
            </a:pPr>
            <a:r>
              <a:rPr lang="en-US" altLang="ko-KR" sz="2200" b="0" dirty="0">
                <a:latin typeface="Times New Roman" pitchFamily="18" charset="0"/>
              </a:rPr>
              <a:t>	   A firm’s know-how is highly tacit or embedded.</a:t>
            </a:r>
          </a:p>
          <a:p>
            <a:pPr eaLnBrk="1" hangingPunct="1">
              <a:lnSpc>
                <a:spcPct val="90000"/>
              </a:lnSpc>
              <a:buFontTx/>
              <a:buNone/>
            </a:pPr>
            <a:r>
              <a:rPr lang="en-US" altLang="ko-KR" sz="2200" b="0" dirty="0">
                <a:latin typeface="Times New Roman" pitchFamily="18" charset="0"/>
              </a:rPr>
              <a:t>		(tacit knowledge like Toyota production system)</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descr="Large confetti"/>
          <p:cNvSpPr>
            <a:spLocks noGrp="1" noChangeArrowheads="1"/>
          </p:cNvSpPr>
          <p:nvPr>
            <p:ph type="title"/>
          </p:nvPr>
        </p:nvSpPr>
        <p:spPr>
          <a:xfrm>
            <a:off x="0" y="319088"/>
            <a:ext cx="9144000" cy="563562"/>
          </a:xfrm>
        </p:spPr>
        <p:txBody>
          <a:bodyPr/>
          <a:lstStyle/>
          <a:p>
            <a:pPr algn="ctr" eaLnBrk="1" hangingPunct="1"/>
            <a:r>
              <a:rPr lang="en-US" altLang="ko-KR" sz="3200" b="1" kern="1200" dirty="0">
                <a:solidFill>
                  <a:srgbClr val="FFCC00"/>
                </a:solidFill>
                <a:latin typeface="Times New Roman" pitchFamily="18" charset="0"/>
                <a:cs typeface="Times New Roman" pitchFamily="18" charset="0"/>
              </a:rPr>
              <a:t>Implications for Businesses</a:t>
            </a:r>
          </a:p>
        </p:txBody>
      </p:sp>
      <p:sp>
        <p:nvSpPr>
          <p:cNvPr id="23555" name="Rectangle 3"/>
          <p:cNvSpPr>
            <a:spLocks noGrp="1" noChangeArrowheads="1"/>
          </p:cNvSpPr>
          <p:nvPr>
            <p:ph type="body" idx="1"/>
          </p:nvPr>
        </p:nvSpPr>
        <p:spPr>
          <a:xfrm>
            <a:off x="230832" y="1205061"/>
            <a:ext cx="8661648" cy="5248275"/>
          </a:xfrm>
        </p:spPr>
        <p:txBody>
          <a:bodyPr/>
          <a:lstStyle/>
          <a:p>
            <a:pPr eaLnBrk="1" hangingPunct="1">
              <a:lnSpc>
                <a:spcPts val="3000"/>
              </a:lnSpc>
              <a:buFont typeface="Arial" pitchFamily="34" charset="0"/>
              <a:buChar char="•"/>
            </a:pPr>
            <a:r>
              <a:rPr lang="en-US" altLang="ko-KR" sz="2400" b="0" dirty="0">
                <a:latin typeface="Times New Roman" pitchFamily="18" charset="0"/>
              </a:rPr>
              <a:t>A host government’s attitude toward FDI is an important factor for FDI decisions.</a:t>
            </a:r>
          </a:p>
          <a:p>
            <a:pPr eaLnBrk="1" hangingPunct="1">
              <a:lnSpc>
                <a:spcPts val="3000"/>
              </a:lnSpc>
              <a:buFont typeface="Arial" pitchFamily="34" charset="0"/>
              <a:buChar char="•"/>
            </a:pPr>
            <a:r>
              <a:rPr lang="en-US" altLang="ko-KR" sz="2400" b="0" dirty="0">
                <a:latin typeface="Times New Roman" pitchFamily="18" charset="0"/>
              </a:rPr>
              <a:t>Be aware of other world and national institutional factors (both constraints and facilitators) governing FDI and enhance legitimacy in host countries</a:t>
            </a:r>
          </a:p>
          <a:p>
            <a:pPr eaLnBrk="1" hangingPunct="1">
              <a:lnSpc>
                <a:spcPts val="3000"/>
              </a:lnSpc>
              <a:buFont typeface="Arial" pitchFamily="34" charset="0"/>
              <a:buChar char="•"/>
            </a:pPr>
            <a:r>
              <a:rPr lang="en-US" altLang="ko-KR" sz="2400" b="0" dirty="0">
                <a:latin typeface="Times New Roman" pitchFamily="18" charset="0"/>
              </a:rPr>
              <a:t>Bargaining between MNEs and host governments becomes important for FDI. And the relative bargaining power of these two parties will determine the actual terms and conditions of FDI.</a:t>
            </a:r>
          </a:p>
          <a:p>
            <a:pPr eaLnBrk="1" hangingPunct="1">
              <a:lnSpc>
                <a:spcPts val="3000"/>
              </a:lnSpc>
              <a:buFont typeface="Arial" pitchFamily="34" charset="0"/>
              <a:buChar char="•"/>
            </a:pPr>
            <a:r>
              <a:rPr lang="en-US" altLang="ko-KR" sz="2400" b="0" dirty="0">
                <a:latin typeface="Times New Roman" pitchFamily="18" charset="0"/>
              </a:rPr>
              <a:t>Firms are operating within the context of FDI, and they have room for influencing the context.</a:t>
            </a:r>
          </a:p>
          <a:p>
            <a:pPr eaLnBrk="1" hangingPunct="1">
              <a:lnSpc>
                <a:spcPts val="3000"/>
              </a:lnSpc>
              <a:buFont typeface="Arial" pitchFamily="34" charset="0"/>
              <a:buChar char="•"/>
            </a:pPr>
            <a:r>
              <a:rPr lang="en-US" altLang="ko-KR" sz="2400" b="0" dirty="0">
                <a:latin typeface="Times New Roman" pitchFamily="18" charset="0"/>
              </a:rPr>
              <a:t>All these world and national institutions are likely to facilitate the free flows of FDI, which in turn will promote the phenomenon of globalization.</a:t>
            </a:r>
          </a:p>
        </p:txBody>
      </p:sp>
    </p:spTree>
  </p:cSld>
  <p:clrMapOvr>
    <a:masterClrMapping/>
  </p:clrMapOvr>
</p:sld>
</file>

<file path=ppt/theme/theme1.xml><?xml version="1.0" encoding="utf-8"?>
<a:theme xmlns:a="http://schemas.openxmlformats.org/drawingml/2006/main" name="1_1">
  <a:themeElements>
    <a:clrScheme name="1_1 3">
      <a:dk1>
        <a:srgbClr val="0066CC"/>
      </a:dk1>
      <a:lt1>
        <a:srgbClr val="B1E2FB"/>
      </a:lt1>
      <a:dk2>
        <a:srgbClr val="003399"/>
      </a:dk2>
      <a:lt2>
        <a:srgbClr val="FFFFFF"/>
      </a:lt2>
      <a:accent1>
        <a:srgbClr val="FDC529"/>
      </a:accent1>
      <a:accent2>
        <a:srgbClr val="52C828"/>
      </a:accent2>
      <a:accent3>
        <a:srgbClr val="AAADCA"/>
      </a:accent3>
      <a:accent4>
        <a:srgbClr val="97C1D6"/>
      </a:accent4>
      <a:accent5>
        <a:srgbClr val="FEDFAC"/>
      </a:accent5>
      <a:accent6>
        <a:srgbClr val="49B523"/>
      </a:accent6>
      <a:hlink>
        <a:srgbClr val="72A7F6"/>
      </a:hlink>
      <a:folHlink>
        <a:srgbClr val="A5A5FF"/>
      </a:folHlink>
    </a:clrScheme>
    <a:fontScheme name="1_1">
      <a:majorFont>
        <a:latin typeface="Arial"/>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1_1 1">
        <a:dk1>
          <a:srgbClr val="7E25CF"/>
        </a:dk1>
        <a:lt1>
          <a:srgbClr val="C6D3FE"/>
        </a:lt1>
        <a:dk2>
          <a:srgbClr val="512175"/>
        </a:dk2>
        <a:lt2>
          <a:srgbClr val="FFFFFF"/>
        </a:lt2>
        <a:accent1>
          <a:srgbClr val="FFCC66"/>
        </a:accent1>
        <a:accent2>
          <a:srgbClr val="6ABA42"/>
        </a:accent2>
        <a:accent3>
          <a:srgbClr val="B3ABBD"/>
        </a:accent3>
        <a:accent4>
          <a:srgbClr val="A9B4D9"/>
        </a:accent4>
        <a:accent5>
          <a:srgbClr val="FFE2B8"/>
        </a:accent5>
        <a:accent6>
          <a:srgbClr val="5FA83B"/>
        </a:accent6>
        <a:hlink>
          <a:srgbClr val="3399FF"/>
        </a:hlink>
        <a:folHlink>
          <a:srgbClr val="43A8C7"/>
        </a:folHlink>
      </a:clrScheme>
      <a:clrMap bg1="dk2" tx1="lt1" bg2="dk1" tx2="lt2" accent1="accent1" accent2="accent2" accent3="accent3" accent4="accent4" accent5="accent5" accent6="accent6" hlink="hlink" folHlink="folHlink"/>
    </a:extraClrScheme>
    <a:extraClrScheme>
      <a:clrScheme name="1_1 2">
        <a:dk1>
          <a:srgbClr val="009999"/>
        </a:dk1>
        <a:lt1>
          <a:srgbClr val="E2E2D6"/>
        </a:lt1>
        <a:dk2>
          <a:srgbClr val="005986"/>
        </a:dk2>
        <a:lt2>
          <a:srgbClr val="FFFFFF"/>
        </a:lt2>
        <a:accent1>
          <a:srgbClr val="12D2C9"/>
        </a:accent1>
        <a:accent2>
          <a:srgbClr val="3574C7"/>
        </a:accent2>
        <a:accent3>
          <a:srgbClr val="AAB5C3"/>
        </a:accent3>
        <a:accent4>
          <a:srgbClr val="C1C1B7"/>
        </a:accent4>
        <a:accent5>
          <a:srgbClr val="AAE5E1"/>
        </a:accent5>
        <a:accent6>
          <a:srgbClr val="2F68B4"/>
        </a:accent6>
        <a:hlink>
          <a:srgbClr val="1EBABA"/>
        </a:hlink>
        <a:folHlink>
          <a:srgbClr val="33CC33"/>
        </a:folHlink>
      </a:clrScheme>
      <a:clrMap bg1="dk2" tx1="lt1" bg2="dk1" tx2="lt2" accent1="accent1" accent2="accent2" accent3="accent3" accent4="accent4" accent5="accent5" accent6="accent6" hlink="hlink" folHlink="folHlink"/>
    </a:extraClrScheme>
    <a:extraClrScheme>
      <a:clrScheme name="1_1 3">
        <a:dk1>
          <a:srgbClr val="0066CC"/>
        </a:dk1>
        <a:lt1>
          <a:srgbClr val="B1E2FB"/>
        </a:lt1>
        <a:dk2>
          <a:srgbClr val="003399"/>
        </a:dk2>
        <a:lt2>
          <a:srgbClr val="FFFFFF"/>
        </a:lt2>
        <a:accent1>
          <a:srgbClr val="FDC529"/>
        </a:accent1>
        <a:accent2>
          <a:srgbClr val="52C828"/>
        </a:accent2>
        <a:accent3>
          <a:srgbClr val="AAADCA"/>
        </a:accent3>
        <a:accent4>
          <a:srgbClr val="97C1D6"/>
        </a:accent4>
        <a:accent5>
          <a:srgbClr val="FEDFAC"/>
        </a:accent5>
        <a:accent6>
          <a:srgbClr val="49B523"/>
        </a:accent6>
        <a:hlink>
          <a:srgbClr val="72A7F6"/>
        </a:hlink>
        <a:folHlink>
          <a:srgbClr val="A5A5FF"/>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
  <a:themeElements>
    <a:clrScheme name="1 3">
      <a:dk1>
        <a:srgbClr val="0066CC"/>
      </a:dk1>
      <a:lt1>
        <a:srgbClr val="B1E2FB"/>
      </a:lt1>
      <a:dk2>
        <a:srgbClr val="003399"/>
      </a:dk2>
      <a:lt2>
        <a:srgbClr val="FFFFFF"/>
      </a:lt2>
      <a:accent1>
        <a:srgbClr val="FDC529"/>
      </a:accent1>
      <a:accent2>
        <a:srgbClr val="52C828"/>
      </a:accent2>
      <a:accent3>
        <a:srgbClr val="AAADCA"/>
      </a:accent3>
      <a:accent4>
        <a:srgbClr val="97C1D6"/>
      </a:accent4>
      <a:accent5>
        <a:srgbClr val="FEDFAC"/>
      </a:accent5>
      <a:accent6>
        <a:srgbClr val="49B523"/>
      </a:accent6>
      <a:hlink>
        <a:srgbClr val="72A7F6"/>
      </a:hlink>
      <a:folHlink>
        <a:srgbClr val="A5A5FF"/>
      </a:folHlink>
    </a:clrScheme>
    <a:fontScheme name="1">
      <a:majorFont>
        <a:latin typeface="Arial"/>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1 1">
        <a:dk1>
          <a:srgbClr val="7E25CF"/>
        </a:dk1>
        <a:lt1>
          <a:srgbClr val="C6D3FE"/>
        </a:lt1>
        <a:dk2>
          <a:srgbClr val="512175"/>
        </a:dk2>
        <a:lt2>
          <a:srgbClr val="FFFFFF"/>
        </a:lt2>
        <a:accent1>
          <a:srgbClr val="FFCC66"/>
        </a:accent1>
        <a:accent2>
          <a:srgbClr val="6ABA42"/>
        </a:accent2>
        <a:accent3>
          <a:srgbClr val="B3ABBD"/>
        </a:accent3>
        <a:accent4>
          <a:srgbClr val="A9B4D9"/>
        </a:accent4>
        <a:accent5>
          <a:srgbClr val="FFE2B8"/>
        </a:accent5>
        <a:accent6>
          <a:srgbClr val="5FA83B"/>
        </a:accent6>
        <a:hlink>
          <a:srgbClr val="3399FF"/>
        </a:hlink>
        <a:folHlink>
          <a:srgbClr val="43A8C7"/>
        </a:folHlink>
      </a:clrScheme>
      <a:clrMap bg1="dk2" tx1="lt1" bg2="dk1" tx2="lt2" accent1="accent1" accent2="accent2" accent3="accent3" accent4="accent4" accent5="accent5" accent6="accent6" hlink="hlink" folHlink="folHlink"/>
    </a:extraClrScheme>
    <a:extraClrScheme>
      <a:clrScheme name="1 2">
        <a:dk1>
          <a:srgbClr val="009999"/>
        </a:dk1>
        <a:lt1>
          <a:srgbClr val="E2E2D6"/>
        </a:lt1>
        <a:dk2>
          <a:srgbClr val="005986"/>
        </a:dk2>
        <a:lt2>
          <a:srgbClr val="FFFFFF"/>
        </a:lt2>
        <a:accent1>
          <a:srgbClr val="12D2C9"/>
        </a:accent1>
        <a:accent2>
          <a:srgbClr val="3574C7"/>
        </a:accent2>
        <a:accent3>
          <a:srgbClr val="AAB5C3"/>
        </a:accent3>
        <a:accent4>
          <a:srgbClr val="C1C1B7"/>
        </a:accent4>
        <a:accent5>
          <a:srgbClr val="AAE5E1"/>
        </a:accent5>
        <a:accent6>
          <a:srgbClr val="2F68B4"/>
        </a:accent6>
        <a:hlink>
          <a:srgbClr val="1EBABA"/>
        </a:hlink>
        <a:folHlink>
          <a:srgbClr val="33CC33"/>
        </a:folHlink>
      </a:clrScheme>
      <a:clrMap bg1="dk2" tx1="lt1" bg2="dk1" tx2="lt2" accent1="accent1" accent2="accent2" accent3="accent3" accent4="accent4" accent5="accent5" accent6="accent6" hlink="hlink" folHlink="folHlink"/>
    </a:extraClrScheme>
    <a:extraClrScheme>
      <a:clrScheme name="1 3">
        <a:dk1>
          <a:srgbClr val="0066CC"/>
        </a:dk1>
        <a:lt1>
          <a:srgbClr val="B1E2FB"/>
        </a:lt1>
        <a:dk2>
          <a:srgbClr val="003399"/>
        </a:dk2>
        <a:lt2>
          <a:srgbClr val="FFFFFF"/>
        </a:lt2>
        <a:accent1>
          <a:srgbClr val="FDC529"/>
        </a:accent1>
        <a:accent2>
          <a:srgbClr val="52C828"/>
        </a:accent2>
        <a:accent3>
          <a:srgbClr val="AAADCA"/>
        </a:accent3>
        <a:accent4>
          <a:srgbClr val="97C1D6"/>
        </a:accent4>
        <a:accent5>
          <a:srgbClr val="FEDFAC"/>
        </a:accent5>
        <a:accent6>
          <a:srgbClr val="49B523"/>
        </a:accent6>
        <a:hlink>
          <a:srgbClr val="72A7F6"/>
        </a:hlink>
        <a:folHlink>
          <a:srgbClr val="A5A5FF"/>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8142</TotalTime>
  <Words>1496</Words>
  <Application>Microsoft Office PowerPoint</Application>
  <PresentationFormat>화면 슬라이드 쇼(4:3)</PresentationFormat>
  <Paragraphs>199</Paragraphs>
  <Slides>26</Slides>
  <Notes>4</Notes>
  <HiddenSlides>0</HiddenSlides>
  <MMClips>0</MMClips>
  <ScaleCrop>false</ScaleCrop>
  <HeadingPairs>
    <vt:vector size="8" baseType="variant">
      <vt:variant>
        <vt:lpstr>사용한 글꼴</vt:lpstr>
      </vt:variant>
      <vt:variant>
        <vt:i4>10</vt:i4>
      </vt:variant>
      <vt:variant>
        <vt:lpstr>테마</vt:lpstr>
      </vt:variant>
      <vt:variant>
        <vt:i4>2</vt:i4>
      </vt:variant>
      <vt:variant>
        <vt:lpstr>포함된 OLE 서버</vt:lpstr>
      </vt:variant>
      <vt:variant>
        <vt:i4>2</vt:i4>
      </vt:variant>
      <vt:variant>
        <vt:lpstr>슬라이드 제목</vt:lpstr>
      </vt:variant>
      <vt:variant>
        <vt:i4>26</vt:i4>
      </vt:variant>
    </vt:vector>
  </HeadingPairs>
  <TitlesOfParts>
    <vt:vector size="40" baseType="lpstr">
      <vt:lpstr>HY견고딕</vt:lpstr>
      <vt:lpstr>HY헤드라인M</vt:lpstr>
      <vt:lpstr>굴림</vt:lpstr>
      <vt:lpstr>Arial</vt:lpstr>
      <vt:lpstr>Calibri</vt:lpstr>
      <vt:lpstr>Franklin Gothic Heavy</vt:lpstr>
      <vt:lpstr>Impact</vt:lpstr>
      <vt:lpstr>Times New Roman</vt:lpstr>
      <vt:lpstr>Verdana</vt:lpstr>
      <vt:lpstr>Wingdings</vt:lpstr>
      <vt:lpstr>1_1</vt:lpstr>
      <vt:lpstr>1</vt:lpstr>
      <vt:lpstr>Image</vt:lpstr>
      <vt:lpstr>Clip</vt:lpstr>
      <vt:lpstr>CROSS-BORDER INVESTMENT ENVIRONMENT</vt:lpstr>
      <vt:lpstr>PowerPoint 프레젠테이션</vt:lpstr>
      <vt:lpstr>PowerPoint 프레젠테이션</vt:lpstr>
      <vt:lpstr>Concept of FDI</vt:lpstr>
      <vt:lpstr>Concept of FDI</vt:lpstr>
      <vt:lpstr>Trend of FDI: Outflows</vt:lpstr>
      <vt:lpstr>Trend of FDI: Inflows by Region</vt:lpstr>
      <vt:lpstr>Cumulative FDI Outflows (1999-2019)</vt:lpstr>
      <vt:lpstr>PowerPoint 프레젠테이션</vt:lpstr>
      <vt:lpstr>PowerPoint 프레젠테이션</vt:lpstr>
      <vt:lpstr>Strategic Behavior Theory</vt:lpstr>
      <vt:lpstr>Product Life Cycle Theory</vt:lpstr>
      <vt:lpstr>Eclectic Theory</vt:lpstr>
      <vt:lpstr>Motivation/Objectives of FDI</vt:lpstr>
      <vt:lpstr>Motivation/Objectives of FDI</vt:lpstr>
      <vt:lpstr>FDI Decision Framework</vt:lpstr>
      <vt:lpstr>PowerPoint 프레젠테이션</vt:lpstr>
      <vt:lpstr>Political Ideology toward FDI</vt:lpstr>
      <vt:lpstr>Effects of FDI on Host Country</vt:lpstr>
      <vt:lpstr>Effects of FDI on Home Country </vt:lpstr>
      <vt:lpstr>Policy Instruments toward FDI:</vt:lpstr>
      <vt:lpstr>Bargaining Between MNEs and Host Governments</vt:lpstr>
      <vt:lpstr>Agreements on FDI</vt:lpstr>
      <vt:lpstr>PowerPoint 프레젠테이션</vt:lpstr>
      <vt:lpstr>Implications for Businesses</vt:lpstr>
      <vt:lpstr>Implications for Businesses</vt:lpstr>
    </vt:vector>
  </TitlesOfParts>
  <Company>City University of Hong Kong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CityU</dc:creator>
  <cp:lastModifiedBy>김광수</cp:lastModifiedBy>
  <cp:revision>1257</cp:revision>
  <dcterms:created xsi:type="dcterms:W3CDTF">2000-12-20T03:57:58Z</dcterms:created>
  <dcterms:modified xsi:type="dcterms:W3CDTF">2024-03-17T10:29:18Z</dcterms:modified>
</cp:coreProperties>
</file>