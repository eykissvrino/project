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77" r:id="rId2"/>
    <p:sldId id="279" r:id="rId3"/>
    <p:sldId id="280" r:id="rId4"/>
    <p:sldId id="281" r:id="rId5"/>
    <p:sldId id="282" r:id="rId6"/>
    <p:sldId id="304" r:id="rId7"/>
    <p:sldId id="284" r:id="rId8"/>
    <p:sldId id="306" r:id="rId9"/>
    <p:sldId id="309" r:id="rId10"/>
    <p:sldId id="310" r:id="rId11"/>
    <p:sldId id="308" r:id="rId12"/>
    <p:sldId id="307" r:id="rId13"/>
    <p:sldId id="286" r:id="rId14"/>
    <p:sldId id="300" r:id="rId15"/>
    <p:sldId id="311" r:id="rId16"/>
    <p:sldId id="288" r:id="rId17"/>
    <p:sldId id="289" r:id="rId18"/>
    <p:sldId id="290" r:id="rId19"/>
    <p:sldId id="291" r:id="rId20"/>
    <p:sldId id="292" r:id="rId21"/>
    <p:sldId id="301" r:id="rId22"/>
    <p:sldId id="312" r:id="rId23"/>
    <p:sldId id="303" r:id="rId24"/>
    <p:sldId id="315" r:id="rId25"/>
    <p:sldId id="302" r:id="rId26"/>
    <p:sldId id="297" r:id="rId27"/>
    <p:sldId id="298" r:id="rId28"/>
    <p:sldId id="299" r:id="rId29"/>
  </p:sldIdLst>
  <p:sldSz cx="9144000" cy="6858000" type="screen4x3"/>
  <p:notesSz cx="7102475" cy="8991600"/>
  <p:defaultTextStyle>
    <a:defPPr>
      <a:defRPr lang="en-US"/>
    </a:defPPr>
    <a:lvl1pPr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1pPr>
    <a:lvl2pPr marL="4572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2pPr>
    <a:lvl3pPr marL="9144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3pPr>
    <a:lvl4pPr marL="13716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4pPr>
    <a:lvl5pPr marL="18288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5pPr>
    <a:lvl6pPr marL="2286000" algn="l" defTabSz="914400" rtl="0" eaLnBrk="1" latinLnBrk="1" hangingPunct="1">
      <a:defRPr kumimoji="1" kern="1200">
        <a:solidFill>
          <a:schemeClr val="tx1"/>
        </a:solidFill>
        <a:latin typeface="Franklin Gothic Heavy" pitchFamily="34" charset="0"/>
        <a:ea typeface="굴림" pitchFamily="50" charset="-127"/>
        <a:cs typeface="+mn-cs"/>
      </a:defRPr>
    </a:lvl6pPr>
    <a:lvl7pPr marL="2743200" algn="l" defTabSz="914400" rtl="0" eaLnBrk="1" latinLnBrk="1" hangingPunct="1">
      <a:defRPr kumimoji="1" kern="1200">
        <a:solidFill>
          <a:schemeClr val="tx1"/>
        </a:solidFill>
        <a:latin typeface="Franklin Gothic Heavy" pitchFamily="34" charset="0"/>
        <a:ea typeface="굴림" pitchFamily="50" charset="-127"/>
        <a:cs typeface="+mn-cs"/>
      </a:defRPr>
    </a:lvl7pPr>
    <a:lvl8pPr marL="3200400" algn="l" defTabSz="914400" rtl="0" eaLnBrk="1" latinLnBrk="1" hangingPunct="1">
      <a:defRPr kumimoji="1" kern="1200">
        <a:solidFill>
          <a:schemeClr val="tx1"/>
        </a:solidFill>
        <a:latin typeface="Franklin Gothic Heavy" pitchFamily="34" charset="0"/>
        <a:ea typeface="굴림" pitchFamily="50" charset="-127"/>
        <a:cs typeface="+mn-cs"/>
      </a:defRPr>
    </a:lvl8pPr>
    <a:lvl9pPr marL="3657600" algn="l" defTabSz="914400" rtl="0" eaLnBrk="1" latinLnBrk="1" hangingPunct="1">
      <a:defRPr kumimoji="1" kern="1200">
        <a:solidFill>
          <a:schemeClr val="tx1"/>
        </a:solidFill>
        <a:latin typeface="Franklin Gothic Heavy" pitchFamily="34" charset="0"/>
        <a:ea typeface="굴림"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B8"/>
    <a:srgbClr val="69E30D"/>
    <a:srgbClr val="99FF33"/>
    <a:srgbClr val="52C828"/>
    <a:srgbClr val="CCFF33"/>
    <a:srgbClr val="0037A4"/>
    <a:srgbClr val="00329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84034" autoAdjust="0"/>
  </p:normalViewPr>
  <p:slideViewPr>
    <p:cSldViewPr>
      <p:cViewPr varScale="1">
        <p:scale>
          <a:sx n="58" d="100"/>
          <a:sy n="58" d="100"/>
        </p:scale>
        <p:origin x="1640"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3078163" cy="4492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200">
                <a:latin typeface="Arial" charset="0"/>
                <a:ea typeface="굴림" charset="-127"/>
              </a:defRPr>
            </a:lvl1pPr>
          </a:lstStyle>
          <a:p>
            <a:pPr>
              <a:defRPr/>
            </a:pPr>
            <a:endParaRPr lang="en-US" altLang="ko-KR"/>
          </a:p>
        </p:txBody>
      </p:sp>
      <p:sp>
        <p:nvSpPr>
          <p:cNvPr id="88067" name="Rectangle 3"/>
          <p:cNvSpPr>
            <a:spLocks noGrp="1" noChangeArrowheads="1"/>
          </p:cNvSpPr>
          <p:nvPr>
            <p:ph type="dt" sz="quarter" idx="1"/>
          </p:nvPr>
        </p:nvSpPr>
        <p:spPr bwMode="auto">
          <a:xfrm>
            <a:off x="4022725" y="0"/>
            <a:ext cx="3078163" cy="4492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200">
                <a:latin typeface="Arial" charset="0"/>
                <a:ea typeface="굴림" charset="-127"/>
              </a:defRPr>
            </a:lvl1pPr>
          </a:lstStyle>
          <a:p>
            <a:pPr>
              <a:defRPr/>
            </a:pPr>
            <a:endParaRPr lang="en-US" altLang="ko-KR"/>
          </a:p>
        </p:txBody>
      </p:sp>
      <p:sp>
        <p:nvSpPr>
          <p:cNvPr id="88068" name="Rectangle 4"/>
          <p:cNvSpPr>
            <a:spLocks noGrp="1" noChangeArrowheads="1"/>
          </p:cNvSpPr>
          <p:nvPr>
            <p:ph type="ftr" sz="quarter" idx="2"/>
          </p:nvPr>
        </p:nvSpPr>
        <p:spPr bwMode="auto">
          <a:xfrm>
            <a:off x="0" y="8540750"/>
            <a:ext cx="3078163" cy="4492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latinLnBrk="0">
              <a:defRPr kumimoji="0" sz="1200">
                <a:latin typeface="Arial" charset="0"/>
                <a:ea typeface="굴림" charset="-127"/>
              </a:defRPr>
            </a:lvl1pPr>
          </a:lstStyle>
          <a:p>
            <a:pPr>
              <a:defRPr/>
            </a:pPr>
            <a:endParaRPr lang="en-US" altLang="ko-KR"/>
          </a:p>
        </p:txBody>
      </p:sp>
      <p:sp>
        <p:nvSpPr>
          <p:cNvPr id="88069" name="Rectangle 5"/>
          <p:cNvSpPr>
            <a:spLocks noGrp="1" noChangeArrowheads="1"/>
          </p:cNvSpPr>
          <p:nvPr>
            <p:ph type="sldNum" sz="quarter" idx="3"/>
          </p:nvPr>
        </p:nvSpPr>
        <p:spPr bwMode="auto">
          <a:xfrm>
            <a:off x="4022725" y="8540750"/>
            <a:ext cx="3078163" cy="4492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latinLnBrk="0">
              <a:defRPr kumimoji="0" sz="1200">
                <a:latin typeface="Arial" charset="0"/>
                <a:ea typeface="굴림" charset="-127"/>
              </a:defRPr>
            </a:lvl1pPr>
          </a:lstStyle>
          <a:p>
            <a:pPr>
              <a:defRPr/>
            </a:pPr>
            <a:fld id="{DC955A5E-49A5-4E81-AE8D-D63B1CE3F4E0}" type="slidenum">
              <a:rPr lang="en-US" altLang="ko-KR"/>
              <a:pPr>
                <a:defRPr/>
              </a:pPr>
              <a:t>‹#›</a:t>
            </a:fld>
            <a:endParaRPr lang="en-US" altLang="ko-KR"/>
          </a:p>
        </p:txBody>
      </p:sp>
    </p:spTree>
    <p:extLst>
      <p:ext uri="{BB962C8B-B14F-4D97-AF65-F5344CB8AC3E}">
        <p14:creationId xmlns:p14="http://schemas.microsoft.com/office/powerpoint/2010/main" val="2355826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163" cy="449263"/>
          </a:xfrm>
          <a:prstGeom prst="rect">
            <a:avLst/>
          </a:prstGeom>
        </p:spPr>
        <p:txBody>
          <a:bodyPr vert="horz" lIns="91440" tIns="45720" rIns="91440" bIns="45720" rtlCol="0"/>
          <a:lstStyle>
            <a:lvl1pPr algn="l" latinLnBrk="0">
              <a:defRPr kumimoji="0" sz="1200">
                <a:latin typeface="Arial" charset="0"/>
                <a:ea typeface="+mn-ea"/>
              </a:defRPr>
            </a:lvl1pPr>
          </a:lstStyle>
          <a:p>
            <a:pPr>
              <a:defRPr/>
            </a:pPr>
            <a:endParaRPr lang="ko-KR" altLang="en-US"/>
          </a:p>
        </p:txBody>
      </p:sp>
      <p:sp>
        <p:nvSpPr>
          <p:cNvPr id="3" name="날짜 개체 틀 2"/>
          <p:cNvSpPr>
            <a:spLocks noGrp="1"/>
          </p:cNvSpPr>
          <p:nvPr>
            <p:ph type="dt" idx="1"/>
          </p:nvPr>
        </p:nvSpPr>
        <p:spPr>
          <a:xfrm>
            <a:off x="4022725" y="0"/>
            <a:ext cx="3078163" cy="449263"/>
          </a:xfrm>
          <a:prstGeom prst="rect">
            <a:avLst/>
          </a:prstGeom>
        </p:spPr>
        <p:txBody>
          <a:bodyPr vert="horz" lIns="91440" tIns="45720" rIns="91440" bIns="45720" rtlCol="0"/>
          <a:lstStyle>
            <a:lvl1pPr algn="r" latinLnBrk="0">
              <a:defRPr kumimoji="0" sz="1200">
                <a:latin typeface="Arial" charset="0"/>
                <a:ea typeface="+mn-ea"/>
              </a:defRPr>
            </a:lvl1pPr>
          </a:lstStyle>
          <a:p>
            <a:pPr>
              <a:defRPr/>
            </a:pPr>
            <a:fld id="{67C64689-8BED-4124-AA29-C3A74BD3216B}" type="datetimeFigureOut">
              <a:rPr lang="ko-KR" altLang="en-US"/>
              <a:pPr>
                <a:defRPr/>
              </a:pPr>
              <a:t>2024-07-14</a:t>
            </a:fld>
            <a:endParaRPr lang="ko-KR" altLang="en-US"/>
          </a:p>
        </p:txBody>
      </p:sp>
      <p:sp>
        <p:nvSpPr>
          <p:cNvPr id="4" name="슬라이드 이미지 개체 틀 3"/>
          <p:cNvSpPr>
            <a:spLocks noGrp="1" noRot="1" noChangeAspect="1"/>
          </p:cNvSpPr>
          <p:nvPr>
            <p:ph type="sldImg" idx="2"/>
          </p:nvPr>
        </p:nvSpPr>
        <p:spPr>
          <a:xfrm>
            <a:off x="1303338" y="674688"/>
            <a:ext cx="4495800" cy="3371850"/>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709613" y="4270375"/>
            <a:ext cx="5683250" cy="404653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8540750"/>
            <a:ext cx="3078163" cy="449263"/>
          </a:xfrm>
          <a:prstGeom prst="rect">
            <a:avLst/>
          </a:prstGeom>
        </p:spPr>
        <p:txBody>
          <a:bodyPr vert="horz" lIns="91440" tIns="45720" rIns="91440" bIns="45720" rtlCol="0" anchor="b"/>
          <a:lstStyle>
            <a:lvl1pPr algn="l" latinLnBrk="0">
              <a:defRPr kumimoji="0" sz="1200">
                <a:latin typeface="Arial" charset="0"/>
                <a:ea typeface="+mn-ea"/>
              </a:defRPr>
            </a:lvl1pPr>
          </a:lstStyle>
          <a:p>
            <a:pPr>
              <a:defRPr/>
            </a:pPr>
            <a:endParaRPr lang="ko-KR" altLang="en-US"/>
          </a:p>
        </p:txBody>
      </p:sp>
      <p:sp>
        <p:nvSpPr>
          <p:cNvPr id="7" name="슬라이드 번호 개체 틀 6"/>
          <p:cNvSpPr>
            <a:spLocks noGrp="1"/>
          </p:cNvSpPr>
          <p:nvPr>
            <p:ph type="sldNum" sz="quarter" idx="5"/>
          </p:nvPr>
        </p:nvSpPr>
        <p:spPr>
          <a:xfrm>
            <a:off x="4022725" y="8540750"/>
            <a:ext cx="3078163" cy="449263"/>
          </a:xfrm>
          <a:prstGeom prst="rect">
            <a:avLst/>
          </a:prstGeom>
        </p:spPr>
        <p:txBody>
          <a:bodyPr vert="horz" lIns="91440" tIns="45720" rIns="91440" bIns="45720" rtlCol="0" anchor="b"/>
          <a:lstStyle>
            <a:lvl1pPr algn="r" latinLnBrk="0">
              <a:defRPr kumimoji="0" sz="1200">
                <a:latin typeface="Arial" charset="0"/>
                <a:ea typeface="+mn-ea"/>
              </a:defRPr>
            </a:lvl1pPr>
          </a:lstStyle>
          <a:p>
            <a:pPr>
              <a:defRPr/>
            </a:pPr>
            <a:fld id="{3E122B4D-8E94-4223-95EB-97BD74721ECD}" type="slidenum">
              <a:rPr lang="ko-KR" altLang="en-US"/>
              <a:pPr>
                <a:defRPr/>
              </a:pPr>
              <a:t>‹#›</a:t>
            </a:fld>
            <a:endParaRPr lang="ko-KR" altLang="en-US"/>
          </a:p>
        </p:txBody>
      </p:sp>
    </p:spTree>
    <p:extLst>
      <p:ext uri="{BB962C8B-B14F-4D97-AF65-F5344CB8AC3E}">
        <p14:creationId xmlns:p14="http://schemas.microsoft.com/office/powerpoint/2010/main" val="4188826590"/>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E122B4D-8E94-4223-95EB-97BD74721ECD}" type="slidenum">
              <a:rPr lang="ko-KR" altLang="en-US" smtClean="0"/>
              <a:pPr>
                <a:defRPr/>
              </a:pPr>
              <a:t>5</a:t>
            </a:fld>
            <a:endParaRPr lang="ko-KR" altLang="en-US"/>
          </a:p>
        </p:txBody>
      </p:sp>
    </p:spTree>
    <p:extLst>
      <p:ext uri="{BB962C8B-B14F-4D97-AF65-F5344CB8AC3E}">
        <p14:creationId xmlns:p14="http://schemas.microsoft.com/office/powerpoint/2010/main" val="3103505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a:defRPr/>
            </a:pPr>
            <a:fld id="{3E122B4D-8E94-4223-95EB-97BD74721ECD}" type="slidenum">
              <a:rPr lang="ko-KR" altLang="en-US" smtClean="0"/>
              <a:pPr>
                <a:defRPr/>
              </a:pPr>
              <a:t>6</a:t>
            </a:fld>
            <a:endParaRPr lang="ko-KR" altLang="en-US"/>
          </a:p>
        </p:txBody>
      </p:sp>
    </p:spTree>
    <p:extLst>
      <p:ext uri="{BB962C8B-B14F-4D97-AF65-F5344CB8AC3E}">
        <p14:creationId xmlns:p14="http://schemas.microsoft.com/office/powerpoint/2010/main" val="283358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E122B4D-8E94-4223-95EB-97BD74721ECD}" type="slidenum">
              <a:rPr lang="ko-KR" altLang="en-US" smtClean="0"/>
              <a:pPr>
                <a:defRPr/>
              </a:pPr>
              <a:t>7</a:t>
            </a:fld>
            <a:endParaRPr lang="ko-KR" altLang="en-US"/>
          </a:p>
        </p:txBody>
      </p:sp>
    </p:spTree>
    <p:extLst>
      <p:ext uri="{BB962C8B-B14F-4D97-AF65-F5344CB8AC3E}">
        <p14:creationId xmlns:p14="http://schemas.microsoft.com/office/powerpoint/2010/main" val="3212531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E122B4D-8E94-4223-95EB-97BD74721ECD}" type="slidenum">
              <a:rPr lang="ko-KR" altLang="en-US" smtClean="0"/>
              <a:pPr>
                <a:defRPr/>
              </a:pPr>
              <a:t>11</a:t>
            </a:fld>
            <a:endParaRPr lang="ko-KR" altLang="en-US"/>
          </a:p>
        </p:txBody>
      </p:sp>
    </p:spTree>
    <p:extLst>
      <p:ext uri="{BB962C8B-B14F-4D97-AF65-F5344CB8AC3E}">
        <p14:creationId xmlns:p14="http://schemas.microsoft.com/office/powerpoint/2010/main" val="1746723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E122B4D-8E94-4223-95EB-97BD74721ECD}" type="slidenum">
              <a:rPr lang="ko-KR" altLang="en-US" smtClean="0"/>
              <a:pPr>
                <a:defRPr/>
              </a:pPr>
              <a:t>13</a:t>
            </a:fld>
            <a:endParaRPr lang="ko-KR" altLang="en-US"/>
          </a:p>
        </p:txBody>
      </p:sp>
    </p:spTree>
    <p:extLst>
      <p:ext uri="{BB962C8B-B14F-4D97-AF65-F5344CB8AC3E}">
        <p14:creationId xmlns:p14="http://schemas.microsoft.com/office/powerpoint/2010/main" val="3710484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E122B4D-8E94-4223-95EB-97BD74721ECD}" type="slidenum">
              <a:rPr lang="ko-KR" altLang="en-US" smtClean="0"/>
              <a:pPr>
                <a:defRPr/>
              </a:pPr>
              <a:t>17</a:t>
            </a:fld>
            <a:endParaRPr lang="ko-KR" altLang="en-US"/>
          </a:p>
        </p:txBody>
      </p:sp>
    </p:spTree>
    <p:extLst>
      <p:ext uri="{BB962C8B-B14F-4D97-AF65-F5344CB8AC3E}">
        <p14:creationId xmlns:p14="http://schemas.microsoft.com/office/powerpoint/2010/main" val="145960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E122B4D-8E94-4223-95EB-97BD74721ECD}" type="slidenum">
              <a:rPr lang="ko-KR" altLang="en-US" smtClean="0"/>
              <a:pPr>
                <a:defRPr/>
              </a:pPr>
              <a:t>20</a:t>
            </a:fld>
            <a:endParaRPr lang="ko-KR" altLang="en-US"/>
          </a:p>
        </p:txBody>
      </p:sp>
    </p:spTree>
    <p:extLst>
      <p:ext uri="{BB962C8B-B14F-4D97-AF65-F5344CB8AC3E}">
        <p14:creationId xmlns:p14="http://schemas.microsoft.com/office/powerpoint/2010/main" val="848095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E122B4D-8E94-4223-95EB-97BD74721ECD}" type="slidenum">
              <a:rPr lang="ko-KR" altLang="en-US" smtClean="0"/>
              <a:pPr>
                <a:defRPr/>
              </a:pPr>
              <a:t>23</a:t>
            </a:fld>
            <a:endParaRPr lang="ko-KR" altLang="en-US"/>
          </a:p>
        </p:txBody>
      </p:sp>
    </p:spTree>
    <p:extLst>
      <p:ext uri="{BB962C8B-B14F-4D97-AF65-F5344CB8AC3E}">
        <p14:creationId xmlns:p14="http://schemas.microsoft.com/office/powerpoint/2010/main" val="31271843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oleObject" Target="../embeddings/oleObject3.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슬라이드">
    <p:spTree>
      <p:nvGrpSpPr>
        <p:cNvPr id="1" name=""/>
        <p:cNvGrpSpPr/>
        <p:nvPr/>
      </p:nvGrpSpPr>
      <p:grpSpPr>
        <a:xfrm>
          <a:off x="0" y="0"/>
          <a:ext cx="0" cy="0"/>
          <a:chOff x="0" y="0"/>
          <a:chExt cx="0" cy="0"/>
        </a:xfrm>
      </p:grpSpPr>
      <p:graphicFrame>
        <p:nvGraphicFramePr>
          <p:cNvPr id="3"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4"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4" imgW="10438095" imgH="5980952" progId="">
                  <p:embed/>
                </p:oleObj>
              </mc:Choice>
              <mc:Fallback>
                <p:oleObj name="Image" r:id="rId4" imgW="10438095" imgH="5980952"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sp>
        <p:nvSpPr>
          <p:cNvPr id="3075" name="Rectangle 3"/>
          <p:cNvSpPr>
            <a:spLocks noGrp="1" noChangeArrowheads="1"/>
          </p:cNvSpPr>
          <p:nvPr>
            <p:ph type="subTitle" idx="1"/>
          </p:nvPr>
        </p:nvSpPr>
        <p:spPr>
          <a:xfrm>
            <a:off x="990600" y="6324600"/>
            <a:ext cx="7086600" cy="533400"/>
          </a:xfrm>
        </p:spPr>
        <p:txBody>
          <a:bodyPr/>
          <a:lstStyle>
            <a:lvl1pPr marL="0" indent="0" algn="ctr">
              <a:buFont typeface="Wingdings" pitchFamily="2" charset="2"/>
              <a:buNone/>
              <a:defRPr sz="1800" b="0">
                <a:solidFill>
                  <a:schemeClr val="tx2"/>
                </a:solidFill>
              </a:defRPr>
            </a:lvl1pPr>
          </a:lstStyle>
          <a:p>
            <a:r>
              <a:rPr lang="ko-KR" altLang="en-US"/>
              <a:t>마스터 부제목 스타일 편집</a:t>
            </a:r>
            <a:endParaRPr lang="en-US" altLang="ko-K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DBCEE699-D639-4207-979B-EFF22D985E06}" type="slidenum">
              <a:rPr lang="en-US" altLang="ko-KR"/>
              <a:pPr>
                <a:defRPr/>
              </a:pPr>
              <a:t>‹#›</a:t>
            </a:fld>
            <a:endParaRPr lang="en-US" altLang="ko-K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CAA0982E-BCED-4A9B-B7E1-1DF92DA4E1B0}" type="slidenum">
              <a:rPr lang="en-US" altLang="ko-KR"/>
              <a:pPr>
                <a:defRPr/>
              </a:pPr>
              <a:t>‹#›</a:t>
            </a:fld>
            <a:endParaRPr lang="en-US" alt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FF7F742F-7B36-4663-A3D4-61870DAACAAC}" type="slidenum">
              <a:rPr lang="en-US" altLang="ko-KR"/>
              <a:pPr>
                <a:defRPr/>
              </a:pPr>
              <a:t>‹#›</a:t>
            </a:fld>
            <a:endParaRPr lang="en-US" alt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pPr>
              <a:defRPr/>
            </a:pPr>
            <a:fld id="{AE964680-22E8-4DB6-B67E-F60E1436DCB0}" type="slidenum">
              <a:rPr lang="en-US" altLang="ko-KR"/>
              <a:pPr>
                <a:defRPr/>
              </a:pPr>
              <a:t>‹#›</a:t>
            </a:fld>
            <a:endParaRPr lang="en-US" altLang="ko-K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pPr>
              <a:defRPr/>
            </a:pPr>
            <a:fld id="{E6393D91-2AA8-4222-B0D3-08777C988B37}" type="slidenum">
              <a:rPr lang="en-US" altLang="ko-KR"/>
              <a:pPr>
                <a:defRPr/>
              </a:pPr>
              <a:t>‹#›</a:t>
            </a:fld>
            <a:endParaRPr lang="en-US" altLang="ko-K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pPr>
              <a:defRPr/>
            </a:pPr>
            <a:fld id="{07D271E6-9BF7-48F4-A797-0B00001AA4A6}" type="slidenum">
              <a:rPr lang="en-US" altLang="ko-KR"/>
              <a:pPr>
                <a:defRPr/>
              </a:pPr>
              <a:t>‹#›</a:t>
            </a:fld>
            <a:endParaRPr lang="en-US" altLang="ko-K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B3B3BA63-8553-4392-840A-872D73E86C03}" type="slidenum">
              <a:rPr lang="en-US" altLang="ko-KR"/>
              <a:pPr>
                <a:defRPr/>
              </a:pPr>
              <a:t>‹#›</a:t>
            </a:fld>
            <a:endParaRPr lang="en-US" altLang="ko-K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ko-KR" altLang="en-US" noProof="0"/>
              <a:t>그림을 추가하려면 아이콘을 클릭하십시오</a:t>
            </a:r>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38A0EF7B-C81A-4D36-B09D-CAB33D40165E}" type="slidenum">
              <a:rPr lang="en-US" altLang="ko-KR"/>
              <a:pPr>
                <a:defRPr/>
              </a:pPr>
              <a:t>‹#›</a:t>
            </a:fld>
            <a:endParaRPr lang="en-US" altLang="ko-K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96678431-D9C7-46F6-AB44-0407FE9C1E78}" type="slidenum">
              <a:rPr lang="en-US" altLang="ko-KR"/>
              <a:pPr>
                <a:defRPr/>
              </a:pPr>
              <a:t>‹#›</a:t>
            </a:fld>
            <a:endParaRPr lang="en-US" altLang="ko-K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319088"/>
            <a:ext cx="2057400" cy="6300787"/>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319088"/>
            <a:ext cx="6019800" cy="6300787"/>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40BF76C9-BA84-43C0-A6F8-39BC57028A72}" type="slidenum">
              <a:rPr lang="en-US" altLang="ko-KR"/>
              <a:pPr>
                <a:defRPr/>
              </a:pPr>
              <a:t>‹#›</a:t>
            </a:fld>
            <a:endParaRPr lang="en-US" altLang="ko-K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990600" y="319088"/>
            <a:ext cx="7543800" cy="563562"/>
          </a:xfrm>
        </p:spPr>
        <p:txBody>
          <a:bodyPr/>
          <a:lstStyle/>
          <a:p>
            <a:r>
              <a:rPr lang="ko-KR" altLang="en-US"/>
              <a:t>마스터 제목 스타일 편집</a:t>
            </a:r>
          </a:p>
        </p:txBody>
      </p:sp>
      <p:sp>
        <p:nvSpPr>
          <p:cNvPr id="3" name="표 개체 틀 2"/>
          <p:cNvSpPr>
            <a:spLocks noGrp="1"/>
          </p:cNvSpPr>
          <p:nvPr>
            <p:ph type="tbl" idx="1"/>
          </p:nvPr>
        </p:nvSpPr>
        <p:spPr>
          <a:xfrm>
            <a:off x="457200" y="1371600"/>
            <a:ext cx="8229600" cy="5248275"/>
          </a:xfrm>
        </p:spPr>
        <p:txBody>
          <a:bodyPr/>
          <a:lstStyle/>
          <a:p>
            <a:pPr lvl="0"/>
            <a:r>
              <a:rPr lang="ko-KR" altLang="en-US" noProof="0"/>
              <a:t>표를 추가하려면 아이콘을 클릭하십시오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15DEBC6-EF61-47A0-816A-A14FD7AFBB22}" type="slidenum">
              <a:rPr lang="en-US" altLang="ko-KR"/>
              <a:pPr>
                <a:defRPr/>
              </a:pPr>
              <a:t>‹#›</a:t>
            </a:fld>
            <a:endParaRPr lang="en-US" altLang="ko-K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2700000" scaled="1"/>
        </a:gradFill>
        <a:effectLst/>
      </p:bgPr>
    </p:bg>
    <p:spTree>
      <p:nvGrpSpPr>
        <p:cNvPr id="1" name=""/>
        <p:cNvGrpSpPr/>
        <p:nvPr/>
      </p:nvGrpSpPr>
      <p:grpSpPr>
        <a:xfrm>
          <a:off x="0" y="0"/>
          <a:ext cx="0" cy="0"/>
          <a:chOff x="0" y="0"/>
          <a:chExt cx="0" cy="0"/>
        </a:xfrm>
      </p:grpSpPr>
      <p:graphicFrame>
        <p:nvGraphicFramePr>
          <p:cNvPr id="1026"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14" imgW="10387302" imgH="1205924" progId="">
                  <p:embed/>
                </p:oleObj>
              </mc:Choice>
              <mc:Fallback>
                <p:oleObj name="Image" r:id="rId14" imgW="10387302" imgH="1205924" progId="">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028"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400">
                <a:latin typeface="Arial" charset="0"/>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latinLnBrk="0">
              <a:defRPr kumimoji="0" sz="1400">
                <a:latin typeface="Arial" charset="0"/>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400">
                <a:latin typeface="Arial" charset="0"/>
                <a:ea typeface="굴림" charset="-127"/>
              </a:defRPr>
            </a:lvl1pPr>
          </a:lstStyle>
          <a:p>
            <a:pPr>
              <a:defRPr/>
            </a:pPr>
            <a:fld id="{51AEFA36-DB78-4B33-A399-3C66194D2B99}" type="slidenum">
              <a:rPr lang="en-US" altLang="ko-KR"/>
              <a:pPr>
                <a:defRPr/>
              </a:pPr>
              <a:t>‹#›</a:t>
            </a:fld>
            <a:endParaRPr lang="en-US" altLang="ko-KR"/>
          </a:p>
        </p:txBody>
      </p:sp>
      <p:sp>
        <p:nvSpPr>
          <p:cNvPr id="1032"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
        <p:nvSpPr>
          <p:cNvPr id="1040"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spTree>
  </p:cSld>
  <p:clrMap bg1="dk2" tx1="lt1" bg2="dk1" tx2="lt2" accent1="accent1" accent2="accent2" accent3="accent3" accent4="accent4" accent5="accent5" accent6="accent6" hlink="hlink" folHlink="folHlink"/>
  <p:sldLayoutIdLst>
    <p:sldLayoutId id="2147483791"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charset="0"/>
        </a:defRPr>
      </a:lvl2pPr>
      <a:lvl3pPr algn="r" rtl="0" eaLnBrk="0" fontAlgn="base" latinLnBrk="1" hangingPunct="0">
        <a:spcBef>
          <a:spcPct val="0"/>
        </a:spcBef>
        <a:spcAft>
          <a:spcPct val="0"/>
        </a:spcAft>
        <a:defRPr sz="3600">
          <a:solidFill>
            <a:schemeClr val="tx2"/>
          </a:solidFill>
          <a:latin typeface="Arial" charset="0"/>
        </a:defRPr>
      </a:lvl3pPr>
      <a:lvl4pPr algn="r" rtl="0" eaLnBrk="0" fontAlgn="base" latinLnBrk="1" hangingPunct="0">
        <a:spcBef>
          <a:spcPct val="0"/>
        </a:spcBef>
        <a:spcAft>
          <a:spcPct val="0"/>
        </a:spcAft>
        <a:defRPr sz="3600">
          <a:solidFill>
            <a:schemeClr val="tx2"/>
          </a:solidFill>
          <a:latin typeface="Arial" charset="0"/>
        </a:defRPr>
      </a:lvl4pPr>
      <a:lvl5pPr algn="r" rtl="0" eaLnBrk="0" fontAlgn="base" latinLnBrk="1" hangingPunct="0">
        <a:spcBef>
          <a:spcPct val="0"/>
        </a:spcBef>
        <a:spcAft>
          <a:spcPct val="0"/>
        </a:spcAft>
        <a:defRPr sz="3600">
          <a:solidFill>
            <a:schemeClr val="tx2"/>
          </a:solidFill>
          <a:latin typeface="Arial" charset="0"/>
        </a:defRPr>
      </a:lvl5pPr>
      <a:lvl6pPr marL="457200" algn="r" rtl="0" eaLnBrk="1" fontAlgn="base" latinLnBrk="1" hangingPunct="1">
        <a:spcBef>
          <a:spcPct val="0"/>
        </a:spcBef>
        <a:spcAft>
          <a:spcPct val="0"/>
        </a:spcAft>
        <a:defRPr sz="3600">
          <a:solidFill>
            <a:schemeClr val="tx2"/>
          </a:solidFill>
          <a:latin typeface="Arial" charset="0"/>
        </a:defRPr>
      </a:lvl6pPr>
      <a:lvl7pPr marL="914400" algn="r" rtl="0" eaLnBrk="1" fontAlgn="base" latinLnBrk="1" hangingPunct="1">
        <a:spcBef>
          <a:spcPct val="0"/>
        </a:spcBef>
        <a:spcAft>
          <a:spcPct val="0"/>
        </a:spcAft>
        <a:defRPr sz="3600">
          <a:solidFill>
            <a:schemeClr val="tx2"/>
          </a:solidFill>
          <a:latin typeface="Arial" charset="0"/>
        </a:defRPr>
      </a:lvl7pPr>
      <a:lvl8pPr marL="1371600" algn="r" rtl="0" eaLnBrk="1" fontAlgn="base" latinLnBrk="1" hangingPunct="1">
        <a:spcBef>
          <a:spcPct val="0"/>
        </a:spcBef>
        <a:spcAft>
          <a:spcPct val="0"/>
        </a:spcAft>
        <a:defRPr sz="3600">
          <a:solidFill>
            <a:schemeClr val="tx2"/>
          </a:solidFill>
          <a:latin typeface="Arial" charset="0"/>
        </a:defRPr>
      </a:lvl8pPr>
      <a:lvl9pPr marL="1828800" algn="r" rtl="0" eaLnBrk="1" fontAlgn="base" latinLnBrk="1" hangingPunct="1">
        <a:spcBef>
          <a:spcPct val="0"/>
        </a:spcBef>
        <a:spcAft>
          <a:spcPct val="0"/>
        </a:spcAft>
        <a:defRPr sz="3600">
          <a:solidFill>
            <a:schemeClr val="tx2"/>
          </a:solidFill>
          <a:latin typeface="Arial"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1" fontAlgn="base" latinLnBrk="1" hangingPunct="1">
        <a:spcBef>
          <a:spcPct val="20000"/>
        </a:spcBef>
        <a:spcAft>
          <a:spcPct val="0"/>
        </a:spcAft>
        <a:buChar char="»"/>
        <a:defRPr sz="2000">
          <a:solidFill>
            <a:schemeClr val="tx2"/>
          </a:solidFill>
          <a:latin typeface="+mj-lt"/>
        </a:defRPr>
      </a:lvl6pPr>
      <a:lvl7pPr marL="2971800" indent="-228600" algn="l" rtl="0" eaLnBrk="1" fontAlgn="base" latinLnBrk="1" hangingPunct="1">
        <a:spcBef>
          <a:spcPct val="20000"/>
        </a:spcBef>
        <a:spcAft>
          <a:spcPct val="0"/>
        </a:spcAft>
        <a:buChar char="»"/>
        <a:defRPr sz="2000">
          <a:solidFill>
            <a:schemeClr val="tx2"/>
          </a:solidFill>
          <a:latin typeface="+mj-lt"/>
        </a:defRPr>
      </a:lvl7pPr>
      <a:lvl8pPr marL="3429000" indent="-228600" algn="l" rtl="0" eaLnBrk="1" fontAlgn="base" latinLnBrk="1" hangingPunct="1">
        <a:spcBef>
          <a:spcPct val="20000"/>
        </a:spcBef>
        <a:spcAft>
          <a:spcPct val="0"/>
        </a:spcAft>
        <a:buChar char="»"/>
        <a:defRPr sz="2000">
          <a:solidFill>
            <a:schemeClr val="tx2"/>
          </a:solidFill>
          <a:latin typeface="+mj-lt"/>
        </a:defRPr>
      </a:lvl8pPr>
      <a:lvl9pPr marL="3886200" indent="-228600" algn="l" rtl="0" eaLnBrk="1" fontAlgn="base" latinLnBrk="1" hangingPunct="1">
        <a:spcBef>
          <a:spcPct val="20000"/>
        </a:spcBef>
        <a:spcAft>
          <a:spcPct val="0"/>
        </a:spcAft>
        <a:buChar char="»"/>
        <a:defRPr sz="2000">
          <a:solidFill>
            <a:schemeClr val="tx2"/>
          </a:solidFill>
          <a:latin typeface="+mj-lt"/>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idx="4294967295"/>
          </p:nvPr>
        </p:nvSpPr>
        <p:spPr>
          <a:xfrm>
            <a:off x="0" y="0"/>
            <a:ext cx="9144000" cy="2133600"/>
          </a:xfrm>
          <a:solidFill>
            <a:srgbClr val="003296"/>
          </a:solidFill>
        </p:spPr>
        <p:txBody>
          <a:bodyPr/>
          <a:lstStyle/>
          <a:p>
            <a:pPr algn="ctr" eaLnBrk="1" hangingPunct="1"/>
            <a:r>
              <a:rPr lang="en-US" altLang="ko-KR" sz="4000" dirty="0">
                <a:solidFill>
                  <a:schemeClr val="accent1"/>
                </a:solidFill>
                <a:latin typeface="Franklin Gothic Heavy" pitchFamily="34" charset="0"/>
                <a:ea typeface="굴림" pitchFamily="50" charset="-127"/>
              </a:rPr>
              <a:t>Foreign Exchange Environment</a:t>
            </a:r>
            <a:endParaRPr lang="en-US" altLang="ko-KR" sz="4000" dirty="0">
              <a:latin typeface="Franklin Gothic Heavy" pitchFamily="34" charset="0"/>
              <a:ea typeface="굴림" pitchFamily="50" charset="-127"/>
            </a:endParaRPr>
          </a:p>
        </p:txBody>
      </p:sp>
      <p:grpSp>
        <p:nvGrpSpPr>
          <p:cNvPr id="27651" name="Group 3"/>
          <p:cNvGrpSpPr>
            <a:grpSpLocks/>
          </p:cNvGrpSpPr>
          <p:nvPr/>
        </p:nvGrpSpPr>
        <p:grpSpPr bwMode="auto">
          <a:xfrm>
            <a:off x="0" y="2924175"/>
            <a:ext cx="9144000" cy="123825"/>
            <a:chOff x="432" y="912"/>
            <a:chExt cx="5808" cy="48"/>
          </a:xfrm>
        </p:grpSpPr>
        <p:sp>
          <p:nvSpPr>
            <p:cNvPr id="27654" name="Line 4"/>
            <p:cNvSpPr>
              <a:spLocks noChangeShapeType="1"/>
            </p:cNvSpPr>
            <p:nvPr/>
          </p:nvSpPr>
          <p:spPr bwMode="auto">
            <a:xfrm>
              <a:off x="432" y="912"/>
              <a:ext cx="5808" cy="0"/>
            </a:xfrm>
            <a:prstGeom prst="line">
              <a:avLst/>
            </a:prstGeom>
            <a:noFill/>
            <a:ln w="76200">
              <a:solidFill>
                <a:schemeClr val="bg2"/>
              </a:solidFill>
              <a:round/>
              <a:headEnd/>
              <a:tailEnd/>
            </a:ln>
          </p:spPr>
          <p:txBody>
            <a:bodyPr wrap="none" anchor="ctr"/>
            <a:lstStyle/>
            <a:p>
              <a:endParaRPr lang="ko-KR" altLang="en-US"/>
            </a:p>
          </p:txBody>
        </p:sp>
        <p:sp>
          <p:nvSpPr>
            <p:cNvPr id="27655" name="Line 5"/>
            <p:cNvSpPr>
              <a:spLocks noChangeShapeType="1"/>
            </p:cNvSpPr>
            <p:nvPr/>
          </p:nvSpPr>
          <p:spPr bwMode="auto">
            <a:xfrm>
              <a:off x="432" y="960"/>
              <a:ext cx="5808" cy="0"/>
            </a:xfrm>
            <a:prstGeom prst="line">
              <a:avLst/>
            </a:prstGeom>
            <a:noFill/>
            <a:ln w="3175">
              <a:solidFill>
                <a:schemeClr val="bg2"/>
              </a:solidFill>
              <a:round/>
              <a:headEnd/>
              <a:tailEnd/>
            </a:ln>
          </p:spPr>
          <p:txBody>
            <a:bodyPr wrap="none" anchor="ctr"/>
            <a:lstStyle/>
            <a:p>
              <a:endParaRPr lang="ko-KR" altLang="en-US"/>
            </a:p>
          </p:txBody>
        </p:sp>
      </p:grpSp>
      <p:sp>
        <p:nvSpPr>
          <p:cNvPr id="27652" name="Text Box 9"/>
          <p:cNvSpPr txBox="1">
            <a:spLocks noChangeArrowheads="1"/>
          </p:cNvSpPr>
          <p:nvPr/>
        </p:nvSpPr>
        <p:spPr bwMode="auto">
          <a:xfrm>
            <a:off x="5758087" y="4213860"/>
            <a:ext cx="2803075" cy="861774"/>
          </a:xfrm>
          <a:prstGeom prst="rect">
            <a:avLst/>
          </a:prstGeom>
          <a:noFill/>
          <a:ln w="12700">
            <a:noFill/>
            <a:miter lim="800000"/>
            <a:headEnd/>
            <a:tailEnd/>
          </a:ln>
        </p:spPr>
        <p:txBody>
          <a:bodyPr wrap="none" lIns="0" tIns="0" rIns="0" bIns="0">
            <a:spAutoFit/>
          </a:bodyPr>
          <a:lstStyle/>
          <a:p>
            <a:pPr algn="ctr" latinLnBrk="0"/>
            <a:r>
              <a:rPr kumimoji="0" lang="en-US" altLang="ko-KR" sz="2800" dirty="0">
                <a:solidFill>
                  <a:srgbClr val="99FF33"/>
                </a:solidFill>
                <a:latin typeface="Times New Roman" pitchFamily="18" charset="0"/>
              </a:rPr>
              <a:t>Dr. </a:t>
            </a:r>
            <a:r>
              <a:rPr kumimoji="0" lang="en-US" altLang="ko-KR" sz="2800" dirty="0" err="1">
                <a:solidFill>
                  <a:srgbClr val="99FF33"/>
                </a:solidFill>
                <a:latin typeface="Times New Roman" pitchFamily="18" charset="0"/>
              </a:rPr>
              <a:t>Kwangsoo</a:t>
            </a:r>
            <a:r>
              <a:rPr kumimoji="0" lang="en-US" altLang="ko-KR" sz="2800" dirty="0">
                <a:solidFill>
                  <a:srgbClr val="99FF33"/>
                </a:solidFill>
                <a:latin typeface="Times New Roman" pitchFamily="18" charset="0"/>
              </a:rPr>
              <a:t> Kim</a:t>
            </a:r>
          </a:p>
          <a:p>
            <a:pPr algn="ctr" latinLnBrk="0"/>
            <a:r>
              <a:rPr kumimoji="0" lang="en-US" altLang="ko-KR" sz="2800" dirty="0" err="1">
                <a:solidFill>
                  <a:srgbClr val="99FF33"/>
                </a:solidFill>
                <a:latin typeface="Times New Roman" pitchFamily="18" charset="0"/>
              </a:rPr>
              <a:t>Konkuk</a:t>
            </a:r>
            <a:r>
              <a:rPr kumimoji="0" lang="en-US" altLang="ko-KR" sz="2800" dirty="0">
                <a:solidFill>
                  <a:srgbClr val="99FF33"/>
                </a:solidFill>
                <a:latin typeface="Times New Roman" pitchFamily="18" charset="0"/>
              </a:rPr>
              <a:t> University</a:t>
            </a:r>
          </a:p>
        </p:txBody>
      </p:sp>
      <p:sp>
        <p:nvSpPr>
          <p:cNvPr id="27653" name="Rectangle 8"/>
          <p:cNvSpPr>
            <a:spLocks noChangeArrowheads="1"/>
          </p:cNvSpPr>
          <p:nvPr/>
        </p:nvSpPr>
        <p:spPr bwMode="auto">
          <a:xfrm>
            <a:off x="5364163" y="3933825"/>
            <a:ext cx="3529012" cy="1582738"/>
          </a:xfrm>
          <a:prstGeom prst="rect">
            <a:avLst/>
          </a:prstGeom>
          <a:noFill/>
          <a:ln w="38100">
            <a:solidFill>
              <a:schemeClr val="bg2"/>
            </a:solidFill>
            <a:miter lim="800000"/>
            <a:headEnd/>
            <a:tailEnd/>
          </a:ln>
        </p:spPr>
        <p:txBody>
          <a:bodyPr wrap="none" anchor="ctr"/>
          <a:lstStyle/>
          <a:p>
            <a:endParaRPr lang="ko-KR" alt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23"/>
          <p:cNvSpPr txBox="1">
            <a:spLocks noChangeArrowheads="1"/>
          </p:cNvSpPr>
          <p:nvPr/>
        </p:nvSpPr>
        <p:spPr bwMode="auto">
          <a:xfrm>
            <a:off x="3059113" y="260350"/>
            <a:ext cx="2789237" cy="641350"/>
          </a:xfrm>
          <a:prstGeom prst="rect">
            <a:avLst/>
          </a:prstGeom>
          <a:noFill/>
          <a:ln w="9525">
            <a:noFill/>
            <a:miter lim="800000"/>
            <a:headEnd/>
            <a:tailEnd/>
          </a:ln>
          <a:effectLst>
            <a:outerShdw dist="17961" dir="2700000" algn="ctr" rotWithShape="0">
              <a:schemeClr val="tx2"/>
            </a:outerShdw>
          </a:effectLst>
        </p:spPr>
        <p:txBody>
          <a:bodyPr>
            <a:spAutoFit/>
          </a:bodyPr>
          <a:lstStyle/>
          <a:p>
            <a:pPr algn="ctr" latinLnBrk="0">
              <a:defRPr/>
            </a:pPr>
            <a:r>
              <a:rPr kumimoji="0" lang="en-US" altLang="ko-KR" sz="3600" b="1" dirty="0">
                <a:solidFill>
                  <a:srgbClr val="FFCC00"/>
                </a:solidFill>
                <a:effectLst>
                  <a:outerShdw blurRad="38100" dist="38100" dir="2700000" algn="tl">
                    <a:srgbClr val="000000"/>
                  </a:outerShdw>
                </a:effectLst>
                <a:ea typeface="HY헤드라인M" pitchFamily="18" charset="-127"/>
                <a:cs typeface="Times New Roman" pitchFamily="18" charset="0"/>
              </a:rPr>
              <a:t>AGENDA</a:t>
            </a:r>
            <a:endParaRPr kumimoji="0" lang="ko-KR" altLang="en-US" sz="3600" b="1" dirty="0">
              <a:solidFill>
                <a:srgbClr val="FFCC00"/>
              </a:solidFill>
              <a:effectLst>
                <a:outerShdw blurRad="38100" dist="38100" dir="2700000" algn="tl">
                  <a:srgbClr val="000000"/>
                </a:outerShdw>
              </a:effectLst>
              <a:ea typeface="HY헤드라인M" pitchFamily="18" charset="-127"/>
              <a:cs typeface="Times New Roman" pitchFamily="18" charset="0"/>
            </a:endParaRPr>
          </a:p>
        </p:txBody>
      </p:sp>
      <p:grpSp>
        <p:nvGrpSpPr>
          <p:cNvPr id="28675" name="Group 173"/>
          <p:cNvGrpSpPr>
            <a:grpSpLocks/>
          </p:cNvGrpSpPr>
          <p:nvPr/>
        </p:nvGrpSpPr>
        <p:grpSpPr bwMode="auto">
          <a:xfrm>
            <a:off x="571500" y="1500188"/>
            <a:ext cx="7929563" cy="842962"/>
            <a:chOff x="1248" y="1350"/>
            <a:chExt cx="3060" cy="348"/>
          </a:xfrm>
        </p:grpSpPr>
        <p:sp>
          <p:nvSpPr>
            <p:cNvPr id="28688" name="AutoShape 95"/>
            <p:cNvSpPr>
              <a:spLocks noChangeArrowheads="1"/>
            </p:cNvSpPr>
            <p:nvPr/>
          </p:nvSpPr>
          <p:spPr bwMode="gray">
            <a:xfrm>
              <a:off x="1248" y="1350"/>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solidFill>
                  <a:schemeClr val="bg2">
                    <a:lumMod val="20000"/>
                    <a:lumOff val="80000"/>
                  </a:schemeClr>
                </a:solidFill>
                <a:latin typeface="Arial" pitchFamily="34" charset="0"/>
              </a:endParaRPr>
            </a:p>
          </p:txBody>
        </p:sp>
        <p:sp>
          <p:nvSpPr>
            <p:cNvPr id="28689" name="AutoShape 94"/>
            <p:cNvSpPr>
              <a:spLocks noChangeArrowheads="1"/>
            </p:cNvSpPr>
            <p:nvPr/>
          </p:nvSpPr>
          <p:spPr bwMode="gray">
            <a:xfrm>
              <a:off x="1303" y="1380"/>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solidFill>
                  <a:schemeClr val="bg2">
                    <a:lumMod val="20000"/>
                    <a:lumOff val="80000"/>
                  </a:schemeClr>
                </a:solidFill>
                <a:latin typeface="Arial" pitchFamily="34" charset="0"/>
              </a:endParaRPr>
            </a:p>
          </p:txBody>
        </p:sp>
        <p:sp>
          <p:nvSpPr>
            <p:cNvPr id="100" name="Text Box 42"/>
            <p:cNvSpPr txBox="1">
              <a:spLocks noChangeArrowheads="1"/>
            </p:cNvSpPr>
            <p:nvPr/>
          </p:nvSpPr>
          <p:spPr bwMode="gray">
            <a:xfrm>
              <a:off x="1392" y="1380"/>
              <a:ext cx="2640" cy="241"/>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kumimoji="0" lang="en-US" altLang="ko-KR" sz="3200" dirty="0">
                  <a:solidFill>
                    <a:schemeClr val="bg2">
                      <a:lumMod val="20000"/>
                      <a:lumOff val="80000"/>
                    </a:schemeClr>
                  </a:solidFill>
                  <a:latin typeface="Times New Roman" pitchFamily="18" charset="0"/>
                  <a:ea typeface="HY견고딕" pitchFamily="18" charset="-127"/>
                  <a:cs typeface="Times New Roman" pitchFamily="18" charset="0"/>
                </a:rPr>
                <a:t>Foreign Exchange Market </a:t>
              </a:r>
              <a:endParaRPr kumimoji="0" lang="en-US" altLang="ko-KR" sz="3200" dirty="0">
                <a:solidFill>
                  <a:schemeClr val="bg2">
                    <a:lumMod val="20000"/>
                    <a:lumOff val="80000"/>
                  </a:schemeClr>
                </a:solidFill>
                <a:latin typeface="Arial" pitchFamily="34" charset="0"/>
                <a:ea typeface="HY견고딕" pitchFamily="18" charset="-127"/>
                <a:cs typeface="Times New Roman" pitchFamily="18" charset="0"/>
              </a:endParaRPr>
            </a:p>
          </p:txBody>
        </p:sp>
      </p:grpSp>
      <p:grpSp>
        <p:nvGrpSpPr>
          <p:cNvPr id="28676" name="Group 174"/>
          <p:cNvGrpSpPr>
            <a:grpSpLocks/>
          </p:cNvGrpSpPr>
          <p:nvPr/>
        </p:nvGrpSpPr>
        <p:grpSpPr bwMode="auto">
          <a:xfrm>
            <a:off x="590550" y="2730500"/>
            <a:ext cx="7929563" cy="842963"/>
            <a:chOff x="1260" y="1794"/>
            <a:chExt cx="3060" cy="348"/>
          </a:xfrm>
        </p:grpSpPr>
        <p:sp>
          <p:nvSpPr>
            <p:cNvPr id="28685" name="AutoShape 109"/>
            <p:cNvSpPr>
              <a:spLocks noChangeArrowheads="1"/>
            </p:cNvSpPr>
            <p:nvPr/>
          </p:nvSpPr>
          <p:spPr bwMode="gray">
            <a:xfrm>
              <a:off x="1260" y="1794"/>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solidFill>
                  <a:schemeClr val="bg2">
                    <a:lumMod val="20000"/>
                    <a:lumOff val="80000"/>
                  </a:schemeClr>
                </a:solidFill>
                <a:latin typeface="Arial" pitchFamily="34" charset="0"/>
              </a:endParaRPr>
            </a:p>
          </p:txBody>
        </p:sp>
        <p:sp>
          <p:nvSpPr>
            <p:cNvPr id="28686" name="AutoShape 110"/>
            <p:cNvSpPr>
              <a:spLocks noChangeArrowheads="1"/>
            </p:cNvSpPr>
            <p:nvPr/>
          </p:nvSpPr>
          <p:spPr bwMode="gray">
            <a:xfrm>
              <a:off x="1315" y="182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solidFill>
                  <a:schemeClr val="bg2">
                    <a:lumMod val="20000"/>
                    <a:lumOff val="80000"/>
                  </a:schemeClr>
                </a:solidFill>
                <a:latin typeface="Arial" pitchFamily="34" charset="0"/>
              </a:endParaRPr>
            </a:p>
          </p:txBody>
        </p:sp>
        <p:sp>
          <p:nvSpPr>
            <p:cNvPr id="104" name="Text Box 111"/>
            <p:cNvSpPr txBox="1">
              <a:spLocks noChangeArrowheads="1"/>
            </p:cNvSpPr>
            <p:nvPr/>
          </p:nvSpPr>
          <p:spPr bwMode="gray">
            <a:xfrm>
              <a:off x="1404" y="1824"/>
              <a:ext cx="2640" cy="241"/>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kumimoji="0" lang="en-US" altLang="ko-KR" sz="3200" dirty="0">
                  <a:solidFill>
                    <a:schemeClr val="bg2">
                      <a:lumMod val="20000"/>
                      <a:lumOff val="80000"/>
                    </a:schemeClr>
                  </a:solidFill>
                  <a:latin typeface="Times New Roman" pitchFamily="18" charset="0"/>
                  <a:ea typeface="HY견고딕" pitchFamily="18" charset="-127"/>
                  <a:cs typeface="Times New Roman" pitchFamily="18" charset="0"/>
                </a:rPr>
                <a:t>Global Monetary System </a:t>
              </a:r>
              <a:endParaRPr kumimoji="0" lang="en-US" altLang="ko-KR" sz="3200" dirty="0">
                <a:solidFill>
                  <a:schemeClr val="bg2">
                    <a:lumMod val="20000"/>
                    <a:lumOff val="80000"/>
                  </a:schemeClr>
                </a:solidFill>
                <a:latin typeface="Arial" pitchFamily="34" charset="0"/>
                <a:ea typeface="HY견고딕" pitchFamily="18" charset="-127"/>
                <a:cs typeface="Times New Roman" pitchFamily="18" charset="0"/>
              </a:endParaRPr>
            </a:p>
          </p:txBody>
        </p:sp>
      </p:grpSp>
      <p:grpSp>
        <p:nvGrpSpPr>
          <p:cNvPr id="28677" name="Group 175"/>
          <p:cNvGrpSpPr>
            <a:grpSpLocks/>
          </p:cNvGrpSpPr>
          <p:nvPr/>
        </p:nvGrpSpPr>
        <p:grpSpPr bwMode="auto">
          <a:xfrm>
            <a:off x="571500" y="3954463"/>
            <a:ext cx="7929563" cy="842962"/>
            <a:chOff x="1248" y="2244"/>
            <a:chExt cx="3060" cy="348"/>
          </a:xfrm>
        </p:grpSpPr>
        <p:sp>
          <p:nvSpPr>
            <p:cNvPr id="28682" name="AutoShape 125"/>
            <p:cNvSpPr>
              <a:spLocks noChangeArrowheads="1"/>
            </p:cNvSpPr>
            <p:nvPr/>
          </p:nvSpPr>
          <p:spPr bwMode="gray">
            <a:xfrm>
              <a:off x="1248" y="2244"/>
              <a:ext cx="3060" cy="348"/>
            </a:xfrm>
            <a:prstGeom prst="roundRect">
              <a:avLst>
                <a:gd name="adj" fmla="val 50000"/>
              </a:avLst>
            </a:prstGeom>
            <a:solidFill>
              <a:schemeClr val="bg1"/>
            </a:solidFill>
            <a:ln w="9525" algn="ctr">
              <a:noFill/>
              <a:round/>
              <a:headEnd/>
              <a:tailEnd/>
            </a:ln>
          </p:spPr>
          <p:txBody>
            <a:bodyPr wrap="none" anchor="ctr"/>
            <a:lstStyle/>
            <a:p>
              <a:pPr algn="ctr" latinLnBrk="0"/>
              <a:endParaRPr kumimoji="0" lang="ko-KR" altLang="en-US" sz="3200">
                <a:solidFill>
                  <a:schemeClr val="bg2">
                    <a:lumMod val="20000"/>
                    <a:lumOff val="80000"/>
                  </a:schemeClr>
                </a:solidFill>
                <a:latin typeface="Arial" pitchFamily="34" charset="0"/>
              </a:endParaRPr>
            </a:p>
          </p:txBody>
        </p:sp>
        <p:sp>
          <p:nvSpPr>
            <p:cNvPr id="28683" name="AutoShape 126"/>
            <p:cNvSpPr>
              <a:spLocks noChangeArrowheads="1"/>
            </p:cNvSpPr>
            <p:nvPr/>
          </p:nvSpPr>
          <p:spPr bwMode="gray">
            <a:xfrm>
              <a:off x="1303" y="227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algn="ctr" latinLnBrk="0"/>
              <a:endParaRPr kumimoji="0" lang="ko-KR" altLang="en-US" sz="3200">
                <a:solidFill>
                  <a:schemeClr val="bg2">
                    <a:lumMod val="20000"/>
                    <a:lumOff val="80000"/>
                  </a:schemeClr>
                </a:solidFill>
                <a:latin typeface="Arial" pitchFamily="34" charset="0"/>
              </a:endParaRPr>
            </a:p>
          </p:txBody>
        </p:sp>
        <p:sp>
          <p:nvSpPr>
            <p:cNvPr id="108" name="Text Box 127"/>
            <p:cNvSpPr txBox="1">
              <a:spLocks noChangeArrowheads="1"/>
            </p:cNvSpPr>
            <p:nvPr/>
          </p:nvSpPr>
          <p:spPr bwMode="gray">
            <a:xfrm>
              <a:off x="1420" y="2274"/>
              <a:ext cx="2640" cy="241"/>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kumimoji="0" lang="en-US" altLang="ko-KR" sz="3200" dirty="0">
                  <a:solidFill>
                    <a:schemeClr val="bg2">
                      <a:lumMod val="20000"/>
                      <a:lumOff val="80000"/>
                    </a:schemeClr>
                  </a:solidFill>
                  <a:latin typeface="Times New Roman" pitchFamily="18" charset="0"/>
                  <a:ea typeface="HY견고딕" pitchFamily="18" charset="-127"/>
                  <a:cs typeface="Times New Roman" pitchFamily="18" charset="0"/>
                </a:rPr>
                <a:t>Responses to FX Movements</a:t>
              </a:r>
              <a:endParaRPr kumimoji="0" lang="en-US" altLang="ko-KR" sz="3200" dirty="0">
                <a:solidFill>
                  <a:schemeClr val="bg2">
                    <a:lumMod val="20000"/>
                    <a:lumOff val="80000"/>
                  </a:schemeClr>
                </a:solidFill>
                <a:latin typeface="Arial" pitchFamily="34" charset="0"/>
                <a:ea typeface="HY견고딕" pitchFamily="18" charset="-127"/>
                <a:cs typeface="Times New Roman" pitchFamily="18" charset="0"/>
              </a:endParaRPr>
            </a:p>
          </p:txBody>
        </p:sp>
      </p:grpSp>
      <p:grpSp>
        <p:nvGrpSpPr>
          <p:cNvPr id="28678" name="Group 176"/>
          <p:cNvGrpSpPr>
            <a:grpSpLocks/>
          </p:cNvGrpSpPr>
          <p:nvPr/>
        </p:nvGrpSpPr>
        <p:grpSpPr bwMode="auto">
          <a:xfrm>
            <a:off x="571500" y="5249863"/>
            <a:ext cx="7929563" cy="842962"/>
            <a:chOff x="1248" y="2724"/>
            <a:chExt cx="3060" cy="348"/>
          </a:xfrm>
        </p:grpSpPr>
        <p:sp>
          <p:nvSpPr>
            <p:cNvPr id="28679" name="AutoShape 141"/>
            <p:cNvSpPr>
              <a:spLocks noChangeArrowheads="1"/>
            </p:cNvSpPr>
            <p:nvPr/>
          </p:nvSpPr>
          <p:spPr bwMode="gray">
            <a:xfrm>
              <a:off x="1248" y="2724"/>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solidFill>
                  <a:schemeClr val="bg2">
                    <a:lumMod val="20000"/>
                    <a:lumOff val="80000"/>
                  </a:schemeClr>
                </a:solidFill>
                <a:latin typeface="Arial" pitchFamily="34" charset="0"/>
              </a:endParaRPr>
            </a:p>
          </p:txBody>
        </p:sp>
        <p:sp>
          <p:nvSpPr>
            <p:cNvPr id="28680" name="AutoShape 142"/>
            <p:cNvSpPr>
              <a:spLocks noChangeArrowheads="1"/>
            </p:cNvSpPr>
            <p:nvPr/>
          </p:nvSpPr>
          <p:spPr bwMode="gray">
            <a:xfrm>
              <a:off x="1303" y="275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solidFill>
                  <a:schemeClr val="bg2">
                    <a:lumMod val="20000"/>
                    <a:lumOff val="80000"/>
                  </a:schemeClr>
                </a:solidFill>
                <a:latin typeface="Arial" pitchFamily="34" charset="0"/>
              </a:endParaRPr>
            </a:p>
          </p:txBody>
        </p:sp>
        <p:sp>
          <p:nvSpPr>
            <p:cNvPr id="112" name="Text Box 143"/>
            <p:cNvSpPr txBox="1">
              <a:spLocks noChangeArrowheads="1"/>
            </p:cNvSpPr>
            <p:nvPr/>
          </p:nvSpPr>
          <p:spPr bwMode="gray">
            <a:xfrm>
              <a:off x="1447" y="2777"/>
              <a:ext cx="2640" cy="219"/>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lnSpc>
                  <a:spcPct val="90000"/>
                </a:lnSpc>
                <a:spcBef>
                  <a:spcPct val="170000"/>
                </a:spcBef>
                <a:defRPr/>
              </a:pPr>
              <a:r>
                <a:rPr kumimoji="0" lang="en-US" altLang="ko-KR" sz="3200" dirty="0">
                  <a:solidFill>
                    <a:schemeClr val="bg2">
                      <a:lumMod val="20000"/>
                      <a:lumOff val="80000"/>
                    </a:schemeClr>
                  </a:solidFill>
                  <a:latin typeface="Times New Roman" pitchFamily="18" charset="0"/>
                  <a:ea typeface="HY견고딕" pitchFamily="18" charset="-127"/>
                  <a:cs typeface="Times New Roman" pitchFamily="18" charset="0"/>
                </a:rPr>
                <a:t>Implications for Businesses</a:t>
              </a:r>
              <a:endParaRPr kumimoji="0" lang="ko-KR" altLang="en-US" sz="3200" dirty="0">
                <a:solidFill>
                  <a:schemeClr val="bg2">
                    <a:lumMod val="20000"/>
                    <a:lumOff val="80000"/>
                  </a:schemeClr>
                </a:solidFill>
                <a:latin typeface="Times New Roman" pitchFamily="18" charset="0"/>
                <a:ea typeface="HY견고딕" pitchFamily="18" charset="-127"/>
                <a:cs typeface="Times New Roman" pitchFamily="18"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 name="WordArt 3"/>
          <p:cNvSpPr>
            <a:spLocks noChangeArrowheads="1" noChangeShapeType="1" noTextEdit="1"/>
          </p:cNvSpPr>
          <p:nvPr/>
        </p:nvSpPr>
        <p:spPr bwMode="auto">
          <a:xfrm>
            <a:off x="611560" y="1196753"/>
            <a:ext cx="7920880" cy="2880319"/>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Foreign Exchange Market</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Foreign Exchange Market</a:t>
            </a:r>
          </a:p>
        </p:txBody>
      </p:sp>
      <p:sp>
        <p:nvSpPr>
          <p:cNvPr id="3075" name="Rectangle 3"/>
          <p:cNvSpPr>
            <a:spLocks noGrp="1" noChangeArrowheads="1"/>
          </p:cNvSpPr>
          <p:nvPr>
            <p:ph type="body" idx="1"/>
          </p:nvPr>
        </p:nvSpPr>
        <p:spPr>
          <a:xfrm>
            <a:off x="395536" y="1196752"/>
            <a:ext cx="8291264" cy="5248275"/>
          </a:xfrm>
        </p:spPr>
        <p:txBody>
          <a:bodyPr/>
          <a:lstStyle/>
          <a:p>
            <a:pPr eaLnBrk="1" hangingPunct="1">
              <a:lnSpc>
                <a:spcPts val="3800"/>
              </a:lnSpc>
              <a:buFont typeface="Arial" pitchFamily="34" charset="0"/>
              <a:buChar char="•"/>
            </a:pPr>
            <a:r>
              <a:rPr lang="en-US" b="0" dirty="0">
                <a:latin typeface="Times New Roman" pitchFamily="18" charset="0"/>
                <a:cs typeface="Times New Roman" pitchFamily="18" charset="0"/>
              </a:rPr>
              <a:t>Market where individuals, firms, governments, and    banks buy and sell foreign currencies</a:t>
            </a:r>
            <a:endParaRPr lang="en-US" altLang="ko-KR" sz="2800" b="0" dirty="0">
              <a:solidFill>
                <a:schemeClr val="bg2">
                  <a:lumMod val="20000"/>
                  <a:lumOff val="80000"/>
                </a:schemeClr>
              </a:solidFill>
              <a:latin typeface="Times New Roman" pitchFamily="18" charset="0"/>
              <a:cs typeface="Times New Roman" pitchFamily="18" charset="0"/>
            </a:endParaRPr>
          </a:p>
          <a:p>
            <a:pPr eaLnBrk="1" hangingPunct="1">
              <a:lnSpc>
                <a:spcPts val="3800"/>
              </a:lnSpc>
              <a:buFont typeface="Arial" pitchFamily="34" charset="0"/>
              <a:buChar char="•"/>
            </a:pPr>
            <a:r>
              <a:rPr lang="en-US" b="0" dirty="0">
                <a:solidFill>
                  <a:schemeClr val="bg2">
                    <a:lumMod val="20000"/>
                    <a:lumOff val="80000"/>
                  </a:schemeClr>
                </a:solidFill>
                <a:latin typeface="Times New Roman" pitchFamily="18" charset="0"/>
                <a:cs typeface="Times New Roman" pitchFamily="18" charset="0"/>
              </a:rPr>
              <a:t>A global network of banks, brokers, and foreign         exchange dealers connected by electronic                    communications  systems</a:t>
            </a:r>
          </a:p>
          <a:p>
            <a:pPr lvl="0" eaLnBrk="1" hangingPunct="1">
              <a:lnSpc>
                <a:spcPts val="3800"/>
              </a:lnSpc>
              <a:buFont typeface="Arial" pitchFamily="34" charset="0"/>
              <a:buChar char="•"/>
            </a:pPr>
            <a:r>
              <a:rPr lang="en-US" b="0" dirty="0">
                <a:solidFill>
                  <a:schemeClr val="bg2">
                    <a:lumMod val="20000"/>
                    <a:lumOff val="80000"/>
                  </a:schemeClr>
                </a:solidFill>
                <a:latin typeface="Times New Roman" pitchFamily="18" charset="0"/>
                <a:cs typeface="Times New Roman" pitchFamily="18" charset="0"/>
              </a:rPr>
              <a:t>The market is always open somewhere in the world </a:t>
            </a:r>
          </a:p>
          <a:p>
            <a:pPr lvl="0" eaLnBrk="1" hangingPunct="1">
              <a:lnSpc>
                <a:spcPts val="3800"/>
              </a:lnSpc>
              <a:buNone/>
            </a:pPr>
            <a:r>
              <a:rPr lang="en-US" b="0" dirty="0">
                <a:solidFill>
                  <a:schemeClr val="bg2">
                    <a:lumMod val="20000"/>
                    <a:lumOff val="80000"/>
                  </a:schemeClr>
                </a:solidFill>
                <a:latin typeface="Times New Roman" pitchFamily="18" charset="0"/>
                <a:cs typeface="Times New Roman" pitchFamily="18" charset="0"/>
              </a:rPr>
              <a:t>	(arbitrage - the process of buying a currency low and selling it high - is feasible)</a:t>
            </a:r>
          </a:p>
          <a:p>
            <a:pPr eaLnBrk="1" hangingPunct="1">
              <a:lnSpc>
                <a:spcPts val="3800"/>
              </a:lnSpc>
              <a:buFont typeface="Arial" pitchFamily="34" charset="0"/>
              <a:buChar char="•"/>
            </a:pPr>
            <a:r>
              <a:rPr lang="en-US" b="0" dirty="0">
                <a:solidFill>
                  <a:schemeClr val="bg2">
                    <a:lumMod val="20000"/>
                    <a:lumOff val="80000"/>
                  </a:schemeClr>
                </a:solidFill>
                <a:latin typeface="Times New Roman" pitchFamily="18" charset="0"/>
                <a:cs typeface="Times New Roman" pitchFamily="18" charset="0"/>
              </a:rPr>
              <a:t>Many transactions involve U.S. dollars on one side</a:t>
            </a:r>
          </a:p>
          <a:p>
            <a:pPr lvl="0" eaLnBrk="1" hangingPunct="1">
              <a:lnSpc>
                <a:spcPct val="150000"/>
              </a:lnSpc>
              <a:buFont typeface="Arial" pitchFamily="34" charset="0"/>
              <a:buChar char="•"/>
            </a:pPr>
            <a:endParaRPr lang="en-US" b="0" dirty="0">
              <a:solidFill>
                <a:schemeClr val="bg2">
                  <a:lumMod val="20000"/>
                  <a:lumOff val="80000"/>
                </a:schemeClr>
              </a:solidFill>
              <a:latin typeface="Times New Roman" pitchFamily="18" charset="0"/>
              <a:cs typeface="Times New Roman" pitchFamily="18" charset="0"/>
            </a:endParaRPr>
          </a:p>
          <a:p>
            <a:pPr eaLnBrk="1" hangingPunct="1">
              <a:lnSpc>
                <a:spcPct val="150000"/>
              </a:lnSpc>
              <a:buFont typeface="Arial" pitchFamily="34" charset="0"/>
              <a:buChar char="•"/>
            </a:pPr>
            <a:endParaRPr lang="en-US" altLang="ko-KR" b="0" dirty="0">
              <a:solidFill>
                <a:schemeClr val="bg2">
                  <a:lumMod val="20000"/>
                  <a:lumOff val="80000"/>
                </a:schemeClr>
              </a:solidFill>
              <a:latin typeface="Times New Roman" pitchFamily="18" charset="0"/>
              <a:cs typeface="Times New Roman" pitchFamily="18" charset="0"/>
            </a:endParaRPr>
          </a:p>
          <a:p>
            <a:pPr eaLnBrk="1" hangingPunct="1">
              <a:buFontTx/>
              <a:buNone/>
            </a:pPr>
            <a:endParaRPr lang="en-US" altLang="ko-KR" sz="2400" b="0" dirty="0">
              <a:solidFill>
                <a:schemeClr val="bg2">
                  <a:lumMod val="20000"/>
                  <a:lumOff val="80000"/>
                </a:schemeClr>
              </a:solidFill>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Functions</a:t>
            </a:r>
          </a:p>
        </p:txBody>
      </p:sp>
      <p:sp>
        <p:nvSpPr>
          <p:cNvPr id="6" name="Rectangle 3"/>
          <p:cNvSpPr txBox="1">
            <a:spLocks noChangeArrowheads="1"/>
          </p:cNvSpPr>
          <p:nvPr/>
        </p:nvSpPr>
        <p:spPr bwMode="auto">
          <a:xfrm>
            <a:off x="395536" y="1124744"/>
            <a:ext cx="8136904" cy="48860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533400" marR="0" lvl="0" indent="-533400" algn="l" defTabSz="914400" rtl="0" eaLnBrk="1" fontAlgn="base" latinLnBrk="1" hangingPunct="1">
              <a:lnSpc>
                <a:spcPct val="80000"/>
              </a:lnSpc>
              <a:spcBef>
                <a:spcPct val="20000"/>
              </a:spcBef>
              <a:spcAft>
                <a:spcPct val="0"/>
              </a:spcAft>
              <a:buClr>
                <a:schemeClr val="hlink"/>
              </a:buClr>
              <a:buSzTx/>
              <a:tabLst/>
              <a:defRPr/>
            </a:pPr>
            <a:endParaRPr kumimoji="0" lang="en-US" sz="2800" b="1" i="0" u="none" strike="noStrike" kern="0" cap="none" spc="0" normalizeH="0" baseline="0" noProof="0" dirty="0">
              <a:ln>
                <a:noFill/>
              </a:ln>
              <a:solidFill>
                <a:schemeClr val="bg2">
                  <a:lumMod val="20000"/>
                  <a:lumOff val="80000"/>
                </a:schemeClr>
              </a:solidFill>
              <a:effectLst/>
              <a:uLnTx/>
              <a:uFillTx/>
              <a:latin typeface="+mn-lt"/>
              <a:ea typeface="+mn-ea"/>
              <a:cs typeface="+mn-cs"/>
            </a:endParaRPr>
          </a:p>
          <a:p>
            <a:pPr marL="533400" marR="0" lvl="0" indent="-533400" algn="l" defTabSz="914400" rtl="0" eaLnBrk="1" fontAlgn="base" latinLnBrk="1" hangingPunct="1">
              <a:lnSpc>
                <a:spcPct val="150000"/>
              </a:lnSpc>
              <a:spcBef>
                <a:spcPct val="20000"/>
              </a:spcBef>
              <a:spcAft>
                <a:spcPct val="0"/>
              </a:spcAft>
              <a:buClr>
                <a:schemeClr val="hlink"/>
              </a:buClr>
              <a:buSzTx/>
              <a:tabLst/>
              <a:defRPr/>
            </a:pPr>
            <a:r>
              <a:rPr kumimoji="0" lang="en-US" sz="2800" b="1"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The foreign exchange market:</a:t>
            </a:r>
          </a:p>
          <a:p>
            <a:pPr marL="533400" marR="0" lvl="0" indent="-533400" algn="l" defTabSz="914400" rtl="0" eaLnBrk="1" fontAlgn="base" latinLnBrk="1" hangingPunct="1">
              <a:lnSpc>
                <a:spcPct val="150000"/>
              </a:lnSpc>
              <a:spcBef>
                <a:spcPct val="20000"/>
              </a:spcBef>
              <a:spcAft>
                <a:spcPct val="0"/>
              </a:spcAft>
              <a:buClr>
                <a:schemeClr val="hlink"/>
              </a:buClr>
              <a:buSzTx/>
              <a:buFont typeface="Arial" pitchFamily="34" charset="0"/>
              <a:buChar char="•"/>
              <a:tabLst/>
              <a:defRPr/>
            </a:pPr>
            <a:r>
              <a:rPr kumimoji="0" lang="en-US" sz="28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Enables the </a:t>
            </a:r>
            <a:r>
              <a:rPr kumimoji="0" lang="en-US" sz="2800" b="0" i="1"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conversion of the currency </a:t>
            </a:r>
            <a:r>
              <a:rPr kumimoji="0" lang="en-US" sz="28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of one</a:t>
            </a:r>
            <a:r>
              <a:rPr kumimoji="0" lang="en-US" sz="2800" b="0" i="0" u="none" strike="noStrike" kern="0" cap="none" spc="0" normalizeH="0" noProof="0" dirty="0">
                <a:ln>
                  <a:noFill/>
                </a:ln>
                <a:solidFill>
                  <a:schemeClr val="bg2">
                    <a:lumMod val="20000"/>
                    <a:lumOff val="80000"/>
                  </a:schemeClr>
                </a:solidFill>
                <a:effectLst/>
                <a:uLnTx/>
                <a:uFillTx/>
                <a:latin typeface="Times New Roman" pitchFamily="18" charset="0"/>
                <a:cs typeface="Times New Roman" pitchFamily="18" charset="0"/>
              </a:rPr>
              <a:t>         </a:t>
            </a:r>
            <a:r>
              <a:rPr kumimoji="0" lang="en-US" sz="28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country into the currency of another</a:t>
            </a:r>
          </a:p>
          <a:p>
            <a:pPr marL="533400" lvl="0" indent="-533400">
              <a:lnSpc>
                <a:spcPct val="150000"/>
              </a:lnSpc>
              <a:spcBef>
                <a:spcPct val="20000"/>
              </a:spcBef>
              <a:buClr>
                <a:schemeClr val="hlink"/>
              </a:buClr>
              <a:buFont typeface="Arial" pitchFamily="34" charset="0"/>
              <a:buChar char="•"/>
            </a:pPr>
            <a:r>
              <a:rPr kumimoji="0" lang="en-US" sz="28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Provides some insurance against </a:t>
            </a:r>
            <a:r>
              <a:rPr kumimoji="0" lang="en-US" sz="2800" b="0" i="1"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foreign exchange  risk</a:t>
            </a:r>
            <a:r>
              <a:rPr kumimoji="0" lang="en-US" sz="2800" b="1"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 </a:t>
            </a:r>
            <a:r>
              <a:rPr kumimoji="0" lang="en-US" sz="28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a:t>
            </a:r>
            <a:r>
              <a:rPr lang="en-US" sz="2800" dirty="0">
                <a:solidFill>
                  <a:schemeClr val="bg2">
                    <a:lumMod val="20000"/>
                    <a:lumOff val="80000"/>
                  </a:schemeClr>
                </a:solidFill>
                <a:latin typeface="Times New Roman" pitchFamily="18" charset="0"/>
                <a:cs typeface="Times New Roman" pitchFamily="18" charset="0"/>
              </a:rPr>
              <a:t>exchange </a:t>
            </a:r>
            <a:r>
              <a:rPr lang="en-US" altLang="ko-KR" sz="2800" dirty="0">
                <a:solidFill>
                  <a:schemeClr val="bg2">
                    <a:lumMod val="20000"/>
                    <a:lumOff val="80000"/>
                  </a:schemeClr>
                </a:solidFill>
                <a:latin typeface="Times New Roman" pitchFamily="18" charset="0"/>
                <a:cs typeface="Times New Roman" pitchFamily="18" charset="0"/>
              </a:rPr>
              <a:t>rate changes from the date of contract to the date of payment</a:t>
            </a:r>
            <a:r>
              <a:rPr kumimoji="0" lang="en-US" sz="28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a:t>
            </a:r>
            <a:r>
              <a:rPr kumimoji="0" lang="en-US" sz="2800" i="1" kern="0" dirty="0">
                <a:solidFill>
                  <a:schemeClr val="bg2">
                    <a:lumMod val="20000"/>
                    <a:lumOff val="80000"/>
                  </a:schemeClr>
                </a:solidFill>
                <a:latin typeface="Times New Roman" pitchFamily="18" charset="0"/>
                <a:cs typeface="Times New Roman" pitchFamily="18" charset="0"/>
              </a:rPr>
              <a:t> - hedging </a:t>
            </a:r>
            <a:endParaRPr kumimoji="0" lang="en-US" sz="28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Currency Conversion</a:t>
            </a:r>
          </a:p>
        </p:txBody>
      </p:sp>
      <p:sp>
        <p:nvSpPr>
          <p:cNvPr id="4" name="Rectangle 3"/>
          <p:cNvSpPr txBox="1">
            <a:spLocks noChangeArrowheads="1"/>
          </p:cNvSpPr>
          <p:nvPr/>
        </p:nvSpPr>
        <p:spPr bwMode="auto">
          <a:xfrm>
            <a:off x="395536" y="1196752"/>
            <a:ext cx="8640960" cy="55172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1" hangingPunct="1">
              <a:lnSpc>
                <a:spcPts val="3600"/>
              </a:lnSpc>
              <a:spcBef>
                <a:spcPct val="20000"/>
              </a:spcBef>
              <a:spcAft>
                <a:spcPct val="0"/>
              </a:spcAft>
              <a:buClr>
                <a:schemeClr val="hlink"/>
              </a:buClr>
              <a:buSzTx/>
              <a:buFont typeface="Wingdings" pitchFamily="2" charset="2"/>
              <a:buNone/>
              <a:tabLst/>
              <a:defRPr/>
            </a:pPr>
            <a:r>
              <a:rPr kumimoji="0" lang="en-US" sz="2800" b="1"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International firms use foreign exchange markets</a:t>
            </a:r>
          </a:p>
          <a:p>
            <a:pPr marL="342900" marR="0" lvl="0" indent="-342900" algn="l" defTabSz="914400" rtl="0" eaLnBrk="1" fontAlgn="base" latinLnBrk="1" hangingPunct="1">
              <a:lnSpc>
                <a:spcPts val="3400"/>
              </a:lnSpc>
              <a:spcBef>
                <a:spcPct val="20000"/>
              </a:spcBef>
              <a:spcAft>
                <a:spcPct val="0"/>
              </a:spcAft>
              <a:buClr>
                <a:schemeClr val="hlink"/>
              </a:buClr>
              <a:buSzTx/>
              <a:buFont typeface="Arial" pitchFamily="34" charset="0"/>
              <a:buChar char="•"/>
              <a:tabLst/>
              <a:defRPr/>
            </a:pP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To convert export receipts, income received from foreign          </a:t>
            </a:r>
          </a:p>
          <a:p>
            <a:pPr marR="0" lvl="0" algn="l" defTabSz="914400" rtl="0" eaLnBrk="1" fontAlgn="base" latinLnBrk="1" hangingPunct="1">
              <a:lnSpc>
                <a:spcPts val="3400"/>
              </a:lnSpc>
              <a:spcBef>
                <a:spcPct val="20000"/>
              </a:spcBef>
              <a:spcAft>
                <a:spcPct val="0"/>
              </a:spcAft>
              <a:buClr>
                <a:schemeClr val="hlink"/>
              </a:buClr>
              <a:buSzTx/>
              <a:tabLst/>
              <a:defRPr/>
            </a:pPr>
            <a:r>
              <a:rPr kumimoji="0" lang="en-US" sz="2400" kern="0" dirty="0">
                <a:solidFill>
                  <a:schemeClr val="bg2">
                    <a:lumMod val="20000"/>
                    <a:lumOff val="80000"/>
                  </a:schemeClr>
                </a:solidFill>
                <a:latin typeface="Times New Roman" pitchFamily="18" charset="0"/>
                <a:cs typeface="Times New Roman" pitchFamily="18" charset="0"/>
              </a:rPr>
              <a:t>     </a:t>
            </a: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investments, or income received from licensing  agreements</a:t>
            </a:r>
          </a:p>
          <a:p>
            <a:pPr marL="342900" marR="0" lvl="0" indent="-342900" algn="l" defTabSz="914400" rtl="0" eaLnBrk="1" fontAlgn="base" latinLnBrk="1" hangingPunct="1">
              <a:lnSpc>
                <a:spcPts val="3400"/>
              </a:lnSpc>
              <a:spcBef>
                <a:spcPct val="20000"/>
              </a:spcBef>
              <a:spcAft>
                <a:spcPct val="0"/>
              </a:spcAft>
              <a:buClr>
                <a:schemeClr val="hlink"/>
              </a:buClr>
              <a:buSzTx/>
              <a:buFont typeface="Arial" pitchFamily="34" charset="0"/>
              <a:buChar char="•"/>
              <a:tabLst/>
              <a:defRPr/>
            </a:pPr>
            <a:r>
              <a:rPr kumimoji="0" lang="en-US" sz="2400" kern="0" noProof="0" dirty="0">
                <a:solidFill>
                  <a:schemeClr val="bg2">
                    <a:lumMod val="20000"/>
                    <a:lumOff val="80000"/>
                  </a:schemeClr>
                </a:solidFill>
                <a:latin typeface="Times New Roman" pitchFamily="18" charset="0"/>
                <a:cs typeface="Times New Roman" pitchFamily="18" charset="0"/>
              </a:rPr>
              <a:t>T</a:t>
            </a: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o pay a foreign company for products or services </a:t>
            </a:r>
          </a:p>
          <a:p>
            <a:pPr marL="342900" marR="0" lvl="0" indent="-342900" algn="l" defTabSz="914400" rtl="0" eaLnBrk="1" fontAlgn="base" latinLnBrk="1" hangingPunct="1">
              <a:lnSpc>
                <a:spcPts val="3400"/>
              </a:lnSpc>
              <a:spcBef>
                <a:spcPct val="20000"/>
              </a:spcBef>
              <a:spcAft>
                <a:spcPct val="0"/>
              </a:spcAft>
              <a:buClr>
                <a:schemeClr val="hlink"/>
              </a:buClr>
              <a:buSzTx/>
              <a:buFont typeface="Arial" pitchFamily="34" charset="0"/>
              <a:buChar char="•"/>
              <a:tabLst/>
              <a:defRPr/>
            </a:pPr>
            <a:r>
              <a:rPr kumimoji="0" lang="en-US" sz="2400" kern="0" dirty="0">
                <a:solidFill>
                  <a:schemeClr val="bg2">
                    <a:lumMod val="20000"/>
                    <a:lumOff val="80000"/>
                  </a:schemeClr>
                </a:solidFill>
                <a:latin typeface="Times New Roman" pitchFamily="18" charset="0"/>
                <a:cs typeface="Times New Roman" pitchFamily="18" charset="0"/>
              </a:rPr>
              <a:t>T</a:t>
            </a: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o invest spare cash for short terms in money markets</a:t>
            </a:r>
          </a:p>
          <a:p>
            <a:pPr marR="0" lvl="0" algn="l" defTabSz="914400" rtl="0" eaLnBrk="1" fontAlgn="base" latinLnBrk="1" hangingPunct="1">
              <a:lnSpc>
                <a:spcPts val="3400"/>
              </a:lnSpc>
              <a:spcBef>
                <a:spcPct val="20000"/>
              </a:spcBef>
              <a:spcAft>
                <a:spcPct val="0"/>
              </a:spcAft>
              <a:buClr>
                <a:schemeClr val="hlink"/>
              </a:buClr>
              <a:buSzTx/>
              <a:tabLst/>
              <a:defRPr/>
            </a:pP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     for</a:t>
            </a:r>
            <a:r>
              <a:rPr kumimoji="0" lang="en-US" sz="2400" b="1"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 </a:t>
            </a:r>
            <a:r>
              <a:rPr kumimoji="0" lang="en-US" sz="2400" b="0" i="1"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currency speculation </a:t>
            </a: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(the short-term movement of funds</a:t>
            </a:r>
          </a:p>
          <a:p>
            <a:pPr marR="0" lvl="0" algn="l" defTabSz="914400" rtl="0" eaLnBrk="1" fontAlgn="base" latinLnBrk="1" hangingPunct="1">
              <a:lnSpc>
                <a:spcPts val="3400"/>
              </a:lnSpc>
              <a:spcBef>
                <a:spcPct val="20000"/>
              </a:spcBef>
              <a:spcAft>
                <a:spcPct val="0"/>
              </a:spcAft>
              <a:buClr>
                <a:schemeClr val="hlink"/>
              </a:buClr>
              <a:buSzTx/>
              <a:tabLst/>
              <a:defRPr/>
            </a:pP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     from one currency to another in the hopes of profiting from        </a:t>
            </a:r>
          </a:p>
          <a:p>
            <a:pPr marR="0" lvl="0" algn="l" defTabSz="914400" rtl="0" eaLnBrk="1" fontAlgn="base" latinLnBrk="1" hangingPunct="1">
              <a:lnSpc>
                <a:spcPts val="3400"/>
              </a:lnSpc>
              <a:spcBef>
                <a:spcPct val="20000"/>
              </a:spcBef>
              <a:spcAft>
                <a:spcPct val="0"/>
              </a:spcAft>
              <a:buClr>
                <a:schemeClr val="hlink"/>
              </a:buClr>
              <a:buSzTx/>
              <a:tabLst/>
              <a:defRPr/>
            </a:pPr>
            <a:r>
              <a:rPr kumimoji="0" lang="en-US" sz="2400" kern="0" dirty="0">
                <a:solidFill>
                  <a:schemeClr val="bg2">
                    <a:lumMod val="20000"/>
                    <a:lumOff val="80000"/>
                  </a:schemeClr>
                </a:solidFill>
                <a:latin typeface="Times New Roman" pitchFamily="18" charset="0"/>
                <a:cs typeface="Times New Roman" pitchFamily="18" charset="0"/>
              </a:rPr>
              <a:t>     </a:t>
            </a: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shifts in exchange rates)</a:t>
            </a:r>
          </a:p>
          <a:p>
            <a:pPr marL="342900" marR="0" lvl="0" indent="-342900" algn="l" defTabSz="914400" rtl="0" eaLnBrk="1" fontAlgn="base" latinLnBrk="1" hangingPunct="1">
              <a:lnSpc>
                <a:spcPts val="3400"/>
              </a:lnSpc>
              <a:spcBef>
                <a:spcPct val="20000"/>
              </a:spcBef>
              <a:spcAft>
                <a:spcPct val="0"/>
              </a:spcAft>
              <a:buClr>
                <a:schemeClr val="hlink"/>
              </a:buClr>
              <a:buSzTx/>
              <a:buFont typeface="Arial" pitchFamily="34" charset="0"/>
              <a:buChar char="•"/>
              <a:tabLst/>
              <a:defRPr/>
            </a:pP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Average</a:t>
            </a:r>
            <a:r>
              <a:rPr kumimoji="0" lang="en-US" sz="2400" b="0" i="0" u="none" strike="noStrike" kern="0" cap="none" spc="0" normalizeH="0" noProof="0" dirty="0">
                <a:ln>
                  <a:noFill/>
                </a:ln>
                <a:solidFill>
                  <a:schemeClr val="bg2">
                    <a:lumMod val="20000"/>
                    <a:lumOff val="80000"/>
                  </a:schemeClr>
                </a:solidFill>
                <a:effectLst/>
                <a:uLnTx/>
                <a:uFillTx/>
                <a:latin typeface="Times New Roman" pitchFamily="18" charset="0"/>
                <a:cs typeface="Times New Roman" pitchFamily="18" charset="0"/>
              </a:rPr>
              <a:t> d</a:t>
            </a:r>
            <a:r>
              <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rPr>
              <a:t>aily</a:t>
            </a:r>
            <a:r>
              <a:rPr kumimoji="0" lang="en-US" sz="2400" b="0" i="0" u="none" strike="noStrike" kern="0" cap="none" spc="0" normalizeH="0" noProof="0" dirty="0">
                <a:ln>
                  <a:noFill/>
                </a:ln>
                <a:solidFill>
                  <a:schemeClr val="bg2">
                    <a:lumMod val="20000"/>
                    <a:lumOff val="80000"/>
                  </a:schemeClr>
                </a:solidFill>
                <a:effectLst/>
                <a:uLnTx/>
                <a:uFillTx/>
                <a:latin typeface="Times New Roman" pitchFamily="18" charset="0"/>
                <a:cs typeface="Times New Roman" pitchFamily="18" charset="0"/>
              </a:rPr>
              <a:t> trading values: </a:t>
            </a:r>
          </a:p>
          <a:p>
            <a:pPr marL="342900" lvl="0" indent="-342900">
              <a:lnSpc>
                <a:spcPts val="3400"/>
              </a:lnSpc>
              <a:spcBef>
                <a:spcPct val="20000"/>
              </a:spcBef>
              <a:buClr>
                <a:srgbClr val="72A7F6"/>
              </a:buClr>
              <a:defRPr/>
            </a:pPr>
            <a:r>
              <a:rPr kumimoji="0" lang="en-US" sz="2400" kern="0" dirty="0">
                <a:solidFill>
                  <a:schemeClr val="bg2">
                    <a:lumMod val="20000"/>
                    <a:lumOff val="80000"/>
                  </a:schemeClr>
                </a:solidFill>
                <a:latin typeface="Times New Roman" pitchFamily="18" charset="0"/>
                <a:cs typeface="Times New Roman" pitchFamily="18" charset="0"/>
              </a:rPr>
              <a:t>	</a:t>
            </a:r>
            <a:r>
              <a:rPr kumimoji="0" lang="en-US" sz="2000" b="0" i="0" u="none" strike="noStrike" kern="0" cap="none" spc="0" normalizeH="0" noProof="0" dirty="0">
                <a:ln>
                  <a:noFill/>
                </a:ln>
                <a:solidFill>
                  <a:schemeClr val="bg2">
                    <a:lumMod val="20000"/>
                    <a:lumOff val="80000"/>
                  </a:schemeClr>
                </a:solidFill>
                <a:effectLst/>
                <a:uLnTx/>
                <a:uFillTx/>
                <a:latin typeface="Times New Roman" pitchFamily="18" charset="0"/>
                <a:cs typeface="Times New Roman" pitchFamily="18" charset="0"/>
              </a:rPr>
              <a:t>$200 billion(1986); $1.2 trillion(1995); $</a:t>
            </a:r>
            <a:r>
              <a:rPr kumimoji="0" lang="en-US" sz="2000" kern="0" dirty="0">
                <a:solidFill>
                  <a:schemeClr val="bg2">
                    <a:lumMod val="20000"/>
                    <a:lumOff val="80000"/>
                  </a:schemeClr>
                </a:solidFill>
                <a:latin typeface="Times New Roman" pitchFamily="18" charset="0"/>
                <a:cs typeface="Times New Roman" pitchFamily="18" charset="0"/>
              </a:rPr>
              <a:t>1.8 trillion(2004); $3.2 trillion(2007)</a:t>
            </a:r>
            <a:r>
              <a:rPr kumimoji="0" lang="en-US" sz="2000" b="0" i="0" u="none" strike="noStrike" kern="0" cap="none" spc="0" normalizeH="0" noProof="0" dirty="0">
                <a:ln>
                  <a:noFill/>
                </a:ln>
                <a:solidFill>
                  <a:schemeClr val="bg2">
                    <a:lumMod val="20000"/>
                    <a:lumOff val="80000"/>
                  </a:schemeClr>
                </a:solidFill>
                <a:effectLst/>
                <a:uLnTx/>
                <a:uFillTx/>
                <a:latin typeface="Times New Roman" pitchFamily="18" charset="0"/>
                <a:cs typeface="Times New Roman" pitchFamily="18" charset="0"/>
              </a:rPr>
              <a:t> ; $4.0 trillion(2010); </a:t>
            </a:r>
            <a:r>
              <a:rPr kumimoji="0" lang="en-US" altLang="ko-KR" sz="2000" kern="0" dirty="0">
                <a:solidFill>
                  <a:schemeClr val="bg2">
                    <a:lumMod val="20000"/>
                    <a:lumOff val="80000"/>
                  </a:schemeClr>
                </a:solidFill>
                <a:latin typeface="Times New Roman" pitchFamily="18" charset="0"/>
                <a:cs typeface="Times New Roman" pitchFamily="18" charset="0"/>
              </a:rPr>
              <a:t>$5.5 trillion(2014); $7.5 trillion(April 2022)</a:t>
            </a:r>
          </a:p>
          <a:p>
            <a:pPr marL="342900" marR="0" lvl="0" indent="-342900" algn="l" defTabSz="914400" rtl="0" eaLnBrk="1" fontAlgn="base" latinLnBrk="1" hangingPunct="1">
              <a:lnSpc>
                <a:spcPts val="3400"/>
              </a:lnSpc>
              <a:spcBef>
                <a:spcPct val="20000"/>
              </a:spcBef>
              <a:spcAft>
                <a:spcPct val="0"/>
              </a:spcAft>
              <a:buClr>
                <a:schemeClr val="hlink"/>
              </a:buClr>
              <a:buSzTx/>
              <a:tabLst/>
              <a:defRPr/>
            </a:pPr>
            <a:endParaRPr kumimoji="0" lang="en-US" sz="24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endParaRPr>
          </a:p>
          <a:p>
            <a:pPr marL="342900" marR="0" lvl="0" indent="-342900" algn="l" defTabSz="914400" rtl="0" eaLnBrk="1" fontAlgn="base" latinLnBrk="1" hangingPunct="1">
              <a:lnSpc>
                <a:spcPts val="3600"/>
              </a:lnSpc>
              <a:spcBef>
                <a:spcPct val="20000"/>
              </a:spcBef>
              <a:spcAft>
                <a:spcPct val="0"/>
              </a:spcAft>
              <a:buClr>
                <a:schemeClr val="hlink"/>
              </a:buClr>
              <a:buSzTx/>
              <a:buFont typeface="Arial" pitchFamily="34" charset="0"/>
              <a:buChar char="•"/>
              <a:tabLst/>
              <a:defRPr/>
            </a:pPr>
            <a:endParaRPr kumimoji="0" lang="en-US" sz="2800" b="0" i="0" u="none" strike="noStrike" kern="0" cap="none" spc="0" normalizeH="0" baseline="0" noProof="0" dirty="0">
              <a:ln>
                <a:noFill/>
              </a:ln>
              <a:solidFill>
                <a:schemeClr val="bg2">
                  <a:lumMod val="20000"/>
                  <a:lumOff val="80000"/>
                </a:schemeClr>
              </a:solidFill>
              <a:effectLst/>
              <a:uLnTx/>
              <a:uFillTx/>
              <a:latin typeface="Times New Roman" pitchFamily="18" charset="0"/>
              <a:cs typeface="Times New Roman" pitchFamily="18" charset="0"/>
            </a:endParaRPr>
          </a:p>
          <a:p>
            <a:pPr marL="342900" marR="0" lvl="0" indent="-342900" algn="l" defTabSz="914400" rtl="0" eaLnBrk="1" fontAlgn="base" latinLnBrk="1" hangingPunct="1">
              <a:lnSpc>
                <a:spcPct val="90000"/>
              </a:lnSpc>
              <a:spcBef>
                <a:spcPct val="20000"/>
              </a:spcBef>
              <a:spcAft>
                <a:spcPct val="0"/>
              </a:spcAft>
              <a:buClr>
                <a:schemeClr val="hlink"/>
              </a:buClr>
              <a:buSzTx/>
              <a:tabLst/>
              <a:defRPr/>
            </a:pPr>
            <a:endParaRPr kumimoji="0" lang="en-US"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Global Financial Centers</a:t>
            </a:r>
          </a:p>
        </p:txBody>
      </p:sp>
      <p:sp>
        <p:nvSpPr>
          <p:cNvPr id="6147" name="Freeform 433"/>
          <p:cNvSpPr>
            <a:spLocks/>
          </p:cNvSpPr>
          <p:nvPr/>
        </p:nvSpPr>
        <p:spPr bwMode="auto">
          <a:xfrm>
            <a:off x="7414733" y="4708326"/>
            <a:ext cx="408634" cy="286405"/>
          </a:xfrm>
          <a:custGeom>
            <a:avLst/>
            <a:gdLst>
              <a:gd name="T0" fmla="*/ 38 w 234"/>
              <a:gd name="T1" fmla="*/ 19 h 145"/>
              <a:gd name="T2" fmla="*/ 39 w 234"/>
              <a:gd name="T3" fmla="*/ 31 h 145"/>
              <a:gd name="T4" fmla="*/ 49 w 234"/>
              <a:gd name="T5" fmla="*/ 33 h 145"/>
              <a:gd name="T6" fmla="*/ 52 w 234"/>
              <a:gd name="T7" fmla="*/ 42 h 145"/>
              <a:gd name="T8" fmla="*/ 63 w 234"/>
              <a:gd name="T9" fmla="*/ 37 h 145"/>
              <a:gd name="T10" fmla="*/ 67 w 234"/>
              <a:gd name="T11" fmla="*/ 27 h 145"/>
              <a:gd name="T12" fmla="*/ 79 w 234"/>
              <a:gd name="T13" fmla="*/ 28 h 145"/>
              <a:gd name="T14" fmla="*/ 87 w 234"/>
              <a:gd name="T15" fmla="*/ 20 h 145"/>
              <a:gd name="T16" fmla="*/ 102 w 234"/>
              <a:gd name="T17" fmla="*/ 21 h 145"/>
              <a:gd name="T18" fmla="*/ 117 w 234"/>
              <a:gd name="T19" fmla="*/ 30 h 145"/>
              <a:gd name="T20" fmla="*/ 121 w 234"/>
              <a:gd name="T21" fmla="*/ 29 h 145"/>
              <a:gd name="T22" fmla="*/ 137 w 234"/>
              <a:gd name="T23" fmla="*/ 35 h 145"/>
              <a:gd name="T24" fmla="*/ 159 w 234"/>
              <a:gd name="T25" fmla="*/ 43 h 145"/>
              <a:gd name="T26" fmla="*/ 176 w 234"/>
              <a:gd name="T27" fmla="*/ 51 h 145"/>
              <a:gd name="T28" fmla="*/ 180 w 234"/>
              <a:gd name="T29" fmla="*/ 63 h 145"/>
              <a:gd name="T30" fmla="*/ 197 w 234"/>
              <a:gd name="T31" fmla="*/ 75 h 145"/>
              <a:gd name="T32" fmla="*/ 206 w 234"/>
              <a:gd name="T33" fmla="*/ 88 h 145"/>
              <a:gd name="T34" fmla="*/ 207 w 234"/>
              <a:gd name="T35" fmla="*/ 103 h 145"/>
              <a:gd name="T36" fmla="*/ 215 w 234"/>
              <a:gd name="T37" fmla="*/ 114 h 145"/>
              <a:gd name="T38" fmla="*/ 216 w 234"/>
              <a:gd name="T39" fmla="*/ 123 h 145"/>
              <a:gd name="T40" fmla="*/ 217 w 234"/>
              <a:gd name="T41" fmla="*/ 125 h 145"/>
              <a:gd name="T42" fmla="*/ 231 w 234"/>
              <a:gd name="T43" fmla="*/ 133 h 145"/>
              <a:gd name="T44" fmla="*/ 232 w 234"/>
              <a:gd name="T45" fmla="*/ 144 h 145"/>
              <a:gd name="T46" fmla="*/ 225 w 234"/>
              <a:gd name="T47" fmla="*/ 138 h 145"/>
              <a:gd name="T48" fmla="*/ 209 w 234"/>
              <a:gd name="T49" fmla="*/ 135 h 145"/>
              <a:gd name="T50" fmla="*/ 196 w 234"/>
              <a:gd name="T51" fmla="*/ 123 h 145"/>
              <a:gd name="T52" fmla="*/ 192 w 234"/>
              <a:gd name="T53" fmla="*/ 117 h 145"/>
              <a:gd name="T54" fmla="*/ 178 w 234"/>
              <a:gd name="T55" fmla="*/ 106 h 145"/>
              <a:gd name="T56" fmla="*/ 172 w 234"/>
              <a:gd name="T57" fmla="*/ 102 h 145"/>
              <a:gd name="T58" fmla="*/ 158 w 234"/>
              <a:gd name="T59" fmla="*/ 105 h 145"/>
              <a:gd name="T60" fmla="*/ 149 w 234"/>
              <a:gd name="T61" fmla="*/ 114 h 145"/>
              <a:gd name="T62" fmla="*/ 149 w 234"/>
              <a:gd name="T63" fmla="*/ 118 h 145"/>
              <a:gd name="T64" fmla="*/ 146 w 234"/>
              <a:gd name="T65" fmla="*/ 124 h 145"/>
              <a:gd name="T66" fmla="*/ 133 w 234"/>
              <a:gd name="T67" fmla="*/ 125 h 145"/>
              <a:gd name="T68" fmla="*/ 122 w 234"/>
              <a:gd name="T69" fmla="*/ 120 h 145"/>
              <a:gd name="T70" fmla="*/ 114 w 234"/>
              <a:gd name="T71" fmla="*/ 112 h 145"/>
              <a:gd name="T72" fmla="*/ 97 w 234"/>
              <a:gd name="T73" fmla="*/ 109 h 145"/>
              <a:gd name="T74" fmla="*/ 84 w 234"/>
              <a:gd name="T75" fmla="*/ 109 h 145"/>
              <a:gd name="T76" fmla="*/ 90 w 234"/>
              <a:gd name="T77" fmla="*/ 102 h 145"/>
              <a:gd name="T78" fmla="*/ 90 w 234"/>
              <a:gd name="T79" fmla="*/ 85 h 145"/>
              <a:gd name="T80" fmla="*/ 77 w 234"/>
              <a:gd name="T81" fmla="*/ 70 h 145"/>
              <a:gd name="T82" fmla="*/ 57 w 234"/>
              <a:gd name="T83" fmla="*/ 56 h 145"/>
              <a:gd name="T84" fmla="*/ 40 w 234"/>
              <a:gd name="T85" fmla="*/ 48 h 145"/>
              <a:gd name="T86" fmla="*/ 35 w 234"/>
              <a:gd name="T87" fmla="*/ 48 h 145"/>
              <a:gd name="T88" fmla="*/ 24 w 234"/>
              <a:gd name="T89" fmla="*/ 56 h 145"/>
              <a:gd name="T90" fmla="*/ 19 w 234"/>
              <a:gd name="T91" fmla="*/ 44 h 145"/>
              <a:gd name="T92" fmla="*/ 13 w 234"/>
              <a:gd name="T93" fmla="*/ 38 h 145"/>
              <a:gd name="T94" fmla="*/ 10 w 234"/>
              <a:gd name="T95" fmla="*/ 35 h 145"/>
              <a:gd name="T96" fmla="*/ 24 w 234"/>
              <a:gd name="T97" fmla="*/ 33 h 145"/>
              <a:gd name="T98" fmla="*/ 20 w 234"/>
              <a:gd name="T99" fmla="*/ 25 h 145"/>
              <a:gd name="T100" fmla="*/ 4 w 234"/>
              <a:gd name="T101" fmla="*/ 21 h 145"/>
              <a:gd name="T102" fmla="*/ 0 w 234"/>
              <a:gd name="T103" fmla="*/ 10 h 145"/>
              <a:gd name="T104" fmla="*/ 10 w 234"/>
              <a:gd name="T105" fmla="*/ 3 h 145"/>
              <a:gd name="T106" fmla="*/ 24 w 234"/>
              <a:gd name="T107" fmla="*/ 0 h 145"/>
              <a:gd name="T108" fmla="*/ 34 w 234"/>
              <a:gd name="T109" fmla="*/ 9 h 14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34"/>
              <a:gd name="T166" fmla="*/ 0 h 145"/>
              <a:gd name="T167" fmla="*/ 234 w 234"/>
              <a:gd name="T168" fmla="*/ 145 h 14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34" h="145">
                <a:moveTo>
                  <a:pt x="35" y="10"/>
                </a:moveTo>
                <a:lnTo>
                  <a:pt x="38" y="19"/>
                </a:lnTo>
                <a:lnTo>
                  <a:pt x="40" y="26"/>
                </a:lnTo>
                <a:lnTo>
                  <a:pt x="39" y="31"/>
                </a:lnTo>
                <a:lnTo>
                  <a:pt x="44" y="32"/>
                </a:lnTo>
                <a:lnTo>
                  <a:pt x="49" y="33"/>
                </a:lnTo>
                <a:lnTo>
                  <a:pt x="50" y="37"/>
                </a:lnTo>
                <a:lnTo>
                  <a:pt x="52" y="42"/>
                </a:lnTo>
                <a:lnTo>
                  <a:pt x="57" y="41"/>
                </a:lnTo>
                <a:lnTo>
                  <a:pt x="63" y="37"/>
                </a:lnTo>
                <a:lnTo>
                  <a:pt x="65" y="32"/>
                </a:lnTo>
                <a:lnTo>
                  <a:pt x="67" y="27"/>
                </a:lnTo>
                <a:lnTo>
                  <a:pt x="72" y="27"/>
                </a:lnTo>
                <a:lnTo>
                  <a:pt x="79" y="28"/>
                </a:lnTo>
                <a:lnTo>
                  <a:pt x="83" y="24"/>
                </a:lnTo>
                <a:lnTo>
                  <a:pt x="87" y="20"/>
                </a:lnTo>
                <a:lnTo>
                  <a:pt x="95" y="20"/>
                </a:lnTo>
                <a:lnTo>
                  <a:pt x="102" y="21"/>
                </a:lnTo>
                <a:lnTo>
                  <a:pt x="109" y="26"/>
                </a:lnTo>
                <a:lnTo>
                  <a:pt x="117" y="30"/>
                </a:lnTo>
                <a:lnTo>
                  <a:pt x="118" y="31"/>
                </a:lnTo>
                <a:lnTo>
                  <a:pt x="121" y="29"/>
                </a:lnTo>
                <a:lnTo>
                  <a:pt x="129" y="30"/>
                </a:lnTo>
                <a:lnTo>
                  <a:pt x="137" y="35"/>
                </a:lnTo>
                <a:lnTo>
                  <a:pt x="146" y="39"/>
                </a:lnTo>
                <a:lnTo>
                  <a:pt x="159" y="43"/>
                </a:lnTo>
                <a:lnTo>
                  <a:pt x="168" y="48"/>
                </a:lnTo>
                <a:lnTo>
                  <a:pt x="176" y="51"/>
                </a:lnTo>
                <a:lnTo>
                  <a:pt x="180" y="56"/>
                </a:lnTo>
                <a:lnTo>
                  <a:pt x="180" y="63"/>
                </a:lnTo>
                <a:lnTo>
                  <a:pt x="185" y="70"/>
                </a:lnTo>
                <a:lnTo>
                  <a:pt x="197" y="75"/>
                </a:lnTo>
                <a:lnTo>
                  <a:pt x="204" y="81"/>
                </a:lnTo>
                <a:lnTo>
                  <a:pt x="206" y="88"/>
                </a:lnTo>
                <a:lnTo>
                  <a:pt x="206" y="96"/>
                </a:lnTo>
                <a:lnTo>
                  <a:pt x="207" y="103"/>
                </a:lnTo>
                <a:lnTo>
                  <a:pt x="211" y="108"/>
                </a:lnTo>
                <a:lnTo>
                  <a:pt x="215" y="114"/>
                </a:lnTo>
                <a:lnTo>
                  <a:pt x="216" y="120"/>
                </a:lnTo>
                <a:lnTo>
                  <a:pt x="216" y="123"/>
                </a:lnTo>
                <a:lnTo>
                  <a:pt x="215" y="124"/>
                </a:lnTo>
                <a:lnTo>
                  <a:pt x="217" y="125"/>
                </a:lnTo>
                <a:lnTo>
                  <a:pt x="222" y="129"/>
                </a:lnTo>
                <a:lnTo>
                  <a:pt x="231" y="133"/>
                </a:lnTo>
                <a:lnTo>
                  <a:pt x="233" y="138"/>
                </a:lnTo>
                <a:lnTo>
                  <a:pt x="232" y="144"/>
                </a:lnTo>
                <a:lnTo>
                  <a:pt x="228" y="143"/>
                </a:lnTo>
                <a:lnTo>
                  <a:pt x="225" y="138"/>
                </a:lnTo>
                <a:lnTo>
                  <a:pt x="218" y="136"/>
                </a:lnTo>
                <a:lnTo>
                  <a:pt x="209" y="135"/>
                </a:lnTo>
                <a:lnTo>
                  <a:pt x="200" y="127"/>
                </a:lnTo>
                <a:lnTo>
                  <a:pt x="196" y="123"/>
                </a:lnTo>
                <a:lnTo>
                  <a:pt x="195" y="120"/>
                </a:lnTo>
                <a:lnTo>
                  <a:pt x="192" y="117"/>
                </a:lnTo>
                <a:lnTo>
                  <a:pt x="185" y="112"/>
                </a:lnTo>
                <a:lnTo>
                  <a:pt x="178" y="106"/>
                </a:lnTo>
                <a:lnTo>
                  <a:pt x="175" y="103"/>
                </a:lnTo>
                <a:lnTo>
                  <a:pt x="172" y="102"/>
                </a:lnTo>
                <a:lnTo>
                  <a:pt x="167" y="102"/>
                </a:lnTo>
                <a:lnTo>
                  <a:pt x="158" y="105"/>
                </a:lnTo>
                <a:lnTo>
                  <a:pt x="154" y="110"/>
                </a:lnTo>
                <a:lnTo>
                  <a:pt x="149" y="114"/>
                </a:lnTo>
                <a:lnTo>
                  <a:pt x="146" y="113"/>
                </a:lnTo>
                <a:lnTo>
                  <a:pt x="149" y="118"/>
                </a:lnTo>
                <a:lnTo>
                  <a:pt x="149" y="120"/>
                </a:lnTo>
                <a:lnTo>
                  <a:pt x="146" y="124"/>
                </a:lnTo>
                <a:lnTo>
                  <a:pt x="140" y="125"/>
                </a:lnTo>
                <a:lnTo>
                  <a:pt x="133" y="125"/>
                </a:lnTo>
                <a:lnTo>
                  <a:pt x="126" y="124"/>
                </a:lnTo>
                <a:lnTo>
                  <a:pt x="122" y="120"/>
                </a:lnTo>
                <a:lnTo>
                  <a:pt x="121" y="115"/>
                </a:lnTo>
                <a:lnTo>
                  <a:pt x="114" y="112"/>
                </a:lnTo>
                <a:lnTo>
                  <a:pt x="105" y="109"/>
                </a:lnTo>
                <a:lnTo>
                  <a:pt x="97" y="109"/>
                </a:lnTo>
                <a:lnTo>
                  <a:pt x="88" y="110"/>
                </a:lnTo>
                <a:lnTo>
                  <a:pt x="84" y="109"/>
                </a:lnTo>
                <a:lnTo>
                  <a:pt x="90" y="103"/>
                </a:lnTo>
                <a:lnTo>
                  <a:pt x="90" y="102"/>
                </a:lnTo>
                <a:lnTo>
                  <a:pt x="91" y="96"/>
                </a:lnTo>
                <a:lnTo>
                  <a:pt x="90" y="85"/>
                </a:lnTo>
                <a:lnTo>
                  <a:pt x="83" y="75"/>
                </a:lnTo>
                <a:lnTo>
                  <a:pt x="77" y="70"/>
                </a:lnTo>
                <a:lnTo>
                  <a:pt x="67" y="62"/>
                </a:lnTo>
                <a:lnTo>
                  <a:pt x="57" y="56"/>
                </a:lnTo>
                <a:lnTo>
                  <a:pt x="48" y="51"/>
                </a:lnTo>
                <a:lnTo>
                  <a:pt x="40" y="48"/>
                </a:lnTo>
                <a:lnTo>
                  <a:pt x="37" y="46"/>
                </a:lnTo>
                <a:lnTo>
                  <a:pt x="35" y="48"/>
                </a:lnTo>
                <a:lnTo>
                  <a:pt x="30" y="52"/>
                </a:lnTo>
                <a:lnTo>
                  <a:pt x="24" y="56"/>
                </a:lnTo>
                <a:lnTo>
                  <a:pt x="21" y="52"/>
                </a:lnTo>
                <a:lnTo>
                  <a:pt x="19" y="44"/>
                </a:lnTo>
                <a:lnTo>
                  <a:pt x="16" y="40"/>
                </a:lnTo>
                <a:lnTo>
                  <a:pt x="13" y="38"/>
                </a:lnTo>
                <a:lnTo>
                  <a:pt x="10" y="36"/>
                </a:lnTo>
                <a:lnTo>
                  <a:pt x="10" y="35"/>
                </a:lnTo>
                <a:lnTo>
                  <a:pt x="14" y="34"/>
                </a:lnTo>
                <a:lnTo>
                  <a:pt x="24" y="33"/>
                </a:lnTo>
                <a:lnTo>
                  <a:pt x="25" y="29"/>
                </a:lnTo>
                <a:lnTo>
                  <a:pt x="20" y="25"/>
                </a:lnTo>
                <a:lnTo>
                  <a:pt x="12" y="23"/>
                </a:lnTo>
                <a:lnTo>
                  <a:pt x="4" y="21"/>
                </a:lnTo>
                <a:lnTo>
                  <a:pt x="1" y="16"/>
                </a:lnTo>
                <a:lnTo>
                  <a:pt x="0" y="10"/>
                </a:lnTo>
                <a:lnTo>
                  <a:pt x="4" y="7"/>
                </a:lnTo>
                <a:lnTo>
                  <a:pt x="10" y="3"/>
                </a:lnTo>
                <a:lnTo>
                  <a:pt x="16" y="1"/>
                </a:lnTo>
                <a:lnTo>
                  <a:pt x="24" y="0"/>
                </a:lnTo>
                <a:lnTo>
                  <a:pt x="29" y="3"/>
                </a:lnTo>
                <a:lnTo>
                  <a:pt x="34" y="9"/>
                </a:lnTo>
                <a:lnTo>
                  <a:pt x="35" y="10"/>
                </a:lnTo>
              </a:path>
            </a:pathLst>
          </a:custGeom>
          <a:solidFill>
            <a:srgbClr val="FDE3BA"/>
          </a:solidFill>
          <a:ln w="12700" cap="rnd">
            <a:solidFill>
              <a:schemeClr val="tx1"/>
            </a:solidFill>
            <a:round/>
            <a:headEnd/>
            <a:tailEnd/>
          </a:ln>
        </p:spPr>
        <p:txBody>
          <a:bodyPr/>
          <a:lstStyle/>
          <a:p>
            <a:endParaRPr lang="en-US"/>
          </a:p>
        </p:txBody>
      </p:sp>
      <p:sp>
        <p:nvSpPr>
          <p:cNvPr id="6148" name="Freeform 434"/>
          <p:cNvSpPr>
            <a:spLocks/>
          </p:cNvSpPr>
          <p:nvPr/>
        </p:nvSpPr>
        <p:spPr bwMode="auto">
          <a:xfrm>
            <a:off x="5870350" y="3618010"/>
            <a:ext cx="298617" cy="248876"/>
          </a:xfrm>
          <a:custGeom>
            <a:avLst/>
            <a:gdLst>
              <a:gd name="T0" fmla="*/ 24 w 171"/>
              <a:gd name="T1" fmla="*/ 123 h 126"/>
              <a:gd name="T2" fmla="*/ 31 w 171"/>
              <a:gd name="T3" fmla="*/ 123 h 126"/>
              <a:gd name="T4" fmla="*/ 48 w 171"/>
              <a:gd name="T5" fmla="*/ 125 h 126"/>
              <a:gd name="T6" fmla="*/ 69 w 171"/>
              <a:gd name="T7" fmla="*/ 123 h 126"/>
              <a:gd name="T8" fmla="*/ 81 w 171"/>
              <a:gd name="T9" fmla="*/ 115 h 126"/>
              <a:gd name="T10" fmla="*/ 87 w 171"/>
              <a:gd name="T11" fmla="*/ 107 h 126"/>
              <a:gd name="T12" fmla="*/ 91 w 171"/>
              <a:gd name="T13" fmla="*/ 99 h 126"/>
              <a:gd name="T14" fmla="*/ 95 w 171"/>
              <a:gd name="T15" fmla="*/ 92 h 126"/>
              <a:gd name="T16" fmla="*/ 105 w 171"/>
              <a:gd name="T17" fmla="*/ 90 h 126"/>
              <a:gd name="T18" fmla="*/ 113 w 171"/>
              <a:gd name="T19" fmla="*/ 90 h 126"/>
              <a:gd name="T20" fmla="*/ 117 w 171"/>
              <a:gd name="T21" fmla="*/ 88 h 126"/>
              <a:gd name="T22" fmla="*/ 119 w 171"/>
              <a:gd name="T23" fmla="*/ 85 h 126"/>
              <a:gd name="T24" fmla="*/ 117 w 171"/>
              <a:gd name="T25" fmla="*/ 77 h 126"/>
              <a:gd name="T26" fmla="*/ 122 w 171"/>
              <a:gd name="T27" fmla="*/ 63 h 126"/>
              <a:gd name="T28" fmla="*/ 133 w 171"/>
              <a:gd name="T29" fmla="*/ 52 h 126"/>
              <a:gd name="T30" fmla="*/ 135 w 171"/>
              <a:gd name="T31" fmla="*/ 44 h 126"/>
              <a:gd name="T32" fmla="*/ 133 w 171"/>
              <a:gd name="T33" fmla="*/ 39 h 126"/>
              <a:gd name="T34" fmla="*/ 135 w 171"/>
              <a:gd name="T35" fmla="*/ 31 h 126"/>
              <a:gd name="T36" fmla="*/ 143 w 171"/>
              <a:gd name="T37" fmla="*/ 26 h 126"/>
              <a:gd name="T38" fmla="*/ 163 w 171"/>
              <a:gd name="T39" fmla="*/ 21 h 126"/>
              <a:gd name="T40" fmla="*/ 170 w 171"/>
              <a:gd name="T41" fmla="*/ 15 h 126"/>
              <a:gd name="T42" fmla="*/ 170 w 171"/>
              <a:gd name="T43" fmla="*/ 8 h 126"/>
              <a:gd name="T44" fmla="*/ 170 w 171"/>
              <a:gd name="T45" fmla="*/ 6 h 126"/>
              <a:gd name="T46" fmla="*/ 168 w 171"/>
              <a:gd name="T47" fmla="*/ 8 h 126"/>
              <a:gd name="T48" fmla="*/ 163 w 171"/>
              <a:gd name="T49" fmla="*/ 11 h 126"/>
              <a:gd name="T50" fmla="*/ 148 w 171"/>
              <a:gd name="T51" fmla="*/ 13 h 126"/>
              <a:gd name="T52" fmla="*/ 133 w 171"/>
              <a:gd name="T53" fmla="*/ 10 h 126"/>
              <a:gd name="T54" fmla="*/ 126 w 171"/>
              <a:gd name="T55" fmla="*/ 4 h 126"/>
              <a:gd name="T56" fmla="*/ 121 w 171"/>
              <a:gd name="T57" fmla="*/ 0 h 126"/>
              <a:gd name="T58" fmla="*/ 111 w 171"/>
              <a:gd name="T59" fmla="*/ 4 h 126"/>
              <a:gd name="T60" fmla="*/ 103 w 171"/>
              <a:gd name="T61" fmla="*/ 11 h 126"/>
              <a:gd name="T62" fmla="*/ 99 w 171"/>
              <a:gd name="T63" fmla="*/ 15 h 126"/>
              <a:gd name="T64" fmla="*/ 93 w 171"/>
              <a:gd name="T65" fmla="*/ 15 h 126"/>
              <a:gd name="T66" fmla="*/ 77 w 171"/>
              <a:gd name="T67" fmla="*/ 13 h 126"/>
              <a:gd name="T68" fmla="*/ 63 w 171"/>
              <a:gd name="T69" fmla="*/ 11 h 126"/>
              <a:gd name="T70" fmla="*/ 61 w 171"/>
              <a:gd name="T71" fmla="*/ 13 h 126"/>
              <a:gd name="T72" fmla="*/ 59 w 171"/>
              <a:gd name="T73" fmla="*/ 19 h 126"/>
              <a:gd name="T74" fmla="*/ 46 w 171"/>
              <a:gd name="T75" fmla="*/ 30 h 126"/>
              <a:gd name="T76" fmla="*/ 33 w 171"/>
              <a:gd name="T77" fmla="*/ 41 h 126"/>
              <a:gd name="T78" fmla="*/ 29 w 171"/>
              <a:gd name="T79" fmla="*/ 43 h 126"/>
              <a:gd name="T80" fmla="*/ 26 w 171"/>
              <a:gd name="T81" fmla="*/ 39 h 126"/>
              <a:gd name="T82" fmla="*/ 13 w 171"/>
              <a:gd name="T83" fmla="*/ 28 h 126"/>
              <a:gd name="T84" fmla="*/ 5 w 171"/>
              <a:gd name="T85" fmla="*/ 22 h 126"/>
              <a:gd name="T86" fmla="*/ 0 w 171"/>
              <a:gd name="T87" fmla="*/ 21 h 126"/>
              <a:gd name="T88" fmla="*/ 0 w 171"/>
              <a:gd name="T89" fmla="*/ 24 h 126"/>
              <a:gd name="T90" fmla="*/ 4 w 171"/>
              <a:gd name="T91" fmla="*/ 30 h 126"/>
              <a:gd name="T92" fmla="*/ 11 w 171"/>
              <a:gd name="T93" fmla="*/ 48 h 126"/>
              <a:gd name="T94" fmla="*/ 13 w 171"/>
              <a:gd name="T95" fmla="*/ 70 h 126"/>
              <a:gd name="T96" fmla="*/ 11 w 171"/>
              <a:gd name="T97" fmla="*/ 81 h 126"/>
              <a:gd name="T98" fmla="*/ 11 w 171"/>
              <a:gd name="T99" fmla="*/ 88 h 126"/>
              <a:gd name="T100" fmla="*/ 13 w 171"/>
              <a:gd name="T101" fmla="*/ 94 h 126"/>
              <a:gd name="T102" fmla="*/ 22 w 171"/>
              <a:gd name="T103" fmla="*/ 99 h 126"/>
              <a:gd name="T104" fmla="*/ 29 w 171"/>
              <a:gd name="T105" fmla="*/ 105 h 126"/>
              <a:gd name="T106" fmla="*/ 27 w 171"/>
              <a:gd name="T107" fmla="*/ 110 h 126"/>
              <a:gd name="T108" fmla="*/ 22 w 171"/>
              <a:gd name="T109" fmla="*/ 114 h 126"/>
              <a:gd name="T110" fmla="*/ 24 w 171"/>
              <a:gd name="T111" fmla="*/ 123 h 12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71"/>
              <a:gd name="T169" fmla="*/ 0 h 126"/>
              <a:gd name="T170" fmla="*/ 171 w 171"/>
              <a:gd name="T171" fmla="*/ 126 h 12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71" h="126">
                <a:moveTo>
                  <a:pt x="24" y="123"/>
                </a:moveTo>
                <a:lnTo>
                  <a:pt x="31" y="123"/>
                </a:lnTo>
                <a:lnTo>
                  <a:pt x="48" y="125"/>
                </a:lnTo>
                <a:lnTo>
                  <a:pt x="69" y="123"/>
                </a:lnTo>
                <a:lnTo>
                  <a:pt x="81" y="115"/>
                </a:lnTo>
                <a:lnTo>
                  <a:pt x="87" y="107"/>
                </a:lnTo>
                <a:lnTo>
                  <a:pt x="91" y="99"/>
                </a:lnTo>
                <a:lnTo>
                  <a:pt x="95" y="92"/>
                </a:lnTo>
                <a:lnTo>
                  <a:pt x="105" y="90"/>
                </a:lnTo>
                <a:lnTo>
                  <a:pt x="113" y="90"/>
                </a:lnTo>
                <a:lnTo>
                  <a:pt x="117" y="88"/>
                </a:lnTo>
                <a:lnTo>
                  <a:pt x="119" y="85"/>
                </a:lnTo>
                <a:lnTo>
                  <a:pt x="117" y="77"/>
                </a:lnTo>
                <a:lnTo>
                  <a:pt x="122" y="63"/>
                </a:lnTo>
                <a:lnTo>
                  <a:pt x="133" y="52"/>
                </a:lnTo>
                <a:lnTo>
                  <a:pt x="135" y="44"/>
                </a:lnTo>
                <a:lnTo>
                  <a:pt x="133" y="39"/>
                </a:lnTo>
                <a:lnTo>
                  <a:pt x="135" y="31"/>
                </a:lnTo>
                <a:lnTo>
                  <a:pt x="143" y="26"/>
                </a:lnTo>
                <a:lnTo>
                  <a:pt x="163" y="21"/>
                </a:lnTo>
                <a:lnTo>
                  <a:pt x="170" y="15"/>
                </a:lnTo>
                <a:lnTo>
                  <a:pt x="170" y="8"/>
                </a:lnTo>
                <a:lnTo>
                  <a:pt x="170" y="6"/>
                </a:lnTo>
                <a:lnTo>
                  <a:pt x="168" y="8"/>
                </a:lnTo>
                <a:lnTo>
                  <a:pt x="163" y="11"/>
                </a:lnTo>
                <a:lnTo>
                  <a:pt x="148" y="13"/>
                </a:lnTo>
                <a:lnTo>
                  <a:pt x="133" y="10"/>
                </a:lnTo>
                <a:lnTo>
                  <a:pt x="126" y="4"/>
                </a:lnTo>
                <a:lnTo>
                  <a:pt x="121" y="0"/>
                </a:lnTo>
                <a:lnTo>
                  <a:pt x="111" y="4"/>
                </a:lnTo>
                <a:lnTo>
                  <a:pt x="103" y="11"/>
                </a:lnTo>
                <a:lnTo>
                  <a:pt x="99" y="15"/>
                </a:lnTo>
                <a:lnTo>
                  <a:pt x="93" y="15"/>
                </a:lnTo>
                <a:lnTo>
                  <a:pt x="77" y="13"/>
                </a:lnTo>
                <a:lnTo>
                  <a:pt x="63" y="11"/>
                </a:lnTo>
                <a:lnTo>
                  <a:pt x="61" y="13"/>
                </a:lnTo>
                <a:lnTo>
                  <a:pt x="59" y="19"/>
                </a:lnTo>
                <a:lnTo>
                  <a:pt x="46" y="30"/>
                </a:lnTo>
                <a:lnTo>
                  <a:pt x="33" y="41"/>
                </a:lnTo>
                <a:lnTo>
                  <a:pt x="29" y="43"/>
                </a:lnTo>
                <a:lnTo>
                  <a:pt x="26" y="39"/>
                </a:lnTo>
                <a:lnTo>
                  <a:pt x="13" y="28"/>
                </a:lnTo>
                <a:lnTo>
                  <a:pt x="5" y="22"/>
                </a:lnTo>
                <a:lnTo>
                  <a:pt x="0" y="21"/>
                </a:lnTo>
                <a:lnTo>
                  <a:pt x="0" y="24"/>
                </a:lnTo>
                <a:lnTo>
                  <a:pt x="4" y="30"/>
                </a:lnTo>
                <a:lnTo>
                  <a:pt x="11" y="48"/>
                </a:lnTo>
                <a:lnTo>
                  <a:pt x="13" y="70"/>
                </a:lnTo>
                <a:lnTo>
                  <a:pt x="11" y="81"/>
                </a:lnTo>
                <a:lnTo>
                  <a:pt x="11" y="88"/>
                </a:lnTo>
                <a:lnTo>
                  <a:pt x="13" y="94"/>
                </a:lnTo>
                <a:lnTo>
                  <a:pt x="22" y="99"/>
                </a:lnTo>
                <a:lnTo>
                  <a:pt x="29" y="105"/>
                </a:lnTo>
                <a:lnTo>
                  <a:pt x="27" y="110"/>
                </a:lnTo>
                <a:lnTo>
                  <a:pt x="22" y="114"/>
                </a:lnTo>
                <a:lnTo>
                  <a:pt x="24" y="123"/>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149" name="Rectangle 435"/>
          <p:cNvSpPr>
            <a:spLocks noChangeArrowheads="1"/>
          </p:cNvSpPr>
          <p:nvPr/>
        </p:nvSpPr>
        <p:spPr bwMode="auto">
          <a:xfrm>
            <a:off x="5285995" y="4961153"/>
            <a:ext cx="90808" cy="237025"/>
          </a:xfrm>
          <a:prstGeom prst="rect">
            <a:avLst/>
          </a:prstGeom>
          <a:solidFill>
            <a:srgbClr val="FDE3BA"/>
          </a:solidFill>
          <a:ln w="12700">
            <a:solidFill>
              <a:schemeClr val="tx1"/>
            </a:solidFill>
            <a:miter lim="800000"/>
            <a:headEnd/>
            <a:tailEnd/>
          </a:ln>
        </p:spPr>
        <p:txBody>
          <a:bodyPr wrap="none" anchor="ctr"/>
          <a:lstStyle/>
          <a:p>
            <a:endParaRPr lang="en-US"/>
          </a:p>
        </p:txBody>
      </p:sp>
      <p:sp>
        <p:nvSpPr>
          <p:cNvPr id="6150" name="Freeform 436"/>
          <p:cNvSpPr>
            <a:spLocks/>
          </p:cNvSpPr>
          <p:nvPr/>
        </p:nvSpPr>
        <p:spPr bwMode="auto">
          <a:xfrm>
            <a:off x="4996109" y="2182032"/>
            <a:ext cx="3199221" cy="1536713"/>
          </a:xfrm>
          <a:custGeom>
            <a:avLst/>
            <a:gdLst>
              <a:gd name="T0" fmla="*/ 1301 w 1832"/>
              <a:gd name="T1" fmla="*/ 567 h 778"/>
              <a:gd name="T2" fmla="*/ 1342 w 1832"/>
              <a:gd name="T3" fmla="*/ 643 h 778"/>
              <a:gd name="T4" fmla="*/ 1377 w 1832"/>
              <a:gd name="T5" fmla="*/ 494 h 778"/>
              <a:gd name="T6" fmla="*/ 1322 w 1832"/>
              <a:gd name="T7" fmla="*/ 455 h 778"/>
              <a:gd name="T8" fmla="*/ 1381 w 1832"/>
              <a:gd name="T9" fmla="*/ 373 h 778"/>
              <a:gd name="T10" fmla="*/ 1475 w 1832"/>
              <a:gd name="T11" fmla="*/ 380 h 778"/>
              <a:gd name="T12" fmla="*/ 1569 w 1832"/>
              <a:gd name="T13" fmla="*/ 323 h 778"/>
              <a:gd name="T14" fmla="*/ 1559 w 1832"/>
              <a:gd name="T15" fmla="*/ 364 h 778"/>
              <a:gd name="T16" fmla="*/ 1580 w 1832"/>
              <a:gd name="T17" fmla="*/ 505 h 778"/>
              <a:gd name="T18" fmla="*/ 1607 w 1832"/>
              <a:gd name="T19" fmla="*/ 413 h 778"/>
              <a:gd name="T20" fmla="*/ 1602 w 1832"/>
              <a:gd name="T21" fmla="*/ 353 h 778"/>
              <a:gd name="T22" fmla="*/ 1679 w 1832"/>
              <a:gd name="T23" fmla="*/ 339 h 778"/>
              <a:gd name="T24" fmla="*/ 1744 w 1832"/>
              <a:gd name="T25" fmla="*/ 293 h 778"/>
              <a:gd name="T26" fmla="*/ 1727 w 1832"/>
              <a:gd name="T27" fmla="*/ 228 h 778"/>
              <a:gd name="T28" fmla="*/ 1814 w 1832"/>
              <a:gd name="T29" fmla="*/ 254 h 778"/>
              <a:gd name="T30" fmla="*/ 1759 w 1832"/>
              <a:gd name="T31" fmla="*/ 204 h 778"/>
              <a:gd name="T32" fmla="*/ 1588 w 1832"/>
              <a:gd name="T33" fmla="*/ 160 h 778"/>
              <a:gd name="T34" fmla="*/ 1514 w 1832"/>
              <a:gd name="T35" fmla="*/ 169 h 778"/>
              <a:gd name="T36" fmla="*/ 1399 w 1832"/>
              <a:gd name="T37" fmla="*/ 146 h 778"/>
              <a:gd name="T38" fmla="*/ 1340 w 1832"/>
              <a:gd name="T39" fmla="*/ 124 h 778"/>
              <a:gd name="T40" fmla="*/ 1244 w 1832"/>
              <a:gd name="T41" fmla="*/ 120 h 778"/>
              <a:gd name="T42" fmla="*/ 1121 w 1832"/>
              <a:gd name="T43" fmla="*/ 126 h 778"/>
              <a:gd name="T44" fmla="*/ 1065 w 1832"/>
              <a:gd name="T45" fmla="*/ 94 h 778"/>
              <a:gd name="T46" fmla="*/ 976 w 1832"/>
              <a:gd name="T47" fmla="*/ 88 h 778"/>
              <a:gd name="T48" fmla="*/ 897 w 1832"/>
              <a:gd name="T49" fmla="*/ 107 h 778"/>
              <a:gd name="T50" fmla="*/ 928 w 1832"/>
              <a:gd name="T51" fmla="*/ 28 h 778"/>
              <a:gd name="T52" fmla="*/ 844 w 1832"/>
              <a:gd name="T53" fmla="*/ 19 h 778"/>
              <a:gd name="T54" fmla="*/ 781 w 1832"/>
              <a:gd name="T55" fmla="*/ 38 h 778"/>
              <a:gd name="T56" fmla="*/ 670 w 1832"/>
              <a:gd name="T57" fmla="*/ 69 h 778"/>
              <a:gd name="T58" fmla="*/ 628 w 1832"/>
              <a:gd name="T59" fmla="*/ 121 h 778"/>
              <a:gd name="T60" fmla="*/ 630 w 1832"/>
              <a:gd name="T61" fmla="*/ 138 h 778"/>
              <a:gd name="T62" fmla="*/ 596 w 1832"/>
              <a:gd name="T63" fmla="*/ 143 h 778"/>
              <a:gd name="T64" fmla="*/ 557 w 1832"/>
              <a:gd name="T65" fmla="*/ 147 h 778"/>
              <a:gd name="T66" fmla="*/ 601 w 1832"/>
              <a:gd name="T67" fmla="*/ 202 h 778"/>
              <a:gd name="T68" fmla="*/ 552 w 1832"/>
              <a:gd name="T69" fmla="*/ 190 h 778"/>
              <a:gd name="T70" fmla="*/ 537 w 1832"/>
              <a:gd name="T71" fmla="*/ 116 h 778"/>
              <a:gd name="T72" fmla="*/ 487 w 1832"/>
              <a:gd name="T73" fmla="*/ 159 h 778"/>
              <a:gd name="T74" fmla="*/ 451 w 1832"/>
              <a:gd name="T75" fmla="*/ 178 h 778"/>
              <a:gd name="T76" fmla="*/ 415 w 1832"/>
              <a:gd name="T77" fmla="*/ 186 h 778"/>
              <a:gd name="T78" fmla="*/ 365 w 1832"/>
              <a:gd name="T79" fmla="*/ 207 h 778"/>
              <a:gd name="T80" fmla="*/ 282 w 1832"/>
              <a:gd name="T81" fmla="*/ 239 h 778"/>
              <a:gd name="T82" fmla="*/ 251 w 1832"/>
              <a:gd name="T83" fmla="*/ 220 h 778"/>
              <a:gd name="T84" fmla="*/ 223 w 1832"/>
              <a:gd name="T85" fmla="*/ 256 h 778"/>
              <a:gd name="T86" fmla="*/ 184 w 1832"/>
              <a:gd name="T87" fmla="*/ 284 h 778"/>
              <a:gd name="T88" fmla="*/ 154 w 1832"/>
              <a:gd name="T89" fmla="*/ 239 h 778"/>
              <a:gd name="T90" fmla="*/ 155 w 1832"/>
              <a:gd name="T91" fmla="*/ 193 h 778"/>
              <a:gd name="T92" fmla="*/ 106 w 1832"/>
              <a:gd name="T93" fmla="*/ 180 h 778"/>
              <a:gd name="T94" fmla="*/ 117 w 1832"/>
              <a:gd name="T95" fmla="*/ 301 h 778"/>
              <a:gd name="T96" fmla="*/ 93 w 1832"/>
              <a:gd name="T97" fmla="*/ 383 h 778"/>
              <a:gd name="T98" fmla="*/ 37 w 1832"/>
              <a:gd name="T99" fmla="*/ 413 h 778"/>
              <a:gd name="T100" fmla="*/ 56 w 1832"/>
              <a:gd name="T101" fmla="*/ 540 h 778"/>
              <a:gd name="T102" fmla="*/ 115 w 1832"/>
              <a:gd name="T103" fmla="*/ 622 h 778"/>
              <a:gd name="T104" fmla="*/ 177 w 1832"/>
              <a:gd name="T105" fmla="*/ 674 h 778"/>
              <a:gd name="T106" fmla="*/ 337 w 1832"/>
              <a:gd name="T107" fmla="*/ 714 h 778"/>
              <a:gd name="T108" fmla="*/ 440 w 1832"/>
              <a:gd name="T109" fmla="*/ 733 h 778"/>
              <a:gd name="T110" fmla="*/ 578 w 1832"/>
              <a:gd name="T111" fmla="*/ 748 h 778"/>
              <a:gd name="T112" fmla="*/ 634 w 1832"/>
              <a:gd name="T113" fmla="*/ 701 h 778"/>
              <a:gd name="T114" fmla="*/ 718 w 1832"/>
              <a:gd name="T115" fmla="*/ 620 h 778"/>
              <a:gd name="T116" fmla="*/ 778 w 1832"/>
              <a:gd name="T117" fmla="*/ 558 h 778"/>
              <a:gd name="T118" fmla="*/ 887 w 1832"/>
              <a:gd name="T119" fmla="*/ 536 h 778"/>
              <a:gd name="T120" fmla="*/ 1033 w 1832"/>
              <a:gd name="T121" fmla="*/ 542 h 778"/>
              <a:gd name="T122" fmla="*/ 1171 w 1832"/>
              <a:gd name="T123" fmla="*/ 509 h 77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832"/>
              <a:gd name="T187" fmla="*/ 0 h 778"/>
              <a:gd name="T188" fmla="*/ 1832 w 1832"/>
              <a:gd name="T189" fmla="*/ 778 h 77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832" h="778">
                <a:moveTo>
                  <a:pt x="1212" y="496"/>
                </a:moveTo>
                <a:lnTo>
                  <a:pt x="1219" y="508"/>
                </a:lnTo>
                <a:lnTo>
                  <a:pt x="1222" y="515"/>
                </a:lnTo>
                <a:lnTo>
                  <a:pt x="1225" y="521"/>
                </a:lnTo>
                <a:lnTo>
                  <a:pt x="1231" y="531"/>
                </a:lnTo>
                <a:lnTo>
                  <a:pt x="1239" y="539"/>
                </a:lnTo>
                <a:lnTo>
                  <a:pt x="1247" y="543"/>
                </a:lnTo>
                <a:lnTo>
                  <a:pt x="1254" y="545"/>
                </a:lnTo>
                <a:lnTo>
                  <a:pt x="1257" y="545"/>
                </a:lnTo>
                <a:lnTo>
                  <a:pt x="1272" y="549"/>
                </a:lnTo>
                <a:lnTo>
                  <a:pt x="1278" y="558"/>
                </a:lnTo>
                <a:lnTo>
                  <a:pt x="1284" y="566"/>
                </a:lnTo>
                <a:lnTo>
                  <a:pt x="1301" y="567"/>
                </a:lnTo>
                <a:lnTo>
                  <a:pt x="1320" y="572"/>
                </a:lnTo>
                <a:lnTo>
                  <a:pt x="1325" y="588"/>
                </a:lnTo>
                <a:lnTo>
                  <a:pt x="1321" y="605"/>
                </a:lnTo>
                <a:lnTo>
                  <a:pt x="1314" y="612"/>
                </a:lnTo>
                <a:lnTo>
                  <a:pt x="1302" y="612"/>
                </a:lnTo>
                <a:lnTo>
                  <a:pt x="1297" y="614"/>
                </a:lnTo>
                <a:lnTo>
                  <a:pt x="1297" y="620"/>
                </a:lnTo>
                <a:lnTo>
                  <a:pt x="1301" y="631"/>
                </a:lnTo>
                <a:lnTo>
                  <a:pt x="1302" y="639"/>
                </a:lnTo>
                <a:lnTo>
                  <a:pt x="1302" y="648"/>
                </a:lnTo>
                <a:lnTo>
                  <a:pt x="1309" y="649"/>
                </a:lnTo>
                <a:lnTo>
                  <a:pt x="1324" y="648"/>
                </a:lnTo>
                <a:lnTo>
                  <a:pt x="1342" y="643"/>
                </a:lnTo>
                <a:lnTo>
                  <a:pt x="1354" y="629"/>
                </a:lnTo>
                <a:lnTo>
                  <a:pt x="1359" y="616"/>
                </a:lnTo>
                <a:lnTo>
                  <a:pt x="1363" y="609"/>
                </a:lnTo>
                <a:lnTo>
                  <a:pt x="1366" y="605"/>
                </a:lnTo>
                <a:lnTo>
                  <a:pt x="1370" y="600"/>
                </a:lnTo>
                <a:lnTo>
                  <a:pt x="1381" y="581"/>
                </a:lnTo>
                <a:lnTo>
                  <a:pt x="1386" y="563"/>
                </a:lnTo>
                <a:lnTo>
                  <a:pt x="1383" y="544"/>
                </a:lnTo>
                <a:lnTo>
                  <a:pt x="1379" y="526"/>
                </a:lnTo>
                <a:lnTo>
                  <a:pt x="1380" y="514"/>
                </a:lnTo>
                <a:lnTo>
                  <a:pt x="1384" y="506"/>
                </a:lnTo>
                <a:lnTo>
                  <a:pt x="1381" y="499"/>
                </a:lnTo>
                <a:lnTo>
                  <a:pt x="1377" y="494"/>
                </a:lnTo>
                <a:lnTo>
                  <a:pt x="1378" y="487"/>
                </a:lnTo>
                <a:lnTo>
                  <a:pt x="1378" y="482"/>
                </a:lnTo>
                <a:lnTo>
                  <a:pt x="1371" y="473"/>
                </a:lnTo>
                <a:lnTo>
                  <a:pt x="1361" y="464"/>
                </a:lnTo>
                <a:lnTo>
                  <a:pt x="1356" y="460"/>
                </a:lnTo>
                <a:lnTo>
                  <a:pt x="1346" y="460"/>
                </a:lnTo>
                <a:lnTo>
                  <a:pt x="1347" y="460"/>
                </a:lnTo>
                <a:lnTo>
                  <a:pt x="1345" y="461"/>
                </a:lnTo>
                <a:lnTo>
                  <a:pt x="1339" y="465"/>
                </a:lnTo>
                <a:lnTo>
                  <a:pt x="1328" y="468"/>
                </a:lnTo>
                <a:lnTo>
                  <a:pt x="1324" y="461"/>
                </a:lnTo>
                <a:lnTo>
                  <a:pt x="1323" y="457"/>
                </a:lnTo>
                <a:lnTo>
                  <a:pt x="1322" y="455"/>
                </a:lnTo>
                <a:lnTo>
                  <a:pt x="1320" y="455"/>
                </a:lnTo>
                <a:lnTo>
                  <a:pt x="1313" y="454"/>
                </a:lnTo>
                <a:lnTo>
                  <a:pt x="1302" y="454"/>
                </a:lnTo>
                <a:lnTo>
                  <a:pt x="1308" y="446"/>
                </a:lnTo>
                <a:lnTo>
                  <a:pt x="1316" y="436"/>
                </a:lnTo>
                <a:lnTo>
                  <a:pt x="1326" y="425"/>
                </a:lnTo>
                <a:lnTo>
                  <a:pt x="1336" y="415"/>
                </a:lnTo>
                <a:lnTo>
                  <a:pt x="1342" y="410"/>
                </a:lnTo>
                <a:lnTo>
                  <a:pt x="1347" y="401"/>
                </a:lnTo>
                <a:lnTo>
                  <a:pt x="1348" y="390"/>
                </a:lnTo>
                <a:lnTo>
                  <a:pt x="1355" y="379"/>
                </a:lnTo>
                <a:lnTo>
                  <a:pt x="1374" y="374"/>
                </a:lnTo>
                <a:lnTo>
                  <a:pt x="1381" y="373"/>
                </a:lnTo>
                <a:lnTo>
                  <a:pt x="1382" y="371"/>
                </a:lnTo>
                <a:lnTo>
                  <a:pt x="1383" y="369"/>
                </a:lnTo>
                <a:lnTo>
                  <a:pt x="1390" y="367"/>
                </a:lnTo>
                <a:lnTo>
                  <a:pt x="1408" y="368"/>
                </a:lnTo>
                <a:lnTo>
                  <a:pt x="1420" y="372"/>
                </a:lnTo>
                <a:lnTo>
                  <a:pt x="1427" y="368"/>
                </a:lnTo>
                <a:lnTo>
                  <a:pt x="1439" y="366"/>
                </a:lnTo>
                <a:lnTo>
                  <a:pt x="1446" y="369"/>
                </a:lnTo>
                <a:lnTo>
                  <a:pt x="1450" y="373"/>
                </a:lnTo>
                <a:lnTo>
                  <a:pt x="1454" y="377"/>
                </a:lnTo>
                <a:lnTo>
                  <a:pt x="1462" y="378"/>
                </a:lnTo>
                <a:lnTo>
                  <a:pt x="1470" y="379"/>
                </a:lnTo>
                <a:lnTo>
                  <a:pt x="1475" y="380"/>
                </a:lnTo>
                <a:lnTo>
                  <a:pt x="1478" y="379"/>
                </a:lnTo>
                <a:lnTo>
                  <a:pt x="1482" y="373"/>
                </a:lnTo>
                <a:lnTo>
                  <a:pt x="1488" y="356"/>
                </a:lnTo>
                <a:lnTo>
                  <a:pt x="1495" y="339"/>
                </a:lnTo>
                <a:lnTo>
                  <a:pt x="1514" y="325"/>
                </a:lnTo>
                <a:lnTo>
                  <a:pt x="1532" y="324"/>
                </a:lnTo>
                <a:lnTo>
                  <a:pt x="1539" y="331"/>
                </a:lnTo>
                <a:lnTo>
                  <a:pt x="1543" y="336"/>
                </a:lnTo>
                <a:lnTo>
                  <a:pt x="1549" y="339"/>
                </a:lnTo>
                <a:lnTo>
                  <a:pt x="1555" y="335"/>
                </a:lnTo>
                <a:lnTo>
                  <a:pt x="1561" y="327"/>
                </a:lnTo>
                <a:lnTo>
                  <a:pt x="1567" y="324"/>
                </a:lnTo>
                <a:lnTo>
                  <a:pt x="1569" y="323"/>
                </a:lnTo>
                <a:lnTo>
                  <a:pt x="1568" y="321"/>
                </a:lnTo>
                <a:lnTo>
                  <a:pt x="1568" y="318"/>
                </a:lnTo>
                <a:lnTo>
                  <a:pt x="1571" y="314"/>
                </a:lnTo>
                <a:lnTo>
                  <a:pt x="1575" y="310"/>
                </a:lnTo>
                <a:lnTo>
                  <a:pt x="1578" y="307"/>
                </a:lnTo>
                <a:lnTo>
                  <a:pt x="1579" y="307"/>
                </a:lnTo>
                <a:lnTo>
                  <a:pt x="1582" y="312"/>
                </a:lnTo>
                <a:lnTo>
                  <a:pt x="1587" y="320"/>
                </a:lnTo>
                <a:lnTo>
                  <a:pt x="1585" y="330"/>
                </a:lnTo>
                <a:lnTo>
                  <a:pt x="1581" y="339"/>
                </a:lnTo>
                <a:lnTo>
                  <a:pt x="1572" y="348"/>
                </a:lnTo>
                <a:lnTo>
                  <a:pt x="1563" y="356"/>
                </a:lnTo>
                <a:lnTo>
                  <a:pt x="1559" y="364"/>
                </a:lnTo>
                <a:lnTo>
                  <a:pt x="1555" y="374"/>
                </a:lnTo>
                <a:lnTo>
                  <a:pt x="1548" y="383"/>
                </a:lnTo>
                <a:lnTo>
                  <a:pt x="1542" y="388"/>
                </a:lnTo>
                <a:lnTo>
                  <a:pt x="1536" y="393"/>
                </a:lnTo>
                <a:lnTo>
                  <a:pt x="1528" y="403"/>
                </a:lnTo>
                <a:lnTo>
                  <a:pt x="1526" y="420"/>
                </a:lnTo>
                <a:lnTo>
                  <a:pt x="1528" y="442"/>
                </a:lnTo>
                <a:lnTo>
                  <a:pt x="1536" y="462"/>
                </a:lnTo>
                <a:lnTo>
                  <a:pt x="1543" y="478"/>
                </a:lnTo>
                <a:lnTo>
                  <a:pt x="1552" y="494"/>
                </a:lnTo>
                <a:lnTo>
                  <a:pt x="1562" y="505"/>
                </a:lnTo>
                <a:lnTo>
                  <a:pt x="1571" y="509"/>
                </a:lnTo>
                <a:lnTo>
                  <a:pt x="1580" y="505"/>
                </a:lnTo>
                <a:lnTo>
                  <a:pt x="1582" y="493"/>
                </a:lnTo>
                <a:lnTo>
                  <a:pt x="1584" y="479"/>
                </a:lnTo>
                <a:lnTo>
                  <a:pt x="1587" y="474"/>
                </a:lnTo>
                <a:lnTo>
                  <a:pt x="1591" y="472"/>
                </a:lnTo>
                <a:lnTo>
                  <a:pt x="1592" y="466"/>
                </a:lnTo>
                <a:lnTo>
                  <a:pt x="1593" y="459"/>
                </a:lnTo>
                <a:lnTo>
                  <a:pt x="1598" y="453"/>
                </a:lnTo>
                <a:lnTo>
                  <a:pt x="1605" y="449"/>
                </a:lnTo>
                <a:lnTo>
                  <a:pt x="1604" y="441"/>
                </a:lnTo>
                <a:lnTo>
                  <a:pt x="1600" y="430"/>
                </a:lnTo>
                <a:lnTo>
                  <a:pt x="1604" y="424"/>
                </a:lnTo>
                <a:lnTo>
                  <a:pt x="1609" y="421"/>
                </a:lnTo>
                <a:lnTo>
                  <a:pt x="1607" y="413"/>
                </a:lnTo>
                <a:lnTo>
                  <a:pt x="1601" y="404"/>
                </a:lnTo>
                <a:lnTo>
                  <a:pt x="1601" y="399"/>
                </a:lnTo>
                <a:lnTo>
                  <a:pt x="1603" y="394"/>
                </a:lnTo>
                <a:lnTo>
                  <a:pt x="1598" y="389"/>
                </a:lnTo>
                <a:lnTo>
                  <a:pt x="1593" y="386"/>
                </a:lnTo>
                <a:lnTo>
                  <a:pt x="1590" y="385"/>
                </a:lnTo>
                <a:lnTo>
                  <a:pt x="1588" y="381"/>
                </a:lnTo>
                <a:lnTo>
                  <a:pt x="1588" y="373"/>
                </a:lnTo>
                <a:lnTo>
                  <a:pt x="1589" y="364"/>
                </a:lnTo>
                <a:lnTo>
                  <a:pt x="1589" y="360"/>
                </a:lnTo>
                <a:lnTo>
                  <a:pt x="1591" y="357"/>
                </a:lnTo>
                <a:lnTo>
                  <a:pt x="1597" y="355"/>
                </a:lnTo>
                <a:lnTo>
                  <a:pt x="1602" y="353"/>
                </a:lnTo>
                <a:lnTo>
                  <a:pt x="1603" y="354"/>
                </a:lnTo>
                <a:lnTo>
                  <a:pt x="1608" y="355"/>
                </a:lnTo>
                <a:lnTo>
                  <a:pt x="1616" y="353"/>
                </a:lnTo>
                <a:lnTo>
                  <a:pt x="1620" y="352"/>
                </a:lnTo>
                <a:lnTo>
                  <a:pt x="1622" y="350"/>
                </a:lnTo>
                <a:lnTo>
                  <a:pt x="1625" y="347"/>
                </a:lnTo>
                <a:lnTo>
                  <a:pt x="1634" y="343"/>
                </a:lnTo>
                <a:lnTo>
                  <a:pt x="1647" y="345"/>
                </a:lnTo>
                <a:lnTo>
                  <a:pt x="1653" y="348"/>
                </a:lnTo>
                <a:lnTo>
                  <a:pt x="1657" y="352"/>
                </a:lnTo>
                <a:lnTo>
                  <a:pt x="1660" y="354"/>
                </a:lnTo>
                <a:lnTo>
                  <a:pt x="1666" y="351"/>
                </a:lnTo>
                <a:lnTo>
                  <a:pt x="1679" y="339"/>
                </a:lnTo>
                <a:lnTo>
                  <a:pt x="1691" y="328"/>
                </a:lnTo>
                <a:lnTo>
                  <a:pt x="1701" y="322"/>
                </a:lnTo>
                <a:lnTo>
                  <a:pt x="1714" y="316"/>
                </a:lnTo>
                <a:lnTo>
                  <a:pt x="1726" y="311"/>
                </a:lnTo>
                <a:lnTo>
                  <a:pt x="1727" y="309"/>
                </a:lnTo>
                <a:lnTo>
                  <a:pt x="1730" y="307"/>
                </a:lnTo>
                <a:lnTo>
                  <a:pt x="1738" y="308"/>
                </a:lnTo>
                <a:lnTo>
                  <a:pt x="1746" y="313"/>
                </a:lnTo>
                <a:lnTo>
                  <a:pt x="1750" y="308"/>
                </a:lnTo>
                <a:lnTo>
                  <a:pt x="1747" y="303"/>
                </a:lnTo>
                <a:lnTo>
                  <a:pt x="1742" y="299"/>
                </a:lnTo>
                <a:lnTo>
                  <a:pt x="1742" y="296"/>
                </a:lnTo>
                <a:lnTo>
                  <a:pt x="1744" y="293"/>
                </a:lnTo>
                <a:lnTo>
                  <a:pt x="1745" y="291"/>
                </a:lnTo>
                <a:lnTo>
                  <a:pt x="1743" y="288"/>
                </a:lnTo>
                <a:lnTo>
                  <a:pt x="1738" y="287"/>
                </a:lnTo>
                <a:lnTo>
                  <a:pt x="1735" y="288"/>
                </a:lnTo>
                <a:lnTo>
                  <a:pt x="1731" y="288"/>
                </a:lnTo>
                <a:lnTo>
                  <a:pt x="1727" y="284"/>
                </a:lnTo>
                <a:lnTo>
                  <a:pt x="1722" y="270"/>
                </a:lnTo>
                <a:lnTo>
                  <a:pt x="1725" y="258"/>
                </a:lnTo>
                <a:lnTo>
                  <a:pt x="1732" y="251"/>
                </a:lnTo>
                <a:lnTo>
                  <a:pt x="1729" y="244"/>
                </a:lnTo>
                <a:lnTo>
                  <a:pt x="1720" y="237"/>
                </a:lnTo>
                <a:lnTo>
                  <a:pt x="1721" y="232"/>
                </a:lnTo>
                <a:lnTo>
                  <a:pt x="1727" y="228"/>
                </a:lnTo>
                <a:lnTo>
                  <a:pt x="1732" y="230"/>
                </a:lnTo>
                <a:lnTo>
                  <a:pt x="1738" y="233"/>
                </a:lnTo>
                <a:lnTo>
                  <a:pt x="1739" y="240"/>
                </a:lnTo>
                <a:lnTo>
                  <a:pt x="1739" y="247"/>
                </a:lnTo>
                <a:lnTo>
                  <a:pt x="1747" y="249"/>
                </a:lnTo>
                <a:lnTo>
                  <a:pt x="1759" y="249"/>
                </a:lnTo>
                <a:lnTo>
                  <a:pt x="1769" y="251"/>
                </a:lnTo>
                <a:lnTo>
                  <a:pt x="1780" y="261"/>
                </a:lnTo>
                <a:lnTo>
                  <a:pt x="1794" y="269"/>
                </a:lnTo>
                <a:lnTo>
                  <a:pt x="1810" y="271"/>
                </a:lnTo>
                <a:lnTo>
                  <a:pt x="1820" y="266"/>
                </a:lnTo>
                <a:lnTo>
                  <a:pt x="1819" y="260"/>
                </a:lnTo>
                <a:lnTo>
                  <a:pt x="1814" y="254"/>
                </a:lnTo>
                <a:lnTo>
                  <a:pt x="1816" y="248"/>
                </a:lnTo>
                <a:lnTo>
                  <a:pt x="1823" y="247"/>
                </a:lnTo>
                <a:lnTo>
                  <a:pt x="1829" y="247"/>
                </a:lnTo>
                <a:lnTo>
                  <a:pt x="1831" y="240"/>
                </a:lnTo>
                <a:lnTo>
                  <a:pt x="1823" y="233"/>
                </a:lnTo>
                <a:lnTo>
                  <a:pt x="1805" y="221"/>
                </a:lnTo>
                <a:lnTo>
                  <a:pt x="1792" y="219"/>
                </a:lnTo>
                <a:lnTo>
                  <a:pt x="1786" y="231"/>
                </a:lnTo>
                <a:lnTo>
                  <a:pt x="1783" y="235"/>
                </a:lnTo>
                <a:lnTo>
                  <a:pt x="1778" y="231"/>
                </a:lnTo>
                <a:lnTo>
                  <a:pt x="1772" y="222"/>
                </a:lnTo>
                <a:lnTo>
                  <a:pt x="1765" y="212"/>
                </a:lnTo>
                <a:lnTo>
                  <a:pt x="1759" y="204"/>
                </a:lnTo>
                <a:lnTo>
                  <a:pt x="1756" y="201"/>
                </a:lnTo>
                <a:lnTo>
                  <a:pt x="1752" y="200"/>
                </a:lnTo>
                <a:lnTo>
                  <a:pt x="1743" y="198"/>
                </a:lnTo>
                <a:lnTo>
                  <a:pt x="1720" y="192"/>
                </a:lnTo>
                <a:lnTo>
                  <a:pt x="1702" y="185"/>
                </a:lnTo>
                <a:lnTo>
                  <a:pt x="1691" y="180"/>
                </a:lnTo>
                <a:lnTo>
                  <a:pt x="1675" y="173"/>
                </a:lnTo>
                <a:lnTo>
                  <a:pt x="1660" y="167"/>
                </a:lnTo>
                <a:lnTo>
                  <a:pt x="1650" y="164"/>
                </a:lnTo>
                <a:lnTo>
                  <a:pt x="1638" y="162"/>
                </a:lnTo>
                <a:lnTo>
                  <a:pt x="1619" y="161"/>
                </a:lnTo>
                <a:lnTo>
                  <a:pt x="1601" y="160"/>
                </a:lnTo>
                <a:lnTo>
                  <a:pt x="1588" y="160"/>
                </a:lnTo>
                <a:lnTo>
                  <a:pt x="1584" y="161"/>
                </a:lnTo>
                <a:lnTo>
                  <a:pt x="1584" y="164"/>
                </a:lnTo>
                <a:lnTo>
                  <a:pt x="1588" y="169"/>
                </a:lnTo>
                <a:lnTo>
                  <a:pt x="1591" y="176"/>
                </a:lnTo>
                <a:lnTo>
                  <a:pt x="1589" y="183"/>
                </a:lnTo>
                <a:lnTo>
                  <a:pt x="1578" y="178"/>
                </a:lnTo>
                <a:lnTo>
                  <a:pt x="1568" y="170"/>
                </a:lnTo>
                <a:lnTo>
                  <a:pt x="1554" y="169"/>
                </a:lnTo>
                <a:lnTo>
                  <a:pt x="1547" y="170"/>
                </a:lnTo>
                <a:lnTo>
                  <a:pt x="1543" y="172"/>
                </a:lnTo>
                <a:lnTo>
                  <a:pt x="1539" y="173"/>
                </a:lnTo>
                <a:lnTo>
                  <a:pt x="1532" y="171"/>
                </a:lnTo>
                <a:lnTo>
                  <a:pt x="1514" y="169"/>
                </a:lnTo>
                <a:lnTo>
                  <a:pt x="1498" y="170"/>
                </a:lnTo>
                <a:lnTo>
                  <a:pt x="1484" y="172"/>
                </a:lnTo>
                <a:lnTo>
                  <a:pt x="1474" y="169"/>
                </a:lnTo>
                <a:lnTo>
                  <a:pt x="1471" y="167"/>
                </a:lnTo>
                <a:lnTo>
                  <a:pt x="1472" y="165"/>
                </a:lnTo>
                <a:lnTo>
                  <a:pt x="1474" y="163"/>
                </a:lnTo>
                <a:lnTo>
                  <a:pt x="1472" y="159"/>
                </a:lnTo>
                <a:lnTo>
                  <a:pt x="1470" y="154"/>
                </a:lnTo>
                <a:lnTo>
                  <a:pt x="1466" y="149"/>
                </a:lnTo>
                <a:lnTo>
                  <a:pt x="1457" y="146"/>
                </a:lnTo>
                <a:lnTo>
                  <a:pt x="1437" y="146"/>
                </a:lnTo>
                <a:lnTo>
                  <a:pt x="1414" y="146"/>
                </a:lnTo>
                <a:lnTo>
                  <a:pt x="1399" y="146"/>
                </a:lnTo>
                <a:lnTo>
                  <a:pt x="1391" y="145"/>
                </a:lnTo>
                <a:lnTo>
                  <a:pt x="1387" y="143"/>
                </a:lnTo>
                <a:lnTo>
                  <a:pt x="1383" y="136"/>
                </a:lnTo>
                <a:lnTo>
                  <a:pt x="1375" y="134"/>
                </a:lnTo>
                <a:lnTo>
                  <a:pt x="1363" y="135"/>
                </a:lnTo>
                <a:lnTo>
                  <a:pt x="1349" y="132"/>
                </a:lnTo>
                <a:lnTo>
                  <a:pt x="1339" y="130"/>
                </a:lnTo>
                <a:lnTo>
                  <a:pt x="1336" y="130"/>
                </a:lnTo>
                <a:lnTo>
                  <a:pt x="1335" y="130"/>
                </a:lnTo>
                <a:lnTo>
                  <a:pt x="1335" y="127"/>
                </a:lnTo>
                <a:lnTo>
                  <a:pt x="1336" y="126"/>
                </a:lnTo>
                <a:lnTo>
                  <a:pt x="1340" y="125"/>
                </a:lnTo>
                <a:lnTo>
                  <a:pt x="1340" y="124"/>
                </a:lnTo>
                <a:lnTo>
                  <a:pt x="1333" y="120"/>
                </a:lnTo>
                <a:lnTo>
                  <a:pt x="1325" y="116"/>
                </a:lnTo>
                <a:lnTo>
                  <a:pt x="1321" y="114"/>
                </a:lnTo>
                <a:lnTo>
                  <a:pt x="1317" y="114"/>
                </a:lnTo>
                <a:lnTo>
                  <a:pt x="1309" y="115"/>
                </a:lnTo>
                <a:lnTo>
                  <a:pt x="1300" y="115"/>
                </a:lnTo>
                <a:lnTo>
                  <a:pt x="1293" y="114"/>
                </a:lnTo>
                <a:lnTo>
                  <a:pt x="1284" y="112"/>
                </a:lnTo>
                <a:lnTo>
                  <a:pt x="1270" y="107"/>
                </a:lnTo>
                <a:lnTo>
                  <a:pt x="1257" y="104"/>
                </a:lnTo>
                <a:lnTo>
                  <a:pt x="1250" y="105"/>
                </a:lnTo>
                <a:lnTo>
                  <a:pt x="1247" y="111"/>
                </a:lnTo>
                <a:lnTo>
                  <a:pt x="1244" y="120"/>
                </a:lnTo>
                <a:lnTo>
                  <a:pt x="1242" y="127"/>
                </a:lnTo>
                <a:lnTo>
                  <a:pt x="1239" y="130"/>
                </a:lnTo>
                <a:lnTo>
                  <a:pt x="1234" y="131"/>
                </a:lnTo>
                <a:lnTo>
                  <a:pt x="1223" y="132"/>
                </a:lnTo>
                <a:lnTo>
                  <a:pt x="1194" y="133"/>
                </a:lnTo>
                <a:lnTo>
                  <a:pt x="1172" y="127"/>
                </a:lnTo>
                <a:lnTo>
                  <a:pt x="1161" y="123"/>
                </a:lnTo>
                <a:lnTo>
                  <a:pt x="1159" y="132"/>
                </a:lnTo>
                <a:lnTo>
                  <a:pt x="1158" y="146"/>
                </a:lnTo>
                <a:lnTo>
                  <a:pt x="1154" y="148"/>
                </a:lnTo>
                <a:lnTo>
                  <a:pt x="1144" y="139"/>
                </a:lnTo>
                <a:lnTo>
                  <a:pt x="1127" y="128"/>
                </a:lnTo>
                <a:lnTo>
                  <a:pt x="1121" y="126"/>
                </a:lnTo>
                <a:lnTo>
                  <a:pt x="1119" y="124"/>
                </a:lnTo>
                <a:lnTo>
                  <a:pt x="1122" y="122"/>
                </a:lnTo>
                <a:lnTo>
                  <a:pt x="1127" y="121"/>
                </a:lnTo>
                <a:lnTo>
                  <a:pt x="1131" y="117"/>
                </a:lnTo>
                <a:lnTo>
                  <a:pt x="1127" y="113"/>
                </a:lnTo>
                <a:lnTo>
                  <a:pt x="1123" y="109"/>
                </a:lnTo>
                <a:lnTo>
                  <a:pt x="1121" y="99"/>
                </a:lnTo>
                <a:lnTo>
                  <a:pt x="1109" y="87"/>
                </a:lnTo>
                <a:lnTo>
                  <a:pt x="1085" y="85"/>
                </a:lnTo>
                <a:lnTo>
                  <a:pt x="1075" y="85"/>
                </a:lnTo>
                <a:lnTo>
                  <a:pt x="1070" y="87"/>
                </a:lnTo>
                <a:lnTo>
                  <a:pt x="1067" y="89"/>
                </a:lnTo>
                <a:lnTo>
                  <a:pt x="1065" y="94"/>
                </a:lnTo>
                <a:lnTo>
                  <a:pt x="1065" y="99"/>
                </a:lnTo>
                <a:lnTo>
                  <a:pt x="1065" y="102"/>
                </a:lnTo>
                <a:lnTo>
                  <a:pt x="1063" y="104"/>
                </a:lnTo>
                <a:lnTo>
                  <a:pt x="1058" y="104"/>
                </a:lnTo>
                <a:lnTo>
                  <a:pt x="1047" y="104"/>
                </a:lnTo>
                <a:lnTo>
                  <a:pt x="1033" y="103"/>
                </a:lnTo>
                <a:lnTo>
                  <a:pt x="1021" y="100"/>
                </a:lnTo>
                <a:lnTo>
                  <a:pt x="1013" y="96"/>
                </a:lnTo>
                <a:lnTo>
                  <a:pt x="1012" y="90"/>
                </a:lnTo>
                <a:lnTo>
                  <a:pt x="1010" y="87"/>
                </a:lnTo>
                <a:lnTo>
                  <a:pt x="1002" y="86"/>
                </a:lnTo>
                <a:lnTo>
                  <a:pt x="989" y="86"/>
                </a:lnTo>
                <a:lnTo>
                  <a:pt x="976" y="88"/>
                </a:lnTo>
                <a:lnTo>
                  <a:pt x="967" y="91"/>
                </a:lnTo>
                <a:lnTo>
                  <a:pt x="962" y="92"/>
                </a:lnTo>
                <a:lnTo>
                  <a:pt x="959" y="92"/>
                </a:lnTo>
                <a:lnTo>
                  <a:pt x="954" y="89"/>
                </a:lnTo>
                <a:lnTo>
                  <a:pt x="945" y="87"/>
                </a:lnTo>
                <a:lnTo>
                  <a:pt x="931" y="86"/>
                </a:lnTo>
                <a:lnTo>
                  <a:pt x="927" y="87"/>
                </a:lnTo>
                <a:lnTo>
                  <a:pt x="923" y="91"/>
                </a:lnTo>
                <a:lnTo>
                  <a:pt x="912" y="99"/>
                </a:lnTo>
                <a:lnTo>
                  <a:pt x="899" y="103"/>
                </a:lnTo>
                <a:lnTo>
                  <a:pt x="894" y="104"/>
                </a:lnTo>
                <a:lnTo>
                  <a:pt x="898" y="106"/>
                </a:lnTo>
                <a:lnTo>
                  <a:pt x="897" y="107"/>
                </a:lnTo>
                <a:lnTo>
                  <a:pt x="887" y="106"/>
                </a:lnTo>
                <a:lnTo>
                  <a:pt x="875" y="110"/>
                </a:lnTo>
                <a:lnTo>
                  <a:pt x="871" y="115"/>
                </a:lnTo>
                <a:lnTo>
                  <a:pt x="872" y="114"/>
                </a:lnTo>
                <a:lnTo>
                  <a:pt x="877" y="106"/>
                </a:lnTo>
                <a:lnTo>
                  <a:pt x="883" y="98"/>
                </a:lnTo>
                <a:lnTo>
                  <a:pt x="897" y="92"/>
                </a:lnTo>
                <a:lnTo>
                  <a:pt x="917" y="82"/>
                </a:lnTo>
                <a:lnTo>
                  <a:pt x="936" y="69"/>
                </a:lnTo>
                <a:lnTo>
                  <a:pt x="944" y="57"/>
                </a:lnTo>
                <a:lnTo>
                  <a:pt x="941" y="40"/>
                </a:lnTo>
                <a:lnTo>
                  <a:pt x="936" y="32"/>
                </a:lnTo>
                <a:lnTo>
                  <a:pt x="928" y="28"/>
                </a:lnTo>
                <a:lnTo>
                  <a:pt x="918" y="27"/>
                </a:lnTo>
                <a:lnTo>
                  <a:pt x="906" y="27"/>
                </a:lnTo>
                <a:lnTo>
                  <a:pt x="898" y="26"/>
                </a:lnTo>
                <a:lnTo>
                  <a:pt x="893" y="25"/>
                </a:lnTo>
                <a:lnTo>
                  <a:pt x="890" y="25"/>
                </a:lnTo>
                <a:lnTo>
                  <a:pt x="882" y="28"/>
                </a:lnTo>
                <a:lnTo>
                  <a:pt x="867" y="32"/>
                </a:lnTo>
                <a:lnTo>
                  <a:pt x="865" y="32"/>
                </a:lnTo>
                <a:lnTo>
                  <a:pt x="868" y="30"/>
                </a:lnTo>
                <a:lnTo>
                  <a:pt x="867" y="24"/>
                </a:lnTo>
                <a:lnTo>
                  <a:pt x="864" y="19"/>
                </a:lnTo>
                <a:lnTo>
                  <a:pt x="854" y="19"/>
                </a:lnTo>
                <a:lnTo>
                  <a:pt x="844" y="19"/>
                </a:lnTo>
                <a:lnTo>
                  <a:pt x="842" y="20"/>
                </a:lnTo>
                <a:lnTo>
                  <a:pt x="843" y="19"/>
                </a:lnTo>
                <a:lnTo>
                  <a:pt x="850" y="15"/>
                </a:lnTo>
                <a:lnTo>
                  <a:pt x="855" y="11"/>
                </a:lnTo>
                <a:lnTo>
                  <a:pt x="849" y="6"/>
                </a:lnTo>
                <a:lnTo>
                  <a:pt x="841" y="0"/>
                </a:lnTo>
                <a:lnTo>
                  <a:pt x="833" y="1"/>
                </a:lnTo>
                <a:lnTo>
                  <a:pt x="820" y="9"/>
                </a:lnTo>
                <a:lnTo>
                  <a:pt x="813" y="22"/>
                </a:lnTo>
                <a:lnTo>
                  <a:pt x="808" y="31"/>
                </a:lnTo>
                <a:lnTo>
                  <a:pt x="794" y="35"/>
                </a:lnTo>
                <a:lnTo>
                  <a:pt x="786" y="36"/>
                </a:lnTo>
                <a:lnTo>
                  <a:pt x="781" y="38"/>
                </a:lnTo>
                <a:lnTo>
                  <a:pt x="777" y="41"/>
                </a:lnTo>
                <a:lnTo>
                  <a:pt x="771" y="44"/>
                </a:lnTo>
                <a:lnTo>
                  <a:pt x="762" y="45"/>
                </a:lnTo>
                <a:lnTo>
                  <a:pt x="755" y="40"/>
                </a:lnTo>
                <a:lnTo>
                  <a:pt x="744" y="39"/>
                </a:lnTo>
                <a:lnTo>
                  <a:pt x="736" y="44"/>
                </a:lnTo>
                <a:lnTo>
                  <a:pt x="726" y="49"/>
                </a:lnTo>
                <a:lnTo>
                  <a:pt x="705" y="52"/>
                </a:lnTo>
                <a:lnTo>
                  <a:pt x="695" y="54"/>
                </a:lnTo>
                <a:lnTo>
                  <a:pt x="692" y="55"/>
                </a:lnTo>
                <a:lnTo>
                  <a:pt x="689" y="58"/>
                </a:lnTo>
                <a:lnTo>
                  <a:pt x="683" y="62"/>
                </a:lnTo>
                <a:lnTo>
                  <a:pt x="670" y="69"/>
                </a:lnTo>
                <a:lnTo>
                  <a:pt x="672" y="78"/>
                </a:lnTo>
                <a:lnTo>
                  <a:pt x="679" y="88"/>
                </a:lnTo>
                <a:lnTo>
                  <a:pt x="680" y="89"/>
                </a:lnTo>
                <a:lnTo>
                  <a:pt x="673" y="91"/>
                </a:lnTo>
                <a:lnTo>
                  <a:pt x="667" y="92"/>
                </a:lnTo>
                <a:lnTo>
                  <a:pt x="659" y="92"/>
                </a:lnTo>
                <a:lnTo>
                  <a:pt x="646" y="95"/>
                </a:lnTo>
                <a:lnTo>
                  <a:pt x="636" y="97"/>
                </a:lnTo>
                <a:lnTo>
                  <a:pt x="627" y="99"/>
                </a:lnTo>
                <a:lnTo>
                  <a:pt x="622" y="102"/>
                </a:lnTo>
                <a:lnTo>
                  <a:pt x="622" y="108"/>
                </a:lnTo>
                <a:lnTo>
                  <a:pt x="624" y="118"/>
                </a:lnTo>
                <a:lnTo>
                  <a:pt x="628" y="121"/>
                </a:lnTo>
                <a:lnTo>
                  <a:pt x="638" y="125"/>
                </a:lnTo>
                <a:lnTo>
                  <a:pt x="650" y="132"/>
                </a:lnTo>
                <a:lnTo>
                  <a:pt x="660" y="146"/>
                </a:lnTo>
                <a:lnTo>
                  <a:pt x="658" y="162"/>
                </a:lnTo>
                <a:lnTo>
                  <a:pt x="655" y="165"/>
                </a:lnTo>
                <a:lnTo>
                  <a:pt x="652" y="162"/>
                </a:lnTo>
                <a:lnTo>
                  <a:pt x="650" y="157"/>
                </a:lnTo>
                <a:lnTo>
                  <a:pt x="648" y="150"/>
                </a:lnTo>
                <a:lnTo>
                  <a:pt x="646" y="145"/>
                </a:lnTo>
                <a:lnTo>
                  <a:pt x="646" y="141"/>
                </a:lnTo>
                <a:lnTo>
                  <a:pt x="643" y="139"/>
                </a:lnTo>
                <a:lnTo>
                  <a:pt x="636" y="138"/>
                </a:lnTo>
                <a:lnTo>
                  <a:pt x="630" y="138"/>
                </a:lnTo>
                <a:lnTo>
                  <a:pt x="628" y="138"/>
                </a:lnTo>
                <a:lnTo>
                  <a:pt x="629" y="137"/>
                </a:lnTo>
                <a:lnTo>
                  <a:pt x="626" y="133"/>
                </a:lnTo>
                <a:lnTo>
                  <a:pt x="615" y="127"/>
                </a:lnTo>
                <a:lnTo>
                  <a:pt x="601" y="124"/>
                </a:lnTo>
                <a:lnTo>
                  <a:pt x="595" y="123"/>
                </a:lnTo>
                <a:lnTo>
                  <a:pt x="597" y="125"/>
                </a:lnTo>
                <a:lnTo>
                  <a:pt x="595" y="130"/>
                </a:lnTo>
                <a:lnTo>
                  <a:pt x="590" y="125"/>
                </a:lnTo>
                <a:lnTo>
                  <a:pt x="584" y="124"/>
                </a:lnTo>
                <a:lnTo>
                  <a:pt x="582" y="133"/>
                </a:lnTo>
                <a:lnTo>
                  <a:pt x="587" y="140"/>
                </a:lnTo>
                <a:lnTo>
                  <a:pt x="596" y="143"/>
                </a:lnTo>
                <a:lnTo>
                  <a:pt x="600" y="146"/>
                </a:lnTo>
                <a:lnTo>
                  <a:pt x="592" y="148"/>
                </a:lnTo>
                <a:lnTo>
                  <a:pt x="582" y="148"/>
                </a:lnTo>
                <a:lnTo>
                  <a:pt x="573" y="141"/>
                </a:lnTo>
                <a:lnTo>
                  <a:pt x="568" y="131"/>
                </a:lnTo>
                <a:lnTo>
                  <a:pt x="565" y="121"/>
                </a:lnTo>
                <a:lnTo>
                  <a:pt x="562" y="117"/>
                </a:lnTo>
                <a:lnTo>
                  <a:pt x="559" y="119"/>
                </a:lnTo>
                <a:lnTo>
                  <a:pt x="556" y="125"/>
                </a:lnTo>
                <a:lnTo>
                  <a:pt x="553" y="132"/>
                </a:lnTo>
                <a:lnTo>
                  <a:pt x="549" y="139"/>
                </a:lnTo>
                <a:lnTo>
                  <a:pt x="552" y="144"/>
                </a:lnTo>
                <a:lnTo>
                  <a:pt x="557" y="147"/>
                </a:lnTo>
                <a:lnTo>
                  <a:pt x="559" y="152"/>
                </a:lnTo>
                <a:lnTo>
                  <a:pt x="560" y="166"/>
                </a:lnTo>
                <a:lnTo>
                  <a:pt x="563" y="182"/>
                </a:lnTo>
                <a:lnTo>
                  <a:pt x="568" y="190"/>
                </a:lnTo>
                <a:lnTo>
                  <a:pt x="576" y="189"/>
                </a:lnTo>
                <a:lnTo>
                  <a:pt x="585" y="185"/>
                </a:lnTo>
                <a:lnTo>
                  <a:pt x="597" y="187"/>
                </a:lnTo>
                <a:lnTo>
                  <a:pt x="605" y="193"/>
                </a:lnTo>
                <a:lnTo>
                  <a:pt x="608" y="200"/>
                </a:lnTo>
                <a:lnTo>
                  <a:pt x="608" y="206"/>
                </a:lnTo>
                <a:lnTo>
                  <a:pt x="606" y="210"/>
                </a:lnTo>
                <a:lnTo>
                  <a:pt x="605" y="209"/>
                </a:lnTo>
                <a:lnTo>
                  <a:pt x="601" y="202"/>
                </a:lnTo>
                <a:lnTo>
                  <a:pt x="595" y="193"/>
                </a:lnTo>
                <a:lnTo>
                  <a:pt x="584" y="193"/>
                </a:lnTo>
                <a:lnTo>
                  <a:pt x="575" y="198"/>
                </a:lnTo>
                <a:lnTo>
                  <a:pt x="576" y="210"/>
                </a:lnTo>
                <a:lnTo>
                  <a:pt x="574" y="223"/>
                </a:lnTo>
                <a:lnTo>
                  <a:pt x="565" y="237"/>
                </a:lnTo>
                <a:lnTo>
                  <a:pt x="554" y="245"/>
                </a:lnTo>
                <a:lnTo>
                  <a:pt x="545" y="243"/>
                </a:lnTo>
                <a:lnTo>
                  <a:pt x="546" y="234"/>
                </a:lnTo>
                <a:lnTo>
                  <a:pt x="556" y="221"/>
                </a:lnTo>
                <a:lnTo>
                  <a:pt x="560" y="207"/>
                </a:lnTo>
                <a:lnTo>
                  <a:pt x="555" y="194"/>
                </a:lnTo>
                <a:lnTo>
                  <a:pt x="552" y="190"/>
                </a:lnTo>
                <a:lnTo>
                  <a:pt x="549" y="186"/>
                </a:lnTo>
                <a:lnTo>
                  <a:pt x="547" y="181"/>
                </a:lnTo>
                <a:lnTo>
                  <a:pt x="546" y="170"/>
                </a:lnTo>
                <a:lnTo>
                  <a:pt x="547" y="161"/>
                </a:lnTo>
                <a:lnTo>
                  <a:pt x="548" y="158"/>
                </a:lnTo>
                <a:lnTo>
                  <a:pt x="546" y="155"/>
                </a:lnTo>
                <a:lnTo>
                  <a:pt x="543" y="149"/>
                </a:lnTo>
                <a:lnTo>
                  <a:pt x="540" y="141"/>
                </a:lnTo>
                <a:lnTo>
                  <a:pt x="539" y="131"/>
                </a:lnTo>
                <a:lnTo>
                  <a:pt x="540" y="127"/>
                </a:lnTo>
                <a:lnTo>
                  <a:pt x="540" y="120"/>
                </a:lnTo>
                <a:lnTo>
                  <a:pt x="539" y="117"/>
                </a:lnTo>
                <a:lnTo>
                  <a:pt x="537" y="116"/>
                </a:lnTo>
                <a:lnTo>
                  <a:pt x="531" y="115"/>
                </a:lnTo>
                <a:lnTo>
                  <a:pt x="511" y="114"/>
                </a:lnTo>
                <a:lnTo>
                  <a:pt x="497" y="115"/>
                </a:lnTo>
                <a:lnTo>
                  <a:pt x="495" y="117"/>
                </a:lnTo>
                <a:lnTo>
                  <a:pt x="495" y="124"/>
                </a:lnTo>
                <a:lnTo>
                  <a:pt x="495" y="132"/>
                </a:lnTo>
                <a:lnTo>
                  <a:pt x="491" y="139"/>
                </a:lnTo>
                <a:lnTo>
                  <a:pt x="485" y="143"/>
                </a:lnTo>
                <a:lnTo>
                  <a:pt x="480" y="146"/>
                </a:lnTo>
                <a:lnTo>
                  <a:pt x="477" y="150"/>
                </a:lnTo>
                <a:lnTo>
                  <a:pt x="480" y="155"/>
                </a:lnTo>
                <a:lnTo>
                  <a:pt x="485" y="159"/>
                </a:lnTo>
                <a:lnTo>
                  <a:pt x="487" y="159"/>
                </a:lnTo>
                <a:lnTo>
                  <a:pt x="488" y="160"/>
                </a:lnTo>
                <a:lnTo>
                  <a:pt x="489" y="165"/>
                </a:lnTo>
                <a:lnTo>
                  <a:pt x="490" y="170"/>
                </a:lnTo>
                <a:lnTo>
                  <a:pt x="490" y="172"/>
                </a:lnTo>
                <a:lnTo>
                  <a:pt x="493" y="176"/>
                </a:lnTo>
                <a:lnTo>
                  <a:pt x="502" y="185"/>
                </a:lnTo>
                <a:lnTo>
                  <a:pt x="511" y="197"/>
                </a:lnTo>
                <a:lnTo>
                  <a:pt x="513" y="205"/>
                </a:lnTo>
                <a:lnTo>
                  <a:pt x="511" y="209"/>
                </a:lnTo>
                <a:lnTo>
                  <a:pt x="507" y="206"/>
                </a:lnTo>
                <a:lnTo>
                  <a:pt x="493" y="196"/>
                </a:lnTo>
                <a:lnTo>
                  <a:pt x="470" y="186"/>
                </a:lnTo>
                <a:lnTo>
                  <a:pt x="451" y="178"/>
                </a:lnTo>
                <a:lnTo>
                  <a:pt x="441" y="178"/>
                </a:lnTo>
                <a:lnTo>
                  <a:pt x="426" y="177"/>
                </a:lnTo>
                <a:lnTo>
                  <a:pt x="412" y="170"/>
                </a:lnTo>
                <a:lnTo>
                  <a:pt x="407" y="165"/>
                </a:lnTo>
                <a:lnTo>
                  <a:pt x="402" y="161"/>
                </a:lnTo>
                <a:lnTo>
                  <a:pt x="398" y="159"/>
                </a:lnTo>
                <a:lnTo>
                  <a:pt x="396" y="162"/>
                </a:lnTo>
                <a:lnTo>
                  <a:pt x="397" y="171"/>
                </a:lnTo>
                <a:lnTo>
                  <a:pt x="401" y="177"/>
                </a:lnTo>
                <a:lnTo>
                  <a:pt x="410" y="178"/>
                </a:lnTo>
                <a:lnTo>
                  <a:pt x="416" y="181"/>
                </a:lnTo>
                <a:lnTo>
                  <a:pt x="416" y="185"/>
                </a:lnTo>
                <a:lnTo>
                  <a:pt x="415" y="186"/>
                </a:lnTo>
                <a:lnTo>
                  <a:pt x="418" y="188"/>
                </a:lnTo>
                <a:lnTo>
                  <a:pt x="426" y="192"/>
                </a:lnTo>
                <a:lnTo>
                  <a:pt x="428" y="200"/>
                </a:lnTo>
                <a:lnTo>
                  <a:pt x="423" y="207"/>
                </a:lnTo>
                <a:lnTo>
                  <a:pt x="411" y="205"/>
                </a:lnTo>
                <a:lnTo>
                  <a:pt x="408" y="202"/>
                </a:lnTo>
                <a:lnTo>
                  <a:pt x="407" y="198"/>
                </a:lnTo>
                <a:lnTo>
                  <a:pt x="406" y="195"/>
                </a:lnTo>
                <a:lnTo>
                  <a:pt x="402" y="193"/>
                </a:lnTo>
                <a:lnTo>
                  <a:pt x="393" y="196"/>
                </a:lnTo>
                <a:lnTo>
                  <a:pt x="385" y="201"/>
                </a:lnTo>
                <a:lnTo>
                  <a:pt x="374" y="202"/>
                </a:lnTo>
                <a:lnTo>
                  <a:pt x="365" y="207"/>
                </a:lnTo>
                <a:lnTo>
                  <a:pt x="364" y="214"/>
                </a:lnTo>
                <a:lnTo>
                  <a:pt x="361" y="211"/>
                </a:lnTo>
                <a:lnTo>
                  <a:pt x="355" y="205"/>
                </a:lnTo>
                <a:lnTo>
                  <a:pt x="353" y="206"/>
                </a:lnTo>
                <a:lnTo>
                  <a:pt x="356" y="200"/>
                </a:lnTo>
                <a:lnTo>
                  <a:pt x="350" y="202"/>
                </a:lnTo>
                <a:lnTo>
                  <a:pt x="336" y="208"/>
                </a:lnTo>
                <a:lnTo>
                  <a:pt x="319" y="214"/>
                </a:lnTo>
                <a:lnTo>
                  <a:pt x="305" y="220"/>
                </a:lnTo>
                <a:lnTo>
                  <a:pt x="296" y="227"/>
                </a:lnTo>
                <a:lnTo>
                  <a:pt x="291" y="234"/>
                </a:lnTo>
                <a:lnTo>
                  <a:pt x="287" y="239"/>
                </a:lnTo>
                <a:lnTo>
                  <a:pt x="282" y="239"/>
                </a:lnTo>
                <a:lnTo>
                  <a:pt x="272" y="235"/>
                </a:lnTo>
                <a:lnTo>
                  <a:pt x="270" y="228"/>
                </a:lnTo>
                <a:lnTo>
                  <a:pt x="275" y="220"/>
                </a:lnTo>
                <a:lnTo>
                  <a:pt x="275" y="211"/>
                </a:lnTo>
                <a:lnTo>
                  <a:pt x="268" y="203"/>
                </a:lnTo>
                <a:lnTo>
                  <a:pt x="256" y="200"/>
                </a:lnTo>
                <a:lnTo>
                  <a:pt x="247" y="198"/>
                </a:lnTo>
                <a:lnTo>
                  <a:pt x="241" y="198"/>
                </a:lnTo>
                <a:lnTo>
                  <a:pt x="238" y="200"/>
                </a:lnTo>
                <a:lnTo>
                  <a:pt x="243" y="205"/>
                </a:lnTo>
                <a:lnTo>
                  <a:pt x="249" y="211"/>
                </a:lnTo>
                <a:lnTo>
                  <a:pt x="251" y="216"/>
                </a:lnTo>
                <a:lnTo>
                  <a:pt x="251" y="220"/>
                </a:lnTo>
                <a:lnTo>
                  <a:pt x="251" y="226"/>
                </a:lnTo>
                <a:lnTo>
                  <a:pt x="253" y="230"/>
                </a:lnTo>
                <a:lnTo>
                  <a:pt x="255" y="231"/>
                </a:lnTo>
                <a:lnTo>
                  <a:pt x="257" y="232"/>
                </a:lnTo>
                <a:lnTo>
                  <a:pt x="257" y="237"/>
                </a:lnTo>
                <a:lnTo>
                  <a:pt x="256" y="244"/>
                </a:lnTo>
                <a:lnTo>
                  <a:pt x="255" y="249"/>
                </a:lnTo>
                <a:lnTo>
                  <a:pt x="253" y="251"/>
                </a:lnTo>
                <a:lnTo>
                  <a:pt x="248" y="247"/>
                </a:lnTo>
                <a:lnTo>
                  <a:pt x="242" y="243"/>
                </a:lnTo>
                <a:lnTo>
                  <a:pt x="235" y="245"/>
                </a:lnTo>
                <a:lnTo>
                  <a:pt x="229" y="250"/>
                </a:lnTo>
                <a:lnTo>
                  <a:pt x="223" y="256"/>
                </a:lnTo>
                <a:lnTo>
                  <a:pt x="216" y="260"/>
                </a:lnTo>
                <a:lnTo>
                  <a:pt x="210" y="264"/>
                </a:lnTo>
                <a:lnTo>
                  <a:pt x="208" y="266"/>
                </a:lnTo>
                <a:lnTo>
                  <a:pt x="213" y="270"/>
                </a:lnTo>
                <a:lnTo>
                  <a:pt x="219" y="274"/>
                </a:lnTo>
                <a:lnTo>
                  <a:pt x="219" y="276"/>
                </a:lnTo>
                <a:lnTo>
                  <a:pt x="214" y="277"/>
                </a:lnTo>
                <a:lnTo>
                  <a:pt x="205" y="274"/>
                </a:lnTo>
                <a:lnTo>
                  <a:pt x="189" y="269"/>
                </a:lnTo>
                <a:lnTo>
                  <a:pt x="182" y="273"/>
                </a:lnTo>
                <a:lnTo>
                  <a:pt x="180" y="277"/>
                </a:lnTo>
                <a:lnTo>
                  <a:pt x="180" y="280"/>
                </a:lnTo>
                <a:lnTo>
                  <a:pt x="184" y="284"/>
                </a:lnTo>
                <a:lnTo>
                  <a:pt x="192" y="291"/>
                </a:lnTo>
                <a:lnTo>
                  <a:pt x="196" y="295"/>
                </a:lnTo>
                <a:lnTo>
                  <a:pt x="192" y="297"/>
                </a:lnTo>
                <a:lnTo>
                  <a:pt x="186" y="296"/>
                </a:lnTo>
                <a:lnTo>
                  <a:pt x="179" y="294"/>
                </a:lnTo>
                <a:lnTo>
                  <a:pt x="166" y="287"/>
                </a:lnTo>
                <a:lnTo>
                  <a:pt x="157" y="276"/>
                </a:lnTo>
                <a:lnTo>
                  <a:pt x="154" y="262"/>
                </a:lnTo>
                <a:lnTo>
                  <a:pt x="145" y="247"/>
                </a:lnTo>
                <a:lnTo>
                  <a:pt x="136" y="239"/>
                </a:lnTo>
                <a:lnTo>
                  <a:pt x="145" y="240"/>
                </a:lnTo>
                <a:lnTo>
                  <a:pt x="151" y="241"/>
                </a:lnTo>
                <a:lnTo>
                  <a:pt x="154" y="239"/>
                </a:lnTo>
                <a:lnTo>
                  <a:pt x="157" y="238"/>
                </a:lnTo>
                <a:lnTo>
                  <a:pt x="161" y="239"/>
                </a:lnTo>
                <a:lnTo>
                  <a:pt x="177" y="246"/>
                </a:lnTo>
                <a:lnTo>
                  <a:pt x="203" y="248"/>
                </a:lnTo>
                <a:lnTo>
                  <a:pt x="215" y="245"/>
                </a:lnTo>
                <a:lnTo>
                  <a:pt x="219" y="239"/>
                </a:lnTo>
                <a:lnTo>
                  <a:pt x="219" y="233"/>
                </a:lnTo>
                <a:lnTo>
                  <a:pt x="217" y="226"/>
                </a:lnTo>
                <a:lnTo>
                  <a:pt x="207" y="214"/>
                </a:lnTo>
                <a:lnTo>
                  <a:pt x="184" y="200"/>
                </a:lnTo>
                <a:lnTo>
                  <a:pt x="172" y="195"/>
                </a:lnTo>
                <a:lnTo>
                  <a:pt x="164" y="193"/>
                </a:lnTo>
                <a:lnTo>
                  <a:pt x="155" y="193"/>
                </a:lnTo>
                <a:lnTo>
                  <a:pt x="144" y="191"/>
                </a:lnTo>
                <a:lnTo>
                  <a:pt x="134" y="189"/>
                </a:lnTo>
                <a:lnTo>
                  <a:pt x="131" y="188"/>
                </a:lnTo>
                <a:lnTo>
                  <a:pt x="133" y="188"/>
                </a:lnTo>
                <a:lnTo>
                  <a:pt x="135" y="187"/>
                </a:lnTo>
                <a:lnTo>
                  <a:pt x="138" y="184"/>
                </a:lnTo>
                <a:lnTo>
                  <a:pt x="137" y="180"/>
                </a:lnTo>
                <a:lnTo>
                  <a:pt x="133" y="177"/>
                </a:lnTo>
                <a:lnTo>
                  <a:pt x="125" y="177"/>
                </a:lnTo>
                <a:lnTo>
                  <a:pt x="122" y="178"/>
                </a:lnTo>
                <a:lnTo>
                  <a:pt x="119" y="180"/>
                </a:lnTo>
                <a:lnTo>
                  <a:pt x="115" y="181"/>
                </a:lnTo>
                <a:lnTo>
                  <a:pt x="106" y="180"/>
                </a:lnTo>
                <a:lnTo>
                  <a:pt x="106" y="178"/>
                </a:lnTo>
                <a:lnTo>
                  <a:pt x="97" y="187"/>
                </a:lnTo>
                <a:lnTo>
                  <a:pt x="89" y="197"/>
                </a:lnTo>
                <a:lnTo>
                  <a:pt x="83" y="209"/>
                </a:lnTo>
                <a:lnTo>
                  <a:pt x="88" y="213"/>
                </a:lnTo>
                <a:lnTo>
                  <a:pt x="92" y="215"/>
                </a:lnTo>
                <a:lnTo>
                  <a:pt x="96" y="218"/>
                </a:lnTo>
                <a:lnTo>
                  <a:pt x="99" y="225"/>
                </a:lnTo>
                <a:lnTo>
                  <a:pt x="99" y="237"/>
                </a:lnTo>
                <a:lnTo>
                  <a:pt x="101" y="259"/>
                </a:lnTo>
                <a:lnTo>
                  <a:pt x="106" y="272"/>
                </a:lnTo>
                <a:lnTo>
                  <a:pt x="112" y="283"/>
                </a:lnTo>
                <a:lnTo>
                  <a:pt x="117" y="301"/>
                </a:lnTo>
                <a:lnTo>
                  <a:pt x="117" y="321"/>
                </a:lnTo>
                <a:lnTo>
                  <a:pt x="113" y="332"/>
                </a:lnTo>
                <a:lnTo>
                  <a:pt x="107" y="340"/>
                </a:lnTo>
                <a:lnTo>
                  <a:pt x="100" y="350"/>
                </a:lnTo>
                <a:lnTo>
                  <a:pt x="95" y="358"/>
                </a:lnTo>
                <a:lnTo>
                  <a:pt x="87" y="366"/>
                </a:lnTo>
                <a:lnTo>
                  <a:pt x="109" y="369"/>
                </a:lnTo>
                <a:lnTo>
                  <a:pt x="116" y="371"/>
                </a:lnTo>
                <a:lnTo>
                  <a:pt x="115" y="375"/>
                </a:lnTo>
                <a:lnTo>
                  <a:pt x="106" y="377"/>
                </a:lnTo>
                <a:lnTo>
                  <a:pt x="97" y="378"/>
                </a:lnTo>
                <a:lnTo>
                  <a:pt x="94" y="377"/>
                </a:lnTo>
                <a:lnTo>
                  <a:pt x="93" y="383"/>
                </a:lnTo>
                <a:lnTo>
                  <a:pt x="88" y="382"/>
                </a:lnTo>
                <a:lnTo>
                  <a:pt x="77" y="381"/>
                </a:lnTo>
                <a:lnTo>
                  <a:pt x="65" y="380"/>
                </a:lnTo>
                <a:lnTo>
                  <a:pt x="57" y="380"/>
                </a:lnTo>
                <a:lnTo>
                  <a:pt x="48" y="384"/>
                </a:lnTo>
                <a:lnTo>
                  <a:pt x="45" y="391"/>
                </a:lnTo>
                <a:lnTo>
                  <a:pt x="49" y="399"/>
                </a:lnTo>
                <a:lnTo>
                  <a:pt x="53" y="411"/>
                </a:lnTo>
                <a:lnTo>
                  <a:pt x="54" y="418"/>
                </a:lnTo>
                <a:lnTo>
                  <a:pt x="54" y="421"/>
                </a:lnTo>
                <a:lnTo>
                  <a:pt x="53" y="420"/>
                </a:lnTo>
                <a:lnTo>
                  <a:pt x="50" y="418"/>
                </a:lnTo>
                <a:lnTo>
                  <a:pt x="37" y="413"/>
                </a:lnTo>
                <a:lnTo>
                  <a:pt x="28" y="415"/>
                </a:lnTo>
                <a:lnTo>
                  <a:pt x="23" y="423"/>
                </a:lnTo>
                <a:lnTo>
                  <a:pt x="16" y="428"/>
                </a:lnTo>
                <a:lnTo>
                  <a:pt x="15" y="436"/>
                </a:lnTo>
                <a:lnTo>
                  <a:pt x="14" y="453"/>
                </a:lnTo>
                <a:lnTo>
                  <a:pt x="0" y="470"/>
                </a:lnTo>
                <a:lnTo>
                  <a:pt x="29" y="476"/>
                </a:lnTo>
                <a:lnTo>
                  <a:pt x="47" y="480"/>
                </a:lnTo>
                <a:lnTo>
                  <a:pt x="53" y="486"/>
                </a:lnTo>
                <a:lnTo>
                  <a:pt x="52" y="495"/>
                </a:lnTo>
                <a:lnTo>
                  <a:pt x="53" y="508"/>
                </a:lnTo>
                <a:lnTo>
                  <a:pt x="59" y="528"/>
                </a:lnTo>
                <a:lnTo>
                  <a:pt x="56" y="540"/>
                </a:lnTo>
                <a:lnTo>
                  <a:pt x="50" y="546"/>
                </a:lnTo>
                <a:lnTo>
                  <a:pt x="47" y="550"/>
                </a:lnTo>
                <a:lnTo>
                  <a:pt x="45" y="554"/>
                </a:lnTo>
                <a:lnTo>
                  <a:pt x="40" y="562"/>
                </a:lnTo>
                <a:lnTo>
                  <a:pt x="38" y="576"/>
                </a:lnTo>
                <a:lnTo>
                  <a:pt x="48" y="584"/>
                </a:lnTo>
                <a:lnTo>
                  <a:pt x="64" y="586"/>
                </a:lnTo>
                <a:lnTo>
                  <a:pt x="81" y="584"/>
                </a:lnTo>
                <a:lnTo>
                  <a:pt x="96" y="582"/>
                </a:lnTo>
                <a:lnTo>
                  <a:pt x="103" y="587"/>
                </a:lnTo>
                <a:lnTo>
                  <a:pt x="107" y="597"/>
                </a:lnTo>
                <a:lnTo>
                  <a:pt x="109" y="609"/>
                </a:lnTo>
                <a:lnTo>
                  <a:pt x="115" y="622"/>
                </a:lnTo>
                <a:lnTo>
                  <a:pt x="122" y="627"/>
                </a:lnTo>
                <a:lnTo>
                  <a:pt x="128" y="629"/>
                </a:lnTo>
                <a:lnTo>
                  <a:pt x="130" y="629"/>
                </a:lnTo>
                <a:lnTo>
                  <a:pt x="128" y="632"/>
                </a:lnTo>
                <a:lnTo>
                  <a:pt x="122" y="640"/>
                </a:lnTo>
                <a:lnTo>
                  <a:pt x="116" y="649"/>
                </a:lnTo>
                <a:lnTo>
                  <a:pt x="112" y="656"/>
                </a:lnTo>
                <a:lnTo>
                  <a:pt x="109" y="667"/>
                </a:lnTo>
                <a:lnTo>
                  <a:pt x="112" y="680"/>
                </a:lnTo>
                <a:lnTo>
                  <a:pt x="124" y="688"/>
                </a:lnTo>
                <a:lnTo>
                  <a:pt x="149" y="688"/>
                </a:lnTo>
                <a:lnTo>
                  <a:pt x="169" y="681"/>
                </a:lnTo>
                <a:lnTo>
                  <a:pt x="177" y="674"/>
                </a:lnTo>
                <a:lnTo>
                  <a:pt x="184" y="672"/>
                </a:lnTo>
                <a:lnTo>
                  <a:pt x="199" y="682"/>
                </a:lnTo>
                <a:lnTo>
                  <a:pt x="228" y="694"/>
                </a:lnTo>
                <a:lnTo>
                  <a:pt x="262" y="689"/>
                </a:lnTo>
                <a:lnTo>
                  <a:pt x="276" y="687"/>
                </a:lnTo>
                <a:lnTo>
                  <a:pt x="283" y="693"/>
                </a:lnTo>
                <a:lnTo>
                  <a:pt x="290" y="701"/>
                </a:lnTo>
                <a:lnTo>
                  <a:pt x="303" y="708"/>
                </a:lnTo>
                <a:lnTo>
                  <a:pt x="317" y="714"/>
                </a:lnTo>
                <a:lnTo>
                  <a:pt x="322" y="721"/>
                </a:lnTo>
                <a:lnTo>
                  <a:pt x="326" y="724"/>
                </a:lnTo>
                <a:lnTo>
                  <a:pt x="332" y="719"/>
                </a:lnTo>
                <a:lnTo>
                  <a:pt x="337" y="714"/>
                </a:lnTo>
                <a:lnTo>
                  <a:pt x="341" y="710"/>
                </a:lnTo>
                <a:lnTo>
                  <a:pt x="345" y="711"/>
                </a:lnTo>
                <a:lnTo>
                  <a:pt x="345" y="718"/>
                </a:lnTo>
                <a:lnTo>
                  <a:pt x="343" y="725"/>
                </a:lnTo>
                <a:lnTo>
                  <a:pt x="344" y="727"/>
                </a:lnTo>
                <a:lnTo>
                  <a:pt x="350" y="731"/>
                </a:lnTo>
                <a:lnTo>
                  <a:pt x="366" y="744"/>
                </a:lnTo>
                <a:lnTo>
                  <a:pt x="385" y="757"/>
                </a:lnTo>
                <a:lnTo>
                  <a:pt x="398" y="759"/>
                </a:lnTo>
                <a:lnTo>
                  <a:pt x="408" y="753"/>
                </a:lnTo>
                <a:lnTo>
                  <a:pt x="417" y="744"/>
                </a:lnTo>
                <a:lnTo>
                  <a:pt x="428" y="736"/>
                </a:lnTo>
                <a:lnTo>
                  <a:pt x="440" y="733"/>
                </a:lnTo>
                <a:lnTo>
                  <a:pt x="452" y="735"/>
                </a:lnTo>
                <a:lnTo>
                  <a:pt x="460" y="744"/>
                </a:lnTo>
                <a:lnTo>
                  <a:pt x="487" y="753"/>
                </a:lnTo>
                <a:lnTo>
                  <a:pt x="497" y="761"/>
                </a:lnTo>
                <a:lnTo>
                  <a:pt x="510" y="773"/>
                </a:lnTo>
                <a:lnTo>
                  <a:pt x="513" y="777"/>
                </a:lnTo>
                <a:lnTo>
                  <a:pt x="517" y="773"/>
                </a:lnTo>
                <a:lnTo>
                  <a:pt x="531" y="763"/>
                </a:lnTo>
                <a:lnTo>
                  <a:pt x="543" y="752"/>
                </a:lnTo>
                <a:lnTo>
                  <a:pt x="545" y="746"/>
                </a:lnTo>
                <a:lnTo>
                  <a:pt x="549" y="744"/>
                </a:lnTo>
                <a:lnTo>
                  <a:pt x="563" y="746"/>
                </a:lnTo>
                <a:lnTo>
                  <a:pt x="578" y="748"/>
                </a:lnTo>
                <a:lnTo>
                  <a:pt x="585" y="747"/>
                </a:lnTo>
                <a:lnTo>
                  <a:pt x="589" y="744"/>
                </a:lnTo>
                <a:lnTo>
                  <a:pt x="596" y="738"/>
                </a:lnTo>
                <a:lnTo>
                  <a:pt x="606" y="732"/>
                </a:lnTo>
                <a:lnTo>
                  <a:pt x="612" y="736"/>
                </a:lnTo>
                <a:lnTo>
                  <a:pt x="620" y="743"/>
                </a:lnTo>
                <a:lnTo>
                  <a:pt x="634" y="746"/>
                </a:lnTo>
                <a:lnTo>
                  <a:pt x="650" y="744"/>
                </a:lnTo>
                <a:lnTo>
                  <a:pt x="656" y="742"/>
                </a:lnTo>
                <a:lnTo>
                  <a:pt x="653" y="733"/>
                </a:lnTo>
                <a:lnTo>
                  <a:pt x="642" y="715"/>
                </a:lnTo>
                <a:lnTo>
                  <a:pt x="636" y="706"/>
                </a:lnTo>
                <a:lnTo>
                  <a:pt x="634" y="701"/>
                </a:lnTo>
                <a:lnTo>
                  <a:pt x="636" y="700"/>
                </a:lnTo>
                <a:lnTo>
                  <a:pt x="641" y="700"/>
                </a:lnTo>
                <a:lnTo>
                  <a:pt x="650" y="699"/>
                </a:lnTo>
                <a:lnTo>
                  <a:pt x="662" y="697"/>
                </a:lnTo>
                <a:lnTo>
                  <a:pt x="677" y="691"/>
                </a:lnTo>
                <a:lnTo>
                  <a:pt x="695" y="680"/>
                </a:lnTo>
                <a:lnTo>
                  <a:pt x="710" y="667"/>
                </a:lnTo>
                <a:lnTo>
                  <a:pt x="718" y="655"/>
                </a:lnTo>
                <a:lnTo>
                  <a:pt x="721" y="645"/>
                </a:lnTo>
                <a:lnTo>
                  <a:pt x="721" y="636"/>
                </a:lnTo>
                <a:lnTo>
                  <a:pt x="718" y="629"/>
                </a:lnTo>
                <a:lnTo>
                  <a:pt x="717" y="624"/>
                </a:lnTo>
                <a:lnTo>
                  <a:pt x="718" y="620"/>
                </a:lnTo>
                <a:lnTo>
                  <a:pt x="723" y="618"/>
                </a:lnTo>
                <a:lnTo>
                  <a:pt x="733" y="618"/>
                </a:lnTo>
                <a:lnTo>
                  <a:pt x="736" y="620"/>
                </a:lnTo>
                <a:lnTo>
                  <a:pt x="735" y="618"/>
                </a:lnTo>
                <a:lnTo>
                  <a:pt x="734" y="609"/>
                </a:lnTo>
                <a:lnTo>
                  <a:pt x="733" y="599"/>
                </a:lnTo>
                <a:lnTo>
                  <a:pt x="732" y="594"/>
                </a:lnTo>
                <a:lnTo>
                  <a:pt x="737" y="593"/>
                </a:lnTo>
                <a:lnTo>
                  <a:pt x="751" y="594"/>
                </a:lnTo>
                <a:lnTo>
                  <a:pt x="763" y="593"/>
                </a:lnTo>
                <a:lnTo>
                  <a:pt x="764" y="587"/>
                </a:lnTo>
                <a:lnTo>
                  <a:pt x="766" y="575"/>
                </a:lnTo>
                <a:lnTo>
                  <a:pt x="778" y="558"/>
                </a:lnTo>
                <a:lnTo>
                  <a:pt x="789" y="546"/>
                </a:lnTo>
                <a:lnTo>
                  <a:pt x="790" y="546"/>
                </a:lnTo>
                <a:lnTo>
                  <a:pt x="791" y="546"/>
                </a:lnTo>
                <a:lnTo>
                  <a:pt x="793" y="544"/>
                </a:lnTo>
                <a:lnTo>
                  <a:pt x="799" y="540"/>
                </a:lnTo>
                <a:lnTo>
                  <a:pt x="810" y="531"/>
                </a:lnTo>
                <a:lnTo>
                  <a:pt x="823" y="522"/>
                </a:lnTo>
                <a:lnTo>
                  <a:pt x="831" y="518"/>
                </a:lnTo>
                <a:lnTo>
                  <a:pt x="837" y="518"/>
                </a:lnTo>
                <a:lnTo>
                  <a:pt x="842" y="521"/>
                </a:lnTo>
                <a:lnTo>
                  <a:pt x="851" y="529"/>
                </a:lnTo>
                <a:lnTo>
                  <a:pt x="866" y="535"/>
                </a:lnTo>
                <a:lnTo>
                  <a:pt x="887" y="536"/>
                </a:lnTo>
                <a:lnTo>
                  <a:pt x="904" y="536"/>
                </a:lnTo>
                <a:lnTo>
                  <a:pt x="914" y="530"/>
                </a:lnTo>
                <a:lnTo>
                  <a:pt x="914" y="516"/>
                </a:lnTo>
                <a:lnTo>
                  <a:pt x="909" y="503"/>
                </a:lnTo>
                <a:lnTo>
                  <a:pt x="904" y="498"/>
                </a:lnTo>
                <a:lnTo>
                  <a:pt x="907" y="499"/>
                </a:lnTo>
                <a:lnTo>
                  <a:pt x="923" y="506"/>
                </a:lnTo>
                <a:lnTo>
                  <a:pt x="940" y="515"/>
                </a:lnTo>
                <a:lnTo>
                  <a:pt x="947" y="524"/>
                </a:lnTo>
                <a:lnTo>
                  <a:pt x="956" y="530"/>
                </a:lnTo>
                <a:lnTo>
                  <a:pt x="977" y="533"/>
                </a:lnTo>
                <a:lnTo>
                  <a:pt x="1009" y="536"/>
                </a:lnTo>
                <a:lnTo>
                  <a:pt x="1033" y="542"/>
                </a:lnTo>
                <a:lnTo>
                  <a:pt x="1055" y="543"/>
                </a:lnTo>
                <a:lnTo>
                  <a:pt x="1084" y="531"/>
                </a:lnTo>
                <a:lnTo>
                  <a:pt x="1102" y="527"/>
                </a:lnTo>
                <a:lnTo>
                  <a:pt x="1120" y="530"/>
                </a:lnTo>
                <a:lnTo>
                  <a:pt x="1138" y="536"/>
                </a:lnTo>
                <a:lnTo>
                  <a:pt x="1155" y="539"/>
                </a:lnTo>
                <a:lnTo>
                  <a:pt x="1163" y="537"/>
                </a:lnTo>
                <a:lnTo>
                  <a:pt x="1162" y="534"/>
                </a:lnTo>
                <a:lnTo>
                  <a:pt x="1159" y="529"/>
                </a:lnTo>
                <a:lnTo>
                  <a:pt x="1159" y="524"/>
                </a:lnTo>
                <a:lnTo>
                  <a:pt x="1164" y="519"/>
                </a:lnTo>
                <a:lnTo>
                  <a:pt x="1169" y="515"/>
                </a:lnTo>
                <a:lnTo>
                  <a:pt x="1171" y="509"/>
                </a:lnTo>
                <a:lnTo>
                  <a:pt x="1168" y="498"/>
                </a:lnTo>
                <a:lnTo>
                  <a:pt x="1158" y="488"/>
                </a:lnTo>
                <a:lnTo>
                  <a:pt x="1148" y="482"/>
                </a:lnTo>
                <a:lnTo>
                  <a:pt x="1146" y="481"/>
                </a:lnTo>
                <a:lnTo>
                  <a:pt x="1147" y="481"/>
                </a:lnTo>
                <a:lnTo>
                  <a:pt x="1152" y="481"/>
                </a:lnTo>
                <a:lnTo>
                  <a:pt x="1163" y="481"/>
                </a:lnTo>
                <a:lnTo>
                  <a:pt x="1170" y="481"/>
                </a:lnTo>
                <a:lnTo>
                  <a:pt x="1185" y="482"/>
                </a:lnTo>
                <a:lnTo>
                  <a:pt x="1201" y="486"/>
                </a:lnTo>
                <a:lnTo>
                  <a:pt x="1212" y="496"/>
                </a:lnTo>
              </a:path>
            </a:pathLst>
          </a:custGeom>
          <a:solidFill>
            <a:srgbClr val="FDE3BA"/>
          </a:solidFill>
          <a:ln w="12700" cap="rnd">
            <a:solidFill>
              <a:schemeClr val="tx1"/>
            </a:solidFill>
            <a:round/>
            <a:headEnd/>
            <a:tailEnd/>
          </a:ln>
        </p:spPr>
        <p:txBody>
          <a:bodyPr/>
          <a:lstStyle/>
          <a:p>
            <a:endParaRPr lang="en-US" b="1"/>
          </a:p>
        </p:txBody>
      </p:sp>
      <p:sp>
        <p:nvSpPr>
          <p:cNvPr id="6151" name="Freeform 437"/>
          <p:cNvSpPr>
            <a:spLocks/>
          </p:cNvSpPr>
          <p:nvPr/>
        </p:nvSpPr>
        <p:spPr bwMode="auto">
          <a:xfrm>
            <a:off x="5445998" y="3592332"/>
            <a:ext cx="504681" cy="430596"/>
          </a:xfrm>
          <a:custGeom>
            <a:avLst/>
            <a:gdLst>
              <a:gd name="T0" fmla="*/ 52 w 289"/>
              <a:gd name="T1" fmla="*/ 0 h 218"/>
              <a:gd name="T2" fmla="*/ 51 w 289"/>
              <a:gd name="T3" fmla="*/ 7 h 218"/>
              <a:gd name="T4" fmla="*/ 60 w 289"/>
              <a:gd name="T5" fmla="*/ 41 h 218"/>
              <a:gd name="T6" fmla="*/ 55 w 289"/>
              <a:gd name="T7" fmla="*/ 40 h 218"/>
              <a:gd name="T8" fmla="*/ 36 w 289"/>
              <a:gd name="T9" fmla="*/ 42 h 218"/>
              <a:gd name="T10" fmla="*/ 24 w 289"/>
              <a:gd name="T11" fmla="*/ 45 h 218"/>
              <a:gd name="T12" fmla="*/ 24 w 289"/>
              <a:gd name="T13" fmla="*/ 69 h 218"/>
              <a:gd name="T14" fmla="*/ 20 w 289"/>
              <a:gd name="T15" fmla="*/ 83 h 218"/>
              <a:gd name="T16" fmla="*/ 2 w 289"/>
              <a:gd name="T17" fmla="*/ 98 h 218"/>
              <a:gd name="T18" fmla="*/ 0 w 289"/>
              <a:gd name="T19" fmla="*/ 114 h 218"/>
              <a:gd name="T20" fmla="*/ 2 w 289"/>
              <a:gd name="T21" fmla="*/ 113 h 218"/>
              <a:gd name="T22" fmla="*/ 19 w 289"/>
              <a:gd name="T23" fmla="*/ 120 h 218"/>
              <a:gd name="T24" fmla="*/ 36 w 289"/>
              <a:gd name="T25" fmla="*/ 131 h 218"/>
              <a:gd name="T26" fmla="*/ 47 w 289"/>
              <a:gd name="T27" fmla="*/ 144 h 218"/>
              <a:gd name="T28" fmla="*/ 61 w 289"/>
              <a:gd name="T29" fmla="*/ 156 h 218"/>
              <a:gd name="T30" fmla="*/ 109 w 289"/>
              <a:gd name="T31" fmla="*/ 168 h 218"/>
              <a:gd name="T32" fmla="*/ 111 w 289"/>
              <a:gd name="T33" fmla="*/ 164 h 218"/>
              <a:gd name="T34" fmla="*/ 105 w 289"/>
              <a:gd name="T35" fmla="*/ 157 h 218"/>
              <a:gd name="T36" fmla="*/ 109 w 289"/>
              <a:gd name="T37" fmla="*/ 154 h 218"/>
              <a:gd name="T38" fmla="*/ 108 w 289"/>
              <a:gd name="T39" fmla="*/ 152 h 218"/>
              <a:gd name="T40" fmla="*/ 128 w 289"/>
              <a:gd name="T41" fmla="*/ 153 h 218"/>
              <a:gd name="T42" fmla="*/ 145 w 289"/>
              <a:gd name="T43" fmla="*/ 168 h 218"/>
              <a:gd name="T44" fmla="*/ 170 w 289"/>
              <a:gd name="T45" fmla="*/ 189 h 218"/>
              <a:gd name="T46" fmla="*/ 187 w 289"/>
              <a:gd name="T47" fmla="*/ 197 h 218"/>
              <a:gd name="T48" fmla="*/ 196 w 289"/>
              <a:gd name="T49" fmla="*/ 191 h 218"/>
              <a:gd name="T50" fmla="*/ 216 w 289"/>
              <a:gd name="T51" fmla="*/ 195 h 218"/>
              <a:gd name="T52" fmla="*/ 222 w 289"/>
              <a:gd name="T53" fmla="*/ 201 h 218"/>
              <a:gd name="T54" fmla="*/ 234 w 289"/>
              <a:gd name="T55" fmla="*/ 212 h 218"/>
              <a:gd name="T56" fmla="*/ 234 w 289"/>
              <a:gd name="T57" fmla="*/ 211 h 218"/>
              <a:gd name="T58" fmla="*/ 240 w 289"/>
              <a:gd name="T59" fmla="*/ 210 h 218"/>
              <a:gd name="T60" fmla="*/ 270 w 289"/>
              <a:gd name="T61" fmla="*/ 217 h 218"/>
              <a:gd name="T62" fmla="*/ 284 w 289"/>
              <a:gd name="T63" fmla="*/ 195 h 218"/>
              <a:gd name="T64" fmla="*/ 284 w 289"/>
              <a:gd name="T65" fmla="*/ 188 h 218"/>
              <a:gd name="T66" fmla="*/ 266 w 289"/>
              <a:gd name="T67" fmla="*/ 168 h 218"/>
              <a:gd name="T68" fmla="*/ 265 w 289"/>
              <a:gd name="T69" fmla="*/ 158 h 218"/>
              <a:gd name="T70" fmla="*/ 257 w 289"/>
              <a:gd name="T71" fmla="*/ 139 h 218"/>
              <a:gd name="T72" fmla="*/ 265 w 289"/>
              <a:gd name="T73" fmla="*/ 130 h 218"/>
              <a:gd name="T74" fmla="*/ 248 w 289"/>
              <a:gd name="T75" fmla="*/ 120 h 218"/>
              <a:gd name="T76" fmla="*/ 246 w 289"/>
              <a:gd name="T77" fmla="*/ 106 h 218"/>
              <a:gd name="T78" fmla="*/ 248 w 289"/>
              <a:gd name="T79" fmla="*/ 77 h 218"/>
              <a:gd name="T80" fmla="*/ 236 w 289"/>
              <a:gd name="T81" fmla="*/ 52 h 218"/>
              <a:gd name="T82" fmla="*/ 212 w 289"/>
              <a:gd name="T83" fmla="*/ 36 h 218"/>
              <a:gd name="T84" fmla="*/ 193 w 289"/>
              <a:gd name="T85" fmla="*/ 25 h 218"/>
              <a:gd name="T86" fmla="*/ 170 w 289"/>
              <a:gd name="T87" fmla="*/ 36 h 218"/>
              <a:gd name="T88" fmla="*/ 152 w 289"/>
              <a:gd name="T89" fmla="*/ 51 h 218"/>
              <a:gd name="T90" fmla="*/ 120 w 289"/>
              <a:gd name="T91" fmla="*/ 36 h 218"/>
              <a:gd name="T92" fmla="*/ 98 w 289"/>
              <a:gd name="T93" fmla="*/ 19 h 218"/>
              <a:gd name="T94" fmla="*/ 99 w 289"/>
              <a:gd name="T95" fmla="*/ 11 h 218"/>
              <a:gd name="T96" fmla="*/ 96 w 289"/>
              <a:gd name="T97" fmla="*/ 4 h 218"/>
              <a:gd name="T98" fmla="*/ 87 w 289"/>
              <a:gd name="T99" fmla="*/ 12 h 218"/>
              <a:gd name="T100" fmla="*/ 77 w 289"/>
              <a:gd name="T101" fmla="*/ 14 h 218"/>
              <a:gd name="T102" fmla="*/ 59 w 289"/>
              <a:gd name="T103" fmla="*/ 1 h 21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89"/>
              <a:gd name="T157" fmla="*/ 0 h 218"/>
              <a:gd name="T158" fmla="*/ 289 w 289"/>
              <a:gd name="T159" fmla="*/ 218 h 21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89" h="218">
                <a:moveTo>
                  <a:pt x="52" y="0"/>
                </a:moveTo>
                <a:lnTo>
                  <a:pt x="52" y="0"/>
                </a:lnTo>
                <a:lnTo>
                  <a:pt x="51" y="1"/>
                </a:lnTo>
                <a:lnTo>
                  <a:pt x="51" y="7"/>
                </a:lnTo>
                <a:lnTo>
                  <a:pt x="52" y="18"/>
                </a:lnTo>
                <a:lnTo>
                  <a:pt x="60" y="41"/>
                </a:lnTo>
                <a:lnTo>
                  <a:pt x="59" y="40"/>
                </a:lnTo>
                <a:lnTo>
                  <a:pt x="55" y="40"/>
                </a:lnTo>
                <a:lnTo>
                  <a:pt x="47" y="41"/>
                </a:lnTo>
                <a:lnTo>
                  <a:pt x="36" y="42"/>
                </a:lnTo>
                <a:lnTo>
                  <a:pt x="28" y="42"/>
                </a:lnTo>
                <a:lnTo>
                  <a:pt x="24" y="45"/>
                </a:lnTo>
                <a:lnTo>
                  <a:pt x="24" y="56"/>
                </a:lnTo>
                <a:lnTo>
                  <a:pt x="24" y="69"/>
                </a:lnTo>
                <a:lnTo>
                  <a:pt x="24" y="78"/>
                </a:lnTo>
                <a:lnTo>
                  <a:pt x="20" y="83"/>
                </a:lnTo>
                <a:lnTo>
                  <a:pt x="13" y="90"/>
                </a:lnTo>
                <a:lnTo>
                  <a:pt x="2" y="98"/>
                </a:lnTo>
                <a:lnTo>
                  <a:pt x="0" y="99"/>
                </a:lnTo>
                <a:lnTo>
                  <a:pt x="0" y="114"/>
                </a:lnTo>
                <a:lnTo>
                  <a:pt x="0" y="113"/>
                </a:lnTo>
                <a:lnTo>
                  <a:pt x="2" y="113"/>
                </a:lnTo>
                <a:lnTo>
                  <a:pt x="8" y="114"/>
                </a:lnTo>
                <a:lnTo>
                  <a:pt x="19" y="120"/>
                </a:lnTo>
                <a:lnTo>
                  <a:pt x="29" y="127"/>
                </a:lnTo>
                <a:lnTo>
                  <a:pt x="36" y="131"/>
                </a:lnTo>
                <a:lnTo>
                  <a:pt x="41" y="137"/>
                </a:lnTo>
                <a:lnTo>
                  <a:pt x="47" y="144"/>
                </a:lnTo>
                <a:lnTo>
                  <a:pt x="56" y="154"/>
                </a:lnTo>
                <a:lnTo>
                  <a:pt x="61" y="156"/>
                </a:lnTo>
                <a:lnTo>
                  <a:pt x="111" y="171"/>
                </a:lnTo>
                <a:lnTo>
                  <a:pt x="109" y="168"/>
                </a:lnTo>
                <a:lnTo>
                  <a:pt x="110" y="166"/>
                </a:lnTo>
                <a:lnTo>
                  <a:pt x="111" y="164"/>
                </a:lnTo>
                <a:lnTo>
                  <a:pt x="109" y="161"/>
                </a:lnTo>
                <a:lnTo>
                  <a:pt x="105" y="157"/>
                </a:lnTo>
                <a:lnTo>
                  <a:pt x="109" y="156"/>
                </a:lnTo>
                <a:lnTo>
                  <a:pt x="109" y="154"/>
                </a:lnTo>
                <a:lnTo>
                  <a:pt x="108" y="153"/>
                </a:lnTo>
                <a:lnTo>
                  <a:pt x="108" y="152"/>
                </a:lnTo>
                <a:lnTo>
                  <a:pt x="115" y="152"/>
                </a:lnTo>
                <a:lnTo>
                  <a:pt x="128" y="153"/>
                </a:lnTo>
                <a:lnTo>
                  <a:pt x="137" y="159"/>
                </a:lnTo>
                <a:lnTo>
                  <a:pt x="145" y="168"/>
                </a:lnTo>
                <a:lnTo>
                  <a:pt x="158" y="180"/>
                </a:lnTo>
                <a:lnTo>
                  <a:pt x="170" y="189"/>
                </a:lnTo>
                <a:lnTo>
                  <a:pt x="179" y="195"/>
                </a:lnTo>
                <a:lnTo>
                  <a:pt x="187" y="197"/>
                </a:lnTo>
                <a:lnTo>
                  <a:pt x="192" y="194"/>
                </a:lnTo>
                <a:lnTo>
                  <a:pt x="196" y="191"/>
                </a:lnTo>
                <a:lnTo>
                  <a:pt x="209" y="193"/>
                </a:lnTo>
                <a:lnTo>
                  <a:pt x="216" y="195"/>
                </a:lnTo>
                <a:lnTo>
                  <a:pt x="219" y="198"/>
                </a:lnTo>
                <a:lnTo>
                  <a:pt x="222" y="201"/>
                </a:lnTo>
                <a:lnTo>
                  <a:pt x="228" y="207"/>
                </a:lnTo>
                <a:lnTo>
                  <a:pt x="234" y="212"/>
                </a:lnTo>
                <a:lnTo>
                  <a:pt x="235" y="212"/>
                </a:lnTo>
                <a:lnTo>
                  <a:pt x="234" y="211"/>
                </a:lnTo>
                <a:lnTo>
                  <a:pt x="236" y="210"/>
                </a:lnTo>
                <a:lnTo>
                  <a:pt x="240" y="210"/>
                </a:lnTo>
                <a:lnTo>
                  <a:pt x="244" y="214"/>
                </a:lnTo>
                <a:lnTo>
                  <a:pt x="270" y="217"/>
                </a:lnTo>
                <a:lnTo>
                  <a:pt x="273" y="205"/>
                </a:lnTo>
                <a:lnTo>
                  <a:pt x="284" y="195"/>
                </a:lnTo>
                <a:lnTo>
                  <a:pt x="288" y="191"/>
                </a:lnTo>
                <a:lnTo>
                  <a:pt x="284" y="188"/>
                </a:lnTo>
                <a:lnTo>
                  <a:pt x="274" y="179"/>
                </a:lnTo>
                <a:lnTo>
                  <a:pt x="266" y="168"/>
                </a:lnTo>
                <a:lnTo>
                  <a:pt x="265" y="163"/>
                </a:lnTo>
                <a:lnTo>
                  <a:pt x="265" y="158"/>
                </a:lnTo>
                <a:lnTo>
                  <a:pt x="259" y="148"/>
                </a:lnTo>
                <a:lnTo>
                  <a:pt x="257" y="139"/>
                </a:lnTo>
                <a:lnTo>
                  <a:pt x="262" y="134"/>
                </a:lnTo>
                <a:lnTo>
                  <a:pt x="265" y="130"/>
                </a:lnTo>
                <a:lnTo>
                  <a:pt x="257" y="125"/>
                </a:lnTo>
                <a:lnTo>
                  <a:pt x="248" y="120"/>
                </a:lnTo>
                <a:lnTo>
                  <a:pt x="245" y="114"/>
                </a:lnTo>
                <a:lnTo>
                  <a:pt x="246" y="106"/>
                </a:lnTo>
                <a:lnTo>
                  <a:pt x="249" y="94"/>
                </a:lnTo>
                <a:lnTo>
                  <a:pt x="248" y="77"/>
                </a:lnTo>
                <a:lnTo>
                  <a:pt x="242" y="62"/>
                </a:lnTo>
                <a:lnTo>
                  <a:pt x="236" y="52"/>
                </a:lnTo>
                <a:lnTo>
                  <a:pt x="238" y="45"/>
                </a:lnTo>
                <a:lnTo>
                  <a:pt x="212" y="36"/>
                </a:lnTo>
                <a:lnTo>
                  <a:pt x="204" y="27"/>
                </a:lnTo>
                <a:lnTo>
                  <a:pt x="193" y="25"/>
                </a:lnTo>
                <a:lnTo>
                  <a:pt x="180" y="28"/>
                </a:lnTo>
                <a:lnTo>
                  <a:pt x="170" y="36"/>
                </a:lnTo>
                <a:lnTo>
                  <a:pt x="162" y="45"/>
                </a:lnTo>
                <a:lnTo>
                  <a:pt x="152" y="51"/>
                </a:lnTo>
                <a:lnTo>
                  <a:pt x="138" y="49"/>
                </a:lnTo>
                <a:lnTo>
                  <a:pt x="120" y="36"/>
                </a:lnTo>
                <a:lnTo>
                  <a:pt x="105" y="23"/>
                </a:lnTo>
                <a:lnTo>
                  <a:pt x="98" y="19"/>
                </a:lnTo>
                <a:lnTo>
                  <a:pt x="98" y="18"/>
                </a:lnTo>
                <a:lnTo>
                  <a:pt x="99" y="11"/>
                </a:lnTo>
                <a:lnTo>
                  <a:pt x="99" y="4"/>
                </a:lnTo>
                <a:lnTo>
                  <a:pt x="96" y="4"/>
                </a:lnTo>
                <a:lnTo>
                  <a:pt x="91" y="7"/>
                </a:lnTo>
                <a:lnTo>
                  <a:pt x="87" y="12"/>
                </a:lnTo>
                <a:lnTo>
                  <a:pt x="81" y="17"/>
                </a:lnTo>
                <a:lnTo>
                  <a:pt x="77" y="14"/>
                </a:lnTo>
                <a:lnTo>
                  <a:pt x="72" y="7"/>
                </a:lnTo>
                <a:lnTo>
                  <a:pt x="59" y="1"/>
                </a:lnTo>
                <a:lnTo>
                  <a:pt x="52" y="0"/>
                </a:lnTo>
              </a:path>
            </a:pathLst>
          </a:custGeom>
          <a:solidFill>
            <a:srgbClr val="FFFFFF"/>
          </a:solidFill>
          <a:ln w="12700" cap="rnd">
            <a:solidFill>
              <a:schemeClr val="tx1"/>
            </a:solidFill>
            <a:round/>
            <a:headEnd/>
            <a:tailEnd/>
          </a:ln>
        </p:spPr>
        <p:txBody>
          <a:bodyPr/>
          <a:lstStyle/>
          <a:p>
            <a:endParaRPr lang="en-US">
              <a:solidFill>
                <a:schemeClr val="bg1">
                  <a:lumMod val="50000"/>
                </a:schemeClr>
              </a:solidFill>
            </a:endParaRPr>
          </a:p>
        </p:txBody>
      </p:sp>
      <p:sp>
        <p:nvSpPr>
          <p:cNvPr id="6152" name="Freeform 438"/>
          <p:cNvSpPr>
            <a:spLocks/>
          </p:cNvSpPr>
          <p:nvPr/>
        </p:nvSpPr>
        <p:spPr bwMode="auto">
          <a:xfrm>
            <a:off x="5445998" y="3576530"/>
            <a:ext cx="515159" cy="442447"/>
          </a:xfrm>
          <a:custGeom>
            <a:avLst/>
            <a:gdLst>
              <a:gd name="T0" fmla="*/ 53 w 295"/>
              <a:gd name="T1" fmla="*/ 0 h 224"/>
              <a:gd name="T2" fmla="*/ 52 w 295"/>
              <a:gd name="T3" fmla="*/ 7 h 224"/>
              <a:gd name="T4" fmla="*/ 61 w 295"/>
              <a:gd name="T5" fmla="*/ 42 h 224"/>
              <a:gd name="T6" fmla="*/ 56 w 295"/>
              <a:gd name="T7" fmla="*/ 41 h 224"/>
              <a:gd name="T8" fmla="*/ 37 w 295"/>
              <a:gd name="T9" fmla="*/ 43 h 224"/>
              <a:gd name="T10" fmla="*/ 25 w 295"/>
              <a:gd name="T11" fmla="*/ 46 h 224"/>
              <a:gd name="T12" fmla="*/ 25 w 295"/>
              <a:gd name="T13" fmla="*/ 71 h 224"/>
              <a:gd name="T14" fmla="*/ 20 w 295"/>
              <a:gd name="T15" fmla="*/ 85 h 224"/>
              <a:gd name="T16" fmla="*/ 2 w 295"/>
              <a:gd name="T17" fmla="*/ 101 h 224"/>
              <a:gd name="T18" fmla="*/ 0 w 295"/>
              <a:gd name="T19" fmla="*/ 117 h 224"/>
              <a:gd name="T20" fmla="*/ 2 w 295"/>
              <a:gd name="T21" fmla="*/ 116 h 224"/>
              <a:gd name="T22" fmla="*/ 19 w 295"/>
              <a:gd name="T23" fmla="*/ 123 h 224"/>
              <a:gd name="T24" fmla="*/ 37 w 295"/>
              <a:gd name="T25" fmla="*/ 135 h 224"/>
              <a:gd name="T26" fmla="*/ 48 w 295"/>
              <a:gd name="T27" fmla="*/ 148 h 224"/>
              <a:gd name="T28" fmla="*/ 62 w 295"/>
              <a:gd name="T29" fmla="*/ 160 h 224"/>
              <a:gd name="T30" fmla="*/ 111 w 295"/>
              <a:gd name="T31" fmla="*/ 173 h 224"/>
              <a:gd name="T32" fmla="*/ 113 w 295"/>
              <a:gd name="T33" fmla="*/ 169 h 224"/>
              <a:gd name="T34" fmla="*/ 107 w 295"/>
              <a:gd name="T35" fmla="*/ 161 h 224"/>
              <a:gd name="T36" fmla="*/ 111 w 295"/>
              <a:gd name="T37" fmla="*/ 158 h 224"/>
              <a:gd name="T38" fmla="*/ 110 w 295"/>
              <a:gd name="T39" fmla="*/ 156 h 224"/>
              <a:gd name="T40" fmla="*/ 131 w 295"/>
              <a:gd name="T41" fmla="*/ 157 h 224"/>
              <a:gd name="T42" fmla="*/ 148 w 295"/>
              <a:gd name="T43" fmla="*/ 173 h 224"/>
              <a:gd name="T44" fmla="*/ 174 w 295"/>
              <a:gd name="T45" fmla="*/ 194 h 224"/>
              <a:gd name="T46" fmla="*/ 191 w 295"/>
              <a:gd name="T47" fmla="*/ 202 h 224"/>
              <a:gd name="T48" fmla="*/ 200 w 295"/>
              <a:gd name="T49" fmla="*/ 196 h 224"/>
              <a:gd name="T50" fmla="*/ 221 w 295"/>
              <a:gd name="T51" fmla="*/ 200 h 224"/>
              <a:gd name="T52" fmla="*/ 227 w 295"/>
              <a:gd name="T53" fmla="*/ 207 h 224"/>
              <a:gd name="T54" fmla="*/ 239 w 295"/>
              <a:gd name="T55" fmla="*/ 218 h 224"/>
              <a:gd name="T56" fmla="*/ 239 w 295"/>
              <a:gd name="T57" fmla="*/ 217 h 224"/>
              <a:gd name="T58" fmla="*/ 245 w 295"/>
              <a:gd name="T59" fmla="*/ 216 h 224"/>
              <a:gd name="T60" fmla="*/ 276 w 295"/>
              <a:gd name="T61" fmla="*/ 223 h 224"/>
              <a:gd name="T62" fmla="*/ 290 w 295"/>
              <a:gd name="T63" fmla="*/ 200 h 224"/>
              <a:gd name="T64" fmla="*/ 290 w 295"/>
              <a:gd name="T65" fmla="*/ 193 h 224"/>
              <a:gd name="T66" fmla="*/ 272 w 295"/>
              <a:gd name="T67" fmla="*/ 173 h 224"/>
              <a:gd name="T68" fmla="*/ 271 w 295"/>
              <a:gd name="T69" fmla="*/ 162 h 224"/>
              <a:gd name="T70" fmla="*/ 262 w 295"/>
              <a:gd name="T71" fmla="*/ 143 h 224"/>
              <a:gd name="T72" fmla="*/ 271 w 295"/>
              <a:gd name="T73" fmla="*/ 134 h 224"/>
              <a:gd name="T74" fmla="*/ 253 w 295"/>
              <a:gd name="T75" fmla="*/ 123 h 224"/>
              <a:gd name="T76" fmla="*/ 251 w 295"/>
              <a:gd name="T77" fmla="*/ 109 h 224"/>
              <a:gd name="T78" fmla="*/ 253 w 295"/>
              <a:gd name="T79" fmla="*/ 79 h 224"/>
              <a:gd name="T80" fmla="*/ 241 w 295"/>
              <a:gd name="T81" fmla="*/ 53 h 224"/>
              <a:gd name="T82" fmla="*/ 216 w 295"/>
              <a:gd name="T83" fmla="*/ 37 h 224"/>
              <a:gd name="T84" fmla="*/ 197 w 295"/>
              <a:gd name="T85" fmla="*/ 26 h 224"/>
              <a:gd name="T86" fmla="*/ 174 w 295"/>
              <a:gd name="T87" fmla="*/ 37 h 224"/>
              <a:gd name="T88" fmla="*/ 155 w 295"/>
              <a:gd name="T89" fmla="*/ 52 h 224"/>
              <a:gd name="T90" fmla="*/ 123 w 295"/>
              <a:gd name="T91" fmla="*/ 37 h 224"/>
              <a:gd name="T92" fmla="*/ 100 w 295"/>
              <a:gd name="T93" fmla="*/ 20 h 224"/>
              <a:gd name="T94" fmla="*/ 101 w 295"/>
              <a:gd name="T95" fmla="*/ 11 h 224"/>
              <a:gd name="T96" fmla="*/ 98 w 295"/>
              <a:gd name="T97" fmla="*/ 4 h 224"/>
              <a:gd name="T98" fmla="*/ 89 w 295"/>
              <a:gd name="T99" fmla="*/ 12 h 224"/>
              <a:gd name="T100" fmla="*/ 79 w 295"/>
              <a:gd name="T101" fmla="*/ 14 h 224"/>
              <a:gd name="T102" fmla="*/ 60 w 295"/>
              <a:gd name="T103" fmla="*/ 1 h 22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95"/>
              <a:gd name="T157" fmla="*/ 0 h 224"/>
              <a:gd name="T158" fmla="*/ 295 w 295"/>
              <a:gd name="T159" fmla="*/ 224 h 22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95" h="224">
                <a:moveTo>
                  <a:pt x="53" y="0"/>
                </a:moveTo>
                <a:lnTo>
                  <a:pt x="53" y="0"/>
                </a:lnTo>
                <a:lnTo>
                  <a:pt x="52" y="1"/>
                </a:lnTo>
                <a:lnTo>
                  <a:pt x="52" y="7"/>
                </a:lnTo>
                <a:lnTo>
                  <a:pt x="53" y="19"/>
                </a:lnTo>
                <a:lnTo>
                  <a:pt x="61" y="42"/>
                </a:lnTo>
                <a:lnTo>
                  <a:pt x="60" y="41"/>
                </a:lnTo>
                <a:lnTo>
                  <a:pt x="56" y="41"/>
                </a:lnTo>
                <a:lnTo>
                  <a:pt x="48" y="42"/>
                </a:lnTo>
                <a:lnTo>
                  <a:pt x="37" y="43"/>
                </a:lnTo>
                <a:lnTo>
                  <a:pt x="29" y="43"/>
                </a:lnTo>
                <a:lnTo>
                  <a:pt x="25" y="46"/>
                </a:lnTo>
                <a:lnTo>
                  <a:pt x="25" y="58"/>
                </a:lnTo>
                <a:lnTo>
                  <a:pt x="25" y="71"/>
                </a:lnTo>
                <a:lnTo>
                  <a:pt x="24" y="80"/>
                </a:lnTo>
                <a:lnTo>
                  <a:pt x="20" y="85"/>
                </a:lnTo>
                <a:lnTo>
                  <a:pt x="13" y="92"/>
                </a:lnTo>
                <a:lnTo>
                  <a:pt x="2" y="101"/>
                </a:lnTo>
                <a:lnTo>
                  <a:pt x="0" y="102"/>
                </a:lnTo>
                <a:lnTo>
                  <a:pt x="0" y="117"/>
                </a:lnTo>
                <a:lnTo>
                  <a:pt x="0" y="116"/>
                </a:lnTo>
                <a:lnTo>
                  <a:pt x="2" y="116"/>
                </a:lnTo>
                <a:lnTo>
                  <a:pt x="8" y="117"/>
                </a:lnTo>
                <a:lnTo>
                  <a:pt x="19" y="123"/>
                </a:lnTo>
                <a:lnTo>
                  <a:pt x="30" y="130"/>
                </a:lnTo>
                <a:lnTo>
                  <a:pt x="37" y="135"/>
                </a:lnTo>
                <a:lnTo>
                  <a:pt x="42" y="141"/>
                </a:lnTo>
                <a:lnTo>
                  <a:pt x="48" y="148"/>
                </a:lnTo>
                <a:lnTo>
                  <a:pt x="57" y="158"/>
                </a:lnTo>
                <a:lnTo>
                  <a:pt x="62" y="160"/>
                </a:lnTo>
                <a:lnTo>
                  <a:pt x="113" y="176"/>
                </a:lnTo>
                <a:lnTo>
                  <a:pt x="111" y="173"/>
                </a:lnTo>
                <a:lnTo>
                  <a:pt x="112" y="171"/>
                </a:lnTo>
                <a:lnTo>
                  <a:pt x="113" y="169"/>
                </a:lnTo>
                <a:lnTo>
                  <a:pt x="111" y="165"/>
                </a:lnTo>
                <a:lnTo>
                  <a:pt x="107" y="161"/>
                </a:lnTo>
                <a:lnTo>
                  <a:pt x="111" y="160"/>
                </a:lnTo>
                <a:lnTo>
                  <a:pt x="111" y="158"/>
                </a:lnTo>
                <a:lnTo>
                  <a:pt x="110" y="157"/>
                </a:lnTo>
                <a:lnTo>
                  <a:pt x="110" y="156"/>
                </a:lnTo>
                <a:lnTo>
                  <a:pt x="117" y="156"/>
                </a:lnTo>
                <a:lnTo>
                  <a:pt x="131" y="157"/>
                </a:lnTo>
                <a:lnTo>
                  <a:pt x="140" y="163"/>
                </a:lnTo>
                <a:lnTo>
                  <a:pt x="148" y="173"/>
                </a:lnTo>
                <a:lnTo>
                  <a:pt x="161" y="185"/>
                </a:lnTo>
                <a:lnTo>
                  <a:pt x="174" y="194"/>
                </a:lnTo>
                <a:lnTo>
                  <a:pt x="183" y="200"/>
                </a:lnTo>
                <a:lnTo>
                  <a:pt x="191" y="202"/>
                </a:lnTo>
                <a:lnTo>
                  <a:pt x="196" y="199"/>
                </a:lnTo>
                <a:lnTo>
                  <a:pt x="200" y="196"/>
                </a:lnTo>
                <a:lnTo>
                  <a:pt x="213" y="198"/>
                </a:lnTo>
                <a:lnTo>
                  <a:pt x="221" y="200"/>
                </a:lnTo>
                <a:lnTo>
                  <a:pt x="224" y="203"/>
                </a:lnTo>
                <a:lnTo>
                  <a:pt x="227" y="207"/>
                </a:lnTo>
                <a:lnTo>
                  <a:pt x="233" y="213"/>
                </a:lnTo>
                <a:lnTo>
                  <a:pt x="239" y="218"/>
                </a:lnTo>
                <a:lnTo>
                  <a:pt x="240" y="218"/>
                </a:lnTo>
                <a:lnTo>
                  <a:pt x="239" y="217"/>
                </a:lnTo>
                <a:lnTo>
                  <a:pt x="241" y="216"/>
                </a:lnTo>
                <a:lnTo>
                  <a:pt x="245" y="216"/>
                </a:lnTo>
                <a:lnTo>
                  <a:pt x="249" y="220"/>
                </a:lnTo>
                <a:lnTo>
                  <a:pt x="276" y="223"/>
                </a:lnTo>
                <a:lnTo>
                  <a:pt x="279" y="211"/>
                </a:lnTo>
                <a:lnTo>
                  <a:pt x="290" y="200"/>
                </a:lnTo>
                <a:lnTo>
                  <a:pt x="294" y="196"/>
                </a:lnTo>
                <a:lnTo>
                  <a:pt x="290" y="193"/>
                </a:lnTo>
                <a:lnTo>
                  <a:pt x="280" y="184"/>
                </a:lnTo>
                <a:lnTo>
                  <a:pt x="272" y="173"/>
                </a:lnTo>
                <a:lnTo>
                  <a:pt x="271" y="167"/>
                </a:lnTo>
                <a:lnTo>
                  <a:pt x="271" y="162"/>
                </a:lnTo>
                <a:lnTo>
                  <a:pt x="264" y="152"/>
                </a:lnTo>
                <a:lnTo>
                  <a:pt x="262" y="143"/>
                </a:lnTo>
                <a:lnTo>
                  <a:pt x="267" y="138"/>
                </a:lnTo>
                <a:lnTo>
                  <a:pt x="271" y="134"/>
                </a:lnTo>
                <a:lnTo>
                  <a:pt x="262" y="128"/>
                </a:lnTo>
                <a:lnTo>
                  <a:pt x="253" y="123"/>
                </a:lnTo>
                <a:lnTo>
                  <a:pt x="250" y="117"/>
                </a:lnTo>
                <a:lnTo>
                  <a:pt x="251" y="109"/>
                </a:lnTo>
                <a:lnTo>
                  <a:pt x="254" y="97"/>
                </a:lnTo>
                <a:lnTo>
                  <a:pt x="253" y="79"/>
                </a:lnTo>
                <a:lnTo>
                  <a:pt x="247" y="64"/>
                </a:lnTo>
                <a:lnTo>
                  <a:pt x="241" y="53"/>
                </a:lnTo>
                <a:lnTo>
                  <a:pt x="243" y="46"/>
                </a:lnTo>
                <a:lnTo>
                  <a:pt x="216" y="37"/>
                </a:lnTo>
                <a:lnTo>
                  <a:pt x="208" y="28"/>
                </a:lnTo>
                <a:lnTo>
                  <a:pt x="197" y="26"/>
                </a:lnTo>
                <a:lnTo>
                  <a:pt x="184" y="29"/>
                </a:lnTo>
                <a:lnTo>
                  <a:pt x="174" y="37"/>
                </a:lnTo>
                <a:lnTo>
                  <a:pt x="165" y="46"/>
                </a:lnTo>
                <a:lnTo>
                  <a:pt x="155" y="52"/>
                </a:lnTo>
                <a:lnTo>
                  <a:pt x="141" y="50"/>
                </a:lnTo>
                <a:lnTo>
                  <a:pt x="123" y="37"/>
                </a:lnTo>
                <a:lnTo>
                  <a:pt x="107" y="24"/>
                </a:lnTo>
                <a:lnTo>
                  <a:pt x="100" y="20"/>
                </a:lnTo>
                <a:lnTo>
                  <a:pt x="100" y="18"/>
                </a:lnTo>
                <a:lnTo>
                  <a:pt x="101" y="11"/>
                </a:lnTo>
                <a:lnTo>
                  <a:pt x="101" y="4"/>
                </a:lnTo>
                <a:lnTo>
                  <a:pt x="98" y="4"/>
                </a:lnTo>
                <a:lnTo>
                  <a:pt x="93" y="7"/>
                </a:lnTo>
                <a:lnTo>
                  <a:pt x="89" y="12"/>
                </a:lnTo>
                <a:lnTo>
                  <a:pt x="83" y="17"/>
                </a:lnTo>
                <a:lnTo>
                  <a:pt x="79" y="14"/>
                </a:lnTo>
                <a:lnTo>
                  <a:pt x="73" y="7"/>
                </a:lnTo>
                <a:lnTo>
                  <a:pt x="60" y="1"/>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153" name="Freeform 439"/>
          <p:cNvSpPr>
            <a:spLocks/>
          </p:cNvSpPr>
          <p:nvPr/>
        </p:nvSpPr>
        <p:spPr bwMode="auto">
          <a:xfrm>
            <a:off x="1456359" y="2353876"/>
            <a:ext cx="2067619" cy="2182606"/>
          </a:xfrm>
          <a:custGeom>
            <a:avLst/>
            <a:gdLst>
              <a:gd name="T0" fmla="*/ 807 w 1184"/>
              <a:gd name="T1" fmla="*/ 1080 h 1105"/>
              <a:gd name="T2" fmla="*/ 739 w 1184"/>
              <a:gd name="T3" fmla="*/ 1019 h 1105"/>
              <a:gd name="T4" fmla="*/ 667 w 1184"/>
              <a:gd name="T5" fmla="*/ 981 h 1105"/>
              <a:gd name="T6" fmla="*/ 548 w 1184"/>
              <a:gd name="T7" fmla="*/ 881 h 1105"/>
              <a:gd name="T8" fmla="*/ 485 w 1184"/>
              <a:gd name="T9" fmla="*/ 788 h 1105"/>
              <a:gd name="T10" fmla="*/ 487 w 1184"/>
              <a:gd name="T11" fmla="*/ 825 h 1105"/>
              <a:gd name="T12" fmla="*/ 469 w 1184"/>
              <a:gd name="T13" fmla="*/ 830 h 1105"/>
              <a:gd name="T14" fmla="*/ 424 w 1184"/>
              <a:gd name="T15" fmla="*/ 725 h 1105"/>
              <a:gd name="T16" fmla="*/ 369 w 1184"/>
              <a:gd name="T17" fmla="*/ 641 h 1105"/>
              <a:gd name="T18" fmla="*/ 390 w 1184"/>
              <a:gd name="T19" fmla="*/ 504 h 1105"/>
              <a:gd name="T20" fmla="*/ 382 w 1184"/>
              <a:gd name="T21" fmla="*/ 448 h 1105"/>
              <a:gd name="T22" fmla="*/ 342 w 1184"/>
              <a:gd name="T23" fmla="*/ 362 h 1105"/>
              <a:gd name="T24" fmla="*/ 280 w 1184"/>
              <a:gd name="T25" fmla="*/ 307 h 1105"/>
              <a:gd name="T26" fmla="*/ 174 w 1184"/>
              <a:gd name="T27" fmla="*/ 298 h 1105"/>
              <a:gd name="T28" fmla="*/ 159 w 1184"/>
              <a:gd name="T29" fmla="*/ 272 h 1105"/>
              <a:gd name="T30" fmla="*/ 101 w 1184"/>
              <a:gd name="T31" fmla="*/ 333 h 1105"/>
              <a:gd name="T32" fmla="*/ 0 w 1184"/>
              <a:gd name="T33" fmla="*/ 381 h 1105"/>
              <a:gd name="T34" fmla="*/ 85 w 1184"/>
              <a:gd name="T35" fmla="*/ 315 h 1105"/>
              <a:gd name="T36" fmla="*/ 26 w 1184"/>
              <a:gd name="T37" fmla="*/ 325 h 1105"/>
              <a:gd name="T38" fmla="*/ 1 w 1184"/>
              <a:gd name="T39" fmla="*/ 281 h 1105"/>
              <a:gd name="T40" fmla="*/ 72 w 1184"/>
              <a:gd name="T41" fmla="*/ 215 h 1105"/>
              <a:gd name="T42" fmla="*/ 27 w 1184"/>
              <a:gd name="T43" fmla="*/ 184 h 1105"/>
              <a:gd name="T44" fmla="*/ 46 w 1184"/>
              <a:gd name="T45" fmla="*/ 135 h 1105"/>
              <a:gd name="T46" fmla="*/ 182 w 1184"/>
              <a:gd name="T47" fmla="*/ 83 h 1105"/>
              <a:gd name="T48" fmla="*/ 302 w 1184"/>
              <a:gd name="T49" fmla="*/ 101 h 1105"/>
              <a:gd name="T50" fmla="*/ 460 w 1184"/>
              <a:gd name="T51" fmla="*/ 97 h 1105"/>
              <a:gd name="T52" fmla="*/ 499 w 1184"/>
              <a:gd name="T53" fmla="*/ 107 h 1105"/>
              <a:gd name="T54" fmla="*/ 585 w 1184"/>
              <a:gd name="T55" fmla="*/ 134 h 1105"/>
              <a:gd name="T56" fmla="*/ 659 w 1184"/>
              <a:gd name="T57" fmla="*/ 160 h 1105"/>
              <a:gd name="T58" fmla="*/ 745 w 1184"/>
              <a:gd name="T59" fmla="*/ 140 h 1105"/>
              <a:gd name="T60" fmla="*/ 808 w 1184"/>
              <a:gd name="T61" fmla="*/ 131 h 1105"/>
              <a:gd name="T62" fmla="*/ 813 w 1184"/>
              <a:gd name="T63" fmla="*/ 62 h 1105"/>
              <a:gd name="T64" fmla="*/ 865 w 1184"/>
              <a:gd name="T65" fmla="*/ 18 h 1105"/>
              <a:gd name="T66" fmla="*/ 849 w 1184"/>
              <a:gd name="T67" fmla="*/ 121 h 1105"/>
              <a:gd name="T68" fmla="*/ 894 w 1184"/>
              <a:gd name="T69" fmla="*/ 125 h 1105"/>
              <a:gd name="T70" fmla="*/ 940 w 1184"/>
              <a:gd name="T71" fmla="*/ 139 h 1105"/>
              <a:gd name="T72" fmla="*/ 843 w 1184"/>
              <a:gd name="T73" fmla="*/ 179 h 1105"/>
              <a:gd name="T74" fmla="*/ 771 w 1184"/>
              <a:gd name="T75" fmla="*/ 298 h 1105"/>
              <a:gd name="T76" fmla="*/ 886 w 1184"/>
              <a:gd name="T77" fmla="*/ 388 h 1105"/>
              <a:gd name="T78" fmla="*/ 930 w 1184"/>
              <a:gd name="T79" fmla="*/ 371 h 1105"/>
              <a:gd name="T80" fmla="*/ 1009 w 1184"/>
              <a:gd name="T81" fmla="*/ 244 h 1105"/>
              <a:gd name="T82" fmla="*/ 1054 w 1184"/>
              <a:gd name="T83" fmla="*/ 308 h 1105"/>
              <a:gd name="T84" fmla="*/ 1109 w 1184"/>
              <a:gd name="T85" fmla="*/ 288 h 1105"/>
              <a:gd name="T86" fmla="*/ 1182 w 1184"/>
              <a:gd name="T87" fmla="*/ 410 h 1105"/>
              <a:gd name="T88" fmla="*/ 1066 w 1184"/>
              <a:gd name="T89" fmla="*/ 454 h 1105"/>
              <a:gd name="T90" fmla="*/ 944 w 1184"/>
              <a:gd name="T91" fmla="*/ 545 h 1105"/>
              <a:gd name="T92" fmla="*/ 1066 w 1184"/>
              <a:gd name="T93" fmla="*/ 491 h 1105"/>
              <a:gd name="T94" fmla="*/ 1127 w 1184"/>
              <a:gd name="T95" fmla="*/ 529 h 1105"/>
              <a:gd name="T96" fmla="*/ 1061 w 1184"/>
              <a:gd name="T97" fmla="*/ 562 h 1105"/>
              <a:gd name="T98" fmla="*/ 1041 w 1184"/>
              <a:gd name="T99" fmla="*/ 549 h 1105"/>
              <a:gd name="T100" fmla="*/ 967 w 1184"/>
              <a:gd name="T101" fmla="*/ 605 h 1105"/>
              <a:gd name="T102" fmla="*/ 914 w 1184"/>
              <a:gd name="T103" fmla="*/ 661 h 1105"/>
              <a:gd name="T104" fmla="*/ 902 w 1184"/>
              <a:gd name="T105" fmla="*/ 711 h 1105"/>
              <a:gd name="T106" fmla="*/ 861 w 1184"/>
              <a:gd name="T107" fmla="*/ 827 h 1105"/>
              <a:gd name="T108" fmla="*/ 792 w 1184"/>
              <a:gd name="T109" fmla="*/ 773 h 1105"/>
              <a:gd name="T110" fmla="*/ 732 w 1184"/>
              <a:gd name="T111" fmla="*/ 787 h 1105"/>
              <a:gd name="T112" fmla="*/ 650 w 1184"/>
              <a:gd name="T113" fmla="*/ 846 h 1105"/>
              <a:gd name="T114" fmla="*/ 688 w 1184"/>
              <a:gd name="T115" fmla="*/ 948 h 1105"/>
              <a:gd name="T116" fmla="*/ 772 w 1184"/>
              <a:gd name="T117" fmla="*/ 912 h 1105"/>
              <a:gd name="T118" fmla="*/ 812 w 1184"/>
              <a:gd name="T119" fmla="*/ 992 h 1105"/>
              <a:gd name="T120" fmla="*/ 875 w 1184"/>
              <a:gd name="T121" fmla="*/ 1077 h 110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84"/>
              <a:gd name="T184" fmla="*/ 0 h 1105"/>
              <a:gd name="T185" fmla="*/ 1184 w 1184"/>
              <a:gd name="T186" fmla="*/ 1105 h 110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84" h="1105">
                <a:moveTo>
                  <a:pt x="874" y="1104"/>
                </a:moveTo>
                <a:lnTo>
                  <a:pt x="866" y="1088"/>
                </a:lnTo>
                <a:lnTo>
                  <a:pt x="859" y="1082"/>
                </a:lnTo>
                <a:lnTo>
                  <a:pt x="847" y="1084"/>
                </a:lnTo>
                <a:lnTo>
                  <a:pt x="843" y="1093"/>
                </a:lnTo>
                <a:lnTo>
                  <a:pt x="837" y="1100"/>
                </a:lnTo>
                <a:lnTo>
                  <a:pt x="828" y="1094"/>
                </a:lnTo>
                <a:lnTo>
                  <a:pt x="823" y="1091"/>
                </a:lnTo>
                <a:lnTo>
                  <a:pt x="818" y="1090"/>
                </a:lnTo>
                <a:lnTo>
                  <a:pt x="812" y="1087"/>
                </a:lnTo>
                <a:lnTo>
                  <a:pt x="807" y="1080"/>
                </a:lnTo>
                <a:lnTo>
                  <a:pt x="798" y="1066"/>
                </a:lnTo>
                <a:lnTo>
                  <a:pt x="789" y="1065"/>
                </a:lnTo>
                <a:lnTo>
                  <a:pt x="782" y="1065"/>
                </a:lnTo>
                <a:lnTo>
                  <a:pt x="780" y="1057"/>
                </a:lnTo>
                <a:lnTo>
                  <a:pt x="773" y="1043"/>
                </a:lnTo>
                <a:lnTo>
                  <a:pt x="762" y="1026"/>
                </a:lnTo>
                <a:lnTo>
                  <a:pt x="759" y="1021"/>
                </a:lnTo>
                <a:lnTo>
                  <a:pt x="756" y="1022"/>
                </a:lnTo>
                <a:lnTo>
                  <a:pt x="752" y="1024"/>
                </a:lnTo>
                <a:lnTo>
                  <a:pt x="746" y="1022"/>
                </a:lnTo>
                <a:lnTo>
                  <a:pt x="739" y="1019"/>
                </a:lnTo>
                <a:lnTo>
                  <a:pt x="733" y="1016"/>
                </a:lnTo>
                <a:lnTo>
                  <a:pt x="725" y="1012"/>
                </a:lnTo>
                <a:lnTo>
                  <a:pt x="713" y="1002"/>
                </a:lnTo>
                <a:lnTo>
                  <a:pt x="709" y="1000"/>
                </a:lnTo>
                <a:lnTo>
                  <a:pt x="707" y="1002"/>
                </a:lnTo>
                <a:lnTo>
                  <a:pt x="703" y="1001"/>
                </a:lnTo>
                <a:lnTo>
                  <a:pt x="692" y="993"/>
                </a:lnTo>
                <a:lnTo>
                  <a:pt x="682" y="983"/>
                </a:lnTo>
                <a:lnTo>
                  <a:pt x="677" y="979"/>
                </a:lnTo>
                <a:lnTo>
                  <a:pt x="674" y="979"/>
                </a:lnTo>
                <a:lnTo>
                  <a:pt x="667" y="981"/>
                </a:lnTo>
                <a:lnTo>
                  <a:pt x="657" y="982"/>
                </a:lnTo>
                <a:lnTo>
                  <a:pt x="646" y="980"/>
                </a:lnTo>
                <a:lnTo>
                  <a:pt x="630" y="974"/>
                </a:lnTo>
                <a:lnTo>
                  <a:pt x="610" y="964"/>
                </a:lnTo>
                <a:lnTo>
                  <a:pt x="587" y="951"/>
                </a:lnTo>
                <a:lnTo>
                  <a:pt x="568" y="938"/>
                </a:lnTo>
                <a:lnTo>
                  <a:pt x="556" y="926"/>
                </a:lnTo>
                <a:lnTo>
                  <a:pt x="554" y="916"/>
                </a:lnTo>
                <a:lnTo>
                  <a:pt x="556" y="907"/>
                </a:lnTo>
                <a:lnTo>
                  <a:pt x="555" y="896"/>
                </a:lnTo>
                <a:lnTo>
                  <a:pt x="548" y="881"/>
                </a:lnTo>
                <a:lnTo>
                  <a:pt x="534" y="860"/>
                </a:lnTo>
                <a:lnTo>
                  <a:pt x="522" y="842"/>
                </a:lnTo>
                <a:lnTo>
                  <a:pt x="519" y="835"/>
                </a:lnTo>
                <a:lnTo>
                  <a:pt x="519" y="831"/>
                </a:lnTo>
                <a:lnTo>
                  <a:pt x="514" y="825"/>
                </a:lnTo>
                <a:lnTo>
                  <a:pt x="502" y="812"/>
                </a:lnTo>
                <a:lnTo>
                  <a:pt x="498" y="802"/>
                </a:lnTo>
                <a:lnTo>
                  <a:pt x="496" y="798"/>
                </a:lnTo>
                <a:lnTo>
                  <a:pt x="494" y="798"/>
                </a:lnTo>
                <a:lnTo>
                  <a:pt x="491" y="796"/>
                </a:lnTo>
                <a:lnTo>
                  <a:pt x="485" y="788"/>
                </a:lnTo>
                <a:lnTo>
                  <a:pt x="477" y="775"/>
                </a:lnTo>
                <a:lnTo>
                  <a:pt x="468" y="763"/>
                </a:lnTo>
                <a:lnTo>
                  <a:pt x="461" y="758"/>
                </a:lnTo>
                <a:lnTo>
                  <a:pt x="458" y="762"/>
                </a:lnTo>
                <a:lnTo>
                  <a:pt x="460" y="781"/>
                </a:lnTo>
                <a:lnTo>
                  <a:pt x="465" y="788"/>
                </a:lnTo>
                <a:lnTo>
                  <a:pt x="470" y="790"/>
                </a:lnTo>
                <a:lnTo>
                  <a:pt x="472" y="797"/>
                </a:lnTo>
                <a:lnTo>
                  <a:pt x="473" y="802"/>
                </a:lnTo>
                <a:lnTo>
                  <a:pt x="479" y="810"/>
                </a:lnTo>
                <a:lnTo>
                  <a:pt x="487" y="825"/>
                </a:lnTo>
                <a:lnTo>
                  <a:pt x="495" y="838"/>
                </a:lnTo>
                <a:lnTo>
                  <a:pt x="498" y="850"/>
                </a:lnTo>
                <a:lnTo>
                  <a:pt x="499" y="864"/>
                </a:lnTo>
                <a:lnTo>
                  <a:pt x="499" y="869"/>
                </a:lnTo>
                <a:lnTo>
                  <a:pt x="498" y="872"/>
                </a:lnTo>
                <a:lnTo>
                  <a:pt x="493" y="870"/>
                </a:lnTo>
                <a:lnTo>
                  <a:pt x="486" y="860"/>
                </a:lnTo>
                <a:lnTo>
                  <a:pt x="480" y="849"/>
                </a:lnTo>
                <a:lnTo>
                  <a:pt x="478" y="841"/>
                </a:lnTo>
                <a:lnTo>
                  <a:pt x="475" y="835"/>
                </a:lnTo>
                <a:lnTo>
                  <a:pt x="469" y="830"/>
                </a:lnTo>
                <a:lnTo>
                  <a:pt x="456" y="817"/>
                </a:lnTo>
                <a:lnTo>
                  <a:pt x="456" y="808"/>
                </a:lnTo>
                <a:lnTo>
                  <a:pt x="458" y="804"/>
                </a:lnTo>
                <a:lnTo>
                  <a:pt x="456" y="799"/>
                </a:lnTo>
                <a:lnTo>
                  <a:pt x="450" y="790"/>
                </a:lnTo>
                <a:lnTo>
                  <a:pt x="442" y="775"/>
                </a:lnTo>
                <a:lnTo>
                  <a:pt x="437" y="761"/>
                </a:lnTo>
                <a:lnTo>
                  <a:pt x="436" y="753"/>
                </a:lnTo>
                <a:lnTo>
                  <a:pt x="435" y="746"/>
                </a:lnTo>
                <a:lnTo>
                  <a:pt x="430" y="735"/>
                </a:lnTo>
                <a:lnTo>
                  <a:pt x="424" y="725"/>
                </a:lnTo>
                <a:lnTo>
                  <a:pt x="419" y="719"/>
                </a:lnTo>
                <a:lnTo>
                  <a:pt x="416" y="717"/>
                </a:lnTo>
                <a:lnTo>
                  <a:pt x="413" y="717"/>
                </a:lnTo>
                <a:lnTo>
                  <a:pt x="408" y="718"/>
                </a:lnTo>
                <a:lnTo>
                  <a:pt x="400" y="708"/>
                </a:lnTo>
                <a:lnTo>
                  <a:pt x="393" y="693"/>
                </a:lnTo>
                <a:lnTo>
                  <a:pt x="391" y="683"/>
                </a:lnTo>
                <a:lnTo>
                  <a:pt x="389" y="673"/>
                </a:lnTo>
                <a:lnTo>
                  <a:pt x="386" y="661"/>
                </a:lnTo>
                <a:lnTo>
                  <a:pt x="375" y="650"/>
                </a:lnTo>
                <a:lnTo>
                  <a:pt x="369" y="641"/>
                </a:lnTo>
                <a:lnTo>
                  <a:pt x="368" y="634"/>
                </a:lnTo>
                <a:lnTo>
                  <a:pt x="370" y="628"/>
                </a:lnTo>
                <a:lnTo>
                  <a:pt x="371" y="621"/>
                </a:lnTo>
                <a:lnTo>
                  <a:pt x="372" y="596"/>
                </a:lnTo>
                <a:lnTo>
                  <a:pt x="378" y="566"/>
                </a:lnTo>
                <a:lnTo>
                  <a:pt x="381" y="556"/>
                </a:lnTo>
                <a:lnTo>
                  <a:pt x="382" y="552"/>
                </a:lnTo>
                <a:lnTo>
                  <a:pt x="383" y="546"/>
                </a:lnTo>
                <a:lnTo>
                  <a:pt x="387" y="533"/>
                </a:lnTo>
                <a:lnTo>
                  <a:pt x="391" y="515"/>
                </a:lnTo>
                <a:lnTo>
                  <a:pt x="390" y="504"/>
                </a:lnTo>
                <a:lnTo>
                  <a:pt x="390" y="499"/>
                </a:lnTo>
                <a:lnTo>
                  <a:pt x="394" y="499"/>
                </a:lnTo>
                <a:lnTo>
                  <a:pt x="404" y="500"/>
                </a:lnTo>
                <a:lnTo>
                  <a:pt x="406" y="504"/>
                </a:lnTo>
                <a:lnTo>
                  <a:pt x="408" y="512"/>
                </a:lnTo>
                <a:lnTo>
                  <a:pt x="410" y="509"/>
                </a:lnTo>
                <a:lnTo>
                  <a:pt x="413" y="500"/>
                </a:lnTo>
                <a:lnTo>
                  <a:pt x="412" y="488"/>
                </a:lnTo>
                <a:lnTo>
                  <a:pt x="406" y="474"/>
                </a:lnTo>
                <a:lnTo>
                  <a:pt x="394" y="461"/>
                </a:lnTo>
                <a:lnTo>
                  <a:pt x="382" y="448"/>
                </a:lnTo>
                <a:lnTo>
                  <a:pt x="374" y="430"/>
                </a:lnTo>
                <a:lnTo>
                  <a:pt x="372" y="421"/>
                </a:lnTo>
                <a:lnTo>
                  <a:pt x="368" y="416"/>
                </a:lnTo>
                <a:lnTo>
                  <a:pt x="364" y="413"/>
                </a:lnTo>
                <a:lnTo>
                  <a:pt x="359" y="407"/>
                </a:lnTo>
                <a:lnTo>
                  <a:pt x="354" y="392"/>
                </a:lnTo>
                <a:lnTo>
                  <a:pt x="353" y="376"/>
                </a:lnTo>
                <a:lnTo>
                  <a:pt x="351" y="370"/>
                </a:lnTo>
                <a:lnTo>
                  <a:pt x="349" y="369"/>
                </a:lnTo>
                <a:lnTo>
                  <a:pt x="346" y="368"/>
                </a:lnTo>
                <a:lnTo>
                  <a:pt x="342" y="362"/>
                </a:lnTo>
                <a:lnTo>
                  <a:pt x="340" y="353"/>
                </a:lnTo>
                <a:lnTo>
                  <a:pt x="340" y="347"/>
                </a:lnTo>
                <a:lnTo>
                  <a:pt x="340" y="341"/>
                </a:lnTo>
                <a:lnTo>
                  <a:pt x="335" y="335"/>
                </a:lnTo>
                <a:lnTo>
                  <a:pt x="322" y="323"/>
                </a:lnTo>
                <a:lnTo>
                  <a:pt x="310" y="319"/>
                </a:lnTo>
                <a:lnTo>
                  <a:pt x="304" y="321"/>
                </a:lnTo>
                <a:lnTo>
                  <a:pt x="299" y="323"/>
                </a:lnTo>
                <a:lnTo>
                  <a:pt x="294" y="322"/>
                </a:lnTo>
                <a:lnTo>
                  <a:pt x="287" y="316"/>
                </a:lnTo>
                <a:lnTo>
                  <a:pt x="280" y="307"/>
                </a:lnTo>
                <a:lnTo>
                  <a:pt x="274" y="300"/>
                </a:lnTo>
                <a:lnTo>
                  <a:pt x="266" y="295"/>
                </a:lnTo>
                <a:lnTo>
                  <a:pt x="251" y="293"/>
                </a:lnTo>
                <a:lnTo>
                  <a:pt x="229" y="290"/>
                </a:lnTo>
                <a:lnTo>
                  <a:pt x="217" y="284"/>
                </a:lnTo>
                <a:lnTo>
                  <a:pt x="211" y="279"/>
                </a:lnTo>
                <a:lnTo>
                  <a:pt x="206" y="277"/>
                </a:lnTo>
                <a:lnTo>
                  <a:pt x="195" y="278"/>
                </a:lnTo>
                <a:lnTo>
                  <a:pt x="191" y="286"/>
                </a:lnTo>
                <a:lnTo>
                  <a:pt x="187" y="292"/>
                </a:lnTo>
                <a:lnTo>
                  <a:pt x="174" y="298"/>
                </a:lnTo>
                <a:lnTo>
                  <a:pt x="168" y="300"/>
                </a:lnTo>
                <a:lnTo>
                  <a:pt x="165" y="300"/>
                </a:lnTo>
                <a:lnTo>
                  <a:pt x="163" y="299"/>
                </a:lnTo>
                <a:lnTo>
                  <a:pt x="157" y="303"/>
                </a:lnTo>
                <a:lnTo>
                  <a:pt x="150" y="310"/>
                </a:lnTo>
                <a:lnTo>
                  <a:pt x="143" y="313"/>
                </a:lnTo>
                <a:lnTo>
                  <a:pt x="140" y="313"/>
                </a:lnTo>
                <a:lnTo>
                  <a:pt x="142" y="307"/>
                </a:lnTo>
                <a:lnTo>
                  <a:pt x="146" y="295"/>
                </a:lnTo>
                <a:lnTo>
                  <a:pt x="151" y="282"/>
                </a:lnTo>
                <a:lnTo>
                  <a:pt x="159" y="272"/>
                </a:lnTo>
                <a:lnTo>
                  <a:pt x="161" y="271"/>
                </a:lnTo>
                <a:lnTo>
                  <a:pt x="160" y="271"/>
                </a:lnTo>
                <a:lnTo>
                  <a:pt x="157" y="272"/>
                </a:lnTo>
                <a:lnTo>
                  <a:pt x="151" y="275"/>
                </a:lnTo>
                <a:lnTo>
                  <a:pt x="142" y="284"/>
                </a:lnTo>
                <a:lnTo>
                  <a:pt x="125" y="303"/>
                </a:lnTo>
                <a:lnTo>
                  <a:pt x="117" y="315"/>
                </a:lnTo>
                <a:lnTo>
                  <a:pt x="116" y="318"/>
                </a:lnTo>
                <a:lnTo>
                  <a:pt x="114" y="320"/>
                </a:lnTo>
                <a:lnTo>
                  <a:pt x="109" y="325"/>
                </a:lnTo>
                <a:lnTo>
                  <a:pt x="101" y="333"/>
                </a:lnTo>
                <a:lnTo>
                  <a:pt x="95" y="341"/>
                </a:lnTo>
                <a:lnTo>
                  <a:pt x="91" y="343"/>
                </a:lnTo>
                <a:lnTo>
                  <a:pt x="86" y="345"/>
                </a:lnTo>
                <a:lnTo>
                  <a:pt x="74" y="352"/>
                </a:lnTo>
                <a:lnTo>
                  <a:pt x="61" y="361"/>
                </a:lnTo>
                <a:lnTo>
                  <a:pt x="50" y="366"/>
                </a:lnTo>
                <a:lnTo>
                  <a:pt x="41" y="371"/>
                </a:lnTo>
                <a:lnTo>
                  <a:pt x="29" y="376"/>
                </a:lnTo>
                <a:lnTo>
                  <a:pt x="15" y="381"/>
                </a:lnTo>
                <a:lnTo>
                  <a:pt x="3" y="383"/>
                </a:lnTo>
                <a:lnTo>
                  <a:pt x="0" y="381"/>
                </a:lnTo>
                <a:lnTo>
                  <a:pt x="11" y="373"/>
                </a:lnTo>
                <a:lnTo>
                  <a:pt x="27" y="365"/>
                </a:lnTo>
                <a:lnTo>
                  <a:pt x="38" y="358"/>
                </a:lnTo>
                <a:lnTo>
                  <a:pt x="46" y="353"/>
                </a:lnTo>
                <a:lnTo>
                  <a:pt x="56" y="347"/>
                </a:lnTo>
                <a:lnTo>
                  <a:pt x="64" y="344"/>
                </a:lnTo>
                <a:lnTo>
                  <a:pt x="65" y="341"/>
                </a:lnTo>
                <a:lnTo>
                  <a:pt x="67" y="336"/>
                </a:lnTo>
                <a:lnTo>
                  <a:pt x="72" y="328"/>
                </a:lnTo>
                <a:lnTo>
                  <a:pt x="83" y="316"/>
                </a:lnTo>
                <a:lnTo>
                  <a:pt x="85" y="315"/>
                </a:lnTo>
                <a:lnTo>
                  <a:pt x="84" y="316"/>
                </a:lnTo>
                <a:lnTo>
                  <a:pt x="73" y="318"/>
                </a:lnTo>
                <a:lnTo>
                  <a:pt x="62" y="319"/>
                </a:lnTo>
                <a:lnTo>
                  <a:pt x="61" y="320"/>
                </a:lnTo>
                <a:lnTo>
                  <a:pt x="59" y="322"/>
                </a:lnTo>
                <a:lnTo>
                  <a:pt x="55" y="326"/>
                </a:lnTo>
                <a:lnTo>
                  <a:pt x="54" y="325"/>
                </a:lnTo>
                <a:lnTo>
                  <a:pt x="50" y="320"/>
                </a:lnTo>
                <a:lnTo>
                  <a:pt x="44" y="318"/>
                </a:lnTo>
                <a:lnTo>
                  <a:pt x="38" y="321"/>
                </a:lnTo>
                <a:lnTo>
                  <a:pt x="26" y="325"/>
                </a:lnTo>
                <a:lnTo>
                  <a:pt x="23" y="320"/>
                </a:lnTo>
                <a:lnTo>
                  <a:pt x="25" y="316"/>
                </a:lnTo>
                <a:lnTo>
                  <a:pt x="27" y="313"/>
                </a:lnTo>
                <a:lnTo>
                  <a:pt x="29" y="310"/>
                </a:lnTo>
                <a:lnTo>
                  <a:pt x="30" y="303"/>
                </a:lnTo>
                <a:lnTo>
                  <a:pt x="30" y="295"/>
                </a:lnTo>
                <a:lnTo>
                  <a:pt x="22" y="298"/>
                </a:lnTo>
                <a:lnTo>
                  <a:pt x="14" y="299"/>
                </a:lnTo>
                <a:lnTo>
                  <a:pt x="6" y="290"/>
                </a:lnTo>
                <a:lnTo>
                  <a:pt x="3" y="284"/>
                </a:lnTo>
                <a:lnTo>
                  <a:pt x="1" y="281"/>
                </a:lnTo>
                <a:lnTo>
                  <a:pt x="1" y="277"/>
                </a:lnTo>
                <a:lnTo>
                  <a:pt x="2" y="270"/>
                </a:lnTo>
                <a:lnTo>
                  <a:pt x="12" y="255"/>
                </a:lnTo>
                <a:lnTo>
                  <a:pt x="25" y="242"/>
                </a:lnTo>
                <a:lnTo>
                  <a:pt x="31" y="238"/>
                </a:lnTo>
                <a:lnTo>
                  <a:pt x="37" y="238"/>
                </a:lnTo>
                <a:lnTo>
                  <a:pt x="43" y="240"/>
                </a:lnTo>
                <a:lnTo>
                  <a:pt x="49" y="239"/>
                </a:lnTo>
                <a:lnTo>
                  <a:pt x="59" y="233"/>
                </a:lnTo>
                <a:lnTo>
                  <a:pt x="68" y="222"/>
                </a:lnTo>
                <a:lnTo>
                  <a:pt x="72" y="215"/>
                </a:lnTo>
                <a:lnTo>
                  <a:pt x="76" y="211"/>
                </a:lnTo>
                <a:lnTo>
                  <a:pt x="74" y="210"/>
                </a:lnTo>
                <a:lnTo>
                  <a:pt x="65" y="210"/>
                </a:lnTo>
                <a:lnTo>
                  <a:pt x="40" y="214"/>
                </a:lnTo>
                <a:lnTo>
                  <a:pt x="23" y="211"/>
                </a:lnTo>
                <a:lnTo>
                  <a:pt x="19" y="206"/>
                </a:lnTo>
                <a:lnTo>
                  <a:pt x="21" y="203"/>
                </a:lnTo>
                <a:lnTo>
                  <a:pt x="23" y="200"/>
                </a:lnTo>
                <a:lnTo>
                  <a:pt x="19" y="196"/>
                </a:lnTo>
                <a:lnTo>
                  <a:pt x="13" y="191"/>
                </a:lnTo>
                <a:lnTo>
                  <a:pt x="27" y="184"/>
                </a:lnTo>
                <a:lnTo>
                  <a:pt x="37" y="180"/>
                </a:lnTo>
                <a:lnTo>
                  <a:pt x="42" y="177"/>
                </a:lnTo>
                <a:lnTo>
                  <a:pt x="47" y="176"/>
                </a:lnTo>
                <a:lnTo>
                  <a:pt x="53" y="178"/>
                </a:lnTo>
                <a:lnTo>
                  <a:pt x="64" y="180"/>
                </a:lnTo>
                <a:lnTo>
                  <a:pt x="74" y="179"/>
                </a:lnTo>
                <a:lnTo>
                  <a:pt x="80" y="175"/>
                </a:lnTo>
                <a:lnTo>
                  <a:pt x="74" y="167"/>
                </a:lnTo>
                <a:lnTo>
                  <a:pt x="61" y="156"/>
                </a:lnTo>
                <a:lnTo>
                  <a:pt x="49" y="144"/>
                </a:lnTo>
                <a:lnTo>
                  <a:pt x="46" y="135"/>
                </a:lnTo>
                <a:lnTo>
                  <a:pt x="53" y="130"/>
                </a:lnTo>
                <a:lnTo>
                  <a:pt x="80" y="117"/>
                </a:lnTo>
                <a:lnTo>
                  <a:pt x="100" y="100"/>
                </a:lnTo>
                <a:lnTo>
                  <a:pt x="107" y="96"/>
                </a:lnTo>
                <a:lnTo>
                  <a:pt x="115" y="94"/>
                </a:lnTo>
                <a:lnTo>
                  <a:pt x="126" y="91"/>
                </a:lnTo>
                <a:lnTo>
                  <a:pt x="141" y="85"/>
                </a:lnTo>
                <a:lnTo>
                  <a:pt x="156" y="79"/>
                </a:lnTo>
                <a:lnTo>
                  <a:pt x="167" y="78"/>
                </a:lnTo>
                <a:lnTo>
                  <a:pt x="175" y="80"/>
                </a:lnTo>
                <a:lnTo>
                  <a:pt x="182" y="83"/>
                </a:lnTo>
                <a:lnTo>
                  <a:pt x="191" y="85"/>
                </a:lnTo>
                <a:lnTo>
                  <a:pt x="203" y="86"/>
                </a:lnTo>
                <a:lnTo>
                  <a:pt x="213" y="88"/>
                </a:lnTo>
                <a:lnTo>
                  <a:pt x="220" y="91"/>
                </a:lnTo>
                <a:lnTo>
                  <a:pt x="230" y="93"/>
                </a:lnTo>
                <a:lnTo>
                  <a:pt x="242" y="90"/>
                </a:lnTo>
                <a:lnTo>
                  <a:pt x="261" y="95"/>
                </a:lnTo>
                <a:lnTo>
                  <a:pt x="284" y="101"/>
                </a:lnTo>
                <a:lnTo>
                  <a:pt x="291" y="101"/>
                </a:lnTo>
                <a:lnTo>
                  <a:pt x="295" y="100"/>
                </a:lnTo>
                <a:lnTo>
                  <a:pt x="302" y="101"/>
                </a:lnTo>
                <a:lnTo>
                  <a:pt x="314" y="103"/>
                </a:lnTo>
                <a:lnTo>
                  <a:pt x="339" y="112"/>
                </a:lnTo>
                <a:lnTo>
                  <a:pt x="360" y="118"/>
                </a:lnTo>
                <a:lnTo>
                  <a:pt x="379" y="116"/>
                </a:lnTo>
                <a:lnTo>
                  <a:pt x="392" y="108"/>
                </a:lnTo>
                <a:lnTo>
                  <a:pt x="407" y="108"/>
                </a:lnTo>
                <a:lnTo>
                  <a:pt x="422" y="108"/>
                </a:lnTo>
                <a:lnTo>
                  <a:pt x="431" y="106"/>
                </a:lnTo>
                <a:lnTo>
                  <a:pt x="443" y="106"/>
                </a:lnTo>
                <a:lnTo>
                  <a:pt x="453" y="103"/>
                </a:lnTo>
                <a:lnTo>
                  <a:pt x="460" y="97"/>
                </a:lnTo>
                <a:lnTo>
                  <a:pt x="464" y="88"/>
                </a:lnTo>
                <a:lnTo>
                  <a:pt x="465" y="87"/>
                </a:lnTo>
                <a:lnTo>
                  <a:pt x="466" y="89"/>
                </a:lnTo>
                <a:lnTo>
                  <a:pt x="472" y="97"/>
                </a:lnTo>
                <a:lnTo>
                  <a:pt x="479" y="101"/>
                </a:lnTo>
                <a:lnTo>
                  <a:pt x="487" y="101"/>
                </a:lnTo>
                <a:lnTo>
                  <a:pt x="493" y="98"/>
                </a:lnTo>
                <a:lnTo>
                  <a:pt x="496" y="97"/>
                </a:lnTo>
                <a:lnTo>
                  <a:pt x="495" y="100"/>
                </a:lnTo>
                <a:lnTo>
                  <a:pt x="496" y="104"/>
                </a:lnTo>
                <a:lnTo>
                  <a:pt x="499" y="107"/>
                </a:lnTo>
                <a:lnTo>
                  <a:pt x="508" y="106"/>
                </a:lnTo>
                <a:lnTo>
                  <a:pt x="518" y="103"/>
                </a:lnTo>
                <a:lnTo>
                  <a:pt x="525" y="102"/>
                </a:lnTo>
                <a:lnTo>
                  <a:pt x="535" y="105"/>
                </a:lnTo>
                <a:lnTo>
                  <a:pt x="553" y="114"/>
                </a:lnTo>
                <a:lnTo>
                  <a:pt x="572" y="119"/>
                </a:lnTo>
                <a:lnTo>
                  <a:pt x="582" y="118"/>
                </a:lnTo>
                <a:lnTo>
                  <a:pt x="586" y="116"/>
                </a:lnTo>
                <a:lnTo>
                  <a:pt x="588" y="118"/>
                </a:lnTo>
                <a:lnTo>
                  <a:pt x="589" y="128"/>
                </a:lnTo>
                <a:lnTo>
                  <a:pt x="585" y="134"/>
                </a:lnTo>
                <a:lnTo>
                  <a:pt x="585" y="137"/>
                </a:lnTo>
                <a:lnTo>
                  <a:pt x="591" y="140"/>
                </a:lnTo>
                <a:lnTo>
                  <a:pt x="599" y="143"/>
                </a:lnTo>
                <a:lnTo>
                  <a:pt x="609" y="143"/>
                </a:lnTo>
                <a:lnTo>
                  <a:pt x="620" y="143"/>
                </a:lnTo>
                <a:lnTo>
                  <a:pt x="631" y="142"/>
                </a:lnTo>
                <a:lnTo>
                  <a:pt x="642" y="144"/>
                </a:lnTo>
                <a:lnTo>
                  <a:pt x="650" y="150"/>
                </a:lnTo>
                <a:lnTo>
                  <a:pt x="657" y="159"/>
                </a:lnTo>
                <a:lnTo>
                  <a:pt x="658" y="159"/>
                </a:lnTo>
                <a:lnTo>
                  <a:pt x="659" y="160"/>
                </a:lnTo>
                <a:lnTo>
                  <a:pt x="660" y="157"/>
                </a:lnTo>
                <a:lnTo>
                  <a:pt x="661" y="151"/>
                </a:lnTo>
                <a:lnTo>
                  <a:pt x="665" y="135"/>
                </a:lnTo>
                <a:lnTo>
                  <a:pt x="676" y="123"/>
                </a:lnTo>
                <a:lnTo>
                  <a:pt x="682" y="122"/>
                </a:lnTo>
                <a:lnTo>
                  <a:pt x="687" y="124"/>
                </a:lnTo>
                <a:lnTo>
                  <a:pt x="691" y="129"/>
                </a:lnTo>
                <a:lnTo>
                  <a:pt x="698" y="133"/>
                </a:lnTo>
                <a:lnTo>
                  <a:pt x="710" y="136"/>
                </a:lnTo>
                <a:lnTo>
                  <a:pt x="728" y="139"/>
                </a:lnTo>
                <a:lnTo>
                  <a:pt x="745" y="140"/>
                </a:lnTo>
                <a:lnTo>
                  <a:pt x="757" y="138"/>
                </a:lnTo>
                <a:lnTo>
                  <a:pt x="767" y="132"/>
                </a:lnTo>
                <a:lnTo>
                  <a:pt x="776" y="128"/>
                </a:lnTo>
                <a:lnTo>
                  <a:pt x="783" y="130"/>
                </a:lnTo>
                <a:lnTo>
                  <a:pt x="784" y="140"/>
                </a:lnTo>
                <a:lnTo>
                  <a:pt x="783" y="150"/>
                </a:lnTo>
                <a:lnTo>
                  <a:pt x="786" y="151"/>
                </a:lnTo>
                <a:lnTo>
                  <a:pt x="790" y="146"/>
                </a:lnTo>
                <a:lnTo>
                  <a:pt x="793" y="140"/>
                </a:lnTo>
                <a:lnTo>
                  <a:pt x="798" y="137"/>
                </a:lnTo>
                <a:lnTo>
                  <a:pt x="808" y="131"/>
                </a:lnTo>
                <a:lnTo>
                  <a:pt x="812" y="125"/>
                </a:lnTo>
                <a:lnTo>
                  <a:pt x="812" y="117"/>
                </a:lnTo>
                <a:lnTo>
                  <a:pt x="811" y="110"/>
                </a:lnTo>
                <a:lnTo>
                  <a:pt x="813" y="104"/>
                </a:lnTo>
                <a:lnTo>
                  <a:pt x="815" y="101"/>
                </a:lnTo>
                <a:lnTo>
                  <a:pt x="813" y="101"/>
                </a:lnTo>
                <a:lnTo>
                  <a:pt x="809" y="101"/>
                </a:lnTo>
                <a:lnTo>
                  <a:pt x="802" y="97"/>
                </a:lnTo>
                <a:lnTo>
                  <a:pt x="796" y="87"/>
                </a:lnTo>
                <a:lnTo>
                  <a:pt x="805" y="71"/>
                </a:lnTo>
                <a:lnTo>
                  <a:pt x="813" y="62"/>
                </a:lnTo>
                <a:lnTo>
                  <a:pt x="819" y="55"/>
                </a:lnTo>
                <a:lnTo>
                  <a:pt x="822" y="47"/>
                </a:lnTo>
                <a:lnTo>
                  <a:pt x="818" y="37"/>
                </a:lnTo>
                <a:lnTo>
                  <a:pt x="816" y="24"/>
                </a:lnTo>
                <a:lnTo>
                  <a:pt x="821" y="15"/>
                </a:lnTo>
                <a:lnTo>
                  <a:pt x="832" y="8"/>
                </a:lnTo>
                <a:lnTo>
                  <a:pt x="844" y="2"/>
                </a:lnTo>
                <a:lnTo>
                  <a:pt x="854" y="0"/>
                </a:lnTo>
                <a:lnTo>
                  <a:pt x="863" y="3"/>
                </a:lnTo>
                <a:lnTo>
                  <a:pt x="869" y="9"/>
                </a:lnTo>
                <a:lnTo>
                  <a:pt x="865" y="18"/>
                </a:lnTo>
                <a:lnTo>
                  <a:pt x="848" y="27"/>
                </a:lnTo>
                <a:lnTo>
                  <a:pt x="836" y="29"/>
                </a:lnTo>
                <a:lnTo>
                  <a:pt x="830" y="31"/>
                </a:lnTo>
                <a:lnTo>
                  <a:pt x="833" y="43"/>
                </a:lnTo>
                <a:lnTo>
                  <a:pt x="836" y="52"/>
                </a:lnTo>
                <a:lnTo>
                  <a:pt x="836" y="59"/>
                </a:lnTo>
                <a:lnTo>
                  <a:pt x="836" y="67"/>
                </a:lnTo>
                <a:lnTo>
                  <a:pt x="838" y="79"/>
                </a:lnTo>
                <a:lnTo>
                  <a:pt x="841" y="95"/>
                </a:lnTo>
                <a:lnTo>
                  <a:pt x="846" y="110"/>
                </a:lnTo>
                <a:lnTo>
                  <a:pt x="849" y="121"/>
                </a:lnTo>
                <a:lnTo>
                  <a:pt x="851" y="125"/>
                </a:lnTo>
                <a:lnTo>
                  <a:pt x="855" y="119"/>
                </a:lnTo>
                <a:lnTo>
                  <a:pt x="863" y="110"/>
                </a:lnTo>
                <a:lnTo>
                  <a:pt x="867" y="106"/>
                </a:lnTo>
                <a:lnTo>
                  <a:pt x="871" y="106"/>
                </a:lnTo>
                <a:lnTo>
                  <a:pt x="873" y="110"/>
                </a:lnTo>
                <a:lnTo>
                  <a:pt x="873" y="119"/>
                </a:lnTo>
                <a:lnTo>
                  <a:pt x="873" y="138"/>
                </a:lnTo>
                <a:lnTo>
                  <a:pt x="876" y="143"/>
                </a:lnTo>
                <a:lnTo>
                  <a:pt x="883" y="138"/>
                </a:lnTo>
                <a:lnTo>
                  <a:pt x="894" y="125"/>
                </a:lnTo>
                <a:lnTo>
                  <a:pt x="903" y="111"/>
                </a:lnTo>
                <a:lnTo>
                  <a:pt x="909" y="102"/>
                </a:lnTo>
                <a:lnTo>
                  <a:pt x="915" y="97"/>
                </a:lnTo>
                <a:lnTo>
                  <a:pt x="928" y="96"/>
                </a:lnTo>
                <a:lnTo>
                  <a:pt x="940" y="100"/>
                </a:lnTo>
                <a:lnTo>
                  <a:pt x="944" y="106"/>
                </a:lnTo>
                <a:lnTo>
                  <a:pt x="941" y="114"/>
                </a:lnTo>
                <a:lnTo>
                  <a:pt x="936" y="124"/>
                </a:lnTo>
                <a:lnTo>
                  <a:pt x="934" y="131"/>
                </a:lnTo>
                <a:lnTo>
                  <a:pt x="938" y="135"/>
                </a:lnTo>
                <a:lnTo>
                  <a:pt x="940" y="139"/>
                </a:lnTo>
                <a:lnTo>
                  <a:pt x="935" y="147"/>
                </a:lnTo>
                <a:lnTo>
                  <a:pt x="912" y="161"/>
                </a:lnTo>
                <a:lnTo>
                  <a:pt x="894" y="162"/>
                </a:lnTo>
                <a:lnTo>
                  <a:pt x="882" y="160"/>
                </a:lnTo>
                <a:lnTo>
                  <a:pt x="879" y="164"/>
                </a:lnTo>
                <a:lnTo>
                  <a:pt x="879" y="173"/>
                </a:lnTo>
                <a:lnTo>
                  <a:pt x="873" y="178"/>
                </a:lnTo>
                <a:lnTo>
                  <a:pt x="864" y="180"/>
                </a:lnTo>
                <a:lnTo>
                  <a:pt x="855" y="180"/>
                </a:lnTo>
                <a:lnTo>
                  <a:pt x="847" y="179"/>
                </a:lnTo>
                <a:lnTo>
                  <a:pt x="843" y="179"/>
                </a:lnTo>
                <a:lnTo>
                  <a:pt x="845" y="181"/>
                </a:lnTo>
                <a:lnTo>
                  <a:pt x="856" y="186"/>
                </a:lnTo>
                <a:lnTo>
                  <a:pt x="864" y="191"/>
                </a:lnTo>
                <a:lnTo>
                  <a:pt x="859" y="195"/>
                </a:lnTo>
                <a:lnTo>
                  <a:pt x="845" y="202"/>
                </a:lnTo>
                <a:lnTo>
                  <a:pt x="830" y="212"/>
                </a:lnTo>
                <a:lnTo>
                  <a:pt x="811" y="232"/>
                </a:lnTo>
                <a:lnTo>
                  <a:pt x="789" y="258"/>
                </a:lnTo>
                <a:lnTo>
                  <a:pt x="779" y="272"/>
                </a:lnTo>
                <a:lnTo>
                  <a:pt x="773" y="285"/>
                </a:lnTo>
                <a:lnTo>
                  <a:pt x="771" y="298"/>
                </a:lnTo>
                <a:lnTo>
                  <a:pt x="775" y="309"/>
                </a:lnTo>
                <a:lnTo>
                  <a:pt x="786" y="324"/>
                </a:lnTo>
                <a:lnTo>
                  <a:pt x="791" y="331"/>
                </a:lnTo>
                <a:lnTo>
                  <a:pt x="796" y="334"/>
                </a:lnTo>
                <a:lnTo>
                  <a:pt x="806" y="337"/>
                </a:lnTo>
                <a:lnTo>
                  <a:pt x="829" y="349"/>
                </a:lnTo>
                <a:lnTo>
                  <a:pt x="846" y="368"/>
                </a:lnTo>
                <a:lnTo>
                  <a:pt x="860" y="372"/>
                </a:lnTo>
                <a:lnTo>
                  <a:pt x="877" y="373"/>
                </a:lnTo>
                <a:lnTo>
                  <a:pt x="889" y="376"/>
                </a:lnTo>
                <a:lnTo>
                  <a:pt x="886" y="388"/>
                </a:lnTo>
                <a:lnTo>
                  <a:pt x="884" y="399"/>
                </a:lnTo>
                <a:lnTo>
                  <a:pt x="886" y="411"/>
                </a:lnTo>
                <a:lnTo>
                  <a:pt x="892" y="424"/>
                </a:lnTo>
                <a:lnTo>
                  <a:pt x="900" y="434"/>
                </a:lnTo>
                <a:lnTo>
                  <a:pt x="908" y="440"/>
                </a:lnTo>
                <a:lnTo>
                  <a:pt x="916" y="440"/>
                </a:lnTo>
                <a:lnTo>
                  <a:pt x="921" y="431"/>
                </a:lnTo>
                <a:lnTo>
                  <a:pt x="923" y="411"/>
                </a:lnTo>
                <a:lnTo>
                  <a:pt x="923" y="389"/>
                </a:lnTo>
                <a:lnTo>
                  <a:pt x="925" y="378"/>
                </a:lnTo>
                <a:lnTo>
                  <a:pt x="930" y="371"/>
                </a:lnTo>
                <a:lnTo>
                  <a:pt x="941" y="363"/>
                </a:lnTo>
                <a:lnTo>
                  <a:pt x="951" y="353"/>
                </a:lnTo>
                <a:lnTo>
                  <a:pt x="954" y="344"/>
                </a:lnTo>
                <a:lnTo>
                  <a:pt x="953" y="334"/>
                </a:lnTo>
                <a:lnTo>
                  <a:pt x="950" y="323"/>
                </a:lnTo>
                <a:lnTo>
                  <a:pt x="949" y="301"/>
                </a:lnTo>
                <a:lnTo>
                  <a:pt x="955" y="280"/>
                </a:lnTo>
                <a:lnTo>
                  <a:pt x="960" y="260"/>
                </a:lnTo>
                <a:lnTo>
                  <a:pt x="960" y="238"/>
                </a:lnTo>
                <a:lnTo>
                  <a:pt x="990" y="240"/>
                </a:lnTo>
                <a:lnTo>
                  <a:pt x="1009" y="244"/>
                </a:lnTo>
                <a:lnTo>
                  <a:pt x="1019" y="248"/>
                </a:lnTo>
                <a:lnTo>
                  <a:pt x="1025" y="254"/>
                </a:lnTo>
                <a:lnTo>
                  <a:pt x="1032" y="259"/>
                </a:lnTo>
                <a:lnTo>
                  <a:pt x="1040" y="263"/>
                </a:lnTo>
                <a:lnTo>
                  <a:pt x="1044" y="266"/>
                </a:lnTo>
                <a:lnTo>
                  <a:pt x="1045" y="272"/>
                </a:lnTo>
                <a:lnTo>
                  <a:pt x="1044" y="282"/>
                </a:lnTo>
                <a:lnTo>
                  <a:pt x="1043" y="294"/>
                </a:lnTo>
                <a:lnTo>
                  <a:pt x="1044" y="301"/>
                </a:lnTo>
                <a:lnTo>
                  <a:pt x="1048" y="305"/>
                </a:lnTo>
                <a:lnTo>
                  <a:pt x="1054" y="308"/>
                </a:lnTo>
                <a:lnTo>
                  <a:pt x="1058" y="313"/>
                </a:lnTo>
                <a:lnTo>
                  <a:pt x="1058" y="318"/>
                </a:lnTo>
                <a:lnTo>
                  <a:pt x="1060" y="320"/>
                </a:lnTo>
                <a:lnTo>
                  <a:pt x="1069" y="314"/>
                </a:lnTo>
                <a:lnTo>
                  <a:pt x="1081" y="301"/>
                </a:lnTo>
                <a:lnTo>
                  <a:pt x="1091" y="287"/>
                </a:lnTo>
                <a:lnTo>
                  <a:pt x="1098" y="277"/>
                </a:lnTo>
                <a:lnTo>
                  <a:pt x="1101" y="273"/>
                </a:lnTo>
                <a:lnTo>
                  <a:pt x="1102" y="274"/>
                </a:lnTo>
                <a:lnTo>
                  <a:pt x="1104" y="278"/>
                </a:lnTo>
                <a:lnTo>
                  <a:pt x="1109" y="288"/>
                </a:lnTo>
                <a:lnTo>
                  <a:pt x="1116" y="306"/>
                </a:lnTo>
                <a:lnTo>
                  <a:pt x="1122" y="326"/>
                </a:lnTo>
                <a:lnTo>
                  <a:pt x="1125" y="341"/>
                </a:lnTo>
                <a:lnTo>
                  <a:pt x="1127" y="351"/>
                </a:lnTo>
                <a:lnTo>
                  <a:pt x="1131" y="357"/>
                </a:lnTo>
                <a:lnTo>
                  <a:pt x="1144" y="365"/>
                </a:lnTo>
                <a:lnTo>
                  <a:pt x="1160" y="378"/>
                </a:lnTo>
                <a:lnTo>
                  <a:pt x="1170" y="391"/>
                </a:lnTo>
                <a:lnTo>
                  <a:pt x="1178" y="396"/>
                </a:lnTo>
                <a:lnTo>
                  <a:pt x="1183" y="401"/>
                </a:lnTo>
                <a:lnTo>
                  <a:pt x="1182" y="410"/>
                </a:lnTo>
                <a:lnTo>
                  <a:pt x="1182" y="416"/>
                </a:lnTo>
                <a:lnTo>
                  <a:pt x="1180" y="422"/>
                </a:lnTo>
                <a:lnTo>
                  <a:pt x="1174" y="429"/>
                </a:lnTo>
                <a:lnTo>
                  <a:pt x="1159" y="432"/>
                </a:lnTo>
                <a:lnTo>
                  <a:pt x="1146" y="435"/>
                </a:lnTo>
                <a:lnTo>
                  <a:pt x="1142" y="441"/>
                </a:lnTo>
                <a:lnTo>
                  <a:pt x="1139" y="447"/>
                </a:lnTo>
                <a:lnTo>
                  <a:pt x="1128" y="451"/>
                </a:lnTo>
                <a:lnTo>
                  <a:pt x="1108" y="452"/>
                </a:lnTo>
                <a:lnTo>
                  <a:pt x="1086" y="453"/>
                </a:lnTo>
                <a:lnTo>
                  <a:pt x="1066" y="454"/>
                </a:lnTo>
                <a:lnTo>
                  <a:pt x="1055" y="459"/>
                </a:lnTo>
                <a:lnTo>
                  <a:pt x="1044" y="465"/>
                </a:lnTo>
                <a:lnTo>
                  <a:pt x="1034" y="471"/>
                </a:lnTo>
                <a:lnTo>
                  <a:pt x="1005" y="499"/>
                </a:lnTo>
                <a:lnTo>
                  <a:pt x="972" y="526"/>
                </a:lnTo>
                <a:lnTo>
                  <a:pt x="957" y="537"/>
                </a:lnTo>
                <a:lnTo>
                  <a:pt x="945" y="546"/>
                </a:lnTo>
                <a:lnTo>
                  <a:pt x="936" y="552"/>
                </a:lnTo>
                <a:lnTo>
                  <a:pt x="933" y="553"/>
                </a:lnTo>
                <a:lnTo>
                  <a:pt x="936" y="551"/>
                </a:lnTo>
                <a:lnTo>
                  <a:pt x="944" y="545"/>
                </a:lnTo>
                <a:lnTo>
                  <a:pt x="956" y="537"/>
                </a:lnTo>
                <a:lnTo>
                  <a:pt x="971" y="527"/>
                </a:lnTo>
                <a:lnTo>
                  <a:pt x="1002" y="505"/>
                </a:lnTo>
                <a:lnTo>
                  <a:pt x="1027" y="488"/>
                </a:lnTo>
                <a:lnTo>
                  <a:pt x="1045" y="477"/>
                </a:lnTo>
                <a:lnTo>
                  <a:pt x="1059" y="472"/>
                </a:lnTo>
                <a:lnTo>
                  <a:pt x="1071" y="472"/>
                </a:lnTo>
                <a:lnTo>
                  <a:pt x="1076" y="475"/>
                </a:lnTo>
                <a:lnTo>
                  <a:pt x="1079" y="483"/>
                </a:lnTo>
                <a:lnTo>
                  <a:pt x="1074" y="488"/>
                </a:lnTo>
                <a:lnTo>
                  <a:pt x="1066" y="491"/>
                </a:lnTo>
                <a:lnTo>
                  <a:pt x="1066" y="498"/>
                </a:lnTo>
                <a:lnTo>
                  <a:pt x="1069" y="509"/>
                </a:lnTo>
                <a:lnTo>
                  <a:pt x="1075" y="522"/>
                </a:lnTo>
                <a:lnTo>
                  <a:pt x="1086" y="530"/>
                </a:lnTo>
                <a:lnTo>
                  <a:pt x="1103" y="527"/>
                </a:lnTo>
                <a:lnTo>
                  <a:pt x="1113" y="519"/>
                </a:lnTo>
                <a:lnTo>
                  <a:pt x="1118" y="512"/>
                </a:lnTo>
                <a:lnTo>
                  <a:pt x="1120" y="509"/>
                </a:lnTo>
                <a:lnTo>
                  <a:pt x="1119" y="515"/>
                </a:lnTo>
                <a:lnTo>
                  <a:pt x="1122" y="525"/>
                </a:lnTo>
                <a:lnTo>
                  <a:pt x="1127" y="529"/>
                </a:lnTo>
                <a:lnTo>
                  <a:pt x="1128" y="529"/>
                </a:lnTo>
                <a:lnTo>
                  <a:pt x="1121" y="530"/>
                </a:lnTo>
                <a:lnTo>
                  <a:pt x="1110" y="533"/>
                </a:lnTo>
                <a:lnTo>
                  <a:pt x="1105" y="536"/>
                </a:lnTo>
                <a:lnTo>
                  <a:pt x="1100" y="542"/>
                </a:lnTo>
                <a:lnTo>
                  <a:pt x="1084" y="550"/>
                </a:lnTo>
                <a:lnTo>
                  <a:pt x="1079" y="551"/>
                </a:lnTo>
                <a:lnTo>
                  <a:pt x="1075" y="550"/>
                </a:lnTo>
                <a:lnTo>
                  <a:pt x="1072" y="551"/>
                </a:lnTo>
                <a:lnTo>
                  <a:pt x="1068" y="557"/>
                </a:lnTo>
                <a:lnTo>
                  <a:pt x="1061" y="562"/>
                </a:lnTo>
                <a:lnTo>
                  <a:pt x="1054" y="565"/>
                </a:lnTo>
                <a:lnTo>
                  <a:pt x="1050" y="563"/>
                </a:lnTo>
                <a:lnTo>
                  <a:pt x="1050" y="557"/>
                </a:lnTo>
                <a:lnTo>
                  <a:pt x="1056" y="550"/>
                </a:lnTo>
                <a:lnTo>
                  <a:pt x="1064" y="545"/>
                </a:lnTo>
                <a:lnTo>
                  <a:pt x="1071" y="541"/>
                </a:lnTo>
                <a:lnTo>
                  <a:pt x="1074" y="539"/>
                </a:lnTo>
                <a:lnTo>
                  <a:pt x="1070" y="535"/>
                </a:lnTo>
                <a:lnTo>
                  <a:pt x="1068" y="538"/>
                </a:lnTo>
                <a:lnTo>
                  <a:pt x="1056" y="544"/>
                </a:lnTo>
                <a:lnTo>
                  <a:pt x="1041" y="549"/>
                </a:lnTo>
                <a:lnTo>
                  <a:pt x="1028" y="553"/>
                </a:lnTo>
                <a:lnTo>
                  <a:pt x="1015" y="559"/>
                </a:lnTo>
                <a:lnTo>
                  <a:pt x="1005" y="564"/>
                </a:lnTo>
                <a:lnTo>
                  <a:pt x="999" y="569"/>
                </a:lnTo>
                <a:lnTo>
                  <a:pt x="996" y="582"/>
                </a:lnTo>
                <a:lnTo>
                  <a:pt x="996" y="590"/>
                </a:lnTo>
                <a:lnTo>
                  <a:pt x="997" y="596"/>
                </a:lnTo>
                <a:lnTo>
                  <a:pt x="996" y="600"/>
                </a:lnTo>
                <a:lnTo>
                  <a:pt x="989" y="601"/>
                </a:lnTo>
                <a:lnTo>
                  <a:pt x="978" y="603"/>
                </a:lnTo>
                <a:lnTo>
                  <a:pt x="967" y="605"/>
                </a:lnTo>
                <a:lnTo>
                  <a:pt x="958" y="611"/>
                </a:lnTo>
                <a:lnTo>
                  <a:pt x="953" y="621"/>
                </a:lnTo>
                <a:lnTo>
                  <a:pt x="948" y="631"/>
                </a:lnTo>
                <a:lnTo>
                  <a:pt x="942" y="635"/>
                </a:lnTo>
                <a:lnTo>
                  <a:pt x="938" y="635"/>
                </a:lnTo>
                <a:lnTo>
                  <a:pt x="936" y="638"/>
                </a:lnTo>
                <a:lnTo>
                  <a:pt x="933" y="649"/>
                </a:lnTo>
                <a:lnTo>
                  <a:pt x="931" y="654"/>
                </a:lnTo>
                <a:lnTo>
                  <a:pt x="927" y="657"/>
                </a:lnTo>
                <a:lnTo>
                  <a:pt x="920" y="659"/>
                </a:lnTo>
                <a:lnTo>
                  <a:pt x="914" y="661"/>
                </a:lnTo>
                <a:lnTo>
                  <a:pt x="914" y="665"/>
                </a:lnTo>
                <a:lnTo>
                  <a:pt x="917" y="669"/>
                </a:lnTo>
                <a:lnTo>
                  <a:pt x="918" y="675"/>
                </a:lnTo>
                <a:lnTo>
                  <a:pt x="918" y="680"/>
                </a:lnTo>
                <a:lnTo>
                  <a:pt x="917" y="682"/>
                </a:lnTo>
                <a:lnTo>
                  <a:pt x="916" y="685"/>
                </a:lnTo>
                <a:lnTo>
                  <a:pt x="913" y="692"/>
                </a:lnTo>
                <a:lnTo>
                  <a:pt x="911" y="700"/>
                </a:lnTo>
                <a:lnTo>
                  <a:pt x="911" y="703"/>
                </a:lnTo>
                <a:lnTo>
                  <a:pt x="909" y="706"/>
                </a:lnTo>
                <a:lnTo>
                  <a:pt x="902" y="711"/>
                </a:lnTo>
                <a:lnTo>
                  <a:pt x="882" y="724"/>
                </a:lnTo>
                <a:lnTo>
                  <a:pt x="866" y="738"/>
                </a:lnTo>
                <a:lnTo>
                  <a:pt x="860" y="744"/>
                </a:lnTo>
                <a:lnTo>
                  <a:pt x="859" y="747"/>
                </a:lnTo>
                <a:lnTo>
                  <a:pt x="859" y="750"/>
                </a:lnTo>
                <a:lnTo>
                  <a:pt x="856" y="755"/>
                </a:lnTo>
                <a:lnTo>
                  <a:pt x="849" y="770"/>
                </a:lnTo>
                <a:lnTo>
                  <a:pt x="854" y="797"/>
                </a:lnTo>
                <a:lnTo>
                  <a:pt x="859" y="811"/>
                </a:lnTo>
                <a:lnTo>
                  <a:pt x="862" y="820"/>
                </a:lnTo>
                <a:lnTo>
                  <a:pt x="861" y="827"/>
                </a:lnTo>
                <a:lnTo>
                  <a:pt x="857" y="835"/>
                </a:lnTo>
                <a:lnTo>
                  <a:pt x="853" y="844"/>
                </a:lnTo>
                <a:lnTo>
                  <a:pt x="849" y="847"/>
                </a:lnTo>
                <a:lnTo>
                  <a:pt x="844" y="844"/>
                </a:lnTo>
                <a:lnTo>
                  <a:pt x="838" y="833"/>
                </a:lnTo>
                <a:lnTo>
                  <a:pt x="832" y="816"/>
                </a:lnTo>
                <a:lnTo>
                  <a:pt x="831" y="800"/>
                </a:lnTo>
                <a:lnTo>
                  <a:pt x="828" y="787"/>
                </a:lnTo>
                <a:lnTo>
                  <a:pt x="817" y="780"/>
                </a:lnTo>
                <a:lnTo>
                  <a:pt x="802" y="779"/>
                </a:lnTo>
                <a:lnTo>
                  <a:pt x="792" y="773"/>
                </a:lnTo>
                <a:lnTo>
                  <a:pt x="789" y="769"/>
                </a:lnTo>
                <a:lnTo>
                  <a:pt x="788" y="770"/>
                </a:lnTo>
                <a:lnTo>
                  <a:pt x="785" y="773"/>
                </a:lnTo>
                <a:lnTo>
                  <a:pt x="774" y="775"/>
                </a:lnTo>
                <a:lnTo>
                  <a:pt x="761" y="777"/>
                </a:lnTo>
                <a:lnTo>
                  <a:pt x="753" y="778"/>
                </a:lnTo>
                <a:lnTo>
                  <a:pt x="749" y="781"/>
                </a:lnTo>
                <a:lnTo>
                  <a:pt x="747" y="784"/>
                </a:lnTo>
                <a:lnTo>
                  <a:pt x="744" y="786"/>
                </a:lnTo>
                <a:lnTo>
                  <a:pt x="740" y="787"/>
                </a:lnTo>
                <a:lnTo>
                  <a:pt x="732" y="787"/>
                </a:lnTo>
                <a:lnTo>
                  <a:pt x="719" y="785"/>
                </a:lnTo>
                <a:lnTo>
                  <a:pt x="705" y="785"/>
                </a:lnTo>
                <a:lnTo>
                  <a:pt x="695" y="786"/>
                </a:lnTo>
                <a:lnTo>
                  <a:pt x="685" y="791"/>
                </a:lnTo>
                <a:lnTo>
                  <a:pt x="671" y="801"/>
                </a:lnTo>
                <a:lnTo>
                  <a:pt x="659" y="811"/>
                </a:lnTo>
                <a:lnTo>
                  <a:pt x="654" y="818"/>
                </a:lnTo>
                <a:lnTo>
                  <a:pt x="653" y="824"/>
                </a:lnTo>
                <a:lnTo>
                  <a:pt x="653" y="832"/>
                </a:lnTo>
                <a:lnTo>
                  <a:pt x="652" y="841"/>
                </a:lnTo>
                <a:lnTo>
                  <a:pt x="650" y="846"/>
                </a:lnTo>
                <a:lnTo>
                  <a:pt x="648" y="852"/>
                </a:lnTo>
                <a:lnTo>
                  <a:pt x="645" y="863"/>
                </a:lnTo>
                <a:lnTo>
                  <a:pt x="643" y="887"/>
                </a:lnTo>
                <a:lnTo>
                  <a:pt x="651" y="904"/>
                </a:lnTo>
                <a:lnTo>
                  <a:pt x="655" y="912"/>
                </a:lnTo>
                <a:lnTo>
                  <a:pt x="655" y="918"/>
                </a:lnTo>
                <a:lnTo>
                  <a:pt x="655" y="924"/>
                </a:lnTo>
                <a:lnTo>
                  <a:pt x="660" y="931"/>
                </a:lnTo>
                <a:lnTo>
                  <a:pt x="668" y="940"/>
                </a:lnTo>
                <a:lnTo>
                  <a:pt x="678" y="947"/>
                </a:lnTo>
                <a:lnTo>
                  <a:pt x="688" y="948"/>
                </a:lnTo>
                <a:lnTo>
                  <a:pt x="701" y="943"/>
                </a:lnTo>
                <a:lnTo>
                  <a:pt x="710" y="937"/>
                </a:lnTo>
                <a:lnTo>
                  <a:pt x="714" y="936"/>
                </a:lnTo>
                <a:lnTo>
                  <a:pt x="717" y="932"/>
                </a:lnTo>
                <a:lnTo>
                  <a:pt x="725" y="918"/>
                </a:lnTo>
                <a:lnTo>
                  <a:pt x="733" y="907"/>
                </a:lnTo>
                <a:lnTo>
                  <a:pt x="742" y="903"/>
                </a:lnTo>
                <a:lnTo>
                  <a:pt x="751" y="904"/>
                </a:lnTo>
                <a:lnTo>
                  <a:pt x="761" y="903"/>
                </a:lnTo>
                <a:lnTo>
                  <a:pt x="774" y="903"/>
                </a:lnTo>
                <a:lnTo>
                  <a:pt x="772" y="912"/>
                </a:lnTo>
                <a:lnTo>
                  <a:pt x="767" y="923"/>
                </a:lnTo>
                <a:lnTo>
                  <a:pt x="762" y="937"/>
                </a:lnTo>
                <a:lnTo>
                  <a:pt x="758" y="952"/>
                </a:lnTo>
                <a:lnTo>
                  <a:pt x="755" y="963"/>
                </a:lnTo>
                <a:lnTo>
                  <a:pt x="754" y="970"/>
                </a:lnTo>
                <a:lnTo>
                  <a:pt x="756" y="977"/>
                </a:lnTo>
                <a:lnTo>
                  <a:pt x="767" y="981"/>
                </a:lnTo>
                <a:lnTo>
                  <a:pt x="794" y="982"/>
                </a:lnTo>
                <a:lnTo>
                  <a:pt x="807" y="982"/>
                </a:lnTo>
                <a:lnTo>
                  <a:pt x="811" y="985"/>
                </a:lnTo>
                <a:lnTo>
                  <a:pt x="812" y="992"/>
                </a:lnTo>
                <a:lnTo>
                  <a:pt x="811" y="1004"/>
                </a:lnTo>
                <a:lnTo>
                  <a:pt x="810" y="1017"/>
                </a:lnTo>
                <a:lnTo>
                  <a:pt x="807" y="1026"/>
                </a:lnTo>
                <a:lnTo>
                  <a:pt x="806" y="1034"/>
                </a:lnTo>
                <a:lnTo>
                  <a:pt x="807" y="1044"/>
                </a:lnTo>
                <a:lnTo>
                  <a:pt x="818" y="1066"/>
                </a:lnTo>
                <a:lnTo>
                  <a:pt x="833" y="1076"/>
                </a:lnTo>
                <a:lnTo>
                  <a:pt x="841" y="1074"/>
                </a:lnTo>
                <a:lnTo>
                  <a:pt x="846" y="1068"/>
                </a:lnTo>
                <a:lnTo>
                  <a:pt x="859" y="1068"/>
                </a:lnTo>
                <a:lnTo>
                  <a:pt x="875" y="1077"/>
                </a:lnTo>
                <a:lnTo>
                  <a:pt x="885" y="1092"/>
                </a:lnTo>
                <a:lnTo>
                  <a:pt x="878" y="1096"/>
                </a:lnTo>
                <a:lnTo>
                  <a:pt x="874" y="1104"/>
                </a:lnTo>
              </a:path>
            </a:pathLst>
          </a:custGeom>
          <a:solidFill>
            <a:srgbClr val="FFFFCC"/>
          </a:solidFill>
          <a:ln w="12700" cap="rnd">
            <a:solidFill>
              <a:schemeClr val="tx1"/>
            </a:solidFill>
            <a:round/>
            <a:headEnd/>
            <a:tailEnd/>
          </a:ln>
        </p:spPr>
        <p:txBody>
          <a:bodyPr/>
          <a:lstStyle/>
          <a:p>
            <a:endParaRPr lang="en-US" b="1"/>
          </a:p>
        </p:txBody>
      </p:sp>
      <p:sp>
        <p:nvSpPr>
          <p:cNvPr id="6154" name="Freeform 440"/>
          <p:cNvSpPr>
            <a:spLocks/>
          </p:cNvSpPr>
          <p:nvPr/>
        </p:nvSpPr>
        <p:spPr bwMode="auto">
          <a:xfrm>
            <a:off x="1913889" y="2353876"/>
            <a:ext cx="1610088" cy="1206852"/>
          </a:xfrm>
          <a:custGeom>
            <a:avLst/>
            <a:gdLst>
              <a:gd name="T0" fmla="*/ 92 w 922"/>
              <a:gd name="T1" fmla="*/ 356 h 611"/>
              <a:gd name="T2" fmla="*/ 63 w 922"/>
              <a:gd name="T3" fmla="*/ 310 h 611"/>
              <a:gd name="T4" fmla="*/ 23 w 922"/>
              <a:gd name="T5" fmla="*/ 293 h 611"/>
              <a:gd name="T6" fmla="*/ 57 w 922"/>
              <a:gd name="T7" fmla="*/ 106 h 611"/>
              <a:gd name="T8" fmla="*/ 145 w 922"/>
              <a:gd name="T9" fmla="*/ 108 h 611"/>
              <a:gd name="T10" fmla="*/ 202 w 922"/>
              <a:gd name="T11" fmla="*/ 88 h 611"/>
              <a:gd name="T12" fmla="*/ 231 w 922"/>
              <a:gd name="T13" fmla="*/ 98 h 611"/>
              <a:gd name="T14" fmla="*/ 256 w 922"/>
              <a:gd name="T15" fmla="*/ 103 h 611"/>
              <a:gd name="T16" fmla="*/ 324 w 922"/>
              <a:gd name="T17" fmla="*/ 116 h 611"/>
              <a:gd name="T18" fmla="*/ 337 w 922"/>
              <a:gd name="T19" fmla="*/ 143 h 611"/>
              <a:gd name="T20" fmla="*/ 395 w 922"/>
              <a:gd name="T21" fmla="*/ 159 h 611"/>
              <a:gd name="T22" fmla="*/ 414 w 922"/>
              <a:gd name="T23" fmla="*/ 123 h 611"/>
              <a:gd name="T24" fmla="*/ 466 w 922"/>
              <a:gd name="T25" fmla="*/ 139 h 611"/>
              <a:gd name="T26" fmla="*/ 522 w 922"/>
              <a:gd name="T27" fmla="*/ 140 h 611"/>
              <a:gd name="T28" fmla="*/ 546 w 922"/>
              <a:gd name="T29" fmla="*/ 131 h 611"/>
              <a:gd name="T30" fmla="*/ 551 w 922"/>
              <a:gd name="T31" fmla="*/ 101 h 611"/>
              <a:gd name="T32" fmla="*/ 557 w 922"/>
              <a:gd name="T33" fmla="*/ 55 h 611"/>
              <a:gd name="T34" fmla="*/ 582 w 922"/>
              <a:gd name="T35" fmla="*/ 2 h 611"/>
              <a:gd name="T36" fmla="*/ 574 w 922"/>
              <a:gd name="T37" fmla="*/ 29 h 611"/>
              <a:gd name="T38" fmla="*/ 576 w 922"/>
              <a:gd name="T39" fmla="*/ 79 h 611"/>
              <a:gd name="T40" fmla="*/ 601 w 922"/>
              <a:gd name="T41" fmla="*/ 110 h 611"/>
              <a:gd name="T42" fmla="*/ 614 w 922"/>
              <a:gd name="T43" fmla="*/ 143 h 611"/>
              <a:gd name="T44" fmla="*/ 666 w 922"/>
              <a:gd name="T45" fmla="*/ 96 h 611"/>
              <a:gd name="T46" fmla="*/ 676 w 922"/>
              <a:gd name="T47" fmla="*/ 135 h 611"/>
              <a:gd name="T48" fmla="*/ 617 w 922"/>
              <a:gd name="T49" fmla="*/ 164 h 611"/>
              <a:gd name="T50" fmla="*/ 581 w 922"/>
              <a:gd name="T51" fmla="*/ 179 h 611"/>
              <a:gd name="T52" fmla="*/ 568 w 922"/>
              <a:gd name="T53" fmla="*/ 212 h 611"/>
              <a:gd name="T54" fmla="*/ 513 w 922"/>
              <a:gd name="T55" fmla="*/ 309 h 611"/>
              <a:gd name="T56" fmla="*/ 584 w 922"/>
              <a:gd name="T57" fmla="*/ 368 h 611"/>
              <a:gd name="T58" fmla="*/ 624 w 922"/>
              <a:gd name="T59" fmla="*/ 411 h 611"/>
              <a:gd name="T60" fmla="*/ 661 w 922"/>
              <a:gd name="T61" fmla="*/ 411 h 611"/>
              <a:gd name="T62" fmla="*/ 692 w 922"/>
              <a:gd name="T63" fmla="*/ 344 h 611"/>
              <a:gd name="T64" fmla="*/ 698 w 922"/>
              <a:gd name="T65" fmla="*/ 238 h 611"/>
              <a:gd name="T66" fmla="*/ 778 w 922"/>
              <a:gd name="T67" fmla="*/ 263 h 611"/>
              <a:gd name="T68" fmla="*/ 786 w 922"/>
              <a:gd name="T69" fmla="*/ 305 h 611"/>
              <a:gd name="T70" fmla="*/ 819 w 922"/>
              <a:gd name="T71" fmla="*/ 301 h 611"/>
              <a:gd name="T72" fmla="*/ 847 w 922"/>
              <a:gd name="T73" fmla="*/ 288 h 611"/>
              <a:gd name="T74" fmla="*/ 882 w 922"/>
              <a:gd name="T75" fmla="*/ 365 h 611"/>
              <a:gd name="T76" fmla="*/ 920 w 922"/>
              <a:gd name="T77" fmla="*/ 416 h 611"/>
              <a:gd name="T78" fmla="*/ 877 w 922"/>
              <a:gd name="T79" fmla="*/ 447 h 611"/>
              <a:gd name="T80" fmla="*/ 782 w 922"/>
              <a:gd name="T81" fmla="*/ 465 h 611"/>
              <a:gd name="T82" fmla="*/ 674 w 922"/>
              <a:gd name="T83" fmla="*/ 552 h 611"/>
              <a:gd name="T84" fmla="*/ 740 w 922"/>
              <a:gd name="T85" fmla="*/ 505 h 611"/>
              <a:gd name="T86" fmla="*/ 817 w 922"/>
              <a:gd name="T87" fmla="*/ 483 h 611"/>
              <a:gd name="T88" fmla="*/ 824 w 922"/>
              <a:gd name="T89" fmla="*/ 530 h 611"/>
              <a:gd name="T90" fmla="*/ 860 w 922"/>
              <a:gd name="T91" fmla="*/ 525 h 611"/>
              <a:gd name="T92" fmla="*/ 838 w 922"/>
              <a:gd name="T93" fmla="*/ 542 h 611"/>
              <a:gd name="T94" fmla="*/ 799 w 922"/>
              <a:gd name="T95" fmla="*/ 562 h 611"/>
              <a:gd name="T96" fmla="*/ 809 w 922"/>
              <a:gd name="T97" fmla="*/ 541 h 611"/>
              <a:gd name="T98" fmla="*/ 766 w 922"/>
              <a:gd name="T99" fmla="*/ 553 h 611"/>
              <a:gd name="T100" fmla="*/ 707 w 922"/>
              <a:gd name="T101" fmla="*/ 542 h 611"/>
              <a:gd name="T102" fmla="*/ 681 w 922"/>
              <a:gd name="T103" fmla="*/ 580 h 611"/>
              <a:gd name="T104" fmla="*/ 623 w 922"/>
              <a:gd name="T105" fmla="*/ 571 h 611"/>
              <a:gd name="T106" fmla="*/ 550 w 922"/>
              <a:gd name="T107" fmla="*/ 534 h 611"/>
              <a:gd name="T108" fmla="*/ 539 w 922"/>
              <a:gd name="T109" fmla="*/ 515 h 611"/>
              <a:gd name="T110" fmla="*/ 520 w 922"/>
              <a:gd name="T111" fmla="*/ 496 h 611"/>
              <a:gd name="T112" fmla="*/ 150 w 922"/>
              <a:gd name="T113" fmla="*/ 488 h 611"/>
              <a:gd name="T114" fmla="*/ 106 w 922"/>
              <a:gd name="T115" fmla="*/ 416 h 61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22"/>
              <a:gd name="T175" fmla="*/ 0 h 611"/>
              <a:gd name="T176" fmla="*/ 922 w 922"/>
              <a:gd name="T177" fmla="*/ 611 h 61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22" h="611">
                <a:moveTo>
                  <a:pt x="95" y="400"/>
                </a:moveTo>
                <a:lnTo>
                  <a:pt x="98" y="395"/>
                </a:lnTo>
                <a:lnTo>
                  <a:pt x="102" y="376"/>
                </a:lnTo>
                <a:lnTo>
                  <a:pt x="101" y="366"/>
                </a:lnTo>
                <a:lnTo>
                  <a:pt x="97" y="360"/>
                </a:lnTo>
                <a:lnTo>
                  <a:pt x="92" y="356"/>
                </a:lnTo>
                <a:lnTo>
                  <a:pt x="90" y="351"/>
                </a:lnTo>
                <a:lnTo>
                  <a:pt x="89" y="339"/>
                </a:lnTo>
                <a:lnTo>
                  <a:pt x="83" y="331"/>
                </a:lnTo>
                <a:lnTo>
                  <a:pt x="76" y="324"/>
                </a:lnTo>
                <a:lnTo>
                  <a:pt x="69" y="318"/>
                </a:lnTo>
                <a:lnTo>
                  <a:pt x="63" y="310"/>
                </a:lnTo>
                <a:lnTo>
                  <a:pt x="58" y="304"/>
                </a:lnTo>
                <a:lnTo>
                  <a:pt x="52" y="300"/>
                </a:lnTo>
                <a:lnTo>
                  <a:pt x="48" y="302"/>
                </a:lnTo>
                <a:lnTo>
                  <a:pt x="38" y="309"/>
                </a:lnTo>
                <a:lnTo>
                  <a:pt x="27" y="301"/>
                </a:lnTo>
                <a:lnTo>
                  <a:pt x="23" y="293"/>
                </a:lnTo>
                <a:lnTo>
                  <a:pt x="21" y="287"/>
                </a:lnTo>
                <a:lnTo>
                  <a:pt x="18" y="284"/>
                </a:lnTo>
                <a:lnTo>
                  <a:pt x="11" y="285"/>
                </a:lnTo>
                <a:lnTo>
                  <a:pt x="1" y="287"/>
                </a:lnTo>
                <a:lnTo>
                  <a:pt x="0" y="285"/>
                </a:lnTo>
                <a:lnTo>
                  <a:pt x="57" y="106"/>
                </a:lnTo>
                <a:lnTo>
                  <a:pt x="52" y="103"/>
                </a:lnTo>
                <a:lnTo>
                  <a:pt x="77" y="112"/>
                </a:lnTo>
                <a:lnTo>
                  <a:pt x="98" y="118"/>
                </a:lnTo>
                <a:lnTo>
                  <a:pt x="117" y="116"/>
                </a:lnTo>
                <a:lnTo>
                  <a:pt x="130" y="108"/>
                </a:lnTo>
                <a:lnTo>
                  <a:pt x="145" y="108"/>
                </a:lnTo>
                <a:lnTo>
                  <a:pt x="160" y="108"/>
                </a:lnTo>
                <a:lnTo>
                  <a:pt x="169" y="106"/>
                </a:lnTo>
                <a:lnTo>
                  <a:pt x="181" y="106"/>
                </a:lnTo>
                <a:lnTo>
                  <a:pt x="191" y="103"/>
                </a:lnTo>
                <a:lnTo>
                  <a:pt x="198" y="97"/>
                </a:lnTo>
                <a:lnTo>
                  <a:pt x="202" y="88"/>
                </a:lnTo>
                <a:lnTo>
                  <a:pt x="203" y="87"/>
                </a:lnTo>
                <a:lnTo>
                  <a:pt x="204" y="89"/>
                </a:lnTo>
                <a:lnTo>
                  <a:pt x="210" y="97"/>
                </a:lnTo>
                <a:lnTo>
                  <a:pt x="217" y="101"/>
                </a:lnTo>
                <a:lnTo>
                  <a:pt x="225" y="101"/>
                </a:lnTo>
                <a:lnTo>
                  <a:pt x="231" y="98"/>
                </a:lnTo>
                <a:lnTo>
                  <a:pt x="234" y="97"/>
                </a:lnTo>
                <a:lnTo>
                  <a:pt x="233" y="100"/>
                </a:lnTo>
                <a:lnTo>
                  <a:pt x="234" y="104"/>
                </a:lnTo>
                <a:lnTo>
                  <a:pt x="237" y="107"/>
                </a:lnTo>
                <a:lnTo>
                  <a:pt x="246" y="106"/>
                </a:lnTo>
                <a:lnTo>
                  <a:pt x="256" y="103"/>
                </a:lnTo>
                <a:lnTo>
                  <a:pt x="263" y="102"/>
                </a:lnTo>
                <a:lnTo>
                  <a:pt x="273" y="105"/>
                </a:lnTo>
                <a:lnTo>
                  <a:pt x="291" y="114"/>
                </a:lnTo>
                <a:lnTo>
                  <a:pt x="310" y="119"/>
                </a:lnTo>
                <a:lnTo>
                  <a:pt x="320" y="118"/>
                </a:lnTo>
                <a:lnTo>
                  <a:pt x="324" y="116"/>
                </a:lnTo>
                <a:lnTo>
                  <a:pt x="326" y="118"/>
                </a:lnTo>
                <a:lnTo>
                  <a:pt x="327" y="128"/>
                </a:lnTo>
                <a:lnTo>
                  <a:pt x="323" y="134"/>
                </a:lnTo>
                <a:lnTo>
                  <a:pt x="323" y="137"/>
                </a:lnTo>
                <a:lnTo>
                  <a:pt x="329" y="140"/>
                </a:lnTo>
                <a:lnTo>
                  <a:pt x="337" y="143"/>
                </a:lnTo>
                <a:lnTo>
                  <a:pt x="347" y="143"/>
                </a:lnTo>
                <a:lnTo>
                  <a:pt x="358" y="143"/>
                </a:lnTo>
                <a:lnTo>
                  <a:pt x="369" y="142"/>
                </a:lnTo>
                <a:lnTo>
                  <a:pt x="380" y="144"/>
                </a:lnTo>
                <a:lnTo>
                  <a:pt x="388" y="150"/>
                </a:lnTo>
                <a:lnTo>
                  <a:pt x="395" y="159"/>
                </a:lnTo>
                <a:lnTo>
                  <a:pt x="396" y="159"/>
                </a:lnTo>
                <a:lnTo>
                  <a:pt x="397" y="160"/>
                </a:lnTo>
                <a:lnTo>
                  <a:pt x="398" y="157"/>
                </a:lnTo>
                <a:lnTo>
                  <a:pt x="399" y="151"/>
                </a:lnTo>
                <a:lnTo>
                  <a:pt x="403" y="135"/>
                </a:lnTo>
                <a:lnTo>
                  <a:pt x="414" y="123"/>
                </a:lnTo>
                <a:lnTo>
                  <a:pt x="420" y="122"/>
                </a:lnTo>
                <a:lnTo>
                  <a:pt x="425" y="124"/>
                </a:lnTo>
                <a:lnTo>
                  <a:pt x="429" y="129"/>
                </a:lnTo>
                <a:lnTo>
                  <a:pt x="436" y="133"/>
                </a:lnTo>
                <a:lnTo>
                  <a:pt x="448" y="136"/>
                </a:lnTo>
                <a:lnTo>
                  <a:pt x="466" y="139"/>
                </a:lnTo>
                <a:lnTo>
                  <a:pt x="483" y="140"/>
                </a:lnTo>
                <a:lnTo>
                  <a:pt x="495" y="138"/>
                </a:lnTo>
                <a:lnTo>
                  <a:pt x="505" y="132"/>
                </a:lnTo>
                <a:lnTo>
                  <a:pt x="514" y="128"/>
                </a:lnTo>
                <a:lnTo>
                  <a:pt x="521" y="130"/>
                </a:lnTo>
                <a:lnTo>
                  <a:pt x="522" y="140"/>
                </a:lnTo>
                <a:lnTo>
                  <a:pt x="521" y="150"/>
                </a:lnTo>
                <a:lnTo>
                  <a:pt x="524" y="151"/>
                </a:lnTo>
                <a:lnTo>
                  <a:pt x="528" y="146"/>
                </a:lnTo>
                <a:lnTo>
                  <a:pt x="531" y="140"/>
                </a:lnTo>
                <a:lnTo>
                  <a:pt x="536" y="137"/>
                </a:lnTo>
                <a:lnTo>
                  <a:pt x="546" y="131"/>
                </a:lnTo>
                <a:lnTo>
                  <a:pt x="550" y="125"/>
                </a:lnTo>
                <a:lnTo>
                  <a:pt x="550" y="117"/>
                </a:lnTo>
                <a:lnTo>
                  <a:pt x="549" y="110"/>
                </a:lnTo>
                <a:lnTo>
                  <a:pt x="551" y="104"/>
                </a:lnTo>
                <a:lnTo>
                  <a:pt x="553" y="101"/>
                </a:lnTo>
                <a:lnTo>
                  <a:pt x="551" y="101"/>
                </a:lnTo>
                <a:lnTo>
                  <a:pt x="547" y="101"/>
                </a:lnTo>
                <a:lnTo>
                  <a:pt x="540" y="97"/>
                </a:lnTo>
                <a:lnTo>
                  <a:pt x="534" y="87"/>
                </a:lnTo>
                <a:lnTo>
                  <a:pt x="543" y="71"/>
                </a:lnTo>
                <a:lnTo>
                  <a:pt x="551" y="62"/>
                </a:lnTo>
                <a:lnTo>
                  <a:pt x="557" y="55"/>
                </a:lnTo>
                <a:lnTo>
                  <a:pt x="560" y="47"/>
                </a:lnTo>
                <a:lnTo>
                  <a:pt x="556" y="37"/>
                </a:lnTo>
                <a:lnTo>
                  <a:pt x="554" y="24"/>
                </a:lnTo>
                <a:lnTo>
                  <a:pt x="559" y="15"/>
                </a:lnTo>
                <a:lnTo>
                  <a:pt x="570" y="8"/>
                </a:lnTo>
                <a:lnTo>
                  <a:pt x="582" y="2"/>
                </a:lnTo>
                <a:lnTo>
                  <a:pt x="592" y="0"/>
                </a:lnTo>
                <a:lnTo>
                  <a:pt x="601" y="3"/>
                </a:lnTo>
                <a:lnTo>
                  <a:pt x="607" y="9"/>
                </a:lnTo>
                <a:lnTo>
                  <a:pt x="603" y="18"/>
                </a:lnTo>
                <a:lnTo>
                  <a:pt x="586" y="27"/>
                </a:lnTo>
                <a:lnTo>
                  <a:pt x="574" y="29"/>
                </a:lnTo>
                <a:lnTo>
                  <a:pt x="568" y="31"/>
                </a:lnTo>
                <a:lnTo>
                  <a:pt x="571" y="43"/>
                </a:lnTo>
                <a:lnTo>
                  <a:pt x="574" y="52"/>
                </a:lnTo>
                <a:lnTo>
                  <a:pt x="574" y="59"/>
                </a:lnTo>
                <a:lnTo>
                  <a:pt x="574" y="67"/>
                </a:lnTo>
                <a:lnTo>
                  <a:pt x="576" y="79"/>
                </a:lnTo>
                <a:lnTo>
                  <a:pt x="579" y="95"/>
                </a:lnTo>
                <a:lnTo>
                  <a:pt x="584" y="110"/>
                </a:lnTo>
                <a:lnTo>
                  <a:pt x="587" y="121"/>
                </a:lnTo>
                <a:lnTo>
                  <a:pt x="589" y="125"/>
                </a:lnTo>
                <a:lnTo>
                  <a:pt x="593" y="119"/>
                </a:lnTo>
                <a:lnTo>
                  <a:pt x="601" y="110"/>
                </a:lnTo>
                <a:lnTo>
                  <a:pt x="605" y="106"/>
                </a:lnTo>
                <a:lnTo>
                  <a:pt x="609" y="106"/>
                </a:lnTo>
                <a:lnTo>
                  <a:pt x="611" y="110"/>
                </a:lnTo>
                <a:lnTo>
                  <a:pt x="611" y="119"/>
                </a:lnTo>
                <a:lnTo>
                  <a:pt x="611" y="138"/>
                </a:lnTo>
                <a:lnTo>
                  <a:pt x="614" y="143"/>
                </a:lnTo>
                <a:lnTo>
                  <a:pt x="621" y="138"/>
                </a:lnTo>
                <a:lnTo>
                  <a:pt x="632" y="125"/>
                </a:lnTo>
                <a:lnTo>
                  <a:pt x="641" y="111"/>
                </a:lnTo>
                <a:lnTo>
                  <a:pt x="647" y="102"/>
                </a:lnTo>
                <a:lnTo>
                  <a:pt x="653" y="97"/>
                </a:lnTo>
                <a:lnTo>
                  <a:pt x="666" y="96"/>
                </a:lnTo>
                <a:lnTo>
                  <a:pt x="678" y="100"/>
                </a:lnTo>
                <a:lnTo>
                  <a:pt x="682" y="106"/>
                </a:lnTo>
                <a:lnTo>
                  <a:pt x="679" y="114"/>
                </a:lnTo>
                <a:lnTo>
                  <a:pt x="674" y="124"/>
                </a:lnTo>
                <a:lnTo>
                  <a:pt x="672" y="131"/>
                </a:lnTo>
                <a:lnTo>
                  <a:pt x="676" y="135"/>
                </a:lnTo>
                <a:lnTo>
                  <a:pt x="678" y="139"/>
                </a:lnTo>
                <a:lnTo>
                  <a:pt x="673" y="147"/>
                </a:lnTo>
                <a:lnTo>
                  <a:pt x="650" y="161"/>
                </a:lnTo>
                <a:lnTo>
                  <a:pt x="632" y="162"/>
                </a:lnTo>
                <a:lnTo>
                  <a:pt x="620" y="160"/>
                </a:lnTo>
                <a:lnTo>
                  <a:pt x="617" y="164"/>
                </a:lnTo>
                <a:lnTo>
                  <a:pt x="617" y="173"/>
                </a:lnTo>
                <a:lnTo>
                  <a:pt x="611" y="178"/>
                </a:lnTo>
                <a:lnTo>
                  <a:pt x="602" y="180"/>
                </a:lnTo>
                <a:lnTo>
                  <a:pt x="593" y="180"/>
                </a:lnTo>
                <a:lnTo>
                  <a:pt x="585" y="179"/>
                </a:lnTo>
                <a:lnTo>
                  <a:pt x="581" y="179"/>
                </a:lnTo>
                <a:lnTo>
                  <a:pt x="583" y="181"/>
                </a:lnTo>
                <a:lnTo>
                  <a:pt x="594" y="186"/>
                </a:lnTo>
                <a:lnTo>
                  <a:pt x="602" y="191"/>
                </a:lnTo>
                <a:lnTo>
                  <a:pt x="597" y="195"/>
                </a:lnTo>
                <a:lnTo>
                  <a:pt x="583" y="202"/>
                </a:lnTo>
                <a:lnTo>
                  <a:pt x="568" y="212"/>
                </a:lnTo>
                <a:lnTo>
                  <a:pt x="549" y="232"/>
                </a:lnTo>
                <a:lnTo>
                  <a:pt x="527" y="258"/>
                </a:lnTo>
                <a:lnTo>
                  <a:pt x="517" y="272"/>
                </a:lnTo>
                <a:lnTo>
                  <a:pt x="511" y="285"/>
                </a:lnTo>
                <a:lnTo>
                  <a:pt x="509" y="298"/>
                </a:lnTo>
                <a:lnTo>
                  <a:pt x="513" y="309"/>
                </a:lnTo>
                <a:lnTo>
                  <a:pt x="524" y="324"/>
                </a:lnTo>
                <a:lnTo>
                  <a:pt x="529" y="331"/>
                </a:lnTo>
                <a:lnTo>
                  <a:pt x="534" y="334"/>
                </a:lnTo>
                <a:lnTo>
                  <a:pt x="544" y="337"/>
                </a:lnTo>
                <a:lnTo>
                  <a:pt x="567" y="349"/>
                </a:lnTo>
                <a:lnTo>
                  <a:pt x="584" y="368"/>
                </a:lnTo>
                <a:lnTo>
                  <a:pt x="598" y="372"/>
                </a:lnTo>
                <a:lnTo>
                  <a:pt x="615" y="373"/>
                </a:lnTo>
                <a:lnTo>
                  <a:pt x="627" y="376"/>
                </a:lnTo>
                <a:lnTo>
                  <a:pt x="624" y="388"/>
                </a:lnTo>
                <a:lnTo>
                  <a:pt x="622" y="399"/>
                </a:lnTo>
                <a:lnTo>
                  <a:pt x="624" y="411"/>
                </a:lnTo>
                <a:lnTo>
                  <a:pt x="630" y="424"/>
                </a:lnTo>
                <a:lnTo>
                  <a:pt x="638" y="434"/>
                </a:lnTo>
                <a:lnTo>
                  <a:pt x="646" y="440"/>
                </a:lnTo>
                <a:lnTo>
                  <a:pt x="654" y="440"/>
                </a:lnTo>
                <a:lnTo>
                  <a:pt x="659" y="431"/>
                </a:lnTo>
                <a:lnTo>
                  <a:pt x="661" y="411"/>
                </a:lnTo>
                <a:lnTo>
                  <a:pt x="661" y="389"/>
                </a:lnTo>
                <a:lnTo>
                  <a:pt x="663" y="378"/>
                </a:lnTo>
                <a:lnTo>
                  <a:pt x="668" y="371"/>
                </a:lnTo>
                <a:lnTo>
                  <a:pt x="679" y="363"/>
                </a:lnTo>
                <a:lnTo>
                  <a:pt x="689" y="353"/>
                </a:lnTo>
                <a:lnTo>
                  <a:pt x="692" y="344"/>
                </a:lnTo>
                <a:lnTo>
                  <a:pt x="691" y="334"/>
                </a:lnTo>
                <a:lnTo>
                  <a:pt x="688" y="323"/>
                </a:lnTo>
                <a:lnTo>
                  <a:pt x="687" y="301"/>
                </a:lnTo>
                <a:lnTo>
                  <a:pt x="693" y="280"/>
                </a:lnTo>
                <a:lnTo>
                  <a:pt x="698" y="260"/>
                </a:lnTo>
                <a:lnTo>
                  <a:pt x="698" y="238"/>
                </a:lnTo>
                <a:lnTo>
                  <a:pt x="728" y="240"/>
                </a:lnTo>
                <a:lnTo>
                  <a:pt x="747" y="244"/>
                </a:lnTo>
                <a:lnTo>
                  <a:pt x="757" y="248"/>
                </a:lnTo>
                <a:lnTo>
                  <a:pt x="763" y="254"/>
                </a:lnTo>
                <a:lnTo>
                  <a:pt x="770" y="259"/>
                </a:lnTo>
                <a:lnTo>
                  <a:pt x="778" y="263"/>
                </a:lnTo>
                <a:lnTo>
                  <a:pt x="782" y="266"/>
                </a:lnTo>
                <a:lnTo>
                  <a:pt x="783" y="272"/>
                </a:lnTo>
                <a:lnTo>
                  <a:pt x="782" y="282"/>
                </a:lnTo>
                <a:lnTo>
                  <a:pt x="781" y="294"/>
                </a:lnTo>
                <a:lnTo>
                  <a:pt x="782" y="301"/>
                </a:lnTo>
                <a:lnTo>
                  <a:pt x="786" y="305"/>
                </a:lnTo>
                <a:lnTo>
                  <a:pt x="792" y="308"/>
                </a:lnTo>
                <a:lnTo>
                  <a:pt x="796" y="313"/>
                </a:lnTo>
                <a:lnTo>
                  <a:pt x="796" y="318"/>
                </a:lnTo>
                <a:lnTo>
                  <a:pt x="798" y="320"/>
                </a:lnTo>
                <a:lnTo>
                  <a:pt x="807" y="314"/>
                </a:lnTo>
                <a:lnTo>
                  <a:pt x="819" y="301"/>
                </a:lnTo>
                <a:lnTo>
                  <a:pt x="829" y="287"/>
                </a:lnTo>
                <a:lnTo>
                  <a:pt x="836" y="277"/>
                </a:lnTo>
                <a:lnTo>
                  <a:pt x="839" y="273"/>
                </a:lnTo>
                <a:lnTo>
                  <a:pt x="840" y="274"/>
                </a:lnTo>
                <a:lnTo>
                  <a:pt x="842" y="278"/>
                </a:lnTo>
                <a:lnTo>
                  <a:pt x="847" y="288"/>
                </a:lnTo>
                <a:lnTo>
                  <a:pt x="854" y="306"/>
                </a:lnTo>
                <a:lnTo>
                  <a:pt x="860" y="326"/>
                </a:lnTo>
                <a:lnTo>
                  <a:pt x="863" y="341"/>
                </a:lnTo>
                <a:lnTo>
                  <a:pt x="865" y="351"/>
                </a:lnTo>
                <a:lnTo>
                  <a:pt x="869" y="357"/>
                </a:lnTo>
                <a:lnTo>
                  <a:pt x="882" y="365"/>
                </a:lnTo>
                <a:lnTo>
                  <a:pt x="898" y="378"/>
                </a:lnTo>
                <a:lnTo>
                  <a:pt x="908" y="391"/>
                </a:lnTo>
                <a:lnTo>
                  <a:pt x="916" y="396"/>
                </a:lnTo>
                <a:lnTo>
                  <a:pt x="921" y="401"/>
                </a:lnTo>
                <a:lnTo>
                  <a:pt x="920" y="410"/>
                </a:lnTo>
                <a:lnTo>
                  <a:pt x="920" y="416"/>
                </a:lnTo>
                <a:lnTo>
                  <a:pt x="918" y="422"/>
                </a:lnTo>
                <a:lnTo>
                  <a:pt x="912" y="429"/>
                </a:lnTo>
                <a:lnTo>
                  <a:pt x="897" y="432"/>
                </a:lnTo>
                <a:lnTo>
                  <a:pt x="884" y="435"/>
                </a:lnTo>
                <a:lnTo>
                  <a:pt x="880" y="441"/>
                </a:lnTo>
                <a:lnTo>
                  <a:pt x="877" y="447"/>
                </a:lnTo>
                <a:lnTo>
                  <a:pt x="866" y="451"/>
                </a:lnTo>
                <a:lnTo>
                  <a:pt x="846" y="452"/>
                </a:lnTo>
                <a:lnTo>
                  <a:pt x="824" y="453"/>
                </a:lnTo>
                <a:lnTo>
                  <a:pt x="804" y="454"/>
                </a:lnTo>
                <a:lnTo>
                  <a:pt x="793" y="459"/>
                </a:lnTo>
                <a:lnTo>
                  <a:pt x="782" y="465"/>
                </a:lnTo>
                <a:lnTo>
                  <a:pt x="772" y="471"/>
                </a:lnTo>
                <a:lnTo>
                  <a:pt x="743" y="499"/>
                </a:lnTo>
                <a:lnTo>
                  <a:pt x="710" y="526"/>
                </a:lnTo>
                <a:lnTo>
                  <a:pt x="695" y="537"/>
                </a:lnTo>
                <a:lnTo>
                  <a:pt x="683" y="546"/>
                </a:lnTo>
                <a:lnTo>
                  <a:pt x="674" y="552"/>
                </a:lnTo>
                <a:lnTo>
                  <a:pt x="671" y="553"/>
                </a:lnTo>
                <a:lnTo>
                  <a:pt x="674" y="551"/>
                </a:lnTo>
                <a:lnTo>
                  <a:pt x="682" y="545"/>
                </a:lnTo>
                <a:lnTo>
                  <a:pt x="694" y="537"/>
                </a:lnTo>
                <a:lnTo>
                  <a:pt x="709" y="527"/>
                </a:lnTo>
                <a:lnTo>
                  <a:pt x="740" y="505"/>
                </a:lnTo>
                <a:lnTo>
                  <a:pt x="765" y="488"/>
                </a:lnTo>
                <a:lnTo>
                  <a:pt x="783" y="477"/>
                </a:lnTo>
                <a:lnTo>
                  <a:pt x="797" y="472"/>
                </a:lnTo>
                <a:lnTo>
                  <a:pt x="809" y="472"/>
                </a:lnTo>
                <a:lnTo>
                  <a:pt x="814" y="475"/>
                </a:lnTo>
                <a:lnTo>
                  <a:pt x="817" y="483"/>
                </a:lnTo>
                <a:lnTo>
                  <a:pt x="812" y="488"/>
                </a:lnTo>
                <a:lnTo>
                  <a:pt x="804" y="491"/>
                </a:lnTo>
                <a:lnTo>
                  <a:pt x="804" y="498"/>
                </a:lnTo>
                <a:lnTo>
                  <a:pt x="807" y="509"/>
                </a:lnTo>
                <a:lnTo>
                  <a:pt x="813" y="522"/>
                </a:lnTo>
                <a:lnTo>
                  <a:pt x="824" y="530"/>
                </a:lnTo>
                <a:lnTo>
                  <a:pt x="841" y="527"/>
                </a:lnTo>
                <a:lnTo>
                  <a:pt x="851" y="519"/>
                </a:lnTo>
                <a:lnTo>
                  <a:pt x="856" y="512"/>
                </a:lnTo>
                <a:lnTo>
                  <a:pt x="858" y="509"/>
                </a:lnTo>
                <a:lnTo>
                  <a:pt x="857" y="515"/>
                </a:lnTo>
                <a:lnTo>
                  <a:pt x="860" y="525"/>
                </a:lnTo>
                <a:lnTo>
                  <a:pt x="865" y="529"/>
                </a:lnTo>
                <a:lnTo>
                  <a:pt x="866" y="529"/>
                </a:lnTo>
                <a:lnTo>
                  <a:pt x="859" y="530"/>
                </a:lnTo>
                <a:lnTo>
                  <a:pt x="848" y="533"/>
                </a:lnTo>
                <a:lnTo>
                  <a:pt x="843" y="536"/>
                </a:lnTo>
                <a:lnTo>
                  <a:pt x="838" y="542"/>
                </a:lnTo>
                <a:lnTo>
                  <a:pt x="822" y="550"/>
                </a:lnTo>
                <a:lnTo>
                  <a:pt x="817" y="551"/>
                </a:lnTo>
                <a:lnTo>
                  <a:pt x="813" y="550"/>
                </a:lnTo>
                <a:lnTo>
                  <a:pt x="810" y="551"/>
                </a:lnTo>
                <a:lnTo>
                  <a:pt x="806" y="557"/>
                </a:lnTo>
                <a:lnTo>
                  <a:pt x="799" y="562"/>
                </a:lnTo>
                <a:lnTo>
                  <a:pt x="792" y="565"/>
                </a:lnTo>
                <a:lnTo>
                  <a:pt x="788" y="563"/>
                </a:lnTo>
                <a:lnTo>
                  <a:pt x="788" y="557"/>
                </a:lnTo>
                <a:lnTo>
                  <a:pt x="794" y="550"/>
                </a:lnTo>
                <a:lnTo>
                  <a:pt x="802" y="545"/>
                </a:lnTo>
                <a:lnTo>
                  <a:pt x="809" y="541"/>
                </a:lnTo>
                <a:lnTo>
                  <a:pt x="812" y="539"/>
                </a:lnTo>
                <a:lnTo>
                  <a:pt x="808" y="535"/>
                </a:lnTo>
                <a:lnTo>
                  <a:pt x="806" y="538"/>
                </a:lnTo>
                <a:lnTo>
                  <a:pt x="794" y="544"/>
                </a:lnTo>
                <a:lnTo>
                  <a:pt x="779" y="549"/>
                </a:lnTo>
                <a:lnTo>
                  <a:pt x="766" y="553"/>
                </a:lnTo>
                <a:lnTo>
                  <a:pt x="753" y="557"/>
                </a:lnTo>
                <a:lnTo>
                  <a:pt x="756" y="546"/>
                </a:lnTo>
                <a:lnTo>
                  <a:pt x="758" y="536"/>
                </a:lnTo>
                <a:lnTo>
                  <a:pt x="735" y="535"/>
                </a:lnTo>
                <a:lnTo>
                  <a:pt x="712" y="536"/>
                </a:lnTo>
                <a:lnTo>
                  <a:pt x="707" y="542"/>
                </a:lnTo>
                <a:lnTo>
                  <a:pt x="700" y="544"/>
                </a:lnTo>
                <a:lnTo>
                  <a:pt x="697" y="559"/>
                </a:lnTo>
                <a:lnTo>
                  <a:pt x="692" y="574"/>
                </a:lnTo>
                <a:lnTo>
                  <a:pt x="688" y="574"/>
                </a:lnTo>
                <a:lnTo>
                  <a:pt x="684" y="574"/>
                </a:lnTo>
                <a:lnTo>
                  <a:pt x="681" y="580"/>
                </a:lnTo>
                <a:lnTo>
                  <a:pt x="677" y="585"/>
                </a:lnTo>
                <a:lnTo>
                  <a:pt x="650" y="598"/>
                </a:lnTo>
                <a:lnTo>
                  <a:pt x="623" y="610"/>
                </a:lnTo>
                <a:lnTo>
                  <a:pt x="623" y="596"/>
                </a:lnTo>
                <a:lnTo>
                  <a:pt x="624" y="583"/>
                </a:lnTo>
                <a:lnTo>
                  <a:pt x="623" y="571"/>
                </a:lnTo>
                <a:lnTo>
                  <a:pt x="615" y="562"/>
                </a:lnTo>
                <a:lnTo>
                  <a:pt x="602" y="553"/>
                </a:lnTo>
                <a:lnTo>
                  <a:pt x="587" y="544"/>
                </a:lnTo>
                <a:lnTo>
                  <a:pt x="570" y="538"/>
                </a:lnTo>
                <a:lnTo>
                  <a:pt x="551" y="539"/>
                </a:lnTo>
                <a:lnTo>
                  <a:pt x="550" y="534"/>
                </a:lnTo>
                <a:lnTo>
                  <a:pt x="547" y="532"/>
                </a:lnTo>
                <a:lnTo>
                  <a:pt x="544" y="531"/>
                </a:lnTo>
                <a:lnTo>
                  <a:pt x="541" y="526"/>
                </a:lnTo>
                <a:lnTo>
                  <a:pt x="533" y="526"/>
                </a:lnTo>
                <a:lnTo>
                  <a:pt x="534" y="520"/>
                </a:lnTo>
                <a:lnTo>
                  <a:pt x="539" y="515"/>
                </a:lnTo>
                <a:lnTo>
                  <a:pt x="544" y="512"/>
                </a:lnTo>
                <a:lnTo>
                  <a:pt x="544" y="508"/>
                </a:lnTo>
                <a:lnTo>
                  <a:pt x="534" y="505"/>
                </a:lnTo>
                <a:lnTo>
                  <a:pt x="518" y="506"/>
                </a:lnTo>
                <a:lnTo>
                  <a:pt x="518" y="500"/>
                </a:lnTo>
                <a:lnTo>
                  <a:pt x="520" y="496"/>
                </a:lnTo>
                <a:lnTo>
                  <a:pt x="514" y="494"/>
                </a:lnTo>
                <a:lnTo>
                  <a:pt x="497" y="488"/>
                </a:lnTo>
                <a:lnTo>
                  <a:pt x="478" y="484"/>
                </a:lnTo>
                <a:lnTo>
                  <a:pt x="469" y="484"/>
                </a:lnTo>
                <a:lnTo>
                  <a:pt x="150" y="484"/>
                </a:lnTo>
                <a:lnTo>
                  <a:pt x="150" y="488"/>
                </a:lnTo>
                <a:lnTo>
                  <a:pt x="144" y="474"/>
                </a:lnTo>
                <a:lnTo>
                  <a:pt x="132" y="461"/>
                </a:lnTo>
                <a:lnTo>
                  <a:pt x="120" y="448"/>
                </a:lnTo>
                <a:lnTo>
                  <a:pt x="112" y="430"/>
                </a:lnTo>
                <a:lnTo>
                  <a:pt x="110" y="421"/>
                </a:lnTo>
                <a:lnTo>
                  <a:pt x="106" y="416"/>
                </a:lnTo>
                <a:lnTo>
                  <a:pt x="102" y="413"/>
                </a:lnTo>
                <a:lnTo>
                  <a:pt x="97" y="407"/>
                </a:lnTo>
                <a:lnTo>
                  <a:pt x="95" y="400"/>
                </a:lnTo>
              </a:path>
            </a:pathLst>
          </a:custGeom>
          <a:solidFill>
            <a:srgbClr val="FDE3BA"/>
          </a:solidFill>
          <a:ln w="12700" cap="rnd">
            <a:solidFill>
              <a:schemeClr val="tx1"/>
            </a:solidFill>
            <a:round/>
            <a:headEnd/>
            <a:tailEnd/>
          </a:ln>
        </p:spPr>
        <p:txBody>
          <a:bodyPr/>
          <a:lstStyle/>
          <a:p>
            <a:endParaRPr lang="en-US" b="1"/>
          </a:p>
        </p:txBody>
      </p:sp>
      <p:sp>
        <p:nvSpPr>
          <p:cNvPr id="6155" name="Freeform 441"/>
          <p:cNvSpPr>
            <a:spLocks/>
          </p:cNvSpPr>
          <p:nvPr/>
        </p:nvSpPr>
        <p:spPr bwMode="auto">
          <a:xfrm>
            <a:off x="6578256" y="4323160"/>
            <a:ext cx="22701" cy="73083"/>
          </a:xfrm>
          <a:custGeom>
            <a:avLst/>
            <a:gdLst>
              <a:gd name="T0" fmla="*/ 8 w 13"/>
              <a:gd name="T1" fmla="*/ 0 h 37"/>
              <a:gd name="T2" fmla="*/ 11 w 13"/>
              <a:gd name="T3" fmla="*/ 4 h 37"/>
              <a:gd name="T4" fmla="*/ 12 w 13"/>
              <a:gd name="T5" fmla="*/ 12 h 37"/>
              <a:gd name="T6" fmla="*/ 9 w 13"/>
              <a:gd name="T7" fmla="*/ 17 h 37"/>
              <a:gd name="T8" fmla="*/ 6 w 13"/>
              <a:gd name="T9" fmla="*/ 23 h 37"/>
              <a:gd name="T10" fmla="*/ 4 w 13"/>
              <a:gd name="T11" fmla="*/ 33 h 37"/>
              <a:gd name="T12" fmla="*/ 3 w 13"/>
              <a:gd name="T13" fmla="*/ 36 h 37"/>
              <a:gd name="T14" fmla="*/ 0 w 13"/>
              <a:gd name="T15" fmla="*/ 31 h 37"/>
              <a:gd name="T16" fmla="*/ 0 w 13"/>
              <a:gd name="T17" fmla="*/ 20 h 37"/>
              <a:gd name="T18" fmla="*/ 6 w 13"/>
              <a:gd name="T19" fmla="*/ 7 h 37"/>
              <a:gd name="T20" fmla="*/ 8 w 13"/>
              <a:gd name="T21" fmla="*/ 0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
              <a:gd name="T34" fmla="*/ 0 h 37"/>
              <a:gd name="T35" fmla="*/ 13 w 13"/>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 h="37">
                <a:moveTo>
                  <a:pt x="8" y="0"/>
                </a:moveTo>
                <a:lnTo>
                  <a:pt x="11" y="4"/>
                </a:lnTo>
                <a:lnTo>
                  <a:pt x="12" y="12"/>
                </a:lnTo>
                <a:lnTo>
                  <a:pt x="9" y="17"/>
                </a:lnTo>
                <a:lnTo>
                  <a:pt x="6" y="23"/>
                </a:lnTo>
                <a:lnTo>
                  <a:pt x="4" y="33"/>
                </a:lnTo>
                <a:lnTo>
                  <a:pt x="3" y="36"/>
                </a:lnTo>
                <a:lnTo>
                  <a:pt x="0" y="31"/>
                </a:lnTo>
                <a:lnTo>
                  <a:pt x="0" y="20"/>
                </a:lnTo>
                <a:lnTo>
                  <a:pt x="6" y="7"/>
                </a:lnTo>
                <a:lnTo>
                  <a:pt x="8" y="0"/>
                </a:lnTo>
              </a:path>
            </a:pathLst>
          </a:custGeom>
          <a:solidFill>
            <a:srgbClr val="FDE3BA"/>
          </a:solidFill>
          <a:ln w="12700" cap="rnd">
            <a:solidFill>
              <a:srgbClr val="000000"/>
            </a:solidFill>
            <a:round/>
            <a:headEnd/>
            <a:tailEnd/>
          </a:ln>
        </p:spPr>
        <p:txBody>
          <a:bodyPr/>
          <a:lstStyle/>
          <a:p>
            <a:endParaRPr lang="en-US"/>
          </a:p>
        </p:txBody>
      </p:sp>
      <p:sp>
        <p:nvSpPr>
          <p:cNvPr id="6156" name="Freeform 442"/>
          <p:cNvSpPr>
            <a:spLocks/>
          </p:cNvSpPr>
          <p:nvPr/>
        </p:nvSpPr>
        <p:spPr bwMode="auto">
          <a:xfrm>
            <a:off x="6585242" y="4408094"/>
            <a:ext cx="12224" cy="21727"/>
          </a:xfrm>
          <a:custGeom>
            <a:avLst/>
            <a:gdLst>
              <a:gd name="T0" fmla="*/ 3 w 7"/>
              <a:gd name="T1" fmla="*/ 10 h 11"/>
              <a:gd name="T2" fmla="*/ 5 w 7"/>
              <a:gd name="T3" fmla="*/ 8 h 11"/>
              <a:gd name="T4" fmla="*/ 6 w 7"/>
              <a:gd name="T5" fmla="*/ 5 h 11"/>
              <a:gd name="T6" fmla="*/ 5 w 7"/>
              <a:gd name="T7" fmla="*/ 1 h 11"/>
              <a:gd name="T8" fmla="*/ 3 w 7"/>
              <a:gd name="T9" fmla="*/ 0 h 11"/>
              <a:gd name="T10" fmla="*/ 1 w 7"/>
              <a:gd name="T11" fmla="*/ 1 h 11"/>
              <a:gd name="T12" fmla="*/ 0 w 7"/>
              <a:gd name="T13" fmla="*/ 5 h 11"/>
              <a:gd name="T14" fmla="*/ 1 w 7"/>
              <a:gd name="T15" fmla="*/ 8 h 11"/>
              <a:gd name="T16" fmla="*/ 3 w 7"/>
              <a:gd name="T17" fmla="*/ 1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11"/>
              <a:gd name="T29" fmla="*/ 7 w 7"/>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11">
                <a:moveTo>
                  <a:pt x="3" y="10"/>
                </a:moveTo>
                <a:lnTo>
                  <a:pt x="5" y="8"/>
                </a:lnTo>
                <a:lnTo>
                  <a:pt x="6" y="5"/>
                </a:lnTo>
                <a:lnTo>
                  <a:pt x="5" y="1"/>
                </a:lnTo>
                <a:lnTo>
                  <a:pt x="3" y="0"/>
                </a:lnTo>
                <a:lnTo>
                  <a:pt x="1" y="1"/>
                </a:lnTo>
                <a:lnTo>
                  <a:pt x="0" y="5"/>
                </a:lnTo>
                <a:lnTo>
                  <a:pt x="1" y="8"/>
                </a:lnTo>
                <a:lnTo>
                  <a:pt x="3" y="10"/>
                </a:lnTo>
              </a:path>
            </a:pathLst>
          </a:custGeom>
          <a:solidFill>
            <a:srgbClr val="FDE3BA"/>
          </a:solidFill>
          <a:ln w="12700" cap="rnd">
            <a:solidFill>
              <a:srgbClr val="000000"/>
            </a:solidFill>
            <a:round/>
            <a:headEnd/>
            <a:tailEnd/>
          </a:ln>
        </p:spPr>
        <p:txBody>
          <a:bodyPr/>
          <a:lstStyle/>
          <a:p>
            <a:endParaRPr lang="en-US"/>
          </a:p>
        </p:txBody>
      </p:sp>
      <p:sp>
        <p:nvSpPr>
          <p:cNvPr id="6157" name="Freeform 443"/>
          <p:cNvSpPr>
            <a:spLocks/>
          </p:cNvSpPr>
          <p:nvPr/>
        </p:nvSpPr>
        <p:spPr bwMode="auto">
          <a:xfrm>
            <a:off x="6592227" y="4473276"/>
            <a:ext cx="10478" cy="11851"/>
          </a:xfrm>
          <a:custGeom>
            <a:avLst/>
            <a:gdLst>
              <a:gd name="T0" fmla="*/ 3 w 6"/>
              <a:gd name="T1" fmla="*/ 5 h 6"/>
              <a:gd name="T2" fmla="*/ 4 w 6"/>
              <a:gd name="T3" fmla="*/ 5 h 6"/>
              <a:gd name="T4" fmla="*/ 5 w 6"/>
              <a:gd name="T5" fmla="*/ 2 h 6"/>
              <a:gd name="T6" fmla="*/ 4 w 6"/>
              <a:gd name="T7" fmla="*/ 1 h 6"/>
              <a:gd name="T8" fmla="*/ 3 w 6"/>
              <a:gd name="T9" fmla="*/ 0 h 6"/>
              <a:gd name="T10" fmla="*/ 1 w 6"/>
              <a:gd name="T11" fmla="*/ 1 h 6"/>
              <a:gd name="T12" fmla="*/ 0 w 6"/>
              <a:gd name="T13" fmla="*/ 2 h 6"/>
              <a:gd name="T14" fmla="*/ 1 w 6"/>
              <a:gd name="T15" fmla="*/ 5 h 6"/>
              <a:gd name="T16" fmla="*/ 3 w 6"/>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6"/>
              <a:gd name="T29" fmla="*/ 6 w 6"/>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6">
                <a:moveTo>
                  <a:pt x="3" y="5"/>
                </a:moveTo>
                <a:lnTo>
                  <a:pt x="4" y="5"/>
                </a:lnTo>
                <a:lnTo>
                  <a:pt x="5" y="2"/>
                </a:lnTo>
                <a:lnTo>
                  <a:pt x="4" y="1"/>
                </a:lnTo>
                <a:lnTo>
                  <a:pt x="3" y="0"/>
                </a:lnTo>
                <a:lnTo>
                  <a:pt x="1" y="1"/>
                </a:lnTo>
                <a:lnTo>
                  <a:pt x="0" y="2"/>
                </a:lnTo>
                <a:lnTo>
                  <a:pt x="1" y="5"/>
                </a:lnTo>
                <a:lnTo>
                  <a:pt x="3" y="5"/>
                </a:lnTo>
              </a:path>
            </a:pathLst>
          </a:custGeom>
          <a:solidFill>
            <a:srgbClr val="FDE3BA"/>
          </a:solidFill>
          <a:ln w="12700" cap="rnd">
            <a:solidFill>
              <a:srgbClr val="000000"/>
            </a:solidFill>
            <a:round/>
            <a:headEnd/>
            <a:tailEnd/>
          </a:ln>
        </p:spPr>
        <p:txBody>
          <a:bodyPr/>
          <a:lstStyle/>
          <a:p>
            <a:endParaRPr lang="en-US"/>
          </a:p>
        </p:txBody>
      </p:sp>
      <p:sp>
        <p:nvSpPr>
          <p:cNvPr id="6158" name="Freeform 444"/>
          <p:cNvSpPr>
            <a:spLocks/>
          </p:cNvSpPr>
          <p:nvPr/>
        </p:nvSpPr>
        <p:spPr bwMode="auto">
          <a:xfrm>
            <a:off x="6606197" y="4483152"/>
            <a:ext cx="8731" cy="15802"/>
          </a:xfrm>
          <a:custGeom>
            <a:avLst/>
            <a:gdLst>
              <a:gd name="T0" fmla="*/ 2 w 5"/>
              <a:gd name="T1" fmla="*/ 7 h 8"/>
              <a:gd name="T2" fmla="*/ 4 w 5"/>
              <a:gd name="T3" fmla="*/ 6 h 8"/>
              <a:gd name="T4" fmla="*/ 4 w 5"/>
              <a:gd name="T5" fmla="*/ 4 h 8"/>
              <a:gd name="T6" fmla="*/ 4 w 5"/>
              <a:gd name="T7" fmla="*/ 1 h 8"/>
              <a:gd name="T8" fmla="*/ 2 w 5"/>
              <a:gd name="T9" fmla="*/ 0 h 8"/>
              <a:gd name="T10" fmla="*/ 1 w 5"/>
              <a:gd name="T11" fmla="*/ 1 h 8"/>
              <a:gd name="T12" fmla="*/ 0 w 5"/>
              <a:gd name="T13" fmla="*/ 4 h 8"/>
              <a:gd name="T14" fmla="*/ 1 w 5"/>
              <a:gd name="T15" fmla="*/ 6 h 8"/>
              <a:gd name="T16" fmla="*/ 2 w 5"/>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8"/>
              <a:gd name="T29" fmla="*/ 5 w 5"/>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8">
                <a:moveTo>
                  <a:pt x="2" y="7"/>
                </a:moveTo>
                <a:lnTo>
                  <a:pt x="4" y="6"/>
                </a:lnTo>
                <a:lnTo>
                  <a:pt x="4" y="4"/>
                </a:lnTo>
                <a:lnTo>
                  <a:pt x="4" y="1"/>
                </a:lnTo>
                <a:lnTo>
                  <a:pt x="2" y="0"/>
                </a:lnTo>
                <a:lnTo>
                  <a:pt x="1" y="1"/>
                </a:lnTo>
                <a:lnTo>
                  <a:pt x="0" y="4"/>
                </a:lnTo>
                <a:lnTo>
                  <a:pt x="1" y="6"/>
                </a:lnTo>
                <a:lnTo>
                  <a:pt x="2" y="7"/>
                </a:lnTo>
              </a:path>
            </a:pathLst>
          </a:custGeom>
          <a:solidFill>
            <a:srgbClr val="FDE3BA"/>
          </a:solidFill>
          <a:ln w="12700" cap="rnd">
            <a:solidFill>
              <a:srgbClr val="000000"/>
            </a:solidFill>
            <a:round/>
            <a:headEnd/>
            <a:tailEnd/>
          </a:ln>
        </p:spPr>
        <p:txBody>
          <a:bodyPr/>
          <a:lstStyle/>
          <a:p>
            <a:endParaRPr lang="en-US"/>
          </a:p>
        </p:txBody>
      </p:sp>
      <p:sp>
        <p:nvSpPr>
          <p:cNvPr id="6159" name="Freeform 445"/>
          <p:cNvSpPr>
            <a:spLocks/>
          </p:cNvSpPr>
          <p:nvPr/>
        </p:nvSpPr>
        <p:spPr bwMode="auto">
          <a:xfrm>
            <a:off x="6609690" y="4508829"/>
            <a:ext cx="8731" cy="19752"/>
          </a:xfrm>
          <a:custGeom>
            <a:avLst/>
            <a:gdLst>
              <a:gd name="T0" fmla="*/ 2 w 5"/>
              <a:gd name="T1" fmla="*/ 9 h 10"/>
              <a:gd name="T2" fmla="*/ 4 w 5"/>
              <a:gd name="T3" fmla="*/ 8 h 10"/>
              <a:gd name="T4" fmla="*/ 4 w 5"/>
              <a:gd name="T5" fmla="*/ 5 h 10"/>
              <a:gd name="T6" fmla="*/ 4 w 5"/>
              <a:gd name="T7" fmla="*/ 1 h 10"/>
              <a:gd name="T8" fmla="*/ 2 w 5"/>
              <a:gd name="T9" fmla="*/ 0 h 10"/>
              <a:gd name="T10" fmla="*/ 1 w 5"/>
              <a:gd name="T11" fmla="*/ 1 h 10"/>
              <a:gd name="T12" fmla="*/ 0 w 5"/>
              <a:gd name="T13" fmla="*/ 5 h 10"/>
              <a:gd name="T14" fmla="*/ 1 w 5"/>
              <a:gd name="T15" fmla="*/ 8 h 10"/>
              <a:gd name="T16" fmla="*/ 2 w 5"/>
              <a:gd name="T17" fmla="*/ 9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0"/>
              <a:gd name="T29" fmla="*/ 5 w 5"/>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0">
                <a:moveTo>
                  <a:pt x="2" y="9"/>
                </a:moveTo>
                <a:lnTo>
                  <a:pt x="4" y="8"/>
                </a:lnTo>
                <a:lnTo>
                  <a:pt x="4" y="5"/>
                </a:lnTo>
                <a:lnTo>
                  <a:pt x="4" y="1"/>
                </a:lnTo>
                <a:lnTo>
                  <a:pt x="2" y="0"/>
                </a:lnTo>
                <a:lnTo>
                  <a:pt x="1" y="1"/>
                </a:lnTo>
                <a:lnTo>
                  <a:pt x="0" y="5"/>
                </a:lnTo>
                <a:lnTo>
                  <a:pt x="1" y="8"/>
                </a:lnTo>
                <a:lnTo>
                  <a:pt x="2" y="9"/>
                </a:lnTo>
              </a:path>
            </a:pathLst>
          </a:custGeom>
          <a:solidFill>
            <a:srgbClr val="FDE3BA"/>
          </a:solidFill>
          <a:ln w="12700" cap="rnd">
            <a:solidFill>
              <a:srgbClr val="000000"/>
            </a:solidFill>
            <a:round/>
            <a:headEnd/>
            <a:tailEnd/>
          </a:ln>
        </p:spPr>
        <p:txBody>
          <a:bodyPr/>
          <a:lstStyle/>
          <a:p>
            <a:endParaRPr lang="en-US"/>
          </a:p>
        </p:txBody>
      </p:sp>
      <p:sp>
        <p:nvSpPr>
          <p:cNvPr id="6160" name="Freeform 446"/>
          <p:cNvSpPr>
            <a:spLocks/>
          </p:cNvSpPr>
          <p:nvPr/>
        </p:nvSpPr>
        <p:spPr bwMode="auto">
          <a:xfrm>
            <a:off x="7482840" y="3363208"/>
            <a:ext cx="115256" cy="126413"/>
          </a:xfrm>
          <a:custGeom>
            <a:avLst/>
            <a:gdLst>
              <a:gd name="T0" fmla="*/ 12 w 66"/>
              <a:gd name="T1" fmla="*/ 1 h 64"/>
              <a:gd name="T2" fmla="*/ 16 w 66"/>
              <a:gd name="T3" fmla="*/ 0 h 64"/>
              <a:gd name="T4" fmla="*/ 15 w 66"/>
              <a:gd name="T5" fmla="*/ 2 h 64"/>
              <a:gd name="T6" fmla="*/ 23 w 66"/>
              <a:gd name="T7" fmla="*/ 8 h 64"/>
              <a:gd name="T8" fmla="*/ 35 w 66"/>
              <a:gd name="T9" fmla="*/ 17 h 64"/>
              <a:gd name="T10" fmla="*/ 47 w 66"/>
              <a:gd name="T11" fmla="*/ 22 h 64"/>
              <a:gd name="T12" fmla="*/ 59 w 66"/>
              <a:gd name="T13" fmla="*/ 20 h 64"/>
              <a:gd name="T14" fmla="*/ 63 w 66"/>
              <a:gd name="T15" fmla="*/ 18 h 64"/>
              <a:gd name="T16" fmla="*/ 65 w 66"/>
              <a:gd name="T17" fmla="*/ 30 h 64"/>
              <a:gd name="T18" fmla="*/ 65 w 66"/>
              <a:gd name="T19" fmla="*/ 31 h 64"/>
              <a:gd name="T20" fmla="*/ 57 w 66"/>
              <a:gd name="T21" fmla="*/ 36 h 64"/>
              <a:gd name="T22" fmla="*/ 46 w 66"/>
              <a:gd name="T23" fmla="*/ 40 h 64"/>
              <a:gd name="T24" fmla="*/ 42 w 66"/>
              <a:gd name="T25" fmla="*/ 48 h 64"/>
              <a:gd name="T26" fmla="*/ 42 w 66"/>
              <a:gd name="T27" fmla="*/ 58 h 64"/>
              <a:gd name="T28" fmla="*/ 42 w 66"/>
              <a:gd name="T29" fmla="*/ 60 h 64"/>
              <a:gd name="T30" fmla="*/ 40 w 66"/>
              <a:gd name="T31" fmla="*/ 56 h 64"/>
              <a:gd name="T32" fmla="*/ 32 w 66"/>
              <a:gd name="T33" fmla="*/ 50 h 64"/>
              <a:gd name="T34" fmla="*/ 25 w 66"/>
              <a:gd name="T35" fmla="*/ 48 h 64"/>
              <a:gd name="T36" fmla="*/ 19 w 66"/>
              <a:gd name="T37" fmla="*/ 51 h 64"/>
              <a:gd name="T38" fmla="*/ 15 w 66"/>
              <a:gd name="T39" fmla="*/ 55 h 64"/>
              <a:gd name="T40" fmla="*/ 15 w 66"/>
              <a:gd name="T41" fmla="*/ 58 h 64"/>
              <a:gd name="T42" fmla="*/ 15 w 66"/>
              <a:gd name="T43" fmla="*/ 63 h 64"/>
              <a:gd name="T44" fmla="*/ 9 w 66"/>
              <a:gd name="T45" fmla="*/ 63 h 64"/>
              <a:gd name="T46" fmla="*/ 0 w 66"/>
              <a:gd name="T47" fmla="*/ 60 h 64"/>
              <a:gd name="T48" fmla="*/ 0 w 66"/>
              <a:gd name="T49" fmla="*/ 55 h 64"/>
              <a:gd name="T50" fmla="*/ 8 w 66"/>
              <a:gd name="T51" fmla="*/ 49 h 64"/>
              <a:gd name="T52" fmla="*/ 8 w 66"/>
              <a:gd name="T53" fmla="*/ 44 h 64"/>
              <a:gd name="T54" fmla="*/ 1 w 66"/>
              <a:gd name="T55" fmla="*/ 42 h 64"/>
              <a:gd name="T56" fmla="*/ 0 w 66"/>
              <a:gd name="T57" fmla="*/ 39 h 64"/>
              <a:gd name="T58" fmla="*/ 5 w 66"/>
              <a:gd name="T59" fmla="*/ 36 h 64"/>
              <a:gd name="T60" fmla="*/ 9 w 66"/>
              <a:gd name="T61" fmla="*/ 36 h 64"/>
              <a:gd name="T62" fmla="*/ 12 w 66"/>
              <a:gd name="T63" fmla="*/ 34 h 64"/>
              <a:gd name="T64" fmla="*/ 13 w 66"/>
              <a:gd name="T65" fmla="*/ 30 h 64"/>
              <a:gd name="T66" fmla="*/ 13 w 66"/>
              <a:gd name="T67" fmla="*/ 23 h 64"/>
              <a:gd name="T68" fmla="*/ 12 w 66"/>
              <a:gd name="T69" fmla="*/ 13 h 64"/>
              <a:gd name="T70" fmla="*/ 12 w 66"/>
              <a:gd name="T71" fmla="*/ 5 h 64"/>
              <a:gd name="T72" fmla="*/ 12 w 66"/>
              <a:gd name="T73" fmla="*/ 1 h 6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6"/>
              <a:gd name="T112" fmla="*/ 0 h 64"/>
              <a:gd name="T113" fmla="*/ 66 w 66"/>
              <a:gd name="T114" fmla="*/ 64 h 6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6" h="64">
                <a:moveTo>
                  <a:pt x="12" y="1"/>
                </a:moveTo>
                <a:lnTo>
                  <a:pt x="16" y="0"/>
                </a:lnTo>
                <a:lnTo>
                  <a:pt x="15" y="2"/>
                </a:lnTo>
                <a:lnTo>
                  <a:pt x="23" y="8"/>
                </a:lnTo>
                <a:lnTo>
                  <a:pt x="35" y="17"/>
                </a:lnTo>
                <a:lnTo>
                  <a:pt x="47" y="22"/>
                </a:lnTo>
                <a:lnTo>
                  <a:pt x="59" y="20"/>
                </a:lnTo>
                <a:lnTo>
                  <a:pt x="63" y="18"/>
                </a:lnTo>
                <a:lnTo>
                  <a:pt x="65" y="30"/>
                </a:lnTo>
                <a:lnTo>
                  <a:pt x="65" y="31"/>
                </a:lnTo>
                <a:lnTo>
                  <a:pt x="57" y="36"/>
                </a:lnTo>
                <a:lnTo>
                  <a:pt x="46" y="40"/>
                </a:lnTo>
                <a:lnTo>
                  <a:pt x="42" y="48"/>
                </a:lnTo>
                <a:lnTo>
                  <a:pt x="42" y="58"/>
                </a:lnTo>
                <a:lnTo>
                  <a:pt x="42" y="60"/>
                </a:lnTo>
                <a:lnTo>
                  <a:pt x="40" y="56"/>
                </a:lnTo>
                <a:lnTo>
                  <a:pt x="32" y="50"/>
                </a:lnTo>
                <a:lnTo>
                  <a:pt x="25" y="48"/>
                </a:lnTo>
                <a:lnTo>
                  <a:pt x="19" y="51"/>
                </a:lnTo>
                <a:lnTo>
                  <a:pt x="15" y="55"/>
                </a:lnTo>
                <a:lnTo>
                  <a:pt x="15" y="58"/>
                </a:lnTo>
                <a:lnTo>
                  <a:pt x="15" y="63"/>
                </a:lnTo>
                <a:lnTo>
                  <a:pt x="9" y="63"/>
                </a:lnTo>
                <a:lnTo>
                  <a:pt x="0" y="60"/>
                </a:lnTo>
                <a:lnTo>
                  <a:pt x="0" y="55"/>
                </a:lnTo>
                <a:lnTo>
                  <a:pt x="8" y="49"/>
                </a:lnTo>
                <a:lnTo>
                  <a:pt x="8" y="44"/>
                </a:lnTo>
                <a:lnTo>
                  <a:pt x="1" y="42"/>
                </a:lnTo>
                <a:lnTo>
                  <a:pt x="0" y="39"/>
                </a:lnTo>
                <a:lnTo>
                  <a:pt x="5" y="36"/>
                </a:lnTo>
                <a:lnTo>
                  <a:pt x="9" y="36"/>
                </a:lnTo>
                <a:lnTo>
                  <a:pt x="12" y="34"/>
                </a:lnTo>
                <a:lnTo>
                  <a:pt x="13" y="30"/>
                </a:lnTo>
                <a:lnTo>
                  <a:pt x="13" y="23"/>
                </a:lnTo>
                <a:lnTo>
                  <a:pt x="12" y="13"/>
                </a:lnTo>
                <a:lnTo>
                  <a:pt x="12" y="5"/>
                </a:lnTo>
                <a:lnTo>
                  <a:pt x="12" y="1"/>
                </a:lnTo>
              </a:path>
            </a:pathLst>
          </a:custGeom>
          <a:solidFill>
            <a:srgbClr val="FDE3BA"/>
          </a:solidFill>
          <a:ln w="12700" cap="rnd">
            <a:solidFill>
              <a:schemeClr val="tx1"/>
            </a:solidFill>
            <a:round/>
            <a:headEnd/>
            <a:tailEnd/>
          </a:ln>
        </p:spPr>
        <p:txBody>
          <a:bodyPr/>
          <a:lstStyle/>
          <a:p>
            <a:endParaRPr lang="en-US"/>
          </a:p>
        </p:txBody>
      </p:sp>
      <p:sp>
        <p:nvSpPr>
          <p:cNvPr id="6161" name="Freeform 447"/>
          <p:cNvSpPr>
            <a:spLocks/>
          </p:cNvSpPr>
          <p:nvPr/>
        </p:nvSpPr>
        <p:spPr bwMode="auto">
          <a:xfrm>
            <a:off x="7343136" y="3505423"/>
            <a:ext cx="199078" cy="237025"/>
          </a:xfrm>
          <a:custGeom>
            <a:avLst/>
            <a:gdLst>
              <a:gd name="T0" fmla="*/ 98 w 114"/>
              <a:gd name="T1" fmla="*/ 0 h 120"/>
              <a:gd name="T2" fmla="*/ 103 w 114"/>
              <a:gd name="T3" fmla="*/ 2 h 120"/>
              <a:gd name="T4" fmla="*/ 107 w 114"/>
              <a:gd name="T5" fmla="*/ 10 h 120"/>
              <a:gd name="T6" fmla="*/ 112 w 114"/>
              <a:gd name="T7" fmla="*/ 32 h 120"/>
              <a:gd name="T8" fmla="*/ 109 w 114"/>
              <a:gd name="T9" fmla="*/ 45 h 120"/>
              <a:gd name="T10" fmla="*/ 112 w 114"/>
              <a:gd name="T11" fmla="*/ 63 h 120"/>
              <a:gd name="T12" fmla="*/ 111 w 114"/>
              <a:gd name="T13" fmla="*/ 69 h 120"/>
              <a:gd name="T14" fmla="*/ 110 w 114"/>
              <a:gd name="T15" fmla="*/ 79 h 120"/>
              <a:gd name="T16" fmla="*/ 105 w 114"/>
              <a:gd name="T17" fmla="*/ 97 h 120"/>
              <a:gd name="T18" fmla="*/ 96 w 114"/>
              <a:gd name="T19" fmla="*/ 95 h 120"/>
              <a:gd name="T20" fmla="*/ 92 w 114"/>
              <a:gd name="T21" fmla="*/ 94 h 120"/>
              <a:gd name="T22" fmla="*/ 78 w 114"/>
              <a:gd name="T23" fmla="*/ 97 h 120"/>
              <a:gd name="T24" fmla="*/ 68 w 114"/>
              <a:gd name="T25" fmla="*/ 95 h 120"/>
              <a:gd name="T26" fmla="*/ 69 w 114"/>
              <a:gd name="T27" fmla="*/ 103 h 120"/>
              <a:gd name="T28" fmla="*/ 60 w 114"/>
              <a:gd name="T29" fmla="*/ 110 h 120"/>
              <a:gd name="T30" fmla="*/ 53 w 114"/>
              <a:gd name="T31" fmla="*/ 117 h 120"/>
              <a:gd name="T32" fmla="*/ 51 w 114"/>
              <a:gd name="T33" fmla="*/ 106 h 120"/>
              <a:gd name="T34" fmla="*/ 51 w 114"/>
              <a:gd name="T35" fmla="*/ 95 h 120"/>
              <a:gd name="T36" fmla="*/ 41 w 114"/>
              <a:gd name="T37" fmla="*/ 96 h 120"/>
              <a:gd name="T38" fmla="*/ 21 w 114"/>
              <a:gd name="T39" fmla="*/ 100 h 120"/>
              <a:gd name="T40" fmla="*/ 14 w 114"/>
              <a:gd name="T41" fmla="*/ 103 h 120"/>
              <a:gd name="T42" fmla="*/ 16 w 114"/>
              <a:gd name="T43" fmla="*/ 106 h 120"/>
              <a:gd name="T44" fmla="*/ 6 w 114"/>
              <a:gd name="T45" fmla="*/ 108 h 120"/>
              <a:gd name="T46" fmla="*/ 1 w 114"/>
              <a:gd name="T47" fmla="*/ 105 h 120"/>
              <a:gd name="T48" fmla="*/ 2 w 114"/>
              <a:gd name="T49" fmla="*/ 105 h 120"/>
              <a:gd name="T50" fmla="*/ 23 w 114"/>
              <a:gd name="T51" fmla="*/ 90 h 120"/>
              <a:gd name="T52" fmla="*/ 46 w 114"/>
              <a:gd name="T53" fmla="*/ 87 h 120"/>
              <a:gd name="T54" fmla="*/ 57 w 114"/>
              <a:gd name="T55" fmla="*/ 77 h 120"/>
              <a:gd name="T56" fmla="*/ 64 w 114"/>
              <a:gd name="T57" fmla="*/ 59 h 120"/>
              <a:gd name="T58" fmla="*/ 64 w 114"/>
              <a:gd name="T59" fmla="*/ 55 h 120"/>
              <a:gd name="T60" fmla="*/ 64 w 114"/>
              <a:gd name="T61" fmla="*/ 63 h 120"/>
              <a:gd name="T62" fmla="*/ 64 w 114"/>
              <a:gd name="T63" fmla="*/ 72 h 120"/>
              <a:gd name="T64" fmla="*/ 69 w 114"/>
              <a:gd name="T65" fmla="*/ 70 h 120"/>
              <a:gd name="T66" fmla="*/ 76 w 114"/>
              <a:gd name="T67" fmla="*/ 68 h 120"/>
              <a:gd name="T68" fmla="*/ 83 w 114"/>
              <a:gd name="T69" fmla="*/ 55 h 120"/>
              <a:gd name="T70" fmla="*/ 89 w 114"/>
              <a:gd name="T71" fmla="*/ 24 h 120"/>
              <a:gd name="T72" fmla="*/ 90 w 114"/>
              <a:gd name="T73" fmla="*/ 5 h 1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14"/>
              <a:gd name="T112" fmla="*/ 0 h 120"/>
              <a:gd name="T113" fmla="*/ 114 w 114"/>
              <a:gd name="T114" fmla="*/ 120 h 12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14" h="120">
                <a:moveTo>
                  <a:pt x="90" y="5"/>
                </a:moveTo>
                <a:lnTo>
                  <a:pt x="98" y="0"/>
                </a:lnTo>
                <a:lnTo>
                  <a:pt x="103" y="3"/>
                </a:lnTo>
                <a:lnTo>
                  <a:pt x="103" y="2"/>
                </a:lnTo>
                <a:lnTo>
                  <a:pt x="104" y="4"/>
                </a:lnTo>
                <a:lnTo>
                  <a:pt x="107" y="10"/>
                </a:lnTo>
                <a:lnTo>
                  <a:pt x="113" y="23"/>
                </a:lnTo>
                <a:lnTo>
                  <a:pt x="112" y="32"/>
                </a:lnTo>
                <a:lnTo>
                  <a:pt x="108" y="38"/>
                </a:lnTo>
                <a:lnTo>
                  <a:pt x="109" y="45"/>
                </a:lnTo>
                <a:lnTo>
                  <a:pt x="112" y="55"/>
                </a:lnTo>
                <a:lnTo>
                  <a:pt x="112" y="63"/>
                </a:lnTo>
                <a:lnTo>
                  <a:pt x="112" y="67"/>
                </a:lnTo>
                <a:lnTo>
                  <a:pt x="111" y="69"/>
                </a:lnTo>
                <a:lnTo>
                  <a:pt x="111" y="72"/>
                </a:lnTo>
                <a:lnTo>
                  <a:pt x="110" y="79"/>
                </a:lnTo>
                <a:lnTo>
                  <a:pt x="110" y="94"/>
                </a:lnTo>
                <a:lnTo>
                  <a:pt x="105" y="97"/>
                </a:lnTo>
                <a:lnTo>
                  <a:pt x="98" y="97"/>
                </a:lnTo>
                <a:lnTo>
                  <a:pt x="96" y="95"/>
                </a:lnTo>
                <a:lnTo>
                  <a:pt x="94" y="91"/>
                </a:lnTo>
                <a:lnTo>
                  <a:pt x="92" y="94"/>
                </a:lnTo>
                <a:lnTo>
                  <a:pt x="86" y="98"/>
                </a:lnTo>
                <a:lnTo>
                  <a:pt x="78" y="97"/>
                </a:lnTo>
                <a:lnTo>
                  <a:pt x="72" y="94"/>
                </a:lnTo>
                <a:lnTo>
                  <a:pt x="68" y="95"/>
                </a:lnTo>
                <a:lnTo>
                  <a:pt x="69" y="99"/>
                </a:lnTo>
                <a:lnTo>
                  <a:pt x="69" y="103"/>
                </a:lnTo>
                <a:lnTo>
                  <a:pt x="65" y="105"/>
                </a:lnTo>
                <a:lnTo>
                  <a:pt x="60" y="110"/>
                </a:lnTo>
                <a:lnTo>
                  <a:pt x="55" y="119"/>
                </a:lnTo>
                <a:lnTo>
                  <a:pt x="53" y="117"/>
                </a:lnTo>
                <a:lnTo>
                  <a:pt x="52" y="113"/>
                </a:lnTo>
                <a:lnTo>
                  <a:pt x="51" y="106"/>
                </a:lnTo>
                <a:lnTo>
                  <a:pt x="50" y="97"/>
                </a:lnTo>
                <a:lnTo>
                  <a:pt x="51" y="95"/>
                </a:lnTo>
                <a:lnTo>
                  <a:pt x="49" y="93"/>
                </a:lnTo>
                <a:lnTo>
                  <a:pt x="41" y="96"/>
                </a:lnTo>
                <a:lnTo>
                  <a:pt x="32" y="101"/>
                </a:lnTo>
                <a:lnTo>
                  <a:pt x="21" y="100"/>
                </a:lnTo>
                <a:lnTo>
                  <a:pt x="15" y="101"/>
                </a:lnTo>
                <a:lnTo>
                  <a:pt x="14" y="103"/>
                </a:lnTo>
                <a:lnTo>
                  <a:pt x="15" y="105"/>
                </a:lnTo>
                <a:lnTo>
                  <a:pt x="16" y="106"/>
                </a:lnTo>
                <a:lnTo>
                  <a:pt x="13" y="107"/>
                </a:lnTo>
                <a:lnTo>
                  <a:pt x="6" y="108"/>
                </a:lnTo>
                <a:lnTo>
                  <a:pt x="1" y="107"/>
                </a:lnTo>
                <a:lnTo>
                  <a:pt x="1" y="105"/>
                </a:lnTo>
                <a:lnTo>
                  <a:pt x="0" y="106"/>
                </a:lnTo>
                <a:lnTo>
                  <a:pt x="2" y="105"/>
                </a:lnTo>
                <a:lnTo>
                  <a:pt x="8" y="100"/>
                </a:lnTo>
                <a:lnTo>
                  <a:pt x="23" y="90"/>
                </a:lnTo>
                <a:lnTo>
                  <a:pt x="36" y="87"/>
                </a:lnTo>
                <a:lnTo>
                  <a:pt x="46" y="87"/>
                </a:lnTo>
                <a:lnTo>
                  <a:pt x="53" y="84"/>
                </a:lnTo>
                <a:lnTo>
                  <a:pt x="57" y="77"/>
                </a:lnTo>
                <a:lnTo>
                  <a:pt x="61" y="68"/>
                </a:lnTo>
                <a:lnTo>
                  <a:pt x="64" y="59"/>
                </a:lnTo>
                <a:lnTo>
                  <a:pt x="65" y="55"/>
                </a:lnTo>
                <a:lnTo>
                  <a:pt x="64" y="55"/>
                </a:lnTo>
                <a:lnTo>
                  <a:pt x="63" y="57"/>
                </a:lnTo>
                <a:lnTo>
                  <a:pt x="64" y="63"/>
                </a:lnTo>
                <a:lnTo>
                  <a:pt x="64" y="70"/>
                </a:lnTo>
                <a:lnTo>
                  <a:pt x="64" y="72"/>
                </a:lnTo>
                <a:lnTo>
                  <a:pt x="65" y="71"/>
                </a:lnTo>
                <a:lnTo>
                  <a:pt x="69" y="70"/>
                </a:lnTo>
                <a:lnTo>
                  <a:pt x="73" y="70"/>
                </a:lnTo>
                <a:lnTo>
                  <a:pt x="76" y="68"/>
                </a:lnTo>
                <a:lnTo>
                  <a:pt x="79" y="64"/>
                </a:lnTo>
                <a:lnTo>
                  <a:pt x="83" y="55"/>
                </a:lnTo>
                <a:lnTo>
                  <a:pt x="87" y="41"/>
                </a:lnTo>
                <a:lnTo>
                  <a:pt x="89" y="24"/>
                </a:lnTo>
                <a:lnTo>
                  <a:pt x="90" y="10"/>
                </a:lnTo>
                <a:lnTo>
                  <a:pt x="90" y="5"/>
                </a:lnTo>
              </a:path>
            </a:pathLst>
          </a:custGeom>
          <a:solidFill>
            <a:srgbClr val="FF3300"/>
          </a:solidFill>
          <a:ln w="12700" cap="rnd">
            <a:solidFill>
              <a:schemeClr val="tx1"/>
            </a:solidFill>
            <a:round/>
            <a:headEnd/>
            <a:tailEnd/>
          </a:ln>
        </p:spPr>
        <p:txBody>
          <a:bodyPr/>
          <a:lstStyle/>
          <a:p>
            <a:endParaRPr lang="en-US"/>
          </a:p>
        </p:txBody>
      </p:sp>
      <p:sp>
        <p:nvSpPr>
          <p:cNvPr id="6162" name="Freeform 448"/>
          <p:cNvSpPr>
            <a:spLocks/>
          </p:cNvSpPr>
          <p:nvPr/>
        </p:nvSpPr>
        <p:spPr bwMode="auto">
          <a:xfrm>
            <a:off x="7374569" y="3716771"/>
            <a:ext cx="45404" cy="49380"/>
          </a:xfrm>
          <a:custGeom>
            <a:avLst/>
            <a:gdLst>
              <a:gd name="T0" fmla="*/ 12 w 26"/>
              <a:gd name="T1" fmla="*/ 12 h 25"/>
              <a:gd name="T2" fmla="*/ 7 w 26"/>
              <a:gd name="T3" fmla="*/ 18 h 25"/>
              <a:gd name="T4" fmla="*/ 5 w 26"/>
              <a:gd name="T5" fmla="*/ 22 h 25"/>
              <a:gd name="T6" fmla="*/ 1 w 26"/>
              <a:gd name="T7" fmla="*/ 24 h 25"/>
              <a:gd name="T8" fmla="*/ 0 w 26"/>
              <a:gd name="T9" fmla="*/ 19 h 25"/>
              <a:gd name="T10" fmla="*/ 0 w 26"/>
              <a:gd name="T11" fmla="*/ 12 h 25"/>
              <a:gd name="T12" fmla="*/ 4 w 26"/>
              <a:gd name="T13" fmla="*/ 6 h 25"/>
              <a:gd name="T14" fmla="*/ 6 w 26"/>
              <a:gd name="T15" fmla="*/ 1 h 25"/>
              <a:gd name="T16" fmla="*/ 12 w 26"/>
              <a:gd name="T17" fmla="*/ 0 h 25"/>
              <a:gd name="T18" fmla="*/ 22 w 26"/>
              <a:gd name="T19" fmla="*/ 2 h 25"/>
              <a:gd name="T20" fmla="*/ 25 w 26"/>
              <a:gd name="T21" fmla="*/ 7 h 25"/>
              <a:gd name="T22" fmla="*/ 24 w 26"/>
              <a:gd name="T23" fmla="*/ 12 h 25"/>
              <a:gd name="T24" fmla="*/ 20 w 26"/>
              <a:gd name="T25" fmla="*/ 13 h 25"/>
              <a:gd name="T26" fmla="*/ 14 w 26"/>
              <a:gd name="T27" fmla="*/ 12 h 25"/>
              <a:gd name="T28" fmla="*/ 12 w 26"/>
              <a:gd name="T29" fmla="*/ 12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
              <a:gd name="T46" fmla="*/ 0 h 25"/>
              <a:gd name="T47" fmla="*/ 26 w 26"/>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 h="25">
                <a:moveTo>
                  <a:pt x="12" y="12"/>
                </a:moveTo>
                <a:lnTo>
                  <a:pt x="7" y="18"/>
                </a:lnTo>
                <a:lnTo>
                  <a:pt x="5" y="22"/>
                </a:lnTo>
                <a:lnTo>
                  <a:pt x="1" y="24"/>
                </a:lnTo>
                <a:lnTo>
                  <a:pt x="0" y="19"/>
                </a:lnTo>
                <a:lnTo>
                  <a:pt x="0" y="12"/>
                </a:lnTo>
                <a:lnTo>
                  <a:pt x="4" y="6"/>
                </a:lnTo>
                <a:lnTo>
                  <a:pt x="6" y="1"/>
                </a:lnTo>
                <a:lnTo>
                  <a:pt x="12" y="0"/>
                </a:lnTo>
                <a:lnTo>
                  <a:pt x="22" y="2"/>
                </a:lnTo>
                <a:lnTo>
                  <a:pt x="25" y="7"/>
                </a:lnTo>
                <a:lnTo>
                  <a:pt x="24" y="12"/>
                </a:lnTo>
                <a:lnTo>
                  <a:pt x="20" y="13"/>
                </a:lnTo>
                <a:lnTo>
                  <a:pt x="14" y="12"/>
                </a:lnTo>
                <a:lnTo>
                  <a:pt x="12" y="12"/>
                </a:lnTo>
              </a:path>
            </a:pathLst>
          </a:custGeom>
          <a:solidFill>
            <a:srgbClr val="FDE3BA"/>
          </a:solidFill>
          <a:ln w="12700" cap="rnd">
            <a:solidFill>
              <a:srgbClr val="000000"/>
            </a:solidFill>
            <a:round/>
            <a:headEnd/>
            <a:tailEnd/>
          </a:ln>
        </p:spPr>
        <p:txBody>
          <a:bodyPr/>
          <a:lstStyle/>
          <a:p>
            <a:endParaRPr lang="en-US"/>
          </a:p>
        </p:txBody>
      </p:sp>
      <p:sp>
        <p:nvSpPr>
          <p:cNvPr id="6163" name="Freeform 449"/>
          <p:cNvSpPr>
            <a:spLocks/>
          </p:cNvSpPr>
          <p:nvPr/>
        </p:nvSpPr>
        <p:spPr bwMode="auto">
          <a:xfrm>
            <a:off x="7294239" y="3730597"/>
            <a:ext cx="71598" cy="94810"/>
          </a:xfrm>
          <a:custGeom>
            <a:avLst/>
            <a:gdLst>
              <a:gd name="T0" fmla="*/ 38 w 41"/>
              <a:gd name="T1" fmla="*/ 3 h 48"/>
              <a:gd name="T2" fmla="*/ 35 w 41"/>
              <a:gd name="T3" fmla="*/ 11 h 48"/>
              <a:gd name="T4" fmla="*/ 40 w 41"/>
              <a:gd name="T5" fmla="*/ 15 h 48"/>
              <a:gd name="T6" fmla="*/ 40 w 41"/>
              <a:gd name="T7" fmla="*/ 13 h 48"/>
              <a:gd name="T8" fmla="*/ 40 w 41"/>
              <a:gd name="T9" fmla="*/ 11 h 48"/>
              <a:gd name="T10" fmla="*/ 40 w 41"/>
              <a:gd name="T11" fmla="*/ 12 h 48"/>
              <a:gd name="T12" fmla="*/ 39 w 41"/>
              <a:gd name="T13" fmla="*/ 20 h 48"/>
              <a:gd name="T14" fmla="*/ 38 w 41"/>
              <a:gd name="T15" fmla="*/ 29 h 48"/>
              <a:gd name="T16" fmla="*/ 37 w 41"/>
              <a:gd name="T17" fmla="*/ 34 h 48"/>
              <a:gd name="T18" fmla="*/ 37 w 41"/>
              <a:gd name="T19" fmla="*/ 37 h 48"/>
              <a:gd name="T20" fmla="*/ 38 w 41"/>
              <a:gd name="T21" fmla="*/ 40 h 48"/>
              <a:gd name="T22" fmla="*/ 37 w 41"/>
              <a:gd name="T23" fmla="*/ 45 h 48"/>
              <a:gd name="T24" fmla="*/ 35 w 41"/>
              <a:gd name="T25" fmla="*/ 47 h 48"/>
              <a:gd name="T26" fmla="*/ 33 w 41"/>
              <a:gd name="T27" fmla="*/ 47 h 48"/>
              <a:gd name="T28" fmla="*/ 27 w 41"/>
              <a:gd name="T29" fmla="*/ 41 h 48"/>
              <a:gd name="T30" fmla="*/ 24 w 41"/>
              <a:gd name="T31" fmla="*/ 34 h 48"/>
              <a:gd name="T32" fmla="*/ 23 w 41"/>
              <a:gd name="T33" fmla="*/ 29 h 48"/>
              <a:gd name="T34" fmla="*/ 21 w 41"/>
              <a:gd name="T35" fmla="*/ 24 h 48"/>
              <a:gd name="T36" fmla="*/ 16 w 41"/>
              <a:gd name="T37" fmla="*/ 24 h 48"/>
              <a:gd name="T38" fmla="*/ 13 w 41"/>
              <a:gd name="T39" fmla="*/ 21 h 48"/>
              <a:gd name="T40" fmla="*/ 13 w 41"/>
              <a:gd name="T41" fmla="*/ 19 h 48"/>
              <a:gd name="T42" fmla="*/ 14 w 41"/>
              <a:gd name="T43" fmla="*/ 18 h 48"/>
              <a:gd name="T44" fmla="*/ 9 w 41"/>
              <a:gd name="T45" fmla="*/ 17 h 48"/>
              <a:gd name="T46" fmla="*/ 4 w 41"/>
              <a:gd name="T47" fmla="*/ 14 h 48"/>
              <a:gd name="T48" fmla="*/ 3 w 41"/>
              <a:gd name="T49" fmla="*/ 12 h 48"/>
              <a:gd name="T50" fmla="*/ 2 w 41"/>
              <a:gd name="T51" fmla="*/ 12 h 48"/>
              <a:gd name="T52" fmla="*/ 0 w 41"/>
              <a:gd name="T53" fmla="*/ 12 h 48"/>
              <a:gd name="T54" fmla="*/ 1 w 41"/>
              <a:gd name="T55" fmla="*/ 11 h 48"/>
              <a:gd name="T56" fmla="*/ 6 w 41"/>
              <a:gd name="T57" fmla="*/ 11 h 48"/>
              <a:gd name="T58" fmla="*/ 16 w 41"/>
              <a:gd name="T59" fmla="*/ 9 h 48"/>
              <a:gd name="T60" fmla="*/ 22 w 41"/>
              <a:gd name="T61" fmla="*/ 4 h 48"/>
              <a:gd name="T62" fmla="*/ 26 w 41"/>
              <a:gd name="T63" fmla="*/ 0 h 48"/>
              <a:gd name="T64" fmla="*/ 29 w 41"/>
              <a:gd name="T65" fmla="*/ 1 h 48"/>
              <a:gd name="T66" fmla="*/ 35 w 41"/>
              <a:gd name="T67" fmla="*/ 3 h 48"/>
              <a:gd name="T68" fmla="*/ 38 w 41"/>
              <a:gd name="T69" fmla="*/ 3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1"/>
              <a:gd name="T106" fmla="*/ 0 h 48"/>
              <a:gd name="T107" fmla="*/ 41 w 41"/>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1" h="48">
                <a:moveTo>
                  <a:pt x="38" y="3"/>
                </a:moveTo>
                <a:lnTo>
                  <a:pt x="35" y="11"/>
                </a:lnTo>
                <a:lnTo>
                  <a:pt x="40" y="15"/>
                </a:lnTo>
                <a:lnTo>
                  <a:pt x="40" y="13"/>
                </a:lnTo>
                <a:lnTo>
                  <a:pt x="40" y="11"/>
                </a:lnTo>
                <a:lnTo>
                  <a:pt x="40" y="12"/>
                </a:lnTo>
                <a:lnTo>
                  <a:pt x="39" y="20"/>
                </a:lnTo>
                <a:lnTo>
                  <a:pt x="38" y="29"/>
                </a:lnTo>
                <a:lnTo>
                  <a:pt x="37" y="34"/>
                </a:lnTo>
                <a:lnTo>
                  <a:pt x="37" y="37"/>
                </a:lnTo>
                <a:lnTo>
                  <a:pt x="38" y="40"/>
                </a:lnTo>
                <a:lnTo>
                  <a:pt x="37" y="45"/>
                </a:lnTo>
                <a:lnTo>
                  <a:pt x="35" y="47"/>
                </a:lnTo>
                <a:lnTo>
                  <a:pt x="33" y="47"/>
                </a:lnTo>
                <a:lnTo>
                  <a:pt x="27" y="41"/>
                </a:lnTo>
                <a:lnTo>
                  <a:pt x="24" y="34"/>
                </a:lnTo>
                <a:lnTo>
                  <a:pt x="23" y="29"/>
                </a:lnTo>
                <a:lnTo>
                  <a:pt x="21" y="24"/>
                </a:lnTo>
                <a:lnTo>
                  <a:pt x="16" y="24"/>
                </a:lnTo>
                <a:lnTo>
                  <a:pt x="13" y="21"/>
                </a:lnTo>
                <a:lnTo>
                  <a:pt x="13" y="19"/>
                </a:lnTo>
                <a:lnTo>
                  <a:pt x="14" y="18"/>
                </a:lnTo>
                <a:lnTo>
                  <a:pt x="9" y="17"/>
                </a:lnTo>
                <a:lnTo>
                  <a:pt x="4" y="14"/>
                </a:lnTo>
                <a:lnTo>
                  <a:pt x="3" y="12"/>
                </a:lnTo>
                <a:lnTo>
                  <a:pt x="2" y="12"/>
                </a:lnTo>
                <a:lnTo>
                  <a:pt x="0" y="12"/>
                </a:lnTo>
                <a:lnTo>
                  <a:pt x="1" y="11"/>
                </a:lnTo>
                <a:lnTo>
                  <a:pt x="6" y="11"/>
                </a:lnTo>
                <a:lnTo>
                  <a:pt x="16" y="9"/>
                </a:lnTo>
                <a:lnTo>
                  <a:pt x="22" y="4"/>
                </a:lnTo>
                <a:lnTo>
                  <a:pt x="26" y="0"/>
                </a:lnTo>
                <a:lnTo>
                  <a:pt x="29" y="1"/>
                </a:lnTo>
                <a:lnTo>
                  <a:pt x="35" y="3"/>
                </a:lnTo>
                <a:lnTo>
                  <a:pt x="38" y="3"/>
                </a:lnTo>
              </a:path>
            </a:pathLst>
          </a:custGeom>
          <a:solidFill>
            <a:srgbClr val="FDE3BA"/>
          </a:solidFill>
          <a:ln w="12700" cap="rnd">
            <a:solidFill>
              <a:schemeClr val="tx1"/>
            </a:solidFill>
            <a:round/>
            <a:headEnd/>
            <a:tailEnd/>
          </a:ln>
        </p:spPr>
        <p:txBody>
          <a:bodyPr/>
          <a:lstStyle/>
          <a:p>
            <a:endParaRPr lang="en-US"/>
          </a:p>
        </p:txBody>
      </p:sp>
      <p:sp>
        <p:nvSpPr>
          <p:cNvPr id="6164" name="Freeform 450"/>
          <p:cNvSpPr>
            <a:spLocks/>
          </p:cNvSpPr>
          <p:nvPr/>
        </p:nvSpPr>
        <p:spPr bwMode="auto">
          <a:xfrm>
            <a:off x="7358852" y="3827383"/>
            <a:ext cx="13970" cy="17776"/>
          </a:xfrm>
          <a:custGeom>
            <a:avLst/>
            <a:gdLst>
              <a:gd name="T0" fmla="*/ 3 w 8"/>
              <a:gd name="T1" fmla="*/ 8 h 9"/>
              <a:gd name="T2" fmla="*/ 6 w 8"/>
              <a:gd name="T3" fmla="*/ 7 h 9"/>
              <a:gd name="T4" fmla="*/ 7 w 8"/>
              <a:gd name="T5" fmla="*/ 4 h 9"/>
              <a:gd name="T6" fmla="*/ 6 w 8"/>
              <a:gd name="T7" fmla="*/ 1 h 9"/>
              <a:gd name="T8" fmla="*/ 3 w 8"/>
              <a:gd name="T9" fmla="*/ 0 h 9"/>
              <a:gd name="T10" fmla="*/ 1 w 8"/>
              <a:gd name="T11" fmla="*/ 1 h 9"/>
              <a:gd name="T12" fmla="*/ 0 w 8"/>
              <a:gd name="T13" fmla="*/ 4 h 9"/>
              <a:gd name="T14" fmla="*/ 1 w 8"/>
              <a:gd name="T15" fmla="*/ 7 h 9"/>
              <a:gd name="T16" fmla="*/ 3 w 8"/>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8"/>
                </a:moveTo>
                <a:lnTo>
                  <a:pt x="6" y="7"/>
                </a:lnTo>
                <a:lnTo>
                  <a:pt x="7" y="4"/>
                </a:lnTo>
                <a:lnTo>
                  <a:pt x="6" y="1"/>
                </a:lnTo>
                <a:lnTo>
                  <a:pt x="3" y="0"/>
                </a:lnTo>
                <a:lnTo>
                  <a:pt x="1" y="1"/>
                </a:lnTo>
                <a:lnTo>
                  <a:pt x="0" y="4"/>
                </a:lnTo>
                <a:lnTo>
                  <a:pt x="1" y="7"/>
                </a:lnTo>
                <a:lnTo>
                  <a:pt x="3" y="8"/>
                </a:lnTo>
              </a:path>
            </a:pathLst>
          </a:custGeom>
          <a:solidFill>
            <a:srgbClr val="FDE3BA"/>
          </a:solidFill>
          <a:ln w="12700" cap="rnd">
            <a:solidFill>
              <a:srgbClr val="000000"/>
            </a:solidFill>
            <a:round/>
            <a:headEnd/>
            <a:tailEnd/>
          </a:ln>
        </p:spPr>
        <p:txBody>
          <a:bodyPr/>
          <a:lstStyle/>
          <a:p>
            <a:endParaRPr lang="en-US"/>
          </a:p>
        </p:txBody>
      </p:sp>
      <p:sp>
        <p:nvSpPr>
          <p:cNvPr id="6165" name="Freeform 451"/>
          <p:cNvSpPr>
            <a:spLocks/>
          </p:cNvSpPr>
          <p:nvPr/>
        </p:nvSpPr>
        <p:spPr bwMode="auto">
          <a:xfrm>
            <a:off x="7332658" y="3884663"/>
            <a:ext cx="13970" cy="23703"/>
          </a:xfrm>
          <a:custGeom>
            <a:avLst/>
            <a:gdLst>
              <a:gd name="T0" fmla="*/ 4 w 8"/>
              <a:gd name="T1" fmla="*/ 11 h 12"/>
              <a:gd name="T2" fmla="*/ 6 w 8"/>
              <a:gd name="T3" fmla="*/ 9 h 12"/>
              <a:gd name="T4" fmla="*/ 7 w 8"/>
              <a:gd name="T5" fmla="*/ 5 h 12"/>
              <a:gd name="T6" fmla="*/ 6 w 8"/>
              <a:gd name="T7" fmla="*/ 1 h 12"/>
              <a:gd name="T8" fmla="*/ 4 w 8"/>
              <a:gd name="T9" fmla="*/ 0 h 12"/>
              <a:gd name="T10" fmla="*/ 1 w 8"/>
              <a:gd name="T11" fmla="*/ 1 h 12"/>
              <a:gd name="T12" fmla="*/ 0 w 8"/>
              <a:gd name="T13" fmla="*/ 5 h 12"/>
              <a:gd name="T14" fmla="*/ 1 w 8"/>
              <a:gd name="T15" fmla="*/ 9 h 12"/>
              <a:gd name="T16" fmla="*/ 4 w 8"/>
              <a:gd name="T17" fmla="*/ 11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2"/>
              <a:gd name="T29" fmla="*/ 8 w 8"/>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2">
                <a:moveTo>
                  <a:pt x="4" y="11"/>
                </a:moveTo>
                <a:lnTo>
                  <a:pt x="6" y="9"/>
                </a:lnTo>
                <a:lnTo>
                  <a:pt x="7" y="5"/>
                </a:lnTo>
                <a:lnTo>
                  <a:pt x="6" y="1"/>
                </a:lnTo>
                <a:lnTo>
                  <a:pt x="4" y="0"/>
                </a:lnTo>
                <a:lnTo>
                  <a:pt x="1" y="1"/>
                </a:lnTo>
                <a:lnTo>
                  <a:pt x="0" y="5"/>
                </a:lnTo>
                <a:lnTo>
                  <a:pt x="1" y="9"/>
                </a:lnTo>
                <a:lnTo>
                  <a:pt x="4" y="11"/>
                </a:lnTo>
              </a:path>
            </a:pathLst>
          </a:custGeom>
          <a:solidFill>
            <a:srgbClr val="FDE3BA"/>
          </a:solidFill>
          <a:ln w="12700" cap="rnd">
            <a:solidFill>
              <a:srgbClr val="000000"/>
            </a:solidFill>
            <a:round/>
            <a:headEnd/>
            <a:tailEnd/>
          </a:ln>
        </p:spPr>
        <p:txBody>
          <a:bodyPr/>
          <a:lstStyle/>
          <a:p>
            <a:endParaRPr lang="en-US"/>
          </a:p>
        </p:txBody>
      </p:sp>
      <p:sp>
        <p:nvSpPr>
          <p:cNvPr id="6166" name="Freeform 452"/>
          <p:cNvSpPr>
            <a:spLocks/>
          </p:cNvSpPr>
          <p:nvPr/>
        </p:nvSpPr>
        <p:spPr bwMode="auto">
          <a:xfrm>
            <a:off x="7257566" y="3991324"/>
            <a:ext cx="13970" cy="17778"/>
          </a:xfrm>
          <a:custGeom>
            <a:avLst/>
            <a:gdLst>
              <a:gd name="T0" fmla="*/ 4 w 8"/>
              <a:gd name="T1" fmla="*/ 8 h 9"/>
              <a:gd name="T2" fmla="*/ 6 w 8"/>
              <a:gd name="T3" fmla="*/ 7 h 9"/>
              <a:gd name="T4" fmla="*/ 7 w 8"/>
              <a:gd name="T5" fmla="*/ 4 h 9"/>
              <a:gd name="T6" fmla="*/ 6 w 8"/>
              <a:gd name="T7" fmla="*/ 1 h 9"/>
              <a:gd name="T8" fmla="*/ 4 w 8"/>
              <a:gd name="T9" fmla="*/ 0 h 9"/>
              <a:gd name="T10" fmla="*/ 1 w 8"/>
              <a:gd name="T11" fmla="*/ 1 h 9"/>
              <a:gd name="T12" fmla="*/ 0 w 8"/>
              <a:gd name="T13" fmla="*/ 4 h 9"/>
              <a:gd name="T14" fmla="*/ 1 w 8"/>
              <a:gd name="T15" fmla="*/ 7 h 9"/>
              <a:gd name="T16" fmla="*/ 4 w 8"/>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4" y="8"/>
                </a:moveTo>
                <a:lnTo>
                  <a:pt x="6" y="7"/>
                </a:lnTo>
                <a:lnTo>
                  <a:pt x="7" y="4"/>
                </a:lnTo>
                <a:lnTo>
                  <a:pt x="6" y="1"/>
                </a:lnTo>
                <a:lnTo>
                  <a:pt x="4" y="0"/>
                </a:lnTo>
                <a:lnTo>
                  <a:pt x="1" y="1"/>
                </a:lnTo>
                <a:lnTo>
                  <a:pt x="0" y="4"/>
                </a:lnTo>
                <a:lnTo>
                  <a:pt x="1" y="7"/>
                </a:lnTo>
                <a:lnTo>
                  <a:pt x="4" y="8"/>
                </a:lnTo>
              </a:path>
            </a:pathLst>
          </a:custGeom>
          <a:solidFill>
            <a:srgbClr val="FDE3BA"/>
          </a:solidFill>
          <a:ln w="12700" cap="rnd">
            <a:solidFill>
              <a:srgbClr val="000000"/>
            </a:solidFill>
            <a:round/>
            <a:headEnd/>
            <a:tailEnd/>
          </a:ln>
        </p:spPr>
        <p:txBody>
          <a:bodyPr/>
          <a:lstStyle/>
          <a:p>
            <a:endParaRPr lang="en-US"/>
          </a:p>
        </p:txBody>
      </p:sp>
      <p:sp>
        <p:nvSpPr>
          <p:cNvPr id="6167" name="Freeform 453"/>
          <p:cNvSpPr>
            <a:spLocks/>
          </p:cNvSpPr>
          <p:nvPr/>
        </p:nvSpPr>
        <p:spPr bwMode="auto">
          <a:xfrm>
            <a:off x="7229626" y="4007126"/>
            <a:ext cx="19210" cy="15802"/>
          </a:xfrm>
          <a:custGeom>
            <a:avLst/>
            <a:gdLst>
              <a:gd name="T0" fmla="*/ 5 w 11"/>
              <a:gd name="T1" fmla="*/ 7 h 8"/>
              <a:gd name="T2" fmla="*/ 8 w 11"/>
              <a:gd name="T3" fmla="*/ 6 h 8"/>
              <a:gd name="T4" fmla="*/ 10 w 11"/>
              <a:gd name="T5" fmla="*/ 3 h 8"/>
              <a:gd name="T6" fmla="*/ 8 w 11"/>
              <a:gd name="T7" fmla="*/ 1 h 8"/>
              <a:gd name="T8" fmla="*/ 5 w 11"/>
              <a:gd name="T9" fmla="*/ 0 h 8"/>
              <a:gd name="T10" fmla="*/ 2 w 11"/>
              <a:gd name="T11" fmla="*/ 1 h 8"/>
              <a:gd name="T12" fmla="*/ 0 w 11"/>
              <a:gd name="T13" fmla="*/ 3 h 8"/>
              <a:gd name="T14" fmla="*/ 2 w 11"/>
              <a:gd name="T15" fmla="*/ 6 h 8"/>
              <a:gd name="T16" fmla="*/ 5 w 11"/>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5" y="7"/>
                </a:moveTo>
                <a:lnTo>
                  <a:pt x="8" y="6"/>
                </a:lnTo>
                <a:lnTo>
                  <a:pt x="10" y="3"/>
                </a:lnTo>
                <a:lnTo>
                  <a:pt x="8" y="1"/>
                </a:lnTo>
                <a:lnTo>
                  <a:pt x="5" y="0"/>
                </a:lnTo>
                <a:lnTo>
                  <a:pt x="2" y="1"/>
                </a:lnTo>
                <a:lnTo>
                  <a:pt x="0" y="3"/>
                </a:lnTo>
                <a:lnTo>
                  <a:pt x="2" y="6"/>
                </a:lnTo>
                <a:lnTo>
                  <a:pt x="5" y="7"/>
                </a:lnTo>
              </a:path>
            </a:pathLst>
          </a:custGeom>
          <a:solidFill>
            <a:srgbClr val="FDE3BA"/>
          </a:solidFill>
          <a:ln w="12700" cap="rnd">
            <a:solidFill>
              <a:srgbClr val="000000"/>
            </a:solidFill>
            <a:round/>
            <a:headEnd/>
            <a:tailEnd/>
          </a:ln>
        </p:spPr>
        <p:txBody>
          <a:bodyPr/>
          <a:lstStyle/>
          <a:p>
            <a:endParaRPr lang="en-US"/>
          </a:p>
        </p:txBody>
      </p:sp>
      <p:sp>
        <p:nvSpPr>
          <p:cNvPr id="6168" name="Freeform 454"/>
          <p:cNvSpPr>
            <a:spLocks/>
          </p:cNvSpPr>
          <p:nvPr/>
        </p:nvSpPr>
        <p:spPr bwMode="auto">
          <a:xfrm>
            <a:off x="7149296" y="3987374"/>
            <a:ext cx="38419" cy="92835"/>
          </a:xfrm>
          <a:custGeom>
            <a:avLst/>
            <a:gdLst>
              <a:gd name="T0" fmla="*/ 14 w 22"/>
              <a:gd name="T1" fmla="*/ 0 h 47"/>
              <a:gd name="T2" fmla="*/ 20 w 22"/>
              <a:gd name="T3" fmla="*/ 6 h 47"/>
              <a:gd name="T4" fmla="*/ 21 w 22"/>
              <a:gd name="T5" fmla="*/ 15 h 47"/>
              <a:gd name="T6" fmla="*/ 18 w 22"/>
              <a:gd name="T7" fmla="*/ 24 h 47"/>
              <a:gd name="T8" fmla="*/ 15 w 22"/>
              <a:gd name="T9" fmla="*/ 34 h 47"/>
              <a:gd name="T10" fmla="*/ 12 w 22"/>
              <a:gd name="T11" fmla="*/ 42 h 47"/>
              <a:gd name="T12" fmla="*/ 11 w 22"/>
              <a:gd name="T13" fmla="*/ 46 h 47"/>
              <a:gd name="T14" fmla="*/ 6 w 22"/>
              <a:gd name="T15" fmla="*/ 42 h 47"/>
              <a:gd name="T16" fmla="*/ 2 w 22"/>
              <a:gd name="T17" fmla="*/ 35 h 47"/>
              <a:gd name="T18" fmla="*/ 0 w 22"/>
              <a:gd name="T19" fmla="*/ 25 h 47"/>
              <a:gd name="T20" fmla="*/ 2 w 22"/>
              <a:gd name="T21" fmla="*/ 13 h 47"/>
              <a:gd name="T22" fmla="*/ 9 w 22"/>
              <a:gd name="T23" fmla="*/ 3 h 47"/>
              <a:gd name="T24" fmla="*/ 14 w 22"/>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47"/>
              <a:gd name="T41" fmla="*/ 22 w 22"/>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47">
                <a:moveTo>
                  <a:pt x="14" y="0"/>
                </a:moveTo>
                <a:lnTo>
                  <a:pt x="20" y="6"/>
                </a:lnTo>
                <a:lnTo>
                  <a:pt x="21" y="15"/>
                </a:lnTo>
                <a:lnTo>
                  <a:pt x="18" y="24"/>
                </a:lnTo>
                <a:lnTo>
                  <a:pt x="15" y="34"/>
                </a:lnTo>
                <a:lnTo>
                  <a:pt x="12" y="42"/>
                </a:lnTo>
                <a:lnTo>
                  <a:pt x="11" y="46"/>
                </a:lnTo>
                <a:lnTo>
                  <a:pt x="6" y="42"/>
                </a:lnTo>
                <a:lnTo>
                  <a:pt x="2" y="35"/>
                </a:lnTo>
                <a:lnTo>
                  <a:pt x="0" y="25"/>
                </a:lnTo>
                <a:lnTo>
                  <a:pt x="2" y="13"/>
                </a:lnTo>
                <a:lnTo>
                  <a:pt x="9" y="3"/>
                </a:lnTo>
                <a:lnTo>
                  <a:pt x="14" y="0"/>
                </a:lnTo>
              </a:path>
            </a:pathLst>
          </a:custGeom>
          <a:solidFill>
            <a:srgbClr val="FDE3BA"/>
          </a:solidFill>
          <a:ln w="12700" cap="rnd">
            <a:solidFill>
              <a:schemeClr val="tx1"/>
            </a:solidFill>
            <a:round/>
            <a:headEnd/>
            <a:tailEnd/>
          </a:ln>
        </p:spPr>
        <p:txBody>
          <a:bodyPr/>
          <a:lstStyle/>
          <a:p>
            <a:endParaRPr lang="en-US"/>
          </a:p>
        </p:txBody>
      </p:sp>
      <p:sp>
        <p:nvSpPr>
          <p:cNvPr id="6169" name="Freeform 455"/>
          <p:cNvSpPr>
            <a:spLocks/>
          </p:cNvSpPr>
          <p:nvPr/>
        </p:nvSpPr>
        <p:spPr bwMode="auto">
          <a:xfrm>
            <a:off x="6915292" y="4145391"/>
            <a:ext cx="40165" cy="49381"/>
          </a:xfrm>
          <a:custGeom>
            <a:avLst/>
            <a:gdLst>
              <a:gd name="T0" fmla="*/ 14 w 23"/>
              <a:gd name="T1" fmla="*/ 0 h 25"/>
              <a:gd name="T2" fmla="*/ 20 w 23"/>
              <a:gd name="T3" fmla="*/ 2 h 25"/>
              <a:gd name="T4" fmla="*/ 21 w 23"/>
              <a:gd name="T5" fmla="*/ 5 h 25"/>
              <a:gd name="T6" fmla="*/ 22 w 23"/>
              <a:gd name="T7" fmla="*/ 12 h 25"/>
              <a:gd name="T8" fmla="*/ 21 w 23"/>
              <a:gd name="T9" fmla="*/ 18 h 25"/>
              <a:gd name="T10" fmla="*/ 15 w 23"/>
              <a:gd name="T11" fmla="*/ 22 h 25"/>
              <a:gd name="T12" fmla="*/ 8 w 23"/>
              <a:gd name="T13" fmla="*/ 24 h 25"/>
              <a:gd name="T14" fmla="*/ 3 w 23"/>
              <a:gd name="T15" fmla="*/ 21 h 25"/>
              <a:gd name="T16" fmla="*/ 0 w 23"/>
              <a:gd name="T17" fmla="*/ 17 h 25"/>
              <a:gd name="T18" fmla="*/ 1 w 23"/>
              <a:gd name="T19" fmla="*/ 12 h 25"/>
              <a:gd name="T20" fmla="*/ 8 w 23"/>
              <a:gd name="T21" fmla="*/ 5 h 25"/>
              <a:gd name="T22" fmla="*/ 14 w 2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25"/>
              <a:gd name="T38" fmla="*/ 23 w 23"/>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25">
                <a:moveTo>
                  <a:pt x="14" y="0"/>
                </a:moveTo>
                <a:lnTo>
                  <a:pt x="20" y="2"/>
                </a:lnTo>
                <a:lnTo>
                  <a:pt x="21" y="5"/>
                </a:lnTo>
                <a:lnTo>
                  <a:pt x="22" y="12"/>
                </a:lnTo>
                <a:lnTo>
                  <a:pt x="21" y="18"/>
                </a:lnTo>
                <a:lnTo>
                  <a:pt x="15" y="22"/>
                </a:lnTo>
                <a:lnTo>
                  <a:pt x="8" y="24"/>
                </a:lnTo>
                <a:lnTo>
                  <a:pt x="3" y="21"/>
                </a:lnTo>
                <a:lnTo>
                  <a:pt x="0" y="17"/>
                </a:lnTo>
                <a:lnTo>
                  <a:pt x="1" y="12"/>
                </a:lnTo>
                <a:lnTo>
                  <a:pt x="8" y="5"/>
                </a:lnTo>
                <a:lnTo>
                  <a:pt x="14" y="0"/>
                </a:lnTo>
              </a:path>
            </a:pathLst>
          </a:custGeom>
          <a:solidFill>
            <a:srgbClr val="FDE3BA"/>
          </a:solidFill>
          <a:ln w="12700" cap="rnd">
            <a:solidFill>
              <a:schemeClr val="tx1"/>
            </a:solidFill>
            <a:round/>
            <a:headEnd/>
            <a:tailEnd/>
          </a:ln>
        </p:spPr>
        <p:txBody>
          <a:bodyPr/>
          <a:lstStyle/>
          <a:p>
            <a:endParaRPr lang="en-US"/>
          </a:p>
        </p:txBody>
      </p:sp>
      <p:sp>
        <p:nvSpPr>
          <p:cNvPr id="6170" name="Freeform 456"/>
          <p:cNvSpPr>
            <a:spLocks/>
          </p:cNvSpPr>
          <p:nvPr/>
        </p:nvSpPr>
        <p:spPr bwMode="auto">
          <a:xfrm>
            <a:off x="6305834" y="4451549"/>
            <a:ext cx="48896" cy="96785"/>
          </a:xfrm>
          <a:custGeom>
            <a:avLst/>
            <a:gdLst>
              <a:gd name="T0" fmla="*/ 8 w 28"/>
              <a:gd name="T1" fmla="*/ 0 h 49"/>
              <a:gd name="T2" fmla="*/ 12 w 28"/>
              <a:gd name="T3" fmla="*/ 4 h 49"/>
              <a:gd name="T4" fmla="*/ 18 w 28"/>
              <a:gd name="T5" fmla="*/ 12 h 49"/>
              <a:gd name="T6" fmla="*/ 25 w 28"/>
              <a:gd name="T7" fmla="*/ 23 h 49"/>
              <a:gd name="T8" fmla="*/ 27 w 28"/>
              <a:gd name="T9" fmla="*/ 33 h 49"/>
              <a:gd name="T10" fmla="*/ 25 w 28"/>
              <a:gd name="T11" fmla="*/ 41 h 49"/>
              <a:gd name="T12" fmla="*/ 18 w 28"/>
              <a:gd name="T13" fmla="*/ 47 h 49"/>
              <a:gd name="T14" fmla="*/ 8 w 28"/>
              <a:gd name="T15" fmla="*/ 48 h 49"/>
              <a:gd name="T16" fmla="*/ 4 w 28"/>
              <a:gd name="T17" fmla="*/ 43 h 49"/>
              <a:gd name="T18" fmla="*/ 4 w 28"/>
              <a:gd name="T19" fmla="*/ 36 h 49"/>
              <a:gd name="T20" fmla="*/ 6 w 28"/>
              <a:gd name="T21" fmla="*/ 29 h 49"/>
              <a:gd name="T22" fmla="*/ 6 w 28"/>
              <a:gd name="T23" fmla="*/ 26 h 49"/>
              <a:gd name="T24" fmla="*/ 3 w 28"/>
              <a:gd name="T25" fmla="*/ 24 h 49"/>
              <a:gd name="T26" fmla="*/ 0 w 28"/>
              <a:gd name="T27" fmla="*/ 22 h 49"/>
              <a:gd name="T28" fmla="*/ 1 w 28"/>
              <a:gd name="T29" fmla="*/ 16 h 49"/>
              <a:gd name="T30" fmla="*/ 5 w 28"/>
              <a:gd name="T31" fmla="*/ 6 h 49"/>
              <a:gd name="T32" fmla="*/ 8 w 28"/>
              <a:gd name="T33" fmla="*/ 0 h 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
              <a:gd name="T52" fmla="*/ 0 h 49"/>
              <a:gd name="T53" fmla="*/ 28 w 28"/>
              <a:gd name="T54" fmla="*/ 49 h 4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 h="49">
                <a:moveTo>
                  <a:pt x="8" y="0"/>
                </a:moveTo>
                <a:lnTo>
                  <a:pt x="12" y="4"/>
                </a:lnTo>
                <a:lnTo>
                  <a:pt x="18" y="12"/>
                </a:lnTo>
                <a:lnTo>
                  <a:pt x="25" y="23"/>
                </a:lnTo>
                <a:lnTo>
                  <a:pt x="27" y="33"/>
                </a:lnTo>
                <a:lnTo>
                  <a:pt x="25" y="41"/>
                </a:lnTo>
                <a:lnTo>
                  <a:pt x="18" y="47"/>
                </a:lnTo>
                <a:lnTo>
                  <a:pt x="8" y="48"/>
                </a:lnTo>
                <a:lnTo>
                  <a:pt x="4" y="43"/>
                </a:lnTo>
                <a:lnTo>
                  <a:pt x="4" y="36"/>
                </a:lnTo>
                <a:lnTo>
                  <a:pt x="6" y="29"/>
                </a:lnTo>
                <a:lnTo>
                  <a:pt x="6" y="26"/>
                </a:lnTo>
                <a:lnTo>
                  <a:pt x="3" y="24"/>
                </a:lnTo>
                <a:lnTo>
                  <a:pt x="0" y="22"/>
                </a:lnTo>
                <a:lnTo>
                  <a:pt x="1" y="16"/>
                </a:lnTo>
                <a:lnTo>
                  <a:pt x="5" y="6"/>
                </a:lnTo>
                <a:lnTo>
                  <a:pt x="8" y="0"/>
                </a:lnTo>
              </a:path>
            </a:pathLst>
          </a:custGeom>
          <a:solidFill>
            <a:srgbClr val="FDE3BA"/>
          </a:solidFill>
          <a:ln w="12700" cap="rnd">
            <a:solidFill>
              <a:schemeClr val="tx1"/>
            </a:solidFill>
            <a:round/>
            <a:headEnd/>
            <a:tailEnd/>
          </a:ln>
        </p:spPr>
        <p:txBody>
          <a:bodyPr/>
          <a:lstStyle/>
          <a:p>
            <a:endParaRPr lang="en-US"/>
          </a:p>
        </p:txBody>
      </p:sp>
      <p:sp>
        <p:nvSpPr>
          <p:cNvPr id="6171" name="Freeform 457"/>
          <p:cNvSpPr>
            <a:spLocks/>
          </p:cNvSpPr>
          <p:nvPr/>
        </p:nvSpPr>
        <p:spPr bwMode="auto">
          <a:xfrm>
            <a:off x="6578256" y="4161192"/>
            <a:ext cx="20956" cy="41480"/>
          </a:xfrm>
          <a:custGeom>
            <a:avLst/>
            <a:gdLst>
              <a:gd name="T0" fmla="*/ 2 w 12"/>
              <a:gd name="T1" fmla="*/ 0 h 21"/>
              <a:gd name="T2" fmla="*/ 9 w 12"/>
              <a:gd name="T3" fmla="*/ 3 h 21"/>
              <a:gd name="T4" fmla="*/ 11 w 12"/>
              <a:gd name="T5" fmla="*/ 8 h 21"/>
              <a:gd name="T6" fmla="*/ 11 w 12"/>
              <a:gd name="T7" fmla="*/ 18 h 21"/>
              <a:gd name="T8" fmla="*/ 7 w 12"/>
              <a:gd name="T9" fmla="*/ 20 h 21"/>
              <a:gd name="T10" fmla="*/ 1 w 12"/>
              <a:gd name="T11" fmla="*/ 17 h 21"/>
              <a:gd name="T12" fmla="*/ 0 w 12"/>
              <a:gd name="T13" fmla="*/ 12 h 21"/>
              <a:gd name="T14" fmla="*/ 1 w 12"/>
              <a:gd name="T15" fmla="*/ 4 h 21"/>
              <a:gd name="T16" fmla="*/ 2 w 12"/>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21"/>
              <a:gd name="T29" fmla="*/ 12 w 12"/>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21">
                <a:moveTo>
                  <a:pt x="2" y="0"/>
                </a:moveTo>
                <a:lnTo>
                  <a:pt x="9" y="3"/>
                </a:lnTo>
                <a:lnTo>
                  <a:pt x="11" y="8"/>
                </a:lnTo>
                <a:lnTo>
                  <a:pt x="11" y="18"/>
                </a:lnTo>
                <a:lnTo>
                  <a:pt x="7" y="20"/>
                </a:lnTo>
                <a:lnTo>
                  <a:pt x="1" y="17"/>
                </a:lnTo>
                <a:lnTo>
                  <a:pt x="0" y="12"/>
                </a:lnTo>
                <a:lnTo>
                  <a:pt x="1" y="4"/>
                </a:lnTo>
                <a:lnTo>
                  <a:pt x="2" y="0"/>
                </a:lnTo>
              </a:path>
            </a:pathLst>
          </a:custGeom>
          <a:solidFill>
            <a:srgbClr val="FDE3BA"/>
          </a:solidFill>
          <a:ln w="12700" cap="rnd">
            <a:solidFill>
              <a:srgbClr val="000000"/>
            </a:solidFill>
            <a:round/>
            <a:headEnd/>
            <a:tailEnd/>
          </a:ln>
        </p:spPr>
        <p:txBody>
          <a:bodyPr/>
          <a:lstStyle/>
          <a:p>
            <a:endParaRPr lang="en-US"/>
          </a:p>
        </p:txBody>
      </p:sp>
      <p:sp>
        <p:nvSpPr>
          <p:cNvPr id="6172" name="Line 458"/>
          <p:cNvSpPr>
            <a:spLocks noChangeShapeType="1"/>
          </p:cNvSpPr>
          <p:nvPr/>
        </p:nvSpPr>
        <p:spPr bwMode="auto">
          <a:xfrm flipV="1">
            <a:off x="6775588" y="4534508"/>
            <a:ext cx="15717" cy="39504"/>
          </a:xfrm>
          <a:prstGeom prst="line">
            <a:avLst/>
          </a:prstGeom>
          <a:noFill/>
          <a:ln w="12700">
            <a:solidFill>
              <a:srgbClr val="000000"/>
            </a:solidFill>
            <a:round/>
            <a:headEnd/>
            <a:tailEnd/>
          </a:ln>
        </p:spPr>
        <p:txBody>
          <a:bodyPr wrap="none" anchor="ctr"/>
          <a:lstStyle/>
          <a:p>
            <a:endParaRPr lang="ko-KR" altLang="en-US"/>
          </a:p>
        </p:txBody>
      </p:sp>
      <p:sp>
        <p:nvSpPr>
          <p:cNvPr id="6173" name="Freeform 459"/>
          <p:cNvSpPr>
            <a:spLocks/>
          </p:cNvSpPr>
          <p:nvPr/>
        </p:nvSpPr>
        <p:spPr bwMode="auto">
          <a:xfrm>
            <a:off x="6986890" y="4996707"/>
            <a:ext cx="862672" cy="819711"/>
          </a:xfrm>
          <a:custGeom>
            <a:avLst/>
            <a:gdLst>
              <a:gd name="T0" fmla="*/ 392 w 494"/>
              <a:gd name="T1" fmla="*/ 24 h 415"/>
              <a:gd name="T2" fmla="*/ 408 w 494"/>
              <a:gd name="T3" fmla="*/ 55 h 415"/>
              <a:gd name="T4" fmla="*/ 422 w 494"/>
              <a:gd name="T5" fmla="*/ 99 h 415"/>
              <a:gd name="T6" fmla="*/ 443 w 494"/>
              <a:gd name="T7" fmla="*/ 136 h 415"/>
              <a:gd name="T8" fmla="*/ 467 w 494"/>
              <a:gd name="T9" fmla="*/ 174 h 415"/>
              <a:gd name="T10" fmla="*/ 483 w 494"/>
              <a:gd name="T11" fmla="*/ 197 h 415"/>
              <a:gd name="T12" fmla="*/ 487 w 494"/>
              <a:gd name="T13" fmla="*/ 238 h 415"/>
              <a:gd name="T14" fmla="*/ 480 w 494"/>
              <a:gd name="T15" fmla="*/ 286 h 415"/>
              <a:gd name="T16" fmla="*/ 449 w 494"/>
              <a:gd name="T17" fmla="*/ 334 h 415"/>
              <a:gd name="T18" fmla="*/ 419 w 494"/>
              <a:gd name="T19" fmla="*/ 386 h 415"/>
              <a:gd name="T20" fmla="*/ 377 w 494"/>
              <a:gd name="T21" fmla="*/ 407 h 415"/>
              <a:gd name="T22" fmla="*/ 358 w 494"/>
              <a:gd name="T23" fmla="*/ 401 h 415"/>
              <a:gd name="T24" fmla="*/ 327 w 494"/>
              <a:gd name="T25" fmla="*/ 400 h 415"/>
              <a:gd name="T26" fmla="*/ 298 w 494"/>
              <a:gd name="T27" fmla="*/ 385 h 415"/>
              <a:gd name="T28" fmla="*/ 295 w 494"/>
              <a:gd name="T29" fmla="*/ 361 h 415"/>
              <a:gd name="T30" fmla="*/ 283 w 494"/>
              <a:gd name="T31" fmla="*/ 351 h 415"/>
              <a:gd name="T32" fmla="*/ 278 w 494"/>
              <a:gd name="T33" fmla="*/ 348 h 415"/>
              <a:gd name="T34" fmla="*/ 285 w 494"/>
              <a:gd name="T35" fmla="*/ 326 h 415"/>
              <a:gd name="T36" fmla="*/ 266 w 494"/>
              <a:gd name="T37" fmla="*/ 346 h 415"/>
              <a:gd name="T38" fmla="*/ 252 w 494"/>
              <a:gd name="T39" fmla="*/ 332 h 415"/>
              <a:gd name="T40" fmla="*/ 231 w 494"/>
              <a:gd name="T41" fmla="*/ 312 h 415"/>
              <a:gd name="T42" fmla="*/ 211 w 494"/>
              <a:gd name="T43" fmla="*/ 303 h 415"/>
              <a:gd name="T44" fmla="*/ 177 w 494"/>
              <a:gd name="T45" fmla="*/ 306 h 415"/>
              <a:gd name="T46" fmla="*/ 153 w 494"/>
              <a:gd name="T47" fmla="*/ 307 h 415"/>
              <a:gd name="T48" fmla="*/ 132 w 494"/>
              <a:gd name="T49" fmla="*/ 316 h 415"/>
              <a:gd name="T50" fmla="*/ 94 w 494"/>
              <a:gd name="T51" fmla="*/ 335 h 415"/>
              <a:gd name="T52" fmla="*/ 66 w 494"/>
              <a:gd name="T53" fmla="*/ 339 h 415"/>
              <a:gd name="T54" fmla="*/ 24 w 494"/>
              <a:gd name="T55" fmla="*/ 349 h 415"/>
              <a:gd name="T56" fmla="*/ 21 w 494"/>
              <a:gd name="T57" fmla="*/ 328 h 415"/>
              <a:gd name="T58" fmla="*/ 22 w 494"/>
              <a:gd name="T59" fmla="*/ 301 h 415"/>
              <a:gd name="T60" fmla="*/ 16 w 494"/>
              <a:gd name="T61" fmla="*/ 268 h 415"/>
              <a:gd name="T62" fmla="*/ 12 w 494"/>
              <a:gd name="T63" fmla="*/ 247 h 415"/>
              <a:gd name="T64" fmla="*/ 9 w 494"/>
              <a:gd name="T65" fmla="*/ 232 h 415"/>
              <a:gd name="T66" fmla="*/ 7 w 494"/>
              <a:gd name="T67" fmla="*/ 218 h 415"/>
              <a:gd name="T68" fmla="*/ 21 w 494"/>
              <a:gd name="T69" fmla="*/ 213 h 415"/>
              <a:gd name="T70" fmla="*/ 13 w 494"/>
              <a:gd name="T71" fmla="*/ 187 h 415"/>
              <a:gd name="T72" fmla="*/ 16 w 494"/>
              <a:gd name="T73" fmla="*/ 172 h 415"/>
              <a:gd name="T74" fmla="*/ 38 w 494"/>
              <a:gd name="T75" fmla="*/ 155 h 415"/>
              <a:gd name="T76" fmla="*/ 69 w 494"/>
              <a:gd name="T77" fmla="*/ 144 h 415"/>
              <a:gd name="T78" fmla="*/ 97 w 494"/>
              <a:gd name="T79" fmla="*/ 131 h 415"/>
              <a:gd name="T80" fmla="*/ 120 w 494"/>
              <a:gd name="T81" fmla="*/ 116 h 415"/>
              <a:gd name="T82" fmla="*/ 128 w 494"/>
              <a:gd name="T83" fmla="*/ 87 h 415"/>
              <a:gd name="T84" fmla="*/ 137 w 494"/>
              <a:gd name="T85" fmla="*/ 91 h 415"/>
              <a:gd name="T86" fmla="*/ 157 w 494"/>
              <a:gd name="T87" fmla="*/ 79 h 415"/>
              <a:gd name="T88" fmla="*/ 162 w 494"/>
              <a:gd name="T89" fmla="*/ 62 h 415"/>
              <a:gd name="T90" fmla="*/ 180 w 494"/>
              <a:gd name="T91" fmla="*/ 46 h 415"/>
              <a:gd name="T92" fmla="*/ 202 w 494"/>
              <a:gd name="T93" fmla="*/ 57 h 415"/>
              <a:gd name="T94" fmla="*/ 221 w 494"/>
              <a:gd name="T95" fmla="*/ 46 h 415"/>
              <a:gd name="T96" fmla="*/ 231 w 494"/>
              <a:gd name="T97" fmla="*/ 29 h 415"/>
              <a:gd name="T98" fmla="*/ 257 w 494"/>
              <a:gd name="T99" fmla="*/ 18 h 415"/>
              <a:gd name="T100" fmla="*/ 278 w 494"/>
              <a:gd name="T101" fmla="*/ 18 h 415"/>
              <a:gd name="T102" fmla="*/ 307 w 494"/>
              <a:gd name="T103" fmla="*/ 31 h 415"/>
              <a:gd name="T104" fmla="*/ 292 w 494"/>
              <a:gd name="T105" fmla="*/ 57 h 415"/>
              <a:gd name="T106" fmla="*/ 310 w 494"/>
              <a:gd name="T107" fmla="*/ 75 h 415"/>
              <a:gd name="T108" fmla="*/ 345 w 494"/>
              <a:gd name="T109" fmla="*/ 98 h 415"/>
              <a:gd name="T110" fmla="*/ 367 w 494"/>
              <a:gd name="T111" fmla="*/ 74 h 415"/>
              <a:gd name="T112" fmla="*/ 366 w 494"/>
              <a:gd name="T113" fmla="*/ 34 h 415"/>
              <a:gd name="T114" fmla="*/ 380 w 494"/>
              <a:gd name="T115" fmla="*/ 0 h 41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4"/>
              <a:gd name="T175" fmla="*/ 0 h 415"/>
              <a:gd name="T176" fmla="*/ 494 w 494"/>
              <a:gd name="T177" fmla="*/ 415 h 41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4" h="415">
                <a:moveTo>
                  <a:pt x="380" y="0"/>
                </a:moveTo>
                <a:lnTo>
                  <a:pt x="385" y="4"/>
                </a:lnTo>
                <a:lnTo>
                  <a:pt x="391" y="15"/>
                </a:lnTo>
                <a:lnTo>
                  <a:pt x="392" y="24"/>
                </a:lnTo>
                <a:lnTo>
                  <a:pt x="392" y="33"/>
                </a:lnTo>
                <a:lnTo>
                  <a:pt x="394" y="42"/>
                </a:lnTo>
                <a:lnTo>
                  <a:pt x="399" y="48"/>
                </a:lnTo>
                <a:lnTo>
                  <a:pt x="408" y="55"/>
                </a:lnTo>
                <a:lnTo>
                  <a:pt x="412" y="69"/>
                </a:lnTo>
                <a:lnTo>
                  <a:pt x="415" y="82"/>
                </a:lnTo>
                <a:lnTo>
                  <a:pt x="420" y="92"/>
                </a:lnTo>
                <a:lnTo>
                  <a:pt x="422" y="99"/>
                </a:lnTo>
                <a:lnTo>
                  <a:pt x="422" y="107"/>
                </a:lnTo>
                <a:lnTo>
                  <a:pt x="423" y="117"/>
                </a:lnTo>
                <a:lnTo>
                  <a:pt x="431" y="126"/>
                </a:lnTo>
                <a:lnTo>
                  <a:pt x="443" y="136"/>
                </a:lnTo>
                <a:lnTo>
                  <a:pt x="449" y="147"/>
                </a:lnTo>
                <a:lnTo>
                  <a:pt x="452" y="157"/>
                </a:lnTo>
                <a:lnTo>
                  <a:pt x="460" y="164"/>
                </a:lnTo>
                <a:lnTo>
                  <a:pt x="467" y="174"/>
                </a:lnTo>
                <a:lnTo>
                  <a:pt x="468" y="186"/>
                </a:lnTo>
                <a:lnTo>
                  <a:pt x="468" y="192"/>
                </a:lnTo>
                <a:lnTo>
                  <a:pt x="473" y="193"/>
                </a:lnTo>
                <a:lnTo>
                  <a:pt x="483" y="197"/>
                </a:lnTo>
                <a:lnTo>
                  <a:pt x="489" y="205"/>
                </a:lnTo>
                <a:lnTo>
                  <a:pt x="493" y="215"/>
                </a:lnTo>
                <a:lnTo>
                  <a:pt x="491" y="226"/>
                </a:lnTo>
                <a:lnTo>
                  <a:pt x="487" y="238"/>
                </a:lnTo>
                <a:lnTo>
                  <a:pt x="487" y="253"/>
                </a:lnTo>
                <a:lnTo>
                  <a:pt x="487" y="265"/>
                </a:lnTo>
                <a:lnTo>
                  <a:pt x="485" y="276"/>
                </a:lnTo>
                <a:lnTo>
                  <a:pt x="480" y="286"/>
                </a:lnTo>
                <a:lnTo>
                  <a:pt x="476" y="297"/>
                </a:lnTo>
                <a:lnTo>
                  <a:pt x="471" y="307"/>
                </a:lnTo>
                <a:lnTo>
                  <a:pt x="462" y="318"/>
                </a:lnTo>
                <a:lnTo>
                  <a:pt x="449" y="334"/>
                </a:lnTo>
                <a:lnTo>
                  <a:pt x="437" y="349"/>
                </a:lnTo>
                <a:lnTo>
                  <a:pt x="427" y="363"/>
                </a:lnTo>
                <a:lnTo>
                  <a:pt x="422" y="376"/>
                </a:lnTo>
                <a:lnTo>
                  <a:pt x="419" y="386"/>
                </a:lnTo>
                <a:lnTo>
                  <a:pt x="410" y="393"/>
                </a:lnTo>
                <a:lnTo>
                  <a:pt x="399" y="392"/>
                </a:lnTo>
                <a:lnTo>
                  <a:pt x="387" y="395"/>
                </a:lnTo>
                <a:lnTo>
                  <a:pt x="377" y="407"/>
                </a:lnTo>
                <a:lnTo>
                  <a:pt x="374" y="414"/>
                </a:lnTo>
                <a:lnTo>
                  <a:pt x="375" y="411"/>
                </a:lnTo>
                <a:lnTo>
                  <a:pt x="368" y="404"/>
                </a:lnTo>
                <a:lnTo>
                  <a:pt x="358" y="401"/>
                </a:lnTo>
                <a:lnTo>
                  <a:pt x="349" y="406"/>
                </a:lnTo>
                <a:lnTo>
                  <a:pt x="342" y="408"/>
                </a:lnTo>
                <a:lnTo>
                  <a:pt x="335" y="402"/>
                </a:lnTo>
                <a:lnTo>
                  <a:pt x="327" y="400"/>
                </a:lnTo>
                <a:lnTo>
                  <a:pt x="318" y="402"/>
                </a:lnTo>
                <a:lnTo>
                  <a:pt x="309" y="398"/>
                </a:lnTo>
                <a:lnTo>
                  <a:pt x="301" y="389"/>
                </a:lnTo>
                <a:lnTo>
                  <a:pt x="298" y="385"/>
                </a:lnTo>
                <a:lnTo>
                  <a:pt x="298" y="383"/>
                </a:lnTo>
                <a:lnTo>
                  <a:pt x="299" y="379"/>
                </a:lnTo>
                <a:lnTo>
                  <a:pt x="299" y="372"/>
                </a:lnTo>
                <a:lnTo>
                  <a:pt x="295" y="361"/>
                </a:lnTo>
                <a:lnTo>
                  <a:pt x="292" y="360"/>
                </a:lnTo>
                <a:lnTo>
                  <a:pt x="291" y="348"/>
                </a:lnTo>
                <a:lnTo>
                  <a:pt x="289" y="349"/>
                </a:lnTo>
                <a:lnTo>
                  <a:pt x="283" y="351"/>
                </a:lnTo>
                <a:lnTo>
                  <a:pt x="279" y="354"/>
                </a:lnTo>
                <a:lnTo>
                  <a:pt x="277" y="355"/>
                </a:lnTo>
                <a:lnTo>
                  <a:pt x="277" y="353"/>
                </a:lnTo>
                <a:lnTo>
                  <a:pt x="278" y="348"/>
                </a:lnTo>
                <a:lnTo>
                  <a:pt x="281" y="340"/>
                </a:lnTo>
                <a:lnTo>
                  <a:pt x="285" y="334"/>
                </a:lnTo>
                <a:lnTo>
                  <a:pt x="287" y="329"/>
                </a:lnTo>
                <a:lnTo>
                  <a:pt x="285" y="326"/>
                </a:lnTo>
                <a:lnTo>
                  <a:pt x="280" y="326"/>
                </a:lnTo>
                <a:lnTo>
                  <a:pt x="274" y="334"/>
                </a:lnTo>
                <a:lnTo>
                  <a:pt x="270" y="341"/>
                </a:lnTo>
                <a:lnTo>
                  <a:pt x="266" y="346"/>
                </a:lnTo>
                <a:lnTo>
                  <a:pt x="263" y="349"/>
                </a:lnTo>
                <a:lnTo>
                  <a:pt x="261" y="346"/>
                </a:lnTo>
                <a:lnTo>
                  <a:pt x="259" y="339"/>
                </a:lnTo>
                <a:lnTo>
                  <a:pt x="252" y="332"/>
                </a:lnTo>
                <a:lnTo>
                  <a:pt x="247" y="324"/>
                </a:lnTo>
                <a:lnTo>
                  <a:pt x="246" y="316"/>
                </a:lnTo>
                <a:lnTo>
                  <a:pt x="240" y="312"/>
                </a:lnTo>
                <a:lnTo>
                  <a:pt x="231" y="312"/>
                </a:lnTo>
                <a:lnTo>
                  <a:pt x="224" y="310"/>
                </a:lnTo>
                <a:lnTo>
                  <a:pt x="218" y="305"/>
                </a:lnTo>
                <a:lnTo>
                  <a:pt x="214" y="303"/>
                </a:lnTo>
                <a:lnTo>
                  <a:pt x="211" y="303"/>
                </a:lnTo>
                <a:lnTo>
                  <a:pt x="205" y="303"/>
                </a:lnTo>
                <a:lnTo>
                  <a:pt x="194" y="304"/>
                </a:lnTo>
                <a:lnTo>
                  <a:pt x="182" y="305"/>
                </a:lnTo>
                <a:lnTo>
                  <a:pt x="177" y="306"/>
                </a:lnTo>
                <a:lnTo>
                  <a:pt x="173" y="307"/>
                </a:lnTo>
                <a:lnTo>
                  <a:pt x="164" y="307"/>
                </a:lnTo>
                <a:lnTo>
                  <a:pt x="156" y="307"/>
                </a:lnTo>
                <a:lnTo>
                  <a:pt x="153" y="307"/>
                </a:lnTo>
                <a:lnTo>
                  <a:pt x="150" y="307"/>
                </a:lnTo>
                <a:lnTo>
                  <a:pt x="144" y="310"/>
                </a:lnTo>
                <a:lnTo>
                  <a:pt x="136" y="314"/>
                </a:lnTo>
                <a:lnTo>
                  <a:pt x="132" y="316"/>
                </a:lnTo>
                <a:lnTo>
                  <a:pt x="129" y="319"/>
                </a:lnTo>
                <a:lnTo>
                  <a:pt x="123" y="326"/>
                </a:lnTo>
                <a:lnTo>
                  <a:pt x="111" y="334"/>
                </a:lnTo>
                <a:lnTo>
                  <a:pt x="94" y="335"/>
                </a:lnTo>
                <a:lnTo>
                  <a:pt x="85" y="335"/>
                </a:lnTo>
                <a:lnTo>
                  <a:pt x="81" y="334"/>
                </a:lnTo>
                <a:lnTo>
                  <a:pt x="76" y="335"/>
                </a:lnTo>
                <a:lnTo>
                  <a:pt x="66" y="339"/>
                </a:lnTo>
                <a:lnTo>
                  <a:pt x="49" y="349"/>
                </a:lnTo>
                <a:lnTo>
                  <a:pt x="40" y="352"/>
                </a:lnTo>
                <a:lnTo>
                  <a:pt x="32" y="352"/>
                </a:lnTo>
                <a:lnTo>
                  <a:pt x="24" y="349"/>
                </a:lnTo>
                <a:lnTo>
                  <a:pt x="16" y="343"/>
                </a:lnTo>
                <a:lnTo>
                  <a:pt x="13" y="338"/>
                </a:lnTo>
                <a:lnTo>
                  <a:pt x="17" y="334"/>
                </a:lnTo>
                <a:lnTo>
                  <a:pt x="21" y="328"/>
                </a:lnTo>
                <a:lnTo>
                  <a:pt x="21" y="319"/>
                </a:lnTo>
                <a:lnTo>
                  <a:pt x="22" y="311"/>
                </a:lnTo>
                <a:lnTo>
                  <a:pt x="24" y="307"/>
                </a:lnTo>
                <a:lnTo>
                  <a:pt x="22" y="301"/>
                </a:lnTo>
                <a:lnTo>
                  <a:pt x="21" y="291"/>
                </a:lnTo>
                <a:lnTo>
                  <a:pt x="19" y="283"/>
                </a:lnTo>
                <a:lnTo>
                  <a:pt x="16" y="276"/>
                </a:lnTo>
                <a:lnTo>
                  <a:pt x="16" y="268"/>
                </a:lnTo>
                <a:lnTo>
                  <a:pt x="15" y="262"/>
                </a:lnTo>
                <a:lnTo>
                  <a:pt x="12" y="257"/>
                </a:lnTo>
                <a:lnTo>
                  <a:pt x="12" y="252"/>
                </a:lnTo>
                <a:lnTo>
                  <a:pt x="12" y="247"/>
                </a:lnTo>
                <a:lnTo>
                  <a:pt x="10" y="243"/>
                </a:lnTo>
                <a:lnTo>
                  <a:pt x="13" y="239"/>
                </a:lnTo>
                <a:lnTo>
                  <a:pt x="12" y="236"/>
                </a:lnTo>
                <a:lnTo>
                  <a:pt x="9" y="232"/>
                </a:lnTo>
                <a:lnTo>
                  <a:pt x="3" y="223"/>
                </a:lnTo>
                <a:lnTo>
                  <a:pt x="0" y="217"/>
                </a:lnTo>
                <a:lnTo>
                  <a:pt x="4" y="214"/>
                </a:lnTo>
                <a:lnTo>
                  <a:pt x="7" y="218"/>
                </a:lnTo>
                <a:lnTo>
                  <a:pt x="11" y="223"/>
                </a:lnTo>
                <a:lnTo>
                  <a:pt x="15" y="223"/>
                </a:lnTo>
                <a:lnTo>
                  <a:pt x="21" y="219"/>
                </a:lnTo>
                <a:lnTo>
                  <a:pt x="21" y="213"/>
                </a:lnTo>
                <a:lnTo>
                  <a:pt x="17" y="203"/>
                </a:lnTo>
                <a:lnTo>
                  <a:pt x="15" y="195"/>
                </a:lnTo>
                <a:lnTo>
                  <a:pt x="15" y="189"/>
                </a:lnTo>
                <a:lnTo>
                  <a:pt x="13" y="187"/>
                </a:lnTo>
                <a:lnTo>
                  <a:pt x="10" y="185"/>
                </a:lnTo>
                <a:lnTo>
                  <a:pt x="13" y="181"/>
                </a:lnTo>
                <a:lnTo>
                  <a:pt x="16" y="178"/>
                </a:lnTo>
                <a:lnTo>
                  <a:pt x="16" y="172"/>
                </a:lnTo>
                <a:lnTo>
                  <a:pt x="17" y="164"/>
                </a:lnTo>
                <a:lnTo>
                  <a:pt x="21" y="162"/>
                </a:lnTo>
                <a:lnTo>
                  <a:pt x="30" y="160"/>
                </a:lnTo>
                <a:lnTo>
                  <a:pt x="38" y="155"/>
                </a:lnTo>
                <a:lnTo>
                  <a:pt x="43" y="149"/>
                </a:lnTo>
                <a:lnTo>
                  <a:pt x="50" y="144"/>
                </a:lnTo>
                <a:lnTo>
                  <a:pt x="60" y="144"/>
                </a:lnTo>
                <a:lnTo>
                  <a:pt x="69" y="144"/>
                </a:lnTo>
                <a:lnTo>
                  <a:pt x="75" y="142"/>
                </a:lnTo>
                <a:lnTo>
                  <a:pt x="80" y="137"/>
                </a:lnTo>
                <a:lnTo>
                  <a:pt x="88" y="132"/>
                </a:lnTo>
                <a:lnTo>
                  <a:pt x="97" y="131"/>
                </a:lnTo>
                <a:lnTo>
                  <a:pt x="102" y="131"/>
                </a:lnTo>
                <a:lnTo>
                  <a:pt x="108" y="128"/>
                </a:lnTo>
                <a:lnTo>
                  <a:pt x="115" y="122"/>
                </a:lnTo>
                <a:lnTo>
                  <a:pt x="120" y="116"/>
                </a:lnTo>
                <a:lnTo>
                  <a:pt x="123" y="108"/>
                </a:lnTo>
                <a:lnTo>
                  <a:pt x="126" y="100"/>
                </a:lnTo>
                <a:lnTo>
                  <a:pt x="126" y="93"/>
                </a:lnTo>
                <a:lnTo>
                  <a:pt x="128" y="87"/>
                </a:lnTo>
                <a:lnTo>
                  <a:pt x="132" y="82"/>
                </a:lnTo>
                <a:lnTo>
                  <a:pt x="135" y="82"/>
                </a:lnTo>
                <a:lnTo>
                  <a:pt x="135" y="87"/>
                </a:lnTo>
                <a:lnTo>
                  <a:pt x="137" y="91"/>
                </a:lnTo>
                <a:lnTo>
                  <a:pt x="142" y="93"/>
                </a:lnTo>
                <a:lnTo>
                  <a:pt x="146" y="88"/>
                </a:lnTo>
                <a:lnTo>
                  <a:pt x="152" y="82"/>
                </a:lnTo>
                <a:lnTo>
                  <a:pt x="157" y="79"/>
                </a:lnTo>
                <a:lnTo>
                  <a:pt x="158" y="77"/>
                </a:lnTo>
                <a:lnTo>
                  <a:pt x="157" y="72"/>
                </a:lnTo>
                <a:lnTo>
                  <a:pt x="157" y="67"/>
                </a:lnTo>
                <a:lnTo>
                  <a:pt x="162" y="62"/>
                </a:lnTo>
                <a:lnTo>
                  <a:pt x="166" y="57"/>
                </a:lnTo>
                <a:lnTo>
                  <a:pt x="169" y="53"/>
                </a:lnTo>
                <a:lnTo>
                  <a:pt x="174" y="48"/>
                </a:lnTo>
                <a:lnTo>
                  <a:pt x="180" y="46"/>
                </a:lnTo>
                <a:lnTo>
                  <a:pt x="188" y="45"/>
                </a:lnTo>
                <a:lnTo>
                  <a:pt x="194" y="48"/>
                </a:lnTo>
                <a:lnTo>
                  <a:pt x="197" y="54"/>
                </a:lnTo>
                <a:lnTo>
                  <a:pt x="202" y="57"/>
                </a:lnTo>
                <a:lnTo>
                  <a:pt x="211" y="62"/>
                </a:lnTo>
                <a:lnTo>
                  <a:pt x="217" y="61"/>
                </a:lnTo>
                <a:lnTo>
                  <a:pt x="218" y="52"/>
                </a:lnTo>
                <a:lnTo>
                  <a:pt x="221" y="46"/>
                </a:lnTo>
                <a:lnTo>
                  <a:pt x="226" y="43"/>
                </a:lnTo>
                <a:lnTo>
                  <a:pt x="226" y="37"/>
                </a:lnTo>
                <a:lnTo>
                  <a:pt x="226" y="31"/>
                </a:lnTo>
                <a:lnTo>
                  <a:pt x="231" y="29"/>
                </a:lnTo>
                <a:lnTo>
                  <a:pt x="237" y="27"/>
                </a:lnTo>
                <a:lnTo>
                  <a:pt x="244" y="25"/>
                </a:lnTo>
                <a:lnTo>
                  <a:pt x="254" y="22"/>
                </a:lnTo>
                <a:lnTo>
                  <a:pt x="257" y="18"/>
                </a:lnTo>
                <a:lnTo>
                  <a:pt x="258" y="10"/>
                </a:lnTo>
                <a:lnTo>
                  <a:pt x="265" y="11"/>
                </a:lnTo>
                <a:lnTo>
                  <a:pt x="270" y="15"/>
                </a:lnTo>
                <a:lnTo>
                  <a:pt x="278" y="18"/>
                </a:lnTo>
                <a:lnTo>
                  <a:pt x="291" y="19"/>
                </a:lnTo>
                <a:lnTo>
                  <a:pt x="302" y="18"/>
                </a:lnTo>
                <a:lnTo>
                  <a:pt x="308" y="21"/>
                </a:lnTo>
                <a:lnTo>
                  <a:pt x="307" y="31"/>
                </a:lnTo>
                <a:lnTo>
                  <a:pt x="303" y="38"/>
                </a:lnTo>
                <a:lnTo>
                  <a:pt x="295" y="44"/>
                </a:lnTo>
                <a:lnTo>
                  <a:pt x="289" y="49"/>
                </a:lnTo>
                <a:lnTo>
                  <a:pt x="292" y="57"/>
                </a:lnTo>
                <a:lnTo>
                  <a:pt x="297" y="65"/>
                </a:lnTo>
                <a:lnTo>
                  <a:pt x="298" y="66"/>
                </a:lnTo>
                <a:lnTo>
                  <a:pt x="300" y="69"/>
                </a:lnTo>
                <a:lnTo>
                  <a:pt x="310" y="75"/>
                </a:lnTo>
                <a:lnTo>
                  <a:pt x="319" y="79"/>
                </a:lnTo>
                <a:lnTo>
                  <a:pt x="326" y="86"/>
                </a:lnTo>
                <a:lnTo>
                  <a:pt x="335" y="94"/>
                </a:lnTo>
                <a:lnTo>
                  <a:pt x="345" y="98"/>
                </a:lnTo>
                <a:lnTo>
                  <a:pt x="354" y="96"/>
                </a:lnTo>
                <a:lnTo>
                  <a:pt x="361" y="90"/>
                </a:lnTo>
                <a:lnTo>
                  <a:pt x="365" y="83"/>
                </a:lnTo>
                <a:lnTo>
                  <a:pt x="367" y="74"/>
                </a:lnTo>
                <a:lnTo>
                  <a:pt x="366" y="61"/>
                </a:lnTo>
                <a:lnTo>
                  <a:pt x="364" y="51"/>
                </a:lnTo>
                <a:lnTo>
                  <a:pt x="364" y="42"/>
                </a:lnTo>
                <a:lnTo>
                  <a:pt x="366" y="34"/>
                </a:lnTo>
                <a:lnTo>
                  <a:pt x="369" y="29"/>
                </a:lnTo>
                <a:lnTo>
                  <a:pt x="374" y="23"/>
                </a:lnTo>
                <a:lnTo>
                  <a:pt x="379" y="8"/>
                </a:lnTo>
                <a:lnTo>
                  <a:pt x="380" y="0"/>
                </a:lnTo>
              </a:path>
            </a:pathLst>
          </a:custGeom>
          <a:solidFill>
            <a:srgbClr val="FFFFCC"/>
          </a:solidFill>
          <a:ln w="12700" cap="rnd">
            <a:solidFill>
              <a:schemeClr val="tx1"/>
            </a:solidFill>
            <a:round/>
            <a:headEnd/>
            <a:tailEnd/>
          </a:ln>
        </p:spPr>
        <p:txBody>
          <a:bodyPr/>
          <a:lstStyle/>
          <a:p>
            <a:endParaRPr lang="en-US"/>
          </a:p>
        </p:txBody>
      </p:sp>
      <p:sp>
        <p:nvSpPr>
          <p:cNvPr id="6174" name="Freeform 460"/>
          <p:cNvSpPr>
            <a:spLocks/>
          </p:cNvSpPr>
          <p:nvPr/>
        </p:nvSpPr>
        <p:spPr bwMode="auto">
          <a:xfrm>
            <a:off x="7383300" y="5008558"/>
            <a:ext cx="34926" cy="23703"/>
          </a:xfrm>
          <a:custGeom>
            <a:avLst/>
            <a:gdLst>
              <a:gd name="T0" fmla="*/ 19 w 20"/>
              <a:gd name="T1" fmla="*/ 4 h 12"/>
              <a:gd name="T2" fmla="*/ 14 w 20"/>
              <a:gd name="T3" fmla="*/ 10 h 12"/>
              <a:gd name="T4" fmla="*/ 7 w 20"/>
              <a:gd name="T5" fmla="*/ 11 h 12"/>
              <a:gd name="T6" fmla="*/ 0 w 20"/>
              <a:gd name="T7" fmla="*/ 9 h 12"/>
              <a:gd name="T8" fmla="*/ 0 w 20"/>
              <a:gd name="T9" fmla="*/ 5 h 12"/>
              <a:gd name="T10" fmla="*/ 3 w 20"/>
              <a:gd name="T11" fmla="*/ 1 h 12"/>
              <a:gd name="T12" fmla="*/ 8 w 20"/>
              <a:gd name="T13" fmla="*/ 0 h 12"/>
              <a:gd name="T14" fmla="*/ 15 w 20"/>
              <a:gd name="T15" fmla="*/ 2 h 12"/>
              <a:gd name="T16" fmla="*/ 19 w 20"/>
              <a:gd name="T17" fmla="*/ 4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2"/>
              <a:gd name="T29" fmla="*/ 20 w 20"/>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2">
                <a:moveTo>
                  <a:pt x="19" y="4"/>
                </a:moveTo>
                <a:lnTo>
                  <a:pt x="14" y="10"/>
                </a:lnTo>
                <a:lnTo>
                  <a:pt x="7" y="11"/>
                </a:lnTo>
                <a:lnTo>
                  <a:pt x="0" y="9"/>
                </a:lnTo>
                <a:lnTo>
                  <a:pt x="0" y="5"/>
                </a:lnTo>
                <a:lnTo>
                  <a:pt x="3" y="1"/>
                </a:lnTo>
                <a:lnTo>
                  <a:pt x="8" y="0"/>
                </a:lnTo>
                <a:lnTo>
                  <a:pt x="15" y="2"/>
                </a:lnTo>
                <a:lnTo>
                  <a:pt x="19" y="4"/>
                </a:lnTo>
              </a:path>
            </a:pathLst>
          </a:custGeom>
          <a:solidFill>
            <a:srgbClr val="FDE3BA"/>
          </a:solidFill>
          <a:ln w="12700" cap="rnd">
            <a:solidFill>
              <a:srgbClr val="000000"/>
            </a:solidFill>
            <a:round/>
            <a:headEnd/>
            <a:tailEnd/>
          </a:ln>
        </p:spPr>
        <p:txBody>
          <a:bodyPr/>
          <a:lstStyle/>
          <a:p>
            <a:endParaRPr lang="en-US"/>
          </a:p>
        </p:txBody>
      </p:sp>
      <p:sp>
        <p:nvSpPr>
          <p:cNvPr id="6175" name="Freeform 461"/>
          <p:cNvSpPr>
            <a:spLocks/>
          </p:cNvSpPr>
          <p:nvPr/>
        </p:nvSpPr>
        <p:spPr bwMode="auto">
          <a:xfrm>
            <a:off x="7594603" y="5871724"/>
            <a:ext cx="76837" cy="82959"/>
          </a:xfrm>
          <a:custGeom>
            <a:avLst/>
            <a:gdLst>
              <a:gd name="T0" fmla="*/ 21 w 44"/>
              <a:gd name="T1" fmla="*/ 3 h 42"/>
              <a:gd name="T2" fmla="*/ 35 w 44"/>
              <a:gd name="T3" fmla="*/ 2 h 42"/>
              <a:gd name="T4" fmla="*/ 43 w 44"/>
              <a:gd name="T5" fmla="*/ 2 h 42"/>
              <a:gd name="T6" fmla="*/ 43 w 44"/>
              <a:gd name="T7" fmla="*/ 6 h 42"/>
              <a:gd name="T8" fmla="*/ 40 w 44"/>
              <a:gd name="T9" fmla="*/ 17 h 42"/>
              <a:gd name="T10" fmla="*/ 36 w 44"/>
              <a:gd name="T11" fmla="*/ 29 h 42"/>
              <a:gd name="T12" fmla="*/ 32 w 44"/>
              <a:gd name="T13" fmla="*/ 36 h 42"/>
              <a:gd name="T14" fmla="*/ 28 w 44"/>
              <a:gd name="T15" fmla="*/ 30 h 42"/>
              <a:gd name="T16" fmla="*/ 24 w 44"/>
              <a:gd name="T17" fmla="*/ 39 h 42"/>
              <a:gd name="T18" fmla="*/ 23 w 44"/>
              <a:gd name="T19" fmla="*/ 41 h 42"/>
              <a:gd name="T20" fmla="*/ 17 w 44"/>
              <a:gd name="T21" fmla="*/ 41 h 42"/>
              <a:gd name="T22" fmla="*/ 9 w 44"/>
              <a:gd name="T23" fmla="*/ 40 h 42"/>
              <a:gd name="T24" fmla="*/ 5 w 44"/>
              <a:gd name="T25" fmla="*/ 36 h 42"/>
              <a:gd name="T26" fmla="*/ 6 w 44"/>
              <a:gd name="T27" fmla="*/ 32 h 42"/>
              <a:gd name="T28" fmla="*/ 7 w 44"/>
              <a:gd name="T29" fmla="*/ 27 h 42"/>
              <a:gd name="T30" fmla="*/ 3 w 44"/>
              <a:gd name="T31" fmla="*/ 22 h 42"/>
              <a:gd name="T32" fmla="*/ 0 w 44"/>
              <a:gd name="T33" fmla="*/ 18 h 42"/>
              <a:gd name="T34" fmla="*/ 1 w 44"/>
              <a:gd name="T35" fmla="*/ 8 h 42"/>
              <a:gd name="T36" fmla="*/ 3 w 44"/>
              <a:gd name="T37" fmla="*/ 0 h 42"/>
              <a:gd name="T38" fmla="*/ 21 w 44"/>
              <a:gd name="T39" fmla="*/ 3 h 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42"/>
              <a:gd name="T62" fmla="*/ 44 w 44"/>
              <a:gd name="T63" fmla="*/ 42 h 4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42">
                <a:moveTo>
                  <a:pt x="21" y="3"/>
                </a:moveTo>
                <a:lnTo>
                  <a:pt x="35" y="2"/>
                </a:lnTo>
                <a:lnTo>
                  <a:pt x="43" y="2"/>
                </a:lnTo>
                <a:lnTo>
                  <a:pt x="43" y="6"/>
                </a:lnTo>
                <a:lnTo>
                  <a:pt x="40" y="17"/>
                </a:lnTo>
                <a:lnTo>
                  <a:pt x="36" y="29"/>
                </a:lnTo>
                <a:lnTo>
                  <a:pt x="32" y="36"/>
                </a:lnTo>
                <a:lnTo>
                  <a:pt x="28" y="30"/>
                </a:lnTo>
                <a:lnTo>
                  <a:pt x="24" y="39"/>
                </a:lnTo>
                <a:lnTo>
                  <a:pt x="23" y="41"/>
                </a:lnTo>
                <a:lnTo>
                  <a:pt x="17" y="41"/>
                </a:lnTo>
                <a:lnTo>
                  <a:pt x="9" y="40"/>
                </a:lnTo>
                <a:lnTo>
                  <a:pt x="5" y="36"/>
                </a:lnTo>
                <a:lnTo>
                  <a:pt x="6" y="32"/>
                </a:lnTo>
                <a:lnTo>
                  <a:pt x="7" y="27"/>
                </a:lnTo>
                <a:lnTo>
                  <a:pt x="3" y="22"/>
                </a:lnTo>
                <a:lnTo>
                  <a:pt x="0" y="18"/>
                </a:lnTo>
                <a:lnTo>
                  <a:pt x="1" y="8"/>
                </a:lnTo>
                <a:lnTo>
                  <a:pt x="3" y="0"/>
                </a:lnTo>
                <a:lnTo>
                  <a:pt x="21" y="3"/>
                </a:lnTo>
              </a:path>
            </a:pathLst>
          </a:custGeom>
          <a:solidFill>
            <a:srgbClr val="FDE3BA"/>
          </a:solidFill>
          <a:ln w="12700" cap="rnd">
            <a:solidFill>
              <a:schemeClr val="tx1"/>
            </a:solidFill>
            <a:round/>
            <a:headEnd/>
            <a:tailEnd/>
          </a:ln>
        </p:spPr>
        <p:txBody>
          <a:bodyPr/>
          <a:lstStyle/>
          <a:p>
            <a:endParaRPr lang="en-US"/>
          </a:p>
        </p:txBody>
      </p:sp>
      <p:sp>
        <p:nvSpPr>
          <p:cNvPr id="6176" name="Freeform 462"/>
          <p:cNvSpPr>
            <a:spLocks/>
          </p:cNvSpPr>
          <p:nvPr/>
        </p:nvSpPr>
        <p:spPr bwMode="auto">
          <a:xfrm>
            <a:off x="7582378" y="5832220"/>
            <a:ext cx="17463" cy="13827"/>
          </a:xfrm>
          <a:custGeom>
            <a:avLst/>
            <a:gdLst>
              <a:gd name="T0" fmla="*/ 0 w 10"/>
              <a:gd name="T1" fmla="*/ 6 h 7"/>
              <a:gd name="T2" fmla="*/ 2 w 10"/>
              <a:gd name="T3" fmla="*/ 2 h 7"/>
              <a:gd name="T4" fmla="*/ 5 w 10"/>
              <a:gd name="T5" fmla="*/ 0 h 7"/>
              <a:gd name="T6" fmla="*/ 9 w 10"/>
              <a:gd name="T7" fmla="*/ 1 h 7"/>
              <a:gd name="T8" fmla="*/ 9 w 10"/>
              <a:gd name="T9" fmla="*/ 4 h 7"/>
              <a:gd name="T10" fmla="*/ 4 w 10"/>
              <a:gd name="T11" fmla="*/ 6 h 7"/>
              <a:gd name="T12" fmla="*/ 0 w 10"/>
              <a:gd name="T13" fmla="*/ 6 h 7"/>
              <a:gd name="T14" fmla="*/ 0 60000 65536"/>
              <a:gd name="T15" fmla="*/ 0 60000 65536"/>
              <a:gd name="T16" fmla="*/ 0 60000 65536"/>
              <a:gd name="T17" fmla="*/ 0 60000 65536"/>
              <a:gd name="T18" fmla="*/ 0 60000 65536"/>
              <a:gd name="T19" fmla="*/ 0 60000 65536"/>
              <a:gd name="T20" fmla="*/ 0 60000 65536"/>
              <a:gd name="T21" fmla="*/ 0 w 10"/>
              <a:gd name="T22" fmla="*/ 0 h 7"/>
              <a:gd name="T23" fmla="*/ 10 w 10"/>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7">
                <a:moveTo>
                  <a:pt x="0" y="6"/>
                </a:moveTo>
                <a:lnTo>
                  <a:pt x="2" y="2"/>
                </a:lnTo>
                <a:lnTo>
                  <a:pt x="5" y="0"/>
                </a:lnTo>
                <a:lnTo>
                  <a:pt x="9" y="1"/>
                </a:lnTo>
                <a:lnTo>
                  <a:pt x="9" y="4"/>
                </a:lnTo>
                <a:lnTo>
                  <a:pt x="4" y="6"/>
                </a:lnTo>
                <a:lnTo>
                  <a:pt x="0" y="6"/>
                </a:lnTo>
              </a:path>
            </a:pathLst>
          </a:custGeom>
          <a:solidFill>
            <a:srgbClr val="FDE3BA"/>
          </a:solidFill>
          <a:ln w="12700" cap="rnd">
            <a:solidFill>
              <a:srgbClr val="000000"/>
            </a:solidFill>
            <a:round/>
            <a:headEnd/>
            <a:tailEnd/>
          </a:ln>
        </p:spPr>
        <p:txBody>
          <a:bodyPr/>
          <a:lstStyle/>
          <a:p>
            <a:endParaRPr lang="en-US"/>
          </a:p>
        </p:txBody>
      </p:sp>
      <p:sp>
        <p:nvSpPr>
          <p:cNvPr id="6177" name="Freeform 463"/>
          <p:cNvSpPr>
            <a:spLocks/>
          </p:cNvSpPr>
          <p:nvPr/>
        </p:nvSpPr>
        <p:spPr bwMode="auto">
          <a:xfrm>
            <a:off x="7660962" y="5840121"/>
            <a:ext cx="17463" cy="17778"/>
          </a:xfrm>
          <a:custGeom>
            <a:avLst/>
            <a:gdLst>
              <a:gd name="T0" fmla="*/ 7 w 10"/>
              <a:gd name="T1" fmla="*/ 8 h 9"/>
              <a:gd name="T2" fmla="*/ 0 w 10"/>
              <a:gd name="T3" fmla="*/ 5 h 9"/>
              <a:gd name="T4" fmla="*/ 0 w 10"/>
              <a:gd name="T5" fmla="*/ 1 h 9"/>
              <a:gd name="T6" fmla="*/ 3 w 10"/>
              <a:gd name="T7" fmla="*/ 0 h 9"/>
              <a:gd name="T8" fmla="*/ 7 w 10"/>
              <a:gd name="T9" fmla="*/ 3 h 9"/>
              <a:gd name="T10" fmla="*/ 9 w 10"/>
              <a:gd name="T11" fmla="*/ 6 h 9"/>
              <a:gd name="T12" fmla="*/ 7 w 10"/>
              <a:gd name="T13" fmla="*/ 8 h 9"/>
              <a:gd name="T14" fmla="*/ 0 60000 65536"/>
              <a:gd name="T15" fmla="*/ 0 60000 65536"/>
              <a:gd name="T16" fmla="*/ 0 60000 65536"/>
              <a:gd name="T17" fmla="*/ 0 60000 65536"/>
              <a:gd name="T18" fmla="*/ 0 60000 65536"/>
              <a:gd name="T19" fmla="*/ 0 60000 65536"/>
              <a:gd name="T20" fmla="*/ 0 60000 65536"/>
              <a:gd name="T21" fmla="*/ 0 w 10"/>
              <a:gd name="T22" fmla="*/ 0 h 9"/>
              <a:gd name="T23" fmla="*/ 10 w 10"/>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9">
                <a:moveTo>
                  <a:pt x="7" y="8"/>
                </a:moveTo>
                <a:lnTo>
                  <a:pt x="0" y="5"/>
                </a:lnTo>
                <a:lnTo>
                  <a:pt x="0" y="1"/>
                </a:lnTo>
                <a:lnTo>
                  <a:pt x="3" y="0"/>
                </a:lnTo>
                <a:lnTo>
                  <a:pt x="7" y="3"/>
                </a:lnTo>
                <a:lnTo>
                  <a:pt x="9" y="6"/>
                </a:lnTo>
                <a:lnTo>
                  <a:pt x="7" y="8"/>
                </a:lnTo>
              </a:path>
            </a:pathLst>
          </a:custGeom>
          <a:solidFill>
            <a:srgbClr val="FDE3BA"/>
          </a:solidFill>
          <a:ln w="12700" cap="rnd">
            <a:solidFill>
              <a:srgbClr val="000000"/>
            </a:solidFill>
            <a:round/>
            <a:headEnd/>
            <a:tailEnd/>
          </a:ln>
        </p:spPr>
        <p:txBody>
          <a:bodyPr/>
          <a:lstStyle/>
          <a:p>
            <a:endParaRPr lang="en-US"/>
          </a:p>
        </p:txBody>
      </p:sp>
      <p:sp>
        <p:nvSpPr>
          <p:cNvPr id="6178" name="Freeform 464"/>
          <p:cNvSpPr>
            <a:spLocks/>
          </p:cNvSpPr>
          <p:nvPr/>
        </p:nvSpPr>
        <p:spPr bwMode="auto">
          <a:xfrm>
            <a:off x="7447914" y="5709757"/>
            <a:ext cx="34926" cy="25678"/>
          </a:xfrm>
          <a:custGeom>
            <a:avLst/>
            <a:gdLst>
              <a:gd name="T0" fmla="*/ 17 w 20"/>
              <a:gd name="T1" fmla="*/ 10 h 13"/>
              <a:gd name="T2" fmla="*/ 6 w 20"/>
              <a:gd name="T3" fmla="*/ 12 h 13"/>
              <a:gd name="T4" fmla="*/ 1 w 20"/>
              <a:gd name="T5" fmla="*/ 10 h 13"/>
              <a:gd name="T6" fmla="*/ 0 w 20"/>
              <a:gd name="T7" fmla="*/ 5 h 13"/>
              <a:gd name="T8" fmla="*/ 5 w 20"/>
              <a:gd name="T9" fmla="*/ 2 h 13"/>
              <a:gd name="T10" fmla="*/ 13 w 20"/>
              <a:gd name="T11" fmla="*/ 0 h 13"/>
              <a:gd name="T12" fmla="*/ 18 w 20"/>
              <a:gd name="T13" fmla="*/ 2 h 13"/>
              <a:gd name="T14" fmla="*/ 19 w 20"/>
              <a:gd name="T15" fmla="*/ 7 h 13"/>
              <a:gd name="T16" fmla="*/ 17 w 20"/>
              <a:gd name="T17" fmla="*/ 1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3"/>
              <a:gd name="T29" fmla="*/ 20 w 20"/>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3">
                <a:moveTo>
                  <a:pt x="17" y="10"/>
                </a:moveTo>
                <a:lnTo>
                  <a:pt x="6" y="12"/>
                </a:lnTo>
                <a:lnTo>
                  <a:pt x="1" y="10"/>
                </a:lnTo>
                <a:lnTo>
                  <a:pt x="0" y="5"/>
                </a:lnTo>
                <a:lnTo>
                  <a:pt x="5" y="2"/>
                </a:lnTo>
                <a:lnTo>
                  <a:pt x="13" y="0"/>
                </a:lnTo>
                <a:lnTo>
                  <a:pt x="18" y="2"/>
                </a:lnTo>
                <a:lnTo>
                  <a:pt x="19" y="7"/>
                </a:lnTo>
                <a:lnTo>
                  <a:pt x="17" y="10"/>
                </a:lnTo>
              </a:path>
            </a:pathLst>
          </a:custGeom>
          <a:solidFill>
            <a:srgbClr val="FDE3BA"/>
          </a:solidFill>
          <a:ln w="12700" cap="rnd">
            <a:solidFill>
              <a:srgbClr val="000000"/>
            </a:solidFill>
            <a:round/>
            <a:headEnd/>
            <a:tailEnd/>
          </a:ln>
        </p:spPr>
        <p:txBody>
          <a:bodyPr/>
          <a:lstStyle/>
          <a:p>
            <a:endParaRPr lang="en-US"/>
          </a:p>
        </p:txBody>
      </p:sp>
      <p:sp>
        <p:nvSpPr>
          <p:cNvPr id="6179" name="Freeform 465"/>
          <p:cNvSpPr>
            <a:spLocks/>
          </p:cNvSpPr>
          <p:nvPr/>
        </p:nvSpPr>
        <p:spPr bwMode="auto">
          <a:xfrm>
            <a:off x="8010222" y="5859873"/>
            <a:ext cx="188600" cy="197521"/>
          </a:xfrm>
          <a:custGeom>
            <a:avLst/>
            <a:gdLst>
              <a:gd name="T0" fmla="*/ 16 w 108"/>
              <a:gd name="T1" fmla="*/ 93 h 100"/>
              <a:gd name="T2" fmla="*/ 5 w 108"/>
              <a:gd name="T3" fmla="*/ 92 h 100"/>
              <a:gd name="T4" fmla="*/ 0 w 108"/>
              <a:gd name="T5" fmla="*/ 87 h 100"/>
              <a:gd name="T6" fmla="*/ 2 w 108"/>
              <a:gd name="T7" fmla="*/ 80 h 100"/>
              <a:gd name="T8" fmla="*/ 8 w 108"/>
              <a:gd name="T9" fmla="*/ 76 h 100"/>
              <a:gd name="T10" fmla="*/ 13 w 108"/>
              <a:gd name="T11" fmla="*/ 72 h 100"/>
              <a:gd name="T12" fmla="*/ 17 w 108"/>
              <a:gd name="T13" fmla="*/ 68 h 100"/>
              <a:gd name="T14" fmla="*/ 20 w 108"/>
              <a:gd name="T15" fmla="*/ 64 h 100"/>
              <a:gd name="T16" fmla="*/ 25 w 108"/>
              <a:gd name="T17" fmla="*/ 61 h 100"/>
              <a:gd name="T18" fmla="*/ 29 w 108"/>
              <a:gd name="T19" fmla="*/ 58 h 100"/>
              <a:gd name="T20" fmla="*/ 31 w 108"/>
              <a:gd name="T21" fmla="*/ 53 h 100"/>
              <a:gd name="T22" fmla="*/ 36 w 108"/>
              <a:gd name="T23" fmla="*/ 51 h 100"/>
              <a:gd name="T24" fmla="*/ 43 w 108"/>
              <a:gd name="T25" fmla="*/ 50 h 100"/>
              <a:gd name="T26" fmla="*/ 52 w 108"/>
              <a:gd name="T27" fmla="*/ 46 h 100"/>
              <a:gd name="T28" fmla="*/ 59 w 108"/>
              <a:gd name="T29" fmla="*/ 40 h 100"/>
              <a:gd name="T30" fmla="*/ 65 w 108"/>
              <a:gd name="T31" fmla="*/ 36 h 100"/>
              <a:gd name="T32" fmla="*/ 70 w 108"/>
              <a:gd name="T33" fmla="*/ 34 h 100"/>
              <a:gd name="T34" fmla="*/ 72 w 108"/>
              <a:gd name="T35" fmla="*/ 32 h 100"/>
              <a:gd name="T36" fmla="*/ 74 w 108"/>
              <a:gd name="T37" fmla="*/ 27 h 100"/>
              <a:gd name="T38" fmla="*/ 77 w 108"/>
              <a:gd name="T39" fmla="*/ 17 h 100"/>
              <a:gd name="T40" fmla="*/ 81 w 108"/>
              <a:gd name="T41" fmla="*/ 13 h 100"/>
              <a:gd name="T42" fmla="*/ 84 w 108"/>
              <a:gd name="T43" fmla="*/ 11 h 100"/>
              <a:gd name="T44" fmla="*/ 86 w 108"/>
              <a:gd name="T45" fmla="*/ 5 h 100"/>
              <a:gd name="T46" fmla="*/ 89 w 108"/>
              <a:gd name="T47" fmla="*/ 0 h 100"/>
              <a:gd name="T48" fmla="*/ 94 w 108"/>
              <a:gd name="T49" fmla="*/ 1 h 100"/>
              <a:gd name="T50" fmla="*/ 96 w 108"/>
              <a:gd name="T51" fmla="*/ 4 h 100"/>
              <a:gd name="T52" fmla="*/ 101 w 108"/>
              <a:gd name="T53" fmla="*/ 8 h 100"/>
              <a:gd name="T54" fmla="*/ 107 w 108"/>
              <a:gd name="T55" fmla="*/ 14 h 100"/>
              <a:gd name="T56" fmla="*/ 106 w 108"/>
              <a:gd name="T57" fmla="*/ 20 h 100"/>
              <a:gd name="T58" fmla="*/ 101 w 108"/>
              <a:gd name="T59" fmla="*/ 26 h 100"/>
              <a:gd name="T60" fmla="*/ 92 w 108"/>
              <a:gd name="T61" fmla="*/ 34 h 100"/>
              <a:gd name="T62" fmla="*/ 84 w 108"/>
              <a:gd name="T63" fmla="*/ 41 h 100"/>
              <a:gd name="T64" fmla="*/ 81 w 108"/>
              <a:gd name="T65" fmla="*/ 47 h 100"/>
              <a:gd name="T66" fmla="*/ 81 w 108"/>
              <a:gd name="T67" fmla="*/ 53 h 100"/>
              <a:gd name="T68" fmla="*/ 75 w 108"/>
              <a:gd name="T69" fmla="*/ 56 h 100"/>
              <a:gd name="T70" fmla="*/ 67 w 108"/>
              <a:gd name="T71" fmla="*/ 57 h 100"/>
              <a:gd name="T72" fmla="*/ 62 w 108"/>
              <a:gd name="T73" fmla="*/ 61 h 100"/>
              <a:gd name="T74" fmla="*/ 57 w 108"/>
              <a:gd name="T75" fmla="*/ 67 h 100"/>
              <a:gd name="T76" fmla="*/ 54 w 108"/>
              <a:gd name="T77" fmla="*/ 74 h 100"/>
              <a:gd name="T78" fmla="*/ 55 w 108"/>
              <a:gd name="T79" fmla="*/ 83 h 100"/>
              <a:gd name="T80" fmla="*/ 51 w 108"/>
              <a:gd name="T81" fmla="*/ 86 h 100"/>
              <a:gd name="T82" fmla="*/ 45 w 108"/>
              <a:gd name="T83" fmla="*/ 86 h 100"/>
              <a:gd name="T84" fmla="*/ 39 w 108"/>
              <a:gd name="T85" fmla="*/ 91 h 100"/>
              <a:gd name="T86" fmla="*/ 32 w 108"/>
              <a:gd name="T87" fmla="*/ 97 h 100"/>
              <a:gd name="T88" fmla="*/ 25 w 108"/>
              <a:gd name="T89" fmla="*/ 99 h 100"/>
              <a:gd name="T90" fmla="*/ 18 w 108"/>
              <a:gd name="T91" fmla="*/ 96 h 100"/>
              <a:gd name="T92" fmla="*/ 16 w 108"/>
              <a:gd name="T93" fmla="*/ 93 h 10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08"/>
              <a:gd name="T142" fmla="*/ 0 h 100"/>
              <a:gd name="T143" fmla="*/ 108 w 108"/>
              <a:gd name="T144" fmla="*/ 100 h 10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08" h="100">
                <a:moveTo>
                  <a:pt x="16" y="93"/>
                </a:moveTo>
                <a:lnTo>
                  <a:pt x="5" y="92"/>
                </a:lnTo>
                <a:lnTo>
                  <a:pt x="0" y="87"/>
                </a:lnTo>
                <a:lnTo>
                  <a:pt x="2" y="80"/>
                </a:lnTo>
                <a:lnTo>
                  <a:pt x="8" y="76"/>
                </a:lnTo>
                <a:lnTo>
                  <a:pt x="13" y="72"/>
                </a:lnTo>
                <a:lnTo>
                  <a:pt x="17" y="68"/>
                </a:lnTo>
                <a:lnTo>
                  <a:pt x="20" y="64"/>
                </a:lnTo>
                <a:lnTo>
                  <a:pt x="25" y="61"/>
                </a:lnTo>
                <a:lnTo>
                  <a:pt x="29" y="58"/>
                </a:lnTo>
                <a:lnTo>
                  <a:pt x="31" y="53"/>
                </a:lnTo>
                <a:lnTo>
                  <a:pt x="36" y="51"/>
                </a:lnTo>
                <a:lnTo>
                  <a:pt x="43" y="50"/>
                </a:lnTo>
                <a:lnTo>
                  <a:pt x="52" y="46"/>
                </a:lnTo>
                <a:lnTo>
                  <a:pt x="59" y="40"/>
                </a:lnTo>
                <a:lnTo>
                  <a:pt x="65" y="36"/>
                </a:lnTo>
                <a:lnTo>
                  <a:pt x="70" y="34"/>
                </a:lnTo>
                <a:lnTo>
                  <a:pt x="72" y="32"/>
                </a:lnTo>
                <a:lnTo>
                  <a:pt x="74" y="27"/>
                </a:lnTo>
                <a:lnTo>
                  <a:pt x="77" y="17"/>
                </a:lnTo>
                <a:lnTo>
                  <a:pt x="81" y="13"/>
                </a:lnTo>
                <a:lnTo>
                  <a:pt x="84" y="11"/>
                </a:lnTo>
                <a:lnTo>
                  <a:pt x="86" y="5"/>
                </a:lnTo>
                <a:lnTo>
                  <a:pt x="89" y="0"/>
                </a:lnTo>
                <a:lnTo>
                  <a:pt x="94" y="1"/>
                </a:lnTo>
                <a:lnTo>
                  <a:pt x="96" y="4"/>
                </a:lnTo>
                <a:lnTo>
                  <a:pt x="101" y="8"/>
                </a:lnTo>
                <a:lnTo>
                  <a:pt x="107" y="14"/>
                </a:lnTo>
                <a:lnTo>
                  <a:pt x="106" y="20"/>
                </a:lnTo>
                <a:lnTo>
                  <a:pt x="101" y="26"/>
                </a:lnTo>
                <a:lnTo>
                  <a:pt x="92" y="34"/>
                </a:lnTo>
                <a:lnTo>
                  <a:pt x="84" y="41"/>
                </a:lnTo>
                <a:lnTo>
                  <a:pt x="81" y="47"/>
                </a:lnTo>
                <a:lnTo>
                  <a:pt x="81" y="53"/>
                </a:lnTo>
                <a:lnTo>
                  <a:pt x="75" y="56"/>
                </a:lnTo>
                <a:lnTo>
                  <a:pt x="67" y="57"/>
                </a:lnTo>
                <a:lnTo>
                  <a:pt x="62" y="61"/>
                </a:lnTo>
                <a:lnTo>
                  <a:pt x="57" y="67"/>
                </a:lnTo>
                <a:lnTo>
                  <a:pt x="54" y="74"/>
                </a:lnTo>
                <a:lnTo>
                  <a:pt x="55" y="83"/>
                </a:lnTo>
                <a:lnTo>
                  <a:pt x="51" y="86"/>
                </a:lnTo>
                <a:lnTo>
                  <a:pt x="45" y="86"/>
                </a:lnTo>
                <a:lnTo>
                  <a:pt x="39" y="91"/>
                </a:lnTo>
                <a:lnTo>
                  <a:pt x="32" y="97"/>
                </a:lnTo>
                <a:lnTo>
                  <a:pt x="25" y="99"/>
                </a:lnTo>
                <a:lnTo>
                  <a:pt x="18" y="96"/>
                </a:lnTo>
                <a:lnTo>
                  <a:pt x="16" y="93"/>
                </a:lnTo>
              </a:path>
            </a:pathLst>
          </a:custGeom>
          <a:solidFill>
            <a:srgbClr val="FDE3BA"/>
          </a:solidFill>
          <a:ln w="12700" cap="rnd">
            <a:solidFill>
              <a:schemeClr val="tx1"/>
            </a:solidFill>
            <a:round/>
            <a:headEnd/>
            <a:tailEnd/>
          </a:ln>
        </p:spPr>
        <p:txBody>
          <a:bodyPr/>
          <a:lstStyle/>
          <a:p>
            <a:endParaRPr lang="en-US"/>
          </a:p>
        </p:txBody>
      </p:sp>
      <p:sp>
        <p:nvSpPr>
          <p:cNvPr id="6180" name="Freeform 466"/>
          <p:cNvSpPr>
            <a:spLocks/>
          </p:cNvSpPr>
          <p:nvPr/>
        </p:nvSpPr>
        <p:spPr bwMode="auto">
          <a:xfrm>
            <a:off x="8015460" y="6051469"/>
            <a:ext cx="26195" cy="31603"/>
          </a:xfrm>
          <a:custGeom>
            <a:avLst/>
            <a:gdLst>
              <a:gd name="T0" fmla="*/ 14 w 15"/>
              <a:gd name="T1" fmla="*/ 9 h 16"/>
              <a:gd name="T2" fmla="*/ 6 w 15"/>
              <a:gd name="T3" fmla="*/ 15 h 16"/>
              <a:gd name="T4" fmla="*/ 2 w 15"/>
              <a:gd name="T5" fmla="*/ 15 h 16"/>
              <a:gd name="T6" fmla="*/ 0 w 15"/>
              <a:gd name="T7" fmla="*/ 11 h 16"/>
              <a:gd name="T8" fmla="*/ 2 w 15"/>
              <a:gd name="T9" fmla="*/ 6 h 16"/>
              <a:gd name="T10" fmla="*/ 3 w 15"/>
              <a:gd name="T11" fmla="*/ 0 h 16"/>
              <a:gd name="T12" fmla="*/ 7 w 15"/>
              <a:gd name="T13" fmla="*/ 0 h 16"/>
              <a:gd name="T14" fmla="*/ 13 w 15"/>
              <a:gd name="T15" fmla="*/ 6 h 16"/>
              <a:gd name="T16" fmla="*/ 14 w 15"/>
              <a:gd name="T17" fmla="*/ 9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14" y="9"/>
                </a:moveTo>
                <a:lnTo>
                  <a:pt x="6" y="15"/>
                </a:lnTo>
                <a:lnTo>
                  <a:pt x="2" y="15"/>
                </a:lnTo>
                <a:lnTo>
                  <a:pt x="0" y="11"/>
                </a:lnTo>
                <a:lnTo>
                  <a:pt x="2" y="6"/>
                </a:lnTo>
                <a:lnTo>
                  <a:pt x="3" y="0"/>
                </a:lnTo>
                <a:lnTo>
                  <a:pt x="7" y="0"/>
                </a:lnTo>
                <a:lnTo>
                  <a:pt x="13" y="6"/>
                </a:lnTo>
                <a:lnTo>
                  <a:pt x="14" y="9"/>
                </a:lnTo>
              </a:path>
            </a:pathLst>
          </a:custGeom>
          <a:solidFill>
            <a:srgbClr val="FDE3BA"/>
          </a:solidFill>
          <a:ln w="12700" cap="rnd">
            <a:solidFill>
              <a:schemeClr val="tx1"/>
            </a:solidFill>
            <a:round/>
            <a:headEnd/>
            <a:tailEnd/>
          </a:ln>
        </p:spPr>
        <p:txBody>
          <a:bodyPr/>
          <a:lstStyle/>
          <a:p>
            <a:endParaRPr lang="en-US"/>
          </a:p>
        </p:txBody>
      </p:sp>
      <p:sp>
        <p:nvSpPr>
          <p:cNvPr id="6181" name="Freeform 467"/>
          <p:cNvSpPr>
            <a:spLocks/>
          </p:cNvSpPr>
          <p:nvPr/>
        </p:nvSpPr>
        <p:spPr bwMode="auto">
          <a:xfrm>
            <a:off x="8198822" y="5662352"/>
            <a:ext cx="127479" cy="231100"/>
          </a:xfrm>
          <a:custGeom>
            <a:avLst/>
            <a:gdLst>
              <a:gd name="T0" fmla="*/ 26 w 73"/>
              <a:gd name="T1" fmla="*/ 101 h 117"/>
              <a:gd name="T2" fmla="*/ 21 w 73"/>
              <a:gd name="T3" fmla="*/ 108 h 117"/>
              <a:gd name="T4" fmla="*/ 17 w 73"/>
              <a:gd name="T5" fmla="*/ 113 h 117"/>
              <a:gd name="T6" fmla="*/ 12 w 73"/>
              <a:gd name="T7" fmla="*/ 116 h 117"/>
              <a:gd name="T8" fmla="*/ 9 w 73"/>
              <a:gd name="T9" fmla="*/ 111 h 117"/>
              <a:gd name="T10" fmla="*/ 6 w 73"/>
              <a:gd name="T11" fmla="*/ 106 h 117"/>
              <a:gd name="T12" fmla="*/ 9 w 73"/>
              <a:gd name="T13" fmla="*/ 102 h 117"/>
              <a:gd name="T14" fmla="*/ 17 w 73"/>
              <a:gd name="T15" fmla="*/ 98 h 117"/>
              <a:gd name="T16" fmla="*/ 17 w 73"/>
              <a:gd name="T17" fmla="*/ 93 h 117"/>
              <a:gd name="T18" fmla="*/ 12 w 73"/>
              <a:gd name="T19" fmla="*/ 89 h 117"/>
              <a:gd name="T20" fmla="*/ 7 w 73"/>
              <a:gd name="T21" fmla="*/ 90 h 117"/>
              <a:gd name="T22" fmla="*/ 2 w 73"/>
              <a:gd name="T23" fmla="*/ 89 h 117"/>
              <a:gd name="T24" fmla="*/ 1 w 73"/>
              <a:gd name="T25" fmla="*/ 83 h 117"/>
              <a:gd name="T26" fmla="*/ 0 w 73"/>
              <a:gd name="T27" fmla="*/ 77 h 117"/>
              <a:gd name="T28" fmla="*/ 5 w 73"/>
              <a:gd name="T29" fmla="*/ 74 h 117"/>
              <a:gd name="T30" fmla="*/ 13 w 73"/>
              <a:gd name="T31" fmla="*/ 72 h 117"/>
              <a:gd name="T32" fmla="*/ 19 w 73"/>
              <a:gd name="T33" fmla="*/ 67 h 117"/>
              <a:gd name="T34" fmla="*/ 24 w 73"/>
              <a:gd name="T35" fmla="*/ 54 h 117"/>
              <a:gd name="T36" fmla="*/ 26 w 73"/>
              <a:gd name="T37" fmla="*/ 40 h 117"/>
              <a:gd name="T38" fmla="*/ 23 w 73"/>
              <a:gd name="T39" fmla="*/ 29 h 117"/>
              <a:gd name="T40" fmla="*/ 17 w 73"/>
              <a:gd name="T41" fmla="*/ 19 h 117"/>
              <a:gd name="T42" fmla="*/ 13 w 73"/>
              <a:gd name="T43" fmla="*/ 15 h 117"/>
              <a:gd name="T44" fmla="*/ 11 w 73"/>
              <a:gd name="T45" fmla="*/ 8 h 117"/>
              <a:gd name="T46" fmla="*/ 12 w 73"/>
              <a:gd name="T47" fmla="*/ 0 h 117"/>
              <a:gd name="T48" fmla="*/ 17 w 73"/>
              <a:gd name="T49" fmla="*/ 3 h 117"/>
              <a:gd name="T50" fmla="*/ 23 w 73"/>
              <a:gd name="T51" fmla="*/ 9 h 117"/>
              <a:gd name="T52" fmla="*/ 29 w 73"/>
              <a:gd name="T53" fmla="*/ 13 h 117"/>
              <a:gd name="T54" fmla="*/ 31 w 73"/>
              <a:gd name="T55" fmla="*/ 17 h 117"/>
              <a:gd name="T56" fmla="*/ 30 w 73"/>
              <a:gd name="T57" fmla="*/ 25 h 117"/>
              <a:gd name="T58" fmla="*/ 28 w 73"/>
              <a:gd name="T59" fmla="*/ 34 h 117"/>
              <a:gd name="T60" fmla="*/ 32 w 73"/>
              <a:gd name="T61" fmla="*/ 40 h 117"/>
              <a:gd name="T62" fmla="*/ 36 w 73"/>
              <a:gd name="T63" fmla="*/ 41 h 117"/>
              <a:gd name="T64" fmla="*/ 39 w 73"/>
              <a:gd name="T65" fmla="*/ 40 h 117"/>
              <a:gd name="T66" fmla="*/ 42 w 73"/>
              <a:gd name="T67" fmla="*/ 43 h 117"/>
              <a:gd name="T68" fmla="*/ 42 w 73"/>
              <a:gd name="T69" fmla="*/ 48 h 117"/>
              <a:gd name="T70" fmla="*/ 43 w 73"/>
              <a:gd name="T71" fmla="*/ 54 h 117"/>
              <a:gd name="T72" fmla="*/ 49 w 73"/>
              <a:gd name="T73" fmla="*/ 57 h 117"/>
              <a:gd name="T74" fmla="*/ 55 w 73"/>
              <a:gd name="T75" fmla="*/ 56 h 117"/>
              <a:gd name="T76" fmla="*/ 60 w 73"/>
              <a:gd name="T77" fmla="*/ 53 h 117"/>
              <a:gd name="T78" fmla="*/ 64 w 73"/>
              <a:gd name="T79" fmla="*/ 47 h 117"/>
              <a:gd name="T80" fmla="*/ 67 w 73"/>
              <a:gd name="T81" fmla="*/ 46 h 117"/>
              <a:gd name="T82" fmla="*/ 72 w 73"/>
              <a:gd name="T83" fmla="*/ 50 h 117"/>
              <a:gd name="T84" fmla="*/ 70 w 73"/>
              <a:gd name="T85" fmla="*/ 55 h 117"/>
              <a:gd name="T86" fmla="*/ 66 w 73"/>
              <a:gd name="T87" fmla="*/ 60 h 117"/>
              <a:gd name="T88" fmla="*/ 61 w 73"/>
              <a:gd name="T89" fmla="*/ 66 h 117"/>
              <a:gd name="T90" fmla="*/ 55 w 73"/>
              <a:gd name="T91" fmla="*/ 73 h 117"/>
              <a:gd name="T92" fmla="*/ 47 w 73"/>
              <a:gd name="T93" fmla="*/ 75 h 117"/>
              <a:gd name="T94" fmla="*/ 40 w 73"/>
              <a:gd name="T95" fmla="*/ 75 h 117"/>
              <a:gd name="T96" fmla="*/ 40 w 73"/>
              <a:gd name="T97" fmla="*/ 81 h 117"/>
              <a:gd name="T98" fmla="*/ 43 w 73"/>
              <a:gd name="T99" fmla="*/ 87 h 117"/>
              <a:gd name="T100" fmla="*/ 39 w 73"/>
              <a:gd name="T101" fmla="*/ 91 h 117"/>
              <a:gd name="T102" fmla="*/ 30 w 73"/>
              <a:gd name="T103" fmla="*/ 97 h 117"/>
              <a:gd name="T104" fmla="*/ 26 w 73"/>
              <a:gd name="T105" fmla="*/ 101 h 11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3"/>
              <a:gd name="T160" fmla="*/ 0 h 117"/>
              <a:gd name="T161" fmla="*/ 73 w 73"/>
              <a:gd name="T162" fmla="*/ 117 h 117"/>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3" h="117">
                <a:moveTo>
                  <a:pt x="26" y="101"/>
                </a:moveTo>
                <a:lnTo>
                  <a:pt x="21" y="108"/>
                </a:lnTo>
                <a:lnTo>
                  <a:pt x="17" y="113"/>
                </a:lnTo>
                <a:lnTo>
                  <a:pt x="12" y="116"/>
                </a:lnTo>
                <a:lnTo>
                  <a:pt x="9" y="111"/>
                </a:lnTo>
                <a:lnTo>
                  <a:pt x="6" y="106"/>
                </a:lnTo>
                <a:lnTo>
                  <a:pt x="9" y="102"/>
                </a:lnTo>
                <a:lnTo>
                  <a:pt x="17" y="98"/>
                </a:lnTo>
                <a:lnTo>
                  <a:pt x="17" y="93"/>
                </a:lnTo>
                <a:lnTo>
                  <a:pt x="12" y="89"/>
                </a:lnTo>
                <a:lnTo>
                  <a:pt x="7" y="90"/>
                </a:lnTo>
                <a:lnTo>
                  <a:pt x="2" y="89"/>
                </a:lnTo>
                <a:lnTo>
                  <a:pt x="1" y="83"/>
                </a:lnTo>
                <a:lnTo>
                  <a:pt x="0" y="77"/>
                </a:lnTo>
                <a:lnTo>
                  <a:pt x="5" y="74"/>
                </a:lnTo>
                <a:lnTo>
                  <a:pt x="13" y="72"/>
                </a:lnTo>
                <a:lnTo>
                  <a:pt x="19" y="67"/>
                </a:lnTo>
                <a:lnTo>
                  <a:pt x="24" y="54"/>
                </a:lnTo>
                <a:lnTo>
                  <a:pt x="26" y="40"/>
                </a:lnTo>
                <a:lnTo>
                  <a:pt x="23" y="29"/>
                </a:lnTo>
                <a:lnTo>
                  <a:pt x="17" y="19"/>
                </a:lnTo>
                <a:lnTo>
                  <a:pt x="13" y="15"/>
                </a:lnTo>
                <a:lnTo>
                  <a:pt x="11" y="8"/>
                </a:lnTo>
                <a:lnTo>
                  <a:pt x="12" y="0"/>
                </a:lnTo>
                <a:lnTo>
                  <a:pt x="17" y="3"/>
                </a:lnTo>
                <a:lnTo>
                  <a:pt x="23" y="9"/>
                </a:lnTo>
                <a:lnTo>
                  <a:pt x="29" y="13"/>
                </a:lnTo>
                <a:lnTo>
                  <a:pt x="31" y="17"/>
                </a:lnTo>
                <a:lnTo>
                  <a:pt x="30" y="25"/>
                </a:lnTo>
                <a:lnTo>
                  <a:pt x="28" y="34"/>
                </a:lnTo>
                <a:lnTo>
                  <a:pt x="32" y="40"/>
                </a:lnTo>
                <a:lnTo>
                  <a:pt x="36" y="41"/>
                </a:lnTo>
                <a:lnTo>
                  <a:pt x="39" y="40"/>
                </a:lnTo>
                <a:lnTo>
                  <a:pt x="42" y="43"/>
                </a:lnTo>
                <a:lnTo>
                  <a:pt x="42" y="48"/>
                </a:lnTo>
                <a:lnTo>
                  <a:pt x="43" y="54"/>
                </a:lnTo>
                <a:lnTo>
                  <a:pt x="49" y="57"/>
                </a:lnTo>
                <a:lnTo>
                  <a:pt x="55" y="56"/>
                </a:lnTo>
                <a:lnTo>
                  <a:pt x="60" y="53"/>
                </a:lnTo>
                <a:lnTo>
                  <a:pt x="64" y="47"/>
                </a:lnTo>
                <a:lnTo>
                  <a:pt x="67" y="46"/>
                </a:lnTo>
                <a:lnTo>
                  <a:pt x="72" y="50"/>
                </a:lnTo>
                <a:lnTo>
                  <a:pt x="70" y="55"/>
                </a:lnTo>
                <a:lnTo>
                  <a:pt x="66" y="60"/>
                </a:lnTo>
                <a:lnTo>
                  <a:pt x="61" y="66"/>
                </a:lnTo>
                <a:lnTo>
                  <a:pt x="55" y="73"/>
                </a:lnTo>
                <a:lnTo>
                  <a:pt x="47" y="75"/>
                </a:lnTo>
                <a:lnTo>
                  <a:pt x="40" y="75"/>
                </a:lnTo>
                <a:lnTo>
                  <a:pt x="40" y="81"/>
                </a:lnTo>
                <a:lnTo>
                  <a:pt x="43" y="87"/>
                </a:lnTo>
                <a:lnTo>
                  <a:pt x="39" y="91"/>
                </a:lnTo>
                <a:lnTo>
                  <a:pt x="30" y="97"/>
                </a:lnTo>
                <a:lnTo>
                  <a:pt x="26" y="101"/>
                </a:lnTo>
              </a:path>
            </a:pathLst>
          </a:custGeom>
          <a:solidFill>
            <a:srgbClr val="FDE3BA"/>
          </a:solidFill>
          <a:ln w="12700" cap="rnd">
            <a:solidFill>
              <a:schemeClr val="tx1"/>
            </a:solidFill>
            <a:round/>
            <a:headEnd/>
            <a:tailEnd/>
          </a:ln>
        </p:spPr>
        <p:txBody>
          <a:bodyPr/>
          <a:lstStyle/>
          <a:p>
            <a:endParaRPr lang="en-US"/>
          </a:p>
        </p:txBody>
      </p:sp>
      <p:sp>
        <p:nvSpPr>
          <p:cNvPr id="6182" name="Freeform 468"/>
          <p:cNvSpPr>
            <a:spLocks/>
          </p:cNvSpPr>
          <p:nvPr/>
        </p:nvSpPr>
        <p:spPr bwMode="auto">
          <a:xfrm>
            <a:off x="8064357" y="4973004"/>
            <a:ext cx="17463" cy="17776"/>
          </a:xfrm>
          <a:custGeom>
            <a:avLst/>
            <a:gdLst>
              <a:gd name="T0" fmla="*/ 5 w 10"/>
              <a:gd name="T1" fmla="*/ 8 h 9"/>
              <a:gd name="T2" fmla="*/ 8 w 10"/>
              <a:gd name="T3" fmla="*/ 7 h 9"/>
              <a:gd name="T4" fmla="*/ 9 w 10"/>
              <a:gd name="T5" fmla="*/ 4 h 9"/>
              <a:gd name="T6" fmla="*/ 8 w 10"/>
              <a:gd name="T7" fmla="*/ 1 h 9"/>
              <a:gd name="T8" fmla="*/ 5 w 10"/>
              <a:gd name="T9" fmla="*/ 0 h 9"/>
              <a:gd name="T10" fmla="*/ 1 w 10"/>
              <a:gd name="T11" fmla="*/ 1 h 9"/>
              <a:gd name="T12" fmla="*/ 0 w 10"/>
              <a:gd name="T13" fmla="*/ 4 h 9"/>
              <a:gd name="T14" fmla="*/ 1 w 10"/>
              <a:gd name="T15" fmla="*/ 7 h 9"/>
              <a:gd name="T16" fmla="*/ 5 w 10"/>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5" y="8"/>
                </a:moveTo>
                <a:lnTo>
                  <a:pt x="8" y="7"/>
                </a:lnTo>
                <a:lnTo>
                  <a:pt x="9" y="4"/>
                </a:lnTo>
                <a:lnTo>
                  <a:pt x="8" y="1"/>
                </a:lnTo>
                <a:lnTo>
                  <a:pt x="5" y="0"/>
                </a:lnTo>
                <a:lnTo>
                  <a:pt x="1" y="1"/>
                </a:lnTo>
                <a:lnTo>
                  <a:pt x="0" y="4"/>
                </a:lnTo>
                <a:lnTo>
                  <a:pt x="1" y="7"/>
                </a:lnTo>
                <a:lnTo>
                  <a:pt x="5" y="8"/>
                </a:lnTo>
              </a:path>
            </a:pathLst>
          </a:custGeom>
          <a:solidFill>
            <a:srgbClr val="FDE3BA"/>
          </a:solidFill>
          <a:ln w="12700" cap="rnd">
            <a:solidFill>
              <a:srgbClr val="000000"/>
            </a:solidFill>
            <a:round/>
            <a:headEnd/>
            <a:tailEnd/>
          </a:ln>
        </p:spPr>
        <p:txBody>
          <a:bodyPr/>
          <a:lstStyle/>
          <a:p>
            <a:endParaRPr lang="en-US"/>
          </a:p>
        </p:txBody>
      </p:sp>
      <p:sp>
        <p:nvSpPr>
          <p:cNvPr id="6183" name="Freeform 469"/>
          <p:cNvSpPr>
            <a:spLocks/>
          </p:cNvSpPr>
          <p:nvPr/>
        </p:nvSpPr>
        <p:spPr bwMode="auto">
          <a:xfrm>
            <a:off x="8048641" y="4917698"/>
            <a:ext cx="10478" cy="29628"/>
          </a:xfrm>
          <a:custGeom>
            <a:avLst/>
            <a:gdLst>
              <a:gd name="T0" fmla="*/ 2 w 6"/>
              <a:gd name="T1" fmla="*/ 14 h 15"/>
              <a:gd name="T2" fmla="*/ 4 w 6"/>
              <a:gd name="T3" fmla="*/ 12 h 15"/>
              <a:gd name="T4" fmla="*/ 5 w 6"/>
              <a:gd name="T5" fmla="*/ 7 h 15"/>
              <a:gd name="T6" fmla="*/ 4 w 6"/>
              <a:gd name="T7" fmla="*/ 2 h 15"/>
              <a:gd name="T8" fmla="*/ 2 w 6"/>
              <a:gd name="T9" fmla="*/ 0 h 15"/>
              <a:gd name="T10" fmla="*/ 1 w 6"/>
              <a:gd name="T11" fmla="*/ 2 h 15"/>
              <a:gd name="T12" fmla="*/ 0 w 6"/>
              <a:gd name="T13" fmla="*/ 7 h 15"/>
              <a:gd name="T14" fmla="*/ 1 w 6"/>
              <a:gd name="T15" fmla="*/ 12 h 15"/>
              <a:gd name="T16" fmla="*/ 2 w 6"/>
              <a:gd name="T17" fmla="*/ 14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15"/>
              <a:gd name="T29" fmla="*/ 6 w 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15">
                <a:moveTo>
                  <a:pt x="2" y="14"/>
                </a:moveTo>
                <a:lnTo>
                  <a:pt x="4" y="12"/>
                </a:lnTo>
                <a:lnTo>
                  <a:pt x="5" y="7"/>
                </a:lnTo>
                <a:lnTo>
                  <a:pt x="4" y="2"/>
                </a:lnTo>
                <a:lnTo>
                  <a:pt x="2" y="0"/>
                </a:lnTo>
                <a:lnTo>
                  <a:pt x="1" y="2"/>
                </a:lnTo>
                <a:lnTo>
                  <a:pt x="0" y="7"/>
                </a:lnTo>
                <a:lnTo>
                  <a:pt x="1" y="12"/>
                </a:lnTo>
                <a:lnTo>
                  <a:pt x="2" y="14"/>
                </a:lnTo>
              </a:path>
            </a:pathLst>
          </a:custGeom>
          <a:solidFill>
            <a:srgbClr val="FDE3BA"/>
          </a:solidFill>
          <a:ln w="12700" cap="rnd">
            <a:solidFill>
              <a:srgbClr val="000000"/>
            </a:solidFill>
            <a:round/>
            <a:headEnd/>
            <a:tailEnd/>
          </a:ln>
        </p:spPr>
        <p:txBody>
          <a:bodyPr/>
          <a:lstStyle/>
          <a:p>
            <a:endParaRPr lang="en-US"/>
          </a:p>
        </p:txBody>
      </p:sp>
      <p:sp>
        <p:nvSpPr>
          <p:cNvPr id="6184" name="Freeform 470"/>
          <p:cNvSpPr>
            <a:spLocks/>
          </p:cNvSpPr>
          <p:nvPr/>
        </p:nvSpPr>
        <p:spPr bwMode="auto">
          <a:xfrm>
            <a:off x="8011968" y="4951276"/>
            <a:ext cx="38419" cy="13827"/>
          </a:xfrm>
          <a:custGeom>
            <a:avLst/>
            <a:gdLst>
              <a:gd name="T0" fmla="*/ 11 w 22"/>
              <a:gd name="T1" fmla="*/ 6 h 7"/>
              <a:gd name="T2" fmla="*/ 18 w 22"/>
              <a:gd name="T3" fmla="*/ 6 h 7"/>
              <a:gd name="T4" fmla="*/ 21 w 22"/>
              <a:gd name="T5" fmla="*/ 3 h 7"/>
              <a:gd name="T6" fmla="*/ 18 w 22"/>
              <a:gd name="T7" fmla="*/ 1 h 7"/>
              <a:gd name="T8" fmla="*/ 11 w 22"/>
              <a:gd name="T9" fmla="*/ 0 h 7"/>
              <a:gd name="T10" fmla="*/ 4 w 22"/>
              <a:gd name="T11" fmla="*/ 1 h 7"/>
              <a:gd name="T12" fmla="*/ 0 w 22"/>
              <a:gd name="T13" fmla="*/ 3 h 7"/>
              <a:gd name="T14" fmla="*/ 4 w 22"/>
              <a:gd name="T15" fmla="*/ 6 h 7"/>
              <a:gd name="T16" fmla="*/ 11 w 22"/>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7"/>
              <a:gd name="T29" fmla="*/ 22 w 22"/>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7">
                <a:moveTo>
                  <a:pt x="11" y="6"/>
                </a:moveTo>
                <a:lnTo>
                  <a:pt x="18" y="6"/>
                </a:lnTo>
                <a:lnTo>
                  <a:pt x="21" y="3"/>
                </a:lnTo>
                <a:lnTo>
                  <a:pt x="18" y="1"/>
                </a:lnTo>
                <a:lnTo>
                  <a:pt x="11" y="0"/>
                </a:lnTo>
                <a:lnTo>
                  <a:pt x="4" y="1"/>
                </a:lnTo>
                <a:lnTo>
                  <a:pt x="0" y="3"/>
                </a:lnTo>
                <a:lnTo>
                  <a:pt x="4" y="6"/>
                </a:lnTo>
                <a:lnTo>
                  <a:pt x="11" y="6"/>
                </a:lnTo>
              </a:path>
            </a:pathLst>
          </a:custGeom>
          <a:solidFill>
            <a:srgbClr val="FDE3BA"/>
          </a:solidFill>
          <a:ln w="12700" cap="rnd">
            <a:solidFill>
              <a:srgbClr val="000000"/>
            </a:solidFill>
            <a:round/>
            <a:headEnd/>
            <a:tailEnd/>
          </a:ln>
        </p:spPr>
        <p:txBody>
          <a:bodyPr/>
          <a:lstStyle/>
          <a:p>
            <a:endParaRPr lang="en-US"/>
          </a:p>
        </p:txBody>
      </p:sp>
      <p:sp>
        <p:nvSpPr>
          <p:cNvPr id="6185" name="Freeform 471"/>
          <p:cNvSpPr>
            <a:spLocks/>
          </p:cNvSpPr>
          <p:nvPr/>
        </p:nvSpPr>
        <p:spPr bwMode="auto">
          <a:xfrm>
            <a:off x="8010222" y="4909797"/>
            <a:ext cx="20956" cy="17776"/>
          </a:xfrm>
          <a:custGeom>
            <a:avLst/>
            <a:gdLst>
              <a:gd name="T0" fmla="*/ 5 w 12"/>
              <a:gd name="T1" fmla="*/ 8 h 9"/>
              <a:gd name="T2" fmla="*/ 9 w 12"/>
              <a:gd name="T3" fmla="*/ 7 h 9"/>
              <a:gd name="T4" fmla="*/ 11 w 12"/>
              <a:gd name="T5" fmla="*/ 4 h 9"/>
              <a:gd name="T6" fmla="*/ 9 w 12"/>
              <a:gd name="T7" fmla="*/ 1 h 9"/>
              <a:gd name="T8" fmla="*/ 5 w 12"/>
              <a:gd name="T9" fmla="*/ 0 h 9"/>
              <a:gd name="T10" fmla="*/ 1 w 12"/>
              <a:gd name="T11" fmla="*/ 1 h 9"/>
              <a:gd name="T12" fmla="*/ 0 w 12"/>
              <a:gd name="T13" fmla="*/ 4 h 9"/>
              <a:gd name="T14" fmla="*/ 1 w 12"/>
              <a:gd name="T15" fmla="*/ 7 h 9"/>
              <a:gd name="T16" fmla="*/ 5 w 12"/>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9"/>
              <a:gd name="T29" fmla="*/ 12 w 12"/>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9">
                <a:moveTo>
                  <a:pt x="5" y="8"/>
                </a:moveTo>
                <a:lnTo>
                  <a:pt x="9" y="7"/>
                </a:lnTo>
                <a:lnTo>
                  <a:pt x="11" y="4"/>
                </a:lnTo>
                <a:lnTo>
                  <a:pt x="9" y="1"/>
                </a:lnTo>
                <a:lnTo>
                  <a:pt x="5" y="0"/>
                </a:lnTo>
                <a:lnTo>
                  <a:pt x="1" y="1"/>
                </a:lnTo>
                <a:lnTo>
                  <a:pt x="0" y="4"/>
                </a:lnTo>
                <a:lnTo>
                  <a:pt x="1" y="7"/>
                </a:lnTo>
                <a:lnTo>
                  <a:pt x="5" y="8"/>
                </a:lnTo>
              </a:path>
            </a:pathLst>
          </a:custGeom>
          <a:solidFill>
            <a:srgbClr val="FDE3BA"/>
          </a:solidFill>
          <a:ln w="12700" cap="rnd">
            <a:solidFill>
              <a:srgbClr val="000000"/>
            </a:solidFill>
            <a:round/>
            <a:headEnd/>
            <a:tailEnd/>
          </a:ln>
        </p:spPr>
        <p:txBody>
          <a:bodyPr/>
          <a:lstStyle/>
          <a:p>
            <a:endParaRPr lang="en-US"/>
          </a:p>
        </p:txBody>
      </p:sp>
      <p:sp>
        <p:nvSpPr>
          <p:cNvPr id="6186" name="Freeform 472"/>
          <p:cNvSpPr>
            <a:spLocks/>
          </p:cNvSpPr>
          <p:nvPr/>
        </p:nvSpPr>
        <p:spPr bwMode="auto">
          <a:xfrm>
            <a:off x="7963071" y="4880169"/>
            <a:ext cx="19210" cy="17778"/>
          </a:xfrm>
          <a:custGeom>
            <a:avLst/>
            <a:gdLst>
              <a:gd name="T0" fmla="*/ 5 w 11"/>
              <a:gd name="T1" fmla="*/ 8 h 9"/>
              <a:gd name="T2" fmla="*/ 8 w 11"/>
              <a:gd name="T3" fmla="*/ 7 h 9"/>
              <a:gd name="T4" fmla="*/ 10 w 11"/>
              <a:gd name="T5" fmla="*/ 4 h 9"/>
              <a:gd name="T6" fmla="*/ 8 w 11"/>
              <a:gd name="T7" fmla="*/ 1 h 9"/>
              <a:gd name="T8" fmla="*/ 5 w 11"/>
              <a:gd name="T9" fmla="*/ 0 h 9"/>
              <a:gd name="T10" fmla="*/ 2 w 11"/>
              <a:gd name="T11" fmla="*/ 1 h 9"/>
              <a:gd name="T12" fmla="*/ 0 w 11"/>
              <a:gd name="T13" fmla="*/ 4 h 9"/>
              <a:gd name="T14" fmla="*/ 2 w 11"/>
              <a:gd name="T15" fmla="*/ 7 h 9"/>
              <a:gd name="T16" fmla="*/ 5 w 11"/>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5" y="8"/>
                </a:moveTo>
                <a:lnTo>
                  <a:pt x="8" y="7"/>
                </a:lnTo>
                <a:lnTo>
                  <a:pt x="10" y="4"/>
                </a:lnTo>
                <a:lnTo>
                  <a:pt x="8" y="1"/>
                </a:lnTo>
                <a:lnTo>
                  <a:pt x="5" y="0"/>
                </a:lnTo>
                <a:lnTo>
                  <a:pt x="2" y="1"/>
                </a:lnTo>
                <a:lnTo>
                  <a:pt x="0" y="4"/>
                </a:lnTo>
                <a:lnTo>
                  <a:pt x="2" y="7"/>
                </a:lnTo>
                <a:lnTo>
                  <a:pt x="5" y="8"/>
                </a:lnTo>
              </a:path>
            </a:pathLst>
          </a:custGeom>
          <a:solidFill>
            <a:srgbClr val="FDE3BA"/>
          </a:solidFill>
          <a:ln w="12700" cap="rnd">
            <a:solidFill>
              <a:srgbClr val="000000"/>
            </a:solidFill>
            <a:round/>
            <a:headEnd/>
            <a:tailEnd/>
          </a:ln>
        </p:spPr>
        <p:txBody>
          <a:bodyPr/>
          <a:lstStyle/>
          <a:p>
            <a:endParaRPr lang="en-US"/>
          </a:p>
        </p:txBody>
      </p:sp>
      <p:sp>
        <p:nvSpPr>
          <p:cNvPr id="6187" name="Freeform 473"/>
          <p:cNvSpPr>
            <a:spLocks/>
          </p:cNvSpPr>
          <p:nvPr/>
        </p:nvSpPr>
        <p:spPr bwMode="auto">
          <a:xfrm>
            <a:off x="7914175" y="4838690"/>
            <a:ext cx="29688" cy="41479"/>
          </a:xfrm>
          <a:custGeom>
            <a:avLst/>
            <a:gdLst>
              <a:gd name="T0" fmla="*/ 14 w 17"/>
              <a:gd name="T1" fmla="*/ 20 h 21"/>
              <a:gd name="T2" fmla="*/ 5 w 17"/>
              <a:gd name="T3" fmla="*/ 18 h 21"/>
              <a:gd name="T4" fmla="*/ 3 w 17"/>
              <a:gd name="T5" fmla="*/ 13 h 21"/>
              <a:gd name="T6" fmla="*/ 1 w 17"/>
              <a:gd name="T7" fmla="*/ 7 h 21"/>
              <a:gd name="T8" fmla="*/ 0 w 17"/>
              <a:gd name="T9" fmla="*/ 2 h 21"/>
              <a:gd name="T10" fmla="*/ 0 w 17"/>
              <a:gd name="T11" fmla="*/ 0 h 21"/>
              <a:gd name="T12" fmla="*/ 3 w 17"/>
              <a:gd name="T13" fmla="*/ 1 h 21"/>
              <a:gd name="T14" fmla="*/ 9 w 17"/>
              <a:gd name="T15" fmla="*/ 8 h 21"/>
              <a:gd name="T16" fmla="*/ 14 w 17"/>
              <a:gd name="T17" fmla="*/ 13 h 21"/>
              <a:gd name="T18" fmla="*/ 16 w 17"/>
              <a:gd name="T19" fmla="*/ 19 h 21"/>
              <a:gd name="T20" fmla="*/ 14 w 17"/>
              <a:gd name="T21" fmla="*/ 2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21"/>
              <a:gd name="T35" fmla="*/ 17 w 17"/>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21">
                <a:moveTo>
                  <a:pt x="14" y="20"/>
                </a:moveTo>
                <a:lnTo>
                  <a:pt x="5" y="18"/>
                </a:lnTo>
                <a:lnTo>
                  <a:pt x="3" y="13"/>
                </a:lnTo>
                <a:lnTo>
                  <a:pt x="1" y="7"/>
                </a:lnTo>
                <a:lnTo>
                  <a:pt x="0" y="2"/>
                </a:lnTo>
                <a:lnTo>
                  <a:pt x="0" y="0"/>
                </a:lnTo>
                <a:lnTo>
                  <a:pt x="3" y="1"/>
                </a:lnTo>
                <a:lnTo>
                  <a:pt x="9" y="8"/>
                </a:lnTo>
                <a:lnTo>
                  <a:pt x="14" y="13"/>
                </a:lnTo>
                <a:lnTo>
                  <a:pt x="16" y="19"/>
                </a:lnTo>
                <a:lnTo>
                  <a:pt x="14" y="20"/>
                </a:lnTo>
              </a:path>
            </a:pathLst>
          </a:custGeom>
          <a:solidFill>
            <a:srgbClr val="FDE3BA"/>
          </a:solidFill>
          <a:ln w="12700" cap="rnd">
            <a:solidFill>
              <a:srgbClr val="000000"/>
            </a:solidFill>
            <a:round/>
            <a:headEnd/>
            <a:tailEnd/>
          </a:ln>
        </p:spPr>
        <p:txBody>
          <a:bodyPr/>
          <a:lstStyle/>
          <a:p>
            <a:endParaRPr lang="en-US"/>
          </a:p>
        </p:txBody>
      </p:sp>
      <p:sp>
        <p:nvSpPr>
          <p:cNvPr id="6188" name="Freeform 474"/>
          <p:cNvSpPr>
            <a:spLocks/>
          </p:cNvSpPr>
          <p:nvPr/>
        </p:nvSpPr>
        <p:spPr bwMode="auto">
          <a:xfrm>
            <a:off x="7786696" y="4813012"/>
            <a:ext cx="87315" cy="63207"/>
          </a:xfrm>
          <a:custGeom>
            <a:avLst/>
            <a:gdLst>
              <a:gd name="T0" fmla="*/ 43 w 50"/>
              <a:gd name="T1" fmla="*/ 19 h 32"/>
              <a:gd name="T2" fmla="*/ 41 w 50"/>
              <a:gd name="T3" fmla="*/ 13 h 32"/>
              <a:gd name="T4" fmla="*/ 43 w 50"/>
              <a:gd name="T5" fmla="*/ 7 h 32"/>
              <a:gd name="T6" fmla="*/ 49 w 50"/>
              <a:gd name="T7" fmla="*/ 1 h 32"/>
              <a:gd name="T8" fmla="*/ 45 w 50"/>
              <a:gd name="T9" fmla="*/ 0 h 32"/>
              <a:gd name="T10" fmla="*/ 39 w 50"/>
              <a:gd name="T11" fmla="*/ 1 h 32"/>
              <a:gd name="T12" fmla="*/ 36 w 50"/>
              <a:gd name="T13" fmla="*/ 6 h 32"/>
              <a:gd name="T14" fmla="*/ 30 w 50"/>
              <a:gd name="T15" fmla="*/ 14 h 32"/>
              <a:gd name="T16" fmla="*/ 21 w 50"/>
              <a:gd name="T17" fmla="*/ 15 h 32"/>
              <a:gd name="T18" fmla="*/ 15 w 50"/>
              <a:gd name="T19" fmla="*/ 12 h 32"/>
              <a:gd name="T20" fmla="*/ 13 w 50"/>
              <a:gd name="T21" fmla="*/ 15 h 32"/>
              <a:gd name="T22" fmla="*/ 10 w 50"/>
              <a:gd name="T23" fmla="*/ 20 h 32"/>
              <a:gd name="T24" fmla="*/ 5 w 50"/>
              <a:gd name="T25" fmla="*/ 21 h 32"/>
              <a:gd name="T26" fmla="*/ 0 w 50"/>
              <a:gd name="T27" fmla="*/ 23 h 32"/>
              <a:gd name="T28" fmla="*/ 4 w 50"/>
              <a:gd name="T29" fmla="*/ 28 h 32"/>
              <a:gd name="T30" fmla="*/ 13 w 50"/>
              <a:gd name="T31" fmla="*/ 31 h 32"/>
              <a:gd name="T32" fmla="*/ 23 w 50"/>
              <a:gd name="T33" fmla="*/ 29 h 32"/>
              <a:gd name="T34" fmla="*/ 36 w 50"/>
              <a:gd name="T35" fmla="*/ 23 h 32"/>
              <a:gd name="T36" fmla="*/ 43 w 50"/>
              <a:gd name="T37" fmla="*/ 19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0"/>
              <a:gd name="T58" fmla="*/ 0 h 32"/>
              <a:gd name="T59" fmla="*/ 50 w 50"/>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0" h="32">
                <a:moveTo>
                  <a:pt x="43" y="19"/>
                </a:moveTo>
                <a:lnTo>
                  <a:pt x="41" y="13"/>
                </a:lnTo>
                <a:lnTo>
                  <a:pt x="43" y="7"/>
                </a:lnTo>
                <a:lnTo>
                  <a:pt x="49" y="1"/>
                </a:lnTo>
                <a:lnTo>
                  <a:pt x="45" y="0"/>
                </a:lnTo>
                <a:lnTo>
                  <a:pt x="39" y="1"/>
                </a:lnTo>
                <a:lnTo>
                  <a:pt x="36" y="6"/>
                </a:lnTo>
                <a:lnTo>
                  <a:pt x="30" y="14"/>
                </a:lnTo>
                <a:lnTo>
                  <a:pt x="21" y="15"/>
                </a:lnTo>
                <a:lnTo>
                  <a:pt x="15" y="12"/>
                </a:lnTo>
                <a:lnTo>
                  <a:pt x="13" y="15"/>
                </a:lnTo>
                <a:lnTo>
                  <a:pt x="10" y="20"/>
                </a:lnTo>
                <a:lnTo>
                  <a:pt x="5" y="21"/>
                </a:lnTo>
                <a:lnTo>
                  <a:pt x="0" y="23"/>
                </a:lnTo>
                <a:lnTo>
                  <a:pt x="4" y="28"/>
                </a:lnTo>
                <a:lnTo>
                  <a:pt x="13" y="31"/>
                </a:lnTo>
                <a:lnTo>
                  <a:pt x="23" y="29"/>
                </a:lnTo>
                <a:lnTo>
                  <a:pt x="36" y="23"/>
                </a:lnTo>
                <a:lnTo>
                  <a:pt x="43" y="19"/>
                </a:lnTo>
              </a:path>
            </a:pathLst>
          </a:custGeom>
          <a:solidFill>
            <a:srgbClr val="FDE3BA"/>
          </a:solidFill>
          <a:ln w="12700" cap="rnd">
            <a:solidFill>
              <a:schemeClr val="tx1"/>
            </a:solidFill>
            <a:round/>
            <a:headEnd/>
            <a:tailEnd/>
          </a:ln>
        </p:spPr>
        <p:txBody>
          <a:bodyPr/>
          <a:lstStyle/>
          <a:p>
            <a:endParaRPr lang="en-US"/>
          </a:p>
        </p:txBody>
      </p:sp>
      <p:sp>
        <p:nvSpPr>
          <p:cNvPr id="6189" name="Freeform 475"/>
          <p:cNvSpPr>
            <a:spLocks/>
          </p:cNvSpPr>
          <p:nvPr/>
        </p:nvSpPr>
        <p:spPr bwMode="auto">
          <a:xfrm>
            <a:off x="7870518" y="4793259"/>
            <a:ext cx="15716" cy="17778"/>
          </a:xfrm>
          <a:custGeom>
            <a:avLst/>
            <a:gdLst>
              <a:gd name="T0" fmla="*/ 4 w 9"/>
              <a:gd name="T1" fmla="*/ 8 h 9"/>
              <a:gd name="T2" fmla="*/ 7 w 9"/>
              <a:gd name="T3" fmla="*/ 7 h 9"/>
              <a:gd name="T4" fmla="*/ 8 w 9"/>
              <a:gd name="T5" fmla="*/ 4 h 9"/>
              <a:gd name="T6" fmla="*/ 7 w 9"/>
              <a:gd name="T7" fmla="*/ 1 h 9"/>
              <a:gd name="T8" fmla="*/ 4 w 9"/>
              <a:gd name="T9" fmla="*/ 0 h 9"/>
              <a:gd name="T10" fmla="*/ 1 w 9"/>
              <a:gd name="T11" fmla="*/ 1 h 9"/>
              <a:gd name="T12" fmla="*/ 0 w 9"/>
              <a:gd name="T13" fmla="*/ 4 h 9"/>
              <a:gd name="T14" fmla="*/ 1 w 9"/>
              <a:gd name="T15" fmla="*/ 7 h 9"/>
              <a:gd name="T16" fmla="*/ 4 w 9"/>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8"/>
                </a:moveTo>
                <a:lnTo>
                  <a:pt x="7" y="7"/>
                </a:lnTo>
                <a:lnTo>
                  <a:pt x="8" y="4"/>
                </a:lnTo>
                <a:lnTo>
                  <a:pt x="7" y="1"/>
                </a:lnTo>
                <a:lnTo>
                  <a:pt x="4" y="0"/>
                </a:lnTo>
                <a:lnTo>
                  <a:pt x="1" y="1"/>
                </a:lnTo>
                <a:lnTo>
                  <a:pt x="0" y="4"/>
                </a:lnTo>
                <a:lnTo>
                  <a:pt x="1" y="7"/>
                </a:lnTo>
                <a:lnTo>
                  <a:pt x="4" y="8"/>
                </a:lnTo>
              </a:path>
            </a:pathLst>
          </a:custGeom>
          <a:solidFill>
            <a:srgbClr val="FDE3BA"/>
          </a:solidFill>
          <a:ln w="12700" cap="rnd">
            <a:solidFill>
              <a:srgbClr val="000000"/>
            </a:solidFill>
            <a:round/>
            <a:headEnd/>
            <a:tailEnd/>
          </a:ln>
        </p:spPr>
        <p:txBody>
          <a:bodyPr/>
          <a:lstStyle/>
          <a:p>
            <a:endParaRPr lang="en-US"/>
          </a:p>
        </p:txBody>
      </p:sp>
      <p:sp>
        <p:nvSpPr>
          <p:cNvPr id="6190" name="Freeform 476"/>
          <p:cNvSpPr>
            <a:spLocks/>
          </p:cNvSpPr>
          <p:nvPr/>
        </p:nvSpPr>
        <p:spPr bwMode="auto">
          <a:xfrm>
            <a:off x="7849562" y="4771533"/>
            <a:ext cx="17463" cy="13826"/>
          </a:xfrm>
          <a:custGeom>
            <a:avLst/>
            <a:gdLst>
              <a:gd name="T0" fmla="*/ 4 w 10"/>
              <a:gd name="T1" fmla="*/ 6 h 7"/>
              <a:gd name="T2" fmla="*/ 7 w 10"/>
              <a:gd name="T3" fmla="*/ 5 h 7"/>
              <a:gd name="T4" fmla="*/ 9 w 10"/>
              <a:gd name="T5" fmla="*/ 3 h 7"/>
              <a:gd name="T6" fmla="*/ 7 w 10"/>
              <a:gd name="T7" fmla="*/ 0 h 7"/>
              <a:gd name="T8" fmla="*/ 4 w 10"/>
              <a:gd name="T9" fmla="*/ 0 h 7"/>
              <a:gd name="T10" fmla="*/ 1 w 10"/>
              <a:gd name="T11" fmla="*/ 0 h 7"/>
              <a:gd name="T12" fmla="*/ 0 w 10"/>
              <a:gd name="T13" fmla="*/ 3 h 7"/>
              <a:gd name="T14" fmla="*/ 1 w 10"/>
              <a:gd name="T15" fmla="*/ 5 h 7"/>
              <a:gd name="T16" fmla="*/ 4 w 10"/>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7"/>
              <a:gd name="T29" fmla="*/ 10 w 10"/>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7">
                <a:moveTo>
                  <a:pt x="4" y="6"/>
                </a:moveTo>
                <a:lnTo>
                  <a:pt x="7" y="5"/>
                </a:lnTo>
                <a:lnTo>
                  <a:pt x="9" y="3"/>
                </a:lnTo>
                <a:lnTo>
                  <a:pt x="7" y="0"/>
                </a:lnTo>
                <a:lnTo>
                  <a:pt x="4" y="0"/>
                </a:lnTo>
                <a:lnTo>
                  <a:pt x="1" y="0"/>
                </a:lnTo>
                <a:lnTo>
                  <a:pt x="0" y="3"/>
                </a:lnTo>
                <a:lnTo>
                  <a:pt x="1" y="5"/>
                </a:lnTo>
                <a:lnTo>
                  <a:pt x="4" y="6"/>
                </a:lnTo>
              </a:path>
            </a:pathLst>
          </a:custGeom>
          <a:solidFill>
            <a:srgbClr val="FDE3BA"/>
          </a:solidFill>
          <a:ln w="12700" cap="rnd">
            <a:solidFill>
              <a:srgbClr val="000000"/>
            </a:solidFill>
            <a:round/>
            <a:headEnd/>
            <a:tailEnd/>
          </a:ln>
        </p:spPr>
        <p:txBody>
          <a:bodyPr/>
          <a:lstStyle/>
          <a:p>
            <a:endParaRPr lang="en-US"/>
          </a:p>
        </p:txBody>
      </p:sp>
      <p:sp>
        <p:nvSpPr>
          <p:cNvPr id="6191" name="Freeform 477"/>
          <p:cNvSpPr>
            <a:spLocks/>
          </p:cNvSpPr>
          <p:nvPr/>
        </p:nvSpPr>
        <p:spPr bwMode="auto">
          <a:xfrm>
            <a:off x="7811144" y="4755731"/>
            <a:ext cx="22701" cy="15802"/>
          </a:xfrm>
          <a:custGeom>
            <a:avLst/>
            <a:gdLst>
              <a:gd name="T0" fmla="*/ 6 w 13"/>
              <a:gd name="T1" fmla="*/ 7 h 8"/>
              <a:gd name="T2" fmla="*/ 10 w 13"/>
              <a:gd name="T3" fmla="*/ 6 h 8"/>
              <a:gd name="T4" fmla="*/ 12 w 13"/>
              <a:gd name="T5" fmla="*/ 3 h 8"/>
              <a:gd name="T6" fmla="*/ 10 w 13"/>
              <a:gd name="T7" fmla="*/ 1 h 8"/>
              <a:gd name="T8" fmla="*/ 6 w 13"/>
              <a:gd name="T9" fmla="*/ 0 h 8"/>
              <a:gd name="T10" fmla="*/ 1 w 13"/>
              <a:gd name="T11" fmla="*/ 1 h 8"/>
              <a:gd name="T12" fmla="*/ 0 w 13"/>
              <a:gd name="T13" fmla="*/ 3 h 8"/>
              <a:gd name="T14" fmla="*/ 1 w 13"/>
              <a:gd name="T15" fmla="*/ 6 h 8"/>
              <a:gd name="T16" fmla="*/ 6 w 13"/>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8"/>
              <a:gd name="T29" fmla="*/ 13 w 13"/>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8">
                <a:moveTo>
                  <a:pt x="6" y="7"/>
                </a:moveTo>
                <a:lnTo>
                  <a:pt x="10" y="6"/>
                </a:lnTo>
                <a:lnTo>
                  <a:pt x="12" y="3"/>
                </a:lnTo>
                <a:lnTo>
                  <a:pt x="10" y="1"/>
                </a:lnTo>
                <a:lnTo>
                  <a:pt x="6" y="0"/>
                </a:lnTo>
                <a:lnTo>
                  <a:pt x="1" y="1"/>
                </a:lnTo>
                <a:lnTo>
                  <a:pt x="0" y="3"/>
                </a:lnTo>
                <a:lnTo>
                  <a:pt x="1" y="6"/>
                </a:lnTo>
                <a:lnTo>
                  <a:pt x="6" y="7"/>
                </a:lnTo>
              </a:path>
            </a:pathLst>
          </a:custGeom>
          <a:solidFill>
            <a:srgbClr val="FDE3BA"/>
          </a:solidFill>
          <a:ln w="12700" cap="rnd">
            <a:solidFill>
              <a:srgbClr val="000000"/>
            </a:solidFill>
            <a:round/>
            <a:headEnd/>
            <a:tailEnd/>
          </a:ln>
        </p:spPr>
        <p:txBody>
          <a:bodyPr/>
          <a:lstStyle/>
          <a:p>
            <a:endParaRPr lang="en-US"/>
          </a:p>
        </p:txBody>
      </p:sp>
      <p:sp>
        <p:nvSpPr>
          <p:cNvPr id="6192" name="Freeform 478"/>
          <p:cNvSpPr>
            <a:spLocks/>
          </p:cNvSpPr>
          <p:nvPr/>
        </p:nvSpPr>
        <p:spPr bwMode="auto">
          <a:xfrm>
            <a:off x="7739545" y="4749805"/>
            <a:ext cx="40165" cy="13827"/>
          </a:xfrm>
          <a:custGeom>
            <a:avLst/>
            <a:gdLst>
              <a:gd name="T0" fmla="*/ 11 w 23"/>
              <a:gd name="T1" fmla="*/ 6 h 7"/>
              <a:gd name="T2" fmla="*/ 18 w 23"/>
              <a:gd name="T3" fmla="*/ 5 h 7"/>
              <a:gd name="T4" fmla="*/ 22 w 23"/>
              <a:gd name="T5" fmla="*/ 3 h 7"/>
              <a:gd name="T6" fmla="*/ 18 w 23"/>
              <a:gd name="T7" fmla="*/ 1 h 7"/>
              <a:gd name="T8" fmla="*/ 11 w 23"/>
              <a:gd name="T9" fmla="*/ 0 h 7"/>
              <a:gd name="T10" fmla="*/ 3 w 23"/>
              <a:gd name="T11" fmla="*/ 1 h 7"/>
              <a:gd name="T12" fmla="*/ 0 w 23"/>
              <a:gd name="T13" fmla="*/ 3 h 7"/>
              <a:gd name="T14" fmla="*/ 3 w 23"/>
              <a:gd name="T15" fmla="*/ 5 h 7"/>
              <a:gd name="T16" fmla="*/ 11 w 23"/>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7"/>
              <a:gd name="T29" fmla="*/ 23 w 23"/>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7">
                <a:moveTo>
                  <a:pt x="11" y="6"/>
                </a:moveTo>
                <a:lnTo>
                  <a:pt x="18" y="5"/>
                </a:lnTo>
                <a:lnTo>
                  <a:pt x="22" y="3"/>
                </a:lnTo>
                <a:lnTo>
                  <a:pt x="18" y="1"/>
                </a:lnTo>
                <a:lnTo>
                  <a:pt x="11" y="0"/>
                </a:lnTo>
                <a:lnTo>
                  <a:pt x="3" y="1"/>
                </a:lnTo>
                <a:lnTo>
                  <a:pt x="0" y="3"/>
                </a:lnTo>
                <a:lnTo>
                  <a:pt x="3" y="5"/>
                </a:lnTo>
                <a:lnTo>
                  <a:pt x="11" y="6"/>
                </a:lnTo>
              </a:path>
            </a:pathLst>
          </a:custGeom>
          <a:solidFill>
            <a:srgbClr val="FDE3BA"/>
          </a:solidFill>
          <a:ln w="12700" cap="rnd">
            <a:solidFill>
              <a:srgbClr val="000000"/>
            </a:solidFill>
            <a:round/>
            <a:headEnd/>
            <a:tailEnd/>
          </a:ln>
        </p:spPr>
        <p:txBody>
          <a:bodyPr/>
          <a:lstStyle/>
          <a:p>
            <a:endParaRPr lang="en-US"/>
          </a:p>
        </p:txBody>
      </p:sp>
      <p:sp>
        <p:nvSpPr>
          <p:cNvPr id="6193" name="Freeform 479"/>
          <p:cNvSpPr>
            <a:spLocks/>
          </p:cNvSpPr>
          <p:nvPr/>
        </p:nvSpPr>
        <p:spPr bwMode="auto">
          <a:xfrm>
            <a:off x="7411241" y="4708326"/>
            <a:ext cx="408634" cy="286405"/>
          </a:xfrm>
          <a:custGeom>
            <a:avLst/>
            <a:gdLst>
              <a:gd name="T0" fmla="*/ 38 w 234"/>
              <a:gd name="T1" fmla="*/ 19 h 145"/>
              <a:gd name="T2" fmla="*/ 39 w 234"/>
              <a:gd name="T3" fmla="*/ 31 h 145"/>
              <a:gd name="T4" fmla="*/ 49 w 234"/>
              <a:gd name="T5" fmla="*/ 33 h 145"/>
              <a:gd name="T6" fmla="*/ 52 w 234"/>
              <a:gd name="T7" fmla="*/ 42 h 145"/>
              <a:gd name="T8" fmla="*/ 63 w 234"/>
              <a:gd name="T9" fmla="*/ 37 h 145"/>
              <a:gd name="T10" fmla="*/ 67 w 234"/>
              <a:gd name="T11" fmla="*/ 27 h 145"/>
              <a:gd name="T12" fmla="*/ 79 w 234"/>
              <a:gd name="T13" fmla="*/ 28 h 145"/>
              <a:gd name="T14" fmla="*/ 87 w 234"/>
              <a:gd name="T15" fmla="*/ 20 h 145"/>
              <a:gd name="T16" fmla="*/ 102 w 234"/>
              <a:gd name="T17" fmla="*/ 21 h 145"/>
              <a:gd name="T18" fmla="*/ 117 w 234"/>
              <a:gd name="T19" fmla="*/ 30 h 145"/>
              <a:gd name="T20" fmla="*/ 121 w 234"/>
              <a:gd name="T21" fmla="*/ 29 h 145"/>
              <a:gd name="T22" fmla="*/ 137 w 234"/>
              <a:gd name="T23" fmla="*/ 35 h 145"/>
              <a:gd name="T24" fmla="*/ 159 w 234"/>
              <a:gd name="T25" fmla="*/ 43 h 145"/>
              <a:gd name="T26" fmla="*/ 176 w 234"/>
              <a:gd name="T27" fmla="*/ 51 h 145"/>
              <a:gd name="T28" fmla="*/ 180 w 234"/>
              <a:gd name="T29" fmla="*/ 63 h 145"/>
              <a:gd name="T30" fmla="*/ 197 w 234"/>
              <a:gd name="T31" fmla="*/ 75 h 145"/>
              <a:gd name="T32" fmla="*/ 206 w 234"/>
              <a:gd name="T33" fmla="*/ 88 h 145"/>
              <a:gd name="T34" fmla="*/ 207 w 234"/>
              <a:gd name="T35" fmla="*/ 103 h 145"/>
              <a:gd name="T36" fmla="*/ 215 w 234"/>
              <a:gd name="T37" fmla="*/ 114 h 145"/>
              <a:gd name="T38" fmla="*/ 216 w 234"/>
              <a:gd name="T39" fmla="*/ 123 h 145"/>
              <a:gd name="T40" fmla="*/ 217 w 234"/>
              <a:gd name="T41" fmla="*/ 125 h 145"/>
              <a:gd name="T42" fmla="*/ 231 w 234"/>
              <a:gd name="T43" fmla="*/ 133 h 145"/>
              <a:gd name="T44" fmla="*/ 232 w 234"/>
              <a:gd name="T45" fmla="*/ 144 h 145"/>
              <a:gd name="T46" fmla="*/ 225 w 234"/>
              <a:gd name="T47" fmla="*/ 138 h 145"/>
              <a:gd name="T48" fmla="*/ 209 w 234"/>
              <a:gd name="T49" fmla="*/ 135 h 145"/>
              <a:gd name="T50" fmla="*/ 196 w 234"/>
              <a:gd name="T51" fmla="*/ 123 h 145"/>
              <a:gd name="T52" fmla="*/ 192 w 234"/>
              <a:gd name="T53" fmla="*/ 117 h 145"/>
              <a:gd name="T54" fmla="*/ 178 w 234"/>
              <a:gd name="T55" fmla="*/ 106 h 145"/>
              <a:gd name="T56" fmla="*/ 172 w 234"/>
              <a:gd name="T57" fmla="*/ 102 h 145"/>
              <a:gd name="T58" fmla="*/ 158 w 234"/>
              <a:gd name="T59" fmla="*/ 105 h 145"/>
              <a:gd name="T60" fmla="*/ 149 w 234"/>
              <a:gd name="T61" fmla="*/ 114 h 145"/>
              <a:gd name="T62" fmla="*/ 149 w 234"/>
              <a:gd name="T63" fmla="*/ 118 h 145"/>
              <a:gd name="T64" fmla="*/ 146 w 234"/>
              <a:gd name="T65" fmla="*/ 124 h 145"/>
              <a:gd name="T66" fmla="*/ 133 w 234"/>
              <a:gd name="T67" fmla="*/ 125 h 145"/>
              <a:gd name="T68" fmla="*/ 122 w 234"/>
              <a:gd name="T69" fmla="*/ 120 h 145"/>
              <a:gd name="T70" fmla="*/ 114 w 234"/>
              <a:gd name="T71" fmla="*/ 112 h 145"/>
              <a:gd name="T72" fmla="*/ 97 w 234"/>
              <a:gd name="T73" fmla="*/ 109 h 145"/>
              <a:gd name="T74" fmla="*/ 84 w 234"/>
              <a:gd name="T75" fmla="*/ 109 h 145"/>
              <a:gd name="T76" fmla="*/ 90 w 234"/>
              <a:gd name="T77" fmla="*/ 102 h 145"/>
              <a:gd name="T78" fmla="*/ 90 w 234"/>
              <a:gd name="T79" fmla="*/ 85 h 145"/>
              <a:gd name="T80" fmla="*/ 77 w 234"/>
              <a:gd name="T81" fmla="*/ 70 h 145"/>
              <a:gd name="T82" fmla="*/ 57 w 234"/>
              <a:gd name="T83" fmla="*/ 56 h 145"/>
              <a:gd name="T84" fmla="*/ 40 w 234"/>
              <a:gd name="T85" fmla="*/ 48 h 145"/>
              <a:gd name="T86" fmla="*/ 35 w 234"/>
              <a:gd name="T87" fmla="*/ 48 h 145"/>
              <a:gd name="T88" fmla="*/ 24 w 234"/>
              <a:gd name="T89" fmla="*/ 56 h 145"/>
              <a:gd name="T90" fmla="*/ 19 w 234"/>
              <a:gd name="T91" fmla="*/ 44 h 145"/>
              <a:gd name="T92" fmla="*/ 13 w 234"/>
              <a:gd name="T93" fmla="*/ 38 h 145"/>
              <a:gd name="T94" fmla="*/ 10 w 234"/>
              <a:gd name="T95" fmla="*/ 35 h 145"/>
              <a:gd name="T96" fmla="*/ 24 w 234"/>
              <a:gd name="T97" fmla="*/ 33 h 145"/>
              <a:gd name="T98" fmla="*/ 20 w 234"/>
              <a:gd name="T99" fmla="*/ 25 h 145"/>
              <a:gd name="T100" fmla="*/ 4 w 234"/>
              <a:gd name="T101" fmla="*/ 21 h 145"/>
              <a:gd name="T102" fmla="*/ 0 w 234"/>
              <a:gd name="T103" fmla="*/ 10 h 145"/>
              <a:gd name="T104" fmla="*/ 10 w 234"/>
              <a:gd name="T105" fmla="*/ 3 h 145"/>
              <a:gd name="T106" fmla="*/ 24 w 234"/>
              <a:gd name="T107" fmla="*/ 0 h 145"/>
              <a:gd name="T108" fmla="*/ 34 w 234"/>
              <a:gd name="T109" fmla="*/ 9 h 14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34"/>
              <a:gd name="T166" fmla="*/ 0 h 145"/>
              <a:gd name="T167" fmla="*/ 234 w 234"/>
              <a:gd name="T168" fmla="*/ 145 h 14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34" h="145">
                <a:moveTo>
                  <a:pt x="35" y="10"/>
                </a:moveTo>
                <a:lnTo>
                  <a:pt x="38" y="19"/>
                </a:lnTo>
                <a:lnTo>
                  <a:pt x="40" y="26"/>
                </a:lnTo>
                <a:lnTo>
                  <a:pt x="39" y="31"/>
                </a:lnTo>
                <a:lnTo>
                  <a:pt x="44" y="32"/>
                </a:lnTo>
                <a:lnTo>
                  <a:pt x="49" y="33"/>
                </a:lnTo>
                <a:lnTo>
                  <a:pt x="50" y="37"/>
                </a:lnTo>
                <a:lnTo>
                  <a:pt x="52" y="42"/>
                </a:lnTo>
                <a:lnTo>
                  <a:pt x="57" y="41"/>
                </a:lnTo>
                <a:lnTo>
                  <a:pt x="63" y="37"/>
                </a:lnTo>
                <a:lnTo>
                  <a:pt x="65" y="32"/>
                </a:lnTo>
                <a:lnTo>
                  <a:pt x="67" y="27"/>
                </a:lnTo>
                <a:lnTo>
                  <a:pt x="72" y="27"/>
                </a:lnTo>
                <a:lnTo>
                  <a:pt x="79" y="28"/>
                </a:lnTo>
                <a:lnTo>
                  <a:pt x="83" y="24"/>
                </a:lnTo>
                <a:lnTo>
                  <a:pt x="87" y="20"/>
                </a:lnTo>
                <a:lnTo>
                  <a:pt x="95" y="20"/>
                </a:lnTo>
                <a:lnTo>
                  <a:pt x="102" y="21"/>
                </a:lnTo>
                <a:lnTo>
                  <a:pt x="109" y="26"/>
                </a:lnTo>
                <a:lnTo>
                  <a:pt x="117" y="30"/>
                </a:lnTo>
                <a:lnTo>
                  <a:pt x="118" y="31"/>
                </a:lnTo>
                <a:lnTo>
                  <a:pt x="121" y="29"/>
                </a:lnTo>
                <a:lnTo>
                  <a:pt x="129" y="30"/>
                </a:lnTo>
                <a:lnTo>
                  <a:pt x="137" y="35"/>
                </a:lnTo>
                <a:lnTo>
                  <a:pt x="146" y="39"/>
                </a:lnTo>
                <a:lnTo>
                  <a:pt x="159" y="43"/>
                </a:lnTo>
                <a:lnTo>
                  <a:pt x="168" y="48"/>
                </a:lnTo>
                <a:lnTo>
                  <a:pt x="176" y="51"/>
                </a:lnTo>
                <a:lnTo>
                  <a:pt x="180" y="56"/>
                </a:lnTo>
                <a:lnTo>
                  <a:pt x="180" y="63"/>
                </a:lnTo>
                <a:lnTo>
                  <a:pt x="185" y="70"/>
                </a:lnTo>
                <a:lnTo>
                  <a:pt x="197" y="75"/>
                </a:lnTo>
                <a:lnTo>
                  <a:pt x="204" y="81"/>
                </a:lnTo>
                <a:lnTo>
                  <a:pt x="206" y="88"/>
                </a:lnTo>
                <a:lnTo>
                  <a:pt x="206" y="96"/>
                </a:lnTo>
                <a:lnTo>
                  <a:pt x="207" y="103"/>
                </a:lnTo>
                <a:lnTo>
                  <a:pt x="211" y="108"/>
                </a:lnTo>
                <a:lnTo>
                  <a:pt x="215" y="114"/>
                </a:lnTo>
                <a:lnTo>
                  <a:pt x="216" y="120"/>
                </a:lnTo>
                <a:lnTo>
                  <a:pt x="216" y="123"/>
                </a:lnTo>
                <a:lnTo>
                  <a:pt x="215" y="124"/>
                </a:lnTo>
                <a:lnTo>
                  <a:pt x="217" y="125"/>
                </a:lnTo>
                <a:lnTo>
                  <a:pt x="222" y="129"/>
                </a:lnTo>
                <a:lnTo>
                  <a:pt x="231" y="133"/>
                </a:lnTo>
                <a:lnTo>
                  <a:pt x="233" y="138"/>
                </a:lnTo>
                <a:lnTo>
                  <a:pt x="232" y="144"/>
                </a:lnTo>
                <a:lnTo>
                  <a:pt x="228" y="143"/>
                </a:lnTo>
                <a:lnTo>
                  <a:pt x="225" y="138"/>
                </a:lnTo>
                <a:lnTo>
                  <a:pt x="218" y="136"/>
                </a:lnTo>
                <a:lnTo>
                  <a:pt x="209" y="135"/>
                </a:lnTo>
                <a:lnTo>
                  <a:pt x="200" y="127"/>
                </a:lnTo>
                <a:lnTo>
                  <a:pt x="196" y="123"/>
                </a:lnTo>
                <a:lnTo>
                  <a:pt x="195" y="120"/>
                </a:lnTo>
                <a:lnTo>
                  <a:pt x="192" y="117"/>
                </a:lnTo>
                <a:lnTo>
                  <a:pt x="185" y="112"/>
                </a:lnTo>
                <a:lnTo>
                  <a:pt x="178" y="106"/>
                </a:lnTo>
                <a:lnTo>
                  <a:pt x="175" y="103"/>
                </a:lnTo>
                <a:lnTo>
                  <a:pt x="172" y="102"/>
                </a:lnTo>
                <a:lnTo>
                  <a:pt x="167" y="102"/>
                </a:lnTo>
                <a:lnTo>
                  <a:pt x="158" y="105"/>
                </a:lnTo>
                <a:lnTo>
                  <a:pt x="154" y="110"/>
                </a:lnTo>
                <a:lnTo>
                  <a:pt x="149" y="114"/>
                </a:lnTo>
                <a:lnTo>
                  <a:pt x="146" y="113"/>
                </a:lnTo>
                <a:lnTo>
                  <a:pt x="149" y="118"/>
                </a:lnTo>
                <a:lnTo>
                  <a:pt x="149" y="120"/>
                </a:lnTo>
                <a:lnTo>
                  <a:pt x="146" y="124"/>
                </a:lnTo>
                <a:lnTo>
                  <a:pt x="140" y="125"/>
                </a:lnTo>
                <a:lnTo>
                  <a:pt x="133" y="125"/>
                </a:lnTo>
                <a:lnTo>
                  <a:pt x="126" y="124"/>
                </a:lnTo>
                <a:lnTo>
                  <a:pt x="122" y="120"/>
                </a:lnTo>
                <a:lnTo>
                  <a:pt x="121" y="115"/>
                </a:lnTo>
                <a:lnTo>
                  <a:pt x="114" y="112"/>
                </a:lnTo>
                <a:lnTo>
                  <a:pt x="105" y="109"/>
                </a:lnTo>
                <a:lnTo>
                  <a:pt x="97" y="109"/>
                </a:lnTo>
                <a:lnTo>
                  <a:pt x="88" y="110"/>
                </a:lnTo>
                <a:lnTo>
                  <a:pt x="84" y="109"/>
                </a:lnTo>
                <a:lnTo>
                  <a:pt x="90" y="103"/>
                </a:lnTo>
                <a:lnTo>
                  <a:pt x="90" y="102"/>
                </a:lnTo>
                <a:lnTo>
                  <a:pt x="91" y="96"/>
                </a:lnTo>
                <a:lnTo>
                  <a:pt x="90" y="85"/>
                </a:lnTo>
                <a:lnTo>
                  <a:pt x="83" y="75"/>
                </a:lnTo>
                <a:lnTo>
                  <a:pt x="77" y="70"/>
                </a:lnTo>
                <a:lnTo>
                  <a:pt x="67" y="62"/>
                </a:lnTo>
                <a:lnTo>
                  <a:pt x="57" y="56"/>
                </a:lnTo>
                <a:lnTo>
                  <a:pt x="48" y="51"/>
                </a:lnTo>
                <a:lnTo>
                  <a:pt x="40" y="48"/>
                </a:lnTo>
                <a:lnTo>
                  <a:pt x="37" y="46"/>
                </a:lnTo>
                <a:lnTo>
                  <a:pt x="35" y="48"/>
                </a:lnTo>
                <a:lnTo>
                  <a:pt x="30" y="52"/>
                </a:lnTo>
                <a:lnTo>
                  <a:pt x="24" y="56"/>
                </a:lnTo>
                <a:lnTo>
                  <a:pt x="21" y="52"/>
                </a:lnTo>
                <a:lnTo>
                  <a:pt x="19" y="44"/>
                </a:lnTo>
                <a:lnTo>
                  <a:pt x="16" y="40"/>
                </a:lnTo>
                <a:lnTo>
                  <a:pt x="13" y="38"/>
                </a:lnTo>
                <a:lnTo>
                  <a:pt x="10" y="36"/>
                </a:lnTo>
                <a:lnTo>
                  <a:pt x="10" y="35"/>
                </a:lnTo>
                <a:lnTo>
                  <a:pt x="14" y="34"/>
                </a:lnTo>
                <a:lnTo>
                  <a:pt x="24" y="33"/>
                </a:lnTo>
                <a:lnTo>
                  <a:pt x="25" y="29"/>
                </a:lnTo>
                <a:lnTo>
                  <a:pt x="20" y="25"/>
                </a:lnTo>
                <a:lnTo>
                  <a:pt x="12" y="23"/>
                </a:lnTo>
                <a:lnTo>
                  <a:pt x="4" y="21"/>
                </a:lnTo>
                <a:lnTo>
                  <a:pt x="1" y="16"/>
                </a:lnTo>
                <a:lnTo>
                  <a:pt x="0" y="10"/>
                </a:lnTo>
                <a:lnTo>
                  <a:pt x="4" y="7"/>
                </a:lnTo>
                <a:lnTo>
                  <a:pt x="10" y="3"/>
                </a:lnTo>
                <a:lnTo>
                  <a:pt x="16" y="1"/>
                </a:lnTo>
                <a:lnTo>
                  <a:pt x="24" y="0"/>
                </a:lnTo>
                <a:lnTo>
                  <a:pt x="29" y="3"/>
                </a:lnTo>
                <a:lnTo>
                  <a:pt x="34" y="9"/>
                </a:lnTo>
                <a:lnTo>
                  <a:pt x="35" y="10"/>
                </a:lnTo>
              </a:path>
            </a:pathLst>
          </a:custGeom>
          <a:solidFill>
            <a:srgbClr val="FDE3BA"/>
          </a:solidFill>
          <a:ln w="12700" cap="rnd">
            <a:solidFill>
              <a:schemeClr val="tx1"/>
            </a:solidFill>
            <a:round/>
            <a:headEnd/>
            <a:tailEnd/>
          </a:ln>
        </p:spPr>
        <p:txBody>
          <a:bodyPr/>
          <a:lstStyle/>
          <a:p>
            <a:endParaRPr lang="en-US"/>
          </a:p>
        </p:txBody>
      </p:sp>
      <p:sp>
        <p:nvSpPr>
          <p:cNvPr id="6194" name="Freeform 480"/>
          <p:cNvSpPr>
            <a:spLocks/>
          </p:cNvSpPr>
          <p:nvPr/>
        </p:nvSpPr>
        <p:spPr bwMode="auto">
          <a:xfrm>
            <a:off x="7516019" y="4745854"/>
            <a:ext cx="31433" cy="9877"/>
          </a:xfrm>
          <a:custGeom>
            <a:avLst/>
            <a:gdLst>
              <a:gd name="T0" fmla="*/ 8 w 18"/>
              <a:gd name="T1" fmla="*/ 4 h 5"/>
              <a:gd name="T2" fmla="*/ 14 w 18"/>
              <a:gd name="T3" fmla="*/ 3 h 5"/>
              <a:gd name="T4" fmla="*/ 17 w 18"/>
              <a:gd name="T5" fmla="*/ 2 h 5"/>
              <a:gd name="T6" fmla="*/ 14 w 18"/>
              <a:gd name="T7" fmla="*/ 0 h 5"/>
              <a:gd name="T8" fmla="*/ 8 w 18"/>
              <a:gd name="T9" fmla="*/ 0 h 5"/>
              <a:gd name="T10" fmla="*/ 3 w 18"/>
              <a:gd name="T11" fmla="*/ 0 h 5"/>
              <a:gd name="T12" fmla="*/ 0 w 18"/>
              <a:gd name="T13" fmla="*/ 2 h 5"/>
              <a:gd name="T14" fmla="*/ 3 w 18"/>
              <a:gd name="T15" fmla="*/ 3 h 5"/>
              <a:gd name="T16" fmla="*/ 8 w 18"/>
              <a:gd name="T17" fmla="*/ 4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5"/>
              <a:gd name="T29" fmla="*/ 18 w 18"/>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5">
                <a:moveTo>
                  <a:pt x="8" y="4"/>
                </a:moveTo>
                <a:lnTo>
                  <a:pt x="14" y="3"/>
                </a:lnTo>
                <a:lnTo>
                  <a:pt x="17" y="2"/>
                </a:lnTo>
                <a:lnTo>
                  <a:pt x="14" y="0"/>
                </a:lnTo>
                <a:lnTo>
                  <a:pt x="8" y="0"/>
                </a:lnTo>
                <a:lnTo>
                  <a:pt x="3" y="0"/>
                </a:lnTo>
                <a:lnTo>
                  <a:pt x="0" y="2"/>
                </a:lnTo>
                <a:lnTo>
                  <a:pt x="3" y="3"/>
                </a:lnTo>
                <a:lnTo>
                  <a:pt x="8" y="4"/>
                </a:lnTo>
              </a:path>
            </a:pathLst>
          </a:custGeom>
          <a:solidFill>
            <a:srgbClr val="FDE3BA"/>
          </a:solidFill>
          <a:ln w="12700" cap="rnd">
            <a:solidFill>
              <a:srgbClr val="000000"/>
            </a:solidFill>
            <a:round/>
            <a:headEnd/>
            <a:tailEnd/>
          </a:ln>
        </p:spPr>
        <p:txBody>
          <a:bodyPr/>
          <a:lstStyle/>
          <a:p>
            <a:endParaRPr lang="en-US"/>
          </a:p>
        </p:txBody>
      </p:sp>
      <p:sp>
        <p:nvSpPr>
          <p:cNvPr id="6195" name="Freeform 481"/>
          <p:cNvSpPr>
            <a:spLocks/>
          </p:cNvSpPr>
          <p:nvPr/>
        </p:nvSpPr>
        <p:spPr bwMode="auto">
          <a:xfrm>
            <a:off x="7516019" y="4710301"/>
            <a:ext cx="13970" cy="21728"/>
          </a:xfrm>
          <a:custGeom>
            <a:avLst/>
            <a:gdLst>
              <a:gd name="T0" fmla="*/ 3 w 8"/>
              <a:gd name="T1" fmla="*/ 10 h 11"/>
              <a:gd name="T2" fmla="*/ 6 w 8"/>
              <a:gd name="T3" fmla="*/ 8 h 11"/>
              <a:gd name="T4" fmla="*/ 7 w 8"/>
              <a:gd name="T5" fmla="*/ 5 h 11"/>
              <a:gd name="T6" fmla="*/ 6 w 8"/>
              <a:gd name="T7" fmla="*/ 2 h 11"/>
              <a:gd name="T8" fmla="*/ 3 w 8"/>
              <a:gd name="T9" fmla="*/ 0 h 11"/>
              <a:gd name="T10" fmla="*/ 1 w 8"/>
              <a:gd name="T11" fmla="*/ 2 h 11"/>
              <a:gd name="T12" fmla="*/ 0 w 8"/>
              <a:gd name="T13" fmla="*/ 5 h 11"/>
              <a:gd name="T14" fmla="*/ 1 w 8"/>
              <a:gd name="T15" fmla="*/ 8 h 11"/>
              <a:gd name="T16" fmla="*/ 3 w 8"/>
              <a:gd name="T17" fmla="*/ 1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10"/>
                </a:moveTo>
                <a:lnTo>
                  <a:pt x="6" y="8"/>
                </a:lnTo>
                <a:lnTo>
                  <a:pt x="7" y="5"/>
                </a:lnTo>
                <a:lnTo>
                  <a:pt x="6" y="2"/>
                </a:lnTo>
                <a:lnTo>
                  <a:pt x="3" y="0"/>
                </a:lnTo>
                <a:lnTo>
                  <a:pt x="1" y="2"/>
                </a:lnTo>
                <a:lnTo>
                  <a:pt x="0" y="5"/>
                </a:lnTo>
                <a:lnTo>
                  <a:pt x="1" y="8"/>
                </a:lnTo>
                <a:lnTo>
                  <a:pt x="3" y="10"/>
                </a:lnTo>
              </a:path>
            </a:pathLst>
          </a:custGeom>
          <a:solidFill>
            <a:srgbClr val="FDE3BA"/>
          </a:solidFill>
          <a:ln w="12700" cap="rnd">
            <a:solidFill>
              <a:srgbClr val="000000"/>
            </a:solidFill>
            <a:round/>
            <a:headEnd/>
            <a:tailEnd/>
          </a:ln>
        </p:spPr>
        <p:txBody>
          <a:bodyPr/>
          <a:lstStyle/>
          <a:p>
            <a:endParaRPr lang="en-US"/>
          </a:p>
        </p:txBody>
      </p:sp>
      <p:sp>
        <p:nvSpPr>
          <p:cNvPr id="6196" name="Freeform 482"/>
          <p:cNvSpPr>
            <a:spLocks/>
          </p:cNvSpPr>
          <p:nvPr/>
        </p:nvSpPr>
        <p:spPr bwMode="auto">
          <a:xfrm>
            <a:off x="7479347" y="4872268"/>
            <a:ext cx="19209" cy="17778"/>
          </a:xfrm>
          <a:custGeom>
            <a:avLst/>
            <a:gdLst>
              <a:gd name="T0" fmla="*/ 5 w 11"/>
              <a:gd name="T1" fmla="*/ 8 h 9"/>
              <a:gd name="T2" fmla="*/ 9 w 11"/>
              <a:gd name="T3" fmla="*/ 7 h 9"/>
              <a:gd name="T4" fmla="*/ 10 w 11"/>
              <a:gd name="T5" fmla="*/ 4 h 9"/>
              <a:gd name="T6" fmla="*/ 9 w 11"/>
              <a:gd name="T7" fmla="*/ 1 h 9"/>
              <a:gd name="T8" fmla="*/ 5 w 11"/>
              <a:gd name="T9" fmla="*/ 0 h 9"/>
              <a:gd name="T10" fmla="*/ 2 w 11"/>
              <a:gd name="T11" fmla="*/ 1 h 9"/>
              <a:gd name="T12" fmla="*/ 0 w 11"/>
              <a:gd name="T13" fmla="*/ 4 h 9"/>
              <a:gd name="T14" fmla="*/ 2 w 11"/>
              <a:gd name="T15" fmla="*/ 7 h 9"/>
              <a:gd name="T16" fmla="*/ 5 w 11"/>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5" y="8"/>
                </a:moveTo>
                <a:lnTo>
                  <a:pt x="9" y="7"/>
                </a:lnTo>
                <a:lnTo>
                  <a:pt x="10" y="4"/>
                </a:lnTo>
                <a:lnTo>
                  <a:pt x="9" y="1"/>
                </a:lnTo>
                <a:lnTo>
                  <a:pt x="5" y="0"/>
                </a:lnTo>
                <a:lnTo>
                  <a:pt x="2" y="1"/>
                </a:lnTo>
                <a:lnTo>
                  <a:pt x="0" y="4"/>
                </a:lnTo>
                <a:lnTo>
                  <a:pt x="2" y="7"/>
                </a:lnTo>
                <a:lnTo>
                  <a:pt x="5" y="8"/>
                </a:lnTo>
              </a:path>
            </a:pathLst>
          </a:custGeom>
          <a:solidFill>
            <a:srgbClr val="FDE3BA"/>
          </a:solidFill>
          <a:ln w="12700" cap="rnd">
            <a:solidFill>
              <a:srgbClr val="000000"/>
            </a:solidFill>
            <a:round/>
            <a:headEnd/>
            <a:tailEnd/>
          </a:ln>
        </p:spPr>
        <p:txBody>
          <a:bodyPr/>
          <a:lstStyle/>
          <a:p>
            <a:endParaRPr lang="en-US"/>
          </a:p>
        </p:txBody>
      </p:sp>
      <p:sp>
        <p:nvSpPr>
          <p:cNvPr id="6197" name="Freeform 483"/>
          <p:cNvSpPr>
            <a:spLocks/>
          </p:cNvSpPr>
          <p:nvPr/>
        </p:nvSpPr>
        <p:spPr bwMode="auto">
          <a:xfrm>
            <a:off x="7477600" y="4850541"/>
            <a:ext cx="19210" cy="13826"/>
          </a:xfrm>
          <a:custGeom>
            <a:avLst/>
            <a:gdLst>
              <a:gd name="T0" fmla="*/ 5 w 11"/>
              <a:gd name="T1" fmla="*/ 6 h 7"/>
              <a:gd name="T2" fmla="*/ 9 w 11"/>
              <a:gd name="T3" fmla="*/ 5 h 7"/>
              <a:gd name="T4" fmla="*/ 10 w 11"/>
              <a:gd name="T5" fmla="*/ 3 h 7"/>
              <a:gd name="T6" fmla="*/ 9 w 11"/>
              <a:gd name="T7" fmla="*/ 1 h 7"/>
              <a:gd name="T8" fmla="*/ 5 w 11"/>
              <a:gd name="T9" fmla="*/ 0 h 7"/>
              <a:gd name="T10" fmla="*/ 2 w 11"/>
              <a:gd name="T11" fmla="*/ 1 h 7"/>
              <a:gd name="T12" fmla="*/ 0 w 11"/>
              <a:gd name="T13" fmla="*/ 3 h 7"/>
              <a:gd name="T14" fmla="*/ 2 w 11"/>
              <a:gd name="T15" fmla="*/ 5 h 7"/>
              <a:gd name="T16" fmla="*/ 5 w 11"/>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7"/>
              <a:gd name="T29" fmla="*/ 11 w 11"/>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7">
                <a:moveTo>
                  <a:pt x="5" y="6"/>
                </a:moveTo>
                <a:lnTo>
                  <a:pt x="9" y="5"/>
                </a:lnTo>
                <a:lnTo>
                  <a:pt x="10" y="3"/>
                </a:lnTo>
                <a:lnTo>
                  <a:pt x="9" y="1"/>
                </a:lnTo>
                <a:lnTo>
                  <a:pt x="5" y="0"/>
                </a:lnTo>
                <a:lnTo>
                  <a:pt x="2" y="1"/>
                </a:lnTo>
                <a:lnTo>
                  <a:pt x="0" y="3"/>
                </a:lnTo>
                <a:lnTo>
                  <a:pt x="2" y="5"/>
                </a:lnTo>
                <a:lnTo>
                  <a:pt x="5" y="6"/>
                </a:lnTo>
              </a:path>
            </a:pathLst>
          </a:custGeom>
          <a:solidFill>
            <a:srgbClr val="FDE3BA"/>
          </a:solidFill>
          <a:ln w="12700" cap="rnd">
            <a:solidFill>
              <a:srgbClr val="000000"/>
            </a:solidFill>
            <a:round/>
            <a:headEnd/>
            <a:tailEnd/>
          </a:ln>
        </p:spPr>
        <p:txBody>
          <a:bodyPr/>
          <a:lstStyle/>
          <a:p>
            <a:endParaRPr lang="en-US"/>
          </a:p>
        </p:txBody>
      </p:sp>
      <p:sp>
        <p:nvSpPr>
          <p:cNvPr id="6198" name="Freeform 484"/>
          <p:cNvSpPr>
            <a:spLocks/>
          </p:cNvSpPr>
          <p:nvPr/>
        </p:nvSpPr>
        <p:spPr bwMode="auto">
          <a:xfrm>
            <a:off x="7435689" y="4846591"/>
            <a:ext cx="33180" cy="17776"/>
          </a:xfrm>
          <a:custGeom>
            <a:avLst/>
            <a:gdLst>
              <a:gd name="T0" fmla="*/ 9 w 19"/>
              <a:gd name="T1" fmla="*/ 8 h 9"/>
              <a:gd name="T2" fmla="*/ 15 w 19"/>
              <a:gd name="T3" fmla="*/ 7 h 9"/>
              <a:gd name="T4" fmla="*/ 18 w 19"/>
              <a:gd name="T5" fmla="*/ 4 h 9"/>
              <a:gd name="T6" fmla="*/ 15 w 19"/>
              <a:gd name="T7" fmla="*/ 1 h 9"/>
              <a:gd name="T8" fmla="*/ 9 w 19"/>
              <a:gd name="T9" fmla="*/ 0 h 9"/>
              <a:gd name="T10" fmla="*/ 3 w 19"/>
              <a:gd name="T11" fmla="*/ 1 h 9"/>
              <a:gd name="T12" fmla="*/ 0 w 19"/>
              <a:gd name="T13" fmla="*/ 4 h 9"/>
              <a:gd name="T14" fmla="*/ 3 w 19"/>
              <a:gd name="T15" fmla="*/ 7 h 9"/>
              <a:gd name="T16" fmla="*/ 9 w 19"/>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9"/>
              <a:gd name="T29" fmla="*/ 19 w 1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9">
                <a:moveTo>
                  <a:pt x="9" y="8"/>
                </a:moveTo>
                <a:lnTo>
                  <a:pt x="15" y="7"/>
                </a:lnTo>
                <a:lnTo>
                  <a:pt x="18" y="4"/>
                </a:lnTo>
                <a:lnTo>
                  <a:pt x="15" y="1"/>
                </a:lnTo>
                <a:lnTo>
                  <a:pt x="9" y="0"/>
                </a:lnTo>
                <a:lnTo>
                  <a:pt x="3" y="1"/>
                </a:lnTo>
                <a:lnTo>
                  <a:pt x="0" y="4"/>
                </a:lnTo>
                <a:lnTo>
                  <a:pt x="3" y="7"/>
                </a:lnTo>
                <a:lnTo>
                  <a:pt x="9" y="8"/>
                </a:lnTo>
              </a:path>
            </a:pathLst>
          </a:custGeom>
          <a:solidFill>
            <a:srgbClr val="FDE3BA"/>
          </a:solidFill>
          <a:ln w="12700" cap="rnd">
            <a:solidFill>
              <a:srgbClr val="000000"/>
            </a:solidFill>
            <a:round/>
            <a:headEnd/>
            <a:tailEnd/>
          </a:ln>
        </p:spPr>
        <p:txBody>
          <a:bodyPr/>
          <a:lstStyle/>
          <a:p>
            <a:endParaRPr lang="en-US"/>
          </a:p>
        </p:txBody>
      </p:sp>
      <p:sp>
        <p:nvSpPr>
          <p:cNvPr id="6199" name="Freeform 485"/>
          <p:cNvSpPr>
            <a:spLocks/>
          </p:cNvSpPr>
          <p:nvPr/>
        </p:nvSpPr>
        <p:spPr bwMode="auto">
          <a:xfrm>
            <a:off x="7411241" y="4905847"/>
            <a:ext cx="19210" cy="19752"/>
          </a:xfrm>
          <a:custGeom>
            <a:avLst/>
            <a:gdLst>
              <a:gd name="T0" fmla="*/ 5 w 11"/>
              <a:gd name="T1" fmla="*/ 9 h 10"/>
              <a:gd name="T2" fmla="*/ 8 w 11"/>
              <a:gd name="T3" fmla="*/ 7 h 10"/>
              <a:gd name="T4" fmla="*/ 10 w 11"/>
              <a:gd name="T5" fmla="*/ 5 h 10"/>
              <a:gd name="T6" fmla="*/ 8 w 11"/>
              <a:gd name="T7" fmla="*/ 2 h 10"/>
              <a:gd name="T8" fmla="*/ 5 w 11"/>
              <a:gd name="T9" fmla="*/ 0 h 10"/>
              <a:gd name="T10" fmla="*/ 2 w 11"/>
              <a:gd name="T11" fmla="*/ 2 h 10"/>
              <a:gd name="T12" fmla="*/ 0 w 11"/>
              <a:gd name="T13" fmla="*/ 5 h 10"/>
              <a:gd name="T14" fmla="*/ 2 w 11"/>
              <a:gd name="T15" fmla="*/ 7 h 10"/>
              <a:gd name="T16" fmla="*/ 5 w 11"/>
              <a:gd name="T17" fmla="*/ 9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5" y="9"/>
                </a:moveTo>
                <a:lnTo>
                  <a:pt x="8" y="7"/>
                </a:lnTo>
                <a:lnTo>
                  <a:pt x="10" y="5"/>
                </a:lnTo>
                <a:lnTo>
                  <a:pt x="8" y="2"/>
                </a:lnTo>
                <a:lnTo>
                  <a:pt x="5" y="0"/>
                </a:lnTo>
                <a:lnTo>
                  <a:pt x="2" y="2"/>
                </a:lnTo>
                <a:lnTo>
                  <a:pt x="0" y="5"/>
                </a:lnTo>
                <a:lnTo>
                  <a:pt x="2" y="7"/>
                </a:lnTo>
                <a:lnTo>
                  <a:pt x="5" y="9"/>
                </a:lnTo>
              </a:path>
            </a:pathLst>
          </a:custGeom>
          <a:solidFill>
            <a:srgbClr val="FDE3BA"/>
          </a:solidFill>
          <a:ln w="12700" cap="rnd">
            <a:solidFill>
              <a:srgbClr val="000000"/>
            </a:solidFill>
            <a:round/>
            <a:headEnd/>
            <a:tailEnd/>
          </a:ln>
        </p:spPr>
        <p:txBody>
          <a:bodyPr/>
          <a:lstStyle/>
          <a:p>
            <a:endParaRPr lang="en-US"/>
          </a:p>
        </p:txBody>
      </p:sp>
      <p:sp>
        <p:nvSpPr>
          <p:cNvPr id="6200" name="Freeform 486"/>
          <p:cNvSpPr>
            <a:spLocks/>
          </p:cNvSpPr>
          <p:nvPr/>
        </p:nvSpPr>
        <p:spPr bwMode="auto">
          <a:xfrm>
            <a:off x="7236611" y="4937450"/>
            <a:ext cx="110017" cy="73082"/>
          </a:xfrm>
          <a:custGeom>
            <a:avLst/>
            <a:gdLst>
              <a:gd name="T0" fmla="*/ 0 w 63"/>
              <a:gd name="T1" fmla="*/ 36 h 37"/>
              <a:gd name="T2" fmla="*/ 5 w 63"/>
              <a:gd name="T3" fmla="*/ 23 h 37"/>
              <a:gd name="T4" fmla="*/ 7 w 63"/>
              <a:gd name="T5" fmla="*/ 20 h 37"/>
              <a:gd name="T6" fmla="*/ 14 w 63"/>
              <a:gd name="T7" fmla="*/ 14 h 37"/>
              <a:gd name="T8" fmla="*/ 23 w 63"/>
              <a:gd name="T9" fmla="*/ 8 h 37"/>
              <a:gd name="T10" fmla="*/ 32 w 63"/>
              <a:gd name="T11" fmla="*/ 3 h 37"/>
              <a:gd name="T12" fmla="*/ 40 w 63"/>
              <a:gd name="T13" fmla="*/ 1 h 37"/>
              <a:gd name="T14" fmla="*/ 48 w 63"/>
              <a:gd name="T15" fmla="*/ 2 h 37"/>
              <a:gd name="T16" fmla="*/ 58 w 63"/>
              <a:gd name="T17" fmla="*/ 1 h 37"/>
              <a:gd name="T18" fmla="*/ 62 w 63"/>
              <a:gd name="T19" fmla="*/ 0 h 37"/>
              <a:gd name="T20" fmla="*/ 57 w 63"/>
              <a:gd name="T21" fmla="*/ 4 h 37"/>
              <a:gd name="T22" fmla="*/ 45 w 63"/>
              <a:gd name="T23" fmla="*/ 11 h 37"/>
              <a:gd name="T24" fmla="*/ 36 w 63"/>
              <a:gd name="T25" fmla="*/ 13 h 37"/>
              <a:gd name="T26" fmla="*/ 29 w 63"/>
              <a:gd name="T27" fmla="*/ 14 h 37"/>
              <a:gd name="T28" fmla="*/ 25 w 63"/>
              <a:gd name="T29" fmla="*/ 17 h 37"/>
              <a:gd name="T30" fmla="*/ 22 w 63"/>
              <a:gd name="T31" fmla="*/ 22 h 37"/>
              <a:gd name="T32" fmla="*/ 16 w 63"/>
              <a:gd name="T33" fmla="*/ 26 h 37"/>
              <a:gd name="T34" fmla="*/ 9 w 63"/>
              <a:gd name="T35" fmla="*/ 31 h 37"/>
              <a:gd name="T36" fmla="*/ 3 w 63"/>
              <a:gd name="T37" fmla="*/ 34 h 37"/>
              <a:gd name="T38" fmla="*/ 0 w 63"/>
              <a:gd name="T39" fmla="*/ 36 h 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3"/>
              <a:gd name="T61" fmla="*/ 0 h 37"/>
              <a:gd name="T62" fmla="*/ 63 w 63"/>
              <a:gd name="T63" fmla="*/ 37 h 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3" h="37">
                <a:moveTo>
                  <a:pt x="0" y="36"/>
                </a:moveTo>
                <a:lnTo>
                  <a:pt x="5" y="23"/>
                </a:lnTo>
                <a:lnTo>
                  <a:pt x="7" y="20"/>
                </a:lnTo>
                <a:lnTo>
                  <a:pt x="14" y="14"/>
                </a:lnTo>
                <a:lnTo>
                  <a:pt x="23" y="8"/>
                </a:lnTo>
                <a:lnTo>
                  <a:pt x="32" y="3"/>
                </a:lnTo>
                <a:lnTo>
                  <a:pt x="40" y="1"/>
                </a:lnTo>
                <a:lnTo>
                  <a:pt x="48" y="2"/>
                </a:lnTo>
                <a:lnTo>
                  <a:pt x="58" y="1"/>
                </a:lnTo>
                <a:lnTo>
                  <a:pt x="62" y="0"/>
                </a:lnTo>
                <a:lnTo>
                  <a:pt x="57" y="4"/>
                </a:lnTo>
                <a:lnTo>
                  <a:pt x="45" y="11"/>
                </a:lnTo>
                <a:lnTo>
                  <a:pt x="36" y="13"/>
                </a:lnTo>
                <a:lnTo>
                  <a:pt x="29" y="14"/>
                </a:lnTo>
                <a:lnTo>
                  <a:pt x="25" y="17"/>
                </a:lnTo>
                <a:lnTo>
                  <a:pt x="22" y="22"/>
                </a:lnTo>
                <a:lnTo>
                  <a:pt x="16" y="26"/>
                </a:lnTo>
                <a:lnTo>
                  <a:pt x="9" y="31"/>
                </a:lnTo>
                <a:lnTo>
                  <a:pt x="3" y="34"/>
                </a:lnTo>
                <a:lnTo>
                  <a:pt x="0" y="36"/>
                </a:lnTo>
              </a:path>
            </a:pathLst>
          </a:custGeom>
          <a:solidFill>
            <a:srgbClr val="FDE3BA"/>
          </a:solidFill>
          <a:ln w="12700" cap="rnd">
            <a:solidFill>
              <a:schemeClr val="tx1"/>
            </a:solidFill>
            <a:round/>
            <a:headEnd/>
            <a:tailEnd/>
          </a:ln>
        </p:spPr>
        <p:txBody>
          <a:bodyPr/>
          <a:lstStyle/>
          <a:p>
            <a:endParaRPr lang="en-US"/>
          </a:p>
        </p:txBody>
      </p:sp>
      <p:sp>
        <p:nvSpPr>
          <p:cNvPr id="6201" name="Freeform 487"/>
          <p:cNvSpPr>
            <a:spLocks/>
          </p:cNvSpPr>
          <p:nvPr/>
        </p:nvSpPr>
        <p:spPr bwMode="auto">
          <a:xfrm>
            <a:off x="7287254" y="4911772"/>
            <a:ext cx="41911" cy="11851"/>
          </a:xfrm>
          <a:custGeom>
            <a:avLst/>
            <a:gdLst>
              <a:gd name="T0" fmla="*/ 12 w 24"/>
              <a:gd name="T1" fmla="*/ 5 h 6"/>
              <a:gd name="T2" fmla="*/ 20 w 24"/>
              <a:gd name="T3" fmla="*/ 4 h 6"/>
              <a:gd name="T4" fmla="*/ 23 w 24"/>
              <a:gd name="T5" fmla="*/ 3 h 6"/>
              <a:gd name="T6" fmla="*/ 20 w 24"/>
              <a:gd name="T7" fmla="*/ 0 h 6"/>
              <a:gd name="T8" fmla="*/ 12 w 24"/>
              <a:gd name="T9" fmla="*/ 0 h 6"/>
              <a:gd name="T10" fmla="*/ 4 w 24"/>
              <a:gd name="T11" fmla="*/ 0 h 6"/>
              <a:gd name="T12" fmla="*/ 0 w 24"/>
              <a:gd name="T13" fmla="*/ 3 h 6"/>
              <a:gd name="T14" fmla="*/ 4 w 24"/>
              <a:gd name="T15" fmla="*/ 4 h 6"/>
              <a:gd name="T16" fmla="*/ 12 w 24"/>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6"/>
              <a:gd name="T29" fmla="*/ 24 w 24"/>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6">
                <a:moveTo>
                  <a:pt x="12" y="5"/>
                </a:moveTo>
                <a:lnTo>
                  <a:pt x="20" y="4"/>
                </a:lnTo>
                <a:lnTo>
                  <a:pt x="23" y="3"/>
                </a:lnTo>
                <a:lnTo>
                  <a:pt x="20" y="0"/>
                </a:lnTo>
                <a:lnTo>
                  <a:pt x="12" y="0"/>
                </a:lnTo>
                <a:lnTo>
                  <a:pt x="4" y="0"/>
                </a:lnTo>
                <a:lnTo>
                  <a:pt x="0" y="3"/>
                </a:lnTo>
                <a:lnTo>
                  <a:pt x="4" y="4"/>
                </a:lnTo>
                <a:lnTo>
                  <a:pt x="12" y="5"/>
                </a:lnTo>
              </a:path>
            </a:pathLst>
          </a:custGeom>
          <a:solidFill>
            <a:srgbClr val="FDE3BA"/>
          </a:solidFill>
          <a:ln w="12700" cap="rnd">
            <a:solidFill>
              <a:srgbClr val="000000"/>
            </a:solidFill>
            <a:round/>
            <a:headEnd/>
            <a:tailEnd/>
          </a:ln>
        </p:spPr>
        <p:txBody>
          <a:bodyPr/>
          <a:lstStyle/>
          <a:p>
            <a:endParaRPr lang="en-US"/>
          </a:p>
        </p:txBody>
      </p:sp>
      <p:sp>
        <p:nvSpPr>
          <p:cNvPr id="6202" name="Freeform 488"/>
          <p:cNvSpPr>
            <a:spLocks/>
          </p:cNvSpPr>
          <p:nvPr/>
        </p:nvSpPr>
        <p:spPr bwMode="auto">
          <a:xfrm>
            <a:off x="7254074" y="4925599"/>
            <a:ext cx="36673" cy="13826"/>
          </a:xfrm>
          <a:custGeom>
            <a:avLst/>
            <a:gdLst>
              <a:gd name="T0" fmla="*/ 10 w 21"/>
              <a:gd name="T1" fmla="*/ 6 h 7"/>
              <a:gd name="T2" fmla="*/ 17 w 21"/>
              <a:gd name="T3" fmla="*/ 5 h 7"/>
              <a:gd name="T4" fmla="*/ 20 w 21"/>
              <a:gd name="T5" fmla="*/ 3 h 7"/>
              <a:gd name="T6" fmla="*/ 17 w 21"/>
              <a:gd name="T7" fmla="*/ 1 h 7"/>
              <a:gd name="T8" fmla="*/ 10 w 21"/>
              <a:gd name="T9" fmla="*/ 0 h 7"/>
              <a:gd name="T10" fmla="*/ 2 w 21"/>
              <a:gd name="T11" fmla="*/ 1 h 7"/>
              <a:gd name="T12" fmla="*/ 0 w 21"/>
              <a:gd name="T13" fmla="*/ 3 h 7"/>
              <a:gd name="T14" fmla="*/ 2 w 21"/>
              <a:gd name="T15" fmla="*/ 5 h 7"/>
              <a:gd name="T16" fmla="*/ 10 w 21"/>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7"/>
              <a:gd name="T29" fmla="*/ 21 w 21"/>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7">
                <a:moveTo>
                  <a:pt x="10" y="6"/>
                </a:moveTo>
                <a:lnTo>
                  <a:pt x="17" y="5"/>
                </a:lnTo>
                <a:lnTo>
                  <a:pt x="20" y="3"/>
                </a:lnTo>
                <a:lnTo>
                  <a:pt x="17" y="1"/>
                </a:lnTo>
                <a:lnTo>
                  <a:pt x="10" y="0"/>
                </a:lnTo>
                <a:lnTo>
                  <a:pt x="2" y="1"/>
                </a:lnTo>
                <a:lnTo>
                  <a:pt x="0" y="3"/>
                </a:lnTo>
                <a:lnTo>
                  <a:pt x="2" y="5"/>
                </a:lnTo>
                <a:lnTo>
                  <a:pt x="10" y="6"/>
                </a:lnTo>
              </a:path>
            </a:pathLst>
          </a:custGeom>
          <a:solidFill>
            <a:srgbClr val="FDE3BA"/>
          </a:solidFill>
          <a:ln w="12700" cap="rnd">
            <a:solidFill>
              <a:schemeClr val="tx1"/>
            </a:solidFill>
            <a:round/>
            <a:headEnd/>
            <a:tailEnd/>
          </a:ln>
        </p:spPr>
        <p:txBody>
          <a:bodyPr/>
          <a:lstStyle/>
          <a:p>
            <a:endParaRPr lang="en-US"/>
          </a:p>
        </p:txBody>
      </p:sp>
      <p:sp>
        <p:nvSpPr>
          <p:cNvPr id="6203" name="Freeform 489"/>
          <p:cNvSpPr>
            <a:spLocks/>
          </p:cNvSpPr>
          <p:nvPr/>
        </p:nvSpPr>
        <p:spPr bwMode="auto">
          <a:xfrm>
            <a:off x="7220895" y="4921649"/>
            <a:ext cx="26194" cy="11851"/>
          </a:xfrm>
          <a:custGeom>
            <a:avLst/>
            <a:gdLst>
              <a:gd name="T0" fmla="*/ 7 w 15"/>
              <a:gd name="T1" fmla="*/ 5 h 6"/>
              <a:gd name="T2" fmla="*/ 12 w 15"/>
              <a:gd name="T3" fmla="*/ 4 h 6"/>
              <a:gd name="T4" fmla="*/ 14 w 15"/>
              <a:gd name="T5" fmla="*/ 2 h 6"/>
              <a:gd name="T6" fmla="*/ 12 w 15"/>
              <a:gd name="T7" fmla="*/ 0 h 6"/>
              <a:gd name="T8" fmla="*/ 7 w 15"/>
              <a:gd name="T9" fmla="*/ 0 h 6"/>
              <a:gd name="T10" fmla="*/ 2 w 15"/>
              <a:gd name="T11" fmla="*/ 0 h 6"/>
              <a:gd name="T12" fmla="*/ 0 w 15"/>
              <a:gd name="T13" fmla="*/ 2 h 6"/>
              <a:gd name="T14" fmla="*/ 2 w 15"/>
              <a:gd name="T15" fmla="*/ 4 h 6"/>
              <a:gd name="T16" fmla="*/ 7 w 15"/>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6"/>
              <a:gd name="T29" fmla="*/ 15 w 15"/>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6">
                <a:moveTo>
                  <a:pt x="7" y="5"/>
                </a:moveTo>
                <a:lnTo>
                  <a:pt x="12" y="4"/>
                </a:lnTo>
                <a:lnTo>
                  <a:pt x="14" y="2"/>
                </a:lnTo>
                <a:lnTo>
                  <a:pt x="12" y="0"/>
                </a:lnTo>
                <a:lnTo>
                  <a:pt x="7" y="0"/>
                </a:lnTo>
                <a:lnTo>
                  <a:pt x="2" y="0"/>
                </a:lnTo>
                <a:lnTo>
                  <a:pt x="0" y="2"/>
                </a:lnTo>
                <a:lnTo>
                  <a:pt x="2" y="4"/>
                </a:lnTo>
                <a:lnTo>
                  <a:pt x="7" y="5"/>
                </a:lnTo>
              </a:path>
            </a:pathLst>
          </a:custGeom>
          <a:solidFill>
            <a:srgbClr val="FDE3BA"/>
          </a:solidFill>
          <a:ln w="12700" cap="rnd">
            <a:solidFill>
              <a:srgbClr val="000000"/>
            </a:solidFill>
            <a:round/>
            <a:headEnd/>
            <a:tailEnd/>
          </a:ln>
        </p:spPr>
        <p:txBody>
          <a:bodyPr/>
          <a:lstStyle/>
          <a:p>
            <a:endParaRPr lang="en-US"/>
          </a:p>
        </p:txBody>
      </p:sp>
      <p:sp>
        <p:nvSpPr>
          <p:cNvPr id="6204" name="Freeform 490"/>
          <p:cNvSpPr>
            <a:spLocks/>
          </p:cNvSpPr>
          <p:nvPr/>
        </p:nvSpPr>
        <p:spPr bwMode="auto">
          <a:xfrm>
            <a:off x="7297732" y="4793259"/>
            <a:ext cx="40164" cy="17778"/>
          </a:xfrm>
          <a:custGeom>
            <a:avLst/>
            <a:gdLst>
              <a:gd name="T0" fmla="*/ 11 w 23"/>
              <a:gd name="T1" fmla="*/ 8 h 9"/>
              <a:gd name="T2" fmla="*/ 18 w 23"/>
              <a:gd name="T3" fmla="*/ 7 h 9"/>
              <a:gd name="T4" fmla="*/ 22 w 23"/>
              <a:gd name="T5" fmla="*/ 4 h 9"/>
              <a:gd name="T6" fmla="*/ 18 w 23"/>
              <a:gd name="T7" fmla="*/ 1 h 9"/>
              <a:gd name="T8" fmla="*/ 11 w 23"/>
              <a:gd name="T9" fmla="*/ 0 h 9"/>
              <a:gd name="T10" fmla="*/ 3 w 23"/>
              <a:gd name="T11" fmla="*/ 1 h 9"/>
              <a:gd name="T12" fmla="*/ 0 w 23"/>
              <a:gd name="T13" fmla="*/ 4 h 9"/>
              <a:gd name="T14" fmla="*/ 3 w 23"/>
              <a:gd name="T15" fmla="*/ 7 h 9"/>
              <a:gd name="T16" fmla="*/ 11 w 23"/>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9"/>
              <a:gd name="T29" fmla="*/ 23 w 23"/>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9">
                <a:moveTo>
                  <a:pt x="11" y="8"/>
                </a:moveTo>
                <a:lnTo>
                  <a:pt x="18" y="7"/>
                </a:lnTo>
                <a:lnTo>
                  <a:pt x="22" y="4"/>
                </a:lnTo>
                <a:lnTo>
                  <a:pt x="18" y="1"/>
                </a:lnTo>
                <a:lnTo>
                  <a:pt x="11" y="0"/>
                </a:lnTo>
                <a:lnTo>
                  <a:pt x="3" y="1"/>
                </a:lnTo>
                <a:lnTo>
                  <a:pt x="0" y="4"/>
                </a:lnTo>
                <a:lnTo>
                  <a:pt x="3" y="7"/>
                </a:lnTo>
                <a:lnTo>
                  <a:pt x="11" y="8"/>
                </a:lnTo>
              </a:path>
            </a:pathLst>
          </a:custGeom>
          <a:solidFill>
            <a:srgbClr val="FDE3BA"/>
          </a:solidFill>
          <a:ln w="12700" cap="rnd">
            <a:solidFill>
              <a:srgbClr val="000000"/>
            </a:solidFill>
            <a:round/>
            <a:headEnd/>
            <a:tailEnd/>
          </a:ln>
        </p:spPr>
        <p:txBody>
          <a:bodyPr/>
          <a:lstStyle/>
          <a:p>
            <a:endParaRPr lang="en-US"/>
          </a:p>
        </p:txBody>
      </p:sp>
      <p:sp>
        <p:nvSpPr>
          <p:cNvPr id="6205" name="Freeform 491"/>
          <p:cNvSpPr>
            <a:spLocks/>
          </p:cNvSpPr>
          <p:nvPr/>
        </p:nvSpPr>
        <p:spPr bwMode="auto">
          <a:xfrm>
            <a:off x="7343136" y="4779434"/>
            <a:ext cx="68105" cy="31603"/>
          </a:xfrm>
          <a:custGeom>
            <a:avLst/>
            <a:gdLst>
              <a:gd name="T0" fmla="*/ 38 w 39"/>
              <a:gd name="T1" fmla="*/ 15 h 16"/>
              <a:gd name="T2" fmla="*/ 35 w 39"/>
              <a:gd name="T3" fmla="*/ 14 h 16"/>
              <a:gd name="T4" fmla="*/ 26 w 39"/>
              <a:gd name="T5" fmla="*/ 11 h 16"/>
              <a:gd name="T6" fmla="*/ 19 w 39"/>
              <a:gd name="T7" fmla="*/ 10 h 16"/>
              <a:gd name="T8" fmla="*/ 12 w 39"/>
              <a:gd name="T9" fmla="*/ 12 h 16"/>
              <a:gd name="T10" fmla="*/ 7 w 39"/>
              <a:gd name="T11" fmla="*/ 14 h 16"/>
              <a:gd name="T12" fmla="*/ 4 w 39"/>
              <a:gd name="T13" fmla="*/ 13 h 16"/>
              <a:gd name="T14" fmla="*/ 0 w 39"/>
              <a:gd name="T15" fmla="*/ 8 h 16"/>
              <a:gd name="T16" fmla="*/ 1 w 39"/>
              <a:gd name="T17" fmla="*/ 3 h 16"/>
              <a:gd name="T18" fmla="*/ 11 w 39"/>
              <a:gd name="T19" fmla="*/ 0 h 16"/>
              <a:gd name="T20" fmla="*/ 22 w 39"/>
              <a:gd name="T21" fmla="*/ 0 h 16"/>
              <a:gd name="T22" fmla="*/ 32 w 39"/>
              <a:gd name="T23" fmla="*/ 2 h 16"/>
              <a:gd name="T24" fmla="*/ 37 w 39"/>
              <a:gd name="T25" fmla="*/ 8 h 16"/>
              <a:gd name="T26" fmla="*/ 38 w 39"/>
              <a:gd name="T27" fmla="*/ 13 h 16"/>
              <a:gd name="T28" fmla="*/ 38 w 39"/>
              <a:gd name="T29" fmla="*/ 15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16"/>
              <a:gd name="T47" fmla="*/ 39 w 39"/>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16">
                <a:moveTo>
                  <a:pt x="38" y="15"/>
                </a:moveTo>
                <a:lnTo>
                  <a:pt x="35" y="14"/>
                </a:lnTo>
                <a:lnTo>
                  <a:pt x="26" y="11"/>
                </a:lnTo>
                <a:lnTo>
                  <a:pt x="19" y="10"/>
                </a:lnTo>
                <a:lnTo>
                  <a:pt x="12" y="12"/>
                </a:lnTo>
                <a:lnTo>
                  <a:pt x="7" y="14"/>
                </a:lnTo>
                <a:lnTo>
                  <a:pt x="4" y="13"/>
                </a:lnTo>
                <a:lnTo>
                  <a:pt x="0" y="8"/>
                </a:lnTo>
                <a:lnTo>
                  <a:pt x="1" y="3"/>
                </a:lnTo>
                <a:lnTo>
                  <a:pt x="11" y="0"/>
                </a:lnTo>
                <a:lnTo>
                  <a:pt x="22" y="0"/>
                </a:lnTo>
                <a:lnTo>
                  <a:pt x="32" y="2"/>
                </a:lnTo>
                <a:lnTo>
                  <a:pt x="37" y="8"/>
                </a:lnTo>
                <a:lnTo>
                  <a:pt x="38" y="13"/>
                </a:lnTo>
                <a:lnTo>
                  <a:pt x="38" y="15"/>
                </a:lnTo>
              </a:path>
            </a:pathLst>
          </a:custGeom>
          <a:solidFill>
            <a:srgbClr val="FDE3BA"/>
          </a:solidFill>
          <a:ln w="12700" cap="rnd">
            <a:solidFill>
              <a:schemeClr val="tx1"/>
            </a:solidFill>
            <a:round/>
            <a:headEnd/>
            <a:tailEnd/>
          </a:ln>
        </p:spPr>
        <p:txBody>
          <a:bodyPr/>
          <a:lstStyle/>
          <a:p>
            <a:endParaRPr lang="en-US"/>
          </a:p>
        </p:txBody>
      </p:sp>
      <p:sp>
        <p:nvSpPr>
          <p:cNvPr id="6206" name="Freeform 492"/>
          <p:cNvSpPr>
            <a:spLocks/>
          </p:cNvSpPr>
          <p:nvPr/>
        </p:nvSpPr>
        <p:spPr bwMode="auto">
          <a:xfrm>
            <a:off x="7376315" y="4739929"/>
            <a:ext cx="24448" cy="17776"/>
          </a:xfrm>
          <a:custGeom>
            <a:avLst/>
            <a:gdLst>
              <a:gd name="T0" fmla="*/ 7 w 14"/>
              <a:gd name="T1" fmla="*/ 8 h 9"/>
              <a:gd name="T2" fmla="*/ 11 w 14"/>
              <a:gd name="T3" fmla="*/ 7 h 9"/>
              <a:gd name="T4" fmla="*/ 13 w 14"/>
              <a:gd name="T5" fmla="*/ 4 h 9"/>
              <a:gd name="T6" fmla="*/ 11 w 14"/>
              <a:gd name="T7" fmla="*/ 1 h 9"/>
              <a:gd name="T8" fmla="*/ 7 w 14"/>
              <a:gd name="T9" fmla="*/ 0 h 9"/>
              <a:gd name="T10" fmla="*/ 2 w 14"/>
              <a:gd name="T11" fmla="*/ 1 h 9"/>
              <a:gd name="T12" fmla="*/ 0 w 14"/>
              <a:gd name="T13" fmla="*/ 4 h 9"/>
              <a:gd name="T14" fmla="*/ 2 w 14"/>
              <a:gd name="T15" fmla="*/ 7 h 9"/>
              <a:gd name="T16" fmla="*/ 7 w 14"/>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9"/>
              <a:gd name="T29" fmla="*/ 14 w 14"/>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9">
                <a:moveTo>
                  <a:pt x="7" y="8"/>
                </a:moveTo>
                <a:lnTo>
                  <a:pt x="11" y="7"/>
                </a:lnTo>
                <a:lnTo>
                  <a:pt x="13" y="4"/>
                </a:lnTo>
                <a:lnTo>
                  <a:pt x="11" y="1"/>
                </a:lnTo>
                <a:lnTo>
                  <a:pt x="7" y="0"/>
                </a:lnTo>
                <a:lnTo>
                  <a:pt x="2" y="1"/>
                </a:lnTo>
                <a:lnTo>
                  <a:pt x="0" y="4"/>
                </a:lnTo>
                <a:lnTo>
                  <a:pt x="2" y="7"/>
                </a:lnTo>
                <a:lnTo>
                  <a:pt x="7" y="8"/>
                </a:lnTo>
              </a:path>
            </a:pathLst>
          </a:custGeom>
          <a:solidFill>
            <a:srgbClr val="FDE3BA"/>
          </a:solidFill>
          <a:ln w="12700" cap="rnd">
            <a:solidFill>
              <a:srgbClr val="000000"/>
            </a:solidFill>
            <a:round/>
            <a:headEnd/>
            <a:tailEnd/>
          </a:ln>
        </p:spPr>
        <p:txBody>
          <a:bodyPr/>
          <a:lstStyle/>
          <a:p>
            <a:endParaRPr lang="en-US"/>
          </a:p>
        </p:txBody>
      </p:sp>
      <p:sp>
        <p:nvSpPr>
          <p:cNvPr id="6207" name="Freeform 493"/>
          <p:cNvSpPr>
            <a:spLocks/>
          </p:cNvSpPr>
          <p:nvPr/>
        </p:nvSpPr>
        <p:spPr bwMode="auto">
          <a:xfrm>
            <a:off x="7329165" y="4730053"/>
            <a:ext cx="20956" cy="17778"/>
          </a:xfrm>
          <a:custGeom>
            <a:avLst/>
            <a:gdLst>
              <a:gd name="T0" fmla="*/ 5 w 12"/>
              <a:gd name="T1" fmla="*/ 8 h 9"/>
              <a:gd name="T2" fmla="*/ 9 w 12"/>
              <a:gd name="T3" fmla="*/ 7 h 9"/>
              <a:gd name="T4" fmla="*/ 11 w 12"/>
              <a:gd name="T5" fmla="*/ 4 h 9"/>
              <a:gd name="T6" fmla="*/ 9 w 12"/>
              <a:gd name="T7" fmla="*/ 2 h 9"/>
              <a:gd name="T8" fmla="*/ 5 w 12"/>
              <a:gd name="T9" fmla="*/ 0 h 9"/>
              <a:gd name="T10" fmla="*/ 2 w 12"/>
              <a:gd name="T11" fmla="*/ 2 h 9"/>
              <a:gd name="T12" fmla="*/ 0 w 12"/>
              <a:gd name="T13" fmla="*/ 4 h 9"/>
              <a:gd name="T14" fmla="*/ 2 w 12"/>
              <a:gd name="T15" fmla="*/ 7 h 9"/>
              <a:gd name="T16" fmla="*/ 5 w 12"/>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9"/>
              <a:gd name="T29" fmla="*/ 12 w 12"/>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9">
                <a:moveTo>
                  <a:pt x="5" y="8"/>
                </a:moveTo>
                <a:lnTo>
                  <a:pt x="9" y="7"/>
                </a:lnTo>
                <a:lnTo>
                  <a:pt x="11" y="4"/>
                </a:lnTo>
                <a:lnTo>
                  <a:pt x="9" y="2"/>
                </a:lnTo>
                <a:lnTo>
                  <a:pt x="5" y="0"/>
                </a:lnTo>
                <a:lnTo>
                  <a:pt x="2" y="2"/>
                </a:lnTo>
                <a:lnTo>
                  <a:pt x="0" y="4"/>
                </a:lnTo>
                <a:lnTo>
                  <a:pt x="2" y="7"/>
                </a:lnTo>
                <a:lnTo>
                  <a:pt x="5" y="8"/>
                </a:lnTo>
              </a:path>
            </a:pathLst>
          </a:custGeom>
          <a:solidFill>
            <a:srgbClr val="FDE3BA"/>
          </a:solidFill>
          <a:ln w="12700" cap="rnd">
            <a:solidFill>
              <a:srgbClr val="000000"/>
            </a:solidFill>
            <a:round/>
            <a:headEnd/>
            <a:tailEnd/>
          </a:ln>
        </p:spPr>
        <p:txBody>
          <a:bodyPr/>
          <a:lstStyle/>
          <a:p>
            <a:endParaRPr lang="en-US"/>
          </a:p>
        </p:txBody>
      </p:sp>
      <p:sp>
        <p:nvSpPr>
          <p:cNvPr id="6208" name="Freeform 494"/>
          <p:cNvSpPr>
            <a:spLocks/>
          </p:cNvSpPr>
          <p:nvPr/>
        </p:nvSpPr>
        <p:spPr bwMode="auto">
          <a:xfrm>
            <a:off x="7268044" y="4745854"/>
            <a:ext cx="47151" cy="9877"/>
          </a:xfrm>
          <a:custGeom>
            <a:avLst/>
            <a:gdLst>
              <a:gd name="T0" fmla="*/ 13 w 27"/>
              <a:gd name="T1" fmla="*/ 4 h 5"/>
              <a:gd name="T2" fmla="*/ 22 w 27"/>
              <a:gd name="T3" fmla="*/ 3 h 5"/>
              <a:gd name="T4" fmla="*/ 26 w 27"/>
              <a:gd name="T5" fmla="*/ 2 h 5"/>
              <a:gd name="T6" fmla="*/ 22 w 27"/>
              <a:gd name="T7" fmla="*/ 0 h 5"/>
              <a:gd name="T8" fmla="*/ 13 w 27"/>
              <a:gd name="T9" fmla="*/ 0 h 5"/>
              <a:gd name="T10" fmla="*/ 4 w 27"/>
              <a:gd name="T11" fmla="*/ 0 h 5"/>
              <a:gd name="T12" fmla="*/ 0 w 27"/>
              <a:gd name="T13" fmla="*/ 2 h 5"/>
              <a:gd name="T14" fmla="*/ 4 w 27"/>
              <a:gd name="T15" fmla="*/ 3 h 5"/>
              <a:gd name="T16" fmla="*/ 13 w 27"/>
              <a:gd name="T17" fmla="*/ 4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
              <a:gd name="T28" fmla="*/ 0 h 5"/>
              <a:gd name="T29" fmla="*/ 27 w 27"/>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 h="5">
                <a:moveTo>
                  <a:pt x="13" y="4"/>
                </a:moveTo>
                <a:lnTo>
                  <a:pt x="22" y="3"/>
                </a:lnTo>
                <a:lnTo>
                  <a:pt x="26" y="2"/>
                </a:lnTo>
                <a:lnTo>
                  <a:pt x="22" y="0"/>
                </a:lnTo>
                <a:lnTo>
                  <a:pt x="13" y="0"/>
                </a:lnTo>
                <a:lnTo>
                  <a:pt x="4" y="0"/>
                </a:lnTo>
                <a:lnTo>
                  <a:pt x="0" y="2"/>
                </a:lnTo>
                <a:lnTo>
                  <a:pt x="4" y="3"/>
                </a:lnTo>
                <a:lnTo>
                  <a:pt x="13" y="4"/>
                </a:lnTo>
              </a:path>
            </a:pathLst>
          </a:custGeom>
          <a:solidFill>
            <a:srgbClr val="FDE3BA"/>
          </a:solidFill>
          <a:ln w="12700" cap="rnd">
            <a:solidFill>
              <a:srgbClr val="000000"/>
            </a:solidFill>
            <a:round/>
            <a:headEnd/>
            <a:tailEnd/>
          </a:ln>
        </p:spPr>
        <p:txBody>
          <a:bodyPr/>
          <a:lstStyle/>
          <a:p>
            <a:endParaRPr lang="en-US"/>
          </a:p>
        </p:txBody>
      </p:sp>
      <p:sp>
        <p:nvSpPr>
          <p:cNvPr id="6209" name="Freeform 495"/>
          <p:cNvSpPr>
            <a:spLocks/>
          </p:cNvSpPr>
          <p:nvPr/>
        </p:nvSpPr>
        <p:spPr bwMode="auto">
          <a:xfrm>
            <a:off x="7334404" y="4641169"/>
            <a:ext cx="38419" cy="57280"/>
          </a:xfrm>
          <a:custGeom>
            <a:avLst/>
            <a:gdLst>
              <a:gd name="T0" fmla="*/ 19 w 22"/>
              <a:gd name="T1" fmla="*/ 28 h 29"/>
              <a:gd name="T2" fmla="*/ 13 w 22"/>
              <a:gd name="T3" fmla="*/ 28 h 29"/>
              <a:gd name="T4" fmla="*/ 4 w 22"/>
              <a:gd name="T5" fmla="*/ 27 h 29"/>
              <a:gd name="T6" fmla="*/ 0 w 22"/>
              <a:gd name="T7" fmla="*/ 24 h 29"/>
              <a:gd name="T8" fmla="*/ 0 w 22"/>
              <a:gd name="T9" fmla="*/ 17 h 29"/>
              <a:gd name="T10" fmla="*/ 3 w 22"/>
              <a:gd name="T11" fmla="*/ 6 h 29"/>
              <a:gd name="T12" fmla="*/ 6 w 22"/>
              <a:gd name="T13" fmla="*/ 0 h 29"/>
              <a:gd name="T14" fmla="*/ 10 w 22"/>
              <a:gd name="T15" fmla="*/ 10 h 29"/>
              <a:gd name="T16" fmla="*/ 21 w 22"/>
              <a:gd name="T17" fmla="*/ 9 h 29"/>
              <a:gd name="T18" fmla="*/ 19 w 22"/>
              <a:gd name="T19" fmla="*/ 14 h 29"/>
              <a:gd name="T20" fmla="*/ 19 w 22"/>
              <a:gd name="T21" fmla="*/ 20 h 29"/>
              <a:gd name="T22" fmla="*/ 19 w 22"/>
              <a:gd name="T23" fmla="*/ 25 h 29"/>
              <a:gd name="T24" fmla="*/ 19 w 22"/>
              <a:gd name="T25" fmla="*/ 28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29"/>
              <a:gd name="T41" fmla="*/ 22 w 22"/>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29">
                <a:moveTo>
                  <a:pt x="19" y="28"/>
                </a:moveTo>
                <a:lnTo>
                  <a:pt x="13" y="28"/>
                </a:lnTo>
                <a:lnTo>
                  <a:pt x="4" y="27"/>
                </a:lnTo>
                <a:lnTo>
                  <a:pt x="0" y="24"/>
                </a:lnTo>
                <a:lnTo>
                  <a:pt x="0" y="17"/>
                </a:lnTo>
                <a:lnTo>
                  <a:pt x="3" y="6"/>
                </a:lnTo>
                <a:lnTo>
                  <a:pt x="6" y="0"/>
                </a:lnTo>
                <a:lnTo>
                  <a:pt x="10" y="10"/>
                </a:lnTo>
                <a:lnTo>
                  <a:pt x="21" y="9"/>
                </a:lnTo>
                <a:lnTo>
                  <a:pt x="19" y="14"/>
                </a:lnTo>
                <a:lnTo>
                  <a:pt x="19" y="20"/>
                </a:lnTo>
                <a:lnTo>
                  <a:pt x="19" y="25"/>
                </a:lnTo>
                <a:lnTo>
                  <a:pt x="19" y="28"/>
                </a:lnTo>
              </a:path>
            </a:pathLst>
          </a:custGeom>
          <a:solidFill>
            <a:srgbClr val="FDE3BA"/>
          </a:solidFill>
          <a:ln w="12700" cap="rnd">
            <a:solidFill>
              <a:schemeClr val="tx1"/>
            </a:solidFill>
            <a:round/>
            <a:headEnd/>
            <a:tailEnd/>
          </a:ln>
        </p:spPr>
        <p:txBody>
          <a:bodyPr/>
          <a:lstStyle/>
          <a:p>
            <a:endParaRPr lang="en-US"/>
          </a:p>
        </p:txBody>
      </p:sp>
      <p:sp>
        <p:nvSpPr>
          <p:cNvPr id="6210" name="Freeform 496"/>
          <p:cNvSpPr>
            <a:spLocks/>
          </p:cNvSpPr>
          <p:nvPr/>
        </p:nvSpPr>
        <p:spPr bwMode="auto">
          <a:xfrm>
            <a:off x="7357106" y="4623391"/>
            <a:ext cx="15716" cy="21728"/>
          </a:xfrm>
          <a:custGeom>
            <a:avLst/>
            <a:gdLst>
              <a:gd name="T0" fmla="*/ 4 w 9"/>
              <a:gd name="T1" fmla="*/ 10 h 11"/>
              <a:gd name="T2" fmla="*/ 7 w 9"/>
              <a:gd name="T3" fmla="*/ 9 h 11"/>
              <a:gd name="T4" fmla="*/ 8 w 9"/>
              <a:gd name="T5" fmla="*/ 5 h 11"/>
              <a:gd name="T6" fmla="*/ 7 w 9"/>
              <a:gd name="T7" fmla="*/ 2 h 11"/>
              <a:gd name="T8" fmla="*/ 4 w 9"/>
              <a:gd name="T9" fmla="*/ 0 h 11"/>
              <a:gd name="T10" fmla="*/ 1 w 9"/>
              <a:gd name="T11" fmla="*/ 2 h 11"/>
              <a:gd name="T12" fmla="*/ 0 w 9"/>
              <a:gd name="T13" fmla="*/ 5 h 11"/>
              <a:gd name="T14" fmla="*/ 1 w 9"/>
              <a:gd name="T15" fmla="*/ 9 h 11"/>
              <a:gd name="T16" fmla="*/ 4 w 9"/>
              <a:gd name="T17" fmla="*/ 1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10"/>
                </a:moveTo>
                <a:lnTo>
                  <a:pt x="7" y="9"/>
                </a:lnTo>
                <a:lnTo>
                  <a:pt x="8" y="5"/>
                </a:lnTo>
                <a:lnTo>
                  <a:pt x="7" y="2"/>
                </a:lnTo>
                <a:lnTo>
                  <a:pt x="4" y="0"/>
                </a:lnTo>
                <a:lnTo>
                  <a:pt x="1" y="2"/>
                </a:lnTo>
                <a:lnTo>
                  <a:pt x="0" y="5"/>
                </a:lnTo>
                <a:lnTo>
                  <a:pt x="1" y="9"/>
                </a:lnTo>
                <a:lnTo>
                  <a:pt x="4" y="10"/>
                </a:lnTo>
              </a:path>
            </a:pathLst>
          </a:custGeom>
          <a:solidFill>
            <a:srgbClr val="FDE3BA"/>
          </a:solidFill>
          <a:ln w="12700" cap="rnd">
            <a:solidFill>
              <a:srgbClr val="000000"/>
            </a:solidFill>
            <a:round/>
            <a:headEnd/>
            <a:tailEnd/>
          </a:ln>
        </p:spPr>
        <p:txBody>
          <a:bodyPr/>
          <a:lstStyle/>
          <a:p>
            <a:endParaRPr lang="en-US"/>
          </a:p>
        </p:txBody>
      </p:sp>
      <p:sp>
        <p:nvSpPr>
          <p:cNvPr id="6211" name="Freeform 497"/>
          <p:cNvSpPr>
            <a:spLocks/>
          </p:cNvSpPr>
          <p:nvPr/>
        </p:nvSpPr>
        <p:spPr bwMode="auto">
          <a:xfrm>
            <a:off x="7329165" y="4712277"/>
            <a:ext cx="26194" cy="11851"/>
          </a:xfrm>
          <a:custGeom>
            <a:avLst/>
            <a:gdLst>
              <a:gd name="T0" fmla="*/ 7 w 15"/>
              <a:gd name="T1" fmla="*/ 5 h 6"/>
              <a:gd name="T2" fmla="*/ 12 w 15"/>
              <a:gd name="T3" fmla="*/ 5 h 6"/>
              <a:gd name="T4" fmla="*/ 14 w 15"/>
              <a:gd name="T5" fmla="*/ 3 h 6"/>
              <a:gd name="T6" fmla="*/ 12 w 15"/>
              <a:gd name="T7" fmla="*/ 1 h 6"/>
              <a:gd name="T8" fmla="*/ 7 w 15"/>
              <a:gd name="T9" fmla="*/ 0 h 6"/>
              <a:gd name="T10" fmla="*/ 3 w 15"/>
              <a:gd name="T11" fmla="*/ 1 h 6"/>
              <a:gd name="T12" fmla="*/ 0 w 15"/>
              <a:gd name="T13" fmla="*/ 3 h 6"/>
              <a:gd name="T14" fmla="*/ 3 w 15"/>
              <a:gd name="T15" fmla="*/ 5 h 6"/>
              <a:gd name="T16" fmla="*/ 7 w 15"/>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6"/>
              <a:gd name="T29" fmla="*/ 15 w 15"/>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6">
                <a:moveTo>
                  <a:pt x="7" y="5"/>
                </a:moveTo>
                <a:lnTo>
                  <a:pt x="12" y="5"/>
                </a:lnTo>
                <a:lnTo>
                  <a:pt x="14" y="3"/>
                </a:lnTo>
                <a:lnTo>
                  <a:pt x="12" y="1"/>
                </a:lnTo>
                <a:lnTo>
                  <a:pt x="7" y="0"/>
                </a:lnTo>
                <a:lnTo>
                  <a:pt x="3" y="1"/>
                </a:lnTo>
                <a:lnTo>
                  <a:pt x="0" y="3"/>
                </a:lnTo>
                <a:lnTo>
                  <a:pt x="3" y="5"/>
                </a:lnTo>
                <a:lnTo>
                  <a:pt x="7" y="5"/>
                </a:lnTo>
              </a:path>
            </a:pathLst>
          </a:custGeom>
          <a:solidFill>
            <a:srgbClr val="FDE3BA"/>
          </a:solidFill>
          <a:ln w="12700" cap="rnd">
            <a:solidFill>
              <a:srgbClr val="000000"/>
            </a:solidFill>
            <a:round/>
            <a:headEnd/>
            <a:tailEnd/>
          </a:ln>
        </p:spPr>
        <p:txBody>
          <a:bodyPr/>
          <a:lstStyle/>
          <a:p>
            <a:endParaRPr lang="en-US"/>
          </a:p>
        </p:txBody>
      </p:sp>
      <p:sp>
        <p:nvSpPr>
          <p:cNvPr id="6212" name="Freeform 498"/>
          <p:cNvSpPr>
            <a:spLocks/>
          </p:cNvSpPr>
          <p:nvPr/>
        </p:nvSpPr>
        <p:spPr bwMode="auto">
          <a:xfrm>
            <a:off x="6866395" y="4872268"/>
            <a:ext cx="197332" cy="65183"/>
          </a:xfrm>
          <a:custGeom>
            <a:avLst/>
            <a:gdLst>
              <a:gd name="T0" fmla="*/ 4 w 113"/>
              <a:gd name="T1" fmla="*/ 3 h 33"/>
              <a:gd name="T2" fmla="*/ 10 w 113"/>
              <a:gd name="T3" fmla="*/ 0 h 33"/>
              <a:gd name="T4" fmla="*/ 18 w 113"/>
              <a:gd name="T5" fmla="*/ 0 h 33"/>
              <a:gd name="T6" fmla="*/ 25 w 113"/>
              <a:gd name="T7" fmla="*/ 3 h 33"/>
              <a:gd name="T8" fmla="*/ 30 w 113"/>
              <a:gd name="T9" fmla="*/ 7 h 33"/>
              <a:gd name="T10" fmla="*/ 32 w 113"/>
              <a:gd name="T11" fmla="*/ 9 h 33"/>
              <a:gd name="T12" fmla="*/ 33 w 113"/>
              <a:gd name="T13" fmla="*/ 9 h 33"/>
              <a:gd name="T14" fmla="*/ 36 w 113"/>
              <a:gd name="T15" fmla="*/ 9 h 33"/>
              <a:gd name="T16" fmla="*/ 43 w 113"/>
              <a:gd name="T17" fmla="*/ 9 h 33"/>
              <a:gd name="T18" fmla="*/ 55 w 113"/>
              <a:gd name="T19" fmla="*/ 9 h 33"/>
              <a:gd name="T20" fmla="*/ 61 w 113"/>
              <a:gd name="T21" fmla="*/ 6 h 33"/>
              <a:gd name="T22" fmla="*/ 64 w 113"/>
              <a:gd name="T23" fmla="*/ 3 h 33"/>
              <a:gd name="T24" fmla="*/ 70 w 113"/>
              <a:gd name="T25" fmla="*/ 5 h 33"/>
              <a:gd name="T26" fmla="*/ 74 w 113"/>
              <a:gd name="T27" fmla="*/ 7 h 33"/>
              <a:gd name="T28" fmla="*/ 76 w 113"/>
              <a:gd name="T29" fmla="*/ 8 h 33"/>
              <a:gd name="T30" fmla="*/ 79 w 113"/>
              <a:gd name="T31" fmla="*/ 9 h 33"/>
              <a:gd name="T32" fmla="*/ 84 w 113"/>
              <a:gd name="T33" fmla="*/ 10 h 33"/>
              <a:gd name="T34" fmla="*/ 91 w 113"/>
              <a:gd name="T35" fmla="*/ 11 h 33"/>
              <a:gd name="T36" fmla="*/ 97 w 113"/>
              <a:gd name="T37" fmla="*/ 12 h 33"/>
              <a:gd name="T38" fmla="*/ 99 w 113"/>
              <a:gd name="T39" fmla="*/ 13 h 33"/>
              <a:gd name="T40" fmla="*/ 97 w 113"/>
              <a:gd name="T41" fmla="*/ 13 h 33"/>
              <a:gd name="T42" fmla="*/ 91 w 113"/>
              <a:gd name="T43" fmla="*/ 13 h 33"/>
              <a:gd name="T44" fmla="*/ 85 w 113"/>
              <a:gd name="T45" fmla="*/ 13 h 33"/>
              <a:gd name="T46" fmla="*/ 82 w 113"/>
              <a:gd name="T47" fmla="*/ 13 h 33"/>
              <a:gd name="T48" fmla="*/ 83 w 113"/>
              <a:gd name="T49" fmla="*/ 15 h 33"/>
              <a:gd name="T50" fmla="*/ 87 w 113"/>
              <a:gd name="T51" fmla="*/ 18 h 33"/>
              <a:gd name="T52" fmla="*/ 96 w 113"/>
              <a:gd name="T53" fmla="*/ 19 h 33"/>
              <a:gd name="T54" fmla="*/ 100 w 113"/>
              <a:gd name="T55" fmla="*/ 19 h 33"/>
              <a:gd name="T56" fmla="*/ 101 w 113"/>
              <a:gd name="T57" fmla="*/ 20 h 33"/>
              <a:gd name="T58" fmla="*/ 102 w 113"/>
              <a:gd name="T59" fmla="*/ 21 h 33"/>
              <a:gd name="T60" fmla="*/ 103 w 113"/>
              <a:gd name="T61" fmla="*/ 23 h 33"/>
              <a:gd name="T62" fmla="*/ 112 w 113"/>
              <a:gd name="T63" fmla="*/ 26 h 33"/>
              <a:gd name="T64" fmla="*/ 112 w 113"/>
              <a:gd name="T65" fmla="*/ 29 h 33"/>
              <a:gd name="T66" fmla="*/ 111 w 113"/>
              <a:gd name="T67" fmla="*/ 31 h 33"/>
              <a:gd name="T68" fmla="*/ 112 w 113"/>
              <a:gd name="T69" fmla="*/ 32 h 33"/>
              <a:gd name="T70" fmla="*/ 109 w 113"/>
              <a:gd name="T71" fmla="*/ 32 h 33"/>
              <a:gd name="T72" fmla="*/ 101 w 113"/>
              <a:gd name="T73" fmla="*/ 32 h 33"/>
              <a:gd name="T74" fmla="*/ 76 w 113"/>
              <a:gd name="T75" fmla="*/ 30 h 33"/>
              <a:gd name="T76" fmla="*/ 62 w 113"/>
              <a:gd name="T77" fmla="*/ 29 h 33"/>
              <a:gd name="T78" fmla="*/ 55 w 113"/>
              <a:gd name="T79" fmla="*/ 24 h 33"/>
              <a:gd name="T80" fmla="*/ 47 w 113"/>
              <a:gd name="T81" fmla="*/ 21 h 33"/>
              <a:gd name="T82" fmla="*/ 34 w 113"/>
              <a:gd name="T83" fmla="*/ 22 h 33"/>
              <a:gd name="T84" fmla="*/ 21 w 113"/>
              <a:gd name="T85" fmla="*/ 21 h 33"/>
              <a:gd name="T86" fmla="*/ 14 w 113"/>
              <a:gd name="T87" fmla="*/ 18 h 33"/>
              <a:gd name="T88" fmla="*/ 8 w 113"/>
              <a:gd name="T89" fmla="*/ 13 h 33"/>
              <a:gd name="T90" fmla="*/ 3 w 113"/>
              <a:gd name="T91" fmla="*/ 8 h 33"/>
              <a:gd name="T92" fmla="*/ 0 w 113"/>
              <a:gd name="T93" fmla="*/ 5 h 33"/>
              <a:gd name="T94" fmla="*/ 4 w 113"/>
              <a:gd name="T95" fmla="*/ 3 h 3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13"/>
              <a:gd name="T145" fmla="*/ 0 h 33"/>
              <a:gd name="T146" fmla="*/ 113 w 113"/>
              <a:gd name="T147" fmla="*/ 33 h 3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13" h="33">
                <a:moveTo>
                  <a:pt x="4" y="3"/>
                </a:moveTo>
                <a:lnTo>
                  <a:pt x="10" y="0"/>
                </a:lnTo>
                <a:lnTo>
                  <a:pt x="18" y="0"/>
                </a:lnTo>
                <a:lnTo>
                  <a:pt x="25" y="3"/>
                </a:lnTo>
                <a:lnTo>
                  <a:pt x="30" y="7"/>
                </a:lnTo>
                <a:lnTo>
                  <a:pt x="32" y="9"/>
                </a:lnTo>
                <a:lnTo>
                  <a:pt x="33" y="9"/>
                </a:lnTo>
                <a:lnTo>
                  <a:pt x="36" y="9"/>
                </a:lnTo>
                <a:lnTo>
                  <a:pt x="43" y="9"/>
                </a:lnTo>
                <a:lnTo>
                  <a:pt x="55" y="9"/>
                </a:lnTo>
                <a:lnTo>
                  <a:pt x="61" y="6"/>
                </a:lnTo>
                <a:lnTo>
                  <a:pt x="64" y="3"/>
                </a:lnTo>
                <a:lnTo>
                  <a:pt x="70" y="5"/>
                </a:lnTo>
                <a:lnTo>
                  <a:pt x="74" y="7"/>
                </a:lnTo>
                <a:lnTo>
                  <a:pt x="76" y="8"/>
                </a:lnTo>
                <a:lnTo>
                  <a:pt x="79" y="9"/>
                </a:lnTo>
                <a:lnTo>
                  <a:pt x="84" y="10"/>
                </a:lnTo>
                <a:lnTo>
                  <a:pt x="91" y="11"/>
                </a:lnTo>
                <a:lnTo>
                  <a:pt x="97" y="12"/>
                </a:lnTo>
                <a:lnTo>
                  <a:pt x="99" y="13"/>
                </a:lnTo>
                <a:lnTo>
                  <a:pt x="97" y="13"/>
                </a:lnTo>
                <a:lnTo>
                  <a:pt x="91" y="13"/>
                </a:lnTo>
                <a:lnTo>
                  <a:pt x="85" y="13"/>
                </a:lnTo>
                <a:lnTo>
                  <a:pt x="82" y="13"/>
                </a:lnTo>
                <a:lnTo>
                  <a:pt x="83" y="15"/>
                </a:lnTo>
                <a:lnTo>
                  <a:pt x="87" y="18"/>
                </a:lnTo>
                <a:lnTo>
                  <a:pt x="96" y="19"/>
                </a:lnTo>
                <a:lnTo>
                  <a:pt x="100" y="19"/>
                </a:lnTo>
                <a:lnTo>
                  <a:pt x="101" y="20"/>
                </a:lnTo>
                <a:lnTo>
                  <a:pt x="102" y="21"/>
                </a:lnTo>
                <a:lnTo>
                  <a:pt x="103" y="23"/>
                </a:lnTo>
                <a:lnTo>
                  <a:pt x="112" y="26"/>
                </a:lnTo>
                <a:lnTo>
                  <a:pt x="112" y="29"/>
                </a:lnTo>
                <a:lnTo>
                  <a:pt x="111" y="31"/>
                </a:lnTo>
                <a:lnTo>
                  <a:pt x="112" y="32"/>
                </a:lnTo>
                <a:lnTo>
                  <a:pt x="109" y="32"/>
                </a:lnTo>
                <a:lnTo>
                  <a:pt x="101" y="32"/>
                </a:lnTo>
                <a:lnTo>
                  <a:pt x="76" y="30"/>
                </a:lnTo>
                <a:lnTo>
                  <a:pt x="62" y="29"/>
                </a:lnTo>
                <a:lnTo>
                  <a:pt x="55" y="24"/>
                </a:lnTo>
                <a:lnTo>
                  <a:pt x="47" y="21"/>
                </a:lnTo>
                <a:lnTo>
                  <a:pt x="34" y="22"/>
                </a:lnTo>
                <a:lnTo>
                  <a:pt x="21" y="21"/>
                </a:lnTo>
                <a:lnTo>
                  <a:pt x="14" y="18"/>
                </a:lnTo>
                <a:lnTo>
                  <a:pt x="8" y="13"/>
                </a:lnTo>
                <a:lnTo>
                  <a:pt x="3" y="8"/>
                </a:lnTo>
                <a:lnTo>
                  <a:pt x="0" y="5"/>
                </a:lnTo>
                <a:lnTo>
                  <a:pt x="4" y="3"/>
                </a:lnTo>
              </a:path>
            </a:pathLst>
          </a:custGeom>
          <a:solidFill>
            <a:srgbClr val="FDE3BA"/>
          </a:solidFill>
          <a:ln w="12700" cap="rnd">
            <a:noFill/>
            <a:round/>
            <a:headEnd/>
            <a:tailEnd/>
          </a:ln>
        </p:spPr>
        <p:txBody>
          <a:bodyPr/>
          <a:lstStyle/>
          <a:p>
            <a:endParaRPr lang="en-US"/>
          </a:p>
        </p:txBody>
      </p:sp>
      <p:sp>
        <p:nvSpPr>
          <p:cNvPr id="6213" name="Freeform 499"/>
          <p:cNvSpPr>
            <a:spLocks/>
          </p:cNvSpPr>
          <p:nvPr/>
        </p:nvSpPr>
        <p:spPr bwMode="auto">
          <a:xfrm>
            <a:off x="6866395" y="4872268"/>
            <a:ext cx="207810" cy="77034"/>
          </a:xfrm>
          <a:custGeom>
            <a:avLst/>
            <a:gdLst>
              <a:gd name="T0" fmla="*/ 4 w 119"/>
              <a:gd name="T1" fmla="*/ 4 h 39"/>
              <a:gd name="T2" fmla="*/ 11 w 119"/>
              <a:gd name="T3" fmla="*/ 0 h 39"/>
              <a:gd name="T4" fmla="*/ 19 w 119"/>
              <a:gd name="T5" fmla="*/ 0 h 39"/>
              <a:gd name="T6" fmla="*/ 26 w 119"/>
              <a:gd name="T7" fmla="*/ 3 h 39"/>
              <a:gd name="T8" fmla="*/ 32 w 119"/>
              <a:gd name="T9" fmla="*/ 8 h 39"/>
              <a:gd name="T10" fmla="*/ 34 w 119"/>
              <a:gd name="T11" fmla="*/ 11 h 39"/>
              <a:gd name="T12" fmla="*/ 35 w 119"/>
              <a:gd name="T13" fmla="*/ 11 h 39"/>
              <a:gd name="T14" fmla="*/ 38 w 119"/>
              <a:gd name="T15" fmla="*/ 11 h 39"/>
              <a:gd name="T16" fmla="*/ 45 w 119"/>
              <a:gd name="T17" fmla="*/ 11 h 39"/>
              <a:gd name="T18" fmla="*/ 58 w 119"/>
              <a:gd name="T19" fmla="*/ 11 h 39"/>
              <a:gd name="T20" fmla="*/ 64 w 119"/>
              <a:gd name="T21" fmla="*/ 7 h 39"/>
              <a:gd name="T22" fmla="*/ 67 w 119"/>
              <a:gd name="T23" fmla="*/ 4 h 39"/>
              <a:gd name="T24" fmla="*/ 74 w 119"/>
              <a:gd name="T25" fmla="*/ 6 h 39"/>
              <a:gd name="T26" fmla="*/ 78 w 119"/>
              <a:gd name="T27" fmla="*/ 8 h 39"/>
              <a:gd name="T28" fmla="*/ 80 w 119"/>
              <a:gd name="T29" fmla="*/ 9 h 39"/>
              <a:gd name="T30" fmla="*/ 83 w 119"/>
              <a:gd name="T31" fmla="*/ 11 h 39"/>
              <a:gd name="T32" fmla="*/ 88 w 119"/>
              <a:gd name="T33" fmla="*/ 12 h 39"/>
              <a:gd name="T34" fmla="*/ 96 w 119"/>
              <a:gd name="T35" fmla="*/ 13 h 39"/>
              <a:gd name="T36" fmla="*/ 102 w 119"/>
              <a:gd name="T37" fmla="*/ 14 h 39"/>
              <a:gd name="T38" fmla="*/ 104 w 119"/>
              <a:gd name="T39" fmla="*/ 15 h 39"/>
              <a:gd name="T40" fmla="*/ 102 w 119"/>
              <a:gd name="T41" fmla="*/ 16 h 39"/>
              <a:gd name="T42" fmla="*/ 96 w 119"/>
              <a:gd name="T43" fmla="*/ 15 h 39"/>
              <a:gd name="T44" fmla="*/ 90 w 119"/>
              <a:gd name="T45" fmla="*/ 15 h 39"/>
              <a:gd name="T46" fmla="*/ 86 w 119"/>
              <a:gd name="T47" fmla="*/ 16 h 39"/>
              <a:gd name="T48" fmla="*/ 87 w 119"/>
              <a:gd name="T49" fmla="*/ 18 h 39"/>
              <a:gd name="T50" fmla="*/ 92 w 119"/>
              <a:gd name="T51" fmla="*/ 21 h 39"/>
              <a:gd name="T52" fmla="*/ 101 w 119"/>
              <a:gd name="T53" fmla="*/ 23 h 39"/>
              <a:gd name="T54" fmla="*/ 105 w 119"/>
              <a:gd name="T55" fmla="*/ 23 h 39"/>
              <a:gd name="T56" fmla="*/ 106 w 119"/>
              <a:gd name="T57" fmla="*/ 24 h 39"/>
              <a:gd name="T58" fmla="*/ 107 w 119"/>
              <a:gd name="T59" fmla="*/ 25 h 39"/>
              <a:gd name="T60" fmla="*/ 109 w 119"/>
              <a:gd name="T61" fmla="*/ 27 h 39"/>
              <a:gd name="T62" fmla="*/ 118 w 119"/>
              <a:gd name="T63" fmla="*/ 31 h 39"/>
              <a:gd name="T64" fmla="*/ 118 w 119"/>
              <a:gd name="T65" fmla="*/ 35 h 39"/>
              <a:gd name="T66" fmla="*/ 117 w 119"/>
              <a:gd name="T67" fmla="*/ 37 h 39"/>
              <a:gd name="T68" fmla="*/ 118 w 119"/>
              <a:gd name="T69" fmla="*/ 38 h 39"/>
              <a:gd name="T70" fmla="*/ 115 w 119"/>
              <a:gd name="T71" fmla="*/ 38 h 39"/>
              <a:gd name="T72" fmla="*/ 106 w 119"/>
              <a:gd name="T73" fmla="*/ 38 h 39"/>
              <a:gd name="T74" fmla="*/ 80 w 119"/>
              <a:gd name="T75" fmla="*/ 36 h 39"/>
              <a:gd name="T76" fmla="*/ 65 w 119"/>
              <a:gd name="T77" fmla="*/ 34 h 39"/>
              <a:gd name="T78" fmla="*/ 58 w 119"/>
              <a:gd name="T79" fmla="*/ 29 h 39"/>
              <a:gd name="T80" fmla="*/ 49 w 119"/>
              <a:gd name="T81" fmla="*/ 25 h 39"/>
              <a:gd name="T82" fmla="*/ 36 w 119"/>
              <a:gd name="T83" fmla="*/ 26 h 39"/>
              <a:gd name="T84" fmla="*/ 22 w 119"/>
              <a:gd name="T85" fmla="*/ 25 h 39"/>
              <a:gd name="T86" fmla="*/ 15 w 119"/>
              <a:gd name="T87" fmla="*/ 21 h 39"/>
              <a:gd name="T88" fmla="*/ 8 w 119"/>
              <a:gd name="T89" fmla="*/ 15 h 39"/>
              <a:gd name="T90" fmla="*/ 3 w 119"/>
              <a:gd name="T91" fmla="*/ 9 h 39"/>
              <a:gd name="T92" fmla="*/ 0 w 119"/>
              <a:gd name="T93" fmla="*/ 6 h 3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9"/>
              <a:gd name="T142" fmla="*/ 0 h 39"/>
              <a:gd name="T143" fmla="*/ 119 w 119"/>
              <a:gd name="T144" fmla="*/ 39 h 3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9" h="39">
                <a:moveTo>
                  <a:pt x="4" y="4"/>
                </a:moveTo>
                <a:lnTo>
                  <a:pt x="11" y="0"/>
                </a:lnTo>
                <a:lnTo>
                  <a:pt x="19" y="0"/>
                </a:lnTo>
                <a:lnTo>
                  <a:pt x="26" y="3"/>
                </a:lnTo>
                <a:lnTo>
                  <a:pt x="32" y="8"/>
                </a:lnTo>
                <a:lnTo>
                  <a:pt x="34" y="11"/>
                </a:lnTo>
                <a:lnTo>
                  <a:pt x="35" y="11"/>
                </a:lnTo>
                <a:lnTo>
                  <a:pt x="38" y="11"/>
                </a:lnTo>
                <a:lnTo>
                  <a:pt x="45" y="11"/>
                </a:lnTo>
                <a:lnTo>
                  <a:pt x="58" y="11"/>
                </a:lnTo>
                <a:lnTo>
                  <a:pt x="64" y="7"/>
                </a:lnTo>
                <a:lnTo>
                  <a:pt x="67" y="4"/>
                </a:lnTo>
                <a:lnTo>
                  <a:pt x="74" y="6"/>
                </a:lnTo>
                <a:lnTo>
                  <a:pt x="78" y="8"/>
                </a:lnTo>
                <a:lnTo>
                  <a:pt x="80" y="9"/>
                </a:lnTo>
                <a:lnTo>
                  <a:pt x="83" y="11"/>
                </a:lnTo>
                <a:lnTo>
                  <a:pt x="88" y="12"/>
                </a:lnTo>
                <a:lnTo>
                  <a:pt x="96" y="13"/>
                </a:lnTo>
                <a:lnTo>
                  <a:pt x="102" y="14"/>
                </a:lnTo>
                <a:lnTo>
                  <a:pt x="104" y="15"/>
                </a:lnTo>
                <a:lnTo>
                  <a:pt x="102" y="16"/>
                </a:lnTo>
                <a:lnTo>
                  <a:pt x="96" y="15"/>
                </a:lnTo>
                <a:lnTo>
                  <a:pt x="90" y="15"/>
                </a:lnTo>
                <a:lnTo>
                  <a:pt x="86" y="16"/>
                </a:lnTo>
                <a:lnTo>
                  <a:pt x="87" y="18"/>
                </a:lnTo>
                <a:lnTo>
                  <a:pt x="92" y="21"/>
                </a:lnTo>
                <a:lnTo>
                  <a:pt x="101" y="23"/>
                </a:lnTo>
                <a:lnTo>
                  <a:pt x="105" y="23"/>
                </a:lnTo>
                <a:lnTo>
                  <a:pt x="106" y="24"/>
                </a:lnTo>
                <a:lnTo>
                  <a:pt x="107" y="25"/>
                </a:lnTo>
                <a:lnTo>
                  <a:pt x="109" y="27"/>
                </a:lnTo>
                <a:lnTo>
                  <a:pt x="118" y="31"/>
                </a:lnTo>
                <a:lnTo>
                  <a:pt x="118" y="35"/>
                </a:lnTo>
                <a:lnTo>
                  <a:pt x="117" y="37"/>
                </a:lnTo>
                <a:lnTo>
                  <a:pt x="118" y="38"/>
                </a:lnTo>
                <a:lnTo>
                  <a:pt x="115" y="38"/>
                </a:lnTo>
                <a:lnTo>
                  <a:pt x="106" y="38"/>
                </a:lnTo>
                <a:lnTo>
                  <a:pt x="80" y="36"/>
                </a:lnTo>
                <a:lnTo>
                  <a:pt x="65" y="34"/>
                </a:lnTo>
                <a:lnTo>
                  <a:pt x="58" y="29"/>
                </a:lnTo>
                <a:lnTo>
                  <a:pt x="49" y="25"/>
                </a:lnTo>
                <a:lnTo>
                  <a:pt x="36" y="26"/>
                </a:lnTo>
                <a:lnTo>
                  <a:pt x="22" y="25"/>
                </a:lnTo>
                <a:lnTo>
                  <a:pt x="15" y="21"/>
                </a:lnTo>
                <a:lnTo>
                  <a:pt x="8" y="15"/>
                </a:lnTo>
                <a:lnTo>
                  <a:pt x="3" y="9"/>
                </a:lnTo>
                <a:lnTo>
                  <a:pt x="0" y="6"/>
                </a:lnTo>
              </a:path>
            </a:pathLst>
          </a:custGeom>
          <a:solidFill>
            <a:srgbClr val="FDE3BA"/>
          </a:solidFill>
          <a:ln w="12700" cap="rnd">
            <a:solidFill>
              <a:schemeClr val="tx1"/>
            </a:solidFill>
            <a:round/>
            <a:headEnd/>
            <a:tailEnd/>
          </a:ln>
        </p:spPr>
        <p:txBody>
          <a:bodyPr/>
          <a:lstStyle/>
          <a:p>
            <a:endParaRPr lang="en-US"/>
          </a:p>
        </p:txBody>
      </p:sp>
      <p:sp>
        <p:nvSpPr>
          <p:cNvPr id="6214" name="Freeform 500"/>
          <p:cNvSpPr>
            <a:spLocks/>
          </p:cNvSpPr>
          <p:nvPr/>
        </p:nvSpPr>
        <p:spPr bwMode="auto">
          <a:xfrm>
            <a:off x="7084683" y="4933500"/>
            <a:ext cx="22701" cy="19752"/>
          </a:xfrm>
          <a:custGeom>
            <a:avLst/>
            <a:gdLst>
              <a:gd name="T0" fmla="*/ 4 w 13"/>
              <a:gd name="T1" fmla="*/ 0 h 10"/>
              <a:gd name="T2" fmla="*/ 12 w 13"/>
              <a:gd name="T3" fmla="*/ 4 h 10"/>
              <a:gd name="T4" fmla="*/ 10 w 13"/>
              <a:gd name="T5" fmla="*/ 7 h 10"/>
              <a:gd name="T6" fmla="*/ 3 w 13"/>
              <a:gd name="T7" fmla="*/ 9 h 10"/>
              <a:gd name="T8" fmla="*/ 0 w 13"/>
              <a:gd name="T9" fmla="*/ 7 h 10"/>
              <a:gd name="T10" fmla="*/ 2 w 13"/>
              <a:gd name="T11" fmla="*/ 2 h 10"/>
              <a:gd name="T12" fmla="*/ 4 w 13"/>
              <a:gd name="T13" fmla="*/ 0 h 10"/>
              <a:gd name="T14" fmla="*/ 0 60000 65536"/>
              <a:gd name="T15" fmla="*/ 0 60000 65536"/>
              <a:gd name="T16" fmla="*/ 0 60000 65536"/>
              <a:gd name="T17" fmla="*/ 0 60000 65536"/>
              <a:gd name="T18" fmla="*/ 0 60000 65536"/>
              <a:gd name="T19" fmla="*/ 0 60000 65536"/>
              <a:gd name="T20" fmla="*/ 0 60000 65536"/>
              <a:gd name="T21" fmla="*/ 0 w 13"/>
              <a:gd name="T22" fmla="*/ 0 h 10"/>
              <a:gd name="T23" fmla="*/ 13 w 1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10">
                <a:moveTo>
                  <a:pt x="4" y="0"/>
                </a:moveTo>
                <a:lnTo>
                  <a:pt x="12" y="4"/>
                </a:lnTo>
                <a:lnTo>
                  <a:pt x="10" y="7"/>
                </a:lnTo>
                <a:lnTo>
                  <a:pt x="3" y="9"/>
                </a:lnTo>
                <a:lnTo>
                  <a:pt x="0" y="7"/>
                </a:lnTo>
                <a:lnTo>
                  <a:pt x="2" y="2"/>
                </a:lnTo>
                <a:lnTo>
                  <a:pt x="4" y="0"/>
                </a:lnTo>
              </a:path>
            </a:pathLst>
          </a:custGeom>
          <a:solidFill>
            <a:srgbClr val="FDE3BA"/>
          </a:solidFill>
          <a:ln w="12700" cap="rnd">
            <a:solidFill>
              <a:srgbClr val="000000"/>
            </a:solidFill>
            <a:round/>
            <a:headEnd/>
            <a:tailEnd/>
          </a:ln>
        </p:spPr>
        <p:txBody>
          <a:bodyPr/>
          <a:lstStyle/>
          <a:p>
            <a:endParaRPr lang="en-US"/>
          </a:p>
        </p:txBody>
      </p:sp>
      <p:sp>
        <p:nvSpPr>
          <p:cNvPr id="6215" name="Freeform 501"/>
          <p:cNvSpPr>
            <a:spLocks/>
          </p:cNvSpPr>
          <p:nvPr/>
        </p:nvSpPr>
        <p:spPr bwMode="auto">
          <a:xfrm>
            <a:off x="7119609" y="4935475"/>
            <a:ext cx="13970" cy="19752"/>
          </a:xfrm>
          <a:custGeom>
            <a:avLst/>
            <a:gdLst>
              <a:gd name="T0" fmla="*/ 5 w 8"/>
              <a:gd name="T1" fmla="*/ 0 h 10"/>
              <a:gd name="T2" fmla="*/ 7 w 8"/>
              <a:gd name="T3" fmla="*/ 5 h 10"/>
              <a:gd name="T4" fmla="*/ 5 w 8"/>
              <a:gd name="T5" fmla="*/ 8 h 10"/>
              <a:gd name="T6" fmla="*/ 1 w 8"/>
              <a:gd name="T7" fmla="*/ 9 h 10"/>
              <a:gd name="T8" fmla="*/ 0 w 8"/>
              <a:gd name="T9" fmla="*/ 6 h 10"/>
              <a:gd name="T10" fmla="*/ 2 w 8"/>
              <a:gd name="T11" fmla="*/ 1 h 10"/>
              <a:gd name="T12" fmla="*/ 5 w 8"/>
              <a:gd name="T13" fmla="*/ 0 h 10"/>
              <a:gd name="T14" fmla="*/ 0 60000 65536"/>
              <a:gd name="T15" fmla="*/ 0 60000 65536"/>
              <a:gd name="T16" fmla="*/ 0 60000 65536"/>
              <a:gd name="T17" fmla="*/ 0 60000 65536"/>
              <a:gd name="T18" fmla="*/ 0 60000 65536"/>
              <a:gd name="T19" fmla="*/ 0 60000 65536"/>
              <a:gd name="T20" fmla="*/ 0 60000 65536"/>
              <a:gd name="T21" fmla="*/ 0 w 8"/>
              <a:gd name="T22" fmla="*/ 0 h 10"/>
              <a:gd name="T23" fmla="*/ 8 w 8"/>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10">
                <a:moveTo>
                  <a:pt x="5" y="0"/>
                </a:moveTo>
                <a:lnTo>
                  <a:pt x="7" y="5"/>
                </a:lnTo>
                <a:lnTo>
                  <a:pt x="5" y="8"/>
                </a:lnTo>
                <a:lnTo>
                  <a:pt x="1" y="9"/>
                </a:lnTo>
                <a:lnTo>
                  <a:pt x="0" y="6"/>
                </a:lnTo>
                <a:lnTo>
                  <a:pt x="2" y="1"/>
                </a:lnTo>
                <a:lnTo>
                  <a:pt x="5" y="0"/>
                </a:lnTo>
              </a:path>
            </a:pathLst>
          </a:custGeom>
          <a:solidFill>
            <a:srgbClr val="FDE3BA"/>
          </a:solidFill>
          <a:ln w="12700" cap="rnd">
            <a:solidFill>
              <a:srgbClr val="000000"/>
            </a:solidFill>
            <a:round/>
            <a:headEnd/>
            <a:tailEnd/>
          </a:ln>
        </p:spPr>
        <p:txBody>
          <a:bodyPr/>
          <a:lstStyle/>
          <a:p>
            <a:endParaRPr lang="en-US"/>
          </a:p>
        </p:txBody>
      </p:sp>
      <p:sp>
        <p:nvSpPr>
          <p:cNvPr id="6216" name="Freeform 502"/>
          <p:cNvSpPr>
            <a:spLocks/>
          </p:cNvSpPr>
          <p:nvPr/>
        </p:nvSpPr>
        <p:spPr bwMode="auto">
          <a:xfrm>
            <a:off x="7140565" y="4945351"/>
            <a:ext cx="19209" cy="15802"/>
          </a:xfrm>
          <a:custGeom>
            <a:avLst/>
            <a:gdLst>
              <a:gd name="T0" fmla="*/ 8 w 11"/>
              <a:gd name="T1" fmla="*/ 0 h 8"/>
              <a:gd name="T2" fmla="*/ 10 w 11"/>
              <a:gd name="T3" fmla="*/ 4 h 8"/>
              <a:gd name="T4" fmla="*/ 7 w 11"/>
              <a:gd name="T5" fmla="*/ 7 h 8"/>
              <a:gd name="T6" fmla="*/ 1 w 11"/>
              <a:gd name="T7" fmla="*/ 5 h 8"/>
              <a:gd name="T8" fmla="*/ 0 w 11"/>
              <a:gd name="T9" fmla="*/ 2 h 8"/>
              <a:gd name="T10" fmla="*/ 4 w 11"/>
              <a:gd name="T11" fmla="*/ 0 h 8"/>
              <a:gd name="T12" fmla="*/ 8 w 11"/>
              <a:gd name="T13" fmla="*/ 0 h 8"/>
              <a:gd name="T14" fmla="*/ 0 60000 65536"/>
              <a:gd name="T15" fmla="*/ 0 60000 65536"/>
              <a:gd name="T16" fmla="*/ 0 60000 65536"/>
              <a:gd name="T17" fmla="*/ 0 60000 65536"/>
              <a:gd name="T18" fmla="*/ 0 60000 65536"/>
              <a:gd name="T19" fmla="*/ 0 60000 65536"/>
              <a:gd name="T20" fmla="*/ 0 60000 65536"/>
              <a:gd name="T21" fmla="*/ 0 w 11"/>
              <a:gd name="T22" fmla="*/ 0 h 8"/>
              <a:gd name="T23" fmla="*/ 11 w 11"/>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8">
                <a:moveTo>
                  <a:pt x="8" y="0"/>
                </a:moveTo>
                <a:lnTo>
                  <a:pt x="10" y="4"/>
                </a:lnTo>
                <a:lnTo>
                  <a:pt x="7" y="7"/>
                </a:lnTo>
                <a:lnTo>
                  <a:pt x="1" y="5"/>
                </a:lnTo>
                <a:lnTo>
                  <a:pt x="0" y="2"/>
                </a:lnTo>
                <a:lnTo>
                  <a:pt x="4" y="0"/>
                </a:lnTo>
                <a:lnTo>
                  <a:pt x="8" y="0"/>
                </a:lnTo>
              </a:path>
            </a:pathLst>
          </a:custGeom>
          <a:solidFill>
            <a:srgbClr val="FDE3BA"/>
          </a:solidFill>
          <a:ln w="12700" cap="rnd">
            <a:solidFill>
              <a:srgbClr val="000000"/>
            </a:solidFill>
            <a:round/>
            <a:headEnd/>
            <a:tailEnd/>
          </a:ln>
        </p:spPr>
        <p:txBody>
          <a:bodyPr/>
          <a:lstStyle/>
          <a:p>
            <a:endParaRPr lang="en-US"/>
          </a:p>
        </p:txBody>
      </p:sp>
      <p:sp>
        <p:nvSpPr>
          <p:cNvPr id="6217" name="Freeform 503"/>
          <p:cNvSpPr>
            <a:spLocks/>
          </p:cNvSpPr>
          <p:nvPr/>
        </p:nvSpPr>
        <p:spPr bwMode="auto">
          <a:xfrm>
            <a:off x="7171998" y="4929550"/>
            <a:ext cx="45404" cy="21727"/>
          </a:xfrm>
          <a:custGeom>
            <a:avLst/>
            <a:gdLst>
              <a:gd name="T0" fmla="*/ 0 w 26"/>
              <a:gd name="T1" fmla="*/ 5 h 11"/>
              <a:gd name="T2" fmla="*/ 1 w 26"/>
              <a:gd name="T3" fmla="*/ 1 h 11"/>
              <a:gd name="T4" fmla="*/ 5 w 26"/>
              <a:gd name="T5" fmla="*/ 0 h 11"/>
              <a:gd name="T6" fmla="*/ 11 w 26"/>
              <a:gd name="T7" fmla="*/ 2 h 11"/>
              <a:gd name="T8" fmla="*/ 16 w 26"/>
              <a:gd name="T9" fmla="*/ 5 h 11"/>
              <a:gd name="T10" fmla="*/ 22 w 26"/>
              <a:gd name="T11" fmla="*/ 6 h 11"/>
              <a:gd name="T12" fmla="*/ 25 w 26"/>
              <a:gd name="T13" fmla="*/ 7 h 11"/>
              <a:gd name="T14" fmla="*/ 24 w 26"/>
              <a:gd name="T15" fmla="*/ 8 h 11"/>
              <a:gd name="T16" fmla="*/ 16 w 26"/>
              <a:gd name="T17" fmla="*/ 10 h 11"/>
              <a:gd name="T18" fmla="*/ 5 w 26"/>
              <a:gd name="T19" fmla="*/ 7 h 11"/>
              <a:gd name="T20" fmla="*/ 0 w 26"/>
              <a:gd name="T21" fmla="*/ 5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
              <a:gd name="T34" fmla="*/ 0 h 11"/>
              <a:gd name="T35" fmla="*/ 26 w 26"/>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 h="11">
                <a:moveTo>
                  <a:pt x="0" y="5"/>
                </a:moveTo>
                <a:lnTo>
                  <a:pt x="1" y="1"/>
                </a:lnTo>
                <a:lnTo>
                  <a:pt x="5" y="0"/>
                </a:lnTo>
                <a:lnTo>
                  <a:pt x="11" y="2"/>
                </a:lnTo>
                <a:lnTo>
                  <a:pt x="16" y="5"/>
                </a:lnTo>
                <a:lnTo>
                  <a:pt x="22" y="6"/>
                </a:lnTo>
                <a:lnTo>
                  <a:pt x="25" y="7"/>
                </a:lnTo>
                <a:lnTo>
                  <a:pt x="24" y="8"/>
                </a:lnTo>
                <a:lnTo>
                  <a:pt x="16" y="10"/>
                </a:lnTo>
                <a:lnTo>
                  <a:pt x="5" y="7"/>
                </a:lnTo>
                <a:lnTo>
                  <a:pt x="0" y="5"/>
                </a:lnTo>
              </a:path>
            </a:pathLst>
          </a:custGeom>
          <a:solidFill>
            <a:srgbClr val="FDE3BA"/>
          </a:solidFill>
          <a:ln w="12700" cap="rnd">
            <a:solidFill>
              <a:srgbClr val="000000"/>
            </a:solidFill>
            <a:round/>
            <a:headEnd/>
            <a:tailEnd/>
          </a:ln>
        </p:spPr>
        <p:txBody>
          <a:bodyPr/>
          <a:lstStyle/>
          <a:p>
            <a:endParaRPr lang="en-US"/>
          </a:p>
        </p:txBody>
      </p:sp>
      <p:sp>
        <p:nvSpPr>
          <p:cNvPr id="6218" name="Freeform 504"/>
          <p:cNvSpPr>
            <a:spLocks/>
          </p:cNvSpPr>
          <p:nvPr/>
        </p:nvSpPr>
        <p:spPr bwMode="auto">
          <a:xfrm>
            <a:off x="7151043" y="4969054"/>
            <a:ext cx="40164" cy="17776"/>
          </a:xfrm>
          <a:custGeom>
            <a:avLst/>
            <a:gdLst>
              <a:gd name="T0" fmla="*/ 0 w 23"/>
              <a:gd name="T1" fmla="*/ 0 h 9"/>
              <a:gd name="T2" fmla="*/ 2 w 23"/>
              <a:gd name="T3" fmla="*/ 0 h 9"/>
              <a:gd name="T4" fmla="*/ 12 w 23"/>
              <a:gd name="T5" fmla="*/ 1 h 9"/>
              <a:gd name="T6" fmla="*/ 21 w 23"/>
              <a:gd name="T7" fmla="*/ 5 h 9"/>
              <a:gd name="T8" fmla="*/ 22 w 23"/>
              <a:gd name="T9" fmla="*/ 8 h 9"/>
              <a:gd name="T10" fmla="*/ 19 w 23"/>
              <a:gd name="T11" fmla="*/ 8 h 9"/>
              <a:gd name="T12" fmla="*/ 11 w 23"/>
              <a:gd name="T13" fmla="*/ 7 h 9"/>
              <a:gd name="T14" fmla="*/ 3 w 23"/>
              <a:gd name="T15" fmla="*/ 3 h 9"/>
              <a:gd name="T16" fmla="*/ 0 w 23"/>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9"/>
              <a:gd name="T29" fmla="*/ 23 w 23"/>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9">
                <a:moveTo>
                  <a:pt x="0" y="0"/>
                </a:moveTo>
                <a:lnTo>
                  <a:pt x="2" y="0"/>
                </a:lnTo>
                <a:lnTo>
                  <a:pt x="12" y="1"/>
                </a:lnTo>
                <a:lnTo>
                  <a:pt x="21" y="5"/>
                </a:lnTo>
                <a:lnTo>
                  <a:pt x="22" y="8"/>
                </a:lnTo>
                <a:lnTo>
                  <a:pt x="19" y="8"/>
                </a:lnTo>
                <a:lnTo>
                  <a:pt x="11" y="7"/>
                </a:lnTo>
                <a:lnTo>
                  <a:pt x="3" y="3"/>
                </a:lnTo>
                <a:lnTo>
                  <a:pt x="0" y="0"/>
                </a:lnTo>
              </a:path>
            </a:pathLst>
          </a:custGeom>
          <a:solidFill>
            <a:srgbClr val="FDE3BA"/>
          </a:solidFill>
          <a:ln w="12700" cap="rnd">
            <a:solidFill>
              <a:schemeClr val="tx1"/>
            </a:solidFill>
            <a:round/>
            <a:headEnd/>
            <a:tailEnd/>
          </a:ln>
        </p:spPr>
        <p:txBody>
          <a:bodyPr/>
          <a:lstStyle/>
          <a:p>
            <a:endParaRPr lang="en-US"/>
          </a:p>
        </p:txBody>
      </p:sp>
      <p:sp>
        <p:nvSpPr>
          <p:cNvPr id="6219" name="Freeform 505"/>
          <p:cNvSpPr>
            <a:spLocks/>
          </p:cNvSpPr>
          <p:nvPr/>
        </p:nvSpPr>
        <p:spPr bwMode="auto">
          <a:xfrm>
            <a:off x="7151043" y="4660921"/>
            <a:ext cx="146689" cy="213323"/>
          </a:xfrm>
          <a:custGeom>
            <a:avLst/>
            <a:gdLst>
              <a:gd name="T0" fmla="*/ 8 w 84"/>
              <a:gd name="T1" fmla="*/ 78 h 108"/>
              <a:gd name="T2" fmla="*/ 2 w 84"/>
              <a:gd name="T3" fmla="*/ 68 h 108"/>
              <a:gd name="T4" fmla="*/ 0 w 84"/>
              <a:gd name="T5" fmla="*/ 53 h 108"/>
              <a:gd name="T6" fmla="*/ 6 w 84"/>
              <a:gd name="T7" fmla="*/ 48 h 108"/>
              <a:gd name="T8" fmla="*/ 9 w 84"/>
              <a:gd name="T9" fmla="*/ 39 h 108"/>
              <a:gd name="T10" fmla="*/ 12 w 84"/>
              <a:gd name="T11" fmla="*/ 31 h 108"/>
              <a:gd name="T12" fmla="*/ 13 w 84"/>
              <a:gd name="T13" fmla="*/ 15 h 108"/>
              <a:gd name="T14" fmla="*/ 22 w 84"/>
              <a:gd name="T15" fmla="*/ 6 h 108"/>
              <a:gd name="T16" fmla="*/ 30 w 84"/>
              <a:gd name="T17" fmla="*/ 2 h 108"/>
              <a:gd name="T18" fmla="*/ 34 w 84"/>
              <a:gd name="T19" fmla="*/ 10 h 108"/>
              <a:gd name="T20" fmla="*/ 55 w 84"/>
              <a:gd name="T21" fmla="*/ 11 h 108"/>
              <a:gd name="T22" fmla="*/ 69 w 84"/>
              <a:gd name="T23" fmla="*/ 7 h 108"/>
              <a:gd name="T24" fmla="*/ 81 w 84"/>
              <a:gd name="T25" fmla="*/ 0 h 108"/>
              <a:gd name="T26" fmla="*/ 81 w 84"/>
              <a:gd name="T27" fmla="*/ 7 h 108"/>
              <a:gd name="T28" fmla="*/ 67 w 84"/>
              <a:gd name="T29" fmla="*/ 19 h 108"/>
              <a:gd name="T30" fmla="*/ 55 w 84"/>
              <a:gd name="T31" fmla="*/ 23 h 108"/>
              <a:gd name="T32" fmla="*/ 40 w 84"/>
              <a:gd name="T33" fmla="*/ 16 h 108"/>
              <a:gd name="T34" fmla="*/ 22 w 84"/>
              <a:gd name="T35" fmla="*/ 23 h 108"/>
              <a:gd name="T36" fmla="*/ 21 w 84"/>
              <a:gd name="T37" fmla="*/ 40 h 108"/>
              <a:gd name="T38" fmla="*/ 32 w 84"/>
              <a:gd name="T39" fmla="*/ 45 h 108"/>
              <a:gd name="T40" fmla="*/ 37 w 84"/>
              <a:gd name="T41" fmla="*/ 37 h 108"/>
              <a:gd name="T42" fmla="*/ 52 w 84"/>
              <a:gd name="T43" fmla="*/ 33 h 108"/>
              <a:gd name="T44" fmla="*/ 51 w 84"/>
              <a:gd name="T45" fmla="*/ 34 h 108"/>
              <a:gd name="T46" fmla="*/ 39 w 84"/>
              <a:gd name="T47" fmla="*/ 52 h 108"/>
              <a:gd name="T48" fmla="*/ 47 w 84"/>
              <a:gd name="T49" fmla="*/ 68 h 108"/>
              <a:gd name="T50" fmla="*/ 50 w 84"/>
              <a:gd name="T51" fmla="*/ 81 h 108"/>
              <a:gd name="T52" fmla="*/ 52 w 84"/>
              <a:gd name="T53" fmla="*/ 91 h 108"/>
              <a:gd name="T54" fmla="*/ 41 w 84"/>
              <a:gd name="T55" fmla="*/ 92 h 108"/>
              <a:gd name="T56" fmla="*/ 29 w 84"/>
              <a:gd name="T57" fmla="*/ 80 h 108"/>
              <a:gd name="T58" fmla="*/ 25 w 84"/>
              <a:gd name="T59" fmla="*/ 70 h 108"/>
              <a:gd name="T60" fmla="*/ 25 w 84"/>
              <a:gd name="T61" fmla="*/ 63 h 108"/>
              <a:gd name="T62" fmla="*/ 21 w 84"/>
              <a:gd name="T63" fmla="*/ 67 h 108"/>
              <a:gd name="T64" fmla="*/ 19 w 84"/>
              <a:gd name="T65" fmla="*/ 74 h 108"/>
              <a:gd name="T66" fmla="*/ 20 w 84"/>
              <a:gd name="T67" fmla="*/ 96 h 108"/>
              <a:gd name="T68" fmla="*/ 14 w 84"/>
              <a:gd name="T69" fmla="*/ 105 h 108"/>
              <a:gd name="T70" fmla="*/ 10 w 84"/>
              <a:gd name="T71" fmla="*/ 107 h 108"/>
              <a:gd name="T72" fmla="*/ 7 w 84"/>
              <a:gd name="T73" fmla="*/ 92 h 10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4"/>
              <a:gd name="T112" fmla="*/ 0 h 108"/>
              <a:gd name="T113" fmla="*/ 84 w 84"/>
              <a:gd name="T114" fmla="*/ 108 h 10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4" h="108">
                <a:moveTo>
                  <a:pt x="6" y="89"/>
                </a:moveTo>
                <a:lnTo>
                  <a:pt x="8" y="78"/>
                </a:lnTo>
                <a:lnTo>
                  <a:pt x="7" y="72"/>
                </a:lnTo>
                <a:lnTo>
                  <a:pt x="2" y="68"/>
                </a:lnTo>
                <a:lnTo>
                  <a:pt x="0" y="61"/>
                </a:lnTo>
                <a:lnTo>
                  <a:pt x="0" y="53"/>
                </a:lnTo>
                <a:lnTo>
                  <a:pt x="2" y="49"/>
                </a:lnTo>
                <a:lnTo>
                  <a:pt x="6" y="48"/>
                </a:lnTo>
                <a:lnTo>
                  <a:pt x="7" y="43"/>
                </a:lnTo>
                <a:lnTo>
                  <a:pt x="9" y="39"/>
                </a:lnTo>
                <a:lnTo>
                  <a:pt x="12" y="36"/>
                </a:lnTo>
                <a:lnTo>
                  <a:pt x="12" y="31"/>
                </a:lnTo>
                <a:lnTo>
                  <a:pt x="13" y="23"/>
                </a:lnTo>
                <a:lnTo>
                  <a:pt x="13" y="15"/>
                </a:lnTo>
                <a:lnTo>
                  <a:pt x="17" y="10"/>
                </a:lnTo>
                <a:lnTo>
                  <a:pt x="22" y="6"/>
                </a:lnTo>
                <a:lnTo>
                  <a:pt x="26" y="2"/>
                </a:lnTo>
                <a:lnTo>
                  <a:pt x="30" y="2"/>
                </a:lnTo>
                <a:lnTo>
                  <a:pt x="33" y="7"/>
                </a:lnTo>
                <a:lnTo>
                  <a:pt x="34" y="10"/>
                </a:lnTo>
                <a:lnTo>
                  <a:pt x="41" y="10"/>
                </a:lnTo>
                <a:lnTo>
                  <a:pt x="55" y="11"/>
                </a:lnTo>
                <a:lnTo>
                  <a:pt x="64" y="10"/>
                </a:lnTo>
                <a:lnTo>
                  <a:pt x="69" y="7"/>
                </a:lnTo>
                <a:lnTo>
                  <a:pt x="74" y="2"/>
                </a:lnTo>
                <a:lnTo>
                  <a:pt x="81" y="0"/>
                </a:lnTo>
                <a:lnTo>
                  <a:pt x="83" y="3"/>
                </a:lnTo>
                <a:lnTo>
                  <a:pt x="81" y="7"/>
                </a:lnTo>
                <a:lnTo>
                  <a:pt x="74" y="12"/>
                </a:lnTo>
                <a:lnTo>
                  <a:pt x="67" y="19"/>
                </a:lnTo>
                <a:lnTo>
                  <a:pt x="60" y="23"/>
                </a:lnTo>
                <a:lnTo>
                  <a:pt x="55" y="23"/>
                </a:lnTo>
                <a:lnTo>
                  <a:pt x="50" y="19"/>
                </a:lnTo>
                <a:lnTo>
                  <a:pt x="40" y="16"/>
                </a:lnTo>
                <a:lnTo>
                  <a:pt x="30" y="17"/>
                </a:lnTo>
                <a:lnTo>
                  <a:pt x="22" y="23"/>
                </a:lnTo>
                <a:lnTo>
                  <a:pt x="20" y="31"/>
                </a:lnTo>
                <a:lnTo>
                  <a:pt x="21" y="40"/>
                </a:lnTo>
                <a:lnTo>
                  <a:pt x="27" y="45"/>
                </a:lnTo>
                <a:lnTo>
                  <a:pt x="32" y="45"/>
                </a:lnTo>
                <a:lnTo>
                  <a:pt x="33" y="41"/>
                </a:lnTo>
                <a:lnTo>
                  <a:pt x="37" y="37"/>
                </a:lnTo>
                <a:lnTo>
                  <a:pt x="45" y="36"/>
                </a:lnTo>
                <a:lnTo>
                  <a:pt x="52" y="33"/>
                </a:lnTo>
                <a:lnTo>
                  <a:pt x="54" y="33"/>
                </a:lnTo>
                <a:lnTo>
                  <a:pt x="51" y="34"/>
                </a:lnTo>
                <a:lnTo>
                  <a:pt x="45" y="42"/>
                </a:lnTo>
                <a:lnTo>
                  <a:pt x="39" y="52"/>
                </a:lnTo>
                <a:lnTo>
                  <a:pt x="41" y="61"/>
                </a:lnTo>
                <a:lnTo>
                  <a:pt x="47" y="68"/>
                </a:lnTo>
                <a:lnTo>
                  <a:pt x="48" y="72"/>
                </a:lnTo>
                <a:lnTo>
                  <a:pt x="50" y="81"/>
                </a:lnTo>
                <a:lnTo>
                  <a:pt x="53" y="88"/>
                </a:lnTo>
                <a:lnTo>
                  <a:pt x="52" y="91"/>
                </a:lnTo>
                <a:lnTo>
                  <a:pt x="46" y="92"/>
                </a:lnTo>
                <a:lnTo>
                  <a:pt x="41" y="92"/>
                </a:lnTo>
                <a:lnTo>
                  <a:pt x="36" y="85"/>
                </a:lnTo>
                <a:lnTo>
                  <a:pt x="29" y="80"/>
                </a:lnTo>
                <a:lnTo>
                  <a:pt x="26" y="76"/>
                </a:lnTo>
                <a:lnTo>
                  <a:pt x="25" y="70"/>
                </a:lnTo>
                <a:lnTo>
                  <a:pt x="25" y="65"/>
                </a:lnTo>
                <a:lnTo>
                  <a:pt x="25" y="63"/>
                </a:lnTo>
                <a:lnTo>
                  <a:pt x="23" y="64"/>
                </a:lnTo>
                <a:lnTo>
                  <a:pt x="21" y="67"/>
                </a:lnTo>
                <a:lnTo>
                  <a:pt x="20" y="70"/>
                </a:lnTo>
                <a:lnTo>
                  <a:pt x="19" y="74"/>
                </a:lnTo>
                <a:lnTo>
                  <a:pt x="19" y="82"/>
                </a:lnTo>
                <a:lnTo>
                  <a:pt x="20" y="96"/>
                </a:lnTo>
                <a:lnTo>
                  <a:pt x="17" y="103"/>
                </a:lnTo>
                <a:lnTo>
                  <a:pt x="14" y="105"/>
                </a:lnTo>
                <a:lnTo>
                  <a:pt x="12" y="107"/>
                </a:lnTo>
                <a:lnTo>
                  <a:pt x="10" y="107"/>
                </a:lnTo>
                <a:lnTo>
                  <a:pt x="9" y="103"/>
                </a:lnTo>
                <a:lnTo>
                  <a:pt x="7" y="92"/>
                </a:lnTo>
                <a:lnTo>
                  <a:pt x="6" y="89"/>
                </a:lnTo>
              </a:path>
            </a:pathLst>
          </a:custGeom>
          <a:solidFill>
            <a:srgbClr val="FDE3BA"/>
          </a:solidFill>
          <a:ln w="12700" cap="rnd">
            <a:solidFill>
              <a:schemeClr val="tx1"/>
            </a:solidFill>
            <a:round/>
            <a:headEnd/>
            <a:tailEnd/>
          </a:ln>
        </p:spPr>
        <p:txBody>
          <a:bodyPr/>
          <a:lstStyle/>
          <a:p>
            <a:endParaRPr lang="en-US"/>
          </a:p>
        </p:txBody>
      </p:sp>
      <p:sp>
        <p:nvSpPr>
          <p:cNvPr id="6220" name="Freeform 506"/>
          <p:cNvSpPr>
            <a:spLocks/>
          </p:cNvSpPr>
          <p:nvPr/>
        </p:nvSpPr>
        <p:spPr bwMode="auto">
          <a:xfrm>
            <a:off x="7231372" y="4850541"/>
            <a:ext cx="12224" cy="15802"/>
          </a:xfrm>
          <a:custGeom>
            <a:avLst/>
            <a:gdLst>
              <a:gd name="T0" fmla="*/ 3 w 7"/>
              <a:gd name="T1" fmla="*/ 7 h 8"/>
              <a:gd name="T2" fmla="*/ 5 w 7"/>
              <a:gd name="T3" fmla="*/ 6 h 8"/>
              <a:gd name="T4" fmla="*/ 6 w 7"/>
              <a:gd name="T5" fmla="*/ 3 h 8"/>
              <a:gd name="T6" fmla="*/ 5 w 7"/>
              <a:gd name="T7" fmla="*/ 1 h 8"/>
              <a:gd name="T8" fmla="*/ 3 w 7"/>
              <a:gd name="T9" fmla="*/ 0 h 8"/>
              <a:gd name="T10" fmla="*/ 1 w 7"/>
              <a:gd name="T11" fmla="*/ 1 h 8"/>
              <a:gd name="T12" fmla="*/ 0 w 7"/>
              <a:gd name="T13" fmla="*/ 3 h 8"/>
              <a:gd name="T14" fmla="*/ 1 w 7"/>
              <a:gd name="T15" fmla="*/ 6 h 8"/>
              <a:gd name="T16" fmla="*/ 3 w 7"/>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8"/>
              <a:gd name="T29" fmla="*/ 7 w 7"/>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8">
                <a:moveTo>
                  <a:pt x="3" y="7"/>
                </a:moveTo>
                <a:lnTo>
                  <a:pt x="5" y="6"/>
                </a:lnTo>
                <a:lnTo>
                  <a:pt x="6" y="3"/>
                </a:lnTo>
                <a:lnTo>
                  <a:pt x="5" y="1"/>
                </a:lnTo>
                <a:lnTo>
                  <a:pt x="3" y="0"/>
                </a:lnTo>
                <a:lnTo>
                  <a:pt x="1" y="1"/>
                </a:lnTo>
                <a:lnTo>
                  <a:pt x="0" y="3"/>
                </a:lnTo>
                <a:lnTo>
                  <a:pt x="1" y="6"/>
                </a:lnTo>
                <a:lnTo>
                  <a:pt x="3" y="7"/>
                </a:lnTo>
              </a:path>
            </a:pathLst>
          </a:custGeom>
          <a:solidFill>
            <a:srgbClr val="FDE3BA"/>
          </a:solidFill>
          <a:ln w="12700" cap="rnd">
            <a:solidFill>
              <a:srgbClr val="000000"/>
            </a:solidFill>
            <a:round/>
            <a:headEnd/>
            <a:tailEnd/>
          </a:ln>
        </p:spPr>
        <p:txBody>
          <a:bodyPr/>
          <a:lstStyle/>
          <a:p>
            <a:endParaRPr lang="en-US"/>
          </a:p>
        </p:txBody>
      </p:sp>
      <p:sp>
        <p:nvSpPr>
          <p:cNvPr id="6221" name="Freeform 507"/>
          <p:cNvSpPr>
            <a:spLocks/>
          </p:cNvSpPr>
          <p:nvPr/>
        </p:nvSpPr>
        <p:spPr bwMode="auto">
          <a:xfrm>
            <a:off x="7250581" y="4854492"/>
            <a:ext cx="12225" cy="15802"/>
          </a:xfrm>
          <a:custGeom>
            <a:avLst/>
            <a:gdLst>
              <a:gd name="T0" fmla="*/ 3 w 7"/>
              <a:gd name="T1" fmla="*/ 7 h 8"/>
              <a:gd name="T2" fmla="*/ 6 w 7"/>
              <a:gd name="T3" fmla="*/ 5 h 8"/>
              <a:gd name="T4" fmla="*/ 6 w 7"/>
              <a:gd name="T5" fmla="*/ 3 h 8"/>
              <a:gd name="T6" fmla="*/ 6 w 7"/>
              <a:gd name="T7" fmla="*/ 1 h 8"/>
              <a:gd name="T8" fmla="*/ 3 w 7"/>
              <a:gd name="T9" fmla="*/ 0 h 8"/>
              <a:gd name="T10" fmla="*/ 1 w 7"/>
              <a:gd name="T11" fmla="*/ 1 h 8"/>
              <a:gd name="T12" fmla="*/ 0 w 7"/>
              <a:gd name="T13" fmla="*/ 3 h 8"/>
              <a:gd name="T14" fmla="*/ 1 w 7"/>
              <a:gd name="T15" fmla="*/ 5 h 8"/>
              <a:gd name="T16" fmla="*/ 3 w 7"/>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8"/>
              <a:gd name="T29" fmla="*/ 7 w 7"/>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8">
                <a:moveTo>
                  <a:pt x="3" y="7"/>
                </a:moveTo>
                <a:lnTo>
                  <a:pt x="6" y="5"/>
                </a:lnTo>
                <a:lnTo>
                  <a:pt x="6" y="3"/>
                </a:lnTo>
                <a:lnTo>
                  <a:pt x="6" y="1"/>
                </a:lnTo>
                <a:lnTo>
                  <a:pt x="3" y="0"/>
                </a:lnTo>
                <a:lnTo>
                  <a:pt x="1" y="1"/>
                </a:lnTo>
                <a:lnTo>
                  <a:pt x="0" y="3"/>
                </a:lnTo>
                <a:lnTo>
                  <a:pt x="1" y="5"/>
                </a:lnTo>
                <a:lnTo>
                  <a:pt x="3" y="7"/>
                </a:lnTo>
              </a:path>
            </a:pathLst>
          </a:custGeom>
          <a:solidFill>
            <a:srgbClr val="FDE3BA"/>
          </a:solidFill>
          <a:ln w="12700" cap="rnd">
            <a:solidFill>
              <a:srgbClr val="000000"/>
            </a:solidFill>
            <a:round/>
            <a:headEnd/>
            <a:tailEnd/>
          </a:ln>
        </p:spPr>
        <p:txBody>
          <a:bodyPr/>
          <a:lstStyle/>
          <a:p>
            <a:endParaRPr lang="en-US"/>
          </a:p>
        </p:txBody>
      </p:sp>
      <p:sp>
        <p:nvSpPr>
          <p:cNvPr id="6222" name="Freeform 508"/>
          <p:cNvSpPr>
            <a:spLocks/>
          </p:cNvSpPr>
          <p:nvPr/>
        </p:nvSpPr>
        <p:spPr bwMode="auto">
          <a:xfrm>
            <a:off x="7236611" y="4737954"/>
            <a:ext cx="13970" cy="13827"/>
          </a:xfrm>
          <a:custGeom>
            <a:avLst/>
            <a:gdLst>
              <a:gd name="T0" fmla="*/ 3 w 8"/>
              <a:gd name="T1" fmla="*/ 6 h 7"/>
              <a:gd name="T2" fmla="*/ 6 w 8"/>
              <a:gd name="T3" fmla="*/ 5 h 7"/>
              <a:gd name="T4" fmla="*/ 7 w 8"/>
              <a:gd name="T5" fmla="*/ 3 h 7"/>
              <a:gd name="T6" fmla="*/ 6 w 8"/>
              <a:gd name="T7" fmla="*/ 1 h 7"/>
              <a:gd name="T8" fmla="*/ 3 w 8"/>
              <a:gd name="T9" fmla="*/ 0 h 7"/>
              <a:gd name="T10" fmla="*/ 1 w 8"/>
              <a:gd name="T11" fmla="*/ 1 h 7"/>
              <a:gd name="T12" fmla="*/ 0 w 8"/>
              <a:gd name="T13" fmla="*/ 3 h 7"/>
              <a:gd name="T14" fmla="*/ 1 w 8"/>
              <a:gd name="T15" fmla="*/ 5 h 7"/>
              <a:gd name="T16" fmla="*/ 3 w 8"/>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7"/>
              <a:gd name="T29" fmla="*/ 8 w 8"/>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7">
                <a:moveTo>
                  <a:pt x="3" y="6"/>
                </a:moveTo>
                <a:lnTo>
                  <a:pt x="6" y="5"/>
                </a:lnTo>
                <a:lnTo>
                  <a:pt x="7" y="3"/>
                </a:lnTo>
                <a:lnTo>
                  <a:pt x="6" y="1"/>
                </a:lnTo>
                <a:lnTo>
                  <a:pt x="3" y="0"/>
                </a:lnTo>
                <a:lnTo>
                  <a:pt x="1" y="1"/>
                </a:lnTo>
                <a:lnTo>
                  <a:pt x="0" y="3"/>
                </a:lnTo>
                <a:lnTo>
                  <a:pt x="1" y="5"/>
                </a:lnTo>
                <a:lnTo>
                  <a:pt x="3" y="6"/>
                </a:lnTo>
              </a:path>
            </a:pathLst>
          </a:custGeom>
          <a:solidFill>
            <a:srgbClr val="FDE3BA"/>
          </a:solidFill>
          <a:ln w="12700" cap="rnd">
            <a:solidFill>
              <a:srgbClr val="000000"/>
            </a:solidFill>
            <a:round/>
            <a:headEnd/>
            <a:tailEnd/>
          </a:ln>
        </p:spPr>
        <p:txBody>
          <a:bodyPr/>
          <a:lstStyle/>
          <a:p>
            <a:endParaRPr lang="en-US"/>
          </a:p>
        </p:txBody>
      </p:sp>
      <p:sp>
        <p:nvSpPr>
          <p:cNvPr id="6223" name="Freeform 509"/>
          <p:cNvSpPr>
            <a:spLocks/>
          </p:cNvSpPr>
          <p:nvPr/>
        </p:nvSpPr>
        <p:spPr bwMode="auto">
          <a:xfrm>
            <a:off x="6932755" y="4504879"/>
            <a:ext cx="234004" cy="306158"/>
          </a:xfrm>
          <a:custGeom>
            <a:avLst/>
            <a:gdLst>
              <a:gd name="T0" fmla="*/ 54 w 134"/>
              <a:gd name="T1" fmla="*/ 142 h 155"/>
              <a:gd name="T2" fmla="*/ 46 w 134"/>
              <a:gd name="T3" fmla="*/ 152 h 155"/>
              <a:gd name="T4" fmla="*/ 35 w 134"/>
              <a:gd name="T5" fmla="*/ 144 h 155"/>
              <a:gd name="T6" fmla="*/ 21 w 134"/>
              <a:gd name="T7" fmla="*/ 144 h 155"/>
              <a:gd name="T8" fmla="*/ 19 w 134"/>
              <a:gd name="T9" fmla="*/ 130 h 155"/>
              <a:gd name="T10" fmla="*/ 9 w 134"/>
              <a:gd name="T11" fmla="*/ 120 h 155"/>
              <a:gd name="T12" fmla="*/ 0 w 134"/>
              <a:gd name="T13" fmla="*/ 104 h 155"/>
              <a:gd name="T14" fmla="*/ 8 w 134"/>
              <a:gd name="T15" fmla="*/ 97 h 155"/>
              <a:gd name="T16" fmla="*/ 0 w 134"/>
              <a:gd name="T17" fmla="*/ 88 h 155"/>
              <a:gd name="T18" fmla="*/ 4 w 134"/>
              <a:gd name="T19" fmla="*/ 78 h 155"/>
              <a:gd name="T20" fmla="*/ 20 w 134"/>
              <a:gd name="T21" fmla="*/ 77 h 155"/>
              <a:gd name="T22" fmla="*/ 31 w 134"/>
              <a:gd name="T23" fmla="*/ 80 h 155"/>
              <a:gd name="T24" fmla="*/ 33 w 134"/>
              <a:gd name="T25" fmla="*/ 69 h 155"/>
              <a:gd name="T26" fmla="*/ 43 w 134"/>
              <a:gd name="T27" fmla="*/ 63 h 155"/>
              <a:gd name="T28" fmla="*/ 55 w 134"/>
              <a:gd name="T29" fmla="*/ 57 h 155"/>
              <a:gd name="T30" fmla="*/ 66 w 134"/>
              <a:gd name="T31" fmla="*/ 43 h 155"/>
              <a:gd name="T32" fmla="*/ 81 w 134"/>
              <a:gd name="T33" fmla="*/ 37 h 155"/>
              <a:gd name="T34" fmla="*/ 83 w 134"/>
              <a:gd name="T35" fmla="*/ 26 h 155"/>
              <a:gd name="T36" fmla="*/ 88 w 134"/>
              <a:gd name="T37" fmla="*/ 22 h 155"/>
              <a:gd name="T38" fmla="*/ 91 w 134"/>
              <a:gd name="T39" fmla="*/ 21 h 155"/>
              <a:gd name="T40" fmla="*/ 99 w 134"/>
              <a:gd name="T41" fmla="*/ 3 h 155"/>
              <a:gd name="T42" fmla="*/ 103 w 134"/>
              <a:gd name="T43" fmla="*/ 5 h 155"/>
              <a:gd name="T44" fmla="*/ 109 w 134"/>
              <a:gd name="T45" fmla="*/ 8 h 155"/>
              <a:gd name="T46" fmla="*/ 113 w 134"/>
              <a:gd name="T47" fmla="*/ 5 h 155"/>
              <a:gd name="T48" fmla="*/ 106 w 134"/>
              <a:gd name="T49" fmla="*/ 20 h 155"/>
              <a:gd name="T50" fmla="*/ 113 w 134"/>
              <a:gd name="T51" fmla="*/ 23 h 155"/>
              <a:gd name="T52" fmla="*/ 128 w 134"/>
              <a:gd name="T53" fmla="*/ 23 h 155"/>
              <a:gd name="T54" fmla="*/ 132 w 134"/>
              <a:gd name="T55" fmla="*/ 30 h 155"/>
              <a:gd name="T56" fmla="*/ 119 w 134"/>
              <a:gd name="T57" fmla="*/ 34 h 155"/>
              <a:gd name="T58" fmla="*/ 121 w 134"/>
              <a:gd name="T59" fmla="*/ 40 h 155"/>
              <a:gd name="T60" fmla="*/ 110 w 134"/>
              <a:gd name="T61" fmla="*/ 45 h 155"/>
              <a:gd name="T62" fmla="*/ 110 w 134"/>
              <a:gd name="T63" fmla="*/ 47 h 155"/>
              <a:gd name="T64" fmla="*/ 111 w 134"/>
              <a:gd name="T65" fmla="*/ 66 h 155"/>
              <a:gd name="T66" fmla="*/ 124 w 134"/>
              <a:gd name="T67" fmla="*/ 83 h 155"/>
              <a:gd name="T68" fmla="*/ 123 w 134"/>
              <a:gd name="T69" fmla="*/ 87 h 155"/>
              <a:gd name="T70" fmla="*/ 109 w 134"/>
              <a:gd name="T71" fmla="*/ 101 h 155"/>
              <a:gd name="T72" fmla="*/ 106 w 134"/>
              <a:gd name="T73" fmla="*/ 112 h 155"/>
              <a:gd name="T74" fmla="*/ 97 w 134"/>
              <a:gd name="T75" fmla="*/ 122 h 155"/>
              <a:gd name="T76" fmla="*/ 94 w 134"/>
              <a:gd name="T77" fmla="*/ 142 h 155"/>
              <a:gd name="T78" fmla="*/ 77 w 134"/>
              <a:gd name="T79" fmla="*/ 154 h 155"/>
              <a:gd name="T80" fmla="*/ 71 w 134"/>
              <a:gd name="T81" fmla="*/ 148 h 155"/>
              <a:gd name="T82" fmla="*/ 56 w 134"/>
              <a:gd name="T83" fmla="*/ 140 h 15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4"/>
              <a:gd name="T127" fmla="*/ 0 h 155"/>
              <a:gd name="T128" fmla="*/ 134 w 134"/>
              <a:gd name="T129" fmla="*/ 155 h 15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4" h="155">
                <a:moveTo>
                  <a:pt x="56" y="140"/>
                </a:moveTo>
                <a:lnTo>
                  <a:pt x="54" y="142"/>
                </a:lnTo>
                <a:lnTo>
                  <a:pt x="50" y="146"/>
                </a:lnTo>
                <a:lnTo>
                  <a:pt x="46" y="152"/>
                </a:lnTo>
                <a:lnTo>
                  <a:pt x="40" y="151"/>
                </a:lnTo>
                <a:lnTo>
                  <a:pt x="35" y="144"/>
                </a:lnTo>
                <a:lnTo>
                  <a:pt x="29" y="142"/>
                </a:lnTo>
                <a:lnTo>
                  <a:pt x="21" y="144"/>
                </a:lnTo>
                <a:lnTo>
                  <a:pt x="17" y="139"/>
                </a:lnTo>
                <a:lnTo>
                  <a:pt x="19" y="130"/>
                </a:lnTo>
                <a:lnTo>
                  <a:pt x="17" y="123"/>
                </a:lnTo>
                <a:lnTo>
                  <a:pt x="9" y="120"/>
                </a:lnTo>
                <a:lnTo>
                  <a:pt x="2" y="115"/>
                </a:lnTo>
                <a:lnTo>
                  <a:pt x="0" y="104"/>
                </a:lnTo>
                <a:lnTo>
                  <a:pt x="2" y="99"/>
                </a:lnTo>
                <a:lnTo>
                  <a:pt x="8" y="97"/>
                </a:lnTo>
                <a:lnTo>
                  <a:pt x="5" y="93"/>
                </a:lnTo>
                <a:lnTo>
                  <a:pt x="0" y="88"/>
                </a:lnTo>
                <a:lnTo>
                  <a:pt x="1" y="83"/>
                </a:lnTo>
                <a:lnTo>
                  <a:pt x="4" y="78"/>
                </a:lnTo>
                <a:lnTo>
                  <a:pt x="11" y="76"/>
                </a:lnTo>
                <a:lnTo>
                  <a:pt x="20" y="77"/>
                </a:lnTo>
                <a:lnTo>
                  <a:pt x="27" y="78"/>
                </a:lnTo>
                <a:lnTo>
                  <a:pt x="31" y="80"/>
                </a:lnTo>
                <a:lnTo>
                  <a:pt x="33" y="76"/>
                </a:lnTo>
                <a:lnTo>
                  <a:pt x="33" y="69"/>
                </a:lnTo>
                <a:lnTo>
                  <a:pt x="36" y="64"/>
                </a:lnTo>
                <a:lnTo>
                  <a:pt x="43" y="63"/>
                </a:lnTo>
                <a:lnTo>
                  <a:pt x="50" y="61"/>
                </a:lnTo>
                <a:lnTo>
                  <a:pt x="55" y="57"/>
                </a:lnTo>
                <a:lnTo>
                  <a:pt x="61" y="50"/>
                </a:lnTo>
                <a:lnTo>
                  <a:pt x="66" y="43"/>
                </a:lnTo>
                <a:lnTo>
                  <a:pt x="73" y="39"/>
                </a:lnTo>
                <a:lnTo>
                  <a:pt x="81" y="37"/>
                </a:lnTo>
                <a:lnTo>
                  <a:pt x="83" y="32"/>
                </a:lnTo>
                <a:lnTo>
                  <a:pt x="83" y="26"/>
                </a:lnTo>
                <a:lnTo>
                  <a:pt x="86" y="23"/>
                </a:lnTo>
                <a:lnTo>
                  <a:pt x="88" y="22"/>
                </a:lnTo>
                <a:lnTo>
                  <a:pt x="89" y="22"/>
                </a:lnTo>
                <a:lnTo>
                  <a:pt x="91" y="21"/>
                </a:lnTo>
                <a:lnTo>
                  <a:pt x="93" y="15"/>
                </a:lnTo>
                <a:lnTo>
                  <a:pt x="99" y="3"/>
                </a:lnTo>
                <a:lnTo>
                  <a:pt x="100" y="0"/>
                </a:lnTo>
                <a:lnTo>
                  <a:pt x="103" y="5"/>
                </a:lnTo>
                <a:lnTo>
                  <a:pt x="108" y="2"/>
                </a:lnTo>
                <a:lnTo>
                  <a:pt x="109" y="8"/>
                </a:lnTo>
                <a:lnTo>
                  <a:pt x="115" y="6"/>
                </a:lnTo>
                <a:lnTo>
                  <a:pt x="113" y="5"/>
                </a:lnTo>
                <a:lnTo>
                  <a:pt x="110" y="11"/>
                </a:lnTo>
                <a:lnTo>
                  <a:pt x="106" y="20"/>
                </a:lnTo>
                <a:lnTo>
                  <a:pt x="108" y="23"/>
                </a:lnTo>
                <a:lnTo>
                  <a:pt x="113" y="23"/>
                </a:lnTo>
                <a:lnTo>
                  <a:pt x="119" y="23"/>
                </a:lnTo>
                <a:lnTo>
                  <a:pt x="128" y="23"/>
                </a:lnTo>
                <a:lnTo>
                  <a:pt x="133" y="25"/>
                </a:lnTo>
                <a:lnTo>
                  <a:pt x="132" y="30"/>
                </a:lnTo>
                <a:lnTo>
                  <a:pt x="126" y="33"/>
                </a:lnTo>
                <a:lnTo>
                  <a:pt x="119" y="34"/>
                </a:lnTo>
                <a:lnTo>
                  <a:pt x="116" y="35"/>
                </a:lnTo>
                <a:lnTo>
                  <a:pt x="121" y="40"/>
                </a:lnTo>
                <a:lnTo>
                  <a:pt x="110" y="46"/>
                </a:lnTo>
                <a:lnTo>
                  <a:pt x="110" y="45"/>
                </a:lnTo>
                <a:lnTo>
                  <a:pt x="109" y="44"/>
                </a:lnTo>
                <a:lnTo>
                  <a:pt x="110" y="47"/>
                </a:lnTo>
                <a:lnTo>
                  <a:pt x="111" y="53"/>
                </a:lnTo>
                <a:lnTo>
                  <a:pt x="111" y="66"/>
                </a:lnTo>
                <a:lnTo>
                  <a:pt x="115" y="74"/>
                </a:lnTo>
                <a:lnTo>
                  <a:pt x="124" y="83"/>
                </a:lnTo>
                <a:lnTo>
                  <a:pt x="128" y="87"/>
                </a:lnTo>
                <a:lnTo>
                  <a:pt x="123" y="87"/>
                </a:lnTo>
                <a:lnTo>
                  <a:pt x="115" y="92"/>
                </a:lnTo>
                <a:lnTo>
                  <a:pt x="109" y="101"/>
                </a:lnTo>
                <a:lnTo>
                  <a:pt x="107" y="109"/>
                </a:lnTo>
                <a:lnTo>
                  <a:pt x="106" y="112"/>
                </a:lnTo>
                <a:lnTo>
                  <a:pt x="101" y="116"/>
                </a:lnTo>
                <a:lnTo>
                  <a:pt x="97" y="122"/>
                </a:lnTo>
                <a:lnTo>
                  <a:pt x="96" y="130"/>
                </a:lnTo>
                <a:lnTo>
                  <a:pt x="94" y="142"/>
                </a:lnTo>
                <a:lnTo>
                  <a:pt x="92" y="147"/>
                </a:lnTo>
                <a:lnTo>
                  <a:pt x="77" y="154"/>
                </a:lnTo>
                <a:lnTo>
                  <a:pt x="76" y="153"/>
                </a:lnTo>
                <a:lnTo>
                  <a:pt x="71" y="148"/>
                </a:lnTo>
                <a:lnTo>
                  <a:pt x="62" y="142"/>
                </a:lnTo>
                <a:lnTo>
                  <a:pt x="56" y="140"/>
                </a:lnTo>
              </a:path>
            </a:pathLst>
          </a:custGeom>
          <a:solidFill>
            <a:srgbClr val="FDE3BA"/>
          </a:solidFill>
          <a:ln w="12700" cap="rnd">
            <a:solidFill>
              <a:schemeClr val="tx1"/>
            </a:solidFill>
            <a:round/>
            <a:headEnd/>
            <a:tailEnd/>
          </a:ln>
        </p:spPr>
        <p:txBody>
          <a:bodyPr/>
          <a:lstStyle/>
          <a:p>
            <a:endParaRPr lang="en-US"/>
          </a:p>
        </p:txBody>
      </p:sp>
      <p:sp>
        <p:nvSpPr>
          <p:cNvPr id="6224" name="Freeform 510"/>
          <p:cNvSpPr>
            <a:spLocks/>
          </p:cNvSpPr>
          <p:nvPr/>
        </p:nvSpPr>
        <p:spPr bwMode="auto">
          <a:xfrm>
            <a:off x="6642869" y="4552284"/>
            <a:ext cx="242736" cy="319984"/>
          </a:xfrm>
          <a:custGeom>
            <a:avLst/>
            <a:gdLst>
              <a:gd name="T0" fmla="*/ 138 w 139"/>
              <a:gd name="T1" fmla="*/ 153 h 162"/>
              <a:gd name="T2" fmla="*/ 135 w 139"/>
              <a:gd name="T3" fmla="*/ 153 h 162"/>
              <a:gd name="T4" fmla="*/ 126 w 139"/>
              <a:gd name="T5" fmla="*/ 156 h 162"/>
              <a:gd name="T6" fmla="*/ 119 w 139"/>
              <a:gd name="T7" fmla="*/ 160 h 162"/>
              <a:gd name="T8" fmla="*/ 117 w 139"/>
              <a:gd name="T9" fmla="*/ 161 h 162"/>
              <a:gd name="T10" fmla="*/ 117 w 139"/>
              <a:gd name="T11" fmla="*/ 160 h 162"/>
              <a:gd name="T12" fmla="*/ 108 w 139"/>
              <a:gd name="T13" fmla="*/ 151 h 162"/>
              <a:gd name="T14" fmla="*/ 95 w 139"/>
              <a:gd name="T15" fmla="*/ 141 h 162"/>
              <a:gd name="T16" fmla="*/ 83 w 139"/>
              <a:gd name="T17" fmla="*/ 129 h 162"/>
              <a:gd name="T18" fmla="*/ 75 w 139"/>
              <a:gd name="T19" fmla="*/ 117 h 162"/>
              <a:gd name="T20" fmla="*/ 66 w 139"/>
              <a:gd name="T21" fmla="*/ 103 h 162"/>
              <a:gd name="T22" fmla="*/ 57 w 139"/>
              <a:gd name="T23" fmla="*/ 90 h 162"/>
              <a:gd name="T24" fmla="*/ 53 w 139"/>
              <a:gd name="T25" fmla="*/ 80 h 162"/>
              <a:gd name="T26" fmla="*/ 46 w 139"/>
              <a:gd name="T27" fmla="*/ 64 h 162"/>
              <a:gd name="T28" fmla="*/ 35 w 139"/>
              <a:gd name="T29" fmla="*/ 50 h 162"/>
              <a:gd name="T30" fmla="*/ 29 w 139"/>
              <a:gd name="T31" fmla="*/ 42 h 162"/>
              <a:gd name="T32" fmla="*/ 28 w 139"/>
              <a:gd name="T33" fmla="*/ 37 h 162"/>
              <a:gd name="T34" fmla="*/ 27 w 139"/>
              <a:gd name="T35" fmla="*/ 35 h 162"/>
              <a:gd name="T36" fmla="*/ 26 w 139"/>
              <a:gd name="T37" fmla="*/ 34 h 162"/>
              <a:gd name="T38" fmla="*/ 23 w 139"/>
              <a:gd name="T39" fmla="*/ 31 h 162"/>
              <a:gd name="T40" fmla="*/ 17 w 139"/>
              <a:gd name="T41" fmla="*/ 24 h 162"/>
              <a:gd name="T42" fmla="*/ 4 w 139"/>
              <a:gd name="T43" fmla="*/ 12 h 162"/>
              <a:gd name="T44" fmla="*/ 0 w 139"/>
              <a:gd name="T45" fmla="*/ 6 h 162"/>
              <a:gd name="T46" fmla="*/ 2 w 139"/>
              <a:gd name="T47" fmla="*/ 1 h 162"/>
              <a:gd name="T48" fmla="*/ 4 w 139"/>
              <a:gd name="T49" fmla="*/ 0 h 162"/>
              <a:gd name="T50" fmla="*/ 4 w 139"/>
              <a:gd name="T51" fmla="*/ 1 h 162"/>
              <a:gd name="T52" fmla="*/ 5 w 139"/>
              <a:gd name="T53" fmla="*/ 2 h 162"/>
              <a:gd name="T54" fmla="*/ 8 w 139"/>
              <a:gd name="T55" fmla="*/ 4 h 162"/>
              <a:gd name="T56" fmla="*/ 16 w 139"/>
              <a:gd name="T57" fmla="*/ 6 h 162"/>
              <a:gd name="T58" fmla="*/ 30 w 139"/>
              <a:gd name="T59" fmla="*/ 9 h 162"/>
              <a:gd name="T60" fmla="*/ 32 w 139"/>
              <a:gd name="T61" fmla="*/ 9 h 162"/>
              <a:gd name="T62" fmla="*/ 32 w 139"/>
              <a:gd name="T63" fmla="*/ 11 h 162"/>
              <a:gd name="T64" fmla="*/ 38 w 139"/>
              <a:gd name="T65" fmla="*/ 18 h 162"/>
              <a:gd name="T66" fmla="*/ 51 w 139"/>
              <a:gd name="T67" fmla="*/ 26 h 162"/>
              <a:gd name="T68" fmla="*/ 57 w 139"/>
              <a:gd name="T69" fmla="*/ 29 h 162"/>
              <a:gd name="T70" fmla="*/ 55 w 139"/>
              <a:gd name="T71" fmla="*/ 29 h 162"/>
              <a:gd name="T72" fmla="*/ 59 w 139"/>
              <a:gd name="T73" fmla="*/ 36 h 162"/>
              <a:gd name="T74" fmla="*/ 61 w 139"/>
              <a:gd name="T75" fmla="*/ 41 h 162"/>
              <a:gd name="T76" fmla="*/ 63 w 139"/>
              <a:gd name="T77" fmla="*/ 42 h 162"/>
              <a:gd name="T78" fmla="*/ 65 w 139"/>
              <a:gd name="T79" fmla="*/ 44 h 162"/>
              <a:gd name="T80" fmla="*/ 73 w 139"/>
              <a:gd name="T81" fmla="*/ 47 h 162"/>
              <a:gd name="T82" fmla="*/ 90 w 139"/>
              <a:gd name="T83" fmla="*/ 57 h 162"/>
              <a:gd name="T84" fmla="*/ 97 w 139"/>
              <a:gd name="T85" fmla="*/ 62 h 162"/>
              <a:gd name="T86" fmla="*/ 96 w 139"/>
              <a:gd name="T87" fmla="*/ 67 h 162"/>
              <a:gd name="T88" fmla="*/ 97 w 139"/>
              <a:gd name="T89" fmla="*/ 68 h 162"/>
              <a:gd name="T90" fmla="*/ 101 w 139"/>
              <a:gd name="T91" fmla="*/ 74 h 162"/>
              <a:gd name="T92" fmla="*/ 105 w 139"/>
              <a:gd name="T93" fmla="*/ 83 h 162"/>
              <a:gd name="T94" fmla="*/ 103 w 139"/>
              <a:gd name="T95" fmla="*/ 88 h 162"/>
              <a:gd name="T96" fmla="*/ 104 w 139"/>
              <a:gd name="T97" fmla="*/ 91 h 162"/>
              <a:gd name="T98" fmla="*/ 110 w 139"/>
              <a:gd name="T99" fmla="*/ 92 h 162"/>
              <a:gd name="T100" fmla="*/ 115 w 139"/>
              <a:gd name="T101" fmla="*/ 95 h 162"/>
              <a:gd name="T102" fmla="*/ 116 w 139"/>
              <a:gd name="T103" fmla="*/ 100 h 162"/>
              <a:gd name="T104" fmla="*/ 117 w 139"/>
              <a:gd name="T105" fmla="*/ 105 h 162"/>
              <a:gd name="T106" fmla="*/ 124 w 139"/>
              <a:gd name="T107" fmla="*/ 112 h 162"/>
              <a:gd name="T108" fmla="*/ 128 w 139"/>
              <a:gd name="T109" fmla="*/ 117 h 162"/>
              <a:gd name="T110" fmla="*/ 131 w 139"/>
              <a:gd name="T111" fmla="*/ 119 h 162"/>
              <a:gd name="T112" fmla="*/ 132 w 139"/>
              <a:gd name="T113" fmla="*/ 122 h 162"/>
              <a:gd name="T114" fmla="*/ 133 w 139"/>
              <a:gd name="T115" fmla="*/ 128 h 162"/>
              <a:gd name="T116" fmla="*/ 136 w 139"/>
              <a:gd name="T117" fmla="*/ 145 h 162"/>
              <a:gd name="T118" fmla="*/ 138 w 139"/>
              <a:gd name="T119" fmla="*/ 153 h 16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39"/>
              <a:gd name="T181" fmla="*/ 0 h 162"/>
              <a:gd name="T182" fmla="*/ 139 w 139"/>
              <a:gd name="T183" fmla="*/ 162 h 16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39" h="162">
                <a:moveTo>
                  <a:pt x="138" y="153"/>
                </a:moveTo>
                <a:lnTo>
                  <a:pt x="135" y="153"/>
                </a:lnTo>
                <a:lnTo>
                  <a:pt x="126" y="156"/>
                </a:lnTo>
                <a:lnTo>
                  <a:pt x="119" y="160"/>
                </a:lnTo>
                <a:lnTo>
                  <a:pt x="117" y="161"/>
                </a:lnTo>
                <a:lnTo>
                  <a:pt x="117" y="160"/>
                </a:lnTo>
                <a:lnTo>
                  <a:pt x="108" y="151"/>
                </a:lnTo>
                <a:lnTo>
                  <a:pt x="95" y="141"/>
                </a:lnTo>
                <a:lnTo>
                  <a:pt x="83" y="129"/>
                </a:lnTo>
                <a:lnTo>
                  <a:pt x="75" y="117"/>
                </a:lnTo>
                <a:lnTo>
                  <a:pt x="66" y="103"/>
                </a:lnTo>
                <a:lnTo>
                  <a:pt x="57" y="90"/>
                </a:lnTo>
                <a:lnTo>
                  <a:pt x="53" y="80"/>
                </a:lnTo>
                <a:lnTo>
                  <a:pt x="46" y="64"/>
                </a:lnTo>
                <a:lnTo>
                  <a:pt x="35" y="50"/>
                </a:lnTo>
                <a:lnTo>
                  <a:pt x="29" y="42"/>
                </a:lnTo>
                <a:lnTo>
                  <a:pt x="28" y="37"/>
                </a:lnTo>
                <a:lnTo>
                  <a:pt x="27" y="35"/>
                </a:lnTo>
                <a:lnTo>
                  <a:pt x="26" y="34"/>
                </a:lnTo>
                <a:lnTo>
                  <a:pt x="23" y="31"/>
                </a:lnTo>
                <a:lnTo>
                  <a:pt x="17" y="24"/>
                </a:lnTo>
                <a:lnTo>
                  <a:pt x="4" y="12"/>
                </a:lnTo>
                <a:lnTo>
                  <a:pt x="0" y="6"/>
                </a:lnTo>
                <a:lnTo>
                  <a:pt x="2" y="1"/>
                </a:lnTo>
                <a:lnTo>
                  <a:pt x="4" y="0"/>
                </a:lnTo>
                <a:lnTo>
                  <a:pt x="4" y="1"/>
                </a:lnTo>
                <a:lnTo>
                  <a:pt x="5" y="2"/>
                </a:lnTo>
                <a:lnTo>
                  <a:pt x="8" y="4"/>
                </a:lnTo>
                <a:lnTo>
                  <a:pt x="16" y="6"/>
                </a:lnTo>
                <a:lnTo>
                  <a:pt x="30" y="9"/>
                </a:lnTo>
                <a:lnTo>
                  <a:pt x="32" y="9"/>
                </a:lnTo>
                <a:lnTo>
                  <a:pt x="32" y="11"/>
                </a:lnTo>
                <a:lnTo>
                  <a:pt x="38" y="18"/>
                </a:lnTo>
                <a:lnTo>
                  <a:pt x="51" y="26"/>
                </a:lnTo>
                <a:lnTo>
                  <a:pt x="57" y="29"/>
                </a:lnTo>
                <a:lnTo>
                  <a:pt x="55" y="29"/>
                </a:lnTo>
                <a:lnTo>
                  <a:pt x="59" y="36"/>
                </a:lnTo>
                <a:lnTo>
                  <a:pt x="61" y="41"/>
                </a:lnTo>
                <a:lnTo>
                  <a:pt x="63" y="42"/>
                </a:lnTo>
                <a:lnTo>
                  <a:pt x="65" y="44"/>
                </a:lnTo>
                <a:lnTo>
                  <a:pt x="73" y="47"/>
                </a:lnTo>
                <a:lnTo>
                  <a:pt x="90" y="57"/>
                </a:lnTo>
                <a:lnTo>
                  <a:pt x="97" y="62"/>
                </a:lnTo>
                <a:lnTo>
                  <a:pt x="96" y="67"/>
                </a:lnTo>
                <a:lnTo>
                  <a:pt x="97" y="68"/>
                </a:lnTo>
                <a:lnTo>
                  <a:pt x="101" y="74"/>
                </a:lnTo>
                <a:lnTo>
                  <a:pt x="105" y="83"/>
                </a:lnTo>
                <a:lnTo>
                  <a:pt x="103" y="88"/>
                </a:lnTo>
                <a:lnTo>
                  <a:pt x="104" y="91"/>
                </a:lnTo>
                <a:lnTo>
                  <a:pt x="110" y="92"/>
                </a:lnTo>
                <a:lnTo>
                  <a:pt x="115" y="95"/>
                </a:lnTo>
                <a:lnTo>
                  <a:pt x="116" y="100"/>
                </a:lnTo>
                <a:lnTo>
                  <a:pt x="117" y="105"/>
                </a:lnTo>
                <a:lnTo>
                  <a:pt x="124" y="112"/>
                </a:lnTo>
                <a:lnTo>
                  <a:pt x="128" y="117"/>
                </a:lnTo>
                <a:lnTo>
                  <a:pt x="131" y="119"/>
                </a:lnTo>
                <a:lnTo>
                  <a:pt x="132" y="122"/>
                </a:lnTo>
                <a:lnTo>
                  <a:pt x="133" y="128"/>
                </a:lnTo>
                <a:lnTo>
                  <a:pt x="136" y="145"/>
                </a:lnTo>
                <a:lnTo>
                  <a:pt x="138" y="153"/>
                </a:lnTo>
              </a:path>
            </a:pathLst>
          </a:custGeom>
          <a:solidFill>
            <a:srgbClr val="FDE3BA"/>
          </a:solidFill>
          <a:ln w="12700" cap="rnd">
            <a:solidFill>
              <a:schemeClr val="tx1"/>
            </a:solidFill>
            <a:round/>
            <a:headEnd/>
            <a:tailEnd/>
          </a:ln>
        </p:spPr>
        <p:txBody>
          <a:bodyPr/>
          <a:lstStyle/>
          <a:p>
            <a:endParaRPr lang="en-US"/>
          </a:p>
        </p:txBody>
      </p:sp>
      <p:sp>
        <p:nvSpPr>
          <p:cNvPr id="6225" name="Freeform 511"/>
          <p:cNvSpPr>
            <a:spLocks/>
          </p:cNvSpPr>
          <p:nvPr/>
        </p:nvSpPr>
        <p:spPr bwMode="auto">
          <a:xfrm>
            <a:off x="6866395" y="4751781"/>
            <a:ext cx="27941" cy="37528"/>
          </a:xfrm>
          <a:custGeom>
            <a:avLst/>
            <a:gdLst>
              <a:gd name="T0" fmla="*/ 1 w 16"/>
              <a:gd name="T1" fmla="*/ 6 h 19"/>
              <a:gd name="T2" fmla="*/ 0 w 16"/>
              <a:gd name="T3" fmla="*/ 3 h 19"/>
              <a:gd name="T4" fmla="*/ 3 w 16"/>
              <a:gd name="T5" fmla="*/ 0 h 19"/>
              <a:gd name="T6" fmla="*/ 6 w 16"/>
              <a:gd name="T7" fmla="*/ 2 h 19"/>
              <a:gd name="T8" fmla="*/ 9 w 16"/>
              <a:gd name="T9" fmla="*/ 6 h 19"/>
              <a:gd name="T10" fmla="*/ 14 w 16"/>
              <a:gd name="T11" fmla="*/ 11 h 19"/>
              <a:gd name="T12" fmla="*/ 15 w 16"/>
              <a:gd name="T13" fmla="*/ 15 h 19"/>
              <a:gd name="T14" fmla="*/ 11 w 16"/>
              <a:gd name="T15" fmla="*/ 18 h 19"/>
              <a:gd name="T16" fmla="*/ 7 w 16"/>
              <a:gd name="T17" fmla="*/ 15 h 19"/>
              <a:gd name="T18" fmla="*/ 3 w 16"/>
              <a:gd name="T19" fmla="*/ 9 h 19"/>
              <a:gd name="T20" fmla="*/ 1 w 16"/>
              <a:gd name="T21" fmla="*/ 6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19"/>
              <a:gd name="T35" fmla="*/ 16 w 1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19">
                <a:moveTo>
                  <a:pt x="1" y="6"/>
                </a:moveTo>
                <a:lnTo>
                  <a:pt x="0" y="3"/>
                </a:lnTo>
                <a:lnTo>
                  <a:pt x="3" y="0"/>
                </a:lnTo>
                <a:lnTo>
                  <a:pt x="6" y="2"/>
                </a:lnTo>
                <a:lnTo>
                  <a:pt x="9" y="6"/>
                </a:lnTo>
                <a:lnTo>
                  <a:pt x="14" y="11"/>
                </a:lnTo>
                <a:lnTo>
                  <a:pt x="15" y="15"/>
                </a:lnTo>
                <a:lnTo>
                  <a:pt x="11" y="18"/>
                </a:lnTo>
                <a:lnTo>
                  <a:pt x="7" y="15"/>
                </a:lnTo>
                <a:lnTo>
                  <a:pt x="3" y="9"/>
                </a:lnTo>
                <a:lnTo>
                  <a:pt x="1" y="6"/>
                </a:lnTo>
              </a:path>
            </a:pathLst>
          </a:custGeom>
          <a:solidFill>
            <a:srgbClr val="FDE3BA"/>
          </a:solidFill>
          <a:ln w="12700" cap="rnd">
            <a:solidFill>
              <a:srgbClr val="000000"/>
            </a:solidFill>
            <a:round/>
            <a:headEnd/>
            <a:tailEnd/>
          </a:ln>
        </p:spPr>
        <p:txBody>
          <a:bodyPr/>
          <a:lstStyle/>
          <a:p>
            <a:endParaRPr lang="en-US"/>
          </a:p>
        </p:txBody>
      </p:sp>
      <p:sp>
        <p:nvSpPr>
          <p:cNvPr id="6226" name="Freeform 512"/>
          <p:cNvSpPr>
            <a:spLocks/>
          </p:cNvSpPr>
          <p:nvPr/>
        </p:nvSpPr>
        <p:spPr bwMode="auto">
          <a:xfrm>
            <a:off x="6906561" y="4783384"/>
            <a:ext cx="20956" cy="17776"/>
          </a:xfrm>
          <a:custGeom>
            <a:avLst/>
            <a:gdLst>
              <a:gd name="T0" fmla="*/ 5 w 12"/>
              <a:gd name="T1" fmla="*/ 8 h 9"/>
              <a:gd name="T2" fmla="*/ 9 w 12"/>
              <a:gd name="T3" fmla="*/ 7 h 9"/>
              <a:gd name="T4" fmla="*/ 11 w 12"/>
              <a:gd name="T5" fmla="*/ 4 h 9"/>
              <a:gd name="T6" fmla="*/ 9 w 12"/>
              <a:gd name="T7" fmla="*/ 1 h 9"/>
              <a:gd name="T8" fmla="*/ 5 w 12"/>
              <a:gd name="T9" fmla="*/ 0 h 9"/>
              <a:gd name="T10" fmla="*/ 1 w 12"/>
              <a:gd name="T11" fmla="*/ 1 h 9"/>
              <a:gd name="T12" fmla="*/ 0 w 12"/>
              <a:gd name="T13" fmla="*/ 4 h 9"/>
              <a:gd name="T14" fmla="*/ 1 w 12"/>
              <a:gd name="T15" fmla="*/ 7 h 9"/>
              <a:gd name="T16" fmla="*/ 5 w 12"/>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9"/>
              <a:gd name="T29" fmla="*/ 12 w 12"/>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9">
                <a:moveTo>
                  <a:pt x="5" y="8"/>
                </a:moveTo>
                <a:lnTo>
                  <a:pt x="9" y="7"/>
                </a:lnTo>
                <a:lnTo>
                  <a:pt x="11" y="4"/>
                </a:lnTo>
                <a:lnTo>
                  <a:pt x="9" y="1"/>
                </a:lnTo>
                <a:lnTo>
                  <a:pt x="5" y="0"/>
                </a:lnTo>
                <a:lnTo>
                  <a:pt x="1" y="1"/>
                </a:lnTo>
                <a:lnTo>
                  <a:pt x="0" y="4"/>
                </a:lnTo>
                <a:lnTo>
                  <a:pt x="1" y="7"/>
                </a:lnTo>
                <a:lnTo>
                  <a:pt x="5" y="8"/>
                </a:lnTo>
              </a:path>
            </a:pathLst>
          </a:custGeom>
          <a:solidFill>
            <a:srgbClr val="FDE3BA"/>
          </a:solidFill>
          <a:ln w="12700" cap="rnd">
            <a:solidFill>
              <a:srgbClr val="000000"/>
            </a:solidFill>
            <a:round/>
            <a:headEnd/>
            <a:tailEnd/>
          </a:ln>
        </p:spPr>
        <p:txBody>
          <a:bodyPr/>
          <a:lstStyle/>
          <a:p>
            <a:endParaRPr lang="en-US"/>
          </a:p>
        </p:txBody>
      </p:sp>
      <p:sp>
        <p:nvSpPr>
          <p:cNvPr id="6227" name="Freeform 513"/>
          <p:cNvSpPr>
            <a:spLocks/>
          </p:cNvSpPr>
          <p:nvPr/>
        </p:nvSpPr>
        <p:spPr bwMode="auto">
          <a:xfrm>
            <a:off x="6684780" y="4660921"/>
            <a:ext cx="24448" cy="33578"/>
          </a:xfrm>
          <a:custGeom>
            <a:avLst/>
            <a:gdLst>
              <a:gd name="T0" fmla="*/ 0 w 14"/>
              <a:gd name="T1" fmla="*/ 0 h 17"/>
              <a:gd name="T2" fmla="*/ 2 w 14"/>
              <a:gd name="T3" fmla="*/ 1 h 17"/>
              <a:gd name="T4" fmla="*/ 8 w 14"/>
              <a:gd name="T5" fmla="*/ 6 h 17"/>
              <a:gd name="T6" fmla="*/ 13 w 14"/>
              <a:gd name="T7" fmla="*/ 13 h 17"/>
              <a:gd name="T8" fmla="*/ 13 w 14"/>
              <a:gd name="T9" fmla="*/ 16 h 17"/>
              <a:gd name="T10" fmla="*/ 10 w 14"/>
              <a:gd name="T11" fmla="*/ 16 h 17"/>
              <a:gd name="T12" fmla="*/ 5 w 14"/>
              <a:gd name="T13" fmla="*/ 10 h 17"/>
              <a:gd name="T14" fmla="*/ 2 w 14"/>
              <a:gd name="T15" fmla="*/ 3 h 17"/>
              <a:gd name="T16" fmla="*/ 0 w 14"/>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17"/>
              <a:gd name="T29" fmla="*/ 14 w 14"/>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17">
                <a:moveTo>
                  <a:pt x="0" y="0"/>
                </a:moveTo>
                <a:lnTo>
                  <a:pt x="2" y="1"/>
                </a:lnTo>
                <a:lnTo>
                  <a:pt x="8" y="6"/>
                </a:lnTo>
                <a:lnTo>
                  <a:pt x="13" y="13"/>
                </a:lnTo>
                <a:lnTo>
                  <a:pt x="13" y="16"/>
                </a:lnTo>
                <a:lnTo>
                  <a:pt x="10" y="16"/>
                </a:lnTo>
                <a:lnTo>
                  <a:pt x="5" y="10"/>
                </a:lnTo>
                <a:lnTo>
                  <a:pt x="2" y="3"/>
                </a:lnTo>
                <a:lnTo>
                  <a:pt x="0" y="0"/>
                </a:lnTo>
              </a:path>
            </a:pathLst>
          </a:custGeom>
          <a:solidFill>
            <a:srgbClr val="FDE3BA"/>
          </a:solidFill>
          <a:ln w="12700" cap="rnd">
            <a:solidFill>
              <a:srgbClr val="000000"/>
            </a:solidFill>
            <a:round/>
            <a:headEnd/>
            <a:tailEnd/>
          </a:ln>
        </p:spPr>
        <p:txBody>
          <a:bodyPr/>
          <a:lstStyle/>
          <a:p>
            <a:endParaRPr lang="en-US"/>
          </a:p>
        </p:txBody>
      </p:sp>
      <p:sp>
        <p:nvSpPr>
          <p:cNvPr id="6228" name="Freeform 514"/>
          <p:cNvSpPr>
            <a:spLocks/>
          </p:cNvSpPr>
          <p:nvPr/>
        </p:nvSpPr>
        <p:spPr bwMode="auto">
          <a:xfrm>
            <a:off x="7147550" y="4184895"/>
            <a:ext cx="64613" cy="140241"/>
          </a:xfrm>
          <a:custGeom>
            <a:avLst/>
            <a:gdLst>
              <a:gd name="T0" fmla="*/ 32 w 37"/>
              <a:gd name="T1" fmla="*/ 0 h 71"/>
              <a:gd name="T2" fmla="*/ 31 w 37"/>
              <a:gd name="T3" fmla="*/ 2 h 71"/>
              <a:gd name="T4" fmla="*/ 32 w 37"/>
              <a:gd name="T5" fmla="*/ 9 h 71"/>
              <a:gd name="T6" fmla="*/ 34 w 37"/>
              <a:gd name="T7" fmla="*/ 16 h 71"/>
              <a:gd name="T8" fmla="*/ 36 w 37"/>
              <a:gd name="T9" fmla="*/ 23 h 71"/>
              <a:gd name="T10" fmla="*/ 36 w 37"/>
              <a:gd name="T11" fmla="*/ 31 h 71"/>
              <a:gd name="T12" fmla="*/ 33 w 37"/>
              <a:gd name="T13" fmla="*/ 38 h 71"/>
              <a:gd name="T14" fmla="*/ 27 w 37"/>
              <a:gd name="T15" fmla="*/ 43 h 71"/>
              <a:gd name="T16" fmla="*/ 24 w 37"/>
              <a:gd name="T17" fmla="*/ 47 h 71"/>
              <a:gd name="T18" fmla="*/ 25 w 37"/>
              <a:gd name="T19" fmla="*/ 49 h 71"/>
              <a:gd name="T20" fmla="*/ 28 w 37"/>
              <a:gd name="T21" fmla="*/ 52 h 71"/>
              <a:gd name="T22" fmla="*/ 32 w 37"/>
              <a:gd name="T23" fmla="*/ 58 h 71"/>
              <a:gd name="T24" fmla="*/ 29 w 37"/>
              <a:gd name="T25" fmla="*/ 64 h 71"/>
              <a:gd name="T26" fmla="*/ 22 w 37"/>
              <a:gd name="T27" fmla="*/ 70 h 71"/>
              <a:gd name="T28" fmla="*/ 16 w 37"/>
              <a:gd name="T29" fmla="*/ 69 h 71"/>
              <a:gd name="T30" fmla="*/ 11 w 37"/>
              <a:gd name="T31" fmla="*/ 64 h 71"/>
              <a:gd name="T32" fmla="*/ 13 w 37"/>
              <a:gd name="T33" fmla="*/ 59 h 71"/>
              <a:gd name="T34" fmla="*/ 15 w 37"/>
              <a:gd name="T35" fmla="*/ 59 h 71"/>
              <a:gd name="T36" fmla="*/ 13 w 37"/>
              <a:gd name="T37" fmla="*/ 54 h 71"/>
              <a:gd name="T38" fmla="*/ 9 w 37"/>
              <a:gd name="T39" fmla="*/ 53 h 71"/>
              <a:gd name="T40" fmla="*/ 7 w 37"/>
              <a:gd name="T41" fmla="*/ 54 h 71"/>
              <a:gd name="T42" fmla="*/ 5 w 37"/>
              <a:gd name="T43" fmla="*/ 55 h 71"/>
              <a:gd name="T44" fmla="*/ 5 w 37"/>
              <a:gd name="T45" fmla="*/ 52 h 71"/>
              <a:gd name="T46" fmla="*/ 5 w 37"/>
              <a:gd name="T47" fmla="*/ 43 h 71"/>
              <a:gd name="T48" fmla="*/ 2 w 37"/>
              <a:gd name="T49" fmla="*/ 36 h 71"/>
              <a:gd name="T50" fmla="*/ 0 w 37"/>
              <a:gd name="T51" fmla="*/ 33 h 71"/>
              <a:gd name="T52" fmla="*/ 4 w 37"/>
              <a:gd name="T53" fmla="*/ 30 h 71"/>
              <a:gd name="T54" fmla="*/ 6 w 37"/>
              <a:gd name="T55" fmla="*/ 25 h 71"/>
              <a:gd name="T56" fmla="*/ 9 w 37"/>
              <a:gd name="T57" fmla="*/ 17 h 71"/>
              <a:gd name="T58" fmla="*/ 10 w 37"/>
              <a:gd name="T59" fmla="*/ 6 h 71"/>
              <a:gd name="T60" fmla="*/ 9 w 37"/>
              <a:gd name="T61" fmla="*/ 1 h 71"/>
              <a:gd name="T62" fmla="*/ 8 w 37"/>
              <a:gd name="T63" fmla="*/ 1 h 71"/>
              <a:gd name="T64" fmla="*/ 7 w 37"/>
              <a:gd name="T65" fmla="*/ 0 h 71"/>
              <a:gd name="T66" fmla="*/ 8 w 37"/>
              <a:gd name="T67" fmla="*/ 0 h 71"/>
              <a:gd name="T68" fmla="*/ 14 w 37"/>
              <a:gd name="T69" fmla="*/ 1 h 71"/>
              <a:gd name="T70" fmla="*/ 27 w 37"/>
              <a:gd name="T71" fmla="*/ 2 h 71"/>
              <a:gd name="T72" fmla="*/ 32 w 37"/>
              <a:gd name="T73" fmla="*/ 0 h 7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7"/>
              <a:gd name="T112" fmla="*/ 0 h 71"/>
              <a:gd name="T113" fmla="*/ 37 w 37"/>
              <a:gd name="T114" fmla="*/ 71 h 7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7" h="71">
                <a:moveTo>
                  <a:pt x="32" y="0"/>
                </a:moveTo>
                <a:lnTo>
                  <a:pt x="31" y="2"/>
                </a:lnTo>
                <a:lnTo>
                  <a:pt x="32" y="9"/>
                </a:lnTo>
                <a:lnTo>
                  <a:pt x="34" y="16"/>
                </a:lnTo>
                <a:lnTo>
                  <a:pt x="36" y="23"/>
                </a:lnTo>
                <a:lnTo>
                  <a:pt x="36" y="31"/>
                </a:lnTo>
                <a:lnTo>
                  <a:pt x="33" y="38"/>
                </a:lnTo>
                <a:lnTo>
                  <a:pt x="27" y="43"/>
                </a:lnTo>
                <a:lnTo>
                  <a:pt x="24" y="47"/>
                </a:lnTo>
                <a:lnTo>
                  <a:pt x="25" y="49"/>
                </a:lnTo>
                <a:lnTo>
                  <a:pt x="28" y="52"/>
                </a:lnTo>
                <a:lnTo>
                  <a:pt x="32" y="58"/>
                </a:lnTo>
                <a:lnTo>
                  <a:pt x="29" y="64"/>
                </a:lnTo>
                <a:lnTo>
                  <a:pt x="22" y="70"/>
                </a:lnTo>
                <a:lnTo>
                  <a:pt x="16" y="69"/>
                </a:lnTo>
                <a:lnTo>
                  <a:pt x="11" y="64"/>
                </a:lnTo>
                <a:lnTo>
                  <a:pt x="13" y="59"/>
                </a:lnTo>
                <a:lnTo>
                  <a:pt x="15" y="59"/>
                </a:lnTo>
                <a:lnTo>
                  <a:pt x="13" y="54"/>
                </a:lnTo>
                <a:lnTo>
                  <a:pt x="9" y="53"/>
                </a:lnTo>
                <a:lnTo>
                  <a:pt x="7" y="54"/>
                </a:lnTo>
                <a:lnTo>
                  <a:pt x="5" y="55"/>
                </a:lnTo>
                <a:lnTo>
                  <a:pt x="5" y="52"/>
                </a:lnTo>
                <a:lnTo>
                  <a:pt x="5" y="43"/>
                </a:lnTo>
                <a:lnTo>
                  <a:pt x="2" y="36"/>
                </a:lnTo>
                <a:lnTo>
                  <a:pt x="0" y="33"/>
                </a:lnTo>
                <a:lnTo>
                  <a:pt x="4" y="30"/>
                </a:lnTo>
                <a:lnTo>
                  <a:pt x="6" y="25"/>
                </a:lnTo>
                <a:lnTo>
                  <a:pt x="9" y="17"/>
                </a:lnTo>
                <a:lnTo>
                  <a:pt x="10" y="6"/>
                </a:lnTo>
                <a:lnTo>
                  <a:pt x="9" y="1"/>
                </a:lnTo>
                <a:lnTo>
                  <a:pt x="8" y="1"/>
                </a:lnTo>
                <a:lnTo>
                  <a:pt x="7" y="0"/>
                </a:lnTo>
                <a:lnTo>
                  <a:pt x="8" y="0"/>
                </a:lnTo>
                <a:lnTo>
                  <a:pt x="14" y="1"/>
                </a:lnTo>
                <a:lnTo>
                  <a:pt x="27" y="2"/>
                </a:lnTo>
                <a:lnTo>
                  <a:pt x="32" y="0"/>
                </a:lnTo>
              </a:path>
            </a:pathLst>
          </a:custGeom>
          <a:solidFill>
            <a:srgbClr val="FDE3BA"/>
          </a:solidFill>
          <a:ln w="12700" cap="rnd">
            <a:solidFill>
              <a:schemeClr val="tx1"/>
            </a:solidFill>
            <a:round/>
            <a:headEnd/>
            <a:tailEnd/>
          </a:ln>
        </p:spPr>
        <p:txBody>
          <a:bodyPr/>
          <a:lstStyle/>
          <a:p>
            <a:endParaRPr lang="en-US"/>
          </a:p>
        </p:txBody>
      </p:sp>
      <p:sp>
        <p:nvSpPr>
          <p:cNvPr id="6229" name="Freeform 515"/>
          <p:cNvSpPr>
            <a:spLocks/>
          </p:cNvSpPr>
          <p:nvPr/>
        </p:nvSpPr>
        <p:spPr bwMode="auto">
          <a:xfrm>
            <a:off x="7206924" y="4439698"/>
            <a:ext cx="113509" cy="116537"/>
          </a:xfrm>
          <a:custGeom>
            <a:avLst/>
            <a:gdLst>
              <a:gd name="T0" fmla="*/ 0 w 65"/>
              <a:gd name="T1" fmla="*/ 40 h 59"/>
              <a:gd name="T2" fmla="*/ 0 w 65"/>
              <a:gd name="T3" fmla="*/ 41 h 59"/>
              <a:gd name="T4" fmla="*/ 1 w 65"/>
              <a:gd name="T5" fmla="*/ 41 h 59"/>
              <a:gd name="T6" fmla="*/ 2 w 65"/>
              <a:gd name="T7" fmla="*/ 40 h 59"/>
              <a:gd name="T8" fmla="*/ 5 w 65"/>
              <a:gd name="T9" fmla="*/ 34 h 59"/>
              <a:gd name="T10" fmla="*/ 10 w 65"/>
              <a:gd name="T11" fmla="*/ 24 h 59"/>
              <a:gd name="T12" fmla="*/ 16 w 65"/>
              <a:gd name="T13" fmla="*/ 20 h 59"/>
              <a:gd name="T14" fmla="*/ 20 w 65"/>
              <a:gd name="T15" fmla="*/ 17 h 59"/>
              <a:gd name="T16" fmla="*/ 22 w 65"/>
              <a:gd name="T17" fmla="*/ 13 h 59"/>
              <a:gd name="T18" fmla="*/ 24 w 65"/>
              <a:gd name="T19" fmla="*/ 9 h 59"/>
              <a:gd name="T20" fmla="*/ 25 w 65"/>
              <a:gd name="T21" fmla="*/ 7 h 59"/>
              <a:gd name="T22" fmla="*/ 28 w 65"/>
              <a:gd name="T23" fmla="*/ 10 h 59"/>
              <a:gd name="T24" fmla="*/ 28 w 65"/>
              <a:gd name="T25" fmla="*/ 9 h 59"/>
              <a:gd name="T26" fmla="*/ 28 w 65"/>
              <a:gd name="T27" fmla="*/ 14 h 59"/>
              <a:gd name="T28" fmla="*/ 28 w 65"/>
              <a:gd name="T29" fmla="*/ 23 h 59"/>
              <a:gd name="T30" fmla="*/ 31 w 65"/>
              <a:gd name="T31" fmla="*/ 24 h 59"/>
              <a:gd name="T32" fmla="*/ 35 w 65"/>
              <a:gd name="T33" fmla="*/ 23 h 59"/>
              <a:gd name="T34" fmla="*/ 37 w 65"/>
              <a:gd name="T35" fmla="*/ 18 h 59"/>
              <a:gd name="T36" fmla="*/ 37 w 65"/>
              <a:gd name="T37" fmla="*/ 12 h 59"/>
              <a:gd name="T38" fmla="*/ 41 w 65"/>
              <a:gd name="T39" fmla="*/ 9 h 59"/>
              <a:gd name="T40" fmla="*/ 47 w 65"/>
              <a:gd name="T41" fmla="*/ 3 h 59"/>
              <a:gd name="T42" fmla="*/ 49 w 65"/>
              <a:gd name="T43" fmla="*/ 0 h 59"/>
              <a:gd name="T44" fmla="*/ 54 w 65"/>
              <a:gd name="T45" fmla="*/ 7 h 59"/>
              <a:gd name="T46" fmla="*/ 54 w 65"/>
              <a:gd name="T47" fmla="*/ 11 h 59"/>
              <a:gd name="T48" fmla="*/ 57 w 65"/>
              <a:gd name="T49" fmla="*/ 15 h 59"/>
              <a:gd name="T50" fmla="*/ 58 w 65"/>
              <a:gd name="T51" fmla="*/ 22 h 59"/>
              <a:gd name="T52" fmla="*/ 58 w 65"/>
              <a:gd name="T53" fmla="*/ 23 h 59"/>
              <a:gd name="T54" fmla="*/ 60 w 65"/>
              <a:gd name="T55" fmla="*/ 26 h 59"/>
              <a:gd name="T56" fmla="*/ 63 w 65"/>
              <a:gd name="T57" fmla="*/ 28 h 59"/>
              <a:gd name="T58" fmla="*/ 64 w 65"/>
              <a:gd name="T59" fmla="*/ 29 h 59"/>
              <a:gd name="T60" fmla="*/ 62 w 65"/>
              <a:gd name="T61" fmla="*/ 33 h 59"/>
              <a:gd name="T62" fmla="*/ 60 w 65"/>
              <a:gd name="T63" fmla="*/ 40 h 59"/>
              <a:gd name="T64" fmla="*/ 60 w 65"/>
              <a:gd name="T65" fmla="*/ 43 h 59"/>
              <a:gd name="T66" fmla="*/ 60 w 65"/>
              <a:gd name="T67" fmla="*/ 41 h 59"/>
              <a:gd name="T68" fmla="*/ 54 w 65"/>
              <a:gd name="T69" fmla="*/ 36 h 59"/>
              <a:gd name="T70" fmla="*/ 50 w 65"/>
              <a:gd name="T71" fmla="*/ 33 h 59"/>
              <a:gd name="T72" fmla="*/ 49 w 65"/>
              <a:gd name="T73" fmla="*/ 36 h 59"/>
              <a:gd name="T74" fmla="*/ 47 w 65"/>
              <a:gd name="T75" fmla="*/ 41 h 59"/>
              <a:gd name="T76" fmla="*/ 50 w 65"/>
              <a:gd name="T77" fmla="*/ 46 h 59"/>
              <a:gd name="T78" fmla="*/ 52 w 65"/>
              <a:gd name="T79" fmla="*/ 51 h 59"/>
              <a:gd name="T80" fmla="*/ 50 w 65"/>
              <a:gd name="T81" fmla="*/ 56 h 59"/>
              <a:gd name="T82" fmla="*/ 44 w 65"/>
              <a:gd name="T83" fmla="*/ 58 h 59"/>
              <a:gd name="T84" fmla="*/ 39 w 65"/>
              <a:gd name="T85" fmla="*/ 56 h 59"/>
              <a:gd name="T86" fmla="*/ 33 w 65"/>
              <a:gd name="T87" fmla="*/ 52 h 59"/>
              <a:gd name="T88" fmla="*/ 31 w 65"/>
              <a:gd name="T89" fmla="*/ 47 h 59"/>
              <a:gd name="T90" fmla="*/ 32 w 65"/>
              <a:gd name="T91" fmla="*/ 37 h 59"/>
              <a:gd name="T92" fmla="*/ 32 w 65"/>
              <a:gd name="T93" fmla="*/ 33 h 59"/>
              <a:gd name="T94" fmla="*/ 25 w 65"/>
              <a:gd name="T95" fmla="*/ 31 h 59"/>
              <a:gd name="T96" fmla="*/ 23 w 65"/>
              <a:gd name="T97" fmla="*/ 30 h 59"/>
              <a:gd name="T98" fmla="*/ 21 w 65"/>
              <a:gd name="T99" fmla="*/ 33 h 59"/>
              <a:gd name="T100" fmla="*/ 20 w 65"/>
              <a:gd name="T101" fmla="*/ 37 h 59"/>
              <a:gd name="T102" fmla="*/ 17 w 65"/>
              <a:gd name="T103" fmla="*/ 38 h 59"/>
              <a:gd name="T104" fmla="*/ 14 w 65"/>
              <a:gd name="T105" fmla="*/ 38 h 59"/>
              <a:gd name="T106" fmla="*/ 13 w 65"/>
              <a:gd name="T107" fmla="*/ 36 h 59"/>
              <a:gd name="T108" fmla="*/ 6 w 65"/>
              <a:gd name="T109" fmla="*/ 37 h 59"/>
              <a:gd name="T110" fmla="*/ 0 w 65"/>
              <a:gd name="T111" fmla="*/ 40 h 5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5"/>
              <a:gd name="T169" fmla="*/ 0 h 59"/>
              <a:gd name="T170" fmla="*/ 65 w 65"/>
              <a:gd name="T171" fmla="*/ 59 h 5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5" h="59">
                <a:moveTo>
                  <a:pt x="0" y="40"/>
                </a:moveTo>
                <a:lnTo>
                  <a:pt x="0" y="41"/>
                </a:lnTo>
                <a:lnTo>
                  <a:pt x="1" y="41"/>
                </a:lnTo>
                <a:lnTo>
                  <a:pt x="2" y="40"/>
                </a:lnTo>
                <a:lnTo>
                  <a:pt x="5" y="34"/>
                </a:lnTo>
                <a:lnTo>
                  <a:pt x="10" y="24"/>
                </a:lnTo>
                <a:lnTo>
                  <a:pt x="16" y="20"/>
                </a:lnTo>
                <a:lnTo>
                  <a:pt x="20" y="17"/>
                </a:lnTo>
                <a:lnTo>
                  <a:pt x="22" y="13"/>
                </a:lnTo>
                <a:lnTo>
                  <a:pt x="24" y="9"/>
                </a:lnTo>
                <a:lnTo>
                  <a:pt x="25" y="7"/>
                </a:lnTo>
                <a:lnTo>
                  <a:pt x="28" y="10"/>
                </a:lnTo>
                <a:lnTo>
                  <a:pt x="28" y="9"/>
                </a:lnTo>
                <a:lnTo>
                  <a:pt x="28" y="14"/>
                </a:lnTo>
                <a:lnTo>
                  <a:pt x="28" y="23"/>
                </a:lnTo>
                <a:lnTo>
                  <a:pt x="31" y="24"/>
                </a:lnTo>
                <a:lnTo>
                  <a:pt x="35" y="23"/>
                </a:lnTo>
                <a:lnTo>
                  <a:pt x="37" y="18"/>
                </a:lnTo>
                <a:lnTo>
                  <a:pt x="37" y="12"/>
                </a:lnTo>
                <a:lnTo>
                  <a:pt x="41" y="9"/>
                </a:lnTo>
                <a:lnTo>
                  <a:pt x="47" y="3"/>
                </a:lnTo>
                <a:lnTo>
                  <a:pt x="49" y="0"/>
                </a:lnTo>
                <a:lnTo>
                  <a:pt x="54" y="7"/>
                </a:lnTo>
                <a:lnTo>
                  <a:pt x="54" y="11"/>
                </a:lnTo>
                <a:lnTo>
                  <a:pt x="57" y="15"/>
                </a:lnTo>
                <a:lnTo>
                  <a:pt x="58" y="22"/>
                </a:lnTo>
                <a:lnTo>
                  <a:pt x="58" y="23"/>
                </a:lnTo>
                <a:lnTo>
                  <a:pt x="60" y="26"/>
                </a:lnTo>
                <a:lnTo>
                  <a:pt x="63" y="28"/>
                </a:lnTo>
                <a:lnTo>
                  <a:pt x="64" y="29"/>
                </a:lnTo>
                <a:lnTo>
                  <a:pt x="62" y="33"/>
                </a:lnTo>
                <a:lnTo>
                  <a:pt x="60" y="40"/>
                </a:lnTo>
                <a:lnTo>
                  <a:pt x="60" y="43"/>
                </a:lnTo>
                <a:lnTo>
                  <a:pt x="60" y="41"/>
                </a:lnTo>
                <a:lnTo>
                  <a:pt x="54" y="36"/>
                </a:lnTo>
                <a:lnTo>
                  <a:pt x="50" y="33"/>
                </a:lnTo>
                <a:lnTo>
                  <a:pt x="49" y="36"/>
                </a:lnTo>
                <a:lnTo>
                  <a:pt x="47" y="41"/>
                </a:lnTo>
                <a:lnTo>
                  <a:pt x="50" y="46"/>
                </a:lnTo>
                <a:lnTo>
                  <a:pt x="52" y="51"/>
                </a:lnTo>
                <a:lnTo>
                  <a:pt x="50" y="56"/>
                </a:lnTo>
                <a:lnTo>
                  <a:pt x="44" y="58"/>
                </a:lnTo>
                <a:lnTo>
                  <a:pt x="39" y="56"/>
                </a:lnTo>
                <a:lnTo>
                  <a:pt x="33" y="52"/>
                </a:lnTo>
                <a:lnTo>
                  <a:pt x="31" y="47"/>
                </a:lnTo>
                <a:lnTo>
                  <a:pt x="32" y="37"/>
                </a:lnTo>
                <a:lnTo>
                  <a:pt x="32" y="33"/>
                </a:lnTo>
                <a:lnTo>
                  <a:pt x="25" y="31"/>
                </a:lnTo>
                <a:lnTo>
                  <a:pt x="23" y="30"/>
                </a:lnTo>
                <a:lnTo>
                  <a:pt x="21" y="33"/>
                </a:lnTo>
                <a:lnTo>
                  <a:pt x="20" y="37"/>
                </a:lnTo>
                <a:lnTo>
                  <a:pt x="17" y="38"/>
                </a:lnTo>
                <a:lnTo>
                  <a:pt x="14" y="38"/>
                </a:lnTo>
                <a:lnTo>
                  <a:pt x="13" y="36"/>
                </a:lnTo>
                <a:lnTo>
                  <a:pt x="6" y="37"/>
                </a:lnTo>
                <a:lnTo>
                  <a:pt x="0" y="40"/>
                </a:lnTo>
              </a:path>
            </a:pathLst>
          </a:custGeom>
          <a:solidFill>
            <a:srgbClr val="FDE3BA"/>
          </a:solidFill>
          <a:ln w="12700" cap="rnd">
            <a:solidFill>
              <a:schemeClr val="tx1"/>
            </a:solidFill>
            <a:round/>
            <a:headEnd/>
            <a:tailEnd/>
          </a:ln>
        </p:spPr>
        <p:txBody>
          <a:bodyPr/>
          <a:lstStyle/>
          <a:p>
            <a:endParaRPr lang="en-US"/>
          </a:p>
        </p:txBody>
      </p:sp>
      <p:sp>
        <p:nvSpPr>
          <p:cNvPr id="6230" name="Freeform 516"/>
          <p:cNvSpPr>
            <a:spLocks/>
          </p:cNvSpPr>
          <p:nvPr/>
        </p:nvSpPr>
        <p:spPr bwMode="auto">
          <a:xfrm>
            <a:off x="7206924" y="4313284"/>
            <a:ext cx="45404" cy="41479"/>
          </a:xfrm>
          <a:custGeom>
            <a:avLst/>
            <a:gdLst>
              <a:gd name="T0" fmla="*/ 1 w 26"/>
              <a:gd name="T1" fmla="*/ 0 h 21"/>
              <a:gd name="T2" fmla="*/ 0 w 26"/>
              <a:gd name="T3" fmla="*/ 0 h 21"/>
              <a:gd name="T4" fmla="*/ 8 w 26"/>
              <a:gd name="T5" fmla="*/ 2 h 21"/>
              <a:gd name="T6" fmla="*/ 20 w 26"/>
              <a:gd name="T7" fmla="*/ 3 h 21"/>
              <a:gd name="T8" fmla="*/ 24 w 26"/>
              <a:gd name="T9" fmla="*/ 7 h 21"/>
              <a:gd name="T10" fmla="*/ 24 w 26"/>
              <a:gd name="T11" fmla="*/ 15 h 21"/>
              <a:gd name="T12" fmla="*/ 25 w 26"/>
              <a:gd name="T13" fmla="*/ 19 h 21"/>
              <a:gd name="T14" fmla="*/ 24 w 26"/>
              <a:gd name="T15" fmla="*/ 20 h 21"/>
              <a:gd name="T16" fmla="*/ 18 w 26"/>
              <a:gd name="T17" fmla="*/ 17 h 21"/>
              <a:gd name="T18" fmla="*/ 10 w 26"/>
              <a:gd name="T19" fmla="*/ 11 h 21"/>
              <a:gd name="T20" fmla="*/ 5 w 26"/>
              <a:gd name="T21" fmla="*/ 5 h 21"/>
              <a:gd name="T22" fmla="*/ 2 w 26"/>
              <a:gd name="T23" fmla="*/ 1 h 21"/>
              <a:gd name="T24" fmla="*/ 1 w 26"/>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21"/>
              <a:gd name="T41" fmla="*/ 26 w 26"/>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21">
                <a:moveTo>
                  <a:pt x="1" y="0"/>
                </a:moveTo>
                <a:lnTo>
                  <a:pt x="0" y="0"/>
                </a:lnTo>
                <a:lnTo>
                  <a:pt x="8" y="2"/>
                </a:lnTo>
                <a:lnTo>
                  <a:pt x="20" y="3"/>
                </a:lnTo>
                <a:lnTo>
                  <a:pt x="24" y="7"/>
                </a:lnTo>
                <a:lnTo>
                  <a:pt x="24" y="15"/>
                </a:lnTo>
                <a:lnTo>
                  <a:pt x="25" y="19"/>
                </a:lnTo>
                <a:lnTo>
                  <a:pt x="24" y="20"/>
                </a:lnTo>
                <a:lnTo>
                  <a:pt x="18" y="17"/>
                </a:lnTo>
                <a:lnTo>
                  <a:pt x="10" y="11"/>
                </a:lnTo>
                <a:lnTo>
                  <a:pt x="5" y="5"/>
                </a:lnTo>
                <a:lnTo>
                  <a:pt x="2" y="1"/>
                </a:lnTo>
                <a:lnTo>
                  <a:pt x="1" y="0"/>
                </a:lnTo>
              </a:path>
            </a:pathLst>
          </a:custGeom>
          <a:solidFill>
            <a:srgbClr val="FDE3BA"/>
          </a:solidFill>
          <a:ln w="12700" cap="rnd">
            <a:solidFill>
              <a:schemeClr val="tx1"/>
            </a:solidFill>
            <a:round/>
            <a:headEnd/>
            <a:tailEnd/>
          </a:ln>
        </p:spPr>
        <p:txBody>
          <a:bodyPr/>
          <a:lstStyle/>
          <a:p>
            <a:endParaRPr lang="en-US"/>
          </a:p>
        </p:txBody>
      </p:sp>
      <p:sp>
        <p:nvSpPr>
          <p:cNvPr id="6231" name="Freeform 517"/>
          <p:cNvSpPr>
            <a:spLocks/>
          </p:cNvSpPr>
          <p:nvPr/>
        </p:nvSpPr>
        <p:spPr bwMode="auto">
          <a:xfrm>
            <a:off x="7161520" y="4335011"/>
            <a:ext cx="36672" cy="45430"/>
          </a:xfrm>
          <a:custGeom>
            <a:avLst/>
            <a:gdLst>
              <a:gd name="T0" fmla="*/ 0 w 21"/>
              <a:gd name="T1" fmla="*/ 0 h 23"/>
              <a:gd name="T2" fmla="*/ 3 w 21"/>
              <a:gd name="T3" fmla="*/ 0 h 23"/>
              <a:gd name="T4" fmla="*/ 12 w 21"/>
              <a:gd name="T5" fmla="*/ 1 h 23"/>
              <a:gd name="T6" fmla="*/ 18 w 21"/>
              <a:gd name="T7" fmla="*/ 3 h 23"/>
              <a:gd name="T8" fmla="*/ 20 w 21"/>
              <a:gd name="T9" fmla="*/ 8 h 23"/>
              <a:gd name="T10" fmla="*/ 19 w 21"/>
              <a:gd name="T11" fmla="*/ 17 h 23"/>
              <a:gd name="T12" fmla="*/ 16 w 21"/>
              <a:gd name="T13" fmla="*/ 21 h 23"/>
              <a:gd name="T14" fmla="*/ 16 w 21"/>
              <a:gd name="T15" fmla="*/ 22 h 23"/>
              <a:gd name="T16" fmla="*/ 15 w 21"/>
              <a:gd name="T17" fmla="*/ 21 h 23"/>
              <a:gd name="T18" fmla="*/ 12 w 21"/>
              <a:gd name="T19" fmla="*/ 17 h 23"/>
              <a:gd name="T20" fmla="*/ 4 w 21"/>
              <a:gd name="T21" fmla="*/ 5 h 23"/>
              <a:gd name="T22" fmla="*/ 0 w 21"/>
              <a:gd name="T23" fmla="*/ 0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3"/>
              <a:gd name="T38" fmla="*/ 21 w 21"/>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3">
                <a:moveTo>
                  <a:pt x="0" y="0"/>
                </a:moveTo>
                <a:lnTo>
                  <a:pt x="3" y="0"/>
                </a:lnTo>
                <a:lnTo>
                  <a:pt x="12" y="1"/>
                </a:lnTo>
                <a:lnTo>
                  <a:pt x="18" y="3"/>
                </a:lnTo>
                <a:lnTo>
                  <a:pt x="20" y="8"/>
                </a:lnTo>
                <a:lnTo>
                  <a:pt x="19" y="17"/>
                </a:lnTo>
                <a:lnTo>
                  <a:pt x="16" y="21"/>
                </a:lnTo>
                <a:lnTo>
                  <a:pt x="16" y="22"/>
                </a:lnTo>
                <a:lnTo>
                  <a:pt x="15" y="21"/>
                </a:lnTo>
                <a:lnTo>
                  <a:pt x="12" y="17"/>
                </a:lnTo>
                <a:lnTo>
                  <a:pt x="4" y="5"/>
                </a:lnTo>
                <a:lnTo>
                  <a:pt x="0" y="0"/>
                </a:lnTo>
              </a:path>
            </a:pathLst>
          </a:custGeom>
          <a:solidFill>
            <a:srgbClr val="FDE3BA"/>
          </a:solidFill>
          <a:ln w="12700" cap="rnd">
            <a:solidFill>
              <a:schemeClr val="tx1"/>
            </a:solidFill>
            <a:round/>
            <a:headEnd/>
            <a:tailEnd/>
          </a:ln>
        </p:spPr>
        <p:txBody>
          <a:bodyPr/>
          <a:lstStyle/>
          <a:p>
            <a:endParaRPr lang="en-US"/>
          </a:p>
        </p:txBody>
      </p:sp>
      <p:sp>
        <p:nvSpPr>
          <p:cNvPr id="6232" name="Freeform 518"/>
          <p:cNvSpPr>
            <a:spLocks/>
          </p:cNvSpPr>
          <p:nvPr/>
        </p:nvSpPr>
        <p:spPr bwMode="auto">
          <a:xfrm>
            <a:off x="7107385" y="4400193"/>
            <a:ext cx="57628" cy="75058"/>
          </a:xfrm>
          <a:custGeom>
            <a:avLst/>
            <a:gdLst>
              <a:gd name="T0" fmla="*/ 0 w 33"/>
              <a:gd name="T1" fmla="*/ 37 h 38"/>
              <a:gd name="T2" fmla="*/ 2 w 33"/>
              <a:gd name="T3" fmla="*/ 33 h 38"/>
              <a:gd name="T4" fmla="*/ 8 w 33"/>
              <a:gd name="T5" fmla="*/ 24 h 38"/>
              <a:gd name="T6" fmla="*/ 14 w 33"/>
              <a:gd name="T7" fmla="*/ 18 h 38"/>
              <a:gd name="T8" fmla="*/ 19 w 33"/>
              <a:gd name="T9" fmla="*/ 11 h 38"/>
              <a:gd name="T10" fmla="*/ 23 w 33"/>
              <a:gd name="T11" fmla="*/ 2 h 38"/>
              <a:gd name="T12" fmla="*/ 24 w 33"/>
              <a:gd name="T13" fmla="*/ 0 h 38"/>
              <a:gd name="T14" fmla="*/ 32 w 33"/>
              <a:gd name="T15" fmla="*/ 7 h 38"/>
              <a:gd name="T16" fmla="*/ 31 w 33"/>
              <a:gd name="T17" fmla="*/ 6 h 38"/>
              <a:gd name="T18" fmla="*/ 24 w 33"/>
              <a:gd name="T19" fmla="*/ 13 h 38"/>
              <a:gd name="T20" fmla="*/ 9 w 33"/>
              <a:gd name="T21" fmla="*/ 29 h 38"/>
              <a:gd name="T22" fmla="*/ 0 w 33"/>
              <a:gd name="T23" fmla="*/ 37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37"/>
                </a:moveTo>
                <a:lnTo>
                  <a:pt x="2" y="33"/>
                </a:lnTo>
                <a:lnTo>
                  <a:pt x="8" y="24"/>
                </a:lnTo>
                <a:lnTo>
                  <a:pt x="14" y="18"/>
                </a:lnTo>
                <a:lnTo>
                  <a:pt x="19" y="11"/>
                </a:lnTo>
                <a:lnTo>
                  <a:pt x="23" y="2"/>
                </a:lnTo>
                <a:lnTo>
                  <a:pt x="24" y="0"/>
                </a:lnTo>
                <a:lnTo>
                  <a:pt x="32" y="7"/>
                </a:lnTo>
                <a:lnTo>
                  <a:pt x="31" y="6"/>
                </a:lnTo>
                <a:lnTo>
                  <a:pt x="24" y="13"/>
                </a:lnTo>
                <a:lnTo>
                  <a:pt x="9" y="29"/>
                </a:lnTo>
                <a:lnTo>
                  <a:pt x="0" y="37"/>
                </a:lnTo>
              </a:path>
            </a:pathLst>
          </a:custGeom>
          <a:solidFill>
            <a:srgbClr val="FDE3BA"/>
          </a:solidFill>
          <a:ln w="12700" cap="rnd">
            <a:solidFill>
              <a:srgbClr val="000000"/>
            </a:solidFill>
            <a:round/>
            <a:headEnd/>
            <a:tailEnd/>
          </a:ln>
        </p:spPr>
        <p:txBody>
          <a:bodyPr/>
          <a:lstStyle/>
          <a:p>
            <a:endParaRPr lang="en-US"/>
          </a:p>
        </p:txBody>
      </p:sp>
      <p:sp>
        <p:nvSpPr>
          <p:cNvPr id="6233" name="Freeform 519"/>
          <p:cNvSpPr>
            <a:spLocks/>
          </p:cNvSpPr>
          <p:nvPr/>
        </p:nvSpPr>
        <p:spPr bwMode="auto">
          <a:xfrm>
            <a:off x="7201685" y="4376491"/>
            <a:ext cx="27941" cy="31603"/>
          </a:xfrm>
          <a:custGeom>
            <a:avLst/>
            <a:gdLst>
              <a:gd name="T0" fmla="*/ 1 w 16"/>
              <a:gd name="T1" fmla="*/ 0 h 16"/>
              <a:gd name="T2" fmla="*/ 15 w 16"/>
              <a:gd name="T3" fmla="*/ 4 h 16"/>
              <a:gd name="T4" fmla="*/ 5 w 16"/>
              <a:gd name="T5" fmla="*/ 15 h 16"/>
              <a:gd name="T6" fmla="*/ 0 w 16"/>
              <a:gd name="T7" fmla="*/ 14 h 16"/>
              <a:gd name="T8" fmla="*/ 1 w 16"/>
              <a:gd name="T9" fmla="*/ 0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1" y="0"/>
                </a:moveTo>
                <a:lnTo>
                  <a:pt x="15" y="4"/>
                </a:lnTo>
                <a:lnTo>
                  <a:pt x="5" y="15"/>
                </a:lnTo>
                <a:lnTo>
                  <a:pt x="0" y="14"/>
                </a:lnTo>
                <a:lnTo>
                  <a:pt x="1" y="0"/>
                </a:lnTo>
              </a:path>
            </a:pathLst>
          </a:custGeom>
          <a:solidFill>
            <a:srgbClr val="FDE3BA"/>
          </a:solidFill>
          <a:ln w="12700" cap="rnd">
            <a:solidFill>
              <a:srgbClr val="000000"/>
            </a:solidFill>
            <a:round/>
            <a:headEnd/>
            <a:tailEnd/>
          </a:ln>
        </p:spPr>
        <p:txBody>
          <a:bodyPr/>
          <a:lstStyle/>
          <a:p>
            <a:endParaRPr lang="en-US"/>
          </a:p>
        </p:txBody>
      </p:sp>
      <p:sp>
        <p:nvSpPr>
          <p:cNvPr id="6234" name="Freeform 520"/>
          <p:cNvSpPr>
            <a:spLocks/>
          </p:cNvSpPr>
          <p:nvPr/>
        </p:nvSpPr>
        <p:spPr bwMode="auto">
          <a:xfrm>
            <a:off x="7212163" y="4404144"/>
            <a:ext cx="27941" cy="35554"/>
          </a:xfrm>
          <a:custGeom>
            <a:avLst/>
            <a:gdLst>
              <a:gd name="T0" fmla="*/ 7 w 16"/>
              <a:gd name="T1" fmla="*/ 0 h 18"/>
              <a:gd name="T2" fmla="*/ 15 w 16"/>
              <a:gd name="T3" fmla="*/ 1 h 18"/>
              <a:gd name="T4" fmla="*/ 6 w 16"/>
              <a:gd name="T5" fmla="*/ 17 h 18"/>
              <a:gd name="T6" fmla="*/ 0 w 16"/>
              <a:gd name="T7" fmla="*/ 17 h 18"/>
              <a:gd name="T8" fmla="*/ 7 w 16"/>
              <a:gd name="T9" fmla="*/ 0 h 18"/>
              <a:gd name="T10" fmla="*/ 0 60000 65536"/>
              <a:gd name="T11" fmla="*/ 0 60000 65536"/>
              <a:gd name="T12" fmla="*/ 0 60000 65536"/>
              <a:gd name="T13" fmla="*/ 0 60000 65536"/>
              <a:gd name="T14" fmla="*/ 0 60000 65536"/>
              <a:gd name="T15" fmla="*/ 0 w 16"/>
              <a:gd name="T16" fmla="*/ 0 h 18"/>
              <a:gd name="T17" fmla="*/ 16 w 16"/>
              <a:gd name="T18" fmla="*/ 18 h 18"/>
            </a:gdLst>
            <a:ahLst/>
            <a:cxnLst>
              <a:cxn ang="T10">
                <a:pos x="T0" y="T1"/>
              </a:cxn>
              <a:cxn ang="T11">
                <a:pos x="T2" y="T3"/>
              </a:cxn>
              <a:cxn ang="T12">
                <a:pos x="T4" y="T5"/>
              </a:cxn>
              <a:cxn ang="T13">
                <a:pos x="T6" y="T7"/>
              </a:cxn>
              <a:cxn ang="T14">
                <a:pos x="T8" y="T9"/>
              </a:cxn>
            </a:cxnLst>
            <a:rect l="T15" t="T16" r="T17" b="T18"/>
            <a:pathLst>
              <a:path w="16" h="18">
                <a:moveTo>
                  <a:pt x="7" y="0"/>
                </a:moveTo>
                <a:lnTo>
                  <a:pt x="15" y="1"/>
                </a:lnTo>
                <a:lnTo>
                  <a:pt x="6" y="17"/>
                </a:lnTo>
                <a:lnTo>
                  <a:pt x="0" y="17"/>
                </a:lnTo>
                <a:lnTo>
                  <a:pt x="7" y="0"/>
                </a:lnTo>
              </a:path>
            </a:pathLst>
          </a:custGeom>
          <a:solidFill>
            <a:srgbClr val="FDE3BA"/>
          </a:solidFill>
          <a:ln w="12700" cap="rnd">
            <a:solidFill>
              <a:srgbClr val="000000"/>
            </a:solidFill>
            <a:round/>
            <a:headEnd/>
            <a:tailEnd/>
          </a:ln>
        </p:spPr>
        <p:txBody>
          <a:bodyPr/>
          <a:lstStyle/>
          <a:p>
            <a:endParaRPr lang="en-US"/>
          </a:p>
        </p:txBody>
      </p:sp>
      <p:sp>
        <p:nvSpPr>
          <p:cNvPr id="6235" name="Freeform 521"/>
          <p:cNvSpPr>
            <a:spLocks/>
          </p:cNvSpPr>
          <p:nvPr/>
        </p:nvSpPr>
        <p:spPr bwMode="auto">
          <a:xfrm>
            <a:off x="7248835" y="4360689"/>
            <a:ext cx="31433" cy="33578"/>
          </a:xfrm>
          <a:custGeom>
            <a:avLst/>
            <a:gdLst>
              <a:gd name="T0" fmla="*/ 0 w 18"/>
              <a:gd name="T1" fmla="*/ 2 h 17"/>
              <a:gd name="T2" fmla="*/ 4 w 18"/>
              <a:gd name="T3" fmla="*/ 0 h 17"/>
              <a:gd name="T4" fmla="*/ 17 w 18"/>
              <a:gd name="T5" fmla="*/ 4 h 17"/>
              <a:gd name="T6" fmla="*/ 17 w 18"/>
              <a:gd name="T7" fmla="*/ 16 h 17"/>
              <a:gd name="T8" fmla="*/ 0 w 18"/>
              <a:gd name="T9" fmla="*/ 2 h 17"/>
              <a:gd name="T10" fmla="*/ 0 60000 65536"/>
              <a:gd name="T11" fmla="*/ 0 60000 65536"/>
              <a:gd name="T12" fmla="*/ 0 60000 65536"/>
              <a:gd name="T13" fmla="*/ 0 60000 65536"/>
              <a:gd name="T14" fmla="*/ 0 60000 65536"/>
              <a:gd name="T15" fmla="*/ 0 w 18"/>
              <a:gd name="T16" fmla="*/ 0 h 17"/>
              <a:gd name="T17" fmla="*/ 18 w 18"/>
              <a:gd name="T18" fmla="*/ 17 h 17"/>
            </a:gdLst>
            <a:ahLst/>
            <a:cxnLst>
              <a:cxn ang="T10">
                <a:pos x="T0" y="T1"/>
              </a:cxn>
              <a:cxn ang="T11">
                <a:pos x="T2" y="T3"/>
              </a:cxn>
              <a:cxn ang="T12">
                <a:pos x="T4" y="T5"/>
              </a:cxn>
              <a:cxn ang="T13">
                <a:pos x="T6" y="T7"/>
              </a:cxn>
              <a:cxn ang="T14">
                <a:pos x="T8" y="T9"/>
              </a:cxn>
            </a:cxnLst>
            <a:rect l="T15" t="T16" r="T17" b="T18"/>
            <a:pathLst>
              <a:path w="18" h="17">
                <a:moveTo>
                  <a:pt x="0" y="2"/>
                </a:moveTo>
                <a:lnTo>
                  <a:pt x="4" y="0"/>
                </a:lnTo>
                <a:lnTo>
                  <a:pt x="17" y="4"/>
                </a:lnTo>
                <a:lnTo>
                  <a:pt x="17" y="16"/>
                </a:lnTo>
                <a:lnTo>
                  <a:pt x="0" y="2"/>
                </a:lnTo>
              </a:path>
            </a:pathLst>
          </a:custGeom>
          <a:solidFill>
            <a:srgbClr val="FDE3BA"/>
          </a:solidFill>
          <a:ln w="12700" cap="rnd">
            <a:solidFill>
              <a:srgbClr val="000000"/>
            </a:solidFill>
            <a:round/>
            <a:headEnd/>
            <a:tailEnd/>
          </a:ln>
        </p:spPr>
        <p:txBody>
          <a:bodyPr/>
          <a:lstStyle/>
          <a:p>
            <a:endParaRPr lang="en-US"/>
          </a:p>
        </p:txBody>
      </p:sp>
      <p:sp>
        <p:nvSpPr>
          <p:cNvPr id="6236" name="Freeform 522"/>
          <p:cNvSpPr>
            <a:spLocks/>
          </p:cNvSpPr>
          <p:nvPr/>
        </p:nvSpPr>
        <p:spPr bwMode="auto">
          <a:xfrm>
            <a:off x="7217402" y="4350813"/>
            <a:ext cx="15716" cy="11851"/>
          </a:xfrm>
          <a:custGeom>
            <a:avLst/>
            <a:gdLst>
              <a:gd name="T0" fmla="*/ 4 w 9"/>
              <a:gd name="T1" fmla="*/ 5 h 6"/>
              <a:gd name="T2" fmla="*/ 7 w 9"/>
              <a:gd name="T3" fmla="*/ 5 h 6"/>
              <a:gd name="T4" fmla="*/ 8 w 9"/>
              <a:gd name="T5" fmla="*/ 3 h 6"/>
              <a:gd name="T6" fmla="*/ 7 w 9"/>
              <a:gd name="T7" fmla="*/ 1 h 6"/>
              <a:gd name="T8" fmla="*/ 4 w 9"/>
              <a:gd name="T9" fmla="*/ 0 h 6"/>
              <a:gd name="T10" fmla="*/ 1 w 9"/>
              <a:gd name="T11" fmla="*/ 1 h 6"/>
              <a:gd name="T12" fmla="*/ 0 w 9"/>
              <a:gd name="T13" fmla="*/ 3 h 6"/>
              <a:gd name="T14" fmla="*/ 1 w 9"/>
              <a:gd name="T15" fmla="*/ 5 h 6"/>
              <a:gd name="T16" fmla="*/ 4 w 9"/>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6"/>
              <a:gd name="T29" fmla="*/ 9 w 9"/>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6">
                <a:moveTo>
                  <a:pt x="4" y="5"/>
                </a:moveTo>
                <a:lnTo>
                  <a:pt x="7" y="5"/>
                </a:lnTo>
                <a:lnTo>
                  <a:pt x="8" y="3"/>
                </a:lnTo>
                <a:lnTo>
                  <a:pt x="7" y="1"/>
                </a:lnTo>
                <a:lnTo>
                  <a:pt x="4" y="0"/>
                </a:lnTo>
                <a:lnTo>
                  <a:pt x="1" y="1"/>
                </a:lnTo>
                <a:lnTo>
                  <a:pt x="0" y="3"/>
                </a:lnTo>
                <a:lnTo>
                  <a:pt x="1" y="5"/>
                </a:lnTo>
                <a:lnTo>
                  <a:pt x="4" y="5"/>
                </a:lnTo>
              </a:path>
            </a:pathLst>
          </a:custGeom>
          <a:solidFill>
            <a:srgbClr val="FDE3BA"/>
          </a:solidFill>
          <a:ln w="12700" cap="rnd">
            <a:solidFill>
              <a:schemeClr val="tx1"/>
            </a:solidFill>
            <a:round/>
            <a:headEnd/>
            <a:tailEnd/>
          </a:ln>
        </p:spPr>
        <p:txBody>
          <a:bodyPr/>
          <a:lstStyle/>
          <a:p>
            <a:endParaRPr lang="en-US"/>
          </a:p>
        </p:txBody>
      </p:sp>
      <p:sp>
        <p:nvSpPr>
          <p:cNvPr id="6237" name="Freeform 523"/>
          <p:cNvSpPr>
            <a:spLocks/>
          </p:cNvSpPr>
          <p:nvPr/>
        </p:nvSpPr>
        <p:spPr bwMode="auto">
          <a:xfrm>
            <a:off x="7250581" y="4427846"/>
            <a:ext cx="22702" cy="13826"/>
          </a:xfrm>
          <a:custGeom>
            <a:avLst/>
            <a:gdLst>
              <a:gd name="T0" fmla="*/ 6 w 13"/>
              <a:gd name="T1" fmla="*/ 6 h 7"/>
              <a:gd name="T2" fmla="*/ 10 w 13"/>
              <a:gd name="T3" fmla="*/ 5 h 7"/>
              <a:gd name="T4" fmla="*/ 12 w 13"/>
              <a:gd name="T5" fmla="*/ 3 h 7"/>
              <a:gd name="T6" fmla="*/ 10 w 13"/>
              <a:gd name="T7" fmla="*/ 1 h 7"/>
              <a:gd name="T8" fmla="*/ 6 w 13"/>
              <a:gd name="T9" fmla="*/ 0 h 7"/>
              <a:gd name="T10" fmla="*/ 2 w 13"/>
              <a:gd name="T11" fmla="*/ 1 h 7"/>
              <a:gd name="T12" fmla="*/ 0 w 13"/>
              <a:gd name="T13" fmla="*/ 3 h 7"/>
              <a:gd name="T14" fmla="*/ 2 w 13"/>
              <a:gd name="T15" fmla="*/ 5 h 7"/>
              <a:gd name="T16" fmla="*/ 6 w 13"/>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7"/>
              <a:gd name="T29" fmla="*/ 13 w 13"/>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7">
                <a:moveTo>
                  <a:pt x="6" y="6"/>
                </a:moveTo>
                <a:lnTo>
                  <a:pt x="10" y="5"/>
                </a:lnTo>
                <a:lnTo>
                  <a:pt x="12" y="3"/>
                </a:lnTo>
                <a:lnTo>
                  <a:pt x="10" y="1"/>
                </a:lnTo>
                <a:lnTo>
                  <a:pt x="6" y="0"/>
                </a:lnTo>
                <a:lnTo>
                  <a:pt x="2" y="1"/>
                </a:lnTo>
                <a:lnTo>
                  <a:pt x="0" y="3"/>
                </a:lnTo>
                <a:lnTo>
                  <a:pt x="2" y="5"/>
                </a:lnTo>
                <a:lnTo>
                  <a:pt x="6" y="6"/>
                </a:lnTo>
              </a:path>
            </a:pathLst>
          </a:custGeom>
          <a:solidFill>
            <a:srgbClr val="FDE3BA"/>
          </a:solidFill>
          <a:ln w="12700" cap="rnd">
            <a:solidFill>
              <a:srgbClr val="000000"/>
            </a:solidFill>
            <a:round/>
            <a:headEnd/>
            <a:tailEnd/>
          </a:ln>
        </p:spPr>
        <p:txBody>
          <a:bodyPr/>
          <a:lstStyle/>
          <a:p>
            <a:endParaRPr lang="en-US"/>
          </a:p>
        </p:txBody>
      </p:sp>
      <p:sp>
        <p:nvSpPr>
          <p:cNvPr id="6238" name="Freeform 524"/>
          <p:cNvSpPr>
            <a:spLocks/>
          </p:cNvSpPr>
          <p:nvPr/>
        </p:nvSpPr>
        <p:spPr bwMode="auto">
          <a:xfrm>
            <a:off x="7275029" y="4410069"/>
            <a:ext cx="20956" cy="11851"/>
          </a:xfrm>
          <a:custGeom>
            <a:avLst/>
            <a:gdLst>
              <a:gd name="T0" fmla="*/ 6 w 12"/>
              <a:gd name="T1" fmla="*/ 5 h 6"/>
              <a:gd name="T2" fmla="*/ 10 w 12"/>
              <a:gd name="T3" fmla="*/ 4 h 6"/>
              <a:gd name="T4" fmla="*/ 11 w 12"/>
              <a:gd name="T5" fmla="*/ 2 h 6"/>
              <a:gd name="T6" fmla="*/ 10 w 12"/>
              <a:gd name="T7" fmla="*/ 1 h 6"/>
              <a:gd name="T8" fmla="*/ 6 w 12"/>
              <a:gd name="T9" fmla="*/ 0 h 6"/>
              <a:gd name="T10" fmla="*/ 2 w 12"/>
              <a:gd name="T11" fmla="*/ 1 h 6"/>
              <a:gd name="T12" fmla="*/ 0 w 12"/>
              <a:gd name="T13" fmla="*/ 2 h 6"/>
              <a:gd name="T14" fmla="*/ 2 w 12"/>
              <a:gd name="T15" fmla="*/ 4 h 6"/>
              <a:gd name="T16" fmla="*/ 6 w 12"/>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6"/>
              <a:gd name="T29" fmla="*/ 12 w 12"/>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6">
                <a:moveTo>
                  <a:pt x="6" y="5"/>
                </a:moveTo>
                <a:lnTo>
                  <a:pt x="10" y="4"/>
                </a:lnTo>
                <a:lnTo>
                  <a:pt x="11" y="2"/>
                </a:lnTo>
                <a:lnTo>
                  <a:pt x="10" y="1"/>
                </a:lnTo>
                <a:lnTo>
                  <a:pt x="6" y="0"/>
                </a:lnTo>
                <a:lnTo>
                  <a:pt x="2" y="1"/>
                </a:lnTo>
                <a:lnTo>
                  <a:pt x="0" y="2"/>
                </a:lnTo>
                <a:lnTo>
                  <a:pt x="2" y="4"/>
                </a:lnTo>
                <a:lnTo>
                  <a:pt x="6" y="5"/>
                </a:lnTo>
              </a:path>
            </a:pathLst>
          </a:custGeom>
          <a:solidFill>
            <a:srgbClr val="FDE3BA"/>
          </a:solidFill>
          <a:ln w="12700" cap="rnd">
            <a:solidFill>
              <a:srgbClr val="000000"/>
            </a:solidFill>
            <a:round/>
            <a:headEnd/>
            <a:tailEnd/>
          </a:ln>
        </p:spPr>
        <p:txBody>
          <a:bodyPr/>
          <a:lstStyle/>
          <a:p>
            <a:endParaRPr lang="en-US"/>
          </a:p>
        </p:txBody>
      </p:sp>
      <p:sp>
        <p:nvSpPr>
          <p:cNvPr id="6239" name="Freeform 525"/>
          <p:cNvSpPr>
            <a:spLocks/>
          </p:cNvSpPr>
          <p:nvPr/>
        </p:nvSpPr>
        <p:spPr bwMode="auto">
          <a:xfrm>
            <a:off x="7245343" y="4398218"/>
            <a:ext cx="22701" cy="15802"/>
          </a:xfrm>
          <a:custGeom>
            <a:avLst/>
            <a:gdLst>
              <a:gd name="T0" fmla="*/ 6 w 13"/>
              <a:gd name="T1" fmla="*/ 7 h 8"/>
              <a:gd name="T2" fmla="*/ 10 w 13"/>
              <a:gd name="T3" fmla="*/ 6 h 8"/>
              <a:gd name="T4" fmla="*/ 12 w 13"/>
              <a:gd name="T5" fmla="*/ 3 h 8"/>
              <a:gd name="T6" fmla="*/ 10 w 13"/>
              <a:gd name="T7" fmla="*/ 1 h 8"/>
              <a:gd name="T8" fmla="*/ 6 w 13"/>
              <a:gd name="T9" fmla="*/ 0 h 8"/>
              <a:gd name="T10" fmla="*/ 2 w 13"/>
              <a:gd name="T11" fmla="*/ 1 h 8"/>
              <a:gd name="T12" fmla="*/ 0 w 13"/>
              <a:gd name="T13" fmla="*/ 3 h 8"/>
              <a:gd name="T14" fmla="*/ 2 w 13"/>
              <a:gd name="T15" fmla="*/ 6 h 8"/>
              <a:gd name="T16" fmla="*/ 6 w 13"/>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8"/>
              <a:gd name="T29" fmla="*/ 13 w 13"/>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8">
                <a:moveTo>
                  <a:pt x="6" y="7"/>
                </a:moveTo>
                <a:lnTo>
                  <a:pt x="10" y="6"/>
                </a:lnTo>
                <a:lnTo>
                  <a:pt x="12" y="3"/>
                </a:lnTo>
                <a:lnTo>
                  <a:pt x="10" y="1"/>
                </a:lnTo>
                <a:lnTo>
                  <a:pt x="6" y="0"/>
                </a:lnTo>
                <a:lnTo>
                  <a:pt x="2" y="1"/>
                </a:lnTo>
                <a:lnTo>
                  <a:pt x="0" y="3"/>
                </a:lnTo>
                <a:lnTo>
                  <a:pt x="2" y="6"/>
                </a:lnTo>
                <a:lnTo>
                  <a:pt x="6" y="7"/>
                </a:lnTo>
              </a:path>
            </a:pathLst>
          </a:custGeom>
          <a:solidFill>
            <a:srgbClr val="FDE3BA"/>
          </a:solidFill>
          <a:ln w="12700" cap="rnd">
            <a:solidFill>
              <a:srgbClr val="000000"/>
            </a:solidFill>
            <a:round/>
            <a:headEnd/>
            <a:tailEnd/>
          </a:ln>
        </p:spPr>
        <p:txBody>
          <a:bodyPr/>
          <a:lstStyle/>
          <a:p>
            <a:endParaRPr lang="en-US"/>
          </a:p>
        </p:txBody>
      </p:sp>
      <p:sp>
        <p:nvSpPr>
          <p:cNvPr id="6240" name="Freeform 526"/>
          <p:cNvSpPr>
            <a:spLocks/>
          </p:cNvSpPr>
          <p:nvPr/>
        </p:nvSpPr>
        <p:spPr bwMode="auto">
          <a:xfrm>
            <a:off x="7158028" y="4364640"/>
            <a:ext cx="13970" cy="21727"/>
          </a:xfrm>
          <a:custGeom>
            <a:avLst/>
            <a:gdLst>
              <a:gd name="T0" fmla="*/ 3 w 8"/>
              <a:gd name="T1" fmla="*/ 10 h 11"/>
              <a:gd name="T2" fmla="*/ 6 w 8"/>
              <a:gd name="T3" fmla="*/ 8 h 11"/>
              <a:gd name="T4" fmla="*/ 7 w 8"/>
              <a:gd name="T5" fmla="*/ 5 h 11"/>
              <a:gd name="T6" fmla="*/ 6 w 8"/>
              <a:gd name="T7" fmla="*/ 2 h 11"/>
              <a:gd name="T8" fmla="*/ 3 w 8"/>
              <a:gd name="T9" fmla="*/ 0 h 11"/>
              <a:gd name="T10" fmla="*/ 1 w 8"/>
              <a:gd name="T11" fmla="*/ 2 h 11"/>
              <a:gd name="T12" fmla="*/ 0 w 8"/>
              <a:gd name="T13" fmla="*/ 5 h 11"/>
              <a:gd name="T14" fmla="*/ 1 w 8"/>
              <a:gd name="T15" fmla="*/ 8 h 11"/>
              <a:gd name="T16" fmla="*/ 3 w 8"/>
              <a:gd name="T17" fmla="*/ 1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10"/>
                </a:moveTo>
                <a:lnTo>
                  <a:pt x="6" y="8"/>
                </a:lnTo>
                <a:lnTo>
                  <a:pt x="7" y="5"/>
                </a:lnTo>
                <a:lnTo>
                  <a:pt x="6" y="2"/>
                </a:lnTo>
                <a:lnTo>
                  <a:pt x="3" y="0"/>
                </a:lnTo>
                <a:lnTo>
                  <a:pt x="1" y="2"/>
                </a:lnTo>
                <a:lnTo>
                  <a:pt x="0" y="5"/>
                </a:lnTo>
                <a:lnTo>
                  <a:pt x="1" y="8"/>
                </a:lnTo>
                <a:lnTo>
                  <a:pt x="3" y="10"/>
                </a:lnTo>
              </a:path>
            </a:pathLst>
          </a:custGeom>
          <a:solidFill>
            <a:srgbClr val="FDE3BA"/>
          </a:solidFill>
          <a:ln w="12700" cap="rnd">
            <a:solidFill>
              <a:schemeClr val="tx1"/>
            </a:solidFill>
            <a:round/>
            <a:headEnd/>
            <a:tailEnd/>
          </a:ln>
        </p:spPr>
        <p:txBody>
          <a:bodyPr/>
          <a:lstStyle/>
          <a:p>
            <a:endParaRPr lang="en-US"/>
          </a:p>
        </p:txBody>
      </p:sp>
      <p:sp>
        <p:nvSpPr>
          <p:cNvPr id="6241" name="Freeform 527"/>
          <p:cNvSpPr>
            <a:spLocks/>
          </p:cNvSpPr>
          <p:nvPr/>
        </p:nvSpPr>
        <p:spPr bwMode="auto">
          <a:xfrm>
            <a:off x="7147550" y="4384392"/>
            <a:ext cx="13970" cy="13826"/>
          </a:xfrm>
          <a:custGeom>
            <a:avLst/>
            <a:gdLst>
              <a:gd name="T0" fmla="*/ 4 w 8"/>
              <a:gd name="T1" fmla="*/ 6 h 7"/>
              <a:gd name="T2" fmla="*/ 6 w 8"/>
              <a:gd name="T3" fmla="*/ 5 h 7"/>
              <a:gd name="T4" fmla="*/ 7 w 8"/>
              <a:gd name="T5" fmla="*/ 3 h 7"/>
              <a:gd name="T6" fmla="*/ 6 w 8"/>
              <a:gd name="T7" fmla="*/ 1 h 7"/>
              <a:gd name="T8" fmla="*/ 4 w 8"/>
              <a:gd name="T9" fmla="*/ 0 h 7"/>
              <a:gd name="T10" fmla="*/ 1 w 8"/>
              <a:gd name="T11" fmla="*/ 1 h 7"/>
              <a:gd name="T12" fmla="*/ 0 w 8"/>
              <a:gd name="T13" fmla="*/ 3 h 7"/>
              <a:gd name="T14" fmla="*/ 1 w 8"/>
              <a:gd name="T15" fmla="*/ 5 h 7"/>
              <a:gd name="T16" fmla="*/ 4 w 8"/>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7"/>
              <a:gd name="T29" fmla="*/ 8 w 8"/>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7">
                <a:moveTo>
                  <a:pt x="4" y="6"/>
                </a:moveTo>
                <a:lnTo>
                  <a:pt x="6" y="5"/>
                </a:lnTo>
                <a:lnTo>
                  <a:pt x="7" y="3"/>
                </a:lnTo>
                <a:lnTo>
                  <a:pt x="6" y="1"/>
                </a:lnTo>
                <a:lnTo>
                  <a:pt x="4" y="0"/>
                </a:lnTo>
                <a:lnTo>
                  <a:pt x="1" y="1"/>
                </a:lnTo>
                <a:lnTo>
                  <a:pt x="0" y="3"/>
                </a:lnTo>
                <a:lnTo>
                  <a:pt x="1" y="5"/>
                </a:lnTo>
                <a:lnTo>
                  <a:pt x="4" y="6"/>
                </a:lnTo>
              </a:path>
            </a:pathLst>
          </a:custGeom>
          <a:solidFill>
            <a:srgbClr val="FDE3BA"/>
          </a:solidFill>
          <a:ln w="12700" cap="rnd">
            <a:solidFill>
              <a:srgbClr val="000000"/>
            </a:solidFill>
            <a:round/>
            <a:headEnd/>
            <a:tailEnd/>
          </a:ln>
        </p:spPr>
        <p:txBody>
          <a:bodyPr/>
          <a:lstStyle/>
          <a:p>
            <a:endParaRPr lang="en-US"/>
          </a:p>
        </p:txBody>
      </p:sp>
      <p:sp>
        <p:nvSpPr>
          <p:cNvPr id="6242" name="Freeform 528"/>
          <p:cNvSpPr>
            <a:spLocks/>
          </p:cNvSpPr>
          <p:nvPr/>
        </p:nvSpPr>
        <p:spPr bwMode="auto">
          <a:xfrm>
            <a:off x="7201685" y="4331060"/>
            <a:ext cx="17463" cy="15802"/>
          </a:xfrm>
          <a:custGeom>
            <a:avLst/>
            <a:gdLst>
              <a:gd name="T0" fmla="*/ 4 w 10"/>
              <a:gd name="T1" fmla="*/ 7 h 8"/>
              <a:gd name="T2" fmla="*/ 8 w 10"/>
              <a:gd name="T3" fmla="*/ 6 h 8"/>
              <a:gd name="T4" fmla="*/ 9 w 10"/>
              <a:gd name="T5" fmla="*/ 3 h 8"/>
              <a:gd name="T6" fmla="*/ 8 w 10"/>
              <a:gd name="T7" fmla="*/ 1 h 8"/>
              <a:gd name="T8" fmla="*/ 4 w 10"/>
              <a:gd name="T9" fmla="*/ 0 h 8"/>
              <a:gd name="T10" fmla="*/ 1 w 10"/>
              <a:gd name="T11" fmla="*/ 1 h 8"/>
              <a:gd name="T12" fmla="*/ 0 w 10"/>
              <a:gd name="T13" fmla="*/ 3 h 8"/>
              <a:gd name="T14" fmla="*/ 1 w 10"/>
              <a:gd name="T15" fmla="*/ 6 h 8"/>
              <a:gd name="T16" fmla="*/ 4 w 10"/>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7"/>
                </a:moveTo>
                <a:lnTo>
                  <a:pt x="8" y="6"/>
                </a:lnTo>
                <a:lnTo>
                  <a:pt x="9" y="3"/>
                </a:lnTo>
                <a:lnTo>
                  <a:pt x="8" y="1"/>
                </a:lnTo>
                <a:lnTo>
                  <a:pt x="4" y="0"/>
                </a:lnTo>
                <a:lnTo>
                  <a:pt x="1" y="1"/>
                </a:lnTo>
                <a:lnTo>
                  <a:pt x="0" y="3"/>
                </a:lnTo>
                <a:lnTo>
                  <a:pt x="1" y="6"/>
                </a:lnTo>
                <a:lnTo>
                  <a:pt x="4" y="7"/>
                </a:lnTo>
              </a:path>
            </a:pathLst>
          </a:custGeom>
          <a:solidFill>
            <a:srgbClr val="FDE3BA"/>
          </a:solidFill>
          <a:ln w="12700" cap="rnd">
            <a:solidFill>
              <a:srgbClr val="000000"/>
            </a:solidFill>
            <a:round/>
            <a:headEnd/>
            <a:tailEnd/>
          </a:ln>
        </p:spPr>
        <p:txBody>
          <a:bodyPr/>
          <a:lstStyle/>
          <a:p>
            <a:endParaRPr lang="en-US"/>
          </a:p>
        </p:txBody>
      </p:sp>
      <p:sp>
        <p:nvSpPr>
          <p:cNvPr id="6243" name="Line 529"/>
          <p:cNvSpPr>
            <a:spLocks noChangeShapeType="1"/>
          </p:cNvSpPr>
          <p:nvPr/>
        </p:nvSpPr>
        <p:spPr bwMode="auto">
          <a:xfrm>
            <a:off x="7626036" y="4773507"/>
            <a:ext cx="0" cy="158017"/>
          </a:xfrm>
          <a:prstGeom prst="line">
            <a:avLst/>
          </a:prstGeom>
          <a:noFill/>
          <a:ln w="12700">
            <a:solidFill>
              <a:schemeClr val="tx1"/>
            </a:solidFill>
            <a:round/>
            <a:headEnd/>
            <a:tailEnd/>
          </a:ln>
        </p:spPr>
        <p:txBody>
          <a:bodyPr wrap="none" anchor="ctr"/>
          <a:lstStyle/>
          <a:p>
            <a:endParaRPr lang="ko-KR" altLang="en-US"/>
          </a:p>
        </p:txBody>
      </p:sp>
      <p:sp>
        <p:nvSpPr>
          <p:cNvPr id="6244" name="Freeform 530"/>
          <p:cNvSpPr>
            <a:spLocks/>
          </p:cNvSpPr>
          <p:nvPr/>
        </p:nvSpPr>
        <p:spPr bwMode="auto">
          <a:xfrm>
            <a:off x="6943232" y="4589814"/>
            <a:ext cx="172884" cy="80983"/>
          </a:xfrm>
          <a:custGeom>
            <a:avLst/>
            <a:gdLst>
              <a:gd name="T0" fmla="*/ 0 w 99"/>
              <a:gd name="T1" fmla="*/ 33 h 41"/>
              <a:gd name="T2" fmla="*/ 3 w 99"/>
              <a:gd name="T3" fmla="*/ 34 h 41"/>
              <a:gd name="T4" fmla="*/ 9 w 99"/>
              <a:gd name="T5" fmla="*/ 37 h 41"/>
              <a:gd name="T6" fmla="*/ 18 w 99"/>
              <a:gd name="T7" fmla="*/ 39 h 41"/>
              <a:gd name="T8" fmla="*/ 24 w 99"/>
              <a:gd name="T9" fmla="*/ 40 h 41"/>
              <a:gd name="T10" fmla="*/ 27 w 99"/>
              <a:gd name="T11" fmla="*/ 37 h 41"/>
              <a:gd name="T12" fmla="*/ 29 w 99"/>
              <a:gd name="T13" fmla="*/ 33 h 41"/>
              <a:gd name="T14" fmla="*/ 32 w 99"/>
              <a:gd name="T15" fmla="*/ 30 h 41"/>
              <a:gd name="T16" fmla="*/ 38 w 99"/>
              <a:gd name="T17" fmla="*/ 30 h 41"/>
              <a:gd name="T18" fmla="*/ 53 w 99"/>
              <a:gd name="T19" fmla="*/ 31 h 41"/>
              <a:gd name="T20" fmla="*/ 61 w 99"/>
              <a:gd name="T21" fmla="*/ 23 h 41"/>
              <a:gd name="T22" fmla="*/ 64 w 99"/>
              <a:gd name="T23" fmla="*/ 16 h 41"/>
              <a:gd name="T24" fmla="*/ 67 w 99"/>
              <a:gd name="T25" fmla="*/ 9 h 41"/>
              <a:gd name="T26" fmla="*/ 72 w 99"/>
              <a:gd name="T27" fmla="*/ 3 h 41"/>
              <a:gd name="T28" fmla="*/ 80 w 99"/>
              <a:gd name="T29" fmla="*/ 0 h 41"/>
              <a:gd name="T30" fmla="*/ 94 w 99"/>
              <a:gd name="T31" fmla="*/ 2 h 41"/>
              <a:gd name="T32" fmla="*/ 98 w 99"/>
              <a:gd name="T33" fmla="*/ 3 h 41"/>
              <a:gd name="T34" fmla="*/ 0 w 99"/>
              <a:gd name="T35" fmla="*/ 33 h 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9"/>
              <a:gd name="T55" fmla="*/ 0 h 41"/>
              <a:gd name="T56" fmla="*/ 99 w 99"/>
              <a:gd name="T57" fmla="*/ 41 h 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9" h="41">
                <a:moveTo>
                  <a:pt x="0" y="33"/>
                </a:moveTo>
                <a:lnTo>
                  <a:pt x="3" y="34"/>
                </a:lnTo>
                <a:lnTo>
                  <a:pt x="9" y="37"/>
                </a:lnTo>
                <a:lnTo>
                  <a:pt x="18" y="39"/>
                </a:lnTo>
                <a:lnTo>
                  <a:pt x="24" y="40"/>
                </a:lnTo>
                <a:lnTo>
                  <a:pt x="27" y="37"/>
                </a:lnTo>
                <a:lnTo>
                  <a:pt x="29" y="33"/>
                </a:lnTo>
                <a:lnTo>
                  <a:pt x="32" y="30"/>
                </a:lnTo>
                <a:lnTo>
                  <a:pt x="38" y="30"/>
                </a:lnTo>
                <a:lnTo>
                  <a:pt x="53" y="31"/>
                </a:lnTo>
                <a:lnTo>
                  <a:pt x="61" y="23"/>
                </a:lnTo>
                <a:lnTo>
                  <a:pt x="64" y="16"/>
                </a:lnTo>
                <a:lnTo>
                  <a:pt x="67" y="9"/>
                </a:lnTo>
                <a:lnTo>
                  <a:pt x="72" y="3"/>
                </a:lnTo>
                <a:lnTo>
                  <a:pt x="80" y="0"/>
                </a:lnTo>
                <a:lnTo>
                  <a:pt x="94" y="2"/>
                </a:lnTo>
                <a:lnTo>
                  <a:pt x="98" y="3"/>
                </a:lnTo>
                <a:lnTo>
                  <a:pt x="0" y="33"/>
                </a:lnTo>
              </a:path>
            </a:pathLst>
          </a:custGeom>
          <a:solidFill>
            <a:srgbClr val="FDE3BA"/>
          </a:solidFill>
          <a:ln w="12700" cap="rnd">
            <a:noFill/>
            <a:round/>
            <a:headEnd/>
            <a:tailEnd/>
          </a:ln>
        </p:spPr>
        <p:txBody>
          <a:bodyPr/>
          <a:lstStyle/>
          <a:p>
            <a:endParaRPr lang="en-US"/>
          </a:p>
        </p:txBody>
      </p:sp>
      <p:sp>
        <p:nvSpPr>
          <p:cNvPr id="6245" name="Freeform 531"/>
          <p:cNvSpPr>
            <a:spLocks/>
          </p:cNvSpPr>
          <p:nvPr/>
        </p:nvSpPr>
        <p:spPr bwMode="auto">
          <a:xfrm>
            <a:off x="6943232" y="4589814"/>
            <a:ext cx="183362" cy="92834"/>
          </a:xfrm>
          <a:custGeom>
            <a:avLst/>
            <a:gdLst>
              <a:gd name="T0" fmla="*/ 0 w 105"/>
              <a:gd name="T1" fmla="*/ 38 h 47"/>
              <a:gd name="T2" fmla="*/ 3 w 105"/>
              <a:gd name="T3" fmla="*/ 39 h 47"/>
              <a:gd name="T4" fmla="*/ 10 w 105"/>
              <a:gd name="T5" fmla="*/ 42 h 47"/>
              <a:gd name="T6" fmla="*/ 19 w 105"/>
              <a:gd name="T7" fmla="*/ 45 h 47"/>
              <a:gd name="T8" fmla="*/ 25 w 105"/>
              <a:gd name="T9" fmla="*/ 46 h 47"/>
              <a:gd name="T10" fmla="*/ 29 w 105"/>
              <a:gd name="T11" fmla="*/ 43 h 47"/>
              <a:gd name="T12" fmla="*/ 31 w 105"/>
              <a:gd name="T13" fmla="*/ 38 h 47"/>
              <a:gd name="T14" fmla="*/ 34 w 105"/>
              <a:gd name="T15" fmla="*/ 34 h 47"/>
              <a:gd name="T16" fmla="*/ 40 w 105"/>
              <a:gd name="T17" fmla="*/ 34 h 47"/>
              <a:gd name="T18" fmla="*/ 56 w 105"/>
              <a:gd name="T19" fmla="*/ 36 h 47"/>
              <a:gd name="T20" fmla="*/ 65 w 105"/>
              <a:gd name="T21" fmla="*/ 27 h 47"/>
              <a:gd name="T22" fmla="*/ 68 w 105"/>
              <a:gd name="T23" fmla="*/ 18 h 47"/>
              <a:gd name="T24" fmla="*/ 71 w 105"/>
              <a:gd name="T25" fmla="*/ 10 h 47"/>
              <a:gd name="T26" fmla="*/ 76 w 105"/>
              <a:gd name="T27" fmla="*/ 3 h 47"/>
              <a:gd name="T28" fmla="*/ 85 w 105"/>
              <a:gd name="T29" fmla="*/ 0 h 47"/>
              <a:gd name="T30" fmla="*/ 100 w 105"/>
              <a:gd name="T31" fmla="*/ 2 h 47"/>
              <a:gd name="T32" fmla="*/ 104 w 105"/>
              <a:gd name="T33" fmla="*/ 3 h 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47"/>
              <a:gd name="T53" fmla="*/ 105 w 105"/>
              <a:gd name="T54" fmla="*/ 47 h 4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47">
                <a:moveTo>
                  <a:pt x="0" y="38"/>
                </a:moveTo>
                <a:lnTo>
                  <a:pt x="3" y="39"/>
                </a:lnTo>
                <a:lnTo>
                  <a:pt x="10" y="42"/>
                </a:lnTo>
                <a:lnTo>
                  <a:pt x="19" y="45"/>
                </a:lnTo>
                <a:lnTo>
                  <a:pt x="25" y="46"/>
                </a:lnTo>
                <a:lnTo>
                  <a:pt x="29" y="43"/>
                </a:lnTo>
                <a:lnTo>
                  <a:pt x="31" y="38"/>
                </a:lnTo>
                <a:lnTo>
                  <a:pt x="34" y="34"/>
                </a:lnTo>
                <a:lnTo>
                  <a:pt x="40" y="34"/>
                </a:lnTo>
                <a:lnTo>
                  <a:pt x="56" y="36"/>
                </a:lnTo>
                <a:lnTo>
                  <a:pt x="65" y="27"/>
                </a:lnTo>
                <a:lnTo>
                  <a:pt x="68" y="18"/>
                </a:lnTo>
                <a:lnTo>
                  <a:pt x="71" y="10"/>
                </a:lnTo>
                <a:lnTo>
                  <a:pt x="76" y="3"/>
                </a:lnTo>
                <a:lnTo>
                  <a:pt x="85" y="0"/>
                </a:lnTo>
                <a:lnTo>
                  <a:pt x="100" y="2"/>
                </a:lnTo>
                <a:lnTo>
                  <a:pt x="104" y="3"/>
                </a:lnTo>
              </a:path>
            </a:pathLst>
          </a:custGeom>
          <a:solidFill>
            <a:srgbClr val="FDE3BA"/>
          </a:solidFill>
          <a:ln w="12700" cap="rnd">
            <a:solidFill>
              <a:srgbClr val="000000"/>
            </a:solidFill>
            <a:round/>
            <a:headEnd/>
            <a:tailEnd/>
          </a:ln>
        </p:spPr>
        <p:txBody>
          <a:bodyPr/>
          <a:lstStyle/>
          <a:p>
            <a:endParaRPr lang="en-US"/>
          </a:p>
        </p:txBody>
      </p:sp>
      <p:sp>
        <p:nvSpPr>
          <p:cNvPr id="6246" name="Freeform 532"/>
          <p:cNvSpPr>
            <a:spLocks/>
          </p:cNvSpPr>
          <p:nvPr/>
        </p:nvSpPr>
        <p:spPr bwMode="auto">
          <a:xfrm>
            <a:off x="2949446" y="3491597"/>
            <a:ext cx="82076" cy="49380"/>
          </a:xfrm>
          <a:custGeom>
            <a:avLst/>
            <a:gdLst>
              <a:gd name="T0" fmla="*/ 0 w 47"/>
              <a:gd name="T1" fmla="*/ 17 h 25"/>
              <a:gd name="T2" fmla="*/ 16 w 47"/>
              <a:gd name="T3" fmla="*/ 9 h 25"/>
              <a:gd name="T4" fmla="*/ 34 w 47"/>
              <a:gd name="T5" fmla="*/ 2 h 25"/>
              <a:gd name="T6" fmla="*/ 46 w 47"/>
              <a:gd name="T7" fmla="*/ 0 h 25"/>
              <a:gd name="T8" fmla="*/ 44 w 47"/>
              <a:gd name="T9" fmla="*/ 6 h 25"/>
              <a:gd name="T10" fmla="*/ 36 w 47"/>
              <a:gd name="T11" fmla="*/ 13 h 25"/>
              <a:gd name="T12" fmla="*/ 31 w 47"/>
              <a:gd name="T13" fmla="*/ 16 h 25"/>
              <a:gd name="T14" fmla="*/ 25 w 47"/>
              <a:gd name="T15" fmla="*/ 18 h 25"/>
              <a:gd name="T16" fmla="*/ 16 w 47"/>
              <a:gd name="T17" fmla="*/ 22 h 25"/>
              <a:gd name="T18" fmla="*/ 7 w 47"/>
              <a:gd name="T19" fmla="*/ 24 h 25"/>
              <a:gd name="T20" fmla="*/ 2 w 47"/>
              <a:gd name="T21" fmla="*/ 22 h 25"/>
              <a:gd name="T22" fmla="*/ 1 w 47"/>
              <a:gd name="T23" fmla="*/ 19 h 25"/>
              <a:gd name="T24" fmla="*/ 0 w 47"/>
              <a:gd name="T25" fmla="*/ 17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25"/>
              <a:gd name="T41" fmla="*/ 47 w 4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25">
                <a:moveTo>
                  <a:pt x="0" y="17"/>
                </a:moveTo>
                <a:lnTo>
                  <a:pt x="16" y="9"/>
                </a:lnTo>
                <a:lnTo>
                  <a:pt x="34" y="2"/>
                </a:lnTo>
                <a:lnTo>
                  <a:pt x="46" y="0"/>
                </a:lnTo>
                <a:lnTo>
                  <a:pt x="44" y="6"/>
                </a:lnTo>
                <a:lnTo>
                  <a:pt x="36" y="13"/>
                </a:lnTo>
                <a:lnTo>
                  <a:pt x="31" y="16"/>
                </a:lnTo>
                <a:lnTo>
                  <a:pt x="25" y="18"/>
                </a:lnTo>
                <a:lnTo>
                  <a:pt x="16" y="22"/>
                </a:lnTo>
                <a:lnTo>
                  <a:pt x="7" y="24"/>
                </a:lnTo>
                <a:lnTo>
                  <a:pt x="2" y="22"/>
                </a:lnTo>
                <a:lnTo>
                  <a:pt x="1" y="19"/>
                </a:lnTo>
                <a:lnTo>
                  <a:pt x="0" y="17"/>
                </a:lnTo>
              </a:path>
            </a:pathLst>
          </a:custGeom>
          <a:solidFill>
            <a:srgbClr val="FFFFFF"/>
          </a:solidFill>
          <a:ln w="12700" cap="rnd">
            <a:solidFill>
              <a:srgbClr val="000000"/>
            </a:solidFill>
            <a:round/>
            <a:headEnd/>
            <a:tailEnd/>
          </a:ln>
        </p:spPr>
        <p:txBody>
          <a:bodyPr/>
          <a:lstStyle/>
          <a:p>
            <a:endParaRPr lang="en-US"/>
          </a:p>
        </p:txBody>
      </p:sp>
      <p:sp>
        <p:nvSpPr>
          <p:cNvPr id="6247" name="Freeform 533"/>
          <p:cNvSpPr>
            <a:spLocks/>
          </p:cNvSpPr>
          <p:nvPr/>
        </p:nvSpPr>
        <p:spPr bwMode="auto">
          <a:xfrm>
            <a:off x="2736397" y="3315803"/>
            <a:ext cx="213049" cy="227150"/>
          </a:xfrm>
          <a:custGeom>
            <a:avLst/>
            <a:gdLst>
              <a:gd name="T0" fmla="*/ 87 w 122"/>
              <a:gd name="T1" fmla="*/ 92 h 115"/>
              <a:gd name="T2" fmla="*/ 91 w 122"/>
              <a:gd name="T3" fmla="*/ 90 h 115"/>
              <a:gd name="T4" fmla="*/ 99 w 122"/>
              <a:gd name="T5" fmla="*/ 85 h 115"/>
              <a:gd name="T6" fmla="*/ 104 w 122"/>
              <a:gd name="T7" fmla="*/ 75 h 115"/>
              <a:gd name="T8" fmla="*/ 104 w 122"/>
              <a:gd name="T9" fmla="*/ 60 h 115"/>
              <a:gd name="T10" fmla="*/ 106 w 122"/>
              <a:gd name="T11" fmla="*/ 55 h 115"/>
              <a:gd name="T12" fmla="*/ 111 w 122"/>
              <a:gd name="T13" fmla="*/ 62 h 115"/>
              <a:gd name="T14" fmla="*/ 117 w 122"/>
              <a:gd name="T15" fmla="*/ 67 h 115"/>
              <a:gd name="T16" fmla="*/ 121 w 122"/>
              <a:gd name="T17" fmla="*/ 65 h 115"/>
              <a:gd name="T18" fmla="*/ 120 w 122"/>
              <a:gd name="T19" fmla="*/ 57 h 115"/>
              <a:gd name="T20" fmla="*/ 116 w 122"/>
              <a:gd name="T21" fmla="*/ 49 h 115"/>
              <a:gd name="T22" fmla="*/ 107 w 122"/>
              <a:gd name="T23" fmla="*/ 45 h 115"/>
              <a:gd name="T24" fmla="*/ 92 w 122"/>
              <a:gd name="T25" fmla="*/ 40 h 115"/>
              <a:gd name="T26" fmla="*/ 80 w 122"/>
              <a:gd name="T27" fmla="*/ 36 h 115"/>
              <a:gd name="T28" fmla="*/ 79 w 122"/>
              <a:gd name="T29" fmla="*/ 33 h 115"/>
              <a:gd name="T30" fmla="*/ 79 w 122"/>
              <a:gd name="T31" fmla="*/ 28 h 115"/>
              <a:gd name="T32" fmla="*/ 71 w 122"/>
              <a:gd name="T33" fmla="*/ 18 h 115"/>
              <a:gd name="T34" fmla="*/ 61 w 122"/>
              <a:gd name="T35" fmla="*/ 7 h 115"/>
              <a:gd name="T36" fmla="*/ 52 w 122"/>
              <a:gd name="T37" fmla="*/ 0 h 115"/>
              <a:gd name="T38" fmla="*/ 44 w 122"/>
              <a:gd name="T39" fmla="*/ 0 h 115"/>
              <a:gd name="T40" fmla="*/ 29 w 122"/>
              <a:gd name="T41" fmla="*/ 7 h 115"/>
              <a:gd name="T42" fmla="*/ 15 w 122"/>
              <a:gd name="T43" fmla="*/ 15 h 115"/>
              <a:gd name="T44" fmla="*/ 5 w 122"/>
              <a:gd name="T45" fmla="*/ 23 h 115"/>
              <a:gd name="T46" fmla="*/ 0 w 122"/>
              <a:gd name="T47" fmla="*/ 29 h 115"/>
              <a:gd name="T48" fmla="*/ 3 w 122"/>
              <a:gd name="T49" fmla="*/ 29 h 115"/>
              <a:gd name="T50" fmla="*/ 12 w 122"/>
              <a:gd name="T51" fmla="*/ 27 h 115"/>
              <a:gd name="T52" fmla="*/ 6 w 122"/>
              <a:gd name="T53" fmla="*/ 32 h 115"/>
              <a:gd name="T54" fmla="*/ 5 w 122"/>
              <a:gd name="T55" fmla="*/ 34 h 115"/>
              <a:gd name="T56" fmla="*/ 10 w 122"/>
              <a:gd name="T57" fmla="*/ 34 h 115"/>
              <a:gd name="T58" fmla="*/ 19 w 122"/>
              <a:gd name="T59" fmla="*/ 32 h 115"/>
              <a:gd name="T60" fmla="*/ 27 w 122"/>
              <a:gd name="T61" fmla="*/ 29 h 115"/>
              <a:gd name="T62" fmla="*/ 32 w 122"/>
              <a:gd name="T63" fmla="*/ 25 h 115"/>
              <a:gd name="T64" fmla="*/ 36 w 122"/>
              <a:gd name="T65" fmla="*/ 21 h 115"/>
              <a:gd name="T66" fmla="*/ 39 w 122"/>
              <a:gd name="T67" fmla="*/ 20 h 115"/>
              <a:gd name="T68" fmla="*/ 41 w 122"/>
              <a:gd name="T69" fmla="*/ 24 h 115"/>
              <a:gd name="T70" fmla="*/ 41 w 122"/>
              <a:gd name="T71" fmla="*/ 27 h 115"/>
              <a:gd name="T72" fmla="*/ 42 w 122"/>
              <a:gd name="T73" fmla="*/ 30 h 115"/>
              <a:gd name="T74" fmla="*/ 51 w 122"/>
              <a:gd name="T75" fmla="*/ 33 h 115"/>
              <a:gd name="T76" fmla="*/ 74 w 122"/>
              <a:gd name="T77" fmla="*/ 36 h 115"/>
              <a:gd name="T78" fmla="*/ 57 w 122"/>
              <a:gd name="T79" fmla="*/ 45 h 115"/>
              <a:gd name="T80" fmla="*/ 44 w 122"/>
              <a:gd name="T81" fmla="*/ 55 h 115"/>
              <a:gd name="T82" fmla="*/ 36 w 122"/>
              <a:gd name="T83" fmla="*/ 71 h 115"/>
              <a:gd name="T84" fmla="*/ 32 w 122"/>
              <a:gd name="T85" fmla="*/ 88 h 115"/>
              <a:gd name="T86" fmla="*/ 32 w 122"/>
              <a:gd name="T87" fmla="*/ 104 h 115"/>
              <a:gd name="T88" fmla="*/ 35 w 122"/>
              <a:gd name="T89" fmla="*/ 112 h 115"/>
              <a:gd name="T90" fmla="*/ 43 w 122"/>
              <a:gd name="T91" fmla="*/ 114 h 115"/>
              <a:gd name="T92" fmla="*/ 50 w 122"/>
              <a:gd name="T93" fmla="*/ 111 h 115"/>
              <a:gd name="T94" fmla="*/ 55 w 122"/>
              <a:gd name="T95" fmla="*/ 105 h 115"/>
              <a:gd name="T96" fmla="*/ 53 w 122"/>
              <a:gd name="T97" fmla="*/ 95 h 115"/>
              <a:gd name="T98" fmla="*/ 50 w 122"/>
              <a:gd name="T99" fmla="*/ 85 h 115"/>
              <a:gd name="T100" fmla="*/ 51 w 122"/>
              <a:gd name="T101" fmla="*/ 71 h 115"/>
              <a:gd name="T102" fmla="*/ 64 w 122"/>
              <a:gd name="T103" fmla="*/ 55 h 115"/>
              <a:gd name="T104" fmla="*/ 75 w 122"/>
              <a:gd name="T105" fmla="*/ 48 h 115"/>
              <a:gd name="T106" fmla="*/ 80 w 122"/>
              <a:gd name="T107" fmla="*/ 55 h 115"/>
              <a:gd name="T108" fmla="*/ 81 w 122"/>
              <a:gd name="T109" fmla="*/ 67 h 115"/>
              <a:gd name="T110" fmla="*/ 83 w 122"/>
              <a:gd name="T111" fmla="*/ 82 h 115"/>
              <a:gd name="T112" fmla="*/ 85 w 122"/>
              <a:gd name="T113" fmla="*/ 89 h 115"/>
              <a:gd name="T114" fmla="*/ 88 w 122"/>
              <a:gd name="T115" fmla="*/ 92 h 115"/>
              <a:gd name="T116" fmla="*/ 89 w 122"/>
              <a:gd name="T117" fmla="*/ 92 h 115"/>
              <a:gd name="T118" fmla="*/ 90 w 122"/>
              <a:gd name="T119" fmla="*/ 91 h 115"/>
              <a:gd name="T120" fmla="*/ 87 w 122"/>
              <a:gd name="T121" fmla="*/ 92 h 11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2"/>
              <a:gd name="T184" fmla="*/ 0 h 115"/>
              <a:gd name="T185" fmla="*/ 122 w 122"/>
              <a:gd name="T186" fmla="*/ 115 h 11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2" h="115">
                <a:moveTo>
                  <a:pt x="87" y="92"/>
                </a:moveTo>
                <a:lnTo>
                  <a:pt x="91" y="90"/>
                </a:lnTo>
                <a:lnTo>
                  <a:pt x="99" y="85"/>
                </a:lnTo>
                <a:lnTo>
                  <a:pt x="104" y="75"/>
                </a:lnTo>
                <a:lnTo>
                  <a:pt x="104" y="60"/>
                </a:lnTo>
                <a:lnTo>
                  <a:pt x="106" y="55"/>
                </a:lnTo>
                <a:lnTo>
                  <a:pt x="111" y="62"/>
                </a:lnTo>
                <a:lnTo>
                  <a:pt x="117" y="67"/>
                </a:lnTo>
                <a:lnTo>
                  <a:pt x="121" y="65"/>
                </a:lnTo>
                <a:lnTo>
                  <a:pt x="120" y="57"/>
                </a:lnTo>
                <a:lnTo>
                  <a:pt x="116" y="49"/>
                </a:lnTo>
                <a:lnTo>
                  <a:pt x="107" y="45"/>
                </a:lnTo>
                <a:lnTo>
                  <a:pt x="92" y="40"/>
                </a:lnTo>
                <a:lnTo>
                  <a:pt x="80" y="36"/>
                </a:lnTo>
                <a:lnTo>
                  <a:pt x="79" y="33"/>
                </a:lnTo>
                <a:lnTo>
                  <a:pt x="79" y="28"/>
                </a:lnTo>
                <a:lnTo>
                  <a:pt x="71" y="18"/>
                </a:lnTo>
                <a:lnTo>
                  <a:pt x="61" y="7"/>
                </a:lnTo>
                <a:lnTo>
                  <a:pt x="52" y="0"/>
                </a:lnTo>
                <a:lnTo>
                  <a:pt x="44" y="0"/>
                </a:lnTo>
                <a:lnTo>
                  <a:pt x="29" y="7"/>
                </a:lnTo>
                <a:lnTo>
                  <a:pt x="15" y="15"/>
                </a:lnTo>
                <a:lnTo>
                  <a:pt x="5" y="23"/>
                </a:lnTo>
                <a:lnTo>
                  <a:pt x="0" y="29"/>
                </a:lnTo>
                <a:lnTo>
                  <a:pt x="3" y="29"/>
                </a:lnTo>
                <a:lnTo>
                  <a:pt x="12" y="27"/>
                </a:lnTo>
                <a:lnTo>
                  <a:pt x="6" y="32"/>
                </a:lnTo>
                <a:lnTo>
                  <a:pt x="5" y="34"/>
                </a:lnTo>
                <a:lnTo>
                  <a:pt x="10" y="34"/>
                </a:lnTo>
                <a:lnTo>
                  <a:pt x="19" y="32"/>
                </a:lnTo>
                <a:lnTo>
                  <a:pt x="27" y="29"/>
                </a:lnTo>
                <a:lnTo>
                  <a:pt x="32" y="25"/>
                </a:lnTo>
                <a:lnTo>
                  <a:pt x="36" y="21"/>
                </a:lnTo>
                <a:lnTo>
                  <a:pt x="39" y="20"/>
                </a:lnTo>
                <a:lnTo>
                  <a:pt x="41" y="24"/>
                </a:lnTo>
                <a:lnTo>
                  <a:pt x="41" y="27"/>
                </a:lnTo>
                <a:lnTo>
                  <a:pt x="42" y="30"/>
                </a:lnTo>
                <a:lnTo>
                  <a:pt x="51" y="33"/>
                </a:lnTo>
                <a:lnTo>
                  <a:pt x="74" y="36"/>
                </a:lnTo>
                <a:lnTo>
                  <a:pt x="57" y="45"/>
                </a:lnTo>
                <a:lnTo>
                  <a:pt x="44" y="55"/>
                </a:lnTo>
                <a:lnTo>
                  <a:pt x="36" y="71"/>
                </a:lnTo>
                <a:lnTo>
                  <a:pt x="32" y="88"/>
                </a:lnTo>
                <a:lnTo>
                  <a:pt x="32" y="104"/>
                </a:lnTo>
                <a:lnTo>
                  <a:pt x="35" y="112"/>
                </a:lnTo>
                <a:lnTo>
                  <a:pt x="43" y="114"/>
                </a:lnTo>
                <a:lnTo>
                  <a:pt x="50" y="111"/>
                </a:lnTo>
                <a:lnTo>
                  <a:pt x="55" y="105"/>
                </a:lnTo>
                <a:lnTo>
                  <a:pt x="53" y="95"/>
                </a:lnTo>
                <a:lnTo>
                  <a:pt x="50" y="85"/>
                </a:lnTo>
                <a:lnTo>
                  <a:pt x="51" y="71"/>
                </a:lnTo>
                <a:lnTo>
                  <a:pt x="64" y="55"/>
                </a:lnTo>
                <a:lnTo>
                  <a:pt x="75" y="48"/>
                </a:lnTo>
                <a:lnTo>
                  <a:pt x="80" y="55"/>
                </a:lnTo>
                <a:lnTo>
                  <a:pt x="81" y="67"/>
                </a:lnTo>
                <a:lnTo>
                  <a:pt x="83" y="82"/>
                </a:lnTo>
                <a:lnTo>
                  <a:pt x="85" y="89"/>
                </a:lnTo>
                <a:lnTo>
                  <a:pt x="88" y="92"/>
                </a:lnTo>
                <a:lnTo>
                  <a:pt x="89" y="92"/>
                </a:lnTo>
                <a:lnTo>
                  <a:pt x="90" y="91"/>
                </a:lnTo>
                <a:lnTo>
                  <a:pt x="87" y="92"/>
                </a:lnTo>
              </a:path>
            </a:pathLst>
          </a:custGeom>
          <a:solidFill>
            <a:srgbClr val="FFFFFF"/>
          </a:solidFill>
          <a:ln w="12700" cap="rnd">
            <a:noFill/>
            <a:round/>
            <a:headEnd/>
            <a:tailEnd/>
          </a:ln>
        </p:spPr>
        <p:txBody>
          <a:bodyPr/>
          <a:lstStyle/>
          <a:p>
            <a:endParaRPr lang="en-US"/>
          </a:p>
        </p:txBody>
      </p:sp>
      <p:sp>
        <p:nvSpPr>
          <p:cNvPr id="6248" name="Freeform 534"/>
          <p:cNvSpPr>
            <a:spLocks/>
          </p:cNvSpPr>
          <p:nvPr/>
        </p:nvSpPr>
        <p:spPr bwMode="auto">
          <a:xfrm>
            <a:off x="2736397" y="3315803"/>
            <a:ext cx="223526" cy="239001"/>
          </a:xfrm>
          <a:custGeom>
            <a:avLst/>
            <a:gdLst>
              <a:gd name="T0" fmla="*/ 91 w 128"/>
              <a:gd name="T1" fmla="*/ 97 h 121"/>
              <a:gd name="T2" fmla="*/ 95 w 128"/>
              <a:gd name="T3" fmla="*/ 95 h 121"/>
              <a:gd name="T4" fmla="*/ 104 w 128"/>
              <a:gd name="T5" fmla="*/ 89 h 121"/>
              <a:gd name="T6" fmla="*/ 109 w 128"/>
              <a:gd name="T7" fmla="*/ 79 h 121"/>
              <a:gd name="T8" fmla="*/ 109 w 128"/>
              <a:gd name="T9" fmla="*/ 63 h 121"/>
              <a:gd name="T10" fmla="*/ 111 w 128"/>
              <a:gd name="T11" fmla="*/ 58 h 121"/>
              <a:gd name="T12" fmla="*/ 117 w 128"/>
              <a:gd name="T13" fmla="*/ 65 h 121"/>
              <a:gd name="T14" fmla="*/ 123 w 128"/>
              <a:gd name="T15" fmla="*/ 71 h 121"/>
              <a:gd name="T16" fmla="*/ 127 w 128"/>
              <a:gd name="T17" fmla="*/ 68 h 121"/>
              <a:gd name="T18" fmla="*/ 126 w 128"/>
              <a:gd name="T19" fmla="*/ 60 h 121"/>
              <a:gd name="T20" fmla="*/ 122 w 128"/>
              <a:gd name="T21" fmla="*/ 52 h 121"/>
              <a:gd name="T22" fmla="*/ 112 w 128"/>
              <a:gd name="T23" fmla="*/ 47 h 121"/>
              <a:gd name="T24" fmla="*/ 97 w 128"/>
              <a:gd name="T25" fmla="*/ 42 h 121"/>
              <a:gd name="T26" fmla="*/ 84 w 128"/>
              <a:gd name="T27" fmla="*/ 38 h 121"/>
              <a:gd name="T28" fmla="*/ 83 w 128"/>
              <a:gd name="T29" fmla="*/ 35 h 121"/>
              <a:gd name="T30" fmla="*/ 83 w 128"/>
              <a:gd name="T31" fmla="*/ 29 h 121"/>
              <a:gd name="T32" fmla="*/ 75 w 128"/>
              <a:gd name="T33" fmla="*/ 19 h 121"/>
              <a:gd name="T34" fmla="*/ 64 w 128"/>
              <a:gd name="T35" fmla="*/ 7 h 121"/>
              <a:gd name="T36" fmla="*/ 55 w 128"/>
              <a:gd name="T37" fmla="*/ 0 h 121"/>
              <a:gd name="T38" fmla="*/ 46 w 128"/>
              <a:gd name="T39" fmla="*/ 0 h 121"/>
              <a:gd name="T40" fmla="*/ 30 w 128"/>
              <a:gd name="T41" fmla="*/ 7 h 121"/>
              <a:gd name="T42" fmla="*/ 16 w 128"/>
              <a:gd name="T43" fmla="*/ 16 h 121"/>
              <a:gd name="T44" fmla="*/ 5 w 128"/>
              <a:gd name="T45" fmla="*/ 24 h 121"/>
              <a:gd name="T46" fmla="*/ 0 w 128"/>
              <a:gd name="T47" fmla="*/ 30 h 121"/>
              <a:gd name="T48" fmla="*/ 3 w 128"/>
              <a:gd name="T49" fmla="*/ 31 h 121"/>
              <a:gd name="T50" fmla="*/ 13 w 128"/>
              <a:gd name="T51" fmla="*/ 28 h 121"/>
              <a:gd name="T52" fmla="*/ 6 w 128"/>
              <a:gd name="T53" fmla="*/ 34 h 121"/>
              <a:gd name="T54" fmla="*/ 5 w 128"/>
              <a:gd name="T55" fmla="*/ 36 h 121"/>
              <a:gd name="T56" fmla="*/ 11 w 128"/>
              <a:gd name="T57" fmla="*/ 36 h 121"/>
              <a:gd name="T58" fmla="*/ 20 w 128"/>
              <a:gd name="T59" fmla="*/ 34 h 121"/>
              <a:gd name="T60" fmla="*/ 28 w 128"/>
              <a:gd name="T61" fmla="*/ 31 h 121"/>
              <a:gd name="T62" fmla="*/ 34 w 128"/>
              <a:gd name="T63" fmla="*/ 26 h 121"/>
              <a:gd name="T64" fmla="*/ 38 w 128"/>
              <a:gd name="T65" fmla="*/ 22 h 121"/>
              <a:gd name="T66" fmla="*/ 41 w 128"/>
              <a:gd name="T67" fmla="*/ 21 h 121"/>
              <a:gd name="T68" fmla="*/ 43 w 128"/>
              <a:gd name="T69" fmla="*/ 25 h 121"/>
              <a:gd name="T70" fmla="*/ 43 w 128"/>
              <a:gd name="T71" fmla="*/ 28 h 121"/>
              <a:gd name="T72" fmla="*/ 44 w 128"/>
              <a:gd name="T73" fmla="*/ 32 h 121"/>
              <a:gd name="T74" fmla="*/ 54 w 128"/>
              <a:gd name="T75" fmla="*/ 35 h 121"/>
              <a:gd name="T76" fmla="*/ 78 w 128"/>
              <a:gd name="T77" fmla="*/ 38 h 121"/>
              <a:gd name="T78" fmla="*/ 60 w 128"/>
              <a:gd name="T79" fmla="*/ 47 h 121"/>
              <a:gd name="T80" fmla="*/ 46 w 128"/>
              <a:gd name="T81" fmla="*/ 58 h 121"/>
              <a:gd name="T82" fmla="*/ 38 w 128"/>
              <a:gd name="T83" fmla="*/ 75 h 121"/>
              <a:gd name="T84" fmla="*/ 34 w 128"/>
              <a:gd name="T85" fmla="*/ 93 h 121"/>
              <a:gd name="T86" fmla="*/ 34 w 128"/>
              <a:gd name="T87" fmla="*/ 109 h 121"/>
              <a:gd name="T88" fmla="*/ 37 w 128"/>
              <a:gd name="T89" fmla="*/ 118 h 121"/>
              <a:gd name="T90" fmla="*/ 45 w 128"/>
              <a:gd name="T91" fmla="*/ 120 h 121"/>
              <a:gd name="T92" fmla="*/ 53 w 128"/>
              <a:gd name="T93" fmla="*/ 117 h 121"/>
              <a:gd name="T94" fmla="*/ 58 w 128"/>
              <a:gd name="T95" fmla="*/ 110 h 121"/>
              <a:gd name="T96" fmla="*/ 56 w 128"/>
              <a:gd name="T97" fmla="*/ 100 h 121"/>
              <a:gd name="T98" fmla="*/ 53 w 128"/>
              <a:gd name="T99" fmla="*/ 89 h 121"/>
              <a:gd name="T100" fmla="*/ 54 w 128"/>
              <a:gd name="T101" fmla="*/ 75 h 121"/>
              <a:gd name="T102" fmla="*/ 67 w 128"/>
              <a:gd name="T103" fmla="*/ 58 h 121"/>
              <a:gd name="T104" fmla="*/ 79 w 128"/>
              <a:gd name="T105" fmla="*/ 51 h 121"/>
              <a:gd name="T106" fmla="*/ 84 w 128"/>
              <a:gd name="T107" fmla="*/ 58 h 121"/>
              <a:gd name="T108" fmla="*/ 85 w 128"/>
              <a:gd name="T109" fmla="*/ 71 h 121"/>
              <a:gd name="T110" fmla="*/ 87 w 128"/>
              <a:gd name="T111" fmla="*/ 86 h 121"/>
              <a:gd name="T112" fmla="*/ 89 w 128"/>
              <a:gd name="T113" fmla="*/ 94 h 121"/>
              <a:gd name="T114" fmla="*/ 92 w 128"/>
              <a:gd name="T115" fmla="*/ 97 h 121"/>
              <a:gd name="T116" fmla="*/ 93 w 128"/>
              <a:gd name="T117" fmla="*/ 97 h 121"/>
              <a:gd name="T118" fmla="*/ 94 w 128"/>
              <a:gd name="T119" fmla="*/ 96 h 12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28"/>
              <a:gd name="T181" fmla="*/ 0 h 121"/>
              <a:gd name="T182" fmla="*/ 128 w 128"/>
              <a:gd name="T183" fmla="*/ 121 h 12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28" h="121">
                <a:moveTo>
                  <a:pt x="91" y="97"/>
                </a:moveTo>
                <a:lnTo>
                  <a:pt x="95" y="95"/>
                </a:lnTo>
                <a:lnTo>
                  <a:pt x="104" y="89"/>
                </a:lnTo>
                <a:lnTo>
                  <a:pt x="109" y="79"/>
                </a:lnTo>
                <a:lnTo>
                  <a:pt x="109" y="63"/>
                </a:lnTo>
                <a:lnTo>
                  <a:pt x="111" y="58"/>
                </a:lnTo>
                <a:lnTo>
                  <a:pt x="117" y="65"/>
                </a:lnTo>
                <a:lnTo>
                  <a:pt x="123" y="71"/>
                </a:lnTo>
                <a:lnTo>
                  <a:pt x="127" y="68"/>
                </a:lnTo>
                <a:lnTo>
                  <a:pt x="126" y="60"/>
                </a:lnTo>
                <a:lnTo>
                  <a:pt x="122" y="52"/>
                </a:lnTo>
                <a:lnTo>
                  <a:pt x="112" y="47"/>
                </a:lnTo>
                <a:lnTo>
                  <a:pt x="97" y="42"/>
                </a:lnTo>
                <a:lnTo>
                  <a:pt x="84" y="38"/>
                </a:lnTo>
                <a:lnTo>
                  <a:pt x="83" y="35"/>
                </a:lnTo>
                <a:lnTo>
                  <a:pt x="83" y="29"/>
                </a:lnTo>
                <a:lnTo>
                  <a:pt x="75" y="19"/>
                </a:lnTo>
                <a:lnTo>
                  <a:pt x="64" y="7"/>
                </a:lnTo>
                <a:lnTo>
                  <a:pt x="55" y="0"/>
                </a:lnTo>
                <a:lnTo>
                  <a:pt x="46" y="0"/>
                </a:lnTo>
                <a:lnTo>
                  <a:pt x="30" y="7"/>
                </a:lnTo>
                <a:lnTo>
                  <a:pt x="16" y="16"/>
                </a:lnTo>
                <a:lnTo>
                  <a:pt x="5" y="24"/>
                </a:lnTo>
                <a:lnTo>
                  <a:pt x="0" y="30"/>
                </a:lnTo>
                <a:lnTo>
                  <a:pt x="3" y="31"/>
                </a:lnTo>
                <a:lnTo>
                  <a:pt x="13" y="28"/>
                </a:lnTo>
                <a:lnTo>
                  <a:pt x="6" y="34"/>
                </a:lnTo>
                <a:lnTo>
                  <a:pt x="5" y="36"/>
                </a:lnTo>
                <a:lnTo>
                  <a:pt x="11" y="36"/>
                </a:lnTo>
                <a:lnTo>
                  <a:pt x="20" y="34"/>
                </a:lnTo>
                <a:lnTo>
                  <a:pt x="28" y="31"/>
                </a:lnTo>
                <a:lnTo>
                  <a:pt x="34" y="26"/>
                </a:lnTo>
                <a:lnTo>
                  <a:pt x="38" y="22"/>
                </a:lnTo>
                <a:lnTo>
                  <a:pt x="41" y="21"/>
                </a:lnTo>
                <a:lnTo>
                  <a:pt x="43" y="25"/>
                </a:lnTo>
                <a:lnTo>
                  <a:pt x="43" y="28"/>
                </a:lnTo>
                <a:lnTo>
                  <a:pt x="44" y="32"/>
                </a:lnTo>
                <a:lnTo>
                  <a:pt x="54" y="35"/>
                </a:lnTo>
                <a:lnTo>
                  <a:pt x="78" y="38"/>
                </a:lnTo>
                <a:lnTo>
                  <a:pt x="60" y="47"/>
                </a:lnTo>
                <a:lnTo>
                  <a:pt x="46" y="58"/>
                </a:lnTo>
                <a:lnTo>
                  <a:pt x="38" y="75"/>
                </a:lnTo>
                <a:lnTo>
                  <a:pt x="34" y="93"/>
                </a:lnTo>
                <a:lnTo>
                  <a:pt x="34" y="109"/>
                </a:lnTo>
                <a:lnTo>
                  <a:pt x="37" y="118"/>
                </a:lnTo>
                <a:lnTo>
                  <a:pt x="45" y="120"/>
                </a:lnTo>
                <a:lnTo>
                  <a:pt x="53" y="117"/>
                </a:lnTo>
                <a:lnTo>
                  <a:pt x="58" y="110"/>
                </a:lnTo>
                <a:lnTo>
                  <a:pt x="56" y="100"/>
                </a:lnTo>
                <a:lnTo>
                  <a:pt x="53" y="89"/>
                </a:lnTo>
                <a:lnTo>
                  <a:pt x="54" y="75"/>
                </a:lnTo>
                <a:lnTo>
                  <a:pt x="67" y="58"/>
                </a:lnTo>
                <a:lnTo>
                  <a:pt x="79" y="51"/>
                </a:lnTo>
                <a:lnTo>
                  <a:pt x="84" y="58"/>
                </a:lnTo>
                <a:lnTo>
                  <a:pt x="85" y="71"/>
                </a:lnTo>
                <a:lnTo>
                  <a:pt x="87" y="86"/>
                </a:lnTo>
                <a:lnTo>
                  <a:pt x="89" y="94"/>
                </a:lnTo>
                <a:lnTo>
                  <a:pt x="92" y="97"/>
                </a:lnTo>
                <a:lnTo>
                  <a:pt x="93" y="97"/>
                </a:lnTo>
                <a:lnTo>
                  <a:pt x="94" y="96"/>
                </a:lnTo>
              </a:path>
            </a:pathLst>
          </a:custGeom>
          <a:solidFill>
            <a:srgbClr val="FDE3BA"/>
          </a:solidFill>
          <a:ln w="12700" cap="rnd">
            <a:solidFill>
              <a:schemeClr val="tx1"/>
            </a:solidFill>
            <a:round/>
            <a:headEnd/>
            <a:tailEnd/>
          </a:ln>
        </p:spPr>
        <p:txBody>
          <a:bodyPr/>
          <a:lstStyle/>
          <a:p>
            <a:endParaRPr lang="en-US"/>
          </a:p>
        </p:txBody>
      </p:sp>
      <p:sp>
        <p:nvSpPr>
          <p:cNvPr id="6249" name="Freeform 535"/>
          <p:cNvSpPr>
            <a:spLocks/>
          </p:cNvSpPr>
          <p:nvPr/>
        </p:nvSpPr>
        <p:spPr bwMode="auto">
          <a:xfrm>
            <a:off x="3274257" y="3811581"/>
            <a:ext cx="20956" cy="19752"/>
          </a:xfrm>
          <a:custGeom>
            <a:avLst/>
            <a:gdLst>
              <a:gd name="T0" fmla="*/ 3 w 12"/>
              <a:gd name="T1" fmla="*/ 0 h 10"/>
              <a:gd name="T2" fmla="*/ 11 w 12"/>
              <a:gd name="T3" fmla="*/ 5 h 10"/>
              <a:gd name="T4" fmla="*/ 5 w 12"/>
              <a:gd name="T5" fmla="*/ 9 h 10"/>
              <a:gd name="T6" fmla="*/ 0 w 12"/>
              <a:gd name="T7" fmla="*/ 8 h 10"/>
              <a:gd name="T8" fmla="*/ 0 w 12"/>
              <a:gd name="T9" fmla="*/ 4 h 10"/>
              <a:gd name="T10" fmla="*/ 2 w 12"/>
              <a:gd name="T11" fmla="*/ 1 h 10"/>
              <a:gd name="T12" fmla="*/ 3 w 12"/>
              <a:gd name="T13" fmla="*/ 0 h 10"/>
              <a:gd name="T14" fmla="*/ 0 60000 65536"/>
              <a:gd name="T15" fmla="*/ 0 60000 65536"/>
              <a:gd name="T16" fmla="*/ 0 60000 65536"/>
              <a:gd name="T17" fmla="*/ 0 60000 65536"/>
              <a:gd name="T18" fmla="*/ 0 60000 65536"/>
              <a:gd name="T19" fmla="*/ 0 60000 65536"/>
              <a:gd name="T20" fmla="*/ 0 60000 65536"/>
              <a:gd name="T21" fmla="*/ 0 w 12"/>
              <a:gd name="T22" fmla="*/ 0 h 10"/>
              <a:gd name="T23" fmla="*/ 12 w 12"/>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10">
                <a:moveTo>
                  <a:pt x="3" y="0"/>
                </a:moveTo>
                <a:lnTo>
                  <a:pt x="11" y="5"/>
                </a:lnTo>
                <a:lnTo>
                  <a:pt x="5" y="9"/>
                </a:lnTo>
                <a:lnTo>
                  <a:pt x="0" y="8"/>
                </a:lnTo>
                <a:lnTo>
                  <a:pt x="0" y="4"/>
                </a:lnTo>
                <a:lnTo>
                  <a:pt x="2" y="1"/>
                </a:lnTo>
                <a:lnTo>
                  <a:pt x="3" y="0"/>
                </a:lnTo>
              </a:path>
            </a:pathLst>
          </a:custGeom>
          <a:solidFill>
            <a:srgbClr val="FDE3BA"/>
          </a:solidFill>
          <a:ln w="12700" cap="rnd">
            <a:solidFill>
              <a:srgbClr val="000000"/>
            </a:solidFill>
            <a:round/>
            <a:headEnd/>
            <a:tailEnd/>
          </a:ln>
        </p:spPr>
        <p:txBody>
          <a:bodyPr/>
          <a:lstStyle/>
          <a:p>
            <a:endParaRPr lang="en-US"/>
          </a:p>
        </p:txBody>
      </p:sp>
      <p:sp>
        <p:nvSpPr>
          <p:cNvPr id="6250" name="Freeform 536"/>
          <p:cNvSpPr>
            <a:spLocks/>
          </p:cNvSpPr>
          <p:nvPr/>
        </p:nvSpPr>
        <p:spPr bwMode="auto">
          <a:xfrm>
            <a:off x="2863876" y="4078234"/>
            <a:ext cx="197332" cy="108637"/>
          </a:xfrm>
          <a:custGeom>
            <a:avLst/>
            <a:gdLst>
              <a:gd name="T0" fmla="*/ 8 w 113"/>
              <a:gd name="T1" fmla="*/ 9 h 55"/>
              <a:gd name="T2" fmla="*/ 15 w 113"/>
              <a:gd name="T3" fmla="*/ 4 h 55"/>
              <a:gd name="T4" fmla="*/ 25 w 113"/>
              <a:gd name="T5" fmla="*/ 0 h 55"/>
              <a:gd name="T6" fmla="*/ 38 w 113"/>
              <a:gd name="T7" fmla="*/ 1 h 55"/>
              <a:gd name="T8" fmla="*/ 54 w 113"/>
              <a:gd name="T9" fmla="*/ 7 h 55"/>
              <a:gd name="T10" fmla="*/ 76 w 113"/>
              <a:gd name="T11" fmla="*/ 19 h 55"/>
              <a:gd name="T12" fmla="*/ 99 w 113"/>
              <a:gd name="T13" fmla="*/ 32 h 55"/>
              <a:gd name="T14" fmla="*/ 107 w 113"/>
              <a:gd name="T15" fmla="*/ 38 h 55"/>
              <a:gd name="T16" fmla="*/ 112 w 113"/>
              <a:gd name="T17" fmla="*/ 43 h 55"/>
              <a:gd name="T18" fmla="*/ 112 w 113"/>
              <a:gd name="T19" fmla="*/ 47 h 55"/>
              <a:gd name="T20" fmla="*/ 105 w 113"/>
              <a:gd name="T21" fmla="*/ 49 h 55"/>
              <a:gd name="T22" fmla="*/ 91 w 113"/>
              <a:gd name="T23" fmla="*/ 51 h 55"/>
              <a:gd name="T24" fmla="*/ 83 w 113"/>
              <a:gd name="T25" fmla="*/ 54 h 55"/>
              <a:gd name="T26" fmla="*/ 80 w 113"/>
              <a:gd name="T27" fmla="*/ 53 h 55"/>
              <a:gd name="T28" fmla="*/ 77 w 113"/>
              <a:gd name="T29" fmla="*/ 47 h 55"/>
              <a:gd name="T30" fmla="*/ 63 w 113"/>
              <a:gd name="T31" fmla="*/ 28 h 55"/>
              <a:gd name="T32" fmla="*/ 41 w 113"/>
              <a:gd name="T33" fmla="*/ 22 h 55"/>
              <a:gd name="T34" fmla="*/ 35 w 113"/>
              <a:gd name="T35" fmla="*/ 21 h 55"/>
              <a:gd name="T36" fmla="*/ 34 w 113"/>
              <a:gd name="T37" fmla="*/ 17 h 55"/>
              <a:gd name="T38" fmla="*/ 32 w 113"/>
              <a:gd name="T39" fmla="*/ 14 h 55"/>
              <a:gd name="T40" fmla="*/ 24 w 113"/>
              <a:gd name="T41" fmla="*/ 15 h 55"/>
              <a:gd name="T42" fmla="*/ 11 w 113"/>
              <a:gd name="T43" fmla="*/ 19 h 55"/>
              <a:gd name="T44" fmla="*/ 4 w 113"/>
              <a:gd name="T45" fmla="*/ 20 h 55"/>
              <a:gd name="T46" fmla="*/ 1 w 113"/>
              <a:gd name="T47" fmla="*/ 19 h 55"/>
              <a:gd name="T48" fmla="*/ 0 w 113"/>
              <a:gd name="T49" fmla="*/ 17 h 55"/>
              <a:gd name="T50" fmla="*/ 4 w 113"/>
              <a:gd name="T51" fmla="*/ 12 h 55"/>
              <a:gd name="T52" fmla="*/ 8 w 113"/>
              <a:gd name="T53" fmla="*/ 9 h 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13"/>
              <a:gd name="T82" fmla="*/ 0 h 55"/>
              <a:gd name="T83" fmla="*/ 113 w 113"/>
              <a:gd name="T84" fmla="*/ 55 h 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13" h="55">
                <a:moveTo>
                  <a:pt x="8" y="9"/>
                </a:moveTo>
                <a:lnTo>
                  <a:pt x="15" y="4"/>
                </a:lnTo>
                <a:lnTo>
                  <a:pt x="25" y="0"/>
                </a:lnTo>
                <a:lnTo>
                  <a:pt x="38" y="1"/>
                </a:lnTo>
                <a:lnTo>
                  <a:pt x="54" y="7"/>
                </a:lnTo>
                <a:lnTo>
                  <a:pt x="76" y="19"/>
                </a:lnTo>
                <a:lnTo>
                  <a:pt x="99" y="32"/>
                </a:lnTo>
                <a:lnTo>
                  <a:pt x="107" y="38"/>
                </a:lnTo>
                <a:lnTo>
                  <a:pt x="112" y="43"/>
                </a:lnTo>
                <a:lnTo>
                  <a:pt x="112" y="47"/>
                </a:lnTo>
                <a:lnTo>
                  <a:pt x="105" y="49"/>
                </a:lnTo>
                <a:lnTo>
                  <a:pt x="91" y="51"/>
                </a:lnTo>
                <a:lnTo>
                  <a:pt x="83" y="54"/>
                </a:lnTo>
                <a:lnTo>
                  <a:pt x="80" y="53"/>
                </a:lnTo>
                <a:lnTo>
                  <a:pt x="77" y="47"/>
                </a:lnTo>
                <a:lnTo>
                  <a:pt x="63" y="28"/>
                </a:lnTo>
                <a:lnTo>
                  <a:pt x="41" y="22"/>
                </a:lnTo>
                <a:lnTo>
                  <a:pt x="35" y="21"/>
                </a:lnTo>
                <a:lnTo>
                  <a:pt x="34" y="17"/>
                </a:lnTo>
                <a:lnTo>
                  <a:pt x="32" y="14"/>
                </a:lnTo>
                <a:lnTo>
                  <a:pt x="24" y="15"/>
                </a:lnTo>
                <a:lnTo>
                  <a:pt x="11" y="19"/>
                </a:lnTo>
                <a:lnTo>
                  <a:pt x="4" y="20"/>
                </a:lnTo>
                <a:lnTo>
                  <a:pt x="1" y="19"/>
                </a:lnTo>
                <a:lnTo>
                  <a:pt x="0" y="17"/>
                </a:lnTo>
                <a:lnTo>
                  <a:pt x="4" y="12"/>
                </a:lnTo>
                <a:lnTo>
                  <a:pt x="8" y="9"/>
                </a:lnTo>
              </a:path>
            </a:pathLst>
          </a:custGeom>
          <a:solidFill>
            <a:srgbClr val="FDE3BA"/>
          </a:solidFill>
          <a:ln w="12700" cap="rnd">
            <a:solidFill>
              <a:srgbClr val="000000"/>
            </a:solidFill>
            <a:round/>
            <a:headEnd/>
            <a:tailEnd/>
          </a:ln>
        </p:spPr>
        <p:txBody>
          <a:bodyPr/>
          <a:lstStyle/>
          <a:p>
            <a:endParaRPr lang="en-US"/>
          </a:p>
        </p:txBody>
      </p:sp>
      <p:sp>
        <p:nvSpPr>
          <p:cNvPr id="6251" name="Freeform 537"/>
          <p:cNvSpPr>
            <a:spLocks/>
          </p:cNvSpPr>
          <p:nvPr/>
        </p:nvSpPr>
        <p:spPr bwMode="auto">
          <a:xfrm>
            <a:off x="2984372" y="4220449"/>
            <a:ext cx="41911" cy="11851"/>
          </a:xfrm>
          <a:custGeom>
            <a:avLst/>
            <a:gdLst>
              <a:gd name="T0" fmla="*/ 2 w 24"/>
              <a:gd name="T1" fmla="*/ 1 h 6"/>
              <a:gd name="T2" fmla="*/ 13 w 24"/>
              <a:gd name="T3" fmla="*/ 0 h 6"/>
              <a:gd name="T4" fmla="*/ 21 w 24"/>
              <a:gd name="T5" fmla="*/ 2 h 6"/>
              <a:gd name="T6" fmla="*/ 23 w 24"/>
              <a:gd name="T7" fmla="*/ 4 h 6"/>
              <a:gd name="T8" fmla="*/ 17 w 24"/>
              <a:gd name="T9" fmla="*/ 5 h 6"/>
              <a:gd name="T10" fmla="*/ 4 w 24"/>
              <a:gd name="T11" fmla="*/ 5 h 6"/>
              <a:gd name="T12" fmla="*/ 0 w 24"/>
              <a:gd name="T13" fmla="*/ 4 h 6"/>
              <a:gd name="T14" fmla="*/ 1 w 24"/>
              <a:gd name="T15" fmla="*/ 2 h 6"/>
              <a:gd name="T16" fmla="*/ 2 w 24"/>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6"/>
              <a:gd name="T29" fmla="*/ 24 w 24"/>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6">
                <a:moveTo>
                  <a:pt x="2" y="1"/>
                </a:moveTo>
                <a:lnTo>
                  <a:pt x="13" y="0"/>
                </a:lnTo>
                <a:lnTo>
                  <a:pt x="21" y="2"/>
                </a:lnTo>
                <a:lnTo>
                  <a:pt x="23" y="4"/>
                </a:lnTo>
                <a:lnTo>
                  <a:pt x="17" y="5"/>
                </a:lnTo>
                <a:lnTo>
                  <a:pt x="4" y="5"/>
                </a:lnTo>
                <a:lnTo>
                  <a:pt x="0" y="4"/>
                </a:lnTo>
                <a:lnTo>
                  <a:pt x="1" y="2"/>
                </a:lnTo>
                <a:lnTo>
                  <a:pt x="2" y="1"/>
                </a:lnTo>
              </a:path>
            </a:pathLst>
          </a:custGeom>
          <a:solidFill>
            <a:srgbClr val="FDE3BA"/>
          </a:solidFill>
          <a:ln w="12700" cap="rnd">
            <a:solidFill>
              <a:srgbClr val="000000"/>
            </a:solidFill>
            <a:round/>
            <a:headEnd/>
            <a:tailEnd/>
          </a:ln>
        </p:spPr>
        <p:txBody>
          <a:bodyPr/>
          <a:lstStyle/>
          <a:p>
            <a:endParaRPr lang="en-US"/>
          </a:p>
        </p:txBody>
      </p:sp>
      <p:sp>
        <p:nvSpPr>
          <p:cNvPr id="6252" name="Freeform 538"/>
          <p:cNvSpPr>
            <a:spLocks/>
          </p:cNvSpPr>
          <p:nvPr/>
        </p:nvSpPr>
        <p:spPr bwMode="auto">
          <a:xfrm>
            <a:off x="3062954" y="4175019"/>
            <a:ext cx="132719" cy="55306"/>
          </a:xfrm>
          <a:custGeom>
            <a:avLst/>
            <a:gdLst>
              <a:gd name="T0" fmla="*/ 44 w 76"/>
              <a:gd name="T1" fmla="*/ 26 h 28"/>
              <a:gd name="T2" fmla="*/ 24 w 76"/>
              <a:gd name="T3" fmla="*/ 27 h 28"/>
              <a:gd name="T4" fmla="*/ 7 w 76"/>
              <a:gd name="T5" fmla="*/ 25 h 28"/>
              <a:gd name="T6" fmla="*/ 0 w 76"/>
              <a:gd name="T7" fmla="*/ 23 h 28"/>
              <a:gd name="T8" fmla="*/ 10 w 76"/>
              <a:gd name="T9" fmla="*/ 20 h 28"/>
              <a:gd name="T10" fmla="*/ 23 w 76"/>
              <a:gd name="T11" fmla="*/ 17 h 28"/>
              <a:gd name="T12" fmla="*/ 26 w 76"/>
              <a:gd name="T13" fmla="*/ 15 h 28"/>
              <a:gd name="T14" fmla="*/ 23 w 76"/>
              <a:gd name="T15" fmla="*/ 12 h 28"/>
              <a:gd name="T16" fmla="*/ 17 w 76"/>
              <a:gd name="T17" fmla="*/ 9 h 28"/>
              <a:gd name="T18" fmla="*/ 11 w 76"/>
              <a:gd name="T19" fmla="*/ 3 h 28"/>
              <a:gd name="T20" fmla="*/ 12 w 76"/>
              <a:gd name="T21" fmla="*/ 0 h 28"/>
              <a:gd name="T22" fmla="*/ 17 w 76"/>
              <a:gd name="T23" fmla="*/ 0 h 28"/>
              <a:gd name="T24" fmla="*/ 25 w 76"/>
              <a:gd name="T25" fmla="*/ 2 h 28"/>
              <a:gd name="T26" fmla="*/ 33 w 76"/>
              <a:gd name="T27" fmla="*/ 4 h 28"/>
              <a:gd name="T28" fmla="*/ 42 w 76"/>
              <a:gd name="T29" fmla="*/ 2 h 28"/>
              <a:gd name="T30" fmla="*/ 51 w 76"/>
              <a:gd name="T31" fmla="*/ 1 h 28"/>
              <a:gd name="T32" fmla="*/ 60 w 76"/>
              <a:gd name="T33" fmla="*/ 4 h 28"/>
              <a:gd name="T34" fmla="*/ 68 w 76"/>
              <a:gd name="T35" fmla="*/ 10 h 28"/>
              <a:gd name="T36" fmla="*/ 74 w 76"/>
              <a:gd name="T37" fmla="*/ 16 h 28"/>
              <a:gd name="T38" fmla="*/ 75 w 76"/>
              <a:gd name="T39" fmla="*/ 21 h 28"/>
              <a:gd name="T40" fmla="*/ 68 w 76"/>
              <a:gd name="T41" fmla="*/ 21 h 28"/>
              <a:gd name="T42" fmla="*/ 53 w 76"/>
              <a:gd name="T43" fmla="*/ 21 h 28"/>
              <a:gd name="T44" fmla="*/ 46 w 76"/>
              <a:gd name="T45" fmla="*/ 23 h 28"/>
              <a:gd name="T46" fmla="*/ 44 w 76"/>
              <a:gd name="T47" fmla="*/ 25 h 28"/>
              <a:gd name="T48" fmla="*/ 44 w 76"/>
              <a:gd name="T49" fmla="*/ 26 h 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28"/>
              <a:gd name="T77" fmla="*/ 76 w 76"/>
              <a:gd name="T78" fmla="*/ 28 h 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28">
                <a:moveTo>
                  <a:pt x="44" y="26"/>
                </a:moveTo>
                <a:lnTo>
                  <a:pt x="24" y="27"/>
                </a:lnTo>
                <a:lnTo>
                  <a:pt x="7" y="25"/>
                </a:lnTo>
                <a:lnTo>
                  <a:pt x="0" y="23"/>
                </a:lnTo>
                <a:lnTo>
                  <a:pt x="10" y="20"/>
                </a:lnTo>
                <a:lnTo>
                  <a:pt x="23" y="17"/>
                </a:lnTo>
                <a:lnTo>
                  <a:pt x="26" y="15"/>
                </a:lnTo>
                <a:lnTo>
                  <a:pt x="23" y="12"/>
                </a:lnTo>
                <a:lnTo>
                  <a:pt x="17" y="9"/>
                </a:lnTo>
                <a:lnTo>
                  <a:pt x="11" y="3"/>
                </a:lnTo>
                <a:lnTo>
                  <a:pt x="12" y="0"/>
                </a:lnTo>
                <a:lnTo>
                  <a:pt x="17" y="0"/>
                </a:lnTo>
                <a:lnTo>
                  <a:pt x="25" y="2"/>
                </a:lnTo>
                <a:lnTo>
                  <a:pt x="33" y="4"/>
                </a:lnTo>
                <a:lnTo>
                  <a:pt x="42" y="2"/>
                </a:lnTo>
                <a:lnTo>
                  <a:pt x="51" y="1"/>
                </a:lnTo>
                <a:lnTo>
                  <a:pt x="60" y="4"/>
                </a:lnTo>
                <a:lnTo>
                  <a:pt x="68" y="10"/>
                </a:lnTo>
                <a:lnTo>
                  <a:pt x="74" y="16"/>
                </a:lnTo>
                <a:lnTo>
                  <a:pt x="75" y="21"/>
                </a:lnTo>
                <a:lnTo>
                  <a:pt x="68" y="21"/>
                </a:lnTo>
                <a:lnTo>
                  <a:pt x="53" y="21"/>
                </a:lnTo>
                <a:lnTo>
                  <a:pt x="46" y="23"/>
                </a:lnTo>
                <a:lnTo>
                  <a:pt x="44" y="25"/>
                </a:lnTo>
                <a:lnTo>
                  <a:pt x="44" y="26"/>
                </a:lnTo>
              </a:path>
            </a:pathLst>
          </a:custGeom>
          <a:solidFill>
            <a:srgbClr val="FDE3BA"/>
          </a:solidFill>
          <a:ln w="12700" cap="rnd">
            <a:solidFill>
              <a:srgbClr val="000000"/>
            </a:solidFill>
            <a:round/>
            <a:headEnd/>
            <a:tailEnd/>
          </a:ln>
        </p:spPr>
        <p:txBody>
          <a:bodyPr/>
          <a:lstStyle/>
          <a:p>
            <a:endParaRPr lang="en-US"/>
          </a:p>
        </p:txBody>
      </p:sp>
      <p:sp>
        <p:nvSpPr>
          <p:cNvPr id="6253" name="Freeform 539"/>
          <p:cNvSpPr>
            <a:spLocks/>
          </p:cNvSpPr>
          <p:nvPr/>
        </p:nvSpPr>
        <p:spPr bwMode="auto">
          <a:xfrm>
            <a:off x="3227107" y="4216498"/>
            <a:ext cx="41911" cy="13827"/>
          </a:xfrm>
          <a:custGeom>
            <a:avLst/>
            <a:gdLst>
              <a:gd name="T0" fmla="*/ 4 w 24"/>
              <a:gd name="T1" fmla="*/ 0 h 7"/>
              <a:gd name="T2" fmla="*/ 13 w 24"/>
              <a:gd name="T3" fmla="*/ 1 h 7"/>
              <a:gd name="T4" fmla="*/ 21 w 24"/>
              <a:gd name="T5" fmla="*/ 3 h 7"/>
              <a:gd name="T6" fmla="*/ 23 w 24"/>
              <a:gd name="T7" fmla="*/ 5 h 7"/>
              <a:gd name="T8" fmla="*/ 17 w 24"/>
              <a:gd name="T9" fmla="*/ 6 h 7"/>
              <a:gd name="T10" fmla="*/ 3 w 24"/>
              <a:gd name="T11" fmla="*/ 6 h 7"/>
              <a:gd name="T12" fmla="*/ 0 w 24"/>
              <a:gd name="T13" fmla="*/ 4 h 7"/>
              <a:gd name="T14" fmla="*/ 2 w 24"/>
              <a:gd name="T15" fmla="*/ 2 h 7"/>
              <a:gd name="T16" fmla="*/ 4 w 24"/>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7"/>
              <a:gd name="T29" fmla="*/ 24 w 24"/>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7">
                <a:moveTo>
                  <a:pt x="4" y="0"/>
                </a:moveTo>
                <a:lnTo>
                  <a:pt x="13" y="1"/>
                </a:lnTo>
                <a:lnTo>
                  <a:pt x="21" y="3"/>
                </a:lnTo>
                <a:lnTo>
                  <a:pt x="23" y="5"/>
                </a:lnTo>
                <a:lnTo>
                  <a:pt x="17" y="6"/>
                </a:lnTo>
                <a:lnTo>
                  <a:pt x="3" y="6"/>
                </a:lnTo>
                <a:lnTo>
                  <a:pt x="0" y="4"/>
                </a:lnTo>
                <a:lnTo>
                  <a:pt x="2" y="2"/>
                </a:lnTo>
                <a:lnTo>
                  <a:pt x="4" y="0"/>
                </a:lnTo>
              </a:path>
            </a:pathLst>
          </a:custGeom>
          <a:solidFill>
            <a:srgbClr val="FDE3BA"/>
          </a:solidFill>
          <a:ln w="12700" cap="rnd">
            <a:solidFill>
              <a:srgbClr val="000000"/>
            </a:solidFill>
            <a:round/>
            <a:headEnd/>
            <a:tailEnd/>
          </a:ln>
        </p:spPr>
        <p:txBody>
          <a:bodyPr/>
          <a:lstStyle/>
          <a:p>
            <a:endParaRPr lang="en-US"/>
          </a:p>
        </p:txBody>
      </p:sp>
      <p:sp>
        <p:nvSpPr>
          <p:cNvPr id="6254" name="Freeform 540"/>
          <p:cNvSpPr>
            <a:spLocks/>
          </p:cNvSpPr>
          <p:nvPr/>
        </p:nvSpPr>
        <p:spPr bwMode="auto">
          <a:xfrm>
            <a:off x="2989610" y="4030829"/>
            <a:ext cx="15717" cy="11851"/>
          </a:xfrm>
          <a:custGeom>
            <a:avLst/>
            <a:gdLst>
              <a:gd name="T0" fmla="*/ 4 w 9"/>
              <a:gd name="T1" fmla="*/ 5 h 6"/>
              <a:gd name="T2" fmla="*/ 7 w 9"/>
              <a:gd name="T3" fmla="*/ 5 h 6"/>
              <a:gd name="T4" fmla="*/ 8 w 9"/>
              <a:gd name="T5" fmla="*/ 3 h 6"/>
              <a:gd name="T6" fmla="*/ 7 w 9"/>
              <a:gd name="T7" fmla="*/ 1 h 6"/>
              <a:gd name="T8" fmla="*/ 4 w 9"/>
              <a:gd name="T9" fmla="*/ 0 h 6"/>
              <a:gd name="T10" fmla="*/ 1 w 9"/>
              <a:gd name="T11" fmla="*/ 1 h 6"/>
              <a:gd name="T12" fmla="*/ 0 w 9"/>
              <a:gd name="T13" fmla="*/ 3 h 6"/>
              <a:gd name="T14" fmla="*/ 1 w 9"/>
              <a:gd name="T15" fmla="*/ 5 h 6"/>
              <a:gd name="T16" fmla="*/ 4 w 9"/>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6"/>
              <a:gd name="T29" fmla="*/ 9 w 9"/>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6">
                <a:moveTo>
                  <a:pt x="4" y="5"/>
                </a:moveTo>
                <a:lnTo>
                  <a:pt x="7" y="5"/>
                </a:lnTo>
                <a:lnTo>
                  <a:pt x="8" y="3"/>
                </a:lnTo>
                <a:lnTo>
                  <a:pt x="7" y="1"/>
                </a:lnTo>
                <a:lnTo>
                  <a:pt x="4" y="0"/>
                </a:lnTo>
                <a:lnTo>
                  <a:pt x="1" y="1"/>
                </a:lnTo>
                <a:lnTo>
                  <a:pt x="0" y="3"/>
                </a:lnTo>
                <a:lnTo>
                  <a:pt x="1" y="5"/>
                </a:lnTo>
                <a:lnTo>
                  <a:pt x="4" y="5"/>
                </a:lnTo>
              </a:path>
            </a:pathLst>
          </a:custGeom>
          <a:solidFill>
            <a:srgbClr val="FDE3BA"/>
          </a:solidFill>
          <a:ln w="12700" cap="rnd">
            <a:solidFill>
              <a:srgbClr val="000000"/>
            </a:solidFill>
            <a:round/>
            <a:headEnd/>
            <a:tailEnd/>
          </a:ln>
        </p:spPr>
        <p:txBody>
          <a:bodyPr/>
          <a:lstStyle/>
          <a:p>
            <a:endParaRPr lang="en-US"/>
          </a:p>
        </p:txBody>
      </p:sp>
      <p:sp>
        <p:nvSpPr>
          <p:cNvPr id="6255" name="Freeform 541"/>
          <p:cNvSpPr>
            <a:spLocks/>
          </p:cNvSpPr>
          <p:nvPr/>
        </p:nvSpPr>
        <p:spPr bwMode="auto">
          <a:xfrm>
            <a:off x="2993103" y="4062432"/>
            <a:ext cx="26195" cy="9877"/>
          </a:xfrm>
          <a:custGeom>
            <a:avLst/>
            <a:gdLst>
              <a:gd name="T0" fmla="*/ 6 w 15"/>
              <a:gd name="T1" fmla="*/ 4 h 5"/>
              <a:gd name="T2" fmla="*/ 11 w 15"/>
              <a:gd name="T3" fmla="*/ 4 h 5"/>
              <a:gd name="T4" fmla="*/ 14 w 15"/>
              <a:gd name="T5" fmla="*/ 2 h 5"/>
              <a:gd name="T6" fmla="*/ 11 w 15"/>
              <a:gd name="T7" fmla="*/ 1 h 5"/>
              <a:gd name="T8" fmla="*/ 6 w 15"/>
              <a:gd name="T9" fmla="*/ 0 h 5"/>
              <a:gd name="T10" fmla="*/ 2 w 15"/>
              <a:gd name="T11" fmla="*/ 1 h 5"/>
              <a:gd name="T12" fmla="*/ 0 w 15"/>
              <a:gd name="T13" fmla="*/ 2 h 5"/>
              <a:gd name="T14" fmla="*/ 2 w 15"/>
              <a:gd name="T15" fmla="*/ 4 h 5"/>
              <a:gd name="T16" fmla="*/ 6 w 15"/>
              <a:gd name="T17" fmla="*/ 4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5"/>
              <a:gd name="T29" fmla="*/ 15 w 15"/>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5">
                <a:moveTo>
                  <a:pt x="6" y="4"/>
                </a:moveTo>
                <a:lnTo>
                  <a:pt x="11" y="4"/>
                </a:lnTo>
                <a:lnTo>
                  <a:pt x="14" y="2"/>
                </a:lnTo>
                <a:lnTo>
                  <a:pt x="11" y="1"/>
                </a:lnTo>
                <a:lnTo>
                  <a:pt x="6" y="0"/>
                </a:lnTo>
                <a:lnTo>
                  <a:pt x="2" y="1"/>
                </a:lnTo>
                <a:lnTo>
                  <a:pt x="0" y="2"/>
                </a:lnTo>
                <a:lnTo>
                  <a:pt x="2" y="4"/>
                </a:lnTo>
                <a:lnTo>
                  <a:pt x="6" y="4"/>
                </a:lnTo>
              </a:path>
            </a:pathLst>
          </a:custGeom>
          <a:solidFill>
            <a:srgbClr val="FDE3BA"/>
          </a:solidFill>
          <a:ln w="12700" cap="rnd">
            <a:solidFill>
              <a:srgbClr val="000000"/>
            </a:solidFill>
            <a:round/>
            <a:headEnd/>
            <a:tailEnd/>
          </a:ln>
        </p:spPr>
        <p:txBody>
          <a:bodyPr/>
          <a:lstStyle/>
          <a:p>
            <a:endParaRPr lang="en-US"/>
          </a:p>
        </p:txBody>
      </p:sp>
      <p:sp>
        <p:nvSpPr>
          <p:cNvPr id="6256" name="Freeform 542"/>
          <p:cNvSpPr>
            <a:spLocks/>
          </p:cNvSpPr>
          <p:nvPr/>
        </p:nvSpPr>
        <p:spPr bwMode="auto">
          <a:xfrm>
            <a:off x="3080417" y="4135515"/>
            <a:ext cx="20956" cy="11851"/>
          </a:xfrm>
          <a:custGeom>
            <a:avLst/>
            <a:gdLst>
              <a:gd name="T0" fmla="*/ 6 w 12"/>
              <a:gd name="T1" fmla="*/ 5 h 6"/>
              <a:gd name="T2" fmla="*/ 9 w 12"/>
              <a:gd name="T3" fmla="*/ 4 h 6"/>
              <a:gd name="T4" fmla="*/ 11 w 12"/>
              <a:gd name="T5" fmla="*/ 2 h 6"/>
              <a:gd name="T6" fmla="*/ 9 w 12"/>
              <a:gd name="T7" fmla="*/ 0 h 6"/>
              <a:gd name="T8" fmla="*/ 6 w 12"/>
              <a:gd name="T9" fmla="*/ 0 h 6"/>
              <a:gd name="T10" fmla="*/ 2 w 12"/>
              <a:gd name="T11" fmla="*/ 0 h 6"/>
              <a:gd name="T12" fmla="*/ 0 w 12"/>
              <a:gd name="T13" fmla="*/ 2 h 6"/>
              <a:gd name="T14" fmla="*/ 2 w 12"/>
              <a:gd name="T15" fmla="*/ 4 h 6"/>
              <a:gd name="T16" fmla="*/ 6 w 12"/>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6"/>
              <a:gd name="T29" fmla="*/ 12 w 12"/>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6">
                <a:moveTo>
                  <a:pt x="6" y="5"/>
                </a:moveTo>
                <a:lnTo>
                  <a:pt x="9" y="4"/>
                </a:lnTo>
                <a:lnTo>
                  <a:pt x="11" y="2"/>
                </a:lnTo>
                <a:lnTo>
                  <a:pt x="9" y="0"/>
                </a:lnTo>
                <a:lnTo>
                  <a:pt x="6" y="0"/>
                </a:lnTo>
                <a:lnTo>
                  <a:pt x="2" y="0"/>
                </a:lnTo>
                <a:lnTo>
                  <a:pt x="0" y="2"/>
                </a:lnTo>
                <a:lnTo>
                  <a:pt x="2" y="4"/>
                </a:lnTo>
                <a:lnTo>
                  <a:pt x="6" y="5"/>
                </a:lnTo>
              </a:path>
            </a:pathLst>
          </a:custGeom>
          <a:solidFill>
            <a:srgbClr val="FDE3BA"/>
          </a:solidFill>
          <a:ln w="12700" cap="rnd">
            <a:solidFill>
              <a:srgbClr val="000000"/>
            </a:solidFill>
            <a:round/>
            <a:headEnd/>
            <a:tailEnd/>
          </a:ln>
        </p:spPr>
        <p:txBody>
          <a:bodyPr/>
          <a:lstStyle/>
          <a:p>
            <a:endParaRPr lang="en-US"/>
          </a:p>
        </p:txBody>
      </p:sp>
      <p:sp>
        <p:nvSpPr>
          <p:cNvPr id="6257" name="Freeform 543"/>
          <p:cNvSpPr>
            <a:spLocks/>
          </p:cNvSpPr>
          <p:nvPr/>
        </p:nvSpPr>
        <p:spPr bwMode="auto">
          <a:xfrm>
            <a:off x="3041999" y="4070333"/>
            <a:ext cx="10478" cy="9877"/>
          </a:xfrm>
          <a:custGeom>
            <a:avLst/>
            <a:gdLst>
              <a:gd name="T0" fmla="*/ 3 w 6"/>
              <a:gd name="T1" fmla="*/ 4 h 5"/>
              <a:gd name="T2" fmla="*/ 5 w 6"/>
              <a:gd name="T3" fmla="*/ 4 h 5"/>
              <a:gd name="T4" fmla="*/ 5 w 6"/>
              <a:gd name="T5" fmla="*/ 2 h 5"/>
              <a:gd name="T6" fmla="*/ 5 w 6"/>
              <a:gd name="T7" fmla="*/ 1 h 5"/>
              <a:gd name="T8" fmla="*/ 3 w 6"/>
              <a:gd name="T9" fmla="*/ 0 h 5"/>
              <a:gd name="T10" fmla="*/ 1 w 6"/>
              <a:gd name="T11" fmla="*/ 1 h 5"/>
              <a:gd name="T12" fmla="*/ 0 w 6"/>
              <a:gd name="T13" fmla="*/ 2 h 5"/>
              <a:gd name="T14" fmla="*/ 1 w 6"/>
              <a:gd name="T15" fmla="*/ 4 h 5"/>
              <a:gd name="T16" fmla="*/ 3 w 6"/>
              <a:gd name="T17" fmla="*/ 4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5"/>
              <a:gd name="T29" fmla="*/ 6 w 6"/>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5">
                <a:moveTo>
                  <a:pt x="3" y="4"/>
                </a:moveTo>
                <a:lnTo>
                  <a:pt x="5" y="4"/>
                </a:lnTo>
                <a:lnTo>
                  <a:pt x="5" y="2"/>
                </a:lnTo>
                <a:lnTo>
                  <a:pt x="5" y="1"/>
                </a:lnTo>
                <a:lnTo>
                  <a:pt x="3" y="0"/>
                </a:lnTo>
                <a:lnTo>
                  <a:pt x="1" y="1"/>
                </a:lnTo>
                <a:lnTo>
                  <a:pt x="0" y="2"/>
                </a:lnTo>
                <a:lnTo>
                  <a:pt x="1" y="4"/>
                </a:lnTo>
                <a:lnTo>
                  <a:pt x="3" y="4"/>
                </a:lnTo>
              </a:path>
            </a:pathLst>
          </a:custGeom>
          <a:solidFill>
            <a:srgbClr val="FDE3BA"/>
          </a:solidFill>
          <a:ln w="12700" cap="rnd">
            <a:solidFill>
              <a:srgbClr val="000000"/>
            </a:solidFill>
            <a:round/>
            <a:headEnd/>
            <a:tailEnd/>
          </a:ln>
        </p:spPr>
        <p:txBody>
          <a:bodyPr/>
          <a:lstStyle/>
          <a:p>
            <a:endParaRPr lang="en-US"/>
          </a:p>
        </p:txBody>
      </p:sp>
      <p:sp>
        <p:nvSpPr>
          <p:cNvPr id="6258" name="Freeform 544"/>
          <p:cNvSpPr>
            <a:spLocks/>
          </p:cNvSpPr>
          <p:nvPr/>
        </p:nvSpPr>
        <p:spPr bwMode="auto">
          <a:xfrm>
            <a:off x="3061209" y="4088110"/>
            <a:ext cx="8731" cy="9875"/>
          </a:xfrm>
          <a:custGeom>
            <a:avLst/>
            <a:gdLst>
              <a:gd name="T0" fmla="*/ 2 w 5"/>
              <a:gd name="T1" fmla="*/ 4 h 5"/>
              <a:gd name="T2" fmla="*/ 3 w 5"/>
              <a:gd name="T3" fmla="*/ 3 h 5"/>
              <a:gd name="T4" fmla="*/ 4 w 5"/>
              <a:gd name="T5" fmla="*/ 2 h 5"/>
              <a:gd name="T6" fmla="*/ 3 w 5"/>
              <a:gd name="T7" fmla="*/ 0 h 5"/>
              <a:gd name="T8" fmla="*/ 2 w 5"/>
              <a:gd name="T9" fmla="*/ 0 h 5"/>
              <a:gd name="T10" fmla="*/ 0 w 5"/>
              <a:gd name="T11" fmla="*/ 0 h 5"/>
              <a:gd name="T12" fmla="*/ 0 w 5"/>
              <a:gd name="T13" fmla="*/ 2 h 5"/>
              <a:gd name="T14" fmla="*/ 0 w 5"/>
              <a:gd name="T15" fmla="*/ 3 h 5"/>
              <a:gd name="T16" fmla="*/ 2 w 5"/>
              <a:gd name="T17" fmla="*/ 4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5"/>
              <a:gd name="T29" fmla="*/ 5 w 5"/>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5">
                <a:moveTo>
                  <a:pt x="2" y="4"/>
                </a:moveTo>
                <a:lnTo>
                  <a:pt x="3" y="3"/>
                </a:lnTo>
                <a:lnTo>
                  <a:pt x="4" y="2"/>
                </a:lnTo>
                <a:lnTo>
                  <a:pt x="3" y="0"/>
                </a:lnTo>
                <a:lnTo>
                  <a:pt x="2" y="0"/>
                </a:lnTo>
                <a:lnTo>
                  <a:pt x="0" y="0"/>
                </a:lnTo>
                <a:lnTo>
                  <a:pt x="0" y="2"/>
                </a:lnTo>
                <a:lnTo>
                  <a:pt x="0" y="3"/>
                </a:lnTo>
                <a:lnTo>
                  <a:pt x="2" y="4"/>
                </a:lnTo>
              </a:path>
            </a:pathLst>
          </a:custGeom>
          <a:solidFill>
            <a:srgbClr val="FDE3BA"/>
          </a:solidFill>
          <a:ln w="12700" cap="rnd">
            <a:solidFill>
              <a:srgbClr val="000000"/>
            </a:solidFill>
            <a:round/>
            <a:headEnd/>
            <a:tailEnd/>
          </a:ln>
        </p:spPr>
        <p:txBody>
          <a:bodyPr/>
          <a:lstStyle/>
          <a:p>
            <a:endParaRPr lang="en-US"/>
          </a:p>
        </p:txBody>
      </p:sp>
      <p:sp>
        <p:nvSpPr>
          <p:cNvPr id="6259" name="Freeform 545"/>
          <p:cNvSpPr>
            <a:spLocks/>
          </p:cNvSpPr>
          <p:nvPr/>
        </p:nvSpPr>
        <p:spPr bwMode="auto">
          <a:xfrm>
            <a:off x="3064701" y="4107862"/>
            <a:ext cx="15716" cy="11851"/>
          </a:xfrm>
          <a:custGeom>
            <a:avLst/>
            <a:gdLst>
              <a:gd name="T0" fmla="*/ 4 w 9"/>
              <a:gd name="T1" fmla="*/ 5 h 6"/>
              <a:gd name="T2" fmla="*/ 7 w 9"/>
              <a:gd name="T3" fmla="*/ 4 h 6"/>
              <a:gd name="T4" fmla="*/ 8 w 9"/>
              <a:gd name="T5" fmla="*/ 2 h 6"/>
              <a:gd name="T6" fmla="*/ 7 w 9"/>
              <a:gd name="T7" fmla="*/ 1 h 6"/>
              <a:gd name="T8" fmla="*/ 4 w 9"/>
              <a:gd name="T9" fmla="*/ 0 h 6"/>
              <a:gd name="T10" fmla="*/ 1 w 9"/>
              <a:gd name="T11" fmla="*/ 1 h 6"/>
              <a:gd name="T12" fmla="*/ 0 w 9"/>
              <a:gd name="T13" fmla="*/ 2 h 6"/>
              <a:gd name="T14" fmla="*/ 1 w 9"/>
              <a:gd name="T15" fmla="*/ 4 h 6"/>
              <a:gd name="T16" fmla="*/ 4 w 9"/>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6"/>
              <a:gd name="T29" fmla="*/ 9 w 9"/>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6">
                <a:moveTo>
                  <a:pt x="4" y="5"/>
                </a:moveTo>
                <a:lnTo>
                  <a:pt x="7" y="4"/>
                </a:lnTo>
                <a:lnTo>
                  <a:pt x="8" y="2"/>
                </a:lnTo>
                <a:lnTo>
                  <a:pt x="7" y="1"/>
                </a:lnTo>
                <a:lnTo>
                  <a:pt x="4" y="0"/>
                </a:lnTo>
                <a:lnTo>
                  <a:pt x="1" y="1"/>
                </a:lnTo>
                <a:lnTo>
                  <a:pt x="0" y="2"/>
                </a:lnTo>
                <a:lnTo>
                  <a:pt x="1" y="4"/>
                </a:lnTo>
                <a:lnTo>
                  <a:pt x="4" y="5"/>
                </a:lnTo>
              </a:path>
            </a:pathLst>
          </a:custGeom>
          <a:solidFill>
            <a:srgbClr val="FDE3BA"/>
          </a:solidFill>
          <a:ln w="12700" cap="rnd">
            <a:solidFill>
              <a:srgbClr val="000000"/>
            </a:solidFill>
            <a:round/>
            <a:headEnd/>
            <a:tailEnd/>
          </a:ln>
        </p:spPr>
        <p:txBody>
          <a:bodyPr/>
          <a:lstStyle/>
          <a:p>
            <a:endParaRPr lang="en-US"/>
          </a:p>
        </p:txBody>
      </p:sp>
      <p:sp>
        <p:nvSpPr>
          <p:cNvPr id="6260" name="Freeform 546"/>
          <p:cNvSpPr>
            <a:spLocks/>
          </p:cNvSpPr>
          <p:nvPr/>
        </p:nvSpPr>
        <p:spPr bwMode="auto">
          <a:xfrm>
            <a:off x="3101373" y="4123664"/>
            <a:ext cx="29688" cy="7901"/>
          </a:xfrm>
          <a:custGeom>
            <a:avLst/>
            <a:gdLst>
              <a:gd name="T0" fmla="*/ 8 w 17"/>
              <a:gd name="T1" fmla="*/ 3 h 4"/>
              <a:gd name="T2" fmla="*/ 13 w 17"/>
              <a:gd name="T3" fmla="*/ 3 h 4"/>
              <a:gd name="T4" fmla="*/ 16 w 17"/>
              <a:gd name="T5" fmla="*/ 2 h 4"/>
              <a:gd name="T6" fmla="*/ 13 w 17"/>
              <a:gd name="T7" fmla="*/ 1 h 4"/>
              <a:gd name="T8" fmla="*/ 8 w 17"/>
              <a:gd name="T9" fmla="*/ 0 h 4"/>
              <a:gd name="T10" fmla="*/ 2 w 17"/>
              <a:gd name="T11" fmla="*/ 1 h 4"/>
              <a:gd name="T12" fmla="*/ 0 w 17"/>
              <a:gd name="T13" fmla="*/ 2 h 4"/>
              <a:gd name="T14" fmla="*/ 2 w 17"/>
              <a:gd name="T15" fmla="*/ 3 h 4"/>
              <a:gd name="T16" fmla="*/ 8 w 17"/>
              <a:gd name="T17" fmla="*/ 3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4"/>
              <a:gd name="T29" fmla="*/ 17 w 17"/>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4">
                <a:moveTo>
                  <a:pt x="8" y="3"/>
                </a:moveTo>
                <a:lnTo>
                  <a:pt x="13" y="3"/>
                </a:lnTo>
                <a:lnTo>
                  <a:pt x="16" y="2"/>
                </a:lnTo>
                <a:lnTo>
                  <a:pt x="13" y="1"/>
                </a:lnTo>
                <a:lnTo>
                  <a:pt x="8" y="0"/>
                </a:lnTo>
                <a:lnTo>
                  <a:pt x="2" y="1"/>
                </a:lnTo>
                <a:lnTo>
                  <a:pt x="0" y="2"/>
                </a:lnTo>
                <a:lnTo>
                  <a:pt x="2" y="3"/>
                </a:lnTo>
                <a:lnTo>
                  <a:pt x="8" y="3"/>
                </a:lnTo>
              </a:path>
            </a:pathLst>
          </a:custGeom>
          <a:solidFill>
            <a:srgbClr val="FDE3BA"/>
          </a:solidFill>
          <a:ln w="12700" cap="rnd">
            <a:solidFill>
              <a:srgbClr val="000000"/>
            </a:solidFill>
            <a:round/>
            <a:headEnd/>
            <a:tailEnd/>
          </a:ln>
        </p:spPr>
        <p:txBody>
          <a:bodyPr/>
          <a:lstStyle/>
          <a:p>
            <a:endParaRPr lang="en-US"/>
          </a:p>
        </p:txBody>
      </p:sp>
      <p:sp>
        <p:nvSpPr>
          <p:cNvPr id="6261" name="Freeform 547"/>
          <p:cNvSpPr>
            <a:spLocks/>
          </p:cNvSpPr>
          <p:nvPr/>
        </p:nvSpPr>
        <p:spPr bwMode="auto">
          <a:xfrm>
            <a:off x="3035014" y="4048606"/>
            <a:ext cx="24448" cy="7901"/>
          </a:xfrm>
          <a:custGeom>
            <a:avLst/>
            <a:gdLst>
              <a:gd name="T0" fmla="*/ 7 w 14"/>
              <a:gd name="T1" fmla="*/ 3 h 4"/>
              <a:gd name="T2" fmla="*/ 11 w 14"/>
              <a:gd name="T3" fmla="*/ 2 h 4"/>
              <a:gd name="T4" fmla="*/ 13 w 14"/>
              <a:gd name="T5" fmla="*/ 1 h 4"/>
              <a:gd name="T6" fmla="*/ 11 w 14"/>
              <a:gd name="T7" fmla="*/ 0 h 4"/>
              <a:gd name="T8" fmla="*/ 7 w 14"/>
              <a:gd name="T9" fmla="*/ 0 h 4"/>
              <a:gd name="T10" fmla="*/ 2 w 14"/>
              <a:gd name="T11" fmla="*/ 0 h 4"/>
              <a:gd name="T12" fmla="*/ 0 w 14"/>
              <a:gd name="T13" fmla="*/ 1 h 4"/>
              <a:gd name="T14" fmla="*/ 2 w 14"/>
              <a:gd name="T15" fmla="*/ 2 h 4"/>
              <a:gd name="T16" fmla="*/ 7 w 14"/>
              <a:gd name="T17" fmla="*/ 3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4"/>
              <a:gd name="T29" fmla="*/ 14 w 14"/>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4">
                <a:moveTo>
                  <a:pt x="7" y="3"/>
                </a:moveTo>
                <a:lnTo>
                  <a:pt x="11" y="2"/>
                </a:lnTo>
                <a:lnTo>
                  <a:pt x="13" y="1"/>
                </a:lnTo>
                <a:lnTo>
                  <a:pt x="11" y="0"/>
                </a:lnTo>
                <a:lnTo>
                  <a:pt x="7" y="0"/>
                </a:lnTo>
                <a:lnTo>
                  <a:pt x="2" y="0"/>
                </a:lnTo>
                <a:lnTo>
                  <a:pt x="0" y="1"/>
                </a:lnTo>
                <a:lnTo>
                  <a:pt x="2" y="2"/>
                </a:lnTo>
                <a:lnTo>
                  <a:pt x="7" y="3"/>
                </a:lnTo>
              </a:path>
            </a:pathLst>
          </a:custGeom>
          <a:solidFill>
            <a:srgbClr val="FDE3BA"/>
          </a:solidFill>
          <a:ln w="12700" cap="rnd">
            <a:solidFill>
              <a:srgbClr val="000000"/>
            </a:solidFill>
            <a:round/>
            <a:headEnd/>
            <a:tailEnd/>
          </a:ln>
        </p:spPr>
        <p:txBody>
          <a:bodyPr/>
          <a:lstStyle/>
          <a:p>
            <a:endParaRPr lang="en-US"/>
          </a:p>
        </p:txBody>
      </p:sp>
      <p:sp>
        <p:nvSpPr>
          <p:cNvPr id="6262" name="Freeform 548"/>
          <p:cNvSpPr>
            <a:spLocks/>
          </p:cNvSpPr>
          <p:nvPr/>
        </p:nvSpPr>
        <p:spPr bwMode="auto">
          <a:xfrm>
            <a:off x="2890071" y="4125639"/>
            <a:ext cx="15716" cy="15802"/>
          </a:xfrm>
          <a:custGeom>
            <a:avLst/>
            <a:gdLst>
              <a:gd name="T0" fmla="*/ 4 w 9"/>
              <a:gd name="T1" fmla="*/ 7 h 8"/>
              <a:gd name="T2" fmla="*/ 7 w 9"/>
              <a:gd name="T3" fmla="*/ 5 h 8"/>
              <a:gd name="T4" fmla="*/ 8 w 9"/>
              <a:gd name="T5" fmla="*/ 3 h 8"/>
              <a:gd name="T6" fmla="*/ 7 w 9"/>
              <a:gd name="T7" fmla="*/ 1 h 8"/>
              <a:gd name="T8" fmla="*/ 4 w 9"/>
              <a:gd name="T9" fmla="*/ 0 h 8"/>
              <a:gd name="T10" fmla="*/ 1 w 9"/>
              <a:gd name="T11" fmla="*/ 1 h 8"/>
              <a:gd name="T12" fmla="*/ 0 w 9"/>
              <a:gd name="T13" fmla="*/ 3 h 8"/>
              <a:gd name="T14" fmla="*/ 1 w 9"/>
              <a:gd name="T15" fmla="*/ 5 h 8"/>
              <a:gd name="T16" fmla="*/ 4 w 9"/>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7"/>
                </a:moveTo>
                <a:lnTo>
                  <a:pt x="7" y="5"/>
                </a:lnTo>
                <a:lnTo>
                  <a:pt x="8" y="3"/>
                </a:lnTo>
                <a:lnTo>
                  <a:pt x="7" y="1"/>
                </a:lnTo>
                <a:lnTo>
                  <a:pt x="4" y="0"/>
                </a:lnTo>
                <a:lnTo>
                  <a:pt x="1" y="1"/>
                </a:lnTo>
                <a:lnTo>
                  <a:pt x="0" y="3"/>
                </a:lnTo>
                <a:lnTo>
                  <a:pt x="1" y="5"/>
                </a:lnTo>
                <a:lnTo>
                  <a:pt x="4" y="7"/>
                </a:lnTo>
              </a:path>
            </a:pathLst>
          </a:custGeom>
          <a:solidFill>
            <a:srgbClr val="FDE3BA"/>
          </a:solidFill>
          <a:ln w="12700" cap="rnd">
            <a:solidFill>
              <a:srgbClr val="000000"/>
            </a:solidFill>
            <a:round/>
            <a:headEnd/>
            <a:tailEnd/>
          </a:ln>
        </p:spPr>
        <p:txBody>
          <a:bodyPr/>
          <a:lstStyle/>
          <a:p>
            <a:endParaRPr lang="en-US"/>
          </a:p>
        </p:txBody>
      </p:sp>
      <p:sp>
        <p:nvSpPr>
          <p:cNvPr id="6263" name="Freeform 549"/>
          <p:cNvSpPr>
            <a:spLocks/>
          </p:cNvSpPr>
          <p:nvPr/>
        </p:nvSpPr>
        <p:spPr bwMode="auto">
          <a:xfrm>
            <a:off x="2097251" y="3248646"/>
            <a:ext cx="69852" cy="79008"/>
          </a:xfrm>
          <a:custGeom>
            <a:avLst/>
            <a:gdLst>
              <a:gd name="T0" fmla="*/ 5 w 40"/>
              <a:gd name="T1" fmla="*/ 0 h 40"/>
              <a:gd name="T2" fmla="*/ 17 w 40"/>
              <a:gd name="T3" fmla="*/ 12 h 40"/>
              <a:gd name="T4" fmla="*/ 25 w 40"/>
              <a:gd name="T5" fmla="*/ 21 h 40"/>
              <a:gd name="T6" fmla="*/ 32 w 40"/>
              <a:gd name="T7" fmla="*/ 28 h 40"/>
              <a:gd name="T8" fmla="*/ 37 w 40"/>
              <a:gd name="T9" fmla="*/ 35 h 40"/>
              <a:gd name="T10" fmla="*/ 39 w 40"/>
              <a:gd name="T11" fmla="*/ 39 h 40"/>
              <a:gd name="T12" fmla="*/ 32 w 40"/>
              <a:gd name="T13" fmla="*/ 39 h 40"/>
              <a:gd name="T14" fmla="*/ 24 w 40"/>
              <a:gd name="T15" fmla="*/ 36 h 40"/>
              <a:gd name="T16" fmla="*/ 21 w 40"/>
              <a:gd name="T17" fmla="*/ 34 h 40"/>
              <a:gd name="T18" fmla="*/ 20 w 40"/>
              <a:gd name="T19" fmla="*/ 31 h 40"/>
              <a:gd name="T20" fmla="*/ 14 w 40"/>
              <a:gd name="T21" fmla="*/ 27 h 40"/>
              <a:gd name="T22" fmla="*/ 3 w 40"/>
              <a:gd name="T23" fmla="*/ 18 h 40"/>
              <a:gd name="T24" fmla="*/ 0 w 40"/>
              <a:gd name="T25" fmla="*/ 7 h 40"/>
              <a:gd name="T26" fmla="*/ 2 w 40"/>
              <a:gd name="T27" fmla="*/ 0 h 40"/>
              <a:gd name="T28" fmla="*/ 5 w 40"/>
              <a:gd name="T29" fmla="*/ 0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0"/>
              <a:gd name="T46" fmla="*/ 0 h 40"/>
              <a:gd name="T47" fmla="*/ 40 w 40"/>
              <a:gd name="T48" fmla="*/ 40 h 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0" h="40">
                <a:moveTo>
                  <a:pt x="5" y="0"/>
                </a:moveTo>
                <a:lnTo>
                  <a:pt x="17" y="12"/>
                </a:lnTo>
                <a:lnTo>
                  <a:pt x="25" y="21"/>
                </a:lnTo>
                <a:lnTo>
                  <a:pt x="32" y="28"/>
                </a:lnTo>
                <a:lnTo>
                  <a:pt x="37" y="35"/>
                </a:lnTo>
                <a:lnTo>
                  <a:pt x="39" y="39"/>
                </a:lnTo>
                <a:lnTo>
                  <a:pt x="32" y="39"/>
                </a:lnTo>
                <a:lnTo>
                  <a:pt x="24" y="36"/>
                </a:lnTo>
                <a:lnTo>
                  <a:pt x="21" y="34"/>
                </a:lnTo>
                <a:lnTo>
                  <a:pt x="20" y="31"/>
                </a:lnTo>
                <a:lnTo>
                  <a:pt x="14" y="27"/>
                </a:lnTo>
                <a:lnTo>
                  <a:pt x="3" y="18"/>
                </a:lnTo>
                <a:lnTo>
                  <a:pt x="0" y="7"/>
                </a:lnTo>
                <a:lnTo>
                  <a:pt x="2" y="0"/>
                </a:lnTo>
                <a:lnTo>
                  <a:pt x="5" y="0"/>
                </a:lnTo>
              </a:path>
            </a:pathLst>
          </a:custGeom>
          <a:solidFill>
            <a:srgbClr val="FFFFFF"/>
          </a:solidFill>
          <a:ln w="12700" cap="rnd">
            <a:solidFill>
              <a:srgbClr val="000000"/>
            </a:solidFill>
            <a:round/>
            <a:headEnd/>
            <a:tailEnd/>
          </a:ln>
        </p:spPr>
        <p:txBody>
          <a:bodyPr/>
          <a:lstStyle/>
          <a:p>
            <a:endParaRPr lang="en-US"/>
          </a:p>
        </p:txBody>
      </p:sp>
      <p:sp>
        <p:nvSpPr>
          <p:cNvPr id="6264" name="Freeform 550"/>
          <p:cNvSpPr>
            <a:spLocks/>
          </p:cNvSpPr>
          <p:nvPr/>
        </p:nvSpPr>
        <p:spPr bwMode="auto">
          <a:xfrm>
            <a:off x="2023907" y="3136059"/>
            <a:ext cx="20956" cy="79008"/>
          </a:xfrm>
          <a:custGeom>
            <a:avLst/>
            <a:gdLst>
              <a:gd name="T0" fmla="*/ 0 w 12"/>
              <a:gd name="T1" fmla="*/ 0 h 40"/>
              <a:gd name="T2" fmla="*/ 10 w 12"/>
              <a:gd name="T3" fmla="*/ 1 h 40"/>
              <a:gd name="T4" fmla="*/ 10 w 12"/>
              <a:gd name="T5" fmla="*/ 6 h 40"/>
              <a:gd name="T6" fmla="*/ 7 w 12"/>
              <a:gd name="T7" fmla="*/ 18 h 40"/>
              <a:gd name="T8" fmla="*/ 10 w 12"/>
              <a:gd name="T9" fmla="*/ 30 h 40"/>
              <a:gd name="T10" fmla="*/ 11 w 12"/>
              <a:gd name="T11" fmla="*/ 36 h 40"/>
              <a:gd name="T12" fmla="*/ 10 w 12"/>
              <a:gd name="T13" fmla="*/ 39 h 40"/>
              <a:gd name="T14" fmla="*/ 8 w 12"/>
              <a:gd name="T15" fmla="*/ 39 h 40"/>
              <a:gd name="T16" fmla="*/ 5 w 12"/>
              <a:gd name="T17" fmla="*/ 34 h 40"/>
              <a:gd name="T18" fmla="*/ 3 w 12"/>
              <a:gd name="T19" fmla="*/ 25 h 40"/>
              <a:gd name="T20" fmla="*/ 1 w 12"/>
              <a:gd name="T21" fmla="*/ 14 h 40"/>
              <a:gd name="T22" fmla="*/ 0 w 12"/>
              <a:gd name="T23" fmla="*/ 4 h 40"/>
              <a:gd name="T24" fmla="*/ 0 w 12"/>
              <a:gd name="T25" fmla="*/ 0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
              <a:gd name="T40" fmla="*/ 0 h 40"/>
              <a:gd name="T41" fmla="*/ 12 w 12"/>
              <a:gd name="T42" fmla="*/ 40 h 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 h="40">
                <a:moveTo>
                  <a:pt x="0" y="0"/>
                </a:moveTo>
                <a:lnTo>
                  <a:pt x="10" y="1"/>
                </a:lnTo>
                <a:lnTo>
                  <a:pt x="10" y="6"/>
                </a:lnTo>
                <a:lnTo>
                  <a:pt x="7" y="18"/>
                </a:lnTo>
                <a:lnTo>
                  <a:pt x="10" y="30"/>
                </a:lnTo>
                <a:lnTo>
                  <a:pt x="11" y="36"/>
                </a:lnTo>
                <a:lnTo>
                  <a:pt x="10" y="39"/>
                </a:lnTo>
                <a:lnTo>
                  <a:pt x="8" y="39"/>
                </a:lnTo>
                <a:lnTo>
                  <a:pt x="5" y="34"/>
                </a:lnTo>
                <a:lnTo>
                  <a:pt x="3" y="25"/>
                </a:lnTo>
                <a:lnTo>
                  <a:pt x="1" y="14"/>
                </a:lnTo>
                <a:lnTo>
                  <a:pt x="0" y="4"/>
                </a:lnTo>
                <a:lnTo>
                  <a:pt x="0" y="0"/>
                </a:lnTo>
              </a:path>
            </a:pathLst>
          </a:custGeom>
          <a:solidFill>
            <a:srgbClr val="FFFFFF"/>
          </a:solidFill>
          <a:ln w="12700" cap="rnd">
            <a:solidFill>
              <a:srgbClr val="000000"/>
            </a:solidFill>
            <a:round/>
            <a:headEnd/>
            <a:tailEnd/>
          </a:ln>
        </p:spPr>
        <p:txBody>
          <a:bodyPr/>
          <a:lstStyle/>
          <a:p>
            <a:endParaRPr lang="en-US"/>
          </a:p>
        </p:txBody>
      </p:sp>
      <p:sp>
        <p:nvSpPr>
          <p:cNvPr id="6265" name="Freeform 551"/>
          <p:cNvSpPr>
            <a:spLocks/>
          </p:cNvSpPr>
          <p:nvPr/>
        </p:nvSpPr>
        <p:spPr bwMode="auto">
          <a:xfrm>
            <a:off x="1636228" y="2993844"/>
            <a:ext cx="59374" cy="61231"/>
          </a:xfrm>
          <a:custGeom>
            <a:avLst/>
            <a:gdLst>
              <a:gd name="T0" fmla="*/ 1 w 34"/>
              <a:gd name="T1" fmla="*/ 16 h 31"/>
              <a:gd name="T2" fmla="*/ 11 w 34"/>
              <a:gd name="T3" fmla="*/ 12 h 31"/>
              <a:gd name="T4" fmla="*/ 18 w 34"/>
              <a:gd name="T5" fmla="*/ 6 h 31"/>
              <a:gd name="T6" fmla="*/ 25 w 34"/>
              <a:gd name="T7" fmla="*/ 0 h 31"/>
              <a:gd name="T8" fmla="*/ 25 w 34"/>
              <a:gd name="T9" fmla="*/ 8 h 31"/>
              <a:gd name="T10" fmla="*/ 26 w 34"/>
              <a:gd name="T11" fmla="*/ 13 h 31"/>
              <a:gd name="T12" fmla="*/ 31 w 34"/>
              <a:gd name="T13" fmla="*/ 15 h 31"/>
              <a:gd name="T14" fmla="*/ 33 w 34"/>
              <a:gd name="T15" fmla="*/ 15 h 31"/>
              <a:gd name="T16" fmla="*/ 29 w 34"/>
              <a:gd name="T17" fmla="*/ 17 h 31"/>
              <a:gd name="T18" fmla="*/ 20 w 34"/>
              <a:gd name="T19" fmla="*/ 22 h 31"/>
              <a:gd name="T20" fmla="*/ 13 w 34"/>
              <a:gd name="T21" fmla="*/ 27 h 31"/>
              <a:gd name="T22" fmla="*/ 8 w 34"/>
              <a:gd name="T23" fmla="*/ 30 h 31"/>
              <a:gd name="T24" fmla="*/ 4 w 34"/>
              <a:gd name="T25" fmla="*/ 29 h 31"/>
              <a:gd name="T26" fmla="*/ 0 w 34"/>
              <a:gd name="T27" fmla="*/ 21 h 31"/>
              <a:gd name="T28" fmla="*/ 1 w 34"/>
              <a:gd name="T29" fmla="*/ 16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
              <a:gd name="T46" fmla="*/ 0 h 31"/>
              <a:gd name="T47" fmla="*/ 34 w 34"/>
              <a:gd name="T48" fmla="*/ 31 h 3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 h="31">
                <a:moveTo>
                  <a:pt x="1" y="16"/>
                </a:moveTo>
                <a:lnTo>
                  <a:pt x="11" y="12"/>
                </a:lnTo>
                <a:lnTo>
                  <a:pt x="18" y="6"/>
                </a:lnTo>
                <a:lnTo>
                  <a:pt x="25" y="0"/>
                </a:lnTo>
                <a:lnTo>
                  <a:pt x="25" y="8"/>
                </a:lnTo>
                <a:lnTo>
                  <a:pt x="26" y="13"/>
                </a:lnTo>
                <a:lnTo>
                  <a:pt x="31" y="15"/>
                </a:lnTo>
                <a:lnTo>
                  <a:pt x="33" y="15"/>
                </a:lnTo>
                <a:lnTo>
                  <a:pt x="29" y="17"/>
                </a:lnTo>
                <a:lnTo>
                  <a:pt x="20" y="22"/>
                </a:lnTo>
                <a:lnTo>
                  <a:pt x="13" y="27"/>
                </a:lnTo>
                <a:lnTo>
                  <a:pt x="8" y="30"/>
                </a:lnTo>
                <a:lnTo>
                  <a:pt x="4" y="29"/>
                </a:lnTo>
                <a:lnTo>
                  <a:pt x="0" y="21"/>
                </a:lnTo>
                <a:lnTo>
                  <a:pt x="1" y="16"/>
                </a:lnTo>
              </a:path>
            </a:pathLst>
          </a:custGeom>
          <a:solidFill>
            <a:srgbClr val="FFFFFF"/>
          </a:solidFill>
          <a:ln w="12700" cap="rnd">
            <a:solidFill>
              <a:srgbClr val="000000"/>
            </a:solidFill>
            <a:round/>
            <a:headEnd/>
            <a:tailEnd/>
          </a:ln>
        </p:spPr>
        <p:txBody>
          <a:bodyPr/>
          <a:lstStyle/>
          <a:p>
            <a:endParaRPr lang="en-US"/>
          </a:p>
        </p:txBody>
      </p:sp>
      <p:sp>
        <p:nvSpPr>
          <p:cNvPr id="6266" name="Freeform 552"/>
          <p:cNvSpPr>
            <a:spLocks/>
          </p:cNvSpPr>
          <p:nvPr/>
        </p:nvSpPr>
        <p:spPr bwMode="auto">
          <a:xfrm>
            <a:off x="1402224" y="3112357"/>
            <a:ext cx="43657" cy="21727"/>
          </a:xfrm>
          <a:custGeom>
            <a:avLst/>
            <a:gdLst>
              <a:gd name="T0" fmla="*/ 0 w 25"/>
              <a:gd name="T1" fmla="*/ 10 h 11"/>
              <a:gd name="T2" fmla="*/ 8 w 25"/>
              <a:gd name="T3" fmla="*/ 5 h 11"/>
              <a:gd name="T4" fmla="*/ 17 w 25"/>
              <a:gd name="T5" fmla="*/ 1 h 11"/>
              <a:gd name="T6" fmla="*/ 24 w 25"/>
              <a:gd name="T7" fmla="*/ 0 h 11"/>
              <a:gd name="T8" fmla="*/ 23 w 25"/>
              <a:gd name="T9" fmla="*/ 3 h 11"/>
              <a:gd name="T10" fmla="*/ 8 w 25"/>
              <a:gd name="T11" fmla="*/ 9 h 11"/>
              <a:gd name="T12" fmla="*/ 0 w 25"/>
              <a:gd name="T13" fmla="*/ 10 h 11"/>
              <a:gd name="T14" fmla="*/ 0 60000 65536"/>
              <a:gd name="T15" fmla="*/ 0 60000 65536"/>
              <a:gd name="T16" fmla="*/ 0 60000 65536"/>
              <a:gd name="T17" fmla="*/ 0 60000 65536"/>
              <a:gd name="T18" fmla="*/ 0 60000 65536"/>
              <a:gd name="T19" fmla="*/ 0 60000 65536"/>
              <a:gd name="T20" fmla="*/ 0 60000 65536"/>
              <a:gd name="T21" fmla="*/ 0 w 25"/>
              <a:gd name="T22" fmla="*/ 0 h 11"/>
              <a:gd name="T23" fmla="*/ 25 w 25"/>
              <a:gd name="T24" fmla="*/ 11 h 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11">
                <a:moveTo>
                  <a:pt x="0" y="10"/>
                </a:moveTo>
                <a:lnTo>
                  <a:pt x="8" y="5"/>
                </a:lnTo>
                <a:lnTo>
                  <a:pt x="17" y="1"/>
                </a:lnTo>
                <a:lnTo>
                  <a:pt x="24" y="0"/>
                </a:lnTo>
                <a:lnTo>
                  <a:pt x="23" y="3"/>
                </a:lnTo>
                <a:lnTo>
                  <a:pt x="8" y="9"/>
                </a:lnTo>
                <a:lnTo>
                  <a:pt x="0" y="10"/>
                </a:lnTo>
              </a:path>
            </a:pathLst>
          </a:custGeom>
          <a:solidFill>
            <a:srgbClr val="FFFFFF"/>
          </a:solidFill>
          <a:ln w="12700" cap="rnd">
            <a:solidFill>
              <a:srgbClr val="000000"/>
            </a:solidFill>
            <a:round/>
            <a:headEnd/>
            <a:tailEnd/>
          </a:ln>
        </p:spPr>
        <p:txBody>
          <a:bodyPr/>
          <a:lstStyle/>
          <a:p>
            <a:endParaRPr lang="en-US"/>
          </a:p>
        </p:txBody>
      </p:sp>
      <p:sp>
        <p:nvSpPr>
          <p:cNvPr id="6267" name="Freeform 553"/>
          <p:cNvSpPr>
            <a:spLocks/>
          </p:cNvSpPr>
          <p:nvPr/>
        </p:nvSpPr>
        <p:spPr bwMode="auto">
          <a:xfrm>
            <a:off x="1377776" y="3138034"/>
            <a:ext cx="19209" cy="7901"/>
          </a:xfrm>
          <a:custGeom>
            <a:avLst/>
            <a:gdLst>
              <a:gd name="T0" fmla="*/ 0 w 11"/>
              <a:gd name="T1" fmla="*/ 1 h 4"/>
              <a:gd name="T2" fmla="*/ 8 w 11"/>
              <a:gd name="T3" fmla="*/ 0 h 4"/>
              <a:gd name="T4" fmla="*/ 10 w 11"/>
              <a:gd name="T5" fmla="*/ 3 h 4"/>
              <a:gd name="T6" fmla="*/ 5 w 11"/>
              <a:gd name="T7" fmla="*/ 3 h 4"/>
              <a:gd name="T8" fmla="*/ 0 w 11"/>
              <a:gd name="T9" fmla="*/ 1 h 4"/>
              <a:gd name="T10" fmla="*/ 0 60000 65536"/>
              <a:gd name="T11" fmla="*/ 0 60000 65536"/>
              <a:gd name="T12" fmla="*/ 0 60000 65536"/>
              <a:gd name="T13" fmla="*/ 0 60000 65536"/>
              <a:gd name="T14" fmla="*/ 0 60000 65536"/>
              <a:gd name="T15" fmla="*/ 0 w 11"/>
              <a:gd name="T16" fmla="*/ 0 h 4"/>
              <a:gd name="T17" fmla="*/ 11 w 11"/>
              <a:gd name="T18" fmla="*/ 4 h 4"/>
            </a:gdLst>
            <a:ahLst/>
            <a:cxnLst>
              <a:cxn ang="T10">
                <a:pos x="T0" y="T1"/>
              </a:cxn>
              <a:cxn ang="T11">
                <a:pos x="T2" y="T3"/>
              </a:cxn>
              <a:cxn ang="T12">
                <a:pos x="T4" y="T5"/>
              </a:cxn>
              <a:cxn ang="T13">
                <a:pos x="T6" y="T7"/>
              </a:cxn>
              <a:cxn ang="T14">
                <a:pos x="T8" y="T9"/>
              </a:cxn>
            </a:cxnLst>
            <a:rect l="T15" t="T16" r="T17" b="T18"/>
            <a:pathLst>
              <a:path w="11" h="4">
                <a:moveTo>
                  <a:pt x="0" y="1"/>
                </a:moveTo>
                <a:lnTo>
                  <a:pt x="8" y="0"/>
                </a:lnTo>
                <a:lnTo>
                  <a:pt x="10" y="3"/>
                </a:lnTo>
                <a:lnTo>
                  <a:pt x="5" y="3"/>
                </a:lnTo>
                <a:lnTo>
                  <a:pt x="0" y="1"/>
                </a:lnTo>
              </a:path>
            </a:pathLst>
          </a:custGeom>
          <a:solidFill>
            <a:srgbClr val="FFFFFF"/>
          </a:solidFill>
          <a:ln w="12700" cap="rnd">
            <a:solidFill>
              <a:srgbClr val="000000"/>
            </a:solidFill>
            <a:round/>
            <a:headEnd/>
            <a:tailEnd/>
          </a:ln>
        </p:spPr>
        <p:txBody>
          <a:bodyPr/>
          <a:lstStyle/>
          <a:p>
            <a:endParaRPr lang="en-US"/>
          </a:p>
        </p:txBody>
      </p:sp>
      <p:sp>
        <p:nvSpPr>
          <p:cNvPr id="6268" name="Freeform 554"/>
          <p:cNvSpPr>
            <a:spLocks/>
          </p:cNvSpPr>
          <p:nvPr/>
        </p:nvSpPr>
        <p:spPr bwMode="auto">
          <a:xfrm>
            <a:off x="1419687" y="2918786"/>
            <a:ext cx="43657" cy="35554"/>
          </a:xfrm>
          <a:custGeom>
            <a:avLst/>
            <a:gdLst>
              <a:gd name="T0" fmla="*/ 0 w 25"/>
              <a:gd name="T1" fmla="*/ 6 h 18"/>
              <a:gd name="T2" fmla="*/ 8 w 25"/>
              <a:gd name="T3" fmla="*/ 3 h 18"/>
              <a:gd name="T4" fmla="*/ 12 w 25"/>
              <a:gd name="T5" fmla="*/ 1 h 18"/>
              <a:gd name="T6" fmla="*/ 15 w 25"/>
              <a:gd name="T7" fmla="*/ 0 h 18"/>
              <a:gd name="T8" fmla="*/ 17 w 25"/>
              <a:gd name="T9" fmla="*/ 4 h 18"/>
              <a:gd name="T10" fmla="*/ 20 w 25"/>
              <a:gd name="T11" fmla="*/ 10 h 18"/>
              <a:gd name="T12" fmla="*/ 24 w 25"/>
              <a:gd name="T13" fmla="*/ 15 h 18"/>
              <a:gd name="T14" fmla="*/ 24 w 25"/>
              <a:gd name="T15" fmla="*/ 17 h 18"/>
              <a:gd name="T16" fmla="*/ 16 w 25"/>
              <a:gd name="T17" fmla="*/ 16 h 18"/>
              <a:gd name="T18" fmla="*/ 6 w 25"/>
              <a:gd name="T19" fmla="*/ 12 h 18"/>
              <a:gd name="T20" fmla="*/ 1 w 25"/>
              <a:gd name="T21" fmla="*/ 9 h 18"/>
              <a:gd name="T22" fmla="*/ 0 w 25"/>
              <a:gd name="T23" fmla="*/ 7 h 18"/>
              <a:gd name="T24" fmla="*/ 0 w 25"/>
              <a:gd name="T25" fmla="*/ 6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18"/>
              <a:gd name="T41" fmla="*/ 25 w 25"/>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18">
                <a:moveTo>
                  <a:pt x="0" y="6"/>
                </a:moveTo>
                <a:lnTo>
                  <a:pt x="8" y="3"/>
                </a:lnTo>
                <a:lnTo>
                  <a:pt x="12" y="1"/>
                </a:lnTo>
                <a:lnTo>
                  <a:pt x="15" y="0"/>
                </a:lnTo>
                <a:lnTo>
                  <a:pt x="17" y="4"/>
                </a:lnTo>
                <a:lnTo>
                  <a:pt x="20" y="10"/>
                </a:lnTo>
                <a:lnTo>
                  <a:pt x="24" y="15"/>
                </a:lnTo>
                <a:lnTo>
                  <a:pt x="24" y="17"/>
                </a:lnTo>
                <a:lnTo>
                  <a:pt x="16" y="16"/>
                </a:lnTo>
                <a:lnTo>
                  <a:pt x="6" y="12"/>
                </a:lnTo>
                <a:lnTo>
                  <a:pt x="1" y="9"/>
                </a:lnTo>
                <a:lnTo>
                  <a:pt x="0" y="7"/>
                </a:lnTo>
                <a:lnTo>
                  <a:pt x="0" y="6"/>
                </a:lnTo>
              </a:path>
            </a:pathLst>
          </a:custGeom>
          <a:solidFill>
            <a:srgbClr val="FFFFFF"/>
          </a:solidFill>
          <a:ln w="12700" cap="rnd">
            <a:solidFill>
              <a:srgbClr val="000000"/>
            </a:solidFill>
            <a:round/>
            <a:headEnd/>
            <a:tailEnd/>
          </a:ln>
        </p:spPr>
        <p:txBody>
          <a:bodyPr/>
          <a:lstStyle/>
          <a:p>
            <a:endParaRPr lang="en-US"/>
          </a:p>
        </p:txBody>
      </p:sp>
      <p:sp>
        <p:nvSpPr>
          <p:cNvPr id="6269" name="Freeform 555"/>
          <p:cNvSpPr>
            <a:spLocks/>
          </p:cNvSpPr>
          <p:nvPr/>
        </p:nvSpPr>
        <p:spPr bwMode="auto">
          <a:xfrm>
            <a:off x="1349835" y="2715339"/>
            <a:ext cx="69852" cy="71108"/>
          </a:xfrm>
          <a:custGeom>
            <a:avLst/>
            <a:gdLst>
              <a:gd name="T0" fmla="*/ 5 w 40"/>
              <a:gd name="T1" fmla="*/ 0 h 36"/>
              <a:gd name="T2" fmla="*/ 18 w 40"/>
              <a:gd name="T3" fmla="*/ 6 h 36"/>
              <a:gd name="T4" fmla="*/ 27 w 40"/>
              <a:gd name="T5" fmla="*/ 10 h 36"/>
              <a:gd name="T6" fmla="*/ 32 w 40"/>
              <a:gd name="T7" fmla="*/ 14 h 36"/>
              <a:gd name="T8" fmla="*/ 35 w 40"/>
              <a:gd name="T9" fmla="*/ 19 h 36"/>
              <a:gd name="T10" fmla="*/ 37 w 40"/>
              <a:gd name="T11" fmla="*/ 25 h 36"/>
              <a:gd name="T12" fmla="*/ 39 w 40"/>
              <a:gd name="T13" fmla="*/ 31 h 36"/>
              <a:gd name="T14" fmla="*/ 39 w 40"/>
              <a:gd name="T15" fmla="*/ 35 h 36"/>
              <a:gd name="T16" fmla="*/ 36 w 40"/>
              <a:gd name="T17" fmla="*/ 34 h 36"/>
              <a:gd name="T18" fmla="*/ 28 w 40"/>
              <a:gd name="T19" fmla="*/ 26 h 36"/>
              <a:gd name="T20" fmla="*/ 20 w 40"/>
              <a:gd name="T21" fmla="*/ 18 h 36"/>
              <a:gd name="T22" fmla="*/ 4 w 40"/>
              <a:gd name="T23" fmla="*/ 8 h 36"/>
              <a:gd name="T24" fmla="*/ 0 w 40"/>
              <a:gd name="T25" fmla="*/ 2 h 36"/>
              <a:gd name="T26" fmla="*/ 3 w 40"/>
              <a:gd name="T27" fmla="*/ 0 h 36"/>
              <a:gd name="T28" fmla="*/ 5 w 40"/>
              <a:gd name="T29" fmla="*/ 0 h 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0"/>
              <a:gd name="T46" fmla="*/ 0 h 36"/>
              <a:gd name="T47" fmla="*/ 40 w 40"/>
              <a:gd name="T48" fmla="*/ 36 h 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0" h="36">
                <a:moveTo>
                  <a:pt x="5" y="0"/>
                </a:moveTo>
                <a:lnTo>
                  <a:pt x="18" y="6"/>
                </a:lnTo>
                <a:lnTo>
                  <a:pt x="27" y="10"/>
                </a:lnTo>
                <a:lnTo>
                  <a:pt x="32" y="14"/>
                </a:lnTo>
                <a:lnTo>
                  <a:pt x="35" y="19"/>
                </a:lnTo>
                <a:lnTo>
                  <a:pt x="37" y="25"/>
                </a:lnTo>
                <a:lnTo>
                  <a:pt x="39" y="31"/>
                </a:lnTo>
                <a:lnTo>
                  <a:pt x="39" y="35"/>
                </a:lnTo>
                <a:lnTo>
                  <a:pt x="36" y="34"/>
                </a:lnTo>
                <a:lnTo>
                  <a:pt x="28" y="26"/>
                </a:lnTo>
                <a:lnTo>
                  <a:pt x="20" y="18"/>
                </a:lnTo>
                <a:lnTo>
                  <a:pt x="4" y="8"/>
                </a:lnTo>
                <a:lnTo>
                  <a:pt x="0" y="2"/>
                </a:lnTo>
                <a:lnTo>
                  <a:pt x="3" y="0"/>
                </a:lnTo>
                <a:lnTo>
                  <a:pt x="5" y="0"/>
                </a:lnTo>
              </a:path>
            </a:pathLst>
          </a:custGeom>
          <a:solidFill>
            <a:srgbClr val="FFFFFF"/>
          </a:solidFill>
          <a:ln w="12700" cap="rnd">
            <a:solidFill>
              <a:srgbClr val="000000"/>
            </a:solidFill>
            <a:round/>
            <a:headEnd/>
            <a:tailEnd/>
          </a:ln>
        </p:spPr>
        <p:txBody>
          <a:bodyPr/>
          <a:lstStyle/>
          <a:p>
            <a:endParaRPr lang="en-US"/>
          </a:p>
        </p:txBody>
      </p:sp>
      <p:sp>
        <p:nvSpPr>
          <p:cNvPr id="6270" name="Freeform 556"/>
          <p:cNvSpPr>
            <a:spLocks/>
          </p:cNvSpPr>
          <p:nvPr/>
        </p:nvSpPr>
        <p:spPr bwMode="auto">
          <a:xfrm>
            <a:off x="1913889" y="2563248"/>
            <a:ext cx="179869" cy="582686"/>
          </a:xfrm>
          <a:custGeom>
            <a:avLst/>
            <a:gdLst>
              <a:gd name="T0" fmla="*/ 57 w 103"/>
              <a:gd name="T1" fmla="*/ 0 h 295"/>
              <a:gd name="T2" fmla="*/ 0 w 103"/>
              <a:gd name="T3" fmla="*/ 179 h 295"/>
              <a:gd name="T4" fmla="*/ 1 w 103"/>
              <a:gd name="T5" fmla="*/ 181 h 295"/>
              <a:gd name="T6" fmla="*/ 11 w 103"/>
              <a:gd name="T7" fmla="*/ 179 h 295"/>
              <a:gd name="T8" fmla="*/ 18 w 103"/>
              <a:gd name="T9" fmla="*/ 178 h 295"/>
              <a:gd name="T10" fmla="*/ 21 w 103"/>
              <a:gd name="T11" fmla="*/ 181 h 295"/>
              <a:gd name="T12" fmla="*/ 23 w 103"/>
              <a:gd name="T13" fmla="*/ 187 h 295"/>
              <a:gd name="T14" fmla="*/ 27 w 103"/>
              <a:gd name="T15" fmla="*/ 195 h 295"/>
              <a:gd name="T16" fmla="*/ 38 w 103"/>
              <a:gd name="T17" fmla="*/ 203 h 295"/>
              <a:gd name="T18" fmla="*/ 48 w 103"/>
              <a:gd name="T19" fmla="*/ 196 h 295"/>
              <a:gd name="T20" fmla="*/ 52 w 103"/>
              <a:gd name="T21" fmla="*/ 194 h 295"/>
              <a:gd name="T22" fmla="*/ 58 w 103"/>
              <a:gd name="T23" fmla="*/ 198 h 295"/>
              <a:gd name="T24" fmla="*/ 63 w 103"/>
              <a:gd name="T25" fmla="*/ 204 h 295"/>
              <a:gd name="T26" fmla="*/ 69 w 103"/>
              <a:gd name="T27" fmla="*/ 212 h 295"/>
              <a:gd name="T28" fmla="*/ 76 w 103"/>
              <a:gd name="T29" fmla="*/ 218 h 295"/>
              <a:gd name="T30" fmla="*/ 83 w 103"/>
              <a:gd name="T31" fmla="*/ 225 h 295"/>
              <a:gd name="T32" fmla="*/ 89 w 103"/>
              <a:gd name="T33" fmla="*/ 233 h 295"/>
              <a:gd name="T34" fmla="*/ 90 w 103"/>
              <a:gd name="T35" fmla="*/ 245 h 295"/>
              <a:gd name="T36" fmla="*/ 92 w 103"/>
              <a:gd name="T37" fmla="*/ 250 h 295"/>
              <a:gd name="T38" fmla="*/ 97 w 103"/>
              <a:gd name="T39" fmla="*/ 254 h 295"/>
              <a:gd name="T40" fmla="*/ 101 w 103"/>
              <a:gd name="T41" fmla="*/ 260 h 295"/>
              <a:gd name="T42" fmla="*/ 102 w 103"/>
              <a:gd name="T43" fmla="*/ 270 h 295"/>
              <a:gd name="T44" fmla="*/ 98 w 103"/>
              <a:gd name="T45" fmla="*/ 289 h 295"/>
              <a:gd name="T46" fmla="*/ 95 w 103"/>
              <a:gd name="T47" fmla="*/ 294 h 29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3"/>
              <a:gd name="T73" fmla="*/ 0 h 295"/>
              <a:gd name="T74" fmla="*/ 103 w 103"/>
              <a:gd name="T75" fmla="*/ 295 h 29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3" h="295">
                <a:moveTo>
                  <a:pt x="57" y="0"/>
                </a:moveTo>
                <a:lnTo>
                  <a:pt x="0" y="179"/>
                </a:lnTo>
                <a:lnTo>
                  <a:pt x="1" y="181"/>
                </a:lnTo>
                <a:lnTo>
                  <a:pt x="11" y="179"/>
                </a:lnTo>
                <a:lnTo>
                  <a:pt x="18" y="178"/>
                </a:lnTo>
                <a:lnTo>
                  <a:pt x="21" y="181"/>
                </a:lnTo>
                <a:lnTo>
                  <a:pt x="23" y="187"/>
                </a:lnTo>
                <a:lnTo>
                  <a:pt x="27" y="195"/>
                </a:lnTo>
                <a:lnTo>
                  <a:pt x="38" y="203"/>
                </a:lnTo>
                <a:lnTo>
                  <a:pt x="48" y="196"/>
                </a:lnTo>
                <a:lnTo>
                  <a:pt x="52" y="194"/>
                </a:lnTo>
                <a:lnTo>
                  <a:pt x="58" y="198"/>
                </a:lnTo>
                <a:lnTo>
                  <a:pt x="63" y="204"/>
                </a:lnTo>
                <a:lnTo>
                  <a:pt x="69" y="212"/>
                </a:lnTo>
                <a:lnTo>
                  <a:pt x="76" y="218"/>
                </a:lnTo>
                <a:lnTo>
                  <a:pt x="83" y="225"/>
                </a:lnTo>
                <a:lnTo>
                  <a:pt x="89" y="233"/>
                </a:lnTo>
                <a:lnTo>
                  <a:pt x="90" y="245"/>
                </a:lnTo>
                <a:lnTo>
                  <a:pt x="92" y="250"/>
                </a:lnTo>
                <a:lnTo>
                  <a:pt x="97" y="254"/>
                </a:lnTo>
                <a:lnTo>
                  <a:pt x="101" y="260"/>
                </a:lnTo>
                <a:lnTo>
                  <a:pt x="102" y="270"/>
                </a:lnTo>
                <a:lnTo>
                  <a:pt x="98" y="289"/>
                </a:lnTo>
                <a:lnTo>
                  <a:pt x="95" y="294"/>
                </a:lnTo>
              </a:path>
            </a:pathLst>
          </a:custGeom>
          <a:solidFill>
            <a:srgbClr val="FDE3BA"/>
          </a:solidFill>
          <a:ln w="12700" cap="rnd">
            <a:solidFill>
              <a:schemeClr val="tx1"/>
            </a:solidFill>
            <a:round/>
            <a:headEnd/>
            <a:tailEnd/>
          </a:ln>
        </p:spPr>
        <p:txBody>
          <a:bodyPr/>
          <a:lstStyle/>
          <a:p>
            <a:endParaRPr lang="en-US"/>
          </a:p>
        </p:txBody>
      </p:sp>
      <p:sp>
        <p:nvSpPr>
          <p:cNvPr id="6271" name="Freeform 557"/>
          <p:cNvSpPr>
            <a:spLocks/>
          </p:cNvSpPr>
          <p:nvPr/>
        </p:nvSpPr>
        <p:spPr bwMode="auto">
          <a:xfrm>
            <a:off x="2212507" y="3815531"/>
            <a:ext cx="382439" cy="197521"/>
          </a:xfrm>
          <a:custGeom>
            <a:avLst/>
            <a:gdLst>
              <a:gd name="T0" fmla="*/ 0 w 219"/>
              <a:gd name="T1" fmla="*/ 0 h 100"/>
              <a:gd name="T2" fmla="*/ 29 w 219"/>
              <a:gd name="T3" fmla="*/ 0 h 100"/>
              <a:gd name="T4" fmla="*/ 69 w 219"/>
              <a:gd name="T5" fmla="*/ 20 h 100"/>
              <a:gd name="T6" fmla="*/ 101 w 219"/>
              <a:gd name="T7" fmla="*/ 20 h 100"/>
              <a:gd name="T8" fmla="*/ 101 w 219"/>
              <a:gd name="T9" fmla="*/ 12 h 100"/>
              <a:gd name="T10" fmla="*/ 127 w 219"/>
              <a:gd name="T11" fmla="*/ 12 h 100"/>
              <a:gd name="T12" fmla="*/ 127 w 219"/>
              <a:gd name="T13" fmla="*/ 16 h 100"/>
              <a:gd name="T14" fmla="*/ 135 w 219"/>
              <a:gd name="T15" fmla="*/ 26 h 100"/>
              <a:gd name="T16" fmla="*/ 140 w 219"/>
              <a:gd name="T17" fmla="*/ 34 h 100"/>
              <a:gd name="T18" fmla="*/ 146 w 219"/>
              <a:gd name="T19" fmla="*/ 42 h 100"/>
              <a:gd name="T20" fmla="*/ 152 w 219"/>
              <a:gd name="T21" fmla="*/ 47 h 100"/>
              <a:gd name="T22" fmla="*/ 156 w 219"/>
              <a:gd name="T23" fmla="*/ 50 h 100"/>
              <a:gd name="T24" fmla="*/ 160 w 219"/>
              <a:gd name="T25" fmla="*/ 49 h 100"/>
              <a:gd name="T26" fmla="*/ 165 w 219"/>
              <a:gd name="T27" fmla="*/ 44 h 100"/>
              <a:gd name="T28" fmla="*/ 169 w 219"/>
              <a:gd name="T29" fmla="*/ 38 h 100"/>
              <a:gd name="T30" fmla="*/ 172 w 219"/>
              <a:gd name="T31" fmla="*/ 37 h 100"/>
              <a:gd name="T32" fmla="*/ 174 w 219"/>
              <a:gd name="T33" fmla="*/ 41 h 100"/>
              <a:gd name="T34" fmla="*/ 181 w 219"/>
              <a:gd name="T35" fmla="*/ 47 h 100"/>
              <a:gd name="T36" fmla="*/ 188 w 219"/>
              <a:gd name="T37" fmla="*/ 53 h 100"/>
              <a:gd name="T38" fmla="*/ 192 w 219"/>
              <a:gd name="T39" fmla="*/ 57 h 100"/>
              <a:gd name="T40" fmla="*/ 195 w 219"/>
              <a:gd name="T41" fmla="*/ 62 h 100"/>
              <a:gd name="T42" fmla="*/ 198 w 219"/>
              <a:gd name="T43" fmla="*/ 71 h 100"/>
              <a:gd name="T44" fmla="*/ 200 w 219"/>
              <a:gd name="T45" fmla="*/ 80 h 100"/>
              <a:gd name="T46" fmla="*/ 202 w 219"/>
              <a:gd name="T47" fmla="*/ 85 h 100"/>
              <a:gd name="T48" fmla="*/ 204 w 219"/>
              <a:gd name="T49" fmla="*/ 88 h 100"/>
              <a:gd name="T50" fmla="*/ 208 w 219"/>
              <a:gd name="T51" fmla="*/ 92 h 100"/>
              <a:gd name="T52" fmla="*/ 217 w 219"/>
              <a:gd name="T53" fmla="*/ 99 h 100"/>
              <a:gd name="T54" fmla="*/ 218 w 219"/>
              <a:gd name="T55" fmla="*/ 99 h 10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19"/>
              <a:gd name="T85" fmla="*/ 0 h 100"/>
              <a:gd name="T86" fmla="*/ 219 w 219"/>
              <a:gd name="T87" fmla="*/ 100 h 10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19" h="100">
                <a:moveTo>
                  <a:pt x="0" y="0"/>
                </a:moveTo>
                <a:lnTo>
                  <a:pt x="29" y="0"/>
                </a:lnTo>
                <a:lnTo>
                  <a:pt x="69" y="20"/>
                </a:lnTo>
                <a:lnTo>
                  <a:pt x="101" y="20"/>
                </a:lnTo>
                <a:lnTo>
                  <a:pt x="101" y="12"/>
                </a:lnTo>
                <a:lnTo>
                  <a:pt x="127" y="12"/>
                </a:lnTo>
                <a:lnTo>
                  <a:pt x="127" y="16"/>
                </a:lnTo>
                <a:lnTo>
                  <a:pt x="135" y="26"/>
                </a:lnTo>
                <a:lnTo>
                  <a:pt x="140" y="34"/>
                </a:lnTo>
                <a:lnTo>
                  <a:pt x="146" y="42"/>
                </a:lnTo>
                <a:lnTo>
                  <a:pt x="152" y="47"/>
                </a:lnTo>
                <a:lnTo>
                  <a:pt x="156" y="50"/>
                </a:lnTo>
                <a:lnTo>
                  <a:pt x="160" y="49"/>
                </a:lnTo>
                <a:lnTo>
                  <a:pt x="165" y="44"/>
                </a:lnTo>
                <a:lnTo>
                  <a:pt x="169" y="38"/>
                </a:lnTo>
                <a:lnTo>
                  <a:pt x="172" y="37"/>
                </a:lnTo>
                <a:lnTo>
                  <a:pt x="174" y="41"/>
                </a:lnTo>
                <a:lnTo>
                  <a:pt x="181" y="47"/>
                </a:lnTo>
                <a:lnTo>
                  <a:pt x="188" y="53"/>
                </a:lnTo>
                <a:lnTo>
                  <a:pt x="192" y="57"/>
                </a:lnTo>
                <a:lnTo>
                  <a:pt x="195" y="62"/>
                </a:lnTo>
                <a:lnTo>
                  <a:pt x="198" y="71"/>
                </a:lnTo>
                <a:lnTo>
                  <a:pt x="200" y="80"/>
                </a:lnTo>
                <a:lnTo>
                  <a:pt x="202" y="85"/>
                </a:lnTo>
                <a:lnTo>
                  <a:pt x="204" y="88"/>
                </a:lnTo>
                <a:lnTo>
                  <a:pt x="208" y="92"/>
                </a:lnTo>
                <a:lnTo>
                  <a:pt x="217" y="99"/>
                </a:lnTo>
                <a:lnTo>
                  <a:pt x="218" y="99"/>
                </a:lnTo>
              </a:path>
            </a:pathLst>
          </a:custGeom>
          <a:solidFill>
            <a:srgbClr val="FDE3BA"/>
          </a:solidFill>
          <a:ln w="12700" cap="rnd">
            <a:solidFill>
              <a:srgbClr val="000000"/>
            </a:solidFill>
            <a:round/>
            <a:headEnd/>
            <a:tailEnd/>
          </a:ln>
        </p:spPr>
        <p:txBody>
          <a:bodyPr/>
          <a:lstStyle/>
          <a:p>
            <a:endParaRPr lang="en-US"/>
          </a:p>
        </p:txBody>
      </p:sp>
      <p:sp>
        <p:nvSpPr>
          <p:cNvPr id="6272" name="Freeform 558"/>
          <p:cNvSpPr>
            <a:spLocks/>
          </p:cNvSpPr>
          <p:nvPr/>
        </p:nvSpPr>
        <p:spPr bwMode="auto">
          <a:xfrm>
            <a:off x="2675276" y="4240201"/>
            <a:ext cx="103032" cy="86909"/>
          </a:xfrm>
          <a:custGeom>
            <a:avLst/>
            <a:gdLst>
              <a:gd name="T0" fmla="*/ 0 w 59"/>
              <a:gd name="T1" fmla="*/ 43 h 44"/>
              <a:gd name="T2" fmla="*/ 11 w 59"/>
              <a:gd name="T3" fmla="*/ 23 h 44"/>
              <a:gd name="T4" fmla="*/ 28 w 59"/>
              <a:gd name="T5" fmla="*/ 23 h 44"/>
              <a:gd name="T6" fmla="*/ 18 w 59"/>
              <a:gd name="T7" fmla="*/ 6 h 44"/>
              <a:gd name="T8" fmla="*/ 26 w 59"/>
              <a:gd name="T9" fmla="*/ 6 h 44"/>
              <a:gd name="T10" fmla="*/ 26 w 59"/>
              <a:gd name="T11" fmla="*/ 0 h 44"/>
              <a:gd name="T12" fmla="*/ 45 w 59"/>
              <a:gd name="T13" fmla="*/ 0 h 44"/>
              <a:gd name="T14" fmla="*/ 45 w 59"/>
              <a:gd name="T15" fmla="*/ 23 h 44"/>
              <a:gd name="T16" fmla="*/ 58 w 59"/>
              <a:gd name="T17" fmla="*/ 23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4"/>
              <a:gd name="T29" fmla="*/ 59 w 59"/>
              <a:gd name="T30" fmla="*/ 44 h 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4">
                <a:moveTo>
                  <a:pt x="0" y="43"/>
                </a:moveTo>
                <a:lnTo>
                  <a:pt x="11" y="23"/>
                </a:lnTo>
                <a:lnTo>
                  <a:pt x="28" y="23"/>
                </a:lnTo>
                <a:lnTo>
                  <a:pt x="18" y="6"/>
                </a:lnTo>
                <a:lnTo>
                  <a:pt x="26" y="6"/>
                </a:lnTo>
                <a:lnTo>
                  <a:pt x="26" y="0"/>
                </a:lnTo>
                <a:lnTo>
                  <a:pt x="45" y="0"/>
                </a:lnTo>
                <a:lnTo>
                  <a:pt x="45" y="23"/>
                </a:lnTo>
                <a:lnTo>
                  <a:pt x="58" y="23"/>
                </a:lnTo>
              </a:path>
            </a:pathLst>
          </a:custGeom>
          <a:solidFill>
            <a:srgbClr val="FDE3BA"/>
          </a:solidFill>
          <a:ln w="12700" cap="rnd">
            <a:solidFill>
              <a:srgbClr val="000000"/>
            </a:solidFill>
            <a:round/>
            <a:headEnd/>
            <a:tailEnd/>
          </a:ln>
        </p:spPr>
        <p:txBody>
          <a:bodyPr/>
          <a:lstStyle/>
          <a:p>
            <a:endParaRPr lang="en-US"/>
          </a:p>
        </p:txBody>
      </p:sp>
      <p:sp>
        <p:nvSpPr>
          <p:cNvPr id="6273" name="Freeform 559"/>
          <p:cNvSpPr>
            <a:spLocks/>
          </p:cNvSpPr>
          <p:nvPr/>
        </p:nvSpPr>
        <p:spPr bwMode="auto">
          <a:xfrm>
            <a:off x="2753860" y="4224399"/>
            <a:ext cx="27941" cy="17778"/>
          </a:xfrm>
          <a:custGeom>
            <a:avLst/>
            <a:gdLst>
              <a:gd name="T0" fmla="*/ 0 w 16"/>
              <a:gd name="T1" fmla="*/ 8 h 9"/>
              <a:gd name="T2" fmla="*/ 0 w 16"/>
              <a:gd name="T3" fmla="*/ 3 h 9"/>
              <a:gd name="T4" fmla="*/ 4 w 16"/>
              <a:gd name="T5" fmla="*/ 3 h 9"/>
              <a:gd name="T6" fmla="*/ 7 w 16"/>
              <a:gd name="T7" fmla="*/ 0 h 9"/>
              <a:gd name="T8" fmla="*/ 10 w 16"/>
              <a:gd name="T9" fmla="*/ 0 h 9"/>
              <a:gd name="T10" fmla="*/ 12 w 16"/>
              <a:gd name="T11" fmla="*/ 2 h 9"/>
              <a:gd name="T12" fmla="*/ 15 w 16"/>
              <a:gd name="T13" fmla="*/ 4 h 9"/>
              <a:gd name="T14" fmla="*/ 0 60000 65536"/>
              <a:gd name="T15" fmla="*/ 0 60000 65536"/>
              <a:gd name="T16" fmla="*/ 0 60000 65536"/>
              <a:gd name="T17" fmla="*/ 0 60000 65536"/>
              <a:gd name="T18" fmla="*/ 0 60000 65536"/>
              <a:gd name="T19" fmla="*/ 0 60000 65536"/>
              <a:gd name="T20" fmla="*/ 0 60000 65536"/>
              <a:gd name="T21" fmla="*/ 0 w 16"/>
              <a:gd name="T22" fmla="*/ 0 h 9"/>
              <a:gd name="T23" fmla="*/ 16 w 16"/>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9">
                <a:moveTo>
                  <a:pt x="0" y="8"/>
                </a:moveTo>
                <a:lnTo>
                  <a:pt x="0" y="3"/>
                </a:lnTo>
                <a:lnTo>
                  <a:pt x="4" y="3"/>
                </a:lnTo>
                <a:lnTo>
                  <a:pt x="7" y="0"/>
                </a:lnTo>
                <a:lnTo>
                  <a:pt x="10" y="0"/>
                </a:lnTo>
                <a:lnTo>
                  <a:pt x="12" y="2"/>
                </a:lnTo>
                <a:lnTo>
                  <a:pt x="15" y="4"/>
                </a:lnTo>
              </a:path>
            </a:pathLst>
          </a:custGeom>
          <a:solidFill>
            <a:srgbClr val="FDE3BA"/>
          </a:solidFill>
          <a:ln w="12700" cap="rnd">
            <a:solidFill>
              <a:srgbClr val="000000"/>
            </a:solidFill>
            <a:round/>
            <a:headEnd/>
            <a:tailEnd/>
          </a:ln>
        </p:spPr>
        <p:txBody>
          <a:bodyPr/>
          <a:lstStyle/>
          <a:p>
            <a:endParaRPr lang="en-US"/>
          </a:p>
        </p:txBody>
      </p:sp>
      <p:sp>
        <p:nvSpPr>
          <p:cNvPr id="6274" name="Freeform 560"/>
          <p:cNvSpPr>
            <a:spLocks/>
          </p:cNvSpPr>
          <p:nvPr/>
        </p:nvSpPr>
        <p:spPr bwMode="auto">
          <a:xfrm>
            <a:off x="2724172" y="4291556"/>
            <a:ext cx="66359" cy="61232"/>
          </a:xfrm>
          <a:custGeom>
            <a:avLst/>
            <a:gdLst>
              <a:gd name="T0" fmla="*/ 0 w 38"/>
              <a:gd name="T1" fmla="*/ 30 h 31"/>
              <a:gd name="T2" fmla="*/ 2 w 38"/>
              <a:gd name="T3" fmla="*/ 29 h 31"/>
              <a:gd name="T4" fmla="*/ 8 w 38"/>
              <a:gd name="T5" fmla="*/ 25 h 31"/>
              <a:gd name="T6" fmla="*/ 11 w 38"/>
              <a:gd name="T7" fmla="*/ 22 h 31"/>
              <a:gd name="T8" fmla="*/ 11 w 38"/>
              <a:gd name="T9" fmla="*/ 19 h 31"/>
              <a:gd name="T10" fmla="*/ 11 w 38"/>
              <a:gd name="T11" fmla="*/ 15 h 31"/>
              <a:gd name="T12" fmla="*/ 15 w 38"/>
              <a:gd name="T13" fmla="*/ 11 h 31"/>
              <a:gd name="T14" fmla="*/ 30 w 38"/>
              <a:gd name="T15" fmla="*/ 3 h 31"/>
              <a:gd name="T16" fmla="*/ 37 w 38"/>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31"/>
              <a:gd name="T29" fmla="*/ 38 w 38"/>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31">
                <a:moveTo>
                  <a:pt x="0" y="30"/>
                </a:moveTo>
                <a:lnTo>
                  <a:pt x="2" y="29"/>
                </a:lnTo>
                <a:lnTo>
                  <a:pt x="8" y="25"/>
                </a:lnTo>
                <a:lnTo>
                  <a:pt x="11" y="22"/>
                </a:lnTo>
                <a:lnTo>
                  <a:pt x="11" y="19"/>
                </a:lnTo>
                <a:lnTo>
                  <a:pt x="11" y="15"/>
                </a:lnTo>
                <a:lnTo>
                  <a:pt x="15" y="11"/>
                </a:lnTo>
                <a:lnTo>
                  <a:pt x="30" y="3"/>
                </a:lnTo>
                <a:lnTo>
                  <a:pt x="37" y="0"/>
                </a:lnTo>
              </a:path>
            </a:pathLst>
          </a:custGeom>
          <a:solidFill>
            <a:srgbClr val="FDE3BA"/>
          </a:solidFill>
          <a:ln w="12700" cap="rnd">
            <a:solidFill>
              <a:srgbClr val="000000"/>
            </a:solidFill>
            <a:round/>
            <a:headEnd/>
            <a:tailEnd/>
          </a:ln>
        </p:spPr>
        <p:txBody>
          <a:bodyPr/>
          <a:lstStyle/>
          <a:p>
            <a:endParaRPr lang="en-US"/>
          </a:p>
        </p:txBody>
      </p:sp>
      <p:sp>
        <p:nvSpPr>
          <p:cNvPr id="6275" name="Freeform 561"/>
          <p:cNvSpPr>
            <a:spLocks/>
          </p:cNvSpPr>
          <p:nvPr/>
        </p:nvSpPr>
        <p:spPr bwMode="auto">
          <a:xfrm>
            <a:off x="2743382" y="4331060"/>
            <a:ext cx="47150" cy="43455"/>
          </a:xfrm>
          <a:custGeom>
            <a:avLst/>
            <a:gdLst>
              <a:gd name="T0" fmla="*/ 0 w 27"/>
              <a:gd name="T1" fmla="*/ 0 h 22"/>
              <a:gd name="T2" fmla="*/ 2 w 27"/>
              <a:gd name="T3" fmla="*/ 2 h 22"/>
              <a:gd name="T4" fmla="*/ 8 w 27"/>
              <a:gd name="T5" fmla="*/ 6 h 22"/>
              <a:gd name="T6" fmla="*/ 15 w 27"/>
              <a:gd name="T7" fmla="*/ 9 h 22"/>
              <a:gd name="T8" fmla="*/ 21 w 27"/>
              <a:gd name="T9" fmla="*/ 9 h 22"/>
              <a:gd name="T10" fmla="*/ 26 w 27"/>
              <a:gd name="T11" fmla="*/ 11 h 22"/>
              <a:gd name="T12" fmla="*/ 26 w 27"/>
              <a:gd name="T13" fmla="*/ 16 h 22"/>
              <a:gd name="T14" fmla="*/ 23 w 27"/>
              <a:gd name="T15" fmla="*/ 20 h 22"/>
              <a:gd name="T16" fmla="*/ 21 w 27"/>
              <a:gd name="T17" fmla="*/ 2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
              <a:gd name="T28" fmla="*/ 0 h 22"/>
              <a:gd name="T29" fmla="*/ 27 w 2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 h="22">
                <a:moveTo>
                  <a:pt x="0" y="0"/>
                </a:moveTo>
                <a:lnTo>
                  <a:pt x="2" y="2"/>
                </a:lnTo>
                <a:lnTo>
                  <a:pt x="8" y="6"/>
                </a:lnTo>
                <a:lnTo>
                  <a:pt x="15" y="9"/>
                </a:lnTo>
                <a:lnTo>
                  <a:pt x="21" y="9"/>
                </a:lnTo>
                <a:lnTo>
                  <a:pt x="26" y="11"/>
                </a:lnTo>
                <a:lnTo>
                  <a:pt x="26" y="16"/>
                </a:lnTo>
                <a:lnTo>
                  <a:pt x="23" y="20"/>
                </a:lnTo>
                <a:lnTo>
                  <a:pt x="21" y="21"/>
                </a:lnTo>
              </a:path>
            </a:pathLst>
          </a:custGeom>
          <a:solidFill>
            <a:srgbClr val="FDE3BA"/>
          </a:solidFill>
          <a:ln w="12700" cap="rnd">
            <a:solidFill>
              <a:srgbClr val="000000"/>
            </a:solidFill>
            <a:round/>
            <a:headEnd/>
            <a:tailEnd/>
          </a:ln>
        </p:spPr>
        <p:txBody>
          <a:bodyPr/>
          <a:lstStyle/>
          <a:p>
            <a:endParaRPr lang="en-US"/>
          </a:p>
        </p:txBody>
      </p:sp>
      <p:sp>
        <p:nvSpPr>
          <p:cNvPr id="6276" name="Freeform 562"/>
          <p:cNvSpPr>
            <a:spLocks/>
          </p:cNvSpPr>
          <p:nvPr/>
        </p:nvSpPr>
        <p:spPr bwMode="auto">
          <a:xfrm>
            <a:off x="2788786" y="4319209"/>
            <a:ext cx="85568" cy="65183"/>
          </a:xfrm>
          <a:custGeom>
            <a:avLst/>
            <a:gdLst>
              <a:gd name="T0" fmla="*/ 0 w 49"/>
              <a:gd name="T1" fmla="*/ 32 h 33"/>
              <a:gd name="T2" fmla="*/ 7 w 49"/>
              <a:gd name="T3" fmla="*/ 24 h 33"/>
              <a:gd name="T4" fmla="*/ 7 w 49"/>
              <a:gd name="T5" fmla="*/ 21 h 33"/>
              <a:gd name="T6" fmla="*/ 8 w 49"/>
              <a:gd name="T7" fmla="*/ 22 h 33"/>
              <a:gd name="T8" fmla="*/ 12 w 49"/>
              <a:gd name="T9" fmla="*/ 19 h 33"/>
              <a:gd name="T10" fmla="*/ 16 w 49"/>
              <a:gd name="T11" fmla="*/ 14 h 33"/>
              <a:gd name="T12" fmla="*/ 16 w 49"/>
              <a:gd name="T13" fmla="*/ 12 h 33"/>
              <a:gd name="T14" fmla="*/ 17 w 49"/>
              <a:gd name="T15" fmla="*/ 12 h 33"/>
              <a:gd name="T16" fmla="*/ 23 w 49"/>
              <a:gd name="T17" fmla="*/ 10 h 33"/>
              <a:gd name="T18" fmla="*/ 31 w 49"/>
              <a:gd name="T19" fmla="*/ 5 h 33"/>
              <a:gd name="T20" fmla="*/ 39 w 49"/>
              <a:gd name="T21" fmla="*/ 0 h 33"/>
              <a:gd name="T22" fmla="*/ 46 w 49"/>
              <a:gd name="T23" fmla="*/ 0 h 33"/>
              <a:gd name="T24" fmla="*/ 48 w 49"/>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
              <a:gd name="T40" fmla="*/ 0 h 33"/>
              <a:gd name="T41" fmla="*/ 49 w 49"/>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 h="33">
                <a:moveTo>
                  <a:pt x="0" y="32"/>
                </a:moveTo>
                <a:lnTo>
                  <a:pt x="7" y="24"/>
                </a:lnTo>
                <a:lnTo>
                  <a:pt x="7" y="21"/>
                </a:lnTo>
                <a:lnTo>
                  <a:pt x="8" y="22"/>
                </a:lnTo>
                <a:lnTo>
                  <a:pt x="12" y="19"/>
                </a:lnTo>
                <a:lnTo>
                  <a:pt x="16" y="14"/>
                </a:lnTo>
                <a:lnTo>
                  <a:pt x="16" y="12"/>
                </a:lnTo>
                <a:lnTo>
                  <a:pt x="17" y="12"/>
                </a:lnTo>
                <a:lnTo>
                  <a:pt x="23" y="10"/>
                </a:lnTo>
                <a:lnTo>
                  <a:pt x="31" y="5"/>
                </a:lnTo>
                <a:lnTo>
                  <a:pt x="39" y="0"/>
                </a:lnTo>
                <a:lnTo>
                  <a:pt x="46" y="0"/>
                </a:lnTo>
                <a:lnTo>
                  <a:pt x="48" y="0"/>
                </a:lnTo>
              </a:path>
            </a:pathLst>
          </a:custGeom>
          <a:solidFill>
            <a:srgbClr val="FDE3BA"/>
          </a:solidFill>
          <a:ln w="12700" cap="rnd">
            <a:solidFill>
              <a:srgbClr val="000000"/>
            </a:solidFill>
            <a:round/>
            <a:headEnd/>
            <a:tailEnd/>
          </a:ln>
        </p:spPr>
        <p:txBody>
          <a:bodyPr/>
          <a:lstStyle/>
          <a:p>
            <a:endParaRPr lang="en-US"/>
          </a:p>
        </p:txBody>
      </p:sp>
      <p:sp>
        <p:nvSpPr>
          <p:cNvPr id="6277" name="Freeform 563"/>
          <p:cNvSpPr>
            <a:spLocks/>
          </p:cNvSpPr>
          <p:nvPr/>
        </p:nvSpPr>
        <p:spPr bwMode="auto">
          <a:xfrm>
            <a:off x="2806249" y="4410069"/>
            <a:ext cx="66359" cy="21728"/>
          </a:xfrm>
          <a:custGeom>
            <a:avLst/>
            <a:gdLst>
              <a:gd name="T0" fmla="*/ 0 w 38"/>
              <a:gd name="T1" fmla="*/ 0 h 11"/>
              <a:gd name="T2" fmla="*/ 4 w 38"/>
              <a:gd name="T3" fmla="*/ 2 h 11"/>
              <a:gd name="T4" fmla="*/ 15 w 38"/>
              <a:gd name="T5" fmla="*/ 6 h 11"/>
              <a:gd name="T6" fmla="*/ 29 w 38"/>
              <a:gd name="T7" fmla="*/ 9 h 11"/>
              <a:gd name="T8" fmla="*/ 37 w 38"/>
              <a:gd name="T9" fmla="*/ 10 h 11"/>
              <a:gd name="T10" fmla="*/ 0 60000 65536"/>
              <a:gd name="T11" fmla="*/ 0 60000 65536"/>
              <a:gd name="T12" fmla="*/ 0 60000 65536"/>
              <a:gd name="T13" fmla="*/ 0 60000 65536"/>
              <a:gd name="T14" fmla="*/ 0 60000 65536"/>
              <a:gd name="T15" fmla="*/ 0 w 38"/>
              <a:gd name="T16" fmla="*/ 0 h 11"/>
              <a:gd name="T17" fmla="*/ 38 w 38"/>
              <a:gd name="T18" fmla="*/ 11 h 11"/>
            </a:gdLst>
            <a:ahLst/>
            <a:cxnLst>
              <a:cxn ang="T10">
                <a:pos x="T0" y="T1"/>
              </a:cxn>
              <a:cxn ang="T11">
                <a:pos x="T2" y="T3"/>
              </a:cxn>
              <a:cxn ang="T12">
                <a:pos x="T4" y="T5"/>
              </a:cxn>
              <a:cxn ang="T13">
                <a:pos x="T6" y="T7"/>
              </a:cxn>
              <a:cxn ang="T14">
                <a:pos x="T8" y="T9"/>
              </a:cxn>
            </a:cxnLst>
            <a:rect l="T15" t="T16" r="T17" b="T18"/>
            <a:pathLst>
              <a:path w="38" h="11">
                <a:moveTo>
                  <a:pt x="0" y="0"/>
                </a:moveTo>
                <a:lnTo>
                  <a:pt x="4" y="2"/>
                </a:lnTo>
                <a:lnTo>
                  <a:pt x="15" y="6"/>
                </a:lnTo>
                <a:lnTo>
                  <a:pt x="29" y="9"/>
                </a:lnTo>
                <a:lnTo>
                  <a:pt x="37" y="10"/>
                </a:lnTo>
              </a:path>
            </a:pathLst>
          </a:custGeom>
          <a:solidFill>
            <a:srgbClr val="FDE3BA"/>
          </a:solidFill>
          <a:ln w="12700" cap="rnd">
            <a:solidFill>
              <a:srgbClr val="000000"/>
            </a:solidFill>
            <a:round/>
            <a:headEnd/>
            <a:tailEnd/>
          </a:ln>
        </p:spPr>
        <p:txBody>
          <a:bodyPr/>
          <a:lstStyle/>
          <a:p>
            <a:endParaRPr lang="en-US"/>
          </a:p>
        </p:txBody>
      </p:sp>
      <p:sp>
        <p:nvSpPr>
          <p:cNvPr id="6278" name="Freeform 564"/>
          <p:cNvSpPr>
            <a:spLocks/>
          </p:cNvSpPr>
          <p:nvPr/>
        </p:nvSpPr>
        <p:spPr bwMode="auto">
          <a:xfrm>
            <a:off x="2881339" y="4467351"/>
            <a:ext cx="13970" cy="41479"/>
          </a:xfrm>
          <a:custGeom>
            <a:avLst/>
            <a:gdLst>
              <a:gd name="T0" fmla="*/ 3 w 8"/>
              <a:gd name="T1" fmla="*/ 20 h 21"/>
              <a:gd name="T2" fmla="*/ 3 w 8"/>
              <a:gd name="T3" fmla="*/ 19 h 21"/>
              <a:gd name="T4" fmla="*/ 1 w 8"/>
              <a:gd name="T5" fmla="*/ 14 h 21"/>
              <a:gd name="T6" fmla="*/ 0 w 8"/>
              <a:gd name="T7" fmla="*/ 8 h 21"/>
              <a:gd name="T8" fmla="*/ 2 w 8"/>
              <a:gd name="T9" fmla="*/ 4 h 21"/>
              <a:gd name="T10" fmla="*/ 5 w 8"/>
              <a:gd name="T11" fmla="*/ 1 h 21"/>
              <a:gd name="T12" fmla="*/ 7 w 8"/>
              <a:gd name="T13" fmla="*/ 0 h 21"/>
              <a:gd name="T14" fmla="*/ 0 60000 65536"/>
              <a:gd name="T15" fmla="*/ 0 60000 65536"/>
              <a:gd name="T16" fmla="*/ 0 60000 65536"/>
              <a:gd name="T17" fmla="*/ 0 60000 65536"/>
              <a:gd name="T18" fmla="*/ 0 60000 65536"/>
              <a:gd name="T19" fmla="*/ 0 60000 65536"/>
              <a:gd name="T20" fmla="*/ 0 60000 65536"/>
              <a:gd name="T21" fmla="*/ 0 w 8"/>
              <a:gd name="T22" fmla="*/ 0 h 21"/>
              <a:gd name="T23" fmla="*/ 8 w 8"/>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21">
                <a:moveTo>
                  <a:pt x="3" y="20"/>
                </a:moveTo>
                <a:lnTo>
                  <a:pt x="3" y="19"/>
                </a:lnTo>
                <a:lnTo>
                  <a:pt x="1" y="14"/>
                </a:lnTo>
                <a:lnTo>
                  <a:pt x="0" y="8"/>
                </a:lnTo>
                <a:lnTo>
                  <a:pt x="2" y="4"/>
                </a:lnTo>
                <a:lnTo>
                  <a:pt x="5" y="1"/>
                </a:lnTo>
                <a:lnTo>
                  <a:pt x="7" y="0"/>
                </a:lnTo>
              </a:path>
            </a:pathLst>
          </a:custGeom>
          <a:solidFill>
            <a:srgbClr val="FDE3BA"/>
          </a:solidFill>
          <a:ln w="12700" cap="rnd">
            <a:solidFill>
              <a:srgbClr val="000000"/>
            </a:solidFill>
            <a:round/>
            <a:headEnd/>
            <a:tailEnd/>
          </a:ln>
        </p:spPr>
        <p:txBody>
          <a:bodyPr/>
          <a:lstStyle/>
          <a:p>
            <a:endParaRPr lang="en-US"/>
          </a:p>
        </p:txBody>
      </p:sp>
      <p:sp>
        <p:nvSpPr>
          <p:cNvPr id="6279" name="Freeform 565"/>
          <p:cNvSpPr>
            <a:spLocks/>
          </p:cNvSpPr>
          <p:nvPr/>
        </p:nvSpPr>
        <p:spPr bwMode="auto">
          <a:xfrm>
            <a:off x="4188663" y="2656083"/>
            <a:ext cx="193840" cy="118513"/>
          </a:xfrm>
          <a:custGeom>
            <a:avLst/>
            <a:gdLst>
              <a:gd name="T0" fmla="*/ 51 w 111"/>
              <a:gd name="T1" fmla="*/ 59 h 60"/>
              <a:gd name="T2" fmla="*/ 36 w 111"/>
              <a:gd name="T3" fmla="*/ 58 h 60"/>
              <a:gd name="T4" fmla="*/ 25 w 111"/>
              <a:gd name="T5" fmla="*/ 57 h 60"/>
              <a:gd name="T6" fmla="*/ 19 w 111"/>
              <a:gd name="T7" fmla="*/ 53 h 60"/>
              <a:gd name="T8" fmla="*/ 14 w 111"/>
              <a:gd name="T9" fmla="*/ 45 h 60"/>
              <a:gd name="T10" fmla="*/ 15 w 111"/>
              <a:gd name="T11" fmla="*/ 35 h 60"/>
              <a:gd name="T12" fmla="*/ 20 w 111"/>
              <a:gd name="T13" fmla="*/ 27 h 60"/>
              <a:gd name="T14" fmla="*/ 22 w 111"/>
              <a:gd name="T15" fmla="*/ 24 h 60"/>
              <a:gd name="T16" fmla="*/ 16 w 111"/>
              <a:gd name="T17" fmla="*/ 24 h 60"/>
              <a:gd name="T18" fmla="*/ 6 w 111"/>
              <a:gd name="T19" fmla="*/ 24 h 60"/>
              <a:gd name="T20" fmla="*/ 0 w 111"/>
              <a:gd name="T21" fmla="*/ 20 h 60"/>
              <a:gd name="T22" fmla="*/ 1 w 111"/>
              <a:gd name="T23" fmla="*/ 15 h 60"/>
              <a:gd name="T24" fmla="*/ 9 w 111"/>
              <a:gd name="T25" fmla="*/ 11 h 60"/>
              <a:gd name="T26" fmla="*/ 28 w 111"/>
              <a:gd name="T27" fmla="*/ 9 h 60"/>
              <a:gd name="T28" fmla="*/ 35 w 111"/>
              <a:gd name="T29" fmla="*/ 16 h 60"/>
              <a:gd name="T30" fmla="*/ 37 w 111"/>
              <a:gd name="T31" fmla="*/ 20 h 60"/>
              <a:gd name="T32" fmla="*/ 40 w 111"/>
              <a:gd name="T33" fmla="*/ 19 h 60"/>
              <a:gd name="T34" fmla="*/ 44 w 111"/>
              <a:gd name="T35" fmla="*/ 15 h 60"/>
              <a:gd name="T36" fmla="*/ 47 w 111"/>
              <a:gd name="T37" fmla="*/ 11 h 60"/>
              <a:gd name="T38" fmla="*/ 55 w 111"/>
              <a:gd name="T39" fmla="*/ 6 h 60"/>
              <a:gd name="T40" fmla="*/ 62 w 111"/>
              <a:gd name="T41" fmla="*/ 11 h 60"/>
              <a:gd name="T42" fmla="*/ 67 w 111"/>
              <a:gd name="T43" fmla="*/ 14 h 60"/>
              <a:gd name="T44" fmla="*/ 76 w 111"/>
              <a:gd name="T45" fmla="*/ 9 h 60"/>
              <a:gd name="T46" fmla="*/ 81 w 111"/>
              <a:gd name="T47" fmla="*/ 4 h 60"/>
              <a:gd name="T48" fmla="*/ 87 w 111"/>
              <a:gd name="T49" fmla="*/ 0 h 60"/>
              <a:gd name="T50" fmla="*/ 92 w 111"/>
              <a:gd name="T51" fmla="*/ 0 h 60"/>
              <a:gd name="T52" fmla="*/ 97 w 111"/>
              <a:gd name="T53" fmla="*/ 5 h 60"/>
              <a:gd name="T54" fmla="*/ 102 w 111"/>
              <a:gd name="T55" fmla="*/ 14 h 60"/>
              <a:gd name="T56" fmla="*/ 107 w 111"/>
              <a:gd name="T57" fmla="*/ 22 h 60"/>
              <a:gd name="T58" fmla="*/ 110 w 111"/>
              <a:gd name="T59" fmla="*/ 28 h 60"/>
              <a:gd name="T60" fmla="*/ 107 w 111"/>
              <a:gd name="T61" fmla="*/ 34 h 60"/>
              <a:gd name="T62" fmla="*/ 91 w 111"/>
              <a:gd name="T63" fmla="*/ 40 h 60"/>
              <a:gd name="T64" fmla="*/ 78 w 111"/>
              <a:gd name="T65" fmla="*/ 51 h 60"/>
              <a:gd name="T66" fmla="*/ 70 w 111"/>
              <a:gd name="T67" fmla="*/ 57 h 60"/>
              <a:gd name="T68" fmla="*/ 62 w 111"/>
              <a:gd name="T69" fmla="*/ 59 h 60"/>
              <a:gd name="T70" fmla="*/ 54 w 111"/>
              <a:gd name="T71" fmla="*/ 59 h 60"/>
              <a:gd name="T72" fmla="*/ 51 w 111"/>
              <a:gd name="T73" fmla="*/ 59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11"/>
              <a:gd name="T112" fmla="*/ 0 h 60"/>
              <a:gd name="T113" fmla="*/ 111 w 111"/>
              <a:gd name="T114" fmla="*/ 60 h 6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11" h="60">
                <a:moveTo>
                  <a:pt x="51" y="59"/>
                </a:moveTo>
                <a:lnTo>
                  <a:pt x="36" y="58"/>
                </a:lnTo>
                <a:lnTo>
                  <a:pt x="25" y="57"/>
                </a:lnTo>
                <a:lnTo>
                  <a:pt x="19" y="53"/>
                </a:lnTo>
                <a:lnTo>
                  <a:pt x="14" y="45"/>
                </a:lnTo>
                <a:lnTo>
                  <a:pt x="15" y="35"/>
                </a:lnTo>
                <a:lnTo>
                  <a:pt x="20" y="27"/>
                </a:lnTo>
                <a:lnTo>
                  <a:pt x="22" y="24"/>
                </a:lnTo>
                <a:lnTo>
                  <a:pt x="16" y="24"/>
                </a:lnTo>
                <a:lnTo>
                  <a:pt x="6" y="24"/>
                </a:lnTo>
                <a:lnTo>
                  <a:pt x="0" y="20"/>
                </a:lnTo>
                <a:lnTo>
                  <a:pt x="1" y="15"/>
                </a:lnTo>
                <a:lnTo>
                  <a:pt x="9" y="11"/>
                </a:lnTo>
                <a:lnTo>
                  <a:pt x="28" y="9"/>
                </a:lnTo>
                <a:lnTo>
                  <a:pt x="35" y="16"/>
                </a:lnTo>
                <a:lnTo>
                  <a:pt x="37" y="20"/>
                </a:lnTo>
                <a:lnTo>
                  <a:pt x="40" y="19"/>
                </a:lnTo>
                <a:lnTo>
                  <a:pt x="44" y="15"/>
                </a:lnTo>
                <a:lnTo>
                  <a:pt x="47" y="11"/>
                </a:lnTo>
                <a:lnTo>
                  <a:pt x="55" y="6"/>
                </a:lnTo>
                <a:lnTo>
                  <a:pt x="62" y="11"/>
                </a:lnTo>
                <a:lnTo>
                  <a:pt x="67" y="14"/>
                </a:lnTo>
                <a:lnTo>
                  <a:pt x="76" y="9"/>
                </a:lnTo>
                <a:lnTo>
                  <a:pt x="81" y="4"/>
                </a:lnTo>
                <a:lnTo>
                  <a:pt x="87" y="0"/>
                </a:lnTo>
                <a:lnTo>
                  <a:pt x="92" y="0"/>
                </a:lnTo>
                <a:lnTo>
                  <a:pt x="97" y="5"/>
                </a:lnTo>
                <a:lnTo>
                  <a:pt x="102" y="14"/>
                </a:lnTo>
                <a:lnTo>
                  <a:pt x="107" y="22"/>
                </a:lnTo>
                <a:lnTo>
                  <a:pt x="110" y="28"/>
                </a:lnTo>
                <a:lnTo>
                  <a:pt x="107" y="34"/>
                </a:lnTo>
                <a:lnTo>
                  <a:pt x="91" y="40"/>
                </a:lnTo>
                <a:lnTo>
                  <a:pt x="78" y="51"/>
                </a:lnTo>
                <a:lnTo>
                  <a:pt x="70" y="57"/>
                </a:lnTo>
                <a:lnTo>
                  <a:pt x="62" y="59"/>
                </a:lnTo>
                <a:lnTo>
                  <a:pt x="54" y="59"/>
                </a:lnTo>
                <a:lnTo>
                  <a:pt x="51" y="59"/>
                </a:lnTo>
              </a:path>
            </a:pathLst>
          </a:custGeom>
          <a:solidFill>
            <a:srgbClr val="FFFFFF"/>
          </a:solidFill>
          <a:ln w="12700" cap="rnd">
            <a:solidFill>
              <a:srgbClr val="0000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grpSp>
        <p:nvGrpSpPr>
          <p:cNvPr id="2" name="Group 566"/>
          <p:cNvGrpSpPr>
            <a:grpSpLocks/>
          </p:cNvGrpSpPr>
          <p:nvPr/>
        </p:nvGrpSpPr>
        <p:grpSpPr bwMode="auto">
          <a:xfrm>
            <a:off x="3352840" y="1901553"/>
            <a:ext cx="1021586" cy="997481"/>
            <a:chOff x="2571" y="1185"/>
            <a:chExt cx="585" cy="505"/>
          </a:xfrm>
        </p:grpSpPr>
        <p:sp>
          <p:nvSpPr>
            <p:cNvPr id="6576" name="Freeform 567"/>
            <p:cNvSpPr>
              <a:spLocks/>
            </p:cNvSpPr>
            <p:nvPr/>
          </p:nvSpPr>
          <p:spPr bwMode="auto">
            <a:xfrm>
              <a:off x="2571" y="1185"/>
              <a:ext cx="585" cy="505"/>
            </a:xfrm>
            <a:custGeom>
              <a:avLst/>
              <a:gdLst>
                <a:gd name="T0" fmla="*/ 266 w 585"/>
                <a:gd name="T1" fmla="*/ 471 h 505"/>
                <a:gd name="T2" fmla="*/ 240 w 585"/>
                <a:gd name="T3" fmla="*/ 504 h 505"/>
                <a:gd name="T4" fmla="*/ 224 w 585"/>
                <a:gd name="T5" fmla="*/ 492 h 505"/>
                <a:gd name="T6" fmla="*/ 190 w 585"/>
                <a:gd name="T7" fmla="*/ 469 h 505"/>
                <a:gd name="T8" fmla="*/ 170 w 585"/>
                <a:gd name="T9" fmla="*/ 411 h 505"/>
                <a:gd name="T10" fmla="*/ 156 w 585"/>
                <a:gd name="T11" fmla="*/ 373 h 505"/>
                <a:gd name="T12" fmla="*/ 169 w 585"/>
                <a:gd name="T13" fmla="*/ 344 h 505"/>
                <a:gd name="T14" fmla="*/ 198 w 585"/>
                <a:gd name="T15" fmla="*/ 315 h 505"/>
                <a:gd name="T16" fmla="*/ 171 w 585"/>
                <a:gd name="T17" fmla="*/ 273 h 505"/>
                <a:gd name="T18" fmla="*/ 149 w 585"/>
                <a:gd name="T19" fmla="*/ 276 h 505"/>
                <a:gd name="T20" fmla="*/ 137 w 585"/>
                <a:gd name="T21" fmla="*/ 200 h 505"/>
                <a:gd name="T22" fmla="*/ 61 w 585"/>
                <a:gd name="T23" fmla="*/ 174 h 505"/>
                <a:gd name="T24" fmla="*/ 30 w 585"/>
                <a:gd name="T25" fmla="*/ 170 h 505"/>
                <a:gd name="T26" fmla="*/ 8 w 585"/>
                <a:gd name="T27" fmla="*/ 159 h 505"/>
                <a:gd name="T28" fmla="*/ 50 w 585"/>
                <a:gd name="T29" fmla="*/ 145 h 505"/>
                <a:gd name="T30" fmla="*/ 1 w 585"/>
                <a:gd name="T31" fmla="*/ 129 h 505"/>
                <a:gd name="T32" fmla="*/ 85 w 585"/>
                <a:gd name="T33" fmla="*/ 89 h 505"/>
                <a:gd name="T34" fmla="*/ 63 w 585"/>
                <a:gd name="T35" fmla="*/ 93 h 505"/>
                <a:gd name="T36" fmla="*/ 96 w 585"/>
                <a:gd name="T37" fmla="*/ 68 h 505"/>
                <a:gd name="T38" fmla="*/ 149 w 585"/>
                <a:gd name="T39" fmla="*/ 39 h 505"/>
                <a:gd name="T40" fmla="*/ 195 w 585"/>
                <a:gd name="T41" fmla="*/ 40 h 505"/>
                <a:gd name="T42" fmla="*/ 205 w 585"/>
                <a:gd name="T43" fmla="*/ 47 h 505"/>
                <a:gd name="T44" fmla="*/ 219 w 585"/>
                <a:gd name="T45" fmla="*/ 43 h 505"/>
                <a:gd name="T46" fmla="*/ 227 w 585"/>
                <a:gd name="T47" fmla="*/ 39 h 505"/>
                <a:gd name="T48" fmla="*/ 252 w 585"/>
                <a:gd name="T49" fmla="*/ 30 h 505"/>
                <a:gd name="T50" fmla="*/ 286 w 585"/>
                <a:gd name="T51" fmla="*/ 45 h 505"/>
                <a:gd name="T52" fmla="*/ 273 w 585"/>
                <a:gd name="T53" fmla="*/ 18 h 505"/>
                <a:gd name="T54" fmla="*/ 338 w 585"/>
                <a:gd name="T55" fmla="*/ 12 h 505"/>
                <a:gd name="T56" fmla="*/ 410 w 585"/>
                <a:gd name="T57" fmla="*/ 0 h 505"/>
                <a:gd name="T58" fmla="*/ 436 w 585"/>
                <a:gd name="T59" fmla="*/ 10 h 505"/>
                <a:gd name="T60" fmla="*/ 395 w 585"/>
                <a:gd name="T61" fmla="*/ 17 h 505"/>
                <a:gd name="T62" fmla="*/ 475 w 585"/>
                <a:gd name="T63" fmla="*/ 21 h 505"/>
                <a:gd name="T64" fmla="*/ 500 w 585"/>
                <a:gd name="T65" fmla="*/ 37 h 505"/>
                <a:gd name="T66" fmla="*/ 407 w 585"/>
                <a:gd name="T67" fmla="*/ 46 h 505"/>
                <a:gd name="T68" fmla="*/ 419 w 585"/>
                <a:gd name="T69" fmla="*/ 44 h 505"/>
                <a:gd name="T70" fmla="*/ 455 w 585"/>
                <a:gd name="T71" fmla="*/ 52 h 505"/>
                <a:gd name="T72" fmla="*/ 464 w 585"/>
                <a:gd name="T73" fmla="*/ 53 h 505"/>
                <a:gd name="T74" fmla="*/ 498 w 585"/>
                <a:gd name="T75" fmla="*/ 53 h 505"/>
                <a:gd name="T76" fmla="*/ 477 w 585"/>
                <a:gd name="T77" fmla="*/ 80 h 505"/>
                <a:gd name="T78" fmla="*/ 514 w 585"/>
                <a:gd name="T79" fmla="*/ 59 h 505"/>
                <a:gd name="T80" fmla="*/ 556 w 585"/>
                <a:gd name="T81" fmla="*/ 53 h 505"/>
                <a:gd name="T82" fmla="*/ 584 w 585"/>
                <a:gd name="T83" fmla="*/ 59 h 505"/>
                <a:gd name="T84" fmla="*/ 555 w 585"/>
                <a:gd name="T85" fmla="*/ 80 h 505"/>
                <a:gd name="T86" fmla="*/ 519 w 585"/>
                <a:gd name="T87" fmla="*/ 118 h 505"/>
                <a:gd name="T88" fmla="*/ 518 w 585"/>
                <a:gd name="T89" fmla="*/ 146 h 505"/>
                <a:gd name="T90" fmla="*/ 513 w 585"/>
                <a:gd name="T91" fmla="*/ 172 h 505"/>
                <a:gd name="T92" fmla="*/ 518 w 585"/>
                <a:gd name="T93" fmla="*/ 193 h 505"/>
                <a:gd name="T94" fmla="*/ 518 w 585"/>
                <a:gd name="T95" fmla="*/ 215 h 505"/>
                <a:gd name="T96" fmla="*/ 504 w 585"/>
                <a:gd name="T97" fmla="*/ 232 h 505"/>
                <a:gd name="T98" fmla="*/ 492 w 585"/>
                <a:gd name="T99" fmla="*/ 247 h 505"/>
                <a:gd name="T100" fmla="*/ 483 w 585"/>
                <a:gd name="T101" fmla="*/ 260 h 505"/>
                <a:gd name="T102" fmla="*/ 496 w 585"/>
                <a:gd name="T103" fmla="*/ 287 h 505"/>
                <a:gd name="T104" fmla="*/ 472 w 585"/>
                <a:gd name="T105" fmla="*/ 297 h 505"/>
                <a:gd name="T106" fmla="*/ 437 w 585"/>
                <a:gd name="T107" fmla="*/ 305 h 505"/>
                <a:gd name="T108" fmla="*/ 492 w 585"/>
                <a:gd name="T109" fmla="*/ 311 h 505"/>
                <a:gd name="T110" fmla="*/ 441 w 585"/>
                <a:gd name="T111" fmla="*/ 338 h 505"/>
                <a:gd name="T112" fmla="*/ 350 w 585"/>
                <a:gd name="T113" fmla="*/ 383 h 505"/>
                <a:gd name="T114" fmla="*/ 312 w 585"/>
                <a:gd name="T115" fmla="*/ 398 h 505"/>
                <a:gd name="T116" fmla="*/ 289 w 585"/>
                <a:gd name="T117" fmla="*/ 423 h 505"/>
                <a:gd name="T118" fmla="*/ 275 w 585"/>
                <a:gd name="T119" fmla="*/ 446 h 50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585"/>
                <a:gd name="T181" fmla="*/ 0 h 505"/>
                <a:gd name="T182" fmla="*/ 585 w 585"/>
                <a:gd name="T183" fmla="*/ 505 h 50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585" h="505">
                  <a:moveTo>
                    <a:pt x="275" y="446"/>
                  </a:moveTo>
                  <a:lnTo>
                    <a:pt x="267" y="458"/>
                  </a:lnTo>
                  <a:lnTo>
                    <a:pt x="266" y="466"/>
                  </a:lnTo>
                  <a:lnTo>
                    <a:pt x="266" y="471"/>
                  </a:lnTo>
                  <a:lnTo>
                    <a:pt x="262" y="479"/>
                  </a:lnTo>
                  <a:lnTo>
                    <a:pt x="255" y="489"/>
                  </a:lnTo>
                  <a:lnTo>
                    <a:pt x="247" y="499"/>
                  </a:lnTo>
                  <a:lnTo>
                    <a:pt x="240" y="504"/>
                  </a:lnTo>
                  <a:lnTo>
                    <a:pt x="235" y="500"/>
                  </a:lnTo>
                  <a:lnTo>
                    <a:pt x="231" y="494"/>
                  </a:lnTo>
                  <a:lnTo>
                    <a:pt x="228" y="492"/>
                  </a:lnTo>
                  <a:lnTo>
                    <a:pt x="224" y="492"/>
                  </a:lnTo>
                  <a:lnTo>
                    <a:pt x="218" y="490"/>
                  </a:lnTo>
                  <a:lnTo>
                    <a:pt x="210" y="487"/>
                  </a:lnTo>
                  <a:lnTo>
                    <a:pt x="200" y="480"/>
                  </a:lnTo>
                  <a:lnTo>
                    <a:pt x="190" y="469"/>
                  </a:lnTo>
                  <a:lnTo>
                    <a:pt x="181" y="452"/>
                  </a:lnTo>
                  <a:lnTo>
                    <a:pt x="177" y="435"/>
                  </a:lnTo>
                  <a:lnTo>
                    <a:pt x="174" y="422"/>
                  </a:lnTo>
                  <a:lnTo>
                    <a:pt x="170" y="411"/>
                  </a:lnTo>
                  <a:lnTo>
                    <a:pt x="162" y="400"/>
                  </a:lnTo>
                  <a:lnTo>
                    <a:pt x="155" y="390"/>
                  </a:lnTo>
                  <a:lnTo>
                    <a:pt x="154" y="382"/>
                  </a:lnTo>
                  <a:lnTo>
                    <a:pt x="156" y="373"/>
                  </a:lnTo>
                  <a:lnTo>
                    <a:pt x="158" y="362"/>
                  </a:lnTo>
                  <a:lnTo>
                    <a:pt x="160" y="353"/>
                  </a:lnTo>
                  <a:lnTo>
                    <a:pt x="163" y="348"/>
                  </a:lnTo>
                  <a:lnTo>
                    <a:pt x="169" y="344"/>
                  </a:lnTo>
                  <a:lnTo>
                    <a:pt x="178" y="337"/>
                  </a:lnTo>
                  <a:lnTo>
                    <a:pt x="188" y="329"/>
                  </a:lnTo>
                  <a:lnTo>
                    <a:pt x="196" y="323"/>
                  </a:lnTo>
                  <a:lnTo>
                    <a:pt x="198" y="315"/>
                  </a:lnTo>
                  <a:lnTo>
                    <a:pt x="193" y="303"/>
                  </a:lnTo>
                  <a:lnTo>
                    <a:pt x="184" y="288"/>
                  </a:lnTo>
                  <a:lnTo>
                    <a:pt x="178" y="278"/>
                  </a:lnTo>
                  <a:lnTo>
                    <a:pt x="171" y="273"/>
                  </a:lnTo>
                  <a:lnTo>
                    <a:pt x="162" y="276"/>
                  </a:lnTo>
                  <a:lnTo>
                    <a:pt x="154" y="281"/>
                  </a:lnTo>
                  <a:lnTo>
                    <a:pt x="150" y="281"/>
                  </a:lnTo>
                  <a:lnTo>
                    <a:pt x="149" y="276"/>
                  </a:lnTo>
                  <a:lnTo>
                    <a:pt x="151" y="262"/>
                  </a:lnTo>
                  <a:lnTo>
                    <a:pt x="152" y="243"/>
                  </a:lnTo>
                  <a:lnTo>
                    <a:pt x="148" y="221"/>
                  </a:lnTo>
                  <a:lnTo>
                    <a:pt x="137" y="200"/>
                  </a:lnTo>
                  <a:lnTo>
                    <a:pt x="116" y="184"/>
                  </a:lnTo>
                  <a:lnTo>
                    <a:pt x="93" y="175"/>
                  </a:lnTo>
                  <a:lnTo>
                    <a:pt x="75" y="173"/>
                  </a:lnTo>
                  <a:lnTo>
                    <a:pt x="61" y="174"/>
                  </a:lnTo>
                  <a:lnTo>
                    <a:pt x="49" y="176"/>
                  </a:lnTo>
                  <a:lnTo>
                    <a:pt x="42" y="176"/>
                  </a:lnTo>
                  <a:lnTo>
                    <a:pt x="36" y="173"/>
                  </a:lnTo>
                  <a:lnTo>
                    <a:pt x="30" y="170"/>
                  </a:lnTo>
                  <a:lnTo>
                    <a:pt x="19" y="166"/>
                  </a:lnTo>
                  <a:lnTo>
                    <a:pt x="7" y="164"/>
                  </a:lnTo>
                  <a:lnTo>
                    <a:pt x="3" y="161"/>
                  </a:lnTo>
                  <a:lnTo>
                    <a:pt x="8" y="159"/>
                  </a:lnTo>
                  <a:lnTo>
                    <a:pt x="24" y="155"/>
                  </a:lnTo>
                  <a:lnTo>
                    <a:pt x="43" y="151"/>
                  </a:lnTo>
                  <a:lnTo>
                    <a:pt x="53" y="147"/>
                  </a:lnTo>
                  <a:lnTo>
                    <a:pt x="50" y="145"/>
                  </a:lnTo>
                  <a:lnTo>
                    <a:pt x="32" y="145"/>
                  </a:lnTo>
                  <a:lnTo>
                    <a:pt x="11" y="143"/>
                  </a:lnTo>
                  <a:lnTo>
                    <a:pt x="0" y="137"/>
                  </a:lnTo>
                  <a:lnTo>
                    <a:pt x="1" y="129"/>
                  </a:lnTo>
                  <a:lnTo>
                    <a:pt x="15" y="123"/>
                  </a:lnTo>
                  <a:lnTo>
                    <a:pt x="53" y="111"/>
                  </a:lnTo>
                  <a:lnTo>
                    <a:pt x="80" y="96"/>
                  </a:lnTo>
                  <a:lnTo>
                    <a:pt x="85" y="89"/>
                  </a:lnTo>
                  <a:lnTo>
                    <a:pt x="85" y="86"/>
                  </a:lnTo>
                  <a:lnTo>
                    <a:pt x="81" y="86"/>
                  </a:lnTo>
                  <a:lnTo>
                    <a:pt x="72" y="90"/>
                  </a:lnTo>
                  <a:lnTo>
                    <a:pt x="63" y="93"/>
                  </a:lnTo>
                  <a:lnTo>
                    <a:pt x="56" y="92"/>
                  </a:lnTo>
                  <a:lnTo>
                    <a:pt x="56" y="88"/>
                  </a:lnTo>
                  <a:lnTo>
                    <a:pt x="65" y="82"/>
                  </a:lnTo>
                  <a:lnTo>
                    <a:pt x="96" y="68"/>
                  </a:lnTo>
                  <a:lnTo>
                    <a:pt x="122" y="52"/>
                  </a:lnTo>
                  <a:lnTo>
                    <a:pt x="130" y="44"/>
                  </a:lnTo>
                  <a:lnTo>
                    <a:pt x="138" y="41"/>
                  </a:lnTo>
                  <a:lnTo>
                    <a:pt x="149" y="39"/>
                  </a:lnTo>
                  <a:lnTo>
                    <a:pt x="164" y="38"/>
                  </a:lnTo>
                  <a:lnTo>
                    <a:pt x="180" y="37"/>
                  </a:lnTo>
                  <a:lnTo>
                    <a:pt x="190" y="37"/>
                  </a:lnTo>
                  <a:lnTo>
                    <a:pt x="195" y="40"/>
                  </a:lnTo>
                  <a:lnTo>
                    <a:pt x="197" y="48"/>
                  </a:lnTo>
                  <a:lnTo>
                    <a:pt x="198" y="53"/>
                  </a:lnTo>
                  <a:lnTo>
                    <a:pt x="201" y="52"/>
                  </a:lnTo>
                  <a:lnTo>
                    <a:pt x="205" y="47"/>
                  </a:lnTo>
                  <a:lnTo>
                    <a:pt x="208" y="40"/>
                  </a:lnTo>
                  <a:lnTo>
                    <a:pt x="212" y="36"/>
                  </a:lnTo>
                  <a:lnTo>
                    <a:pt x="216" y="38"/>
                  </a:lnTo>
                  <a:lnTo>
                    <a:pt x="219" y="43"/>
                  </a:lnTo>
                  <a:lnTo>
                    <a:pt x="222" y="48"/>
                  </a:lnTo>
                  <a:lnTo>
                    <a:pt x="224" y="49"/>
                  </a:lnTo>
                  <a:lnTo>
                    <a:pt x="226" y="45"/>
                  </a:lnTo>
                  <a:lnTo>
                    <a:pt x="227" y="39"/>
                  </a:lnTo>
                  <a:lnTo>
                    <a:pt x="226" y="32"/>
                  </a:lnTo>
                  <a:lnTo>
                    <a:pt x="228" y="28"/>
                  </a:lnTo>
                  <a:lnTo>
                    <a:pt x="238" y="27"/>
                  </a:lnTo>
                  <a:lnTo>
                    <a:pt x="252" y="30"/>
                  </a:lnTo>
                  <a:lnTo>
                    <a:pt x="264" y="36"/>
                  </a:lnTo>
                  <a:lnTo>
                    <a:pt x="274" y="43"/>
                  </a:lnTo>
                  <a:lnTo>
                    <a:pt x="282" y="46"/>
                  </a:lnTo>
                  <a:lnTo>
                    <a:pt x="286" y="45"/>
                  </a:lnTo>
                  <a:lnTo>
                    <a:pt x="283" y="38"/>
                  </a:lnTo>
                  <a:lnTo>
                    <a:pt x="276" y="29"/>
                  </a:lnTo>
                  <a:lnTo>
                    <a:pt x="272" y="22"/>
                  </a:lnTo>
                  <a:lnTo>
                    <a:pt x="273" y="18"/>
                  </a:lnTo>
                  <a:lnTo>
                    <a:pt x="281" y="17"/>
                  </a:lnTo>
                  <a:lnTo>
                    <a:pt x="297" y="17"/>
                  </a:lnTo>
                  <a:lnTo>
                    <a:pt x="318" y="15"/>
                  </a:lnTo>
                  <a:lnTo>
                    <a:pt x="338" y="12"/>
                  </a:lnTo>
                  <a:lnTo>
                    <a:pt x="356" y="7"/>
                  </a:lnTo>
                  <a:lnTo>
                    <a:pt x="372" y="3"/>
                  </a:lnTo>
                  <a:lnTo>
                    <a:pt x="392" y="0"/>
                  </a:lnTo>
                  <a:lnTo>
                    <a:pt x="410" y="0"/>
                  </a:lnTo>
                  <a:lnTo>
                    <a:pt x="425" y="2"/>
                  </a:lnTo>
                  <a:lnTo>
                    <a:pt x="435" y="4"/>
                  </a:lnTo>
                  <a:lnTo>
                    <a:pt x="441" y="7"/>
                  </a:lnTo>
                  <a:lnTo>
                    <a:pt x="436" y="10"/>
                  </a:lnTo>
                  <a:lnTo>
                    <a:pt x="415" y="15"/>
                  </a:lnTo>
                  <a:lnTo>
                    <a:pt x="403" y="17"/>
                  </a:lnTo>
                  <a:lnTo>
                    <a:pt x="397" y="18"/>
                  </a:lnTo>
                  <a:lnTo>
                    <a:pt x="395" y="17"/>
                  </a:lnTo>
                  <a:lnTo>
                    <a:pt x="398" y="16"/>
                  </a:lnTo>
                  <a:lnTo>
                    <a:pt x="415" y="14"/>
                  </a:lnTo>
                  <a:lnTo>
                    <a:pt x="444" y="15"/>
                  </a:lnTo>
                  <a:lnTo>
                    <a:pt x="475" y="21"/>
                  </a:lnTo>
                  <a:lnTo>
                    <a:pt x="497" y="29"/>
                  </a:lnTo>
                  <a:lnTo>
                    <a:pt x="503" y="33"/>
                  </a:lnTo>
                  <a:lnTo>
                    <a:pt x="504" y="35"/>
                  </a:lnTo>
                  <a:lnTo>
                    <a:pt x="500" y="37"/>
                  </a:lnTo>
                  <a:lnTo>
                    <a:pt x="490" y="36"/>
                  </a:lnTo>
                  <a:lnTo>
                    <a:pt x="447" y="35"/>
                  </a:lnTo>
                  <a:lnTo>
                    <a:pt x="421" y="40"/>
                  </a:lnTo>
                  <a:lnTo>
                    <a:pt x="407" y="46"/>
                  </a:lnTo>
                  <a:lnTo>
                    <a:pt x="404" y="49"/>
                  </a:lnTo>
                  <a:lnTo>
                    <a:pt x="405" y="48"/>
                  </a:lnTo>
                  <a:lnTo>
                    <a:pt x="409" y="46"/>
                  </a:lnTo>
                  <a:lnTo>
                    <a:pt x="419" y="44"/>
                  </a:lnTo>
                  <a:lnTo>
                    <a:pt x="436" y="44"/>
                  </a:lnTo>
                  <a:lnTo>
                    <a:pt x="451" y="46"/>
                  </a:lnTo>
                  <a:lnTo>
                    <a:pt x="456" y="49"/>
                  </a:lnTo>
                  <a:lnTo>
                    <a:pt x="455" y="52"/>
                  </a:lnTo>
                  <a:lnTo>
                    <a:pt x="453" y="53"/>
                  </a:lnTo>
                  <a:lnTo>
                    <a:pt x="454" y="53"/>
                  </a:lnTo>
                  <a:lnTo>
                    <a:pt x="457" y="53"/>
                  </a:lnTo>
                  <a:lnTo>
                    <a:pt x="464" y="53"/>
                  </a:lnTo>
                  <a:lnTo>
                    <a:pt x="476" y="49"/>
                  </a:lnTo>
                  <a:lnTo>
                    <a:pt x="490" y="47"/>
                  </a:lnTo>
                  <a:lnTo>
                    <a:pt x="497" y="48"/>
                  </a:lnTo>
                  <a:lnTo>
                    <a:pt x="498" y="53"/>
                  </a:lnTo>
                  <a:lnTo>
                    <a:pt x="492" y="61"/>
                  </a:lnTo>
                  <a:lnTo>
                    <a:pt x="479" y="76"/>
                  </a:lnTo>
                  <a:lnTo>
                    <a:pt x="476" y="80"/>
                  </a:lnTo>
                  <a:lnTo>
                    <a:pt x="477" y="80"/>
                  </a:lnTo>
                  <a:lnTo>
                    <a:pt x="481" y="79"/>
                  </a:lnTo>
                  <a:lnTo>
                    <a:pt x="488" y="75"/>
                  </a:lnTo>
                  <a:lnTo>
                    <a:pt x="499" y="67"/>
                  </a:lnTo>
                  <a:lnTo>
                    <a:pt x="514" y="59"/>
                  </a:lnTo>
                  <a:lnTo>
                    <a:pt x="526" y="58"/>
                  </a:lnTo>
                  <a:lnTo>
                    <a:pt x="538" y="58"/>
                  </a:lnTo>
                  <a:lnTo>
                    <a:pt x="547" y="57"/>
                  </a:lnTo>
                  <a:lnTo>
                    <a:pt x="556" y="53"/>
                  </a:lnTo>
                  <a:lnTo>
                    <a:pt x="564" y="48"/>
                  </a:lnTo>
                  <a:lnTo>
                    <a:pt x="572" y="46"/>
                  </a:lnTo>
                  <a:lnTo>
                    <a:pt x="580" y="52"/>
                  </a:lnTo>
                  <a:lnTo>
                    <a:pt x="584" y="59"/>
                  </a:lnTo>
                  <a:lnTo>
                    <a:pt x="582" y="63"/>
                  </a:lnTo>
                  <a:lnTo>
                    <a:pt x="576" y="67"/>
                  </a:lnTo>
                  <a:lnTo>
                    <a:pt x="565" y="72"/>
                  </a:lnTo>
                  <a:lnTo>
                    <a:pt x="555" y="80"/>
                  </a:lnTo>
                  <a:lnTo>
                    <a:pt x="549" y="88"/>
                  </a:lnTo>
                  <a:lnTo>
                    <a:pt x="542" y="97"/>
                  </a:lnTo>
                  <a:lnTo>
                    <a:pt x="532" y="107"/>
                  </a:lnTo>
                  <a:lnTo>
                    <a:pt x="519" y="118"/>
                  </a:lnTo>
                  <a:lnTo>
                    <a:pt x="509" y="129"/>
                  </a:lnTo>
                  <a:lnTo>
                    <a:pt x="505" y="138"/>
                  </a:lnTo>
                  <a:lnTo>
                    <a:pt x="509" y="143"/>
                  </a:lnTo>
                  <a:lnTo>
                    <a:pt x="518" y="146"/>
                  </a:lnTo>
                  <a:lnTo>
                    <a:pt x="524" y="150"/>
                  </a:lnTo>
                  <a:lnTo>
                    <a:pt x="525" y="156"/>
                  </a:lnTo>
                  <a:lnTo>
                    <a:pt x="519" y="165"/>
                  </a:lnTo>
                  <a:lnTo>
                    <a:pt x="513" y="172"/>
                  </a:lnTo>
                  <a:lnTo>
                    <a:pt x="514" y="176"/>
                  </a:lnTo>
                  <a:lnTo>
                    <a:pt x="518" y="179"/>
                  </a:lnTo>
                  <a:lnTo>
                    <a:pt x="521" y="186"/>
                  </a:lnTo>
                  <a:lnTo>
                    <a:pt x="518" y="193"/>
                  </a:lnTo>
                  <a:lnTo>
                    <a:pt x="511" y="198"/>
                  </a:lnTo>
                  <a:lnTo>
                    <a:pt x="506" y="203"/>
                  </a:lnTo>
                  <a:lnTo>
                    <a:pt x="511" y="209"/>
                  </a:lnTo>
                  <a:lnTo>
                    <a:pt x="518" y="215"/>
                  </a:lnTo>
                  <a:lnTo>
                    <a:pt x="519" y="220"/>
                  </a:lnTo>
                  <a:lnTo>
                    <a:pt x="515" y="224"/>
                  </a:lnTo>
                  <a:lnTo>
                    <a:pt x="507" y="228"/>
                  </a:lnTo>
                  <a:lnTo>
                    <a:pt x="504" y="232"/>
                  </a:lnTo>
                  <a:lnTo>
                    <a:pt x="506" y="237"/>
                  </a:lnTo>
                  <a:lnTo>
                    <a:pt x="507" y="241"/>
                  </a:lnTo>
                  <a:lnTo>
                    <a:pt x="499" y="243"/>
                  </a:lnTo>
                  <a:lnTo>
                    <a:pt x="492" y="247"/>
                  </a:lnTo>
                  <a:lnTo>
                    <a:pt x="493" y="253"/>
                  </a:lnTo>
                  <a:lnTo>
                    <a:pt x="495" y="258"/>
                  </a:lnTo>
                  <a:lnTo>
                    <a:pt x="492" y="260"/>
                  </a:lnTo>
                  <a:lnTo>
                    <a:pt x="483" y="260"/>
                  </a:lnTo>
                  <a:lnTo>
                    <a:pt x="475" y="261"/>
                  </a:lnTo>
                  <a:lnTo>
                    <a:pt x="474" y="266"/>
                  </a:lnTo>
                  <a:lnTo>
                    <a:pt x="484" y="276"/>
                  </a:lnTo>
                  <a:lnTo>
                    <a:pt x="496" y="287"/>
                  </a:lnTo>
                  <a:lnTo>
                    <a:pt x="499" y="293"/>
                  </a:lnTo>
                  <a:lnTo>
                    <a:pt x="495" y="297"/>
                  </a:lnTo>
                  <a:lnTo>
                    <a:pt x="486" y="297"/>
                  </a:lnTo>
                  <a:lnTo>
                    <a:pt x="472" y="297"/>
                  </a:lnTo>
                  <a:lnTo>
                    <a:pt x="456" y="300"/>
                  </a:lnTo>
                  <a:lnTo>
                    <a:pt x="442" y="303"/>
                  </a:lnTo>
                  <a:lnTo>
                    <a:pt x="436" y="304"/>
                  </a:lnTo>
                  <a:lnTo>
                    <a:pt x="437" y="305"/>
                  </a:lnTo>
                  <a:lnTo>
                    <a:pt x="445" y="306"/>
                  </a:lnTo>
                  <a:lnTo>
                    <a:pt x="461" y="308"/>
                  </a:lnTo>
                  <a:lnTo>
                    <a:pt x="481" y="310"/>
                  </a:lnTo>
                  <a:lnTo>
                    <a:pt x="492" y="311"/>
                  </a:lnTo>
                  <a:lnTo>
                    <a:pt x="491" y="313"/>
                  </a:lnTo>
                  <a:lnTo>
                    <a:pt x="476" y="320"/>
                  </a:lnTo>
                  <a:lnTo>
                    <a:pt x="457" y="329"/>
                  </a:lnTo>
                  <a:lnTo>
                    <a:pt x="441" y="338"/>
                  </a:lnTo>
                  <a:lnTo>
                    <a:pt x="426" y="343"/>
                  </a:lnTo>
                  <a:lnTo>
                    <a:pt x="408" y="347"/>
                  </a:lnTo>
                  <a:lnTo>
                    <a:pt x="376" y="358"/>
                  </a:lnTo>
                  <a:lnTo>
                    <a:pt x="350" y="383"/>
                  </a:lnTo>
                  <a:lnTo>
                    <a:pt x="340" y="393"/>
                  </a:lnTo>
                  <a:lnTo>
                    <a:pt x="334" y="396"/>
                  </a:lnTo>
                  <a:lnTo>
                    <a:pt x="327" y="396"/>
                  </a:lnTo>
                  <a:lnTo>
                    <a:pt x="312" y="398"/>
                  </a:lnTo>
                  <a:lnTo>
                    <a:pt x="296" y="402"/>
                  </a:lnTo>
                  <a:lnTo>
                    <a:pt x="289" y="406"/>
                  </a:lnTo>
                  <a:lnTo>
                    <a:pt x="288" y="412"/>
                  </a:lnTo>
                  <a:lnTo>
                    <a:pt x="289" y="423"/>
                  </a:lnTo>
                  <a:lnTo>
                    <a:pt x="288" y="435"/>
                  </a:lnTo>
                  <a:lnTo>
                    <a:pt x="283" y="442"/>
                  </a:lnTo>
                  <a:lnTo>
                    <a:pt x="278" y="445"/>
                  </a:lnTo>
                  <a:lnTo>
                    <a:pt x="275" y="446"/>
                  </a:lnTo>
                </a:path>
              </a:pathLst>
            </a:custGeom>
            <a:solidFill>
              <a:srgbClr val="FDE3BA"/>
            </a:solidFill>
            <a:ln w="12700" cap="rnd">
              <a:solidFill>
                <a:schemeClr val="tx1"/>
              </a:solidFill>
              <a:round/>
              <a:headEnd/>
              <a:tailEnd/>
            </a:ln>
          </p:spPr>
          <p:txBody>
            <a:bodyPr/>
            <a:lstStyle/>
            <a:p>
              <a:endParaRPr lang="en-US" b="1"/>
            </a:p>
          </p:txBody>
        </p:sp>
        <p:sp>
          <p:nvSpPr>
            <p:cNvPr id="6577" name="Freeform 568"/>
            <p:cNvSpPr>
              <a:spLocks/>
            </p:cNvSpPr>
            <p:nvPr/>
          </p:nvSpPr>
          <p:spPr bwMode="auto">
            <a:xfrm>
              <a:off x="2725" y="1489"/>
              <a:ext cx="28" cy="19"/>
            </a:xfrm>
            <a:custGeom>
              <a:avLst/>
              <a:gdLst>
                <a:gd name="T0" fmla="*/ 3 w 28"/>
                <a:gd name="T1" fmla="*/ 14 h 19"/>
                <a:gd name="T2" fmla="*/ 0 w 28"/>
                <a:gd name="T3" fmla="*/ 7 h 19"/>
                <a:gd name="T4" fmla="*/ 1 w 28"/>
                <a:gd name="T5" fmla="*/ 2 h 19"/>
                <a:gd name="T6" fmla="*/ 5 w 28"/>
                <a:gd name="T7" fmla="*/ 0 h 19"/>
                <a:gd name="T8" fmla="*/ 14 w 28"/>
                <a:gd name="T9" fmla="*/ 2 h 19"/>
                <a:gd name="T10" fmla="*/ 27 w 28"/>
                <a:gd name="T11" fmla="*/ 13 h 19"/>
                <a:gd name="T12" fmla="*/ 18 w 28"/>
                <a:gd name="T13" fmla="*/ 18 h 19"/>
                <a:gd name="T14" fmla="*/ 5 w 28"/>
                <a:gd name="T15" fmla="*/ 16 h 19"/>
                <a:gd name="T16" fmla="*/ 3 w 28"/>
                <a:gd name="T17" fmla="*/ 14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9"/>
                <a:gd name="T29" fmla="*/ 28 w 28"/>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9">
                  <a:moveTo>
                    <a:pt x="3" y="14"/>
                  </a:moveTo>
                  <a:lnTo>
                    <a:pt x="0" y="7"/>
                  </a:lnTo>
                  <a:lnTo>
                    <a:pt x="1" y="2"/>
                  </a:lnTo>
                  <a:lnTo>
                    <a:pt x="5" y="0"/>
                  </a:lnTo>
                  <a:lnTo>
                    <a:pt x="14" y="2"/>
                  </a:lnTo>
                  <a:lnTo>
                    <a:pt x="27" y="13"/>
                  </a:lnTo>
                  <a:lnTo>
                    <a:pt x="18" y="18"/>
                  </a:lnTo>
                  <a:lnTo>
                    <a:pt x="5" y="16"/>
                  </a:lnTo>
                  <a:lnTo>
                    <a:pt x="3" y="14"/>
                  </a:lnTo>
                </a:path>
              </a:pathLst>
            </a:custGeom>
            <a:solidFill>
              <a:srgbClr val="FDE3BA"/>
            </a:solidFill>
            <a:ln w="12700" cap="rnd">
              <a:solidFill>
                <a:schemeClr val="tx1"/>
              </a:solidFill>
              <a:round/>
              <a:headEnd/>
              <a:tailEnd/>
            </a:ln>
          </p:spPr>
          <p:txBody>
            <a:bodyPr/>
            <a:lstStyle/>
            <a:p>
              <a:endParaRPr lang="en-US" b="1"/>
            </a:p>
          </p:txBody>
        </p:sp>
      </p:grpSp>
      <p:sp>
        <p:nvSpPr>
          <p:cNvPr id="6281" name="Freeform 569"/>
          <p:cNvSpPr>
            <a:spLocks/>
          </p:cNvSpPr>
          <p:nvPr/>
        </p:nvSpPr>
        <p:spPr bwMode="auto">
          <a:xfrm>
            <a:off x="1995966" y="3003720"/>
            <a:ext cx="20956" cy="25678"/>
          </a:xfrm>
          <a:custGeom>
            <a:avLst/>
            <a:gdLst>
              <a:gd name="T0" fmla="*/ 0 w 12"/>
              <a:gd name="T1" fmla="*/ 2 h 13"/>
              <a:gd name="T2" fmla="*/ 8 w 12"/>
              <a:gd name="T3" fmla="*/ 0 h 13"/>
              <a:gd name="T4" fmla="*/ 11 w 12"/>
              <a:gd name="T5" fmla="*/ 4 h 13"/>
              <a:gd name="T6" fmla="*/ 9 w 12"/>
              <a:gd name="T7" fmla="*/ 12 h 13"/>
              <a:gd name="T8" fmla="*/ 4 w 12"/>
              <a:gd name="T9" fmla="*/ 12 h 13"/>
              <a:gd name="T10" fmla="*/ 0 w 12"/>
              <a:gd name="T11" fmla="*/ 6 h 13"/>
              <a:gd name="T12" fmla="*/ 0 w 12"/>
              <a:gd name="T13" fmla="*/ 2 h 13"/>
              <a:gd name="T14" fmla="*/ 0 60000 65536"/>
              <a:gd name="T15" fmla="*/ 0 60000 65536"/>
              <a:gd name="T16" fmla="*/ 0 60000 65536"/>
              <a:gd name="T17" fmla="*/ 0 60000 65536"/>
              <a:gd name="T18" fmla="*/ 0 60000 65536"/>
              <a:gd name="T19" fmla="*/ 0 60000 65536"/>
              <a:gd name="T20" fmla="*/ 0 60000 65536"/>
              <a:gd name="T21" fmla="*/ 0 w 12"/>
              <a:gd name="T22" fmla="*/ 0 h 13"/>
              <a:gd name="T23" fmla="*/ 12 w 1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13">
                <a:moveTo>
                  <a:pt x="0" y="2"/>
                </a:moveTo>
                <a:lnTo>
                  <a:pt x="8" y="0"/>
                </a:lnTo>
                <a:lnTo>
                  <a:pt x="11" y="4"/>
                </a:lnTo>
                <a:lnTo>
                  <a:pt x="9" y="12"/>
                </a:lnTo>
                <a:lnTo>
                  <a:pt x="4" y="12"/>
                </a:lnTo>
                <a:lnTo>
                  <a:pt x="0" y="6"/>
                </a:lnTo>
                <a:lnTo>
                  <a:pt x="0" y="2"/>
                </a:lnTo>
              </a:path>
            </a:pathLst>
          </a:custGeom>
          <a:solidFill>
            <a:srgbClr val="FFFFFF"/>
          </a:solidFill>
          <a:ln w="12700" cap="rnd">
            <a:solidFill>
              <a:schemeClr val="tx1"/>
            </a:solidFill>
            <a:round/>
            <a:headEnd/>
            <a:tailEnd/>
          </a:ln>
        </p:spPr>
        <p:txBody>
          <a:bodyPr/>
          <a:lstStyle/>
          <a:p>
            <a:endParaRPr lang="en-US"/>
          </a:p>
        </p:txBody>
      </p:sp>
      <p:sp>
        <p:nvSpPr>
          <p:cNvPr id="6282" name="Freeform 570"/>
          <p:cNvSpPr>
            <a:spLocks/>
          </p:cNvSpPr>
          <p:nvPr/>
        </p:nvSpPr>
        <p:spPr bwMode="auto">
          <a:xfrm>
            <a:off x="2025652" y="3017547"/>
            <a:ext cx="13970" cy="43455"/>
          </a:xfrm>
          <a:custGeom>
            <a:avLst/>
            <a:gdLst>
              <a:gd name="T0" fmla="*/ 0 w 8"/>
              <a:gd name="T1" fmla="*/ 0 h 22"/>
              <a:gd name="T2" fmla="*/ 7 w 8"/>
              <a:gd name="T3" fmla="*/ 5 h 22"/>
              <a:gd name="T4" fmla="*/ 7 w 8"/>
              <a:gd name="T5" fmla="*/ 9 h 22"/>
              <a:gd name="T6" fmla="*/ 6 w 8"/>
              <a:gd name="T7" fmla="*/ 14 h 22"/>
              <a:gd name="T8" fmla="*/ 4 w 8"/>
              <a:gd name="T9" fmla="*/ 19 h 22"/>
              <a:gd name="T10" fmla="*/ 3 w 8"/>
              <a:gd name="T11" fmla="*/ 21 h 22"/>
              <a:gd name="T12" fmla="*/ 2 w 8"/>
              <a:gd name="T13" fmla="*/ 18 h 22"/>
              <a:gd name="T14" fmla="*/ 0 w 8"/>
              <a:gd name="T15" fmla="*/ 6 h 22"/>
              <a:gd name="T16" fmla="*/ 0 w 8"/>
              <a:gd name="T17" fmla="*/ 0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22"/>
              <a:gd name="T29" fmla="*/ 8 w 8"/>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22">
                <a:moveTo>
                  <a:pt x="0" y="0"/>
                </a:moveTo>
                <a:lnTo>
                  <a:pt x="7" y="5"/>
                </a:lnTo>
                <a:lnTo>
                  <a:pt x="7" y="9"/>
                </a:lnTo>
                <a:lnTo>
                  <a:pt x="6" y="14"/>
                </a:lnTo>
                <a:lnTo>
                  <a:pt x="4" y="19"/>
                </a:lnTo>
                <a:lnTo>
                  <a:pt x="3" y="21"/>
                </a:lnTo>
                <a:lnTo>
                  <a:pt x="2" y="18"/>
                </a:lnTo>
                <a:lnTo>
                  <a:pt x="0" y="6"/>
                </a:lnTo>
                <a:lnTo>
                  <a:pt x="0" y="0"/>
                </a:lnTo>
              </a:path>
            </a:pathLst>
          </a:custGeom>
          <a:solidFill>
            <a:srgbClr val="FFFFFF"/>
          </a:solidFill>
          <a:ln w="12700" cap="rnd">
            <a:solidFill>
              <a:schemeClr val="tx1"/>
            </a:solidFill>
            <a:round/>
            <a:headEnd/>
            <a:tailEnd/>
          </a:ln>
        </p:spPr>
        <p:txBody>
          <a:bodyPr/>
          <a:lstStyle/>
          <a:p>
            <a:endParaRPr lang="en-US"/>
          </a:p>
        </p:txBody>
      </p:sp>
      <p:sp>
        <p:nvSpPr>
          <p:cNvPr id="6283" name="Freeform 571"/>
          <p:cNvSpPr>
            <a:spLocks/>
          </p:cNvSpPr>
          <p:nvPr/>
        </p:nvSpPr>
        <p:spPr bwMode="auto">
          <a:xfrm>
            <a:off x="2036130" y="3074827"/>
            <a:ext cx="15717" cy="43455"/>
          </a:xfrm>
          <a:custGeom>
            <a:avLst/>
            <a:gdLst>
              <a:gd name="T0" fmla="*/ 3 w 9"/>
              <a:gd name="T1" fmla="*/ 0 h 22"/>
              <a:gd name="T2" fmla="*/ 8 w 9"/>
              <a:gd name="T3" fmla="*/ 7 h 22"/>
              <a:gd name="T4" fmla="*/ 8 w 9"/>
              <a:gd name="T5" fmla="*/ 13 h 22"/>
              <a:gd name="T6" fmla="*/ 7 w 9"/>
              <a:gd name="T7" fmla="*/ 18 h 22"/>
              <a:gd name="T8" fmla="*/ 5 w 9"/>
              <a:gd name="T9" fmla="*/ 21 h 22"/>
              <a:gd name="T10" fmla="*/ 4 w 9"/>
              <a:gd name="T11" fmla="*/ 21 h 22"/>
              <a:gd name="T12" fmla="*/ 1 w 9"/>
              <a:gd name="T13" fmla="*/ 17 h 22"/>
              <a:gd name="T14" fmla="*/ 0 w 9"/>
              <a:gd name="T15" fmla="*/ 5 h 22"/>
              <a:gd name="T16" fmla="*/ 3 w 9"/>
              <a:gd name="T17" fmla="*/ 0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22"/>
              <a:gd name="T29" fmla="*/ 9 w 9"/>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22">
                <a:moveTo>
                  <a:pt x="3" y="0"/>
                </a:moveTo>
                <a:lnTo>
                  <a:pt x="8" y="7"/>
                </a:lnTo>
                <a:lnTo>
                  <a:pt x="8" y="13"/>
                </a:lnTo>
                <a:lnTo>
                  <a:pt x="7" y="18"/>
                </a:lnTo>
                <a:lnTo>
                  <a:pt x="5" y="21"/>
                </a:lnTo>
                <a:lnTo>
                  <a:pt x="4" y="21"/>
                </a:lnTo>
                <a:lnTo>
                  <a:pt x="1" y="17"/>
                </a:lnTo>
                <a:lnTo>
                  <a:pt x="0" y="5"/>
                </a:lnTo>
                <a:lnTo>
                  <a:pt x="3" y="0"/>
                </a:lnTo>
              </a:path>
            </a:pathLst>
          </a:custGeom>
          <a:solidFill>
            <a:srgbClr val="FFFFFF"/>
          </a:solidFill>
          <a:ln w="12700" cap="rnd">
            <a:solidFill>
              <a:schemeClr val="tx1"/>
            </a:solidFill>
            <a:round/>
            <a:headEnd/>
            <a:tailEnd/>
          </a:ln>
        </p:spPr>
        <p:txBody>
          <a:bodyPr/>
          <a:lstStyle/>
          <a:p>
            <a:endParaRPr lang="en-US"/>
          </a:p>
        </p:txBody>
      </p:sp>
      <p:sp>
        <p:nvSpPr>
          <p:cNvPr id="6284" name="Freeform 572"/>
          <p:cNvSpPr>
            <a:spLocks/>
          </p:cNvSpPr>
          <p:nvPr/>
        </p:nvSpPr>
        <p:spPr bwMode="auto">
          <a:xfrm>
            <a:off x="2004697" y="3039273"/>
            <a:ext cx="17463" cy="25678"/>
          </a:xfrm>
          <a:custGeom>
            <a:avLst/>
            <a:gdLst>
              <a:gd name="T0" fmla="*/ 2 w 10"/>
              <a:gd name="T1" fmla="*/ 0 h 13"/>
              <a:gd name="T2" fmla="*/ 5 w 10"/>
              <a:gd name="T3" fmla="*/ 5 h 13"/>
              <a:gd name="T4" fmla="*/ 9 w 10"/>
              <a:gd name="T5" fmla="*/ 10 h 13"/>
              <a:gd name="T6" fmla="*/ 9 w 10"/>
              <a:gd name="T7" fmla="*/ 12 h 13"/>
              <a:gd name="T8" fmla="*/ 5 w 10"/>
              <a:gd name="T9" fmla="*/ 10 h 13"/>
              <a:gd name="T10" fmla="*/ 0 w 10"/>
              <a:gd name="T11" fmla="*/ 3 h 13"/>
              <a:gd name="T12" fmla="*/ 2 w 10"/>
              <a:gd name="T13" fmla="*/ 0 h 13"/>
              <a:gd name="T14" fmla="*/ 0 60000 65536"/>
              <a:gd name="T15" fmla="*/ 0 60000 65536"/>
              <a:gd name="T16" fmla="*/ 0 60000 65536"/>
              <a:gd name="T17" fmla="*/ 0 60000 65536"/>
              <a:gd name="T18" fmla="*/ 0 60000 65536"/>
              <a:gd name="T19" fmla="*/ 0 60000 65536"/>
              <a:gd name="T20" fmla="*/ 0 60000 65536"/>
              <a:gd name="T21" fmla="*/ 0 w 10"/>
              <a:gd name="T22" fmla="*/ 0 h 13"/>
              <a:gd name="T23" fmla="*/ 10 w 10"/>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13">
                <a:moveTo>
                  <a:pt x="2" y="0"/>
                </a:moveTo>
                <a:lnTo>
                  <a:pt x="5" y="5"/>
                </a:lnTo>
                <a:lnTo>
                  <a:pt x="9" y="10"/>
                </a:lnTo>
                <a:lnTo>
                  <a:pt x="9" y="12"/>
                </a:lnTo>
                <a:lnTo>
                  <a:pt x="5" y="10"/>
                </a:lnTo>
                <a:lnTo>
                  <a:pt x="0" y="3"/>
                </a:lnTo>
                <a:lnTo>
                  <a:pt x="2" y="0"/>
                </a:lnTo>
              </a:path>
            </a:pathLst>
          </a:custGeom>
          <a:solidFill>
            <a:srgbClr val="FFFFFF"/>
          </a:solidFill>
          <a:ln w="12700" cap="rnd">
            <a:solidFill>
              <a:schemeClr val="tx1"/>
            </a:solidFill>
            <a:round/>
            <a:headEnd/>
            <a:tailEnd/>
          </a:ln>
        </p:spPr>
        <p:txBody>
          <a:bodyPr/>
          <a:lstStyle/>
          <a:p>
            <a:endParaRPr lang="en-US"/>
          </a:p>
        </p:txBody>
      </p:sp>
      <p:grpSp>
        <p:nvGrpSpPr>
          <p:cNvPr id="3" name="Group 573"/>
          <p:cNvGrpSpPr>
            <a:grpSpLocks/>
          </p:cNvGrpSpPr>
          <p:nvPr/>
        </p:nvGrpSpPr>
        <p:grpSpPr bwMode="auto">
          <a:xfrm>
            <a:off x="2175834" y="1925255"/>
            <a:ext cx="1404025" cy="1592019"/>
            <a:chOff x="1897" y="1197"/>
            <a:chExt cx="804" cy="806"/>
          </a:xfrm>
        </p:grpSpPr>
        <p:sp>
          <p:nvSpPr>
            <p:cNvPr id="6545" name="Freeform 574"/>
            <p:cNvSpPr>
              <a:spLocks/>
            </p:cNvSpPr>
            <p:nvPr/>
          </p:nvSpPr>
          <p:spPr bwMode="auto">
            <a:xfrm>
              <a:off x="2620" y="1852"/>
              <a:ext cx="81" cy="77"/>
            </a:xfrm>
            <a:custGeom>
              <a:avLst/>
              <a:gdLst>
                <a:gd name="T0" fmla="*/ 78 w 81"/>
                <a:gd name="T1" fmla="*/ 69 h 77"/>
                <a:gd name="T2" fmla="*/ 73 w 81"/>
                <a:gd name="T3" fmla="*/ 75 h 77"/>
                <a:gd name="T4" fmla="*/ 66 w 81"/>
                <a:gd name="T5" fmla="*/ 75 h 77"/>
                <a:gd name="T6" fmla="*/ 63 w 81"/>
                <a:gd name="T7" fmla="*/ 71 h 77"/>
                <a:gd name="T8" fmla="*/ 63 w 81"/>
                <a:gd name="T9" fmla="*/ 65 h 77"/>
                <a:gd name="T10" fmla="*/ 58 w 81"/>
                <a:gd name="T11" fmla="*/ 62 h 77"/>
                <a:gd name="T12" fmla="*/ 53 w 81"/>
                <a:gd name="T13" fmla="*/ 67 h 77"/>
                <a:gd name="T14" fmla="*/ 50 w 81"/>
                <a:gd name="T15" fmla="*/ 71 h 77"/>
                <a:gd name="T16" fmla="*/ 45 w 81"/>
                <a:gd name="T17" fmla="*/ 75 h 77"/>
                <a:gd name="T18" fmla="*/ 41 w 81"/>
                <a:gd name="T19" fmla="*/ 76 h 77"/>
                <a:gd name="T20" fmla="*/ 41 w 81"/>
                <a:gd name="T21" fmla="*/ 73 h 77"/>
                <a:gd name="T22" fmla="*/ 44 w 81"/>
                <a:gd name="T23" fmla="*/ 65 h 77"/>
                <a:gd name="T24" fmla="*/ 38 w 81"/>
                <a:gd name="T25" fmla="*/ 63 h 77"/>
                <a:gd name="T26" fmla="*/ 22 w 81"/>
                <a:gd name="T27" fmla="*/ 62 h 77"/>
                <a:gd name="T28" fmla="*/ 9 w 81"/>
                <a:gd name="T29" fmla="*/ 63 h 77"/>
                <a:gd name="T30" fmla="*/ 0 w 81"/>
                <a:gd name="T31" fmla="*/ 65 h 77"/>
                <a:gd name="T32" fmla="*/ 0 w 81"/>
                <a:gd name="T33" fmla="*/ 58 h 77"/>
                <a:gd name="T34" fmla="*/ 4 w 81"/>
                <a:gd name="T35" fmla="*/ 47 h 77"/>
                <a:gd name="T36" fmla="*/ 5 w 81"/>
                <a:gd name="T37" fmla="*/ 40 h 77"/>
                <a:gd name="T38" fmla="*/ 7 w 81"/>
                <a:gd name="T39" fmla="*/ 39 h 77"/>
                <a:gd name="T40" fmla="*/ 8 w 81"/>
                <a:gd name="T41" fmla="*/ 40 h 77"/>
                <a:gd name="T42" fmla="*/ 10 w 81"/>
                <a:gd name="T43" fmla="*/ 41 h 77"/>
                <a:gd name="T44" fmla="*/ 14 w 81"/>
                <a:gd name="T45" fmla="*/ 36 h 77"/>
                <a:gd name="T46" fmla="*/ 21 w 81"/>
                <a:gd name="T47" fmla="*/ 26 h 77"/>
                <a:gd name="T48" fmla="*/ 30 w 81"/>
                <a:gd name="T49" fmla="*/ 14 h 77"/>
                <a:gd name="T50" fmla="*/ 37 w 81"/>
                <a:gd name="T51" fmla="*/ 4 h 77"/>
                <a:gd name="T52" fmla="*/ 43 w 81"/>
                <a:gd name="T53" fmla="*/ 0 h 77"/>
                <a:gd name="T54" fmla="*/ 44 w 81"/>
                <a:gd name="T55" fmla="*/ 10 h 77"/>
                <a:gd name="T56" fmla="*/ 39 w 81"/>
                <a:gd name="T57" fmla="*/ 22 h 77"/>
                <a:gd name="T58" fmla="*/ 36 w 81"/>
                <a:gd name="T59" fmla="*/ 26 h 77"/>
                <a:gd name="T60" fmla="*/ 46 w 81"/>
                <a:gd name="T61" fmla="*/ 28 h 77"/>
                <a:gd name="T62" fmla="*/ 58 w 81"/>
                <a:gd name="T63" fmla="*/ 30 h 77"/>
                <a:gd name="T64" fmla="*/ 64 w 81"/>
                <a:gd name="T65" fmla="*/ 31 h 77"/>
                <a:gd name="T66" fmla="*/ 68 w 81"/>
                <a:gd name="T67" fmla="*/ 34 h 77"/>
                <a:gd name="T68" fmla="*/ 70 w 81"/>
                <a:gd name="T69" fmla="*/ 37 h 77"/>
                <a:gd name="T70" fmla="*/ 70 w 81"/>
                <a:gd name="T71" fmla="*/ 43 h 77"/>
                <a:gd name="T72" fmla="*/ 66 w 81"/>
                <a:gd name="T73" fmla="*/ 51 h 77"/>
                <a:gd name="T74" fmla="*/ 64 w 81"/>
                <a:gd name="T75" fmla="*/ 57 h 77"/>
                <a:gd name="T76" fmla="*/ 70 w 81"/>
                <a:gd name="T77" fmla="*/ 56 h 77"/>
                <a:gd name="T78" fmla="*/ 78 w 81"/>
                <a:gd name="T79" fmla="*/ 55 h 77"/>
                <a:gd name="T80" fmla="*/ 80 w 81"/>
                <a:gd name="T81" fmla="*/ 60 h 77"/>
                <a:gd name="T82" fmla="*/ 79 w 81"/>
                <a:gd name="T83" fmla="*/ 66 h 77"/>
                <a:gd name="T84" fmla="*/ 78 w 81"/>
                <a:gd name="T85" fmla="*/ 69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1"/>
                <a:gd name="T130" fmla="*/ 0 h 77"/>
                <a:gd name="T131" fmla="*/ 81 w 81"/>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1" h="77">
                  <a:moveTo>
                    <a:pt x="78" y="69"/>
                  </a:moveTo>
                  <a:lnTo>
                    <a:pt x="73" y="75"/>
                  </a:lnTo>
                  <a:lnTo>
                    <a:pt x="66" y="75"/>
                  </a:lnTo>
                  <a:lnTo>
                    <a:pt x="63" y="71"/>
                  </a:lnTo>
                  <a:lnTo>
                    <a:pt x="63" y="65"/>
                  </a:lnTo>
                  <a:lnTo>
                    <a:pt x="58" y="62"/>
                  </a:lnTo>
                  <a:lnTo>
                    <a:pt x="53" y="67"/>
                  </a:lnTo>
                  <a:lnTo>
                    <a:pt x="50" y="71"/>
                  </a:lnTo>
                  <a:lnTo>
                    <a:pt x="45" y="75"/>
                  </a:lnTo>
                  <a:lnTo>
                    <a:pt x="41" y="76"/>
                  </a:lnTo>
                  <a:lnTo>
                    <a:pt x="41" y="73"/>
                  </a:lnTo>
                  <a:lnTo>
                    <a:pt x="44" y="65"/>
                  </a:lnTo>
                  <a:lnTo>
                    <a:pt x="38" y="63"/>
                  </a:lnTo>
                  <a:lnTo>
                    <a:pt x="22" y="62"/>
                  </a:lnTo>
                  <a:lnTo>
                    <a:pt x="9" y="63"/>
                  </a:lnTo>
                  <a:lnTo>
                    <a:pt x="0" y="65"/>
                  </a:lnTo>
                  <a:lnTo>
                    <a:pt x="0" y="58"/>
                  </a:lnTo>
                  <a:lnTo>
                    <a:pt x="4" y="47"/>
                  </a:lnTo>
                  <a:lnTo>
                    <a:pt x="5" y="40"/>
                  </a:lnTo>
                  <a:lnTo>
                    <a:pt x="7" y="39"/>
                  </a:lnTo>
                  <a:lnTo>
                    <a:pt x="8" y="40"/>
                  </a:lnTo>
                  <a:lnTo>
                    <a:pt x="10" y="41"/>
                  </a:lnTo>
                  <a:lnTo>
                    <a:pt x="14" y="36"/>
                  </a:lnTo>
                  <a:lnTo>
                    <a:pt x="21" y="26"/>
                  </a:lnTo>
                  <a:lnTo>
                    <a:pt x="30" y="14"/>
                  </a:lnTo>
                  <a:lnTo>
                    <a:pt x="37" y="4"/>
                  </a:lnTo>
                  <a:lnTo>
                    <a:pt x="43" y="0"/>
                  </a:lnTo>
                  <a:lnTo>
                    <a:pt x="44" y="10"/>
                  </a:lnTo>
                  <a:lnTo>
                    <a:pt x="39" y="22"/>
                  </a:lnTo>
                  <a:lnTo>
                    <a:pt x="36" y="26"/>
                  </a:lnTo>
                  <a:lnTo>
                    <a:pt x="46" y="28"/>
                  </a:lnTo>
                  <a:lnTo>
                    <a:pt x="58" y="30"/>
                  </a:lnTo>
                  <a:lnTo>
                    <a:pt x="64" y="31"/>
                  </a:lnTo>
                  <a:lnTo>
                    <a:pt x="68" y="34"/>
                  </a:lnTo>
                  <a:lnTo>
                    <a:pt x="70" y="37"/>
                  </a:lnTo>
                  <a:lnTo>
                    <a:pt x="70" y="43"/>
                  </a:lnTo>
                  <a:lnTo>
                    <a:pt x="66" y="51"/>
                  </a:lnTo>
                  <a:lnTo>
                    <a:pt x="64" y="57"/>
                  </a:lnTo>
                  <a:lnTo>
                    <a:pt x="70" y="56"/>
                  </a:lnTo>
                  <a:lnTo>
                    <a:pt x="78" y="55"/>
                  </a:lnTo>
                  <a:lnTo>
                    <a:pt x="80" y="60"/>
                  </a:lnTo>
                  <a:lnTo>
                    <a:pt x="79" y="66"/>
                  </a:lnTo>
                  <a:lnTo>
                    <a:pt x="78" y="69"/>
                  </a:lnTo>
                </a:path>
              </a:pathLst>
            </a:custGeom>
            <a:solidFill>
              <a:srgbClr val="FDE3BA"/>
            </a:solidFill>
            <a:ln w="12700" cap="rnd">
              <a:solidFill>
                <a:schemeClr val="tx1"/>
              </a:solidFill>
              <a:round/>
              <a:headEnd/>
              <a:tailEnd/>
            </a:ln>
          </p:spPr>
          <p:txBody>
            <a:bodyPr/>
            <a:lstStyle/>
            <a:p>
              <a:endParaRPr lang="en-US" b="1"/>
            </a:p>
          </p:txBody>
        </p:sp>
        <p:sp>
          <p:nvSpPr>
            <p:cNvPr id="6546" name="Freeform 575"/>
            <p:cNvSpPr>
              <a:spLocks/>
            </p:cNvSpPr>
            <p:nvPr/>
          </p:nvSpPr>
          <p:spPr bwMode="auto">
            <a:xfrm>
              <a:off x="2379" y="1967"/>
              <a:ext cx="42" cy="21"/>
            </a:xfrm>
            <a:custGeom>
              <a:avLst/>
              <a:gdLst>
                <a:gd name="T0" fmla="*/ 39 w 42"/>
                <a:gd name="T1" fmla="*/ 0 h 21"/>
                <a:gd name="T2" fmla="*/ 14 w 42"/>
                <a:gd name="T3" fmla="*/ 8 h 21"/>
                <a:gd name="T4" fmla="*/ 0 w 42"/>
                <a:gd name="T5" fmla="*/ 16 h 21"/>
                <a:gd name="T6" fmla="*/ 0 w 42"/>
                <a:gd name="T7" fmla="*/ 20 h 21"/>
                <a:gd name="T8" fmla="*/ 11 w 42"/>
                <a:gd name="T9" fmla="*/ 20 h 21"/>
                <a:gd name="T10" fmla="*/ 32 w 42"/>
                <a:gd name="T11" fmla="*/ 13 h 21"/>
                <a:gd name="T12" fmla="*/ 40 w 42"/>
                <a:gd name="T13" fmla="*/ 7 h 21"/>
                <a:gd name="T14" fmla="*/ 41 w 42"/>
                <a:gd name="T15" fmla="*/ 2 h 21"/>
                <a:gd name="T16" fmla="*/ 39 w 42"/>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21"/>
                <a:gd name="T29" fmla="*/ 42 w 42"/>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21">
                  <a:moveTo>
                    <a:pt x="39" y="0"/>
                  </a:moveTo>
                  <a:lnTo>
                    <a:pt x="14" y="8"/>
                  </a:lnTo>
                  <a:lnTo>
                    <a:pt x="0" y="16"/>
                  </a:lnTo>
                  <a:lnTo>
                    <a:pt x="0" y="20"/>
                  </a:lnTo>
                  <a:lnTo>
                    <a:pt x="11" y="20"/>
                  </a:lnTo>
                  <a:lnTo>
                    <a:pt x="32" y="13"/>
                  </a:lnTo>
                  <a:lnTo>
                    <a:pt x="40" y="7"/>
                  </a:lnTo>
                  <a:lnTo>
                    <a:pt x="41" y="2"/>
                  </a:lnTo>
                  <a:lnTo>
                    <a:pt x="39" y="0"/>
                  </a:lnTo>
                </a:path>
              </a:pathLst>
            </a:custGeom>
            <a:solidFill>
              <a:srgbClr val="FDE3BA"/>
            </a:solidFill>
            <a:ln w="12700" cap="rnd">
              <a:solidFill>
                <a:schemeClr val="tx1"/>
              </a:solidFill>
              <a:round/>
              <a:headEnd/>
              <a:tailEnd/>
            </a:ln>
          </p:spPr>
          <p:txBody>
            <a:bodyPr/>
            <a:lstStyle/>
            <a:p>
              <a:endParaRPr lang="en-US" b="1"/>
            </a:p>
          </p:txBody>
        </p:sp>
        <p:sp>
          <p:nvSpPr>
            <p:cNvPr id="6547" name="Freeform 576"/>
            <p:cNvSpPr>
              <a:spLocks/>
            </p:cNvSpPr>
            <p:nvPr/>
          </p:nvSpPr>
          <p:spPr bwMode="auto">
            <a:xfrm>
              <a:off x="2338" y="1995"/>
              <a:ext cx="9" cy="8"/>
            </a:xfrm>
            <a:custGeom>
              <a:avLst/>
              <a:gdLst>
                <a:gd name="T0" fmla="*/ 4 w 9"/>
                <a:gd name="T1" fmla="*/ 7 h 8"/>
                <a:gd name="T2" fmla="*/ 7 w 9"/>
                <a:gd name="T3" fmla="*/ 6 h 8"/>
                <a:gd name="T4" fmla="*/ 8 w 9"/>
                <a:gd name="T5" fmla="*/ 4 h 8"/>
                <a:gd name="T6" fmla="*/ 7 w 9"/>
                <a:gd name="T7" fmla="*/ 1 h 8"/>
                <a:gd name="T8" fmla="*/ 4 w 9"/>
                <a:gd name="T9" fmla="*/ 0 h 8"/>
                <a:gd name="T10" fmla="*/ 1 w 9"/>
                <a:gd name="T11" fmla="*/ 1 h 8"/>
                <a:gd name="T12" fmla="*/ 0 w 9"/>
                <a:gd name="T13" fmla="*/ 4 h 8"/>
                <a:gd name="T14" fmla="*/ 1 w 9"/>
                <a:gd name="T15" fmla="*/ 6 h 8"/>
                <a:gd name="T16" fmla="*/ 4 w 9"/>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7"/>
                  </a:moveTo>
                  <a:lnTo>
                    <a:pt x="7" y="6"/>
                  </a:lnTo>
                  <a:lnTo>
                    <a:pt x="8" y="4"/>
                  </a:lnTo>
                  <a:lnTo>
                    <a:pt x="7" y="1"/>
                  </a:lnTo>
                  <a:lnTo>
                    <a:pt x="4" y="0"/>
                  </a:lnTo>
                  <a:lnTo>
                    <a:pt x="1" y="1"/>
                  </a:lnTo>
                  <a:lnTo>
                    <a:pt x="0" y="4"/>
                  </a:lnTo>
                  <a:lnTo>
                    <a:pt x="1" y="6"/>
                  </a:lnTo>
                  <a:lnTo>
                    <a:pt x="4" y="7"/>
                  </a:lnTo>
                </a:path>
              </a:pathLst>
            </a:custGeom>
            <a:solidFill>
              <a:srgbClr val="FDE3BA"/>
            </a:solidFill>
            <a:ln w="12700" cap="rnd">
              <a:solidFill>
                <a:schemeClr val="tx1"/>
              </a:solidFill>
              <a:round/>
              <a:headEnd/>
              <a:tailEnd/>
            </a:ln>
          </p:spPr>
          <p:txBody>
            <a:bodyPr/>
            <a:lstStyle/>
            <a:p>
              <a:endParaRPr lang="en-US" b="1"/>
            </a:p>
          </p:txBody>
        </p:sp>
        <p:sp>
          <p:nvSpPr>
            <p:cNvPr id="6548" name="Freeform 577"/>
            <p:cNvSpPr>
              <a:spLocks/>
            </p:cNvSpPr>
            <p:nvPr/>
          </p:nvSpPr>
          <p:spPr bwMode="auto">
            <a:xfrm>
              <a:off x="2563" y="1924"/>
              <a:ext cx="24" cy="15"/>
            </a:xfrm>
            <a:custGeom>
              <a:avLst/>
              <a:gdLst>
                <a:gd name="T0" fmla="*/ 0 w 24"/>
                <a:gd name="T1" fmla="*/ 0 h 15"/>
                <a:gd name="T2" fmla="*/ 9 w 24"/>
                <a:gd name="T3" fmla="*/ 7 h 15"/>
                <a:gd name="T4" fmla="*/ 19 w 24"/>
                <a:gd name="T5" fmla="*/ 10 h 15"/>
                <a:gd name="T6" fmla="*/ 23 w 24"/>
                <a:gd name="T7" fmla="*/ 12 h 15"/>
                <a:gd name="T8" fmla="*/ 15 w 24"/>
                <a:gd name="T9" fmla="*/ 14 h 15"/>
                <a:gd name="T10" fmla="*/ 6 w 24"/>
                <a:gd name="T11" fmla="*/ 12 h 15"/>
                <a:gd name="T12" fmla="*/ 2 w 24"/>
                <a:gd name="T13" fmla="*/ 7 h 15"/>
                <a:gd name="T14" fmla="*/ 1 w 24"/>
                <a:gd name="T15" fmla="*/ 2 h 15"/>
                <a:gd name="T16" fmla="*/ 0 w 24"/>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15"/>
                <a:gd name="T29" fmla="*/ 24 w 24"/>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15">
                  <a:moveTo>
                    <a:pt x="0" y="0"/>
                  </a:moveTo>
                  <a:lnTo>
                    <a:pt x="9" y="7"/>
                  </a:lnTo>
                  <a:lnTo>
                    <a:pt x="19" y="10"/>
                  </a:lnTo>
                  <a:lnTo>
                    <a:pt x="23" y="12"/>
                  </a:lnTo>
                  <a:lnTo>
                    <a:pt x="15" y="14"/>
                  </a:lnTo>
                  <a:lnTo>
                    <a:pt x="6" y="12"/>
                  </a:lnTo>
                  <a:lnTo>
                    <a:pt x="2" y="7"/>
                  </a:lnTo>
                  <a:lnTo>
                    <a:pt x="1" y="2"/>
                  </a:lnTo>
                  <a:lnTo>
                    <a:pt x="0" y="0"/>
                  </a:lnTo>
                </a:path>
              </a:pathLst>
            </a:custGeom>
            <a:solidFill>
              <a:srgbClr val="FDE3BA"/>
            </a:solidFill>
            <a:ln w="12700" cap="rnd">
              <a:solidFill>
                <a:schemeClr val="tx1"/>
              </a:solidFill>
              <a:round/>
              <a:headEnd/>
              <a:tailEnd/>
            </a:ln>
          </p:spPr>
          <p:txBody>
            <a:bodyPr/>
            <a:lstStyle/>
            <a:p>
              <a:endParaRPr lang="en-US" b="1"/>
            </a:p>
          </p:txBody>
        </p:sp>
        <p:sp>
          <p:nvSpPr>
            <p:cNvPr id="6549" name="Freeform 578"/>
            <p:cNvSpPr>
              <a:spLocks/>
            </p:cNvSpPr>
            <p:nvPr/>
          </p:nvSpPr>
          <p:spPr bwMode="auto">
            <a:xfrm>
              <a:off x="2572" y="1878"/>
              <a:ext cx="24" cy="10"/>
            </a:xfrm>
            <a:custGeom>
              <a:avLst/>
              <a:gdLst>
                <a:gd name="T0" fmla="*/ 5 w 24"/>
                <a:gd name="T1" fmla="*/ 0 h 10"/>
                <a:gd name="T2" fmla="*/ 16 w 24"/>
                <a:gd name="T3" fmla="*/ 3 h 10"/>
                <a:gd name="T4" fmla="*/ 22 w 24"/>
                <a:gd name="T5" fmla="*/ 6 h 10"/>
                <a:gd name="T6" fmla="*/ 23 w 24"/>
                <a:gd name="T7" fmla="*/ 9 h 10"/>
                <a:gd name="T8" fmla="*/ 17 w 24"/>
                <a:gd name="T9" fmla="*/ 8 h 10"/>
                <a:gd name="T10" fmla="*/ 3 w 24"/>
                <a:gd name="T11" fmla="*/ 4 h 10"/>
                <a:gd name="T12" fmla="*/ 0 w 24"/>
                <a:gd name="T13" fmla="*/ 1 h 10"/>
                <a:gd name="T14" fmla="*/ 3 w 24"/>
                <a:gd name="T15" fmla="*/ 0 h 10"/>
                <a:gd name="T16" fmla="*/ 5 w 24"/>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10"/>
                <a:gd name="T29" fmla="*/ 24 w 24"/>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10">
                  <a:moveTo>
                    <a:pt x="5" y="0"/>
                  </a:moveTo>
                  <a:lnTo>
                    <a:pt x="16" y="3"/>
                  </a:lnTo>
                  <a:lnTo>
                    <a:pt x="22" y="6"/>
                  </a:lnTo>
                  <a:lnTo>
                    <a:pt x="23" y="9"/>
                  </a:lnTo>
                  <a:lnTo>
                    <a:pt x="17" y="8"/>
                  </a:lnTo>
                  <a:lnTo>
                    <a:pt x="3" y="4"/>
                  </a:lnTo>
                  <a:lnTo>
                    <a:pt x="0" y="1"/>
                  </a:lnTo>
                  <a:lnTo>
                    <a:pt x="3" y="0"/>
                  </a:lnTo>
                  <a:lnTo>
                    <a:pt x="5" y="0"/>
                  </a:lnTo>
                </a:path>
              </a:pathLst>
            </a:custGeom>
            <a:solidFill>
              <a:srgbClr val="FDE3BA"/>
            </a:solidFill>
            <a:ln w="12700" cap="rnd">
              <a:solidFill>
                <a:schemeClr val="tx1"/>
              </a:solidFill>
              <a:round/>
              <a:headEnd/>
              <a:tailEnd/>
            </a:ln>
          </p:spPr>
          <p:txBody>
            <a:bodyPr/>
            <a:lstStyle/>
            <a:p>
              <a:endParaRPr lang="en-US" b="1"/>
            </a:p>
          </p:txBody>
        </p:sp>
        <p:sp>
          <p:nvSpPr>
            <p:cNvPr id="6550" name="Freeform 579"/>
            <p:cNvSpPr>
              <a:spLocks/>
            </p:cNvSpPr>
            <p:nvPr/>
          </p:nvSpPr>
          <p:spPr bwMode="auto">
            <a:xfrm>
              <a:off x="2180" y="1811"/>
              <a:ext cx="35" cy="62"/>
            </a:xfrm>
            <a:custGeom>
              <a:avLst/>
              <a:gdLst>
                <a:gd name="T0" fmla="*/ 17 w 35"/>
                <a:gd name="T1" fmla="*/ 0 h 62"/>
                <a:gd name="T2" fmla="*/ 21 w 35"/>
                <a:gd name="T3" fmla="*/ 8 h 62"/>
                <a:gd name="T4" fmla="*/ 22 w 35"/>
                <a:gd name="T5" fmla="*/ 16 h 62"/>
                <a:gd name="T6" fmla="*/ 24 w 35"/>
                <a:gd name="T7" fmla="*/ 26 h 62"/>
                <a:gd name="T8" fmla="*/ 30 w 35"/>
                <a:gd name="T9" fmla="*/ 39 h 62"/>
                <a:gd name="T10" fmla="*/ 34 w 35"/>
                <a:gd name="T11" fmla="*/ 53 h 62"/>
                <a:gd name="T12" fmla="*/ 30 w 35"/>
                <a:gd name="T13" fmla="*/ 60 h 62"/>
                <a:gd name="T14" fmla="*/ 23 w 35"/>
                <a:gd name="T15" fmla="*/ 61 h 62"/>
                <a:gd name="T16" fmla="*/ 18 w 35"/>
                <a:gd name="T17" fmla="*/ 54 h 62"/>
                <a:gd name="T18" fmla="*/ 16 w 35"/>
                <a:gd name="T19" fmla="*/ 41 h 62"/>
                <a:gd name="T20" fmla="*/ 14 w 35"/>
                <a:gd name="T21" fmla="*/ 33 h 62"/>
                <a:gd name="T22" fmla="*/ 11 w 35"/>
                <a:gd name="T23" fmla="*/ 28 h 62"/>
                <a:gd name="T24" fmla="*/ 4 w 35"/>
                <a:gd name="T25" fmla="*/ 19 h 62"/>
                <a:gd name="T26" fmla="*/ 0 w 35"/>
                <a:gd name="T27" fmla="*/ 9 h 62"/>
                <a:gd name="T28" fmla="*/ 5 w 35"/>
                <a:gd name="T29" fmla="*/ 3 h 62"/>
                <a:gd name="T30" fmla="*/ 13 w 35"/>
                <a:gd name="T31" fmla="*/ 1 h 62"/>
                <a:gd name="T32" fmla="*/ 17 w 35"/>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2"/>
                <a:gd name="T53" fmla="*/ 35 w 35"/>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2">
                  <a:moveTo>
                    <a:pt x="17" y="0"/>
                  </a:moveTo>
                  <a:lnTo>
                    <a:pt x="21" y="8"/>
                  </a:lnTo>
                  <a:lnTo>
                    <a:pt x="22" y="16"/>
                  </a:lnTo>
                  <a:lnTo>
                    <a:pt x="24" y="26"/>
                  </a:lnTo>
                  <a:lnTo>
                    <a:pt x="30" y="39"/>
                  </a:lnTo>
                  <a:lnTo>
                    <a:pt x="34" y="53"/>
                  </a:lnTo>
                  <a:lnTo>
                    <a:pt x="30" y="60"/>
                  </a:lnTo>
                  <a:lnTo>
                    <a:pt x="23" y="61"/>
                  </a:lnTo>
                  <a:lnTo>
                    <a:pt x="18" y="54"/>
                  </a:lnTo>
                  <a:lnTo>
                    <a:pt x="16" y="41"/>
                  </a:lnTo>
                  <a:lnTo>
                    <a:pt x="14" y="33"/>
                  </a:lnTo>
                  <a:lnTo>
                    <a:pt x="11" y="28"/>
                  </a:lnTo>
                  <a:lnTo>
                    <a:pt x="4" y="19"/>
                  </a:lnTo>
                  <a:lnTo>
                    <a:pt x="0" y="9"/>
                  </a:lnTo>
                  <a:lnTo>
                    <a:pt x="5" y="3"/>
                  </a:lnTo>
                  <a:lnTo>
                    <a:pt x="13" y="1"/>
                  </a:lnTo>
                  <a:lnTo>
                    <a:pt x="17" y="0"/>
                  </a:lnTo>
                </a:path>
              </a:pathLst>
            </a:custGeom>
            <a:solidFill>
              <a:srgbClr val="FDE3BA"/>
            </a:solidFill>
            <a:ln w="12700" cap="rnd">
              <a:solidFill>
                <a:schemeClr val="tx1"/>
              </a:solidFill>
              <a:round/>
              <a:headEnd/>
              <a:tailEnd/>
            </a:ln>
          </p:spPr>
          <p:txBody>
            <a:bodyPr/>
            <a:lstStyle/>
            <a:p>
              <a:endParaRPr lang="en-US" b="1"/>
            </a:p>
          </p:txBody>
        </p:sp>
        <p:sp>
          <p:nvSpPr>
            <p:cNvPr id="6551" name="Freeform 580"/>
            <p:cNvSpPr>
              <a:spLocks/>
            </p:cNvSpPr>
            <p:nvPr/>
          </p:nvSpPr>
          <p:spPr bwMode="auto">
            <a:xfrm>
              <a:off x="1897" y="1898"/>
              <a:ext cx="371" cy="13"/>
            </a:xfrm>
            <a:custGeom>
              <a:avLst/>
              <a:gdLst>
                <a:gd name="T0" fmla="*/ 0 w 371"/>
                <a:gd name="T1" fmla="*/ 0 h 13"/>
                <a:gd name="T2" fmla="*/ 319 w 371"/>
                <a:gd name="T3" fmla="*/ 0 h 13"/>
                <a:gd name="T4" fmla="*/ 328 w 371"/>
                <a:gd name="T5" fmla="*/ 0 h 13"/>
                <a:gd name="T6" fmla="*/ 347 w 371"/>
                <a:gd name="T7" fmla="*/ 4 h 13"/>
                <a:gd name="T8" fmla="*/ 364 w 371"/>
                <a:gd name="T9" fmla="*/ 10 h 13"/>
                <a:gd name="T10" fmla="*/ 370 w 371"/>
                <a:gd name="T11" fmla="*/ 12 h 13"/>
                <a:gd name="T12" fmla="*/ 0 60000 65536"/>
                <a:gd name="T13" fmla="*/ 0 60000 65536"/>
                <a:gd name="T14" fmla="*/ 0 60000 65536"/>
                <a:gd name="T15" fmla="*/ 0 60000 65536"/>
                <a:gd name="T16" fmla="*/ 0 60000 65536"/>
                <a:gd name="T17" fmla="*/ 0 60000 65536"/>
                <a:gd name="T18" fmla="*/ 0 w 371"/>
                <a:gd name="T19" fmla="*/ 0 h 13"/>
                <a:gd name="T20" fmla="*/ 371 w 371"/>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371" h="13">
                  <a:moveTo>
                    <a:pt x="0" y="0"/>
                  </a:moveTo>
                  <a:lnTo>
                    <a:pt x="319" y="0"/>
                  </a:lnTo>
                  <a:lnTo>
                    <a:pt x="328" y="0"/>
                  </a:lnTo>
                  <a:lnTo>
                    <a:pt x="347" y="4"/>
                  </a:lnTo>
                  <a:lnTo>
                    <a:pt x="364" y="10"/>
                  </a:lnTo>
                  <a:lnTo>
                    <a:pt x="370" y="12"/>
                  </a:lnTo>
                </a:path>
              </a:pathLst>
            </a:custGeom>
            <a:solidFill>
              <a:srgbClr val="FDE3BA"/>
            </a:solidFill>
            <a:ln w="12700" cap="rnd">
              <a:solidFill>
                <a:schemeClr val="tx1"/>
              </a:solidFill>
              <a:round/>
              <a:headEnd/>
              <a:tailEnd/>
            </a:ln>
          </p:spPr>
          <p:txBody>
            <a:bodyPr/>
            <a:lstStyle/>
            <a:p>
              <a:endParaRPr lang="en-US" b="1"/>
            </a:p>
          </p:txBody>
        </p:sp>
        <p:sp>
          <p:nvSpPr>
            <p:cNvPr id="6552" name="Freeform 581"/>
            <p:cNvSpPr>
              <a:spLocks/>
            </p:cNvSpPr>
            <p:nvPr/>
          </p:nvSpPr>
          <p:spPr bwMode="auto">
            <a:xfrm>
              <a:off x="2436" y="1918"/>
              <a:ext cx="88" cy="47"/>
            </a:xfrm>
            <a:custGeom>
              <a:avLst/>
              <a:gdLst>
                <a:gd name="T0" fmla="*/ 0 w 88"/>
                <a:gd name="T1" fmla="*/ 38 h 47"/>
                <a:gd name="T2" fmla="*/ 29 w 88"/>
                <a:gd name="T3" fmla="*/ 38 h 47"/>
                <a:gd name="T4" fmla="*/ 35 w 88"/>
                <a:gd name="T5" fmla="*/ 38 h 47"/>
                <a:gd name="T6" fmla="*/ 45 w 88"/>
                <a:gd name="T7" fmla="*/ 30 h 47"/>
                <a:gd name="T8" fmla="*/ 53 w 88"/>
                <a:gd name="T9" fmla="*/ 19 h 47"/>
                <a:gd name="T10" fmla="*/ 65 w 88"/>
                <a:gd name="T11" fmla="*/ 6 h 47"/>
                <a:gd name="T12" fmla="*/ 71 w 88"/>
                <a:gd name="T13" fmla="*/ 2 h 47"/>
                <a:gd name="T14" fmla="*/ 76 w 88"/>
                <a:gd name="T15" fmla="*/ 0 h 47"/>
                <a:gd name="T16" fmla="*/ 79 w 88"/>
                <a:gd name="T17" fmla="*/ 3 h 47"/>
                <a:gd name="T18" fmla="*/ 81 w 88"/>
                <a:gd name="T19" fmla="*/ 12 h 47"/>
                <a:gd name="T20" fmla="*/ 81 w 88"/>
                <a:gd name="T21" fmla="*/ 21 h 47"/>
                <a:gd name="T22" fmla="*/ 81 w 88"/>
                <a:gd name="T23" fmla="*/ 26 h 47"/>
                <a:gd name="T24" fmla="*/ 81 w 88"/>
                <a:gd name="T25" fmla="*/ 27 h 47"/>
                <a:gd name="T26" fmla="*/ 81 w 88"/>
                <a:gd name="T27" fmla="*/ 26 h 47"/>
                <a:gd name="T28" fmla="*/ 81 w 88"/>
                <a:gd name="T29" fmla="*/ 24 h 47"/>
                <a:gd name="T30" fmla="*/ 82 w 88"/>
                <a:gd name="T31" fmla="*/ 30 h 47"/>
                <a:gd name="T32" fmla="*/ 85 w 88"/>
                <a:gd name="T33" fmla="*/ 40 h 47"/>
                <a:gd name="T34" fmla="*/ 86 w 88"/>
                <a:gd name="T35" fmla="*/ 45 h 47"/>
                <a:gd name="T36" fmla="*/ 87 w 88"/>
                <a:gd name="T37" fmla="*/ 46 h 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8"/>
                <a:gd name="T58" fmla="*/ 0 h 47"/>
                <a:gd name="T59" fmla="*/ 88 w 88"/>
                <a:gd name="T60" fmla="*/ 47 h 4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8" h="47">
                  <a:moveTo>
                    <a:pt x="0" y="38"/>
                  </a:moveTo>
                  <a:lnTo>
                    <a:pt x="29" y="38"/>
                  </a:lnTo>
                  <a:lnTo>
                    <a:pt x="35" y="38"/>
                  </a:lnTo>
                  <a:lnTo>
                    <a:pt x="45" y="30"/>
                  </a:lnTo>
                  <a:lnTo>
                    <a:pt x="53" y="19"/>
                  </a:lnTo>
                  <a:lnTo>
                    <a:pt x="65" y="6"/>
                  </a:lnTo>
                  <a:lnTo>
                    <a:pt x="71" y="2"/>
                  </a:lnTo>
                  <a:lnTo>
                    <a:pt x="76" y="0"/>
                  </a:lnTo>
                  <a:lnTo>
                    <a:pt x="79" y="3"/>
                  </a:lnTo>
                  <a:lnTo>
                    <a:pt x="81" y="12"/>
                  </a:lnTo>
                  <a:lnTo>
                    <a:pt x="81" y="21"/>
                  </a:lnTo>
                  <a:lnTo>
                    <a:pt x="81" y="26"/>
                  </a:lnTo>
                  <a:lnTo>
                    <a:pt x="81" y="27"/>
                  </a:lnTo>
                  <a:lnTo>
                    <a:pt x="81" y="26"/>
                  </a:lnTo>
                  <a:lnTo>
                    <a:pt x="81" y="24"/>
                  </a:lnTo>
                  <a:lnTo>
                    <a:pt x="82" y="30"/>
                  </a:lnTo>
                  <a:lnTo>
                    <a:pt x="85" y="40"/>
                  </a:lnTo>
                  <a:lnTo>
                    <a:pt x="86" y="45"/>
                  </a:lnTo>
                  <a:lnTo>
                    <a:pt x="87" y="46"/>
                  </a:lnTo>
                </a:path>
              </a:pathLst>
            </a:custGeom>
            <a:solidFill>
              <a:srgbClr val="FDE3BA"/>
            </a:solidFill>
            <a:ln w="12700" cap="rnd">
              <a:solidFill>
                <a:schemeClr val="tx1"/>
              </a:solidFill>
              <a:round/>
              <a:headEnd/>
              <a:tailEnd/>
            </a:ln>
          </p:spPr>
          <p:txBody>
            <a:bodyPr/>
            <a:lstStyle/>
            <a:p>
              <a:endParaRPr lang="en-US" b="1"/>
            </a:p>
          </p:txBody>
        </p:sp>
        <p:sp>
          <p:nvSpPr>
            <p:cNvPr id="6553" name="Freeform 582"/>
            <p:cNvSpPr>
              <a:spLocks/>
            </p:cNvSpPr>
            <p:nvPr/>
          </p:nvSpPr>
          <p:spPr bwMode="auto">
            <a:xfrm>
              <a:off x="2386" y="1197"/>
              <a:ext cx="305" cy="161"/>
            </a:xfrm>
            <a:custGeom>
              <a:avLst/>
              <a:gdLst>
                <a:gd name="T0" fmla="*/ 40 w 305"/>
                <a:gd name="T1" fmla="*/ 160 h 161"/>
                <a:gd name="T2" fmla="*/ 3 w 305"/>
                <a:gd name="T3" fmla="*/ 156 h 161"/>
                <a:gd name="T4" fmla="*/ 3 w 305"/>
                <a:gd name="T5" fmla="*/ 149 h 161"/>
                <a:gd name="T6" fmla="*/ 25 w 305"/>
                <a:gd name="T7" fmla="*/ 140 h 161"/>
                <a:gd name="T8" fmla="*/ 28 w 305"/>
                <a:gd name="T9" fmla="*/ 131 h 161"/>
                <a:gd name="T10" fmla="*/ 22 w 305"/>
                <a:gd name="T11" fmla="*/ 127 h 161"/>
                <a:gd name="T12" fmla="*/ 23 w 305"/>
                <a:gd name="T13" fmla="*/ 129 h 161"/>
                <a:gd name="T14" fmla="*/ 51 w 305"/>
                <a:gd name="T15" fmla="*/ 141 h 161"/>
                <a:gd name="T16" fmla="*/ 60 w 305"/>
                <a:gd name="T17" fmla="*/ 136 h 161"/>
                <a:gd name="T18" fmla="*/ 42 w 305"/>
                <a:gd name="T19" fmla="*/ 118 h 161"/>
                <a:gd name="T20" fmla="*/ 58 w 305"/>
                <a:gd name="T21" fmla="*/ 105 h 161"/>
                <a:gd name="T22" fmla="*/ 89 w 305"/>
                <a:gd name="T23" fmla="*/ 106 h 161"/>
                <a:gd name="T24" fmla="*/ 76 w 305"/>
                <a:gd name="T25" fmla="*/ 96 h 161"/>
                <a:gd name="T26" fmla="*/ 63 w 305"/>
                <a:gd name="T27" fmla="*/ 77 h 161"/>
                <a:gd name="T28" fmla="*/ 94 w 305"/>
                <a:gd name="T29" fmla="*/ 77 h 161"/>
                <a:gd name="T30" fmla="*/ 90 w 305"/>
                <a:gd name="T31" fmla="*/ 68 h 161"/>
                <a:gd name="T32" fmla="*/ 49 w 305"/>
                <a:gd name="T33" fmla="*/ 59 h 161"/>
                <a:gd name="T34" fmla="*/ 22 w 305"/>
                <a:gd name="T35" fmla="*/ 47 h 161"/>
                <a:gd name="T36" fmla="*/ 30 w 305"/>
                <a:gd name="T37" fmla="*/ 38 h 161"/>
                <a:gd name="T38" fmla="*/ 81 w 305"/>
                <a:gd name="T39" fmla="*/ 25 h 161"/>
                <a:gd name="T40" fmla="*/ 120 w 305"/>
                <a:gd name="T41" fmla="*/ 10 h 161"/>
                <a:gd name="T42" fmla="*/ 160 w 305"/>
                <a:gd name="T43" fmla="*/ 8 h 161"/>
                <a:gd name="T44" fmla="*/ 205 w 305"/>
                <a:gd name="T45" fmla="*/ 0 h 161"/>
                <a:gd name="T46" fmla="*/ 264 w 305"/>
                <a:gd name="T47" fmla="*/ 6 h 161"/>
                <a:gd name="T48" fmla="*/ 300 w 305"/>
                <a:gd name="T49" fmla="*/ 12 h 161"/>
                <a:gd name="T50" fmla="*/ 301 w 305"/>
                <a:gd name="T51" fmla="*/ 21 h 161"/>
                <a:gd name="T52" fmla="*/ 259 w 305"/>
                <a:gd name="T53" fmla="*/ 46 h 161"/>
                <a:gd name="T54" fmla="*/ 186 w 305"/>
                <a:gd name="T55" fmla="*/ 83 h 161"/>
                <a:gd name="T56" fmla="*/ 150 w 305"/>
                <a:gd name="T57" fmla="*/ 93 h 161"/>
                <a:gd name="T58" fmla="*/ 146 w 305"/>
                <a:gd name="T59" fmla="*/ 98 h 161"/>
                <a:gd name="T60" fmla="*/ 154 w 305"/>
                <a:gd name="T61" fmla="*/ 106 h 161"/>
                <a:gd name="T62" fmla="*/ 139 w 305"/>
                <a:gd name="T63" fmla="*/ 120 h 161"/>
                <a:gd name="T64" fmla="*/ 112 w 305"/>
                <a:gd name="T65" fmla="*/ 143 h 161"/>
                <a:gd name="T66" fmla="*/ 111 w 305"/>
                <a:gd name="T67" fmla="*/ 158 h 161"/>
                <a:gd name="T68" fmla="*/ 84 w 305"/>
                <a:gd name="T69" fmla="*/ 160 h 16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05"/>
                <a:gd name="T106" fmla="*/ 0 h 161"/>
                <a:gd name="T107" fmla="*/ 305 w 305"/>
                <a:gd name="T108" fmla="*/ 161 h 16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05" h="161">
                  <a:moveTo>
                    <a:pt x="77" y="160"/>
                  </a:moveTo>
                  <a:lnTo>
                    <a:pt x="40" y="160"/>
                  </a:lnTo>
                  <a:lnTo>
                    <a:pt x="11" y="158"/>
                  </a:lnTo>
                  <a:lnTo>
                    <a:pt x="3" y="156"/>
                  </a:lnTo>
                  <a:lnTo>
                    <a:pt x="0" y="153"/>
                  </a:lnTo>
                  <a:lnTo>
                    <a:pt x="3" y="149"/>
                  </a:lnTo>
                  <a:lnTo>
                    <a:pt x="14" y="145"/>
                  </a:lnTo>
                  <a:lnTo>
                    <a:pt x="25" y="140"/>
                  </a:lnTo>
                  <a:lnTo>
                    <a:pt x="29" y="135"/>
                  </a:lnTo>
                  <a:lnTo>
                    <a:pt x="28" y="131"/>
                  </a:lnTo>
                  <a:lnTo>
                    <a:pt x="25" y="128"/>
                  </a:lnTo>
                  <a:lnTo>
                    <a:pt x="22" y="127"/>
                  </a:lnTo>
                  <a:lnTo>
                    <a:pt x="20" y="127"/>
                  </a:lnTo>
                  <a:lnTo>
                    <a:pt x="23" y="129"/>
                  </a:lnTo>
                  <a:lnTo>
                    <a:pt x="31" y="133"/>
                  </a:lnTo>
                  <a:lnTo>
                    <a:pt x="51" y="141"/>
                  </a:lnTo>
                  <a:lnTo>
                    <a:pt x="60" y="141"/>
                  </a:lnTo>
                  <a:lnTo>
                    <a:pt x="60" y="136"/>
                  </a:lnTo>
                  <a:lnTo>
                    <a:pt x="51" y="128"/>
                  </a:lnTo>
                  <a:lnTo>
                    <a:pt x="42" y="118"/>
                  </a:lnTo>
                  <a:lnTo>
                    <a:pt x="46" y="111"/>
                  </a:lnTo>
                  <a:lnTo>
                    <a:pt x="58" y="105"/>
                  </a:lnTo>
                  <a:lnTo>
                    <a:pt x="77" y="105"/>
                  </a:lnTo>
                  <a:lnTo>
                    <a:pt x="89" y="106"/>
                  </a:lnTo>
                  <a:lnTo>
                    <a:pt x="86" y="103"/>
                  </a:lnTo>
                  <a:lnTo>
                    <a:pt x="76" y="96"/>
                  </a:lnTo>
                  <a:lnTo>
                    <a:pt x="66" y="87"/>
                  </a:lnTo>
                  <a:lnTo>
                    <a:pt x="63" y="77"/>
                  </a:lnTo>
                  <a:lnTo>
                    <a:pt x="83" y="78"/>
                  </a:lnTo>
                  <a:lnTo>
                    <a:pt x="94" y="77"/>
                  </a:lnTo>
                  <a:lnTo>
                    <a:pt x="97" y="73"/>
                  </a:lnTo>
                  <a:lnTo>
                    <a:pt x="90" y="68"/>
                  </a:lnTo>
                  <a:lnTo>
                    <a:pt x="73" y="64"/>
                  </a:lnTo>
                  <a:lnTo>
                    <a:pt x="49" y="59"/>
                  </a:lnTo>
                  <a:lnTo>
                    <a:pt x="28" y="51"/>
                  </a:lnTo>
                  <a:lnTo>
                    <a:pt x="22" y="47"/>
                  </a:lnTo>
                  <a:lnTo>
                    <a:pt x="22" y="42"/>
                  </a:lnTo>
                  <a:lnTo>
                    <a:pt x="30" y="38"/>
                  </a:lnTo>
                  <a:lnTo>
                    <a:pt x="47" y="34"/>
                  </a:lnTo>
                  <a:lnTo>
                    <a:pt x="81" y="25"/>
                  </a:lnTo>
                  <a:lnTo>
                    <a:pt x="103" y="16"/>
                  </a:lnTo>
                  <a:lnTo>
                    <a:pt x="120" y="10"/>
                  </a:lnTo>
                  <a:lnTo>
                    <a:pt x="139" y="9"/>
                  </a:lnTo>
                  <a:lnTo>
                    <a:pt x="160" y="8"/>
                  </a:lnTo>
                  <a:lnTo>
                    <a:pt x="181" y="3"/>
                  </a:lnTo>
                  <a:lnTo>
                    <a:pt x="205" y="0"/>
                  </a:lnTo>
                  <a:lnTo>
                    <a:pt x="232" y="1"/>
                  </a:lnTo>
                  <a:lnTo>
                    <a:pt x="264" y="6"/>
                  </a:lnTo>
                  <a:lnTo>
                    <a:pt x="291" y="10"/>
                  </a:lnTo>
                  <a:lnTo>
                    <a:pt x="300" y="12"/>
                  </a:lnTo>
                  <a:lnTo>
                    <a:pt x="304" y="16"/>
                  </a:lnTo>
                  <a:lnTo>
                    <a:pt x="301" y="21"/>
                  </a:lnTo>
                  <a:lnTo>
                    <a:pt x="292" y="28"/>
                  </a:lnTo>
                  <a:lnTo>
                    <a:pt x="259" y="46"/>
                  </a:lnTo>
                  <a:lnTo>
                    <a:pt x="222" y="66"/>
                  </a:lnTo>
                  <a:lnTo>
                    <a:pt x="186" y="83"/>
                  </a:lnTo>
                  <a:lnTo>
                    <a:pt x="158" y="91"/>
                  </a:lnTo>
                  <a:lnTo>
                    <a:pt x="150" y="93"/>
                  </a:lnTo>
                  <a:lnTo>
                    <a:pt x="146" y="95"/>
                  </a:lnTo>
                  <a:lnTo>
                    <a:pt x="146" y="98"/>
                  </a:lnTo>
                  <a:lnTo>
                    <a:pt x="148" y="100"/>
                  </a:lnTo>
                  <a:lnTo>
                    <a:pt x="154" y="106"/>
                  </a:lnTo>
                  <a:lnTo>
                    <a:pt x="152" y="112"/>
                  </a:lnTo>
                  <a:lnTo>
                    <a:pt x="139" y="120"/>
                  </a:lnTo>
                  <a:lnTo>
                    <a:pt x="123" y="132"/>
                  </a:lnTo>
                  <a:lnTo>
                    <a:pt x="112" y="143"/>
                  </a:lnTo>
                  <a:lnTo>
                    <a:pt x="112" y="153"/>
                  </a:lnTo>
                  <a:lnTo>
                    <a:pt x="111" y="158"/>
                  </a:lnTo>
                  <a:lnTo>
                    <a:pt x="99" y="160"/>
                  </a:lnTo>
                  <a:lnTo>
                    <a:pt x="84" y="160"/>
                  </a:lnTo>
                  <a:lnTo>
                    <a:pt x="77" y="160"/>
                  </a:lnTo>
                </a:path>
              </a:pathLst>
            </a:custGeom>
            <a:solidFill>
              <a:srgbClr val="FDE3BA"/>
            </a:solidFill>
            <a:ln w="12700" cap="rnd">
              <a:solidFill>
                <a:schemeClr val="tx1"/>
              </a:solidFill>
              <a:round/>
              <a:headEnd/>
              <a:tailEnd/>
            </a:ln>
          </p:spPr>
          <p:txBody>
            <a:bodyPr/>
            <a:lstStyle/>
            <a:p>
              <a:endParaRPr lang="en-US" b="1"/>
            </a:p>
          </p:txBody>
        </p:sp>
        <p:sp>
          <p:nvSpPr>
            <p:cNvPr id="6554" name="Freeform 583"/>
            <p:cNvSpPr>
              <a:spLocks/>
            </p:cNvSpPr>
            <p:nvPr/>
          </p:nvSpPr>
          <p:spPr bwMode="auto">
            <a:xfrm>
              <a:off x="2356" y="1584"/>
              <a:ext cx="64" cy="52"/>
            </a:xfrm>
            <a:custGeom>
              <a:avLst/>
              <a:gdLst>
                <a:gd name="T0" fmla="*/ 25 w 64"/>
                <a:gd name="T1" fmla="*/ 0 h 52"/>
                <a:gd name="T2" fmla="*/ 37 w 64"/>
                <a:gd name="T3" fmla="*/ 21 h 52"/>
                <a:gd name="T4" fmla="*/ 53 w 64"/>
                <a:gd name="T5" fmla="*/ 36 h 52"/>
                <a:gd name="T6" fmla="*/ 59 w 64"/>
                <a:gd name="T7" fmla="*/ 40 h 52"/>
                <a:gd name="T8" fmla="*/ 63 w 64"/>
                <a:gd name="T9" fmla="*/ 43 h 52"/>
                <a:gd name="T10" fmla="*/ 62 w 64"/>
                <a:gd name="T11" fmla="*/ 44 h 52"/>
                <a:gd name="T12" fmla="*/ 56 w 64"/>
                <a:gd name="T13" fmla="*/ 42 h 52"/>
                <a:gd name="T14" fmla="*/ 42 w 64"/>
                <a:gd name="T15" fmla="*/ 38 h 52"/>
                <a:gd name="T16" fmla="*/ 35 w 64"/>
                <a:gd name="T17" fmla="*/ 38 h 52"/>
                <a:gd name="T18" fmla="*/ 31 w 64"/>
                <a:gd name="T19" fmla="*/ 40 h 52"/>
                <a:gd name="T20" fmla="*/ 23 w 64"/>
                <a:gd name="T21" fmla="*/ 44 h 52"/>
                <a:gd name="T22" fmla="*/ 14 w 64"/>
                <a:gd name="T23" fmla="*/ 49 h 52"/>
                <a:gd name="T24" fmla="*/ 7 w 64"/>
                <a:gd name="T25" fmla="*/ 51 h 52"/>
                <a:gd name="T26" fmla="*/ 2 w 64"/>
                <a:gd name="T27" fmla="*/ 48 h 52"/>
                <a:gd name="T28" fmla="*/ 0 w 64"/>
                <a:gd name="T29" fmla="*/ 40 h 52"/>
                <a:gd name="T30" fmla="*/ 4 w 64"/>
                <a:gd name="T31" fmla="*/ 24 h 52"/>
                <a:gd name="T32" fmla="*/ 13 w 64"/>
                <a:gd name="T33" fmla="*/ 11 h 52"/>
                <a:gd name="T34" fmla="*/ 21 w 64"/>
                <a:gd name="T35" fmla="*/ 3 h 52"/>
                <a:gd name="T36" fmla="*/ 25 w 64"/>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4"/>
                <a:gd name="T58" fmla="*/ 0 h 52"/>
                <a:gd name="T59" fmla="*/ 64 w 64"/>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4" h="52">
                  <a:moveTo>
                    <a:pt x="25" y="0"/>
                  </a:moveTo>
                  <a:lnTo>
                    <a:pt x="37" y="21"/>
                  </a:lnTo>
                  <a:lnTo>
                    <a:pt x="53" y="36"/>
                  </a:lnTo>
                  <a:lnTo>
                    <a:pt x="59" y="40"/>
                  </a:lnTo>
                  <a:lnTo>
                    <a:pt x="63" y="43"/>
                  </a:lnTo>
                  <a:lnTo>
                    <a:pt x="62" y="44"/>
                  </a:lnTo>
                  <a:lnTo>
                    <a:pt x="56" y="42"/>
                  </a:lnTo>
                  <a:lnTo>
                    <a:pt x="42" y="38"/>
                  </a:lnTo>
                  <a:lnTo>
                    <a:pt x="35" y="38"/>
                  </a:lnTo>
                  <a:lnTo>
                    <a:pt x="31" y="40"/>
                  </a:lnTo>
                  <a:lnTo>
                    <a:pt x="23" y="44"/>
                  </a:lnTo>
                  <a:lnTo>
                    <a:pt x="14" y="49"/>
                  </a:lnTo>
                  <a:lnTo>
                    <a:pt x="7" y="51"/>
                  </a:lnTo>
                  <a:lnTo>
                    <a:pt x="2" y="48"/>
                  </a:lnTo>
                  <a:lnTo>
                    <a:pt x="0" y="40"/>
                  </a:lnTo>
                  <a:lnTo>
                    <a:pt x="4" y="24"/>
                  </a:lnTo>
                  <a:lnTo>
                    <a:pt x="13" y="11"/>
                  </a:lnTo>
                  <a:lnTo>
                    <a:pt x="21" y="3"/>
                  </a:lnTo>
                  <a:lnTo>
                    <a:pt x="25" y="0"/>
                  </a:lnTo>
                </a:path>
              </a:pathLst>
            </a:custGeom>
            <a:solidFill>
              <a:srgbClr val="FDE3BA"/>
            </a:solidFill>
            <a:ln w="12700" cap="rnd">
              <a:solidFill>
                <a:schemeClr val="tx1"/>
              </a:solidFill>
              <a:round/>
              <a:headEnd/>
              <a:tailEnd/>
            </a:ln>
          </p:spPr>
          <p:txBody>
            <a:bodyPr/>
            <a:lstStyle/>
            <a:p>
              <a:endParaRPr lang="en-US" b="1"/>
            </a:p>
          </p:txBody>
        </p:sp>
        <p:sp>
          <p:nvSpPr>
            <p:cNvPr id="6555" name="Freeform 584"/>
            <p:cNvSpPr>
              <a:spLocks/>
            </p:cNvSpPr>
            <p:nvPr/>
          </p:nvSpPr>
          <p:spPr bwMode="auto">
            <a:xfrm>
              <a:off x="2381" y="1637"/>
              <a:ext cx="27" cy="19"/>
            </a:xfrm>
            <a:custGeom>
              <a:avLst/>
              <a:gdLst>
                <a:gd name="T0" fmla="*/ 0 w 27"/>
                <a:gd name="T1" fmla="*/ 18 h 19"/>
                <a:gd name="T2" fmla="*/ 9 w 27"/>
                <a:gd name="T3" fmla="*/ 8 h 19"/>
                <a:gd name="T4" fmla="*/ 19 w 27"/>
                <a:gd name="T5" fmla="*/ 1 h 19"/>
                <a:gd name="T6" fmla="*/ 26 w 27"/>
                <a:gd name="T7" fmla="*/ 0 h 19"/>
                <a:gd name="T8" fmla="*/ 25 w 27"/>
                <a:gd name="T9" fmla="*/ 5 h 19"/>
                <a:gd name="T10" fmla="*/ 18 w 27"/>
                <a:gd name="T11" fmla="*/ 12 h 19"/>
                <a:gd name="T12" fmla="*/ 10 w 27"/>
                <a:gd name="T13" fmla="*/ 16 h 19"/>
                <a:gd name="T14" fmla="*/ 3 w 27"/>
                <a:gd name="T15" fmla="*/ 18 h 19"/>
                <a:gd name="T16" fmla="*/ 0 w 27"/>
                <a:gd name="T17" fmla="*/ 18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
                <a:gd name="T28" fmla="*/ 0 h 19"/>
                <a:gd name="T29" fmla="*/ 27 w 27"/>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 h="19">
                  <a:moveTo>
                    <a:pt x="0" y="18"/>
                  </a:moveTo>
                  <a:lnTo>
                    <a:pt x="9" y="8"/>
                  </a:lnTo>
                  <a:lnTo>
                    <a:pt x="19" y="1"/>
                  </a:lnTo>
                  <a:lnTo>
                    <a:pt x="26" y="0"/>
                  </a:lnTo>
                  <a:lnTo>
                    <a:pt x="25" y="5"/>
                  </a:lnTo>
                  <a:lnTo>
                    <a:pt x="18" y="12"/>
                  </a:lnTo>
                  <a:lnTo>
                    <a:pt x="10" y="16"/>
                  </a:lnTo>
                  <a:lnTo>
                    <a:pt x="3" y="18"/>
                  </a:lnTo>
                  <a:lnTo>
                    <a:pt x="0" y="18"/>
                  </a:lnTo>
                </a:path>
              </a:pathLst>
            </a:custGeom>
            <a:solidFill>
              <a:srgbClr val="FDE3BA"/>
            </a:solidFill>
            <a:ln w="12700" cap="rnd">
              <a:solidFill>
                <a:schemeClr val="tx1"/>
              </a:solidFill>
              <a:round/>
              <a:headEnd/>
              <a:tailEnd/>
            </a:ln>
          </p:spPr>
          <p:txBody>
            <a:bodyPr/>
            <a:lstStyle/>
            <a:p>
              <a:endParaRPr lang="en-US" b="1"/>
            </a:p>
          </p:txBody>
        </p:sp>
        <p:sp>
          <p:nvSpPr>
            <p:cNvPr id="6556" name="Freeform 585"/>
            <p:cNvSpPr>
              <a:spLocks/>
            </p:cNvSpPr>
            <p:nvPr/>
          </p:nvSpPr>
          <p:spPr bwMode="auto">
            <a:xfrm>
              <a:off x="2419" y="1642"/>
              <a:ext cx="15" cy="29"/>
            </a:xfrm>
            <a:custGeom>
              <a:avLst/>
              <a:gdLst>
                <a:gd name="T0" fmla="*/ 1 w 15"/>
                <a:gd name="T1" fmla="*/ 28 h 29"/>
                <a:gd name="T2" fmla="*/ 0 w 15"/>
                <a:gd name="T3" fmla="*/ 14 h 29"/>
                <a:gd name="T4" fmla="*/ 6 w 15"/>
                <a:gd name="T5" fmla="*/ 4 h 29"/>
                <a:gd name="T6" fmla="*/ 12 w 15"/>
                <a:gd name="T7" fmla="*/ 0 h 29"/>
                <a:gd name="T8" fmla="*/ 14 w 15"/>
                <a:gd name="T9" fmla="*/ 5 h 29"/>
                <a:gd name="T10" fmla="*/ 6 w 15"/>
                <a:gd name="T11" fmla="*/ 22 h 29"/>
                <a:gd name="T12" fmla="*/ 1 w 15"/>
                <a:gd name="T13" fmla="*/ 28 h 29"/>
                <a:gd name="T14" fmla="*/ 0 60000 65536"/>
                <a:gd name="T15" fmla="*/ 0 60000 65536"/>
                <a:gd name="T16" fmla="*/ 0 60000 65536"/>
                <a:gd name="T17" fmla="*/ 0 60000 65536"/>
                <a:gd name="T18" fmla="*/ 0 60000 65536"/>
                <a:gd name="T19" fmla="*/ 0 60000 65536"/>
                <a:gd name="T20" fmla="*/ 0 60000 65536"/>
                <a:gd name="T21" fmla="*/ 0 w 15"/>
                <a:gd name="T22" fmla="*/ 0 h 29"/>
                <a:gd name="T23" fmla="*/ 15 w 1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9">
                  <a:moveTo>
                    <a:pt x="1" y="28"/>
                  </a:moveTo>
                  <a:lnTo>
                    <a:pt x="0" y="14"/>
                  </a:lnTo>
                  <a:lnTo>
                    <a:pt x="6" y="4"/>
                  </a:lnTo>
                  <a:lnTo>
                    <a:pt x="12" y="0"/>
                  </a:lnTo>
                  <a:lnTo>
                    <a:pt x="14" y="5"/>
                  </a:lnTo>
                  <a:lnTo>
                    <a:pt x="6" y="22"/>
                  </a:lnTo>
                  <a:lnTo>
                    <a:pt x="1" y="28"/>
                  </a:lnTo>
                </a:path>
              </a:pathLst>
            </a:custGeom>
            <a:solidFill>
              <a:srgbClr val="FDE3BA"/>
            </a:solidFill>
            <a:ln w="12700" cap="rnd">
              <a:solidFill>
                <a:schemeClr val="tx1"/>
              </a:solidFill>
              <a:round/>
              <a:headEnd/>
              <a:tailEnd/>
            </a:ln>
          </p:spPr>
          <p:txBody>
            <a:bodyPr/>
            <a:lstStyle/>
            <a:p>
              <a:endParaRPr lang="en-US" b="1"/>
            </a:p>
          </p:txBody>
        </p:sp>
        <p:sp>
          <p:nvSpPr>
            <p:cNvPr id="6557" name="Freeform 586"/>
            <p:cNvSpPr>
              <a:spLocks/>
            </p:cNvSpPr>
            <p:nvPr/>
          </p:nvSpPr>
          <p:spPr bwMode="auto">
            <a:xfrm>
              <a:off x="1959" y="1570"/>
              <a:ext cx="78" cy="39"/>
            </a:xfrm>
            <a:custGeom>
              <a:avLst/>
              <a:gdLst>
                <a:gd name="T0" fmla="*/ 71 w 78"/>
                <a:gd name="T1" fmla="*/ 8 h 39"/>
                <a:gd name="T2" fmla="*/ 77 w 78"/>
                <a:gd name="T3" fmla="*/ 19 h 39"/>
                <a:gd name="T4" fmla="*/ 66 w 78"/>
                <a:gd name="T5" fmla="*/ 21 h 39"/>
                <a:gd name="T6" fmla="*/ 59 w 78"/>
                <a:gd name="T7" fmla="*/ 22 h 39"/>
                <a:gd name="T8" fmla="*/ 55 w 78"/>
                <a:gd name="T9" fmla="*/ 22 h 39"/>
                <a:gd name="T10" fmla="*/ 51 w 78"/>
                <a:gd name="T11" fmla="*/ 21 h 39"/>
                <a:gd name="T12" fmla="*/ 45 w 78"/>
                <a:gd name="T13" fmla="*/ 24 h 39"/>
                <a:gd name="T14" fmla="*/ 38 w 78"/>
                <a:gd name="T15" fmla="*/ 33 h 39"/>
                <a:gd name="T16" fmla="*/ 29 w 78"/>
                <a:gd name="T17" fmla="*/ 37 h 39"/>
                <a:gd name="T18" fmla="*/ 17 w 78"/>
                <a:gd name="T19" fmla="*/ 38 h 39"/>
                <a:gd name="T20" fmla="*/ 9 w 78"/>
                <a:gd name="T21" fmla="*/ 36 h 39"/>
                <a:gd name="T22" fmla="*/ 11 w 78"/>
                <a:gd name="T23" fmla="*/ 32 h 39"/>
                <a:gd name="T24" fmla="*/ 24 w 78"/>
                <a:gd name="T25" fmla="*/ 23 h 39"/>
                <a:gd name="T26" fmla="*/ 23 w 78"/>
                <a:gd name="T27" fmla="*/ 19 h 39"/>
                <a:gd name="T28" fmla="*/ 18 w 78"/>
                <a:gd name="T29" fmla="*/ 18 h 39"/>
                <a:gd name="T30" fmla="*/ 14 w 78"/>
                <a:gd name="T31" fmla="*/ 18 h 39"/>
                <a:gd name="T32" fmla="*/ 1 w 78"/>
                <a:gd name="T33" fmla="*/ 17 h 39"/>
                <a:gd name="T34" fmla="*/ 0 w 78"/>
                <a:gd name="T35" fmla="*/ 14 h 39"/>
                <a:gd name="T36" fmla="*/ 3 w 78"/>
                <a:gd name="T37" fmla="*/ 11 h 39"/>
                <a:gd name="T38" fmla="*/ 5 w 78"/>
                <a:gd name="T39" fmla="*/ 9 h 39"/>
                <a:gd name="T40" fmla="*/ 24 w 78"/>
                <a:gd name="T41" fmla="*/ 5 h 39"/>
                <a:gd name="T42" fmla="*/ 41 w 78"/>
                <a:gd name="T43" fmla="*/ 1 h 39"/>
                <a:gd name="T44" fmla="*/ 53 w 78"/>
                <a:gd name="T45" fmla="*/ 0 h 39"/>
                <a:gd name="T46" fmla="*/ 54 w 78"/>
                <a:gd name="T47" fmla="*/ 4 h 39"/>
                <a:gd name="T48" fmla="*/ 53 w 78"/>
                <a:gd name="T49" fmla="*/ 11 h 39"/>
                <a:gd name="T50" fmla="*/ 57 w 78"/>
                <a:gd name="T51" fmla="*/ 13 h 39"/>
                <a:gd name="T52" fmla="*/ 65 w 78"/>
                <a:gd name="T53" fmla="*/ 12 h 39"/>
                <a:gd name="T54" fmla="*/ 73 w 78"/>
                <a:gd name="T55" fmla="*/ 8 h 3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78"/>
                <a:gd name="T85" fmla="*/ 0 h 39"/>
                <a:gd name="T86" fmla="*/ 78 w 78"/>
                <a:gd name="T87" fmla="*/ 39 h 3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78" h="39">
                  <a:moveTo>
                    <a:pt x="71" y="8"/>
                  </a:moveTo>
                  <a:lnTo>
                    <a:pt x="77" y="19"/>
                  </a:lnTo>
                  <a:lnTo>
                    <a:pt x="66" y="21"/>
                  </a:lnTo>
                  <a:lnTo>
                    <a:pt x="59" y="22"/>
                  </a:lnTo>
                  <a:lnTo>
                    <a:pt x="55" y="22"/>
                  </a:lnTo>
                  <a:lnTo>
                    <a:pt x="51" y="21"/>
                  </a:lnTo>
                  <a:lnTo>
                    <a:pt x="45" y="24"/>
                  </a:lnTo>
                  <a:lnTo>
                    <a:pt x="38" y="33"/>
                  </a:lnTo>
                  <a:lnTo>
                    <a:pt x="29" y="37"/>
                  </a:lnTo>
                  <a:lnTo>
                    <a:pt x="17" y="38"/>
                  </a:lnTo>
                  <a:lnTo>
                    <a:pt x="9" y="36"/>
                  </a:lnTo>
                  <a:lnTo>
                    <a:pt x="11" y="32"/>
                  </a:lnTo>
                  <a:lnTo>
                    <a:pt x="24" y="23"/>
                  </a:lnTo>
                  <a:lnTo>
                    <a:pt x="23" y="19"/>
                  </a:lnTo>
                  <a:lnTo>
                    <a:pt x="18" y="18"/>
                  </a:lnTo>
                  <a:lnTo>
                    <a:pt x="14" y="18"/>
                  </a:lnTo>
                  <a:lnTo>
                    <a:pt x="1" y="17"/>
                  </a:lnTo>
                  <a:lnTo>
                    <a:pt x="0" y="14"/>
                  </a:lnTo>
                  <a:lnTo>
                    <a:pt x="3" y="11"/>
                  </a:lnTo>
                  <a:lnTo>
                    <a:pt x="5" y="9"/>
                  </a:lnTo>
                  <a:lnTo>
                    <a:pt x="24" y="5"/>
                  </a:lnTo>
                  <a:lnTo>
                    <a:pt x="41" y="1"/>
                  </a:lnTo>
                  <a:lnTo>
                    <a:pt x="53" y="0"/>
                  </a:lnTo>
                  <a:lnTo>
                    <a:pt x="54" y="4"/>
                  </a:lnTo>
                  <a:lnTo>
                    <a:pt x="53" y="11"/>
                  </a:lnTo>
                  <a:lnTo>
                    <a:pt x="57" y="13"/>
                  </a:lnTo>
                  <a:lnTo>
                    <a:pt x="65" y="12"/>
                  </a:lnTo>
                  <a:lnTo>
                    <a:pt x="73" y="8"/>
                  </a:lnTo>
                </a:path>
              </a:pathLst>
            </a:custGeom>
            <a:solidFill>
              <a:srgbClr val="FDE3BA"/>
            </a:solidFill>
            <a:ln w="12700" cap="rnd">
              <a:solidFill>
                <a:schemeClr val="tx1"/>
              </a:solidFill>
              <a:round/>
              <a:headEnd/>
              <a:tailEnd/>
            </a:ln>
          </p:spPr>
          <p:txBody>
            <a:bodyPr/>
            <a:lstStyle/>
            <a:p>
              <a:endParaRPr lang="en-US" b="1"/>
            </a:p>
          </p:txBody>
        </p:sp>
        <p:sp>
          <p:nvSpPr>
            <p:cNvPr id="6558" name="Freeform 587"/>
            <p:cNvSpPr>
              <a:spLocks/>
            </p:cNvSpPr>
            <p:nvPr/>
          </p:nvSpPr>
          <p:spPr bwMode="auto">
            <a:xfrm>
              <a:off x="2017" y="1648"/>
              <a:ext cx="87" cy="41"/>
            </a:xfrm>
            <a:custGeom>
              <a:avLst/>
              <a:gdLst>
                <a:gd name="T0" fmla="*/ 6 w 87"/>
                <a:gd name="T1" fmla="*/ 30 h 41"/>
                <a:gd name="T2" fmla="*/ 18 w 87"/>
                <a:gd name="T3" fmla="*/ 21 h 41"/>
                <a:gd name="T4" fmla="*/ 24 w 87"/>
                <a:gd name="T5" fmla="*/ 14 h 41"/>
                <a:gd name="T6" fmla="*/ 28 w 87"/>
                <a:gd name="T7" fmla="*/ 9 h 41"/>
                <a:gd name="T8" fmla="*/ 38 w 87"/>
                <a:gd name="T9" fmla="*/ 9 h 41"/>
                <a:gd name="T10" fmla="*/ 50 w 87"/>
                <a:gd name="T11" fmla="*/ 10 h 41"/>
                <a:gd name="T12" fmla="*/ 60 w 87"/>
                <a:gd name="T13" fmla="*/ 7 h 41"/>
                <a:gd name="T14" fmla="*/ 68 w 87"/>
                <a:gd name="T15" fmla="*/ 3 h 41"/>
                <a:gd name="T16" fmla="*/ 75 w 87"/>
                <a:gd name="T17" fmla="*/ 0 h 41"/>
                <a:gd name="T18" fmla="*/ 82 w 87"/>
                <a:gd name="T19" fmla="*/ 0 h 41"/>
                <a:gd name="T20" fmla="*/ 86 w 87"/>
                <a:gd name="T21" fmla="*/ 1 h 41"/>
                <a:gd name="T22" fmla="*/ 84 w 87"/>
                <a:gd name="T23" fmla="*/ 5 h 41"/>
                <a:gd name="T24" fmla="*/ 71 w 87"/>
                <a:gd name="T25" fmla="*/ 13 h 41"/>
                <a:gd name="T26" fmla="*/ 59 w 87"/>
                <a:gd name="T27" fmla="*/ 21 h 41"/>
                <a:gd name="T28" fmla="*/ 49 w 87"/>
                <a:gd name="T29" fmla="*/ 29 h 41"/>
                <a:gd name="T30" fmla="*/ 37 w 87"/>
                <a:gd name="T31" fmla="*/ 36 h 41"/>
                <a:gd name="T32" fmla="*/ 21 w 87"/>
                <a:gd name="T33" fmla="*/ 40 h 41"/>
                <a:gd name="T34" fmla="*/ 3 w 87"/>
                <a:gd name="T35" fmla="*/ 39 h 41"/>
                <a:gd name="T36" fmla="*/ 0 w 87"/>
                <a:gd name="T37" fmla="*/ 36 h 41"/>
                <a:gd name="T38" fmla="*/ 3 w 87"/>
                <a:gd name="T39" fmla="*/ 32 h 41"/>
                <a:gd name="T40" fmla="*/ 6 w 87"/>
                <a:gd name="T41" fmla="*/ 3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7"/>
                <a:gd name="T64" fmla="*/ 0 h 41"/>
                <a:gd name="T65" fmla="*/ 87 w 87"/>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7" h="41">
                  <a:moveTo>
                    <a:pt x="6" y="30"/>
                  </a:moveTo>
                  <a:lnTo>
                    <a:pt x="18" y="21"/>
                  </a:lnTo>
                  <a:lnTo>
                    <a:pt x="24" y="14"/>
                  </a:lnTo>
                  <a:lnTo>
                    <a:pt x="28" y="9"/>
                  </a:lnTo>
                  <a:lnTo>
                    <a:pt x="38" y="9"/>
                  </a:lnTo>
                  <a:lnTo>
                    <a:pt x="50" y="10"/>
                  </a:lnTo>
                  <a:lnTo>
                    <a:pt x="60" y="7"/>
                  </a:lnTo>
                  <a:lnTo>
                    <a:pt x="68" y="3"/>
                  </a:lnTo>
                  <a:lnTo>
                    <a:pt x="75" y="0"/>
                  </a:lnTo>
                  <a:lnTo>
                    <a:pt x="82" y="0"/>
                  </a:lnTo>
                  <a:lnTo>
                    <a:pt x="86" y="1"/>
                  </a:lnTo>
                  <a:lnTo>
                    <a:pt x="84" y="5"/>
                  </a:lnTo>
                  <a:lnTo>
                    <a:pt x="71" y="13"/>
                  </a:lnTo>
                  <a:lnTo>
                    <a:pt x="59" y="21"/>
                  </a:lnTo>
                  <a:lnTo>
                    <a:pt x="49" y="29"/>
                  </a:lnTo>
                  <a:lnTo>
                    <a:pt x="37" y="36"/>
                  </a:lnTo>
                  <a:lnTo>
                    <a:pt x="21" y="40"/>
                  </a:lnTo>
                  <a:lnTo>
                    <a:pt x="3" y="39"/>
                  </a:lnTo>
                  <a:lnTo>
                    <a:pt x="0" y="36"/>
                  </a:lnTo>
                  <a:lnTo>
                    <a:pt x="3" y="32"/>
                  </a:lnTo>
                  <a:lnTo>
                    <a:pt x="6" y="30"/>
                  </a:lnTo>
                </a:path>
              </a:pathLst>
            </a:custGeom>
            <a:solidFill>
              <a:srgbClr val="FDE3BA"/>
            </a:solidFill>
            <a:ln w="12700" cap="rnd">
              <a:solidFill>
                <a:schemeClr val="tx1"/>
              </a:solidFill>
              <a:round/>
              <a:headEnd/>
              <a:tailEnd/>
            </a:ln>
          </p:spPr>
          <p:txBody>
            <a:bodyPr/>
            <a:lstStyle/>
            <a:p>
              <a:endParaRPr lang="en-US" b="1"/>
            </a:p>
          </p:txBody>
        </p:sp>
        <p:sp>
          <p:nvSpPr>
            <p:cNvPr id="6559" name="Freeform 588"/>
            <p:cNvSpPr>
              <a:spLocks/>
            </p:cNvSpPr>
            <p:nvPr/>
          </p:nvSpPr>
          <p:spPr bwMode="auto">
            <a:xfrm>
              <a:off x="2364" y="1419"/>
              <a:ext cx="266" cy="233"/>
            </a:xfrm>
            <a:custGeom>
              <a:avLst/>
              <a:gdLst>
                <a:gd name="T0" fmla="*/ 172 w 266"/>
                <a:gd name="T1" fmla="*/ 220 h 233"/>
                <a:gd name="T2" fmla="*/ 131 w 266"/>
                <a:gd name="T3" fmla="*/ 186 h 233"/>
                <a:gd name="T4" fmla="*/ 99 w 266"/>
                <a:gd name="T5" fmla="*/ 182 h 233"/>
                <a:gd name="T6" fmla="*/ 96 w 266"/>
                <a:gd name="T7" fmla="*/ 180 h 233"/>
                <a:gd name="T8" fmla="*/ 120 w 266"/>
                <a:gd name="T9" fmla="*/ 168 h 233"/>
                <a:gd name="T10" fmla="*/ 135 w 266"/>
                <a:gd name="T11" fmla="*/ 155 h 233"/>
                <a:gd name="T12" fmla="*/ 156 w 266"/>
                <a:gd name="T13" fmla="*/ 134 h 233"/>
                <a:gd name="T14" fmla="*/ 154 w 266"/>
                <a:gd name="T15" fmla="*/ 116 h 233"/>
                <a:gd name="T16" fmla="*/ 133 w 266"/>
                <a:gd name="T17" fmla="*/ 90 h 233"/>
                <a:gd name="T18" fmla="*/ 114 w 266"/>
                <a:gd name="T19" fmla="*/ 77 h 233"/>
                <a:gd name="T20" fmla="*/ 66 w 266"/>
                <a:gd name="T21" fmla="*/ 77 h 233"/>
                <a:gd name="T22" fmla="*/ 19 w 266"/>
                <a:gd name="T23" fmla="*/ 74 h 233"/>
                <a:gd name="T24" fmla="*/ 2 w 266"/>
                <a:gd name="T25" fmla="*/ 63 h 233"/>
                <a:gd name="T26" fmla="*/ 11 w 266"/>
                <a:gd name="T27" fmla="*/ 57 h 233"/>
                <a:gd name="T28" fmla="*/ 0 w 266"/>
                <a:gd name="T29" fmla="*/ 42 h 233"/>
                <a:gd name="T30" fmla="*/ 7 w 266"/>
                <a:gd name="T31" fmla="*/ 17 h 233"/>
                <a:gd name="T32" fmla="*/ 25 w 266"/>
                <a:gd name="T33" fmla="*/ 7 h 233"/>
                <a:gd name="T34" fmla="*/ 32 w 266"/>
                <a:gd name="T35" fmla="*/ 17 h 233"/>
                <a:gd name="T36" fmla="*/ 30 w 266"/>
                <a:gd name="T37" fmla="*/ 49 h 233"/>
                <a:gd name="T38" fmla="*/ 38 w 266"/>
                <a:gd name="T39" fmla="*/ 44 h 233"/>
                <a:gd name="T40" fmla="*/ 51 w 266"/>
                <a:gd name="T41" fmla="*/ 12 h 233"/>
                <a:gd name="T42" fmla="*/ 86 w 266"/>
                <a:gd name="T43" fmla="*/ 0 h 233"/>
                <a:gd name="T44" fmla="*/ 95 w 266"/>
                <a:gd name="T45" fmla="*/ 23 h 233"/>
                <a:gd name="T46" fmla="*/ 111 w 266"/>
                <a:gd name="T47" fmla="*/ 32 h 233"/>
                <a:gd name="T48" fmla="*/ 137 w 266"/>
                <a:gd name="T49" fmla="*/ 21 h 233"/>
                <a:gd name="T50" fmla="*/ 154 w 266"/>
                <a:gd name="T51" fmla="*/ 30 h 233"/>
                <a:gd name="T52" fmla="*/ 167 w 266"/>
                <a:gd name="T53" fmla="*/ 44 h 233"/>
                <a:gd name="T54" fmla="*/ 182 w 266"/>
                <a:gd name="T55" fmla="*/ 42 h 233"/>
                <a:gd name="T56" fmla="*/ 197 w 266"/>
                <a:gd name="T57" fmla="*/ 51 h 233"/>
                <a:gd name="T58" fmla="*/ 213 w 266"/>
                <a:gd name="T59" fmla="*/ 75 h 233"/>
                <a:gd name="T60" fmla="*/ 213 w 266"/>
                <a:gd name="T61" fmla="*/ 91 h 233"/>
                <a:gd name="T62" fmla="*/ 209 w 266"/>
                <a:gd name="T63" fmla="*/ 100 h 233"/>
                <a:gd name="T64" fmla="*/ 215 w 266"/>
                <a:gd name="T65" fmla="*/ 111 h 233"/>
                <a:gd name="T66" fmla="*/ 253 w 266"/>
                <a:gd name="T67" fmla="*/ 131 h 233"/>
                <a:gd name="T68" fmla="*/ 265 w 266"/>
                <a:gd name="T69" fmla="*/ 144 h 233"/>
                <a:gd name="T70" fmla="*/ 247 w 266"/>
                <a:gd name="T71" fmla="*/ 178 h 233"/>
                <a:gd name="T72" fmla="*/ 238 w 266"/>
                <a:gd name="T73" fmla="*/ 167 h 233"/>
                <a:gd name="T74" fmla="*/ 213 w 266"/>
                <a:gd name="T75" fmla="*/ 150 h 233"/>
                <a:gd name="T76" fmla="*/ 214 w 266"/>
                <a:gd name="T77" fmla="*/ 170 h 233"/>
                <a:gd name="T78" fmla="*/ 234 w 266"/>
                <a:gd name="T79" fmla="*/ 199 h 233"/>
                <a:gd name="T80" fmla="*/ 233 w 266"/>
                <a:gd name="T81" fmla="*/ 210 h 233"/>
                <a:gd name="T82" fmla="*/ 215 w 266"/>
                <a:gd name="T83" fmla="*/ 212 h 233"/>
                <a:gd name="T84" fmla="*/ 198 w 266"/>
                <a:gd name="T85" fmla="*/ 201 h 233"/>
                <a:gd name="T86" fmla="*/ 192 w 266"/>
                <a:gd name="T87" fmla="*/ 205 h 233"/>
                <a:gd name="T88" fmla="*/ 207 w 266"/>
                <a:gd name="T89" fmla="*/ 224 h 233"/>
                <a:gd name="T90" fmla="*/ 207 w 266"/>
                <a:gd name="T91" fmla="*/ 231 h 23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66"/>
                <a:gd name="T139" fmla="*/ 0 h 233"/>
                <a:gd name="T140" fmla="*/ 266 w 266"/>
                <a:gd name="T141" fmla="*/ 233 h 23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66" h="233">
                  <a:moveTo>
                    <a:pt x="207" y="232"/>
                  </a:moveTo>
                  <a:lnTo>
                    <a:pt x="172" y="220"/>
                  </a:lnTo>
                  <a:lnTo>
                    <a:pt x="151" y="201"/>
                  </a:lnTo>
                  <a:lnTo>
                    <a:pt x="131" y="186"/>
                  </a:lnTo>
                  <a:lnTo>
                    <a:pt x="108" y="182"/>
                  </a:lnTo>
                  <a:lnTo>
                    <a:pt x="99" y="182"/>
                  </a:lnTo>
                  <a:lnTo>
                    <a:pt x="95" y="181"/>
                  </a:lnTo>
                  <a:lnTo>
                    <a:pt x="96" y="180"/>
                  </a:lnTo>
                  <a:lnTo>
                    <a:pt x="103" y="176"/>
                  </a:lnTo>
                  <a:lnTo>
                    <a:pt x="120" y="168"/>
                  </a:lnTo>
                  <a:lnTo>
                    <a:pt x="128" y="162"/>
                  </a:lnTo>
                  <a:lnTo>
                    <a:pt x="135" y="155"/>
                  </a:lnTo>
                  <a:lnTo>
                    <a:pt x="145" y="145"/>
                  </a:lnTo>
                  <a:lnTo>
                    <a:pt x="156" y="134"/>
                  </a:lnTo>
                  <a:lnTo>
                    <a:pt x="158" y="126"/>
                  </a:lnTo>
                  <a:lnTo>
                    <a:pt x="154" y="116"/>
                  </a:lnTo>
                  <a:lnTo>
                    <a:pt x="143" y="103"/>
                  </a:lnTo>
                  <a:lnTo>
                    <a:pt x="133" y="90"/>
                  </a:lnTo>
                  <a:lnTo>
                    <a:pt x="125" y="81"/>
                  </a:lnTo>
                  <a:lnTo>
                    <a:pt x="114" y="77"/>
                  </a:lnTo>
                  <a:lnTo>
                    <a:pt x="93" y="76"/>
                  </a:lnTo>
                  <a:lnTo>
                    <a:pt x="66" y="77"/>
                  </a:lnTo>
                  <a:lnTo>
                    <a:pt x="41" y="77"/>
                  </a:lnTo>
                  <a:lnTo>
                    <a:pt x="19" y="74"/>
                  </a:lnTo>
                  <a:lnTo>
                    <a:pt x="5" y="69"/>
                  </a:lnTo>
                  <a:lnTo>
                    <a:pt x="2" y="63"/>
                  </a:lnTo>
                  <a:lnTo>
                    <a:pt x="7" y="60"/>
                  </a:lnTo>
                  <a:lnTo>
                    <a:pt x="11" y="57"/>
                  </a:lnTo>
                  <a:lnTo>
                    <a:pt x="7" y="51"/>
                  </a:lnTo>
                  <a:lnTo>
                    <a:pt x="0" y="42"/>
                  </a:lnTo>
                  <a:lnTo>
                    <a:pt x="1" y="29"/>
                  </a:lnTo>
                  <a:lnTo>
                    <a:pt x="7" y="17"/>
                  </a:lnTo>
                  <a:lnTo>
                    <a:pt x="17" y="9"/>
                  </a:lnTo>
                  <a:lnTo>
                    <a:pt x="25" y="7"/>
                  </a:lnTo>
                  <a:lnTo>
                    <a:pt x="30" y="9"/>
                  </a:lnTo>
                  <a:lnTo>
                    <a:pt x="32" y="17"/>
                  </a:lnTo>
                  <a:lnTo>
                    <a:pt x="30" y="34"/>
                  </a:lnTo>
                  <a:lnTo>
                    <a:pt x="30" y="49"/>
                  </a:lnTo>
                  <a:lnTo>
                    <a:pt x="34" y="51"/>
                  </a:lnTo>
                  <a:lnTo>
                    <a:pt x="38" y="44"/>
                  </a:lnTo>
                  <a:lnTo>
                    <a:pt x="42" y="28"/>
                  </a:lnTo>
                  <a:lnTo>
                    <a:pt x="51" y="12"/>
                  </a:lnTo>
                  <a:lnTo>
                    <a:pt x="69" y="1"/>
                  </a:lnTo>
                  <a:lnTo>
                    <a:pt x="86" y="0"/>
                  </a:lnTo>
                  <a:lnTo>
                    <a:pt x="93" y="9"/>
                  </a:lnTo>
                  <a:lnTo>
                    <a:pt x="95" y="23"/>
                  </a:lnTo>
                  <a:lnTo>
                    <a:pt x="101" y="31"/>
                  </a:lnTo>
                  <a:lnTo>
                    <a:pt x="111" y="32"/>
                  </a:lnTo>
                  <a:lnTo>
                    <a:pt x="124" y="26"/>
                  </a:lnTo>
                  <a:lnTo>
                    <a:pt x="137" y="21"/>
                  </a:lnTo>
                  <a:lnTo>
                    <a:pt x="147" y="23"/>
                  </a:lnTo>
                  <a:lnTo>
                    <a:pt x="154" y="30"/>
                  </a:lnTo>
                  <a:lnTo>
                    <a:pt x="161" y="40"/>
                  </a:lnTo>
                  <a:lnTo>
                    <a:pt x="167" y="44"/>
                  </a:lnTo>
                  <a:lnTo>
                    <a:pt x="176" y="42"/>
                  </a:lnTo>
                  <a:lnTo>
                    <a:pt x="182" y="42"/>
                  </a:lnTo>
                  <a:lnTo>
                    <a:pt x="189" y="45"/>
                  </a:lnTo>
                  <a:lnTo>
                    <a:pt x="197" y="51"/>
                  </a:lnTo>
                  <a:lnTo>
                    <a:pt x="207" y="63"/>
                  </a:lnTo>
                  <a:lnTo>
                    <a:pt x="213" y="75"/>
                  </a:lnTo>
                  <a:lnTo>
                    <a:pt x="215" y="84"/>
                  </a:lnTo>
                  <a:lnTo>
                    <a:pt x="213" y="91"/>
                  </a:lnTo>
                  <a:lnTo>
                    <a:pt x="211" y="96"/>
                  </a:lnTo>
                  <a:lnTo>
                    <a:pt x="209" y="100"/>
                  </a:lnTo>
                  <a:lnTo>
                    <a:pt x="210" y="105"/>
                  </a:lnTo>
                  <a:lnTo>
                    <a:pt x="215" y="111"/>
                  </a:lnTo>
                  <a:lnTo>
                    <a:pt x="227" y="118"/>
                  </a:lnTo>
                  <a:lnTo>
                    <a:pt x="253" y="131"/>
                  </a:lnTo>
                  <a:lnTo>
                    <a:pt x="265" y="137"/>
                  </a:lnTo>
                  <a:lnTo>
                    <a:pt x="265" y="144"/>
                  </a:lnTo>
                  <a:lnTo>
                    <a:pt x="256" y="162"/>
                  </a:lnTo>
                  <a:lnTo>
                    <a:pt x="247" y="178"/>
                  </a:lnTo>
                  <a:lnTo>
                    <a:pt x="243" y="177"/>
                  </a:lnTo>
                  <a:lnTo>
                    <a:pt x="238" y="167"/>
                  </a:lnTo>
                  <a:lnTo>
                    <a:pt x="226" y="155"/>
                  </a:lnTo>
                  <a:lnTo>
                    <a:pt x="213" y="150"/>
                  </a:lnTo>
                  <a:lnTo>
                    <a:pt x="209" y="155"/>
                  </a:lnTo>
                  <a:lnTo>
                    <a:pt x="214" y="170"/>
                  </a:lnTo>
                  <a:lnTo>
                    <a:pt x="227" y="189"/>
                  </a:lnTo>
                  <a:lnTo>
                    <a:pt x="234" y="199"/>
                  </a:lnTo>
                  <a:lnTo>
                    <a:pt x="235" y="205"/>
                  </a:lnTo>
                  <a:lnTo>
                    <a:pt x="233" y="210"/>
                  </a:lnTo>
                  <a:lnTo>
                    <a:pt x="228" y="212"/>
                  </a:lnTo>
                  <a:lnTo>
                    <a:pt x="215" y="212"/>
                  </a:lnTo>
                  <a:lnTo>
                    <a:pt x="205" y="207"/>
                  </a:lnTo>
                  <a:lnTo>
                    <a:pt x="198" y="201"/>
                  </a:lnTo>
                  <a:lnTo>
                    <a:pt x="193" y="200"/>
                  </a:lnTo>
                  <a:lnTo>
                    <a:pt x="192" y="205"/>
                  </a:lnTo>
                  <a:lnTo>
                    <a:pt x="199" y="214"/>
                  </a:lnTo>
                  <a:lnTo>
                    <a:pt x="207" y="224"/>
                  </a:lnTo>
                  <a:lnTo>
                    <a:pt x="208" y="229"/>
                  </a:lnTo>
                  <a:lnTo>
                    <a:pt x="207" y="231"/>
                  </a:lnTo>
                  <a:lnTo>
                    <a:pt x="207" y="232"/>
                  </a:lnTo>
                </a:path>
              </a:pathLst>
            </a:custGeom>
            <a:solidFill>
              <a:srgbClr val="FDE3BA"/>
            </a:solidFill>
            <a:ln w="12700" cap="rnd">
              <a:solidFill>
                <a:schemeClr val="tx1"/>
              </a:solidFill>
              <a:round/>
              <a:headEnd/>
              <a:tailEnd/>
            </a:ln>
          </p:spPr>
          <p:txBody>
            <a:bodyPr/>
            <a:lstStyle/>
            <a:p>
              <a:endParaRPr lang="en-US" b="1"/>
            </a:p>
          </p:txBody>
        </p:sp>
        <p:sp>
          <p:nvSpPr>
            <p:cNvPr id="6560" name="Freeform 589"/>
            <p:cNvSpPr>
              <a:spLocks/>
            </p:cNvSpPr>
            <p:nvPr/>
          </p:nvSpPr>
          <p:spPr bwMode="auto">
            <a:xfrm>
              <a:off x="2469" y="1419"/>
              <a:ext cx="37" cy="21"/>
            </a:xfrm>
            <a:custGeom>
              <a:avLst/>
              <a:gdLst>
                <a:gd name="T0" fmla="*/ 0 w 37"/>
                <a:gd name="T1" fmla="*/ 0 h 21"/>
                <a:gd name="T2" fmla="*/ 17 w 37"/>
                <a:gd name="T3" fmla="*/ 0 h 21"/>
                <a:gd name="T4" fmla="*/ 29 w 37"/>
                <a:gd name="T5" fmla="*/ 1 h 21"/>
                <a:gd name="T6" fmla="*/ 36 w 37"/>
                <a:gd name="T7" fmla="*/ 4 h 21"/>
                <a:gd name="T8" fmla="*/ 36 w 37"/>
                <a:gd name="T9" fmla="*/ 9 h 21"/>
                <a:gd name="T10" fmla="*/ 22 w 37"/>
                <a:gd name="T11" fmla="*/ 20 h 21"/>
                <a:gd name="T12" fmla="*/ 6 w 37"/>
                <a:gd name="T13" fmla="*/ 19 h 21"/>
                <a:gd name="T14" fmla="*/ 0 w 37"/>
                <a:gd name="T15" fmla="*/ 7 h 21"/>
                <a:gd name="T16" fmla="*/ 0 w 37"/>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1"/>
                <a:gd name="T29" fmla="*/ 37 w 37"/>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1">
                  <a:moveTo>
                    <a:pt x="0" y="0"/>
                  </a:moveTo>
                  <a:lnTo>
                    <a:pt x="17" y="0"/>
                  </a:lnTo>
                  <a:lnTo>
                    <a:pt x="29" y="1"/>
                  </a:lnTo>
                  <a:lnTo>
                    <a:pt x="36" y="4"/>
                  </a:lnTo>
                  <a:lnTo>
                    <a:pt x="36" y="9"/>
                  </a:lnTo>
                  <a:lnTo>
                    <a:pt x="22" y="20"/>
                  </a:lnTo>
                  <a:lnTo>
                    <a:pt x="6" y="19"/>
                  </a:lnTo>
                  <a:lnTo>
                    <a:pt x="0" y="7"/>
                  </a:lnTo>
                  <a:lnTo>
                    <a:pt x="0" y="0"/>
                  </a:lnTo>
                </a:path>
              </a:pathLst>
            </a:custGeom>
            <a:solidFill>
              <a:srgbClr val="FDE3BA"/>
            </a:solidFill>
            <a:ln w="12700" cap="rnd">
              <a:solidFill>
                <a:schemeClr val="tx1"/>
              </a:solidFill>
              <a:round/>
              <a:headEnd/>
              <a:tailEnd/>
            </a:ln>
          </p:spPr>
          <p:txBody>
            <a:bodyPr/>
            <a:lstStyle/>
            <a:p>
              <a:endParaRPr lang="en-US" b="1"/>
            </a:p>
          </p:txBody>
        </p:sp>
        <p:sp>
          <p:nvSpPr>
            <p:cNvPr id="6561" name="Freeform 590"/>
            <p:cNvSpPr>
              <a:spLocks/>
            </p:cNvSpPr>
            <p:nvPr/>
          </p:nvSpPr>
          <p:spPr bwMode="auto">
            <a:xfrm>
              <a:off x="2475" y="1533"/>
              <a:ext cx="25" cy="28"/>
            </a:xfrm>
            <a:custGeom>
              <a:avLst/>
              <a:gdLst>
                <a:gd name="T0" fmla="*/ 4 w 25"/>
                <a:gd name="T1" fmla="*/ 1 h 28"/>
                <a:gd name="T2" fmla="*/ 1 w 25"/>
                <a:gd name="T3" fmla="*/ 13 h 28"/>
                <a:gd name="T4" fmla="*/ 0 w 25"/>
                <a:gd name="T5" fmla="*/ 23 h 28"/>
                <a:gd name="T6" fmla="*/ 3 w 25"/>
                <a:gd name="T7" fmla="*/ 27 h 28"/>
                <a:gd name="T8" fmla="*/ 11 w 25"/>
                <a:gd name="T9" fmla="*/ 22 h 28"/>
                <a:gd name="T10" fmla="*/ 20 w 25"/>
                <a:gd name="T11" fmla="*/ 12 h 28"/>
                <a:gd name="T12" fmla="*/ 24 w 25"/>
                <a:gd name="T13" fmla="*/ 6 h 28"/>
                <a:gd name="T14" fmla="*/ 23 w 25"/>
                <a:gd name="T15" fmla="*/ 2 h 28"/>
                <a:gd name="T16" fmla="*/ 19 w 25"/>
                <a:gd name="T17" fmla="*/ 0 h 28"/>
                <a:gd name="T18" fmla="*/ 9 w 25"/>
                <a:gd name="T19" fmla="*/ 0 h 28"/>
                <a:gd name="T20" fmla="*/ 4 w 25"/>
                <a:gd name="T21" fmla="*/ 1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8"/>
                <a:gd name="T35" fmla="*/ 25 w 25"/>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8">
                  <a:moveTo>
                    <a:pt x="4" y="1"/>
                  </a:moveTo>
                  <a:lnTo>
                    <a:pt x="1" y="13"/>
                  </a:lnTo>
                  <a:lnTo>
                    <a:pt x="0" y="23"/>
                  </a:lnTo>
                  <a:lnTo>
                    <a:pt x="3" y="27"/>
                  </a:lnTo>
                  <a:lnTo>
                    <a:pt x="11" y="22"/>
                  </a:lnTo>
                  <a:lnTo>
                    <a:pt x="20" y="12"/>
                  </a:lnTo>
                  <a:lnTo>
                    <a:pt x="24" y="6"/>
                  </a:lnTo>
                  <a:lnTo>
                    <a:pt x="23" y="2"/>
                  </a:lnTo>
                  <a:lnTo>
                    <a:pt x="19" y="0"/>
                  </a:lnTo>
                  <a:lnTo>
                    <a:pt x="9" y="0"/>
                  </a:lnTo>
                  <a:lnTo>
                    <a:pt x="4" y="1"/>
                  </a:lnTo>
                </a:path>
              </a:pathLst>
            </a:custGeom>
            <a:solidFill>
              <a:srgbClr val="FDE3BA"/>
            </a:solidFill>
            <a:ln w="12700" cap="rnd">
              <a:solidFill>
                <a:schemeClr val="tx1"/>
              </a:solidFill>
              <a:round/>
              <a:headEnd/>
              <a:tailEnd/>
            </a:ln>
          </p:spPr>
          <p:txBody>
            <a:bodyPr/>
            <a:lstStyle/>
            <a:p>
              <a:endParaRPr lang="en-US" b="1"/>
            </a:p>
          </p:txBody>
        </p:sp>
        <p:sp>
          <p:nvSpPr>
            <p:cNvPr id="6562" name="Freeform 591"/>
            <p:cNvSpPr>
              <a:spLocks/>
            </p:cNvSpPr>
            <p:nvPr/>
          </p:nvSpPr>
          <p:spPr bwMode="auto">
            <a:xfrm>
              <a:off x="2255" y="1503"/>
              <a:ext cx="37" cy="34"/>
            </a:xfrm>
            <a:custGeom>
              <a:avLst/>
              <a:gdLst>
                <a:gd name="T0" fmla="*/ 15 w 37"/>
                <a:gd name="T1" fmla="*/ 0 h 34"/>
                <a:gd name="T2" fmla="*/ 27 w 37"/>
                <a:gd name="T3" fmla="*/ 14 h 34"/>
                <a:gd name="T4" fmla="*/ 36 w 37"/>
                <a:gd name="T5" fmla="*/ 26 h 34"/>
                <a:gd name="T6" fmla="*/ 36 w 37"/>
                <a:gd name="T7" fmla="*/ 33 h 34"/>
                <a:gd name="T8" fmla="*/ 20 w 37"/>
                <a:gd name="T9" fmla="*/ 31 h 34"/>
                <a:gd name="T10" fmla="*/ 8 w 37"/>
                <a:gd name="T11" fmla="*/ 25 h 34"/>
                <a:gd name="T12" fmla="*/ 2 w 37"/>
                <a:gd name="T13" fmla="*/ 20 h 34"/>
                <a:gd name="T14" fmla="*/ 0 w 37"/>
                <a:gd name="T15" fmla="*/ 14 h 34"/>
                <a:gd name="T16" fmla="*/ 2 w 37"/>
                <a:gd name="T17" fmla="*/ 10 h 34"/>
                <a:gd name="T18" fmla="*/ 9 w 37"/>
                <a:gd name="T19" fmla="*/ 2 h 34"/>
                <a:gd name="T20" fmla="*/ 15 w 37"/>
                <a:gd name="T21" fmla="*/ 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34"/>
                <a:gd name="T35" fmla="*/ 37 w 37"/>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34">
                  <a:moveTo>
                    <a:pt x="15" y="0"/>
                  </a:moveTo>
                  <a:lnTo>
                    <a:pt x="27" y="14"/>
                  </a:lnTo>
                  <a:lnTo>
                    <a:pt x="36" y="26"/>
                  </a:lnTo>
                  <a:lnTo>
                    <a:pt x="36" y="33"/>
                  </a:lnTo>
                  <a:lnTo>
                    <a:pt x="20" y="31"/>
                  </a:lnTo>
                  <a:lnTo>
                    <a:pt x="8" y="25"/>
                  </a:lnTo>
                  <a:lnTo>
                    <a:pt x="2" y="20"/>
                  </a:lnTo>
                  <a:lnTo>
                    <a:pt x="0" y="14"/>
                  </a:lnTo>
                  <a:lnTo>
                    <a:pt x="2" y="10"/>
                  </a:lnTo>
                  <a:lnTo>
                    <a:pt x="9" y="2"/>
                  </a:lnTo>
                  <a:lnTo>
                    <a:pt x="15" y="0"/>
                  </a:lnTo>
                </a:path>
              </a:pathLst>
            </a:custGeom>
            <a:solidFill>
              <a:srgbClr val="FDE3BA"/>
            </a:solidFill>
            <a:ln w="12700" cap="rnd">
              <a:solidFill>
                <a:schemeClr val="tx1"/>
              </a:solidFill>
              <a:round/>
              <a:headEnd/>
              <a:tailEnd/>
            </a:ln>
          </p:spPr>
          <p:txBody>
            <a:bodyPr/>
            <a:lstStyle/>
            <a:p>
              <a:endParaRPr lang="en-US" b="1"/>
            </a:p>
          </p:txBody>
        </p:sp>
        <p:sp>
          <p:nvSpPr>
            <p:cNvPr id="6563" name="Freeform 592"/>
            <p:cNvSpPr>
              <a:spLocks/>
            </p:cNvSpPr>
            <p:nvPr/>
          </p:nvSpPr>
          <p:spPr bwMode="auto">
            <a:xfrm>
              <a:off x="2233" y="1417"/>
              <a:ext cx="64" cy="48"/>
            </a:xfrm>
            <a:custGeom>
              <a:avLst/>
              <a:gdLst>
                <a:gd name="T0" fmla="*/ 19 w 64"/>
                <a:gd name="T1" fmla="*/ 36 h 48"/>
                <a:gd name="T2" fmla="*/ 28 w 64"/>
                <a:gd name="T3" fmla="*/ 45 h 48"/>
                <a:gd name="T4" fmla="*/ 37 w 64"/>
                <a:gd name="T5" fmla="*/ 47 h 48"/>
                <a:gd name="T6" fmla="*/ 46 w 64"/>
                <a:gd name="T7" fmla="*/ 45 h 48"/>
                <a:gd name="T8" fmla="*/ 56 w 64"/>
                <a:gd name="T9" fmla="*/ 42 h 48"/>
                <a:gd name="T10" fmla="*/ 62 w 64"/>
                <a:gd name="T11" fmla="*/ 39 h 48"/>
                <a:gd name="T12" fmla="*/ 63 w 64"/>
                <a:gd name="T13" fmla="*/ 36 h 48"/>
                <a:gd name="T14" fmla="*/ 61 w 64"/>
                <a:gd name="T15" fmla="*/ 31 h 48"/>
                <a:gd name="T16" fmla="*/ 58 w 64"/>
                <a:gd name="T17" fmla="*/ 21 h 48"/>
                <a:gd name="T18" fmla="*/ 55 w 64"/>
                <a:gd name="T19" fmla="*/ 4 h 48"/>
                <a:gd name="T20" fmla="*/ 46 w 64"/>
                <a:gd name="T21" fmla="*/ 6 h 48"/>
                <a:gd name="T22" fmla="*/ 38 w 64"/>
                <a:gd name="T23" fmla="*/ 6 h 48"/>
                <a:gd name="T24" fmla="*/ 32 w 64"/>
                <a:gd name="T25" fmla="*/ 2 h 48"/>
                <a:gd name="T26" fmla="*/ 27 w 64"/>
                <a:gd name="T27" fmla="*/ 0 h 48"/>
                <a:gd name="T28" fmla="*/ 25 w 64"/>
                <a:gd name="T29" fmla="*/ 6 h 48"/>
                <a:gd name="T30" fmla="*/ 20 w 64"/>
                <a:gd name="T31" fmla="*/ 20 h 48"/>
                <a:gd name="T32" fmla="*/ 12 w 64"/>
                <a:gd name="T33" fmla="*/ 24 h 48"/>
                <a:gd name="T34" fmla="*/ 4 w 64"/>
                <a:gd name="T35" fmla="*/ 23 h 48"/>
                <a:gd name="T36" fmla="*/ 0 w 64"/>
                <a:gd name="T37" fmla="*/ 26 h 48"/>
                <a:gd name="T38" fmla="*/ 2 w 64"/>
                <a:gd name="T39" fmla="*/ 32 h 48"/>
                <a:gd name="T40" fmla="*/ 9 w 64"/>
                <a:gd name="T41" fmla="*/ 35 h 48"/>
                <a:gd name="T42" fmla="*/ 16 w 64"/>
                <a:gd name="T43" fmla="*/ 36 h 48"/>
                <a:gd name="T44" fmla="*/ 19 w 64"/>
                <a:gd name="T45" fmla="*/ 36 h 4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4"/>
                <a:gd name="T70" fmla="*/ 0 h 48"/>
                <a:gd name="T71" fmla="*/ 64 w 64"/>
                <a:gd name="T72" fmla="*/ 48 h 4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4" h="48">
                  <a:moveTo>
                    <a:pt x="19" y="36"/>
                  </a:moveTo>
                  <a:lnTo>
                    <a:pt x="28" y="45"/>
                  </a:lnTo>
                  <a:lnTo>
                    <a:pt x="37" y="47"/>
                  </a:lnTo>
                  <a:lnTo>
                    <a:pt x="46" y="45"/>
                  </a:lnTo>
                  <a:lnTo>
                    <a:pt x="56" y="42"/>
                  </a:lnTo>
                  <a:lnTo>
                    <a:pt x="62" y="39"/>
                  </a:lnTo>
                  <a:lnTo>
                    <a:pt x="63" y="36"/>
                  </a:lnTo>
                  <a:lnTo>
                    <a:pt x="61" y="31"/>
                  </a:lnTo>
                  <a:lnTo>
                    <a:pt x="58" y="21"/>
                  </a:lnTo>
                  <a:lnTo>
                    <a:pt x="55" y="4"/>
                  </a:lnTo>
                  <a:lnTo>
                    <a:pt x="46" y="6"/>
                  </a:lnTo>
                  <a:lnTo>
                    <a:pt x="38" y="6"/>
                  </a:lnTo>
                  <a:lnTo>
                    <a:pt x="32" y="2"/>
                  </a:lnTo>
                  <a:lnTo>
                    <a:pt x="27" y="0"/>
                  </a:lnTo>
                  <a:lnTo>
                    <a:pt x="25" y="6"/>
                  </a:lnTo>
                  <a:lnTo>
                    <a:pt x="20" y="20"/>
                  </a:lnTo>
                  <a:lnTo>
                    <a:pt x="12" y="24"/>
                  </a:lnTo>
                  <a:lnTo>
                    <a:pt x="4" y="23"/>
                  </a:lnTo>
                  <a:lnTo>
                    <a:pt x="0" y="26"/>
                  </a:lnTo>
                  <a:lnTo>
                    <a:pt x="2" y="32"/>
                  </a:lnTo>
                  <a:lnTo>
                    <a:pt x="9" y="35"/>
                  </a:lnTo>
                  <a:lnTo>
                    <a:pt x="16" y="36"/>
                  </a:lnTo>
                  <a:lnTo>
                    <a:pt x="19" y="36"/>
                  </a:lnTo>
                </a:path>
              </a:pathLst>
            </a:custGeom>
            <a:solidFill>
              <a:srgbClr val="FDE3BA"/>
            </a:solidFill>
            <a:ln w="12700" cap="rnd">
              <a:solidFill>
                <a:schemeClr val="tx1"/>
              </a:solidFill>
              <a:round/>
              <a:headEnd/>
              <a:tailEnd/>
            </a:ln>
          </p:spPr>
          <p:txBody>
            <a:bodyPr/>
            <a:lstStyle/>
            <a:p>
              <a:endParaRPr lang="en-US" b="1"/>
            </a:p>
          </p:txBody>
        </p:sp>
        <p:sp>
          <p:nvSpPr>
            <p:cNvPr id="6564" name="Freeform 593"/>
            <p:cNvSpPr>
              <a:spLocks/>
            </p:cNvSpPr>
            <p:nvPr/>
          </p:nvSpPr>
          <p:spPr bwMode="auto">
            <a:xfrm>
              <a:off x="2059" y="1423"/>
              <a:ext cx="170" cy="104"/>
            </a:xfrm>
            <a:custGeom>
              <a:avLst/>
              <a:gdLst>
                <a:gd name="T0" fmla="*/ 149 w 170"/>
                <a:gd name="T1" fmla="*/ 56 h 104"/>
                <a:gd name="T2" fmla="*/ 166 w 170"/>
                <a:gd name="T3" fmla="*/ 79 h 104"/>
                <a:gd name="T4" fmla="*/ 168 w 170"/>
                <a:gd name="T5" fmla="*/ 82 h 104"/>
                <a:gd name="T6" fmla="*/ 148 w 170"/>
                <a:gd name="T7" fmla="*/ 77 h 104"/>
                <a:gd name="T8" fmla="*/ 151 w 170"/>
                <a:gd name="T9" fmla="*/ 84 h 104"/>
                <a:gd name="T10" fmla="*/ 151 w 170"/>
                <a:gd name="T11" fmla="*/ 99 h 104"/>
                <a:gd name="T12" fmla="*/ 128 w 170"/>
                <a:gd name="T13" fmla="*/ 101 h 104"/>
                <a:gd name="T14" fmla="*/ 113 w 170"/>
                <a:gd name="T15" fmla="*/ 91 h 104"/>
                <a:gd name="T16" fmla="*/ 100 w 170"/>
                <a:gd name="T17" fmla="*/ 98 h 104"/>
                <a:gd name="T18" fmla="*/ 62 w 170"/>
                <a:gd name="T19" fmla="*/ 103 h 104"/>
                <a:gd name="T20" fmla="*/ 21 w 170"/>
                <a:gd name="T21" fmla="*/ 93 h 104"/>
                <a:gd name="T22" fmla="*/ 13 w 170"/>
                <a:gd name="T23" fmla="*/ 84 h 104"/>
                <a:gd name="T24" fmla="*/ 36 w 170"/>
                <a:gd name="T25" fmla="*/ 74 h 104"/>
                <a:gd name="T26" fmla="*/ 38 w 170"/>
                <a:gd name="T27" fmla="*/ 66 h 104"/>
                <a:gd name="T28" fmla="*/ 5 w 170"/>
                <a:gd name="T29" fmla="*/ 66 h 104"/>
                <a:gd name="T30" fmla="*/ 4 w 170"/>
                <a:gd name="T31" fmla="*/ 60 h 104"/>
                <a:gd name="T32" fmla="*/ 21 w 170"/>
                <a:gd name="T33" fmla="*/ 50 h 104"/>
                <a:gd name="T34" fmla="*/ 14 w 170"/>
                <a:gd name="T35" fmla="*/ 47 h 104"/>
                <a:gd name="T36" fmla="*/ 0 w 170"/>
                <a:gd name="T37" fmla="*/ 41 h 104"/>
                <a:gd name="T38" fmla="*/ 23 w 170"/>
                <a:gd name="T39" fmla="*/ 13 h 104"/>
                <a:gd name="T40" fmla="*/ 46 w 170"/>
                <a:gd name="T41" fmla="*/ 9 h 104"/>
                <a:gd name="T42" fmla="*/ 41 w 170"/>
                <a:gd name="T43" fmla="*/ 18 h 104"/>
                <a:gd name="T44" fmla="*/ 54 w 170"/>
                <a:gd name="T45" fmla="*/ 20 h 104"/>
                <a:gd name="T46" fmla="*/ 73 w 170"/>
                <a:gd name="T47" fmla="*/ 17 h 104"/>
                <a:gd name="T48" fmla="*/ 75 w 170"/>
                <a:gd name="T49" fmla="*/ 28 h 104"/>
                <a:gd name="T50" fmla="*/ 87 w 170"/>
                <a:gd name="T51" fmla="*/ 27 h 104"/>
                <a:gd name="T52" fmla="*/ 104 w 170"/>
                <a:gd name="T53" fmla="*/ 27 h 104"/>
                <a:gd name="T54" fmla="*/ 109 w 170"/>
                <a:gd name="T55" fmla="*/ 39 h 104"/>
                <a:gd name="T56" fmla="*/ 113 w 170"/>
                <a:gd name="T57" fmla="*/ 23 h 104"/>
                <a:gd name="T58" fmla="*/ 132 w 170"/>
                <a:gd name="T59" fmla="*/ 5 h 104"/>
                <a:gd name="T60" fmla="*/ 154 w 170"/>
                <a:gd name="T61" fmla="*/ 0 h 104"/>
                <a:gd name="T62" fmla="*/ 147 w 170"/>
                <a:gd name="T63" fmla="*/ 18 h 10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70"/>
                <a:gd name="T97" fmla="*/ 0 h 104"/>
                <a:gd name="T98" fmla="*/ 170 w 170"/>
                <a:gd name="T99" fmla="*/ 104 h 10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70" h="104">
                  <a:moveTo>
                    <a:pt x="143" y="26"/>
                  </a:moveTo>
                  <a:lnTo>
                    <a:pt x="149" y="56"/>
                  </a:lnTo>
                  <a:lnTo>
                    <a:pt x="162" y="74"/>
                  </a:lnTo>
                  <a:lnTo>
                    <a:pt x="166" y="79"/>
                  </a:lnTo>
                  <a:lnTo>
                    <a:pt x="169" y="81"/>
                  </a:lnTo>
                  <a:lnTo>
                    <a:pt x="168" y="82"/>
                  </a:lnTo>
                  <a:lnTo>
                    <a:pt x="161" y="80"/>
                  </a:lnTo>
                  <a:lnTo>
                    <a:pt x="148" y="77"/>
                  </a:lnTo>
                  <a:lnTo>
                    <a:pt x="147" y="78"/>
                  </a:lnTo>
                  <a:lnTo>
                    <a:pt x="151" y="84"/>
                  </a:lnTo>
                  <a:lnTo>
                    <a:pt x="155" y="91"/>
                  </a:lnTo>
                  <a:lnTo>
                    <a:pt x="151" y="99"/>
                  </a:lnTo>
                  <a:lnTo>
                    <a:pt x="140" y="102"/>
                  </a:lnTo>
                  <a:lnTo>
                    <a:pt x="128" y="101"/>
                  </a:lnTo>
                  <a:lnTo>
                    <a:pt x="119" y="95"/>
                  </a:lnTo>
                  <a:lnTo>
                    <a:pt x="113" y="91"/>
                  </a:lnTo>
                  <a:lnTo>
                    <a:pt x="108" y="93"/>
                  </a:lnTo>
                  <a:lnTo>
                    <a:pt x="100" y="98"/>
                  </a:lnTo>
                  <a:lnTo>
                    <a:pt x="86" y="103"/>
                  </a:lnTo>
                  <a:lnTo>
                    <a:pt x="62" y="103"/>
                  </a:lnTo>
                  <a:lnTo>
                    <a:pt x="33" y="97"/>
                  </a:lnTo>
                  <a:lnTo>
                    <a:pt x="21" y="93"/>
                  </a:lnTo>
                  <a:lnTo>
                    <a:pt x="14" y="88"/>
                  </a:lnTo>
                  <a:lnTo>
                    <a:pt x="13" y="84"/>
                  </a:lnTo>
                  <a:lnTo>
                    <a:pt x="19" y="80"/>
                  </a:lnTo>
                  <a:lnTo>
                    <a:pt x="36" y="74"/>
                  </a:lnTo>
                  <a:lnTo>
                    <a:pt x="42" y="69"/>
                  </a:lnTo>
                  <a:lnTo>
                    <a:pt x="38" y="66"/>
                  </a:lnTo>
                  <a:lnTo>
                    <a:pt x="21" y="66"/>
                  </a:lnTo>
                  <a:lnTo>
                    <a:pt x="5" y="66"/>
                  </a:lnTo>
                  <a:lnTo>
                    <a:pt x="0" y="64"/>
                  </a:lnTo>
                  <a:lnTo>
                    <a:pt x="4" y="60"/>
                  </a:lnTo>
                  <a:lnTo>
                    <a:pt x="13" y="55"/>
                  </a:lnTo>
                  <a:lnTo>
                    <a:pt x="21" y="50"/>
                  </a:lnTo>
                  <a:lnTo>
                    <a:pt x="20" y="48"/>
                  </a:lnTo>
                  <a:lnTo>
                    <a:pt x="14" y="47"/>
                  </a:lnTo>
                  <a:lnTo>
                    <a:pt x="4" y="47"/>
                  </a:lnTo>
                  <a:lnTo>
                    <a:pt x="0" y="41"/>
                  </a:lnTo>
                  <a:lnTo>
                    <a:pt x="8" y="27"/>
                  </a:lnTo>
                  <a:lnTo>
                    <a:pt x="23" y="13"/>
                  </a:lnTo>
                  <a:lnTo>
                    <a:pt x="38" y="7"/>
                  </a:lnTo>
                  <a:lnTo>
                    <a:pt x="46" y="9"/>
                  </a:lnTo>
                  <a:lnTo>
                    <a:pt x="44" y="13"/>
                  </a:lnTo>
                  <a:lnTo>
                    <a:pt x="41" y="18"/>
                  </a:lnTo>
                  <a:lnTo>
                    <a:pt x="44" y="20"/>
                  </a:lnTo>
                  <a:lnTo>
                    <a:pt x="54" y="20"/>
                  </a:lnTo>
                  <a:lnTo>
                    <a:pt x="65" y="18"/>
                  </a:lnTo>
                  <a:lnTo>
                    <a:pt x="73" y="17"/>
                  </a:lnTo>
                  <a:lnTo>
                    <a:pt x="74" y="22"/>
                  </a:lnTo>
                  <a:lnTo>
                    <a:pt x="75" y="28"/>
                  </a:lnTo>
                  <a:lnTo>
                    <a:pt x="79" y="29"/>
                  </a:lnTo>
                  <a:lnTo>
                    <a:pt x="87" y="27"/>
                  </a:lnTo>
                  <a:lnTo>
                    <a:pt x="96" y="24"/>
                  </a:lnTo>
                  <a:lnTo>
                    <a:pt x="104" y="27"/>
                  </a:lnTo>
                  <a:lnTo>
                    <a:pt x="107" y="38"/>
                  </a:lnTo>
                  <a:lnTo>
                    <a:pt x="109" y="39"/>
                  </a:lnTo>
                  <a:lnTo>
                    <a:pt x="110" y="32"/>
                  </a:lnTo>
                  <a:lnTo>
                    <a:pt x="113" y="23"/>
                  </a:lnTo>
                  <a:lnTo>
                    <a:pt x="120" y="13"/>
                  </a:lnTo>
                  <a:lnTo>
                    <a:pt x="132" y="5"/>
                  </a:lnTo>
                  <a:lnTo>
                    <a:pt x="145" y="1"/>
                  </a:lnTo>
                  <a:lnTo>
                    <a:pt x="154" y="0"/>
                  </a:lnTo>
                  <a:lnTo>
                    <a:pt x="155" y="3"/>
                  </a:lnTo>
                  <a:lnTo>
                    <a:pt x="147" y="18"/>
                  </a:lnTo>
                  <a:lnTo>
                    <a:pt x="143" y="26"/>
                  </a:lnTo>
                </a:path>
              </a:pathLst>
            </a:custGeom>
            <a:solidFill>
              <a:srgbClr val="FDE3BA"/>
            </a:solidFill>
            <a:ln w="12700" cap="rnd">
              <a:solidFill>
                <a:schemeClr val="tx1"/>
              </a:solidFill>
              <a:round/>
              <a:headEnd/>
              <a:tailEnd/>
            </a:ln>
          </p:spPr>
          <p:txBody>
            <a:bodyPr/>
            <a:lstStyle/>
            <a:p>
              <a:endParaRPr lang="en-US" b="1"/>
            </a:p>
          </p:txBody>
        </p:sp>
        <p:sp>
          <p:nvSpPr>
            <p:cNvPr id="6565" name="Freeform 594"/>
            <p:cNvSpPr>
              <a:spLocks/>
            </p:cNvSpPr>
            <p:nvPr/>
          </p:nvSpPr>
          <p:spPr bwMode="auto">
            <a:xfrm>
              <a:off x="1993" y="1410"/>
              <a:ext cx="106" cy="77"/>
            </a:xfrm>
            <a:custGeom>
              <a:avLst/>
              <a:gdLst>
                <a:gd name="T0" fmla="*/ 52 w 106"/>
                <a:gd name="T1" fmla="*/ 53 h 77"/>
                <a:gd name="T2" fmla="*/ 40 w 106"/>
                <a:gd name="T3" fmla="*/ 64 h 77"/>
                <a:gd name="T4" fmla="*/ 27 w 106"/>
                <a:gd name="T5" fmla="*/ 72 h 77"/>
                <a:gd name="T6" fmla="*/ 17 w 106"/>
                <a:gd name="T7" fmla="*/ 76 h 77"/>
                <a:gd name="T8" fmla="*/ 14 w 106"/>
                <a:gd name="T9" fmla="*/ 72 h 77"/>
                <a:gd name="T10" fmla="*/ 11 w 106"/>
                <a:gd name="T11" fmla="*/ 65 h 77"/>
                <a:gd name="T12" fmla="*/ 4 w 106"/>
                <a:gd name="T13" fmla="*/ 58 h 77"/>
                <a:gd name="T14" fmla="*/ 0 w 106"/>
                <a:gd name="T15" fmla="*/ 51 h 77"/>
                <a:gd name="T16" fmla="*/ 6 w 106"/>
                <a:gd name="T17" fmla="*/ 39 h 77"/>
                <a:gd name="T18" fmla="*/ 15 w 106"/>
                <a:gd name="T19" fmla="*/ 26 h 77"/>
                <a:gd name="T20" fmla="*/ 16 w 106"/>
                <a:gd name="T21" fmla="*/ 15 h 77"/>
                <a:gd name="T22" fmla="*/ 17 w 106"/>
                <a:gd name="T23" fmla="*/ 7 h 77"/>
                <a:gd name="T24" fmla="*/ 25 w 106"/>
                <a:gd name="T25" fmla="*/ 3 h 77"/>
                <a:gd name="T26" fmla="*/ 54 w 106"/>
                <a:gd name="T27" fmla="*/ 0 h 77"/>
                <a:gd name="T28" fmla="*/ 74 w 106"/>
                <a:gd name="T29" fmla="*/ 7 h 77"/>
                <a:gd name="T30" fmla="*/ 84 w 106"/>
                <a:gd name="T31" fmla="*/ 9 h 77"/>
                <a:gd name="T32" fmla="*/ 98 w 106"/>
                <a:gd name="T33" fmla="*/ 7 h 77"/>
                <a:gd name="T34" fmla="*/ 103 w 106"/>
                <a:gd name="T35" fmla="*/ 7 h 77"/>
                <a:gd name="T36" fmla="*/ 105 w 106"/>
                <a:gd name="T37" fmla="*/ 9 h 77"/>
                <a:gd name="T38" fmla="*/ 102 w 106"/>
                <a:gd name="T39" fmla="*/ 12 h 77"/>
                <a:gd name="T40" fmla="*/ 94 w 106"/>
                <a:gd name="T41" fmla="*/ 18 h 77"/>
                <a:gd name="T42" fmla="*/ 63 w 106"/>
                <a:gd name="T43" fmla="*/ 43 h 77"/>
                <a:gd name="T44" fmla="*/ 52 w 106"/>
                <a:gd name="T45" fmla="*/ 53 h 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6"/>
                <a:gd name="T70" fmla="*/ 0 h 77"/>
                <a:gd name="T71" fmla="*/ 106 w 106"/>
                <a:gd name="T72" fmla="*/ 77 h 7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6" h="77">
                  <a:moveTo>
                    <a:pt x="52" y="53"/>
                  </a:moveTo>
                  <a:lnTo>
                    <a:pt x="40" y="64"/>
                  </a:lnTo>
                  <a:lnTo>
                    <a:pt x="27" y="72"/>
                  </a:lnTo>
                  <a:lnTo>
                    <a:pt x="17" y="76"/>
                  </a:lnTo>
                  <a:lnTo>
                    <a:pt x="14" y="72"/>
                  </a:lnTo>
                  <a:lnTo>
                    <a:pt x="11" y="65"/>
                  </a:lnTo>
                  <a:lnTo>
                    <a:pt x="4" y="58"/>
                  </a:lnTo>
                  <a:lnTo>
                    <a:pt x="0" y="51"/>
                  </a:lnTo>
                  <a:lnTo>
                    <a:pt x="6" y="39"/>
                  </a:lnTo>
                  <a:lnTo>
                    <a:pt x="15" y="26"/>
                  </a:lnTo>
                  <a:lnTo>
                    <a:pt x="16" y="15"/>
                  </a:lnTo>
                  <a:lnTo>
                    <a:pt x="17" y="7"/>
                  </a:lnTo>
                  <a:lnTo>
                    <a:pt x="25" y="3"/>
                  </a:lnTo>
                  <a:lnTo>
                    <a:pt x="54" y="0"/>
                  </a:lnTo>
                  <a:lnTo>
                    <a:pt x="74" y="7"/>
                  </a:lnTo>
                  <a:lnTo>
                    <a:pt x="84" y="9"/>
                  </a:lnTo>
                  <a:lnTo>
                    <a:pt x="98" y="7"/>
                  </a:lnTo>
                  <a:lnTo>
                    <a:pt x="103" y="7"/>
                  </a:lnTo>
                  <a:lnTo>
                    <a:pt x="105" y="9"/>
                  </a:lnTo>
                  <a:lnTo>
                    <a:pt x="102" y="12"/>
                  </a:lnTo>
                  <a:lnTo>
                    <a:pt x="94" y="18"/>
                  </a:lnTo>
                  <a:lnTo>
                    <a:pt x="63" y="43"/>
                  </a:lnTo>
                  <a:lnTo>
                    <a:pt x="52" y="53"/>
                  </a:lnTo>
                </a:path>
              </a:pathLst>
            </a:custGeom>
            <a:solidFill>
              <a:srgbClr val="FDE3BA"/>
            </a:solidFill>
            <a:ln w="12700" cap="rnd">
              <a:solidFill>
                <a:schemeClr val="tx1"/>
              </a:solidFill>
              <a:round/>
              <a:headEnd/>
              <a:tailEnd/>
            </a:ln>
          </p:spPr>
          <p:txBody>
            <a:bodyPr/>
            <a:lstStyle/>
            <a:p>
              <a:endParaRPr lang="en-US" b="1"/>
            </a:p>
          </p:txBody>
        </p:sp>
        <p:sp>
          <p:nvSpPr>
            <p:cNvPr id="6566" name="Freeform 595"/>
            <p:cNvSpPr>
              <a:spLocks/>
            </p:cNvSpPr>
            <p:nvPr/>
          </p:nvSpPr>
          <p:spPr bwMode="auto">
            <a:xfrm>
              <a:off x="2100" y="1357"/>
              <a:ext cx="117" cy="53"/>
            </a:xfrm>
            <a:custGeom>
              <a:avLst/>
              <a:gdLst>
                <a:gd name="T0" fmla="*/ 41 w 117"/>
                <a:gd name="T1" fmla="*/ 10 h 53"/>
                <a:gd name="T2" fmla="*/ 54 w 117"/>
                <a:gd name="T3" fmla="*/ 17 h 53"/>
                <a:gd name="T4" fmla="*/ 63 w 117"/>
                <a:gd name="T5" fmla="*/ 22 h 53"/>
                <a:gd name="T6" fmla="*/ 70 w 117"/>
                <a:gd name="T7" fmla="*/ 21 h 53"/>
                <a:gd name="T8" fmla="*/ 74 w 117"/>
                <a:gd name="T9" fmla="*/ 14 h 53"/>
                <a:gd name="T10" fmla="*/ 78 w 117"/>
                <a:gd name="T11" fmla="*/ 5 h 53"/>
                <a:gd name="T12" fmla="*/ 83 w 117"/>
                <a:gd name="T13" fmla="*/ 0 h 53"/>
                <a:gd name="T14" fmla="*/ 89 w 117"/>
                <a:gd name="T15" fmla="*/ 2 h 53"/>
                <a:gd name="T16" fmla="*/ 93 w 117"/>
                <a:gd name="T17" fmla="*/ 10 h 53"/>
                <a:gd name="T18" fmla="*/ 99 w 117"/>
                <a:gd name="T19" fmla="*/ 16 h 53"/>
                <a:gd name="T20" fmla="*/ 109 w 117"/>
                <a:gd name="T21" fmla="*/ 17 h 53"/>
                <a:gd name="T22" fmla="*/ 116 w 117"/>
                <a:gd name="T23" fmla="*/ 17 h 53"/>
                <a:gd name="T24" fmla="*/ 114 w 117"/>
                <a:gd name="T25" fmla="*/ 21 h 53"/>
                <a:gd name="T26" fmla="*/ 94 w 117"/>
                <a:gd name="T27" fmla="*/ 36 h 53"/>
                <a:gd name="T28" fmla="*/ 66 w 117"/>
                <a:gd name="T29" fmla="*/ 40 h 53"/>
                <a:gd name="T30" fmla="*/ 56 w 117"/>
                <a:gd name="T31" fmla="*/ 42 h 53"/>
                <a:gd name="T32" fmla="*/ 53 w 117"/>
                <a:gd name="T33" fmla="*/ 47 h 53"/>
                <a:gd name="T34" fmla="*/ 49 w 117"/>
                <a:gd name="T35" fmla="*/ 51 h 53"/>
                <a:gd name="T36" fmla="*/ 39 w 117"/>
                <a:gd name="T37" fmla="*/ 52 h 53"/>
                <a:gd name="T38" fmla="*/ 31 w 117"/>
                <a:gd name="T39" fmla="*/ 47 h 53"/>
                <a:gd name="T40" fmla="*/ 32 w 117"/>
                <a:gd name="T41" fmla="*/ 40 h 53"/>
                <a:gd name="T42" fmla="*/ 34 w 117"/>
                <a:gd name="T43" fmla="*/ 35 h 53"/>
                <a:gd name="T44" fmla="*/ 30 w 117"/>
                <a:gd name="T45" fmla="*/ 33 h 53"/>
                <a:gd name="T46" fmla="*/ 18 w 117"/>
                <a:gd name="T47" fmla="*/ 34 h 53"/>
                <a:gd name="T48" fmla="*/ 6 w 117"/>
                <a:gd name="T49" fmla="*/ 32 h 53"/>
                <a:gd name="T50" fmla="*/ 0 w 117"/>
                <a:gd name="T51" fmla="*/ 28 h 53"/>
                <a:gd name="T52" fmla="*/ 9 w 117"/>
                <a:gd name="T53" fmla="*/ 17 h 53"/>
                <a:gd name="T54" fmla="*/ 23 w 117"/>
                <a:gd name="T55" fmla="*/ 9 h 53"/>
                <a:gd name="T56" fmla="*/ 33 w 117"/>
                <a:gd name="T57" fmla="*/ 7 h 53"/>
                <a:gd name="T58" fmla="*/ 39 w 117"/>
                <a:gd name="T59" fmla="*/ 8 h 53"/>
                <a:gd name="T60" fmla="*/ 41 w 117"/>
                <a:gd name="T61" fmla="*/ 10 h 5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17"/>
                <a:gd name="T94" fmla="*/ 0 h 53"/>
                <a:gd name="T95" fmla="*/ 117 w 117"/>
                <a:gd name="T96" fmla="*/ 53 h 5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17" h="53">
                  <a:moveTo>
                    <a:pt x="41" y="10"/>
                  </a:moveTo>
                  <a:lnTo>
                    <a:pt x="54" y="17"/>
                  </a:lnTo>
                  <a:lnTo>
                    <a:pt x="63" y="22"/>
                  </a:lnTo>
                  <a:lnTo>
                    <a:pt x="70" y="21"/>
                  </a:lnTo>
                  <a:lnTo>
                    <a:pt x="74" y="14"/>
                  </a:lnTo>
                  <a:lnTo>
                    <a:pt x="78" y="5"/>
                  </a:lnTo>
                  <a:lnTo>
                    <a:pt x="83" y="0"/>
                  </a:lnTo>
                  <a:lnTo>
                    <a:pt x="89" y="2"/>
                  </a:lnTo>
                  <a:lnTo>
                    <a:pt x="93" y="10"/>
                  </a:lnTo>
                  <a:lnTo>
                    <a:pt x="99" y="16"/>
                  </a:lnTo>
                  <a:lnTo>
                    <a:pt x="109" y="17"/>
                  </a:lnTo>
                  <a:lnTo>
                    <a:pt x="116" y="17"/>
                  </a:lnTo>
                  <a:lnTo>
                    <a:pt x="114" y="21"/>
                  </a:lnTo>
                  <a:lnTo>
                    <a:pt x="94" y="36"/>
                  </a:lnTo>
                  <a:lnTo>
                    <a:pt x="66" y="40"/>
                  </a:lnTo>
                  <a:lnTo>
                    <a:pt x="56" y="42"/>
                  </a:lnTo>
                  <a:lnTo>
                    <a:pt x="53" y="47"/>
                  </a:lnTo>
                  <a:lnTo>
                    <a:pt x="49" y="51"/>
                  </a:lnTo>
                  <a:lnTo>
                    <a:pt x="39" y="52"/>
                  </a:lnTo>
                  <a:lnTo>
                    <a:pt x="31" y="47"/>
                  </a:lnTo>
                  <a:lnTo>
                    <a:pt x="32" y="40"/>
                  </a:lnTo>
                  <a:lnTo>
                    <a:pt x="34" y="35"/>
                  </a:lnTo>
                  <a:lnTo>
                    <a:pt x="30" y="33"/>
                  </a:lnTo>
                  <a:lnTo>
                    <a:pt x="18" y="34"/>
                  </a:lnTo>
                  <a:lnTo>
                    <a:pt x="6" y="32"/>
                  </a:lnTo>
                  <a:lnTo>
                    <a:pt x="0" y="28"/>
                  </a:lnTo>
                  <a:lnTo>
                    <a:pt x="9" y="17"/>
                  </a:lnTo>
                  <a:lnTo>
                    <a:pt x="23" y="9"/>
                  </a:lnTo>
                  <a:lnTo>
                    <a:pt x="33" y="7"/>
                  </a:lnTo>
                  <a:lnTo>
                    <a:pt x="39" y="8"/>
                  </a:lnTo>
                  <a:lnTo>
                    <a:pt x="41" y="10"/>
                  </a:lnTo>
                </a:path>
              </a:pathLst>
            </a:custGeom>
            <a:solidFill>
              <a:srgbClr val="FDE3BA"/>
            </a:solidFill>
            <a:ln w="12700" cap="rnd">
              <a:solidFill>
                <a:schemeClr val="tx1"/>
              </a:solidFill>
              <a:round/>
              <a:headEnd/>
              <a:tailEnd/>
            </a:ln>
          </p:spPr>
          <p:txBody>
            <a:bodyPr/>
            <a:lstStyle/>
            <a:p>
              <a:endParaRPr lang="en-US" b="1"/>
            </a:p>
          </p:txBody>
        </p:sp>
        <p:sp>
          <p:nvSpPr>
            <p:cNvPr id="6567" name="Freeform 596"/>
            <p:cNvSpPr>
              <a:spLocks/>
            </p:cNvSpPr>
            <p:nvPr/>
          </p:nvSpPr>
          <p:spPr bwMode="auto">
            <a:xfrm>
              <a:off x="2049" y="1344"/>
              <a:ext cx="68" cy="31"/>
            </a:xfrm>
            <a:custGeom>
              <a:avLst/>
              <a:gdLst>
                <a:gd name="T0" fmla="*/ 35 w 68"/>
                <a:gd name="T1" fmla="*/ 21 h 31"/>
                <a:gd name="T2" fmla="*/ 21 w 68"/>
                <a:gd name="T3" fmla="*/ 27 h 31"/>
                <a:gd name="T4" fmla="*/ 7 w 68"/>
                <a:gd name="T5" fmla="*/ 30 h 31"/>
                <a:gd name="T6" fmla="*/ 2 w 68"/>
                <a:gd name="T7" fmla="*/ 29 h 31"/>
                <a:gd name="T8" fmla="*/ 0 w 68"/>
                <a:gd name="T9" fmla="*/ 27 h 31"/>
                <a:gd name="T10" fmla="*/ 3 w 68"/>
                <a:gd name="T11" fmla="*/ 23 h 31"/>
                <a:gd name="T12" fmla="*/ 10 w 68"/>
                <a:gd name="T13" fmla="*/ 17 h 31"/>
                <a:gd name="T14" fmla="*/ 31 w 68"/>
                <a:gd name="T15" fmla="*/ 6 h 31"/>
                <a:gd name="T16" fmla="*/ 52 w 68"/>
                <a:gd name="T17" fmla="*/ 0 h 31"/>
                <a:gd name="T18" fmla="*/ 65 w 68"/>
                <a:gd name="T19" fmla="*/ 0 h 31"/>
                <a:gd name="T20" fmla="*/ 67 w 68"/>
                <a:gd name="T21" fmla="*/ 6 h 31"/>
                <a:gd name="T22" fmla="*/ 59 w 68"/>
                <a:gd name="T23" fmla="*/ 13 h 31"/>
                <a:gd name="T24" fmla="*/ 48 w 68"/>
                <a:gd name="T25" fmla="*/ 18 h 31"/>
                <a:gd name="T26" fmla="*/ 39 w 68"/>
                <a:gd name="T27" fmla="*/ 20 h 31"/>
                <a:gd name="T28" fmla="*/ 35 w 68"/>
                <a:gd name="T29" fmla="*/ 21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8"/>
                <a:gd name="T46" fmla="*/ 0 h 31"/>
                <a:gd name="T47" fmla="*/ 68 w 68"/>
                <a:gd name="T48" fmla="*/ 31 h 3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8" h="31">
                  <a:moveTo>
                    <a:pt x="35" y="21"/>
                  </a:moveTo>
                  <a:lnTo>
                    <a:pt x="21" y="27"/>
                  </a:lnTo>
                  <a:lnTo>
                    <a:pt x="7" y="30"/>
                  </a:lnTo>
                  <a:lnTo>
                    <a:pt x="2" y="29"/>
                  </a:lnTo>
                  <a:lnTo>
                    <a:pt x="0" y="27"/>
                  </a:lnTo>
                  <a:lnTo>
                    <a:pt x="3" y="23"/>
                  </a:lnTo>
                  <a:lnTo>
                    <a:pt x="10" y="17"/>
                  </a:lnTo>
                  <a:lnTo>
                    <a:pt x="31" y="6"/>
                  </a:lnTo>
                  <a:lnTo>
                    <a:pt x="52" y="0"/>
                  </a:lnTo>
                  <a:lnTo>
                    <a:pt x="65" y="0"/>
                  </a:lnTo>
                  <a:lnTo>
                    <a:pt x="67" y="6"/>
                  </a:lnTo>
                  <a:lnTo>
                    <a:pt x="59" y="13"/>
                  </a:lnTo>
                  <a:lnTo>
                    <a:pt x="48" y="18"/>
                  </a:lnTo>
                  <a:lnTo>
                    <a:pt x="39" y="20"/>
                  </a:lnTo>
                  <a:lnTo>
                    <a:pt x="35" y="21"/>
                  </a:lnTo>
                </a:path>
              </a:pathLst>
            </a:custGeom>
            <a:solidFill>
              <a:srgbClr val="FDE3BA"/>
            </a:solidFill>
            <a:ln w="12700" cap="rnd">
              <a:solidFill>
                <a:schemeClr val="tx1"/>
              </a:solidFill>
              <a:round/>
              <a:headEnd/>
              <a:tailEnd/>
            </a:ln>
          </p:spPr>
          <p:txBody>
            <a:bodyPr/>
            <a:lstStyle/>
            <a:p>
              <a:endParaRPr lang="en-US" b="1"/>
            </a:p>
          </p:txBody>
        </p:sp>
        <p:sp>
          <p:nvSpPr>
            <p:cNvPr id="6568" name="Freeform 597"/>
            <p:cNvSpPr>
              <a:spLocks/>
            </p:cNvSpPr>
            <p:nvPr/>
          </p:nvSpPr>
          <p:spPr bwMode="auto">
            <a:xfrm>
              <a:off x="2156" y="1330"/>
              <a:ext cx="19" cy="10"/>
            </a:xfrm>
            <a:custGeom>
              <a:avLst/>
              <a:gdLst>
                <a:gd name="T0" fmla="*/ 0 w 19"/>
                <a:gd name="T1" fmla="*/ 8 h 10"/>
                <a:gd name="T2" fmla="*/ 15 w 19"/>
                <a:gd name="T3" fmla="*/ 0 h 10"/>
                <a:gd name="T4" fmla="*/ 18 w 19"/>
                <a:gd name="T5" fmla="*/ 4 h 10"/>
                <a:gd name="T6" fmla="*/ 8 w 19"/>
                <a:gd name="T7" fmla="*/ 9 h 10"/>
                <a:gd name="T8" fmla="*/ 0 w 19"/>
                <a:gd name="T9" fmla="*/ 8 h 10"/>
                <a:gd name="T10" fmla="*/ 0 60000 65536"/>
                <a:gd name="T11" fmla="*/ 0 60000 65536"/>
                <a:gd name="T12" fmla="*/ 0 60000 65536"/>
                <a:gd name="T13" fmla="*/ 0 60000 65536"/>
                <a:gd name="T14" fmla="*/ 0 60000 65536"/>
                <a:gd name="T15" fmla="*/ 0 w 19"/>
                <a:gd name="T16" fmla="*/ 0 h 10"/>
                <a:gd name="T17" fmla="*/ 19 w 19"/>
                <a:gd name="T18" fmla="*/ 10 h 10"/>
              </a:gdLst>
              <a:ahLst/>
              <a:cxnLst>
                <a:cxn ang="T10">
                  <a:pos x="T0" y="T1"/>
                </a:cxn>
                <a:cxn ang="T11">
                  <a:pos x="T2" y="T3"/>
                </a:cxn>
                <a:cxn ang="T12">
                  <a:pos x="T4" y="T5"/>
                </a:cxn>
                <a:cxn ang="T13">
                  <a:pos x="T6" y="T7"/>
                </a:cxn>
                <a:cxn ang="T14">
                  <a:pos x="T8" y="T9"/>
                </a:cxn>
              </a:cxnLst>
              <a:rect l="T15" t="T16" r="T17" b="T18"/>
              <a:pathLst>
                <a:path w="19" h="10">
                  <a:moveTo>
                    <a:pt x="0" y="8"/>
                  </a:moveTo>
                  <a:lnTo>
                    <a:pt x="15" y="0"/>
                  </a:lnTo>
                  <a:lnTo>
                    <a:pt x="18" y="4"/>
                  </a:lnTo>
                  <a:lnTo>
                    <a:pt x="8" y="9"/>
                  </a:lnTo>
                  <a:lnTo>
                    <a:pt x="0" y="8"/>
                  </a:lnTo>
                </a:path>
              </a:pathLst>
            </a:custGeom>
            <a:solidFill>
              <a:srgbClr val="FDE3BA"/>
            </a:solidFill>
            <a:ln w="12700" cap="rnd">
              <a:solidFill>
                <a:schemeClr val="tx1"/>
              </a:solidFill>
              <a:round/>
              <a:headEnd/>
              <a:tailEnd/>
            </a:ln>
          </p:spPr>
          <p:txBody>
            <a:bodyPr/>
            <a:lstStyle/>
            <a:p>
              <a:endParaRPr lang="en-US" b="1"/>
            </a:p>
          </p:txBody>
        </p:sp>
        <p:sp>
          <p:nvSpPr>
            <p:cNvPr id="6569" name="Freeform 598"/>
            <p:cNvSpPr>
              <a:spLocks/>
            </p:cNvSpPr>
            <p:nvPr/>
          </p:nvSpPr>
          <p:spPr bwMode="auto">
            <a:xfrm>
              <a:off x="2174" y="1311"/>
              <a:ext cx="21" cy="11"/>
            </a:xfrm>
            <a:custGeom>
              <a:avLst/>
              <a:gdLst>
                <a:gd name="T0" fmla="*/ 0 w 21"/>
                <a:gd name="T1" fmla="*/ 0 h 11"/>
                <a:gd name="T2" fmla="*/ 11 w 21"/>
                <a:gd name="T3" fmla="*/ 1 h 11"/>
                <a:gd name="T4" fmla="*/ 19 w 21"/>
                <a:gd name="T5" fmla="*/ 4 h 11"/>
                <a:gd name="T6" fmla="*/ 20 w 21"/>
                <a:gd name="T7" fmla="*/ 8 h 11"/>
                <a:gd name="T8" fmla="*/ 13 w 21"/>
                <a:gd name="T9" fmla="*/ 10 h 11"/>
                <a:gd name="T10" fmla="*/ 5 w 21"/>
                <a:gd name="T11" fmla="*/ 9 h 11"/>
                <a:gd name="T12" fmla="*/ 1 w 21"/>
                <a:gd name="T13" fmla="*/ 6 h 11"/>
                <a:gd name="T14" fmla="*/ 0 w 21"/>
                <a:gd name="T15" fmla="*/ 2 h 11"/>
                <a:gd name="T16" fmla="*/ 0 w 2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11"/>
                <a:gd name="T29" fmla="*/ 21 w 2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11">
                  <a:moveTo>
                    <a:pt x="0" y="0"/>
                  </a:moveTo>
                  <a:lnTo>
                    <a:pt x="11" y="1"/>
                  </a:lnTo>
                  <a:lnTo>
                    <a:pt x="19" y="4"/>
                  </a:lnTo>
                  <a:lnTo>
                    <a:pt x="20" y="8"/>
                  </a:lnTo>
                  <a:lnTo>
                    <a:pt x="13" y="10"/>
                  </a:lnTo>
                  <a:lnTo>
                    <a:pt x="5" y="9"/>
                  </a:lnTo>
                  <a:lnTo>
                    <a:pt x="1" y="6"/>
                  </a:lnTo>
                  <a:lnTo>
                    <a:pt x="0" y="2"/>
                  </a:lnTo>
                  <a:lnTo>
                    <a:pt x="0" y="0"/>
                  </a:lnTo>
                </a:path>
              </a:pathLst>
            </a:custGeom>
            <a:solidFill>
              <a:srgbClr val="FDE3BA"/>
            </a:solidFill>
            <a:ln w="12700" cap="rnd">
              <a:solidFill>
                <a:schemeClr val="tx1"/>
              </a:solidFill>
              <a:round/>
              <a:headEnd/>
              <a:tailEnd/>
            </a:ln>
          </p:spPr>
          <p:txBody>
            <a:bodyPr/>
            <a:lstStyle/>
            <a:p>
              <a:endParaRPr lang="en-US" b="1"/>
            </a:p>
          </p:txBody>
        </p:sp>
        <p:sp>
          <p:nvSpPr>
            <p:cNvPr id="6570" name="Freeform 599"/>
            <p:cNvSpPr>
              <a:spLocks/>
            </p:cNvSpPr>
            <p:nvPr/>
          </p:nvSpPr>
          <p:spPr bwMode="auto">
            <a:xfrm>
              <a:off x="2246" y="1292"/>
              <a:ext cx="49" cy="39"/>
            </a:xfrm>
            <a:custGeom>
              <a:avLst/>
              <a:gdLst>
                <a:gd name="T0" fmla="*/ 4 w 49"/>
                <a:gd name="T1" fmla="*/ 23 h 39"/>
                <a:gd name="T2" fmla="*/ 1 w 49"/>
                <a:gd name="T3" fmla="*/ 14 h 39"/>
                <a:gd name="T4" fmla="*/ 0 w 49"/>
                <a:gd name="T5" fmla="*/ 5 h 39"/>
                <a:gd name="T6" fmla="*/ 4 w 49"/>
                <a:gd name="T7" fmla="*/ 0 h 39"/>
                <a:gd name="T8" fmla="*/ 16 w 49"/>
                <a:gd name="T9" fmla="*/ 4 h 39"/>
                <a:gd name="T10" fmla="*/ 32 w 49"/>
                <a:gd name="T11" fmla="*/ 16 h 39"/>
                <a:gd name="T12" fmla="*/ 45 w 49"/>
                <a:gd name="T13" fmla="*/ 29 h 39"/>
                <a:gd name="T14" fmla="*/ 48 w 49"/>
                <a:gd name="T15" fmla="*/ 38 h 39"/>
                <a:gd name="T16" fmla="*/ 37 w 49"/>
                <a:gd name="T17" fmla="*/ 36 h 39"/>
                <a:gd name="T18" fmla="*/ 21 w 49"/>
                <a:gd name="T19" fmla="*/ 30 h 39"/>
                <a:gd name="T20" fmla="*/ 11 w 49"/>
                <a:gd name="T21" fmla="*/ 25 h 39"/>
                <a:gd name="T22" fmla="*/ 6 w 49"/>
                <a:gd name="T23" fmla="*/ 23 h 39"/>
                <a:gd name="T24" fmla="*/ 4 w 49"/>
                <a:gd name="T25" fmla="*/ 23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
                <a:gd name="T40" fmla="*/ 0 h 39"/>
                <a:gd name="T41" fmla="*/ 49 w 49"/>
                <a:gd name="T42" fmla="*/ 39 h 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 h="39">
                  <a:moveTo>
                    <a:pt x="4" y="23"/>
                  </a:moveTo>
                  <a:lnTo>
                    <a:pt x="1" y="14"/>
                  </a:lnTo>
                  <a:lnTo>
                    <a:pt x="0" y="5"/>
                  </a:lnTo>
                  <a:lnTo>
                    <a:pt x="4" y="0"/>
                  </a:lnTo>
                  <a:lnTo>
                    <a:pt x="16" y="4"/>
                  </a:lnTo>
                  <a:lnTo>
                    <a:pt x="32" y="16"/>
                  </a:lnTo>
                  <a:lnTo>
                    <a:pt x="45" y="29"/>
                  </a:lnTo>
                  <a:lnTo>
                    <a:pt x="48" y="38"/>
                  </a:lnTo>
                  <a:lnTo>
                    <a:pt x="37" y="36"/>
                  </a:lnTo>
                  <a:lnTo>
                    <a:pt x="21" y="30"/>
                  </a:lnTo>
                  <a:lnTo>
                    <a:pt x="11" y="25"/>
                  </a:lnTo>
                  <a:lnTo>
                    <a:pt x="6" y="23"/>
                  </a:lnTo>
                  <a:lnTo>
                    <a:pt x="4" y="23"/>
                  </a:lnTo>
                </a:path>
              </a:pathLst>
            </a:custGeom>
            <a:solidFill>
              <a:srgbClr val="FDE3BA"/>
            </a:solidFill>
            <a:ln w="12700" cap="rnd">
              <a:solidFill>
                <a:schemeClr val="tx1"/>
              </a:solidFill>
              <a:round/>
              <a:headEnd/>
              <a:tailEnd/>
            </a:ln>
          </p:spPr>
          <p:txBody>
            <a:bodyPr/>
            <a:lstStyle/>
            <a:p>
              <a:endParaRPr lang="en-US" b="1"/>
            </a:p>
          </p:txBody>
        </p:sp>
        <p:sp>
          <p:nvSpPr>
            <p:cNvPr id="6571" name="Freeform 600"/>
            <p:cNvSpPr>
              <a:spLocks/>
            </p:cNvSpPr>
            <p:nvPr/>
          </p:nvSpPr>
          <p:spPr bwMode="auto">
            <a:xfrm>
              <a:off x="2256" y="1357"/>
              <a:ext cx="35" cy="35"/>
            </a:xfrm>
            <a:custGeom>
              <a:avLst/>
              <a:gdLst>
                <a:gd name="T0" fmla="*/ 29 w 35"/>
                <a:gd name="T1" fmla="*/ 0 h 35"/>
                <a:gd name="T2" fmla="*/ 17 w 35"/>
                <a:gd name="T3" fmla="*/ 6 h 35"/>
                <a:gd name="T4" fmla="*/ 6 w 35"/>
                <a:gd name="T5" fmla="*/ 11 h 35"/>
                <a:gd name="T6" fmla="*/ 0 w 35"/>
                <a:gd name="T7" fmla="*/ 17 h 35"/>
                <a:gd name="T8" fmla="*/ 4 w 35"/>
                <a:gd name="T9" fmla="*/ 23 h 35"/>
                <a:gd name="T10" fmla="*/ 12 w 35"/>
                <a:gd name="T11" fmla="*/ 30 h 35"/>
                <a:gd name="T12" fmla="*/ 17 w 35"/>
                <a:gd name="T13" fmla="*/ 34 h 35"/>
                <a:gd name="T14" fmla="*/ 22 w 35"/>
                <a:gd name="T15" fmla="*/ 33 h 35"/>
                <a:gd name="T16" fmla="*/ 29 w 35"/>
                <a:gd name="T17" fmla="*/ 25 h 35"/>
                <a:gd name="T18" fmla="*/ 34 w 35"/>
                <a:gd name="T19" fmla="*/ 15 h 35"/>
                <a:gd name="T20" fmla="*/ 33 w 35"/>
                <a:gd name="T21" fmla="*/ 7 h 35"/>
                <a:gd name="T22" fmla="*/ 31 w 35"/>
                <a:gd name="T23" fmla="*/ 2 h 35"/>
                <a:gd name="T24" fmla="*/ 29 w 35"/>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35"/>
                <a:gd name="T41" fmla="*/ 35 w 35"/>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35">
                  <a:moveTo>
                    <a:pt x="29" y="0"/>
                  </a:moveTo>
                  <a:lnTo>
                    <a:pt x="17" y="6"/>
                  </a:lnTo>
                  <a:lnTo>
                    <a:pt x="6" y="11"/>
                  </a:lnTo>
                  <a:lnTo>
                    <a:pt x="0" y="17"/>
                  </a:lnTo>
                  <a:lnTo>
                    <a:pt x="4" y="23"/>
                  </a:lnTo>
                  <a:lnTo>
                    <a:pt x="12" y="30"/>
                  </a:lnTo>
                  <a:lnTo>
                    <a:pt x="17" y="34"/>
                  </a:lnTo>
                  <a:lnTo>
                    <a:pt x="22" y="33"/>
                  </a:lnTo>
                  <a:lnTo>
                    <a:pt x="29" y="25"/>
                  </a:lnTo>
                  <a:lnTo>
                    <a:pt x="34" y="15"/>
                  </a:lnTo>
                  <a:lnTo>
                    <a:pt x="33" y="7"/>
                  </a:lnTo>
                  <a:lnTo>
                    <a:pt x="31" y="2"/>
                  </a:lnTo>
                  <a:lnTo>
                    <a:pt x="29" y="0"/>
                  </a:lnTo>
                </a:path>
              </a:pathLst>
            </a:custGeom>
            <a:solidFill>
              <a:srgbClr val="FDE3BA"/>
            </a:solidFill>
            <a:ln w="12700" cap="rnd">
              <a:solidFill>
                <a:schemeClr val="tx1"/>
              </a:solidFill>
              <a:round/>
              <a:headEnd/>
              <a:tailEnd/>
            </a:ln>
          </p:spPr>
          <p:txBody>
            <a:bodyPr/>
            <a:lstStyle/>
            <a:p>
              <a:endParaRPr lang="en-US" b="1"/>
            </a:p>
          </p:txBody>
        </p:sp>
        <p:sp>
          <p:nvSpPr>
            <p:cNvPr id="6572" name="Freeform 601"/>
            <p:cNvSpPr>
              <a:spLocks/>
            </p:cNvSpPr>
            <p:nvPr/>
          </p:nvSpPr>
          <p:spPr bwMode="auto">
            <a:xfrm>
              <a:off x="2321" y="1348"/>
              <a:ext cx="153" cy="58"/>
            </a:xfrm>
            <a:custGeom>
              <a:avLst/>
              <a:gdLst>
                <a:gd name="T0" fmla="*/ 16 w 153"/>
                <a:gd name="T1" fmla="*/ 0 h 58"/>
                <a:gd name="T2" fmla="*/ 26 w 153"/>
                <a:gd name="T3" fmla="*/ 6 h 58"/>
                <a:gd name="T4" fmla="*/ 36 w 153"/>
                <a:gd name="T5" fmla="*/ 7 h 58"/>
                <a:gd name="T6" fmla="*/ 45 w 153"/>
                <a:gd name="T7" fmla="*/ 9 h 58"/>
                <a:gd name="T8" fmla="*/ 52 w 153"/>
                <a:gd name="T9" fmla="*/ 11 h 58"/>
                <a:gd name="T10" fmla="*/ 55 w 153"/>
                <a:gd name="T11" fmla="*/ 18 h 58"/>
                <a:gd name="T12" fmla="*/ 58 w 153"/>
                <a:gd name="T13" fmla="*/ 26 h 58"/>
                <a:gd name="T14" fmla="*/ 68 w 153"/>
                <a:gd name="T15" fmla="*/ 31 h 58"/>
                <a:gd name="T16" fmla="*/ 90 w 153"/>
                <a:gd name="T17" fmla="*/ 30 h 58"/>
                <a:gd name="T18" fmla="*/ 120 w 153"/>
                <a:gd name="T19" fmla="*/ 27 h 58"/>
                <a:gd name="T20" fmla="*/ 142 w 153"/>
                <a:gd name="T21" fmla="*/ 28 h 58"/>
                <a:gd name="T22" fmla="*/ 152 w 153"/>
                <a:gd name="T23" fmla="*/ 35 h 58"/>
                <a:gd name="T24" fmla="*/ 146 w 153"/>
                <a:gd name="T25" fmla="*/ 48 h 58"/>
                <a:gd name="T26" fmla="*/ 132 w 153"/>
                <a:gd name="T27" fmla="*/ 57 h 58"/>
                <a:gd name="T28" fmla="*/ 117 w 153"/>
                <a:gd name="T29" fmla="*/ 56 h 58"/>
                <a:gd name="T30" fmla="*/ 99 w 153"/>
                <a:gd name="T31" fmla="*/ 54 h 58"/>
                <a:gd name="T32" fmla="*/ 73 w 153"/>
                <a:gd name="T33" fmla="*/ 55 h 58"/>
                <a:gd name="T34" fmla="*/ 48 w 153"/>
                <a:gd name="T35" fmla="*/ 57 h 58"/>
                <a:gd name="T36" fmla="*/ 35 w 153"/>
                <a:gd name="T37" fmla="*/ 53 h 58"/>
                <a:gd name="T38" fmla="*/ 30 w 153"/>
                <a:gd name="T39" fmla="*/ 45 h 58"/>
                <a:gd name="T40" fmla="*/ 29 w 153"/>
                <a:gd name="T41" fmla="*/ 36 h 58"/>
                <a:gd name="T42" fmla="*/ 29 w 153"/>
                <a:gd name="T43" fmla="*/ 29 h 58"/>
                <a:gd name="T44" fmla="*/ 27 w 153"/>
                <a:gd name="T45" fmla="*/ 24 h 58"/>
                <a:gd name="T46" fmla="*/ 20 w 153"/>
                <a:gd name="T47" fmla="*/ 20 h 58"/>
                <a:gd name="T48" fmla="*/ 8 w 153"/>
                <a:gd name="T49" fmla="*/ 15 h 58"/>
                <a:gd name="T50" fmla="*/ 0 w 153"/>
                <a:gd name="T51" fmla="*/ 9 h 58"/>
                <a:gd name="T52" fmla="*/ 4 w 153"/>
                <a:gd name="T53" fmla="*/ 4 h 58"/>
                <a:gd name="T54" fmla="*/ 12 w 153"/>
                <a:gd name="T55" fmla="*/ 1 h 58"/>
                <a:gd name="T56" fmla="*/ 16 w 153"/>
                <a:gd name="T57" fmla="*/ 0 h 5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53"/>
                <a:gd name="T88" fmla="*/ 0 h 58"/>
                <a:gd name="T89" fmla="*/ 153 w 153"/>
                <a:gd name="T90" fmla="*/ 58 h 5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53" h="58">
                  <a:moveTo>
                    <a:pt x="16" y="0"/>
                  </a:moveTo>
                  <a:lnTo>
                    <a:pt x="26" y="6"/>
                  </a:lnTo>
                  <a:lnTo>
                    <a:pt x="36" y="7"/>
                  </a:lnTo>
                  <a:lnTo>
                    <a:pt x="45" y="9"/>
                  </a:lnTo>
                  <a:lnTo>
                    <a:pt x="52" y="11"/>
                  </a:lnTo>
                  <a:lnTo>
                    <a:pt x="55" y="18"/>
                  </a:lnTo>
                  <a:lnTo>
                    <a:pt x="58" y="26"/>
                  </a:lnTo>
                  <a:lnTo>
                    <a:pt x="68" y="31"/>
                  </a:lnTo>
                  <a:lnTo>
                    <a:pt x="90" y="30"/>
                  </a:lnTo>
                  <a:lnTo>
                    <a:pt x="120" y="27"/>
                  </a:lnTo>
                  <a:lnTo>
                    <a:pt x="142" y="28"/>
                  </a:lnTo>
                  <a:lnTo>
                    <a:pt x="152" y="35"/>
                  </a:lnTo>
                  <a:lnTo>
                    <a:pt x="146" y="48"/>
                  </a:lnTo>
                  <a:lnTo>
                    <a:pt x="132" y="57"/>
                  </a:lnTo>
                  <a:lnTo>
                    <a:pt x="117" y="56"/>
                  </a:lnTo>
                  <a:lnTo>
                    <a:pt x="99" y="54"/>
                  </a:lnTo>
                  <a:lnTo>
                    <a:pt x="73" y="55"/>
                  </a:lnTo>
                  <a:lnTo>
                    <a:pt x="48" y="57"/>
                  </a:lnTo>
                  <a:lnTo>
                    <a:pt x="35" y="53"/>
                  </a:lnTo>
                  <a:lnTo>
                    <a:pt x="30" y="45"/>
                  </a:lnTo>
                  <a:lnTo>
                    <a:pt x="29" y="36"/>
                  </a:lnTo>
                  <a:lnTo>
                    <a:pt x="29" y="29"/>
                  </a:lnTo>
                  <a:lnTo>
                    <a:pt x="27" y="24"/>
                  </a:lnTo>
                  <a:lnTo>
                    <a:pt x="20" y="20"/>
                  </a:lnTo>
                  <a:lnTo>
                    <a:pt x="8" y="15"/>
                  </a:lnTo>
                  <a:lnTo>
                    <a:pt x="0" y="9"/>
                  </a:lnTo>
                  <a:lnTo>
                    <a:pt x="4" y="4"/>
                  </a:lnTo>
                  <a:lnTo>
                    <a:pt x="12" y="1"/>
                  </a:lnTo>
                  <a:lnTo>
                    <a:pt x="16" y="0"/>
                  </a:lnTo>
                </a:path>
              </a:pathLst>
            </a:custGeom>
            <a:solidFill>
              <a:srgbClr val="FDE3BA"/>
            </a:solidFill>
            <a:ln w="12700" cap="rnd">
              <a:solidFill>
                <a:schemeClr val="tx1"/>
              </a:solidFill>
              <a:round/>
              <a:headEnd/>
              <a:tailEnd/>
            </a:ln>
          </p:spPr>
          <p:txBody>
            <a:bodyPr/>
            <a:lstStyle/>
            <a:p>
              <a:endParaRPr lang="en-US" b="1"/>
            </a:p>
          </p:txBody>
        </p:sp>
        <p:sp>
          <p:nvSpPr>
            <p:cNvPr id="6573" name="Freeform 602"/>
            <p:cNvSpPr>
              <a:spLocks/>
            </p:cNvSpPr>
            <p:nvPr/>
          </p:nvSpPr>
          <p:spPr bwMode="auto">
            <a:xfrm>
              <a:off x="2340" y="1246"/>
              <a:ext cx="94" cy="77"/>
            </a:xfrm>
            <a:custGeom>
              <a:avLst/>
              <a:gdLst>
                <a:gd name="T0" fmla="*/ 73 w 94"/>
                <a:gd name="T1" fmla="*/ 58 h 77"/>
                <a:gd name="T2" fmla="*/ 58 w 94"/>
                <a:gd name="T3" fmla="*/ 69 h 77"/>
                <a:gd name="T4" fmla="*/ 45 w 94"/>
                <a:gd name="T5" fmla="*/ 76 h 77"/>
                <a:gd name="T6" fmla="*/ 35 w 94"/>
                <a:gd name="T7" fmla="*/ 76 h 77"/>
                <a:gd name="T8" fmla="*/ 27 w 94"/>
                <a:gd name="T9" fmla="*/ 69 h 77"/>
                <a:gd name="T10" fmla="*/ 27 w 94"/>
                <a:gd name="T11" fmla="*/ 60 h 77"/>
                <a:gd name="T12" fmla="*/ 31 w 94"/>
                <a:gd name="T13" fmla="*/ 53 h 77"/>
                <a:gd name="T14" fmla="*/ 34 w 94"/>
                <a:gd name="T15" fmla="*/ 48 h 77"/>
                <a:gd name="T16" fmla="*/ 25 w 94"/>
                <a:gd name="T17" fmla="*/ 46 h 77"/>
                <a:gd name="T18" fmla="*/ 12 w 94"/>
                <a:gd name="T19" fmla="*/ 45 h 77"/>
                <a:gd name="T20" fmla="*/ 3 w 94"/>
                <a:gd name="T21" fmla="*/ 42 h 77"/>
                <a:gd name="T22" fmla="*/ 0 w 94"/>
                <a:gd name="T23" fmla="*/ 36 h 77"/>
                <a:gd name="T24" fmla="*/ 4 w 94"/>
                <a:gd name="T25" fmla="*/ 27 h 77"/>
                <a:gd name="T26" fmla="*/ 12 w 94"/>
                <a:gd name="T27" fmla="*/ 15 h 77"/>
                <a:gd name="T28" fmla="*/ 20 w 94"/>
                <a:gd name="T29" fmla="*/ 4 h 77"/>
                <a:gd name="T30" fmla="*/ 32 w 94"/>
                <a:gd name="T31" fmla="*/ 0 h 77"/>
                <a:gd name="T32" fmla="*/ 50 w 94"/>
                <a:gd name="T33" fmla="*/ 6 h 77"/>
                <a:gd name="T34" fmla="*/ 74 w 94"/>
                <a:gd name="T35" fmla="*/ 21 h 77"/>
                <a:gd name="T36" fmla="*/ 88 w 94"/>
                <a:gd name="T37" fmla="*/ 33 h 77"/>
                <a:gd name="T38" fmla="*/ 93 w 94"/>
                <a:gd name="T39" fmla="*/ 42 h 77"/>
                <a:gd name="T40" fmla="*/ 92 w 94"/>
                <a:gd name="T41" fmla="*/ 48 h 77"/>
                <a:gd name="T42" fmla="*/ 81 w 94"/>
                <a:gd name="T43" fmla="*/ 56 h 77"/>
                <a:gd name="T44" fmla="*/ 73 w 94"/>
                <a:gd name="T45" fmla="*/ 58 h 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4"/>
                <a:gd name="T70" fmla="*/ 0 h 77"/>
                <a:gd name="T71" fmla="*/ 94 w 94"/>
                <a:gd name="T72" fmla="*/ 77 h 7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4" h="77">
                  <a:moveTo>
                    <a:pt x="73" y="58"/>
                  </a:moveTo>
                  <a:lnTo>
                    <a:pt x="58" y="69"/>
                  </a:lnTo>
                  <a:lnTo>
                    <a:pt x="45" y="76"/>
                  </a:lnTo>
                  <a:lnTo>
                    <a:pt x="35" y="76"/>
                  </a:lnTo>
                  <a:lnTo>
                    <a:pt x="27" y="69"/>
                  </a:lnTo>
                  <a:lnTo>
                    <a:pt x="27" y="60"/>
                  </a:lnTo>
                  <a:lnTo>
                    <a:pt x="31" y="53"/>
                  </a:lnTo>
                  <a:lnTo>
                    <a:pt x="34" y="48"/>
                  </a:lnTo>
                  <a:lnTo>
                    <a:pt x="25" y="46"/>
                  </a:lnTo>
                  <a:lnTo>
                    <a:pt x="12" y="45"/>
                  </a:lnTo>
                  <a:lnTo>
                    <a:pt x="3" y="42"/>
                  </a:lnTo>
                  <a:lnTo>
                    <a:pt x="0" y="36"/>
                  </a:lnTo>
                  <a:lnTo>
                    <a:pt x="4" y="27"/>
                  </a:lnTo>
                  <a:lnTo>
                    <a:pt x="12" y="15"/>
                  </a:lnTo>
                  <a:lnTo>
                    <a:pt x="20" y="4"/>
                  </a:lnTo>
                  <a:lnTo>
                    <a:pt x="32" y="0"/>
                  </a:lnTo>
                  <a:lnTo>
                    <a:pt x="50" y="6"/>
                  </a:lnTo>
                  <a:lnTo>
                    <a:pt x="74" y="21"/>
                  </a:lnTo>
                  <a:lnTo>
                    <a:pt x="88" y="33"/>
                  </a:lnTo>
                  <a:lnTo>
                    <a:pt x="93" y="42"/>
                  </a:lnTo>
                  <a:lnTo>
                    <a:pt x="92" y="48"/>
                  </a:lnTo>
                  <a:lnTo>
                    <a:pt x="81" y="56"/>
                  </a:lnTo>
                  <a:lnTo>
                    <a:pt x="73" y="58"/>
                  </a:lnTo>
                </a:path>
              </a:pathLst>
            </a:custGeom>
            <a:solidFill>
              <a:srgbClr val="FDE3BA"/>
            </a:solidFill>
            <a:ln w="12700" cap="rnd">
              <a:solidFill>
                <a:schemeClr val="tx1"/>
              </a:solidFill>
              <a:round/>
              <a:headEnd/>
              <a:tailEnd/>
            </a:ln>
          </p:spPr>
          <p:txBody>
            <a:bodyPr/>
            <a:lstStyle/>
            <a:p>
              <a:endParaRPr lang="en-US" b="1"/>
            </a:p>
          </p:txBody>
        </p:sp>
        <p:sp>
          <p:nvSpPr>
            <p:cNvPr id="6574" name="Freeform 603"/>
            <p:cNvSpPr>
              <a:spLocks/>
            </p:cNvSpPr>
            <p:nvPr/>
          </p:nvSpPr>
          <p:spPr bwMode="auto">
            <a:xfrm>
              <a:off x="2313" y="1308"/>
              <a:ext cx="26" cy="18"/>
            </a:xfrm>
            <a:custGeom>
              <a:avLst/>
              <a:gdLst>
                <a:gd name="T0" fmla="*/ 1 w 26"/>
                <a:gd name="T1" fmla="*/ 0 h 18"/>
                <a:gd name="T2" fmla="*/ 14 w 26"/>
                <a:gd name="T3" fmla="*/ 4 h 18"/>
                <a:gd name="T4" fmla="*/ 24 w 26"/>
                <a:gd name="T5" fmla="*/ 10 h 18"/>
                <a:gd name="T6" fmla="*/ 25 w 26"/>
                <a:gd name="T7" fmla="*/ 15 h 18"/>
                <a:gd name="T8" fmla="*/ 16 w 26"/>
                <a:gd name="T9" fmla="*/ 17 h 18"/>
                <a:gd name="T10" fmla="*/ 5 w 26"/>
                <a:gd name="T11" fmla="*/ 14 h 18"/>
                <a:gd name="T12" fmla="*/ 1 w 26"/>
                <a:gd name="T13" fmla="*/ 8 h 18"/>
                <a:gd name="T14" fmla="*/ 0 w 26"/>
                <a:gd name="T15" fmla="*/ 2 h 18"/>
                <a:gd name="T16" fmla="*/ 1 w 26"/>
                <a:gd name="T17" fmla="*/ 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18"/>
                <a:gd name="T29" fmla="*/ 26 w 26"/>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18">
                  <a:moveTo>
                    <a:pt x="1" y="0"/>
                  </a:moveTo>
                  <a:lnTo>
                    <a:pt x="14" y="4"/>
                  </a:lnTo>
                  <a:lnTo>
                    <a:pt x="24" y="10"/>
                  </a:lnTo>
                  <a:lnTo>
                    <a:pt x="25" y="15"/>
                  </a:lnTo>
                  <a:lnTo>
                    <a:pt x="16" y="17"/>
                  </a:lnTo>
                  <a:lnTo>
                    <a:pt x="5" y="14"/>
                  </a:lnTo>
                  <a:lnTo>
                    <a:pt x="1" y="8"/>
                  </a:lnTo>
                  <a:lnTo>
                    <a:pt x="0" y="2"/>
                  </a:lnTo>
                  <a:lnTo>
                    <a:pt x="1" y="0"/>
                  </a:lnTo>
                </a:path>
              </a:pathLst>
            </a:custGeom>
            <a:solidFill>
              <a:srgbClr val="FDE3BA"/>
            </a:solidFill>
            <a:ln w="12700" cap="rnd">
              <a:solidFill>
                <a:schemeClr val="tx1"/>
              </a:solidFill>
              <a:round/>
              <a:headEnd/>
              <a:tailEnd/>
            </a:ln>
          </p:spPr>
          <p:txBody>
            <a:bodyPr/>
            <a:lstStyle/>
            <a:p>
              <a:endParaRPr lang="en-US" b="1"/>
            </a:p>
          </p:txBody>
        </p:sp>
        <p:sp>
          <p:nvSpPr>
            <p:cNvPr id="6575" name="Freeform 604"/>
            <p:cNvSpPr>
              <a:spLocks/>
            </p:cNvSpPr>
            <p:nvPr/>
          </p:nvSpPr>
          <p:spPr bwMode="auto">
            <a:xfrm>
              <a:off x="2313" y="1384"/>
              <a:ext cx="21" cy="14"/>
            </a:xfrm>
            <a:custGeom>
              <a:avLst/>
              <a:gdLst>
                <a:gd name="T0" fmla="*/ 1 w 21"/>
                <a:gd name="T1" fmla="*/ 0 h 14"/>
                <a:gd name="T2" fmla="*/ 13 w 21"/>
                <a:gd name="T3" fmla="*/ 3 h 14"/>
                <a:gd name="T4" fmla="*/ 20 w 21"/>
                <a:gd name="T5" fmla="*/ 8 h 14"/>
                <a:gd name="T6" fmla="*/ 20 w 21"/>
                <a:gd name="T7" fmla="*/ 12 h 14"/>
                <a:gd name="T8" fmla="*/ 12 w 21"/>
                <a:gd name="T9" fmla="*/ 13 h 14"/>
                <a:gd name="T10" fmla="*/ 3 w 21"/>
                <a:gd name="T11" fmla="*/ 12 h 14"/>
                <a:gd name="T12" fmla="*/ 0 w 21"/>
                <a:gd name="T13" fmla="*/ 7 h 14"/>
                <a:gd name="T14" fmla="*/ 0 w 21"/>
                <a:gd name="T15" fmla="*/ 2 h 14"/>
                <a:gd name="T16" fmla="*/ 1 w 21"/>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14"/>
                <a:gd name="T29" fmla="*/ 21 w 2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14">
                  <a:moveTo>
                    <a:pt x="1" y="0"/>
                  </a:moveTo>
                  <a:lnTo>
                    <a:pt x="13" y="3"/>
                  </a:lnTo>
                  <a:lnTo>
                    <a:pt x="20" y="8"/>
                  </a:lnTo>
                  <a:lnTo>
                    <a:pt x="20" y="12"/>
                  </a:lnTo>
                  <a:lnTo>
                    <a:pt x="12" y="13"/>
                  </a:lnTo>
                  <a:lnTo>
                    <a:pt x="3" y="12"/>
                  </a:lnTo>
                  <a:lnTo>
                    <a:pt x="0" y="7"/>
                  </a:lnTo>
                  <a:lnTo>
                    <a:pt x="0" y="2"/>
                  </a:lnTo>
                  <a:lnTo>
                    <a:pt x="1" y="0"/>
                  </a:lnTo>
                </a:path>
              </a:pathLst>
            </a:custGeom>
            <a:solidFill>
              <a:srgbClr val="FDE3BA"/>
            </a:solidFill>
            <a:ln w="12700" cap="rnd">
              <a:solidFill>
                <a:schemeClr val="tx1"/>
              </a:solidFill>
              <a:round/>
              <a:headEnd/>
              <a:tailEnd/>
            </a:ln>
          </p:spPr>
          <p:txBody>
            <a:bodyPr/>
            <a:lstStyle/>
            <a:p>
              <a:endParaRPr lang="en-US" b="1"/>
            </a:p>
          </p:txBody>
        </p:sp>
      </p:grpSp>
      <p:sp>
        <p:nvSpPr>
          <p:cNvPr id="6286" name="Freeform 605"/>
          <p:cNvSpPr>
            <a:spLocks/>
          </p:cNvSpPr>
          <p:nvPr/>
        </p:nvSpPr>
        <p:spPr bwMode="auto">
          <a:xfrm>
            <a:off x="7418226" y="3086678"/>
            <a:ext cx="92554" cy="288381"/>
          </a:xfrm>
          <a:custGeom>
            <a:avLst/>
            <a:gdLst>
              <a:gd name="T0" fmla="*/ 0 w 53"/>
              <a:gd name="T1" fmla="*/ 0 h 146"/>
              <a:gd name="T2" fmla="*/ 4 w 53"/>
              <a:gd name="T3" fmla="*/ 3 h 146"/>
              <a:gd name="T4" fmla="*/ 6 w 53"/>
              <a:gd name="T5" fmla="*/ 6 h 146"/>
              <a:gd name="T6" fmla="*/ 14 w 53"/>
              <a:gd name="T7" fmla="*/ 21 h 146"/>
              <a:gd name="T8" fmla="*/ 16 w 53"/>
              <a:gd name="T9" fmla="*/ 31 h 146"/>
              <a:gd name="T10" fmla="*/ 17 w 53"/>
              <a:gd name="T11" fmla="*/ 37 h 146"/>
              <a:gd name="T12" fmla="*/ 17 w 53"/>
              <a:gd name="T13" fmla="*/ 42 h 146"/>
              <a:gd name="T14" fmla="*/ 21 w 53"/>
              <a:gd name="T15" fmla="*/ 49 h 146"/>
              <a:gd name="T16" fmla="*/ 26 w 53"/>
              <a:gd name="T17" fmla="*/ 54 h 146"/>
              <a:gd name="T18" fmla="*/ 29 w 53"/>
              <a:gd name="T19" fmla="*/ 57 h 146"/>
              <a:gd name="T20" fmla="*/ 33 w 53"/>
              <a:gd name="T21" fmla="*/ 61 h 146"/>
              <a:gd name="T22" fmla="*/ 37 w 53"/>
              <a:gd name="T23" fmla="*/ 70 h 146"/>
              <a:gd name="T24" fmla="*/ 44 w 53"/>
              <a:gd name="T25" fmla="*/ 88 h 146"/>
              <a:gd name="T26" fmla="*/ 46 w 53"/>
              <a:gd name="T27" fmla="*/ 94 h 146"/>
              <a:gd name="T28" fmla="*/ 44 w 53"/>
              <a:gd name="T29" fmla="*/ 90 h 146"/>
              <a:gd name="T30" fmla="*/ 37 w 53"/>
              <a:gd name="T31" fmla="*/ 84 h 146"/>
              <a:gd name="T32" fmla="*/ 32 w 53"/>
              <a:gd name="T33" fmla="*/ 86 h 146"/>
              <a:gd name="T34" fmla="*/ 31 w 53"/>
              <a:gd name="T35" fmla="*/ 94 h 146"/>
              <a:gd name="T36" fmla="*/ 30 w 53"/>
              <a:gd name="T37" fmla="*/ 102 h 146"/>
              <a:gd name="T38" fmla="*/ 30 w 53"/>
              <a:gd name="T39" fmla="*/ 105 h 146"/>
              <a:gd name="T40" fmla="*/ 34 w 53"/>
              <a:gd name="T41" fmla="*/ 109 h 146"/>
              <a:gd name="T42" fmla="*/ 33 w 53"/>
              <a:gd name="T43" fmla="*/ 111 h 146"/>
              <a:gd name="T44" fmla="*/ 36 w 53"/>
              <a:gd name="T45" fmla="*/ 118 h 146"/>
              <a:gd name="T46" fmla="*/ 44 w 53"/>
              <a:gd name="T47" fmla="*/ 124 h 146"/>
              <a:gd name="T48" fmla="*/ 49 w 53"/>
              <a:gd name="T49" fmla="*/ 125 h 146"/>
              <a:gd name="T50" fmla="*/ 50 w 53"/>
              <a:gd name="T51" fmla="*/ 133 h 146"/>
              <a:gd name="T52" fmla="*/ 51 w 53"/>
              <a:gd name="T53" fmla="*/ 133 h 146"/>
              <a:gd name="T54" fmla="*/ 52 w 53"/>
              <a:gd name="T55" fmla="*/ 133 h 146"/>
              <a:gd name="T56" fmla="*/ 51 w 53"/>
              <a:gd name="T57" fmla="*/ 132 h 146"/>
              <a:gd name="T58" fmla="*/ 45 w 53"/>
              <a:gd name="T59" fmla="*/ 132 h 146"/>
              <a:gd name="T60" fmla="*/ 36 w 53"/>
              <a:gd name="T61" fmla="*/ 133 h 146"/>
              <a:gd name="T62" fmla="*/ 34 w 53"/>
              <a:gd name="T63" fmla="*/ 138 h 146"/>
              <a:gd name="T64" fmla="*/ 30 w 53"/>
              <a:gd name="T65" fmla="*/ 143 h 146"/>
              <a:gd name="T66" fmla="*/ 28 w 53"/>
              <a:gd name="T67" fmla="*/ 145 h 146"/>
              <a:gd name="T68" fmla="*/ 28 w 53"/>
              <a:gd name="T69" fmla="*/ 142 h 146"/>
              <a:gd name="T70" fmla="*/ 28 w 53"/>
              <a:gd name="T71" fmla="*/ 135 h 146"/>
              <a:gd name="T72" fmla="*/ 25 w 53"/>
              <a:gd name="T73" fmla="*/ 120 h 146"/>
              <a:gd name="T74" fmla="*/ 20 w 53"/>
              <a:gd name="T75" fmla="*/ 105 h 146"/>
              <a:gd name="T76" fmla="*/ 18 w 53"/>
              <a:gd name="T77" fmla="*/ 97 h 146"/>
              <a:gd name="T78" fmla="*/ 18 w 53"/>
              <a:gd name="T79" fmla="*/ 93 h 146"/>
              <a:gd name="T80" fmla="*/ 17 w 53"/>
              <a:gd name="T81" fmla="*/ 89 h 146"/>
              <a:gd name="T82" fmla="*/ 15 w 53"/>
              <a:gd name="T83" fmla="*/ 78 h 146"/>
              <a:gd name="T84" fmla="*/ 14 w 53"/>
              <a:gd name="T85" fmla="*/ 65 h 146"/>
              <a:gd name="T86" fmla="*/ 13 w 53"/>
              <a:gd name="T87" fmla="*/ 56 h 146"/>
              <a:gd name="T88" fmla="*/ 12 w 53"/>
              <a:gd name="T89" fmla="*/ 51 h 146"/>
              <a:gd name="T90" fmla="*/ 9 w 53"/>
              <a:gd name="T91" fmla="*/ 46 h 146"/>
              <a:gd name="T92" fmla="*/ 3 w 53"/>
              <a:gd name="T93" fmla="*/ 34 h 146"/>
              <a:gd name="T94" fmla="*/ 1 w 53"/>
              <a:gd name="T95" fmla="*/ 23 h 146"/>
              <a:gd name="T96" fmla="*/ 1 w 53"/>
              <a:gd name="T97" fmla="*/ 17 h 146"/>
              <a:gd name="T98" fmla="*/ 1 w 53"/>
              <a:gd name="T99" fmla="*/ 9 h 146"/>
              <a:gd name="T100" fmla="*/ 0 w 53"/>
              <a:gd name="T101" fmla="*/ 3 h 146"/>
              <a:gd name="T102" fmla="*/ 0 w 53"/>
              <a:gd name="T103" fmla="*/ 0 h 1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3"/>
              <a:gd name="T157" fmla="*/ 0 h 146"/>
              <a:gd name="T158" fmla="*/ 53 w 53"/>
              <a:gd name="T159" fmla="*/ 146 h 1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3" h="146">
                <a:moveTo>
                  <a:pt x="0" y="0"/>
                </a:moveTo>
                <a:lnTo>
                  <a:pt x="4" y="3"/>
                </a:lnTo>
                <a:lnTo>
                  <a:pt x="6" y="6"/>
                </a:lnTo>
                <a:lnTo>
                  <a:pt x="14" y="21"/>
                </a:lnTo>
                <a:lnTo>
                  <a:pt x="16" y="31"/>
                </a:lnTo>
                <a:lnTo>
                  <a:pt x="17" y="37"/>
                </a:lnTo>
                <a:lnTo>
                  <a:pt x="17" y="42"/>
                </a:lnTo>
                <a:lnTo>
                  <a:pt x="21" y="49"/>
                </a:lnTo>
                <a:lnTo>
                  <a:pt x="26" y="54"/>
                </a:lnTo>
                <a:lnTo>
                  <a:pt x="29" y="57"/>
                </a:lnTo>
                <a:lnTo>
                  <a:pt x="33" y="61"/>
                </a:lnTo>
                <a:lnTo>
                  <a:pt x="37" y="70"/>
                </a:lnTo>
                <a:lnTo>
                  <a:pt x="44" y="88"/>
                </a:lnTo>
                <a:lnTo>
                  <a:pt x="46" y="94"/>
                </a:lnTo>
                <a:lnTo>
                  <a:pt x="44" y="90"/>
                </a:lnTo>
                <a:lnTo>
                  <a:pt x="37" y="84"/>
                </a:lnTo>
                <a:lnTo>
                  <a:pt x="32" y="86"/>
                </a:lnTo>
                <a:lnTo>
                  <a:pt x="31" y="94"/>
                </a:lnTo>
                <a:lnTo>
                  <a:pt x="30" y="102"/>
                </a:lnTo>
                <a:lnTo>
                  <a:pt x="30" y="105"/>
                </a:lnTo>
                <a:lnTo>
                  <a:pt x="34" y="109"/>
                </a:lnTo>
                <a:lnTo>
                  <a:pt x="33" y="111"/>
                </a:lnTo>
                <a:lnTo>
                  <a:pt x="36" y="118"/>
                </a:lnTo>
                <a:lnTo>
                  <a:pt x="44" y="124"/>
                </a:lnTo>
                <a:lnTo>
                  <a:pt x="49" y="125"/>
                </a:lnTo>
                <a:lnTo>
                  <a:pt x="50" y="133"/>
                </a:lnTo>
                <a:lnTo>
                  <a:pt x="51" y="133"/>
                </a:lnTo>
                <a:lnTo>
                  <a:pt x="52" y="133"/>
                </a:lnTo>
                <a:lnTo>
                  <a:pt x="51" y="132"/>
                </a:lnTo>
                <a:lnTo>
                  <a:pt x="45" y="132"/>
                </a:lnTo>
                <a:lnTo>
                  <a:pt x="36" y="133"/>
                </a:lnTo>
                <a:lnTo>
                  <a:pt x="34" y="138"/>
                </a:lnTo>
                <a:lnTo>
                  <a:pt x="30" y="143"/>
                </a:lnTo>
                <a:lnTo>
                  <a:pt x="28" y="145"/>
                </a:lnTo>
                <a:lnTo>
                  <a:pt x="28" y="142"/>
                </a:lnTo>
                <a:lnTo>
                  <a:pt x="28" y="135"/>
                </a:lnTo>
                <a:lnTo>
                  <a:pt x="25" y="120"/>
                </a:lnTo>
                <a:lnTo>
                  <a:pt x="20" y="105"/>
                </a:lnTo>
                <a:lnTo>
                  <a:pt x="18" y="97"/>
                </a:lnTo>
                <a:lnTo>
                  <a:pt x="18" y="93"/>
                </a:lnTo>
                <a:lnTo>
                  <a:pt x="17" y="89"/>
                </a:lnTo>
                <a:lnTo>
                  <a:pt x="15" y="78"/>
                </a:lnTo>
                <a:lnTo>
                  <a:pt x="14" y="65"/>
                </a:lnTo>
                <a:lnTo>
                  <a:pt x="13" y="56"/>
                </a:lnTo>
                <a:lnTo>
                  <a:pt x="12" y="51"/>
                </a:lnTo>
                <a:lnTo>
                  <a:pt x="9" y="46"/>
                </a:lnTo>
                <a:lnTo>
                  <a:pt x="3" y="34"/>
                </a:lnTo>
                <a:lnTo>
                  <a:pt x="1" y="23"/>
                </a:lnTo>
                <a:lnTo>
                  <a:pt x="1" y="17"/>
                </a:lnTo>
                <a:lnTo>
                  <a:pt x="1" y="9"/>
                </a:lnTo>
                <a:lnTo>
                  <a:pt x="0" y="3"/>
                </a:lnTo>
                <a:lnTo>
                  <a:pt x="0" y="0"/>
                </a:lnTo>
              </a:path>
            </a:pathLst>
          </a:custGeom>
          <a:solidFill>
            <a:srgbClr val="FDE3BA"/>
          </a:solidFill>
          <a:ln w="12700" cap="rnd">
            <a:solidFill>
              <a:schemeClr val="tx1"/>
            </a:solidFill>
            <a:round/>
            <a:headEnd/>
            <a:tailEnd/>
          </a:ln>
        </p:spPr>
        <p:txBody>
          <a:bodyPr/>
          <a:lstStyle/>
          <a:p>
            <a:endParaRPr lang="en-US"/>
          </a:p>
        </p:txBody>
      </p:sp>
      <p:sp>
        <p:nvSpPr>
          <p:cNvPr id="6287" name="Freeform 606"/>
          <p:cNvSpPr>
            <a:spLocks/>
          </p:cNvSpPr>
          <p:nvPr/>
        </p:nvSpPr>
        <p:spPr bwMode="auto">
          <a:xfrm>
            <a:off x="8190090" y="2733116"/>
            <a:ext cx="76837" cy="33578"/>
          </a:xfrm>
          <a:custGeom>
            <a:avLst/>
            <a:gdLst>
              <a:gd name="T0" fmla="*/ 0 w 44"/>
              <a:gd name="T1" fmla="*/ 3 h 17"/>
              <a:gd name="T2" fmla="*/ 3 w 44"/>
              <a:gd name="T3" fmla="*/ 4 h 17"/>
              <a:gd name="T4" fmla="*/ 11 w 44"/>
              <a:gd name="T5" fmla="*/ 5 h 17"/>
              <a:gd name="T6" fmla="*/ 20 w 44"/>
              <a:gd name="T7" fmla="*/ 1 h 17"/>
              <a:gd name="T8" fmla="*/ 29 w 44"/>
              <a:gd name="T9" fmla="*/ 0 h 17"/>
              <a:gd name="T10" fmla="*/ 39 w 44"/>
              <a:gd name="T11" fmla="*/ 5 h 17"/>
              <a:gd name="T12" fmla="*/ 43 w 44"/>
              <a:gd name="T13" fmla="*/ 8 h 17"/>
              <a:gd name="T14" fmla="*/ 41 w 44"/>
              <a:gd name="T15" fmla="*/ 8 h 17"/>
              <a:gd name="T16" fmla="*/ 34 w 44"/>
              <a:gd name="T17" fmla="*/ 10 h 17"/>
              <a:gd name="T18" fmla="*/ 19 w 44"/>
              <a:gd name="T19" fmla="*/ 16 h 17"/>
              <a:gd name="T20" fmla="*/ 10 w 44"/>
              <a:gd name="T21" fmla="*/ 14 h 17"/>
              <a:gd name="T22" fmla="*/ 2 w 44"/>
              <a:gd name="T23" fmla="*/ 7 h 17"/>
              <a:gd name="T24" fmla="*/ 0 w 44"/>
              <a:gd name="T25" fmla="*/ 3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17"/>
              <a:gd name="T41" fmla="*/ 44 w 44"/>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17">
                <a:moveTo>
                  <a:pt x="0" y="3"/>
                </a:moveTo>
                <a:lnTo>
                  <a:pt x="3" y="4"/>
                </a:lnTo>
                <a:lnTo>
                  <a:pt x="11" y="5"/>
                </a:lnTo>
                <a:lnTo>
                  <a:pt x="20" y="1"/>
                </a:lnTo>
                <a:lnTo>
                  <a:pt x="29" y="0"/>
                </a:lnTo>
                <a:lnTo>
                  <a:pt x="39" y="5"/>
                </a:lnTo>
                <a:lnTo>
                  <a:pt x="43" y="8"/>
                </a:lnTo>
                <a:lnTo>
                  <a:pt x="41" y="8"/>
                </a:lnTo>
                <a:lnTo>
                  <a:pt x="34" y="10"/>
                </a:lnTo>
                <a:lnTo>
                  <a:pt x="19" y="16"/>
                </a:lnTo>
                <a:lnTo>
                  <a:pt x="10" y="14"/>
                </a:lnTo>
                <a:lnTo>
                  <a:pt x="2" y="7"/>
                </a:lnTo>
                <a:lnTo>
                  <a:pt x="0" y="3"/>
                </a:lnTo>
              </a:path>
            </a:pathLst>
          </a:custGeom>
          <a:solidFill>
            <a:srgbClr val="FDE3BA"/>
          </a:solidFill>
          <a:ln w="12700" cap="rnd">
            <a:solidFill>
              <a:schemeClr val="tx1"/>
            </a:solidFill>
            <a:round/>
            <a:headEnd/>
            <a:tailEnd/>
          </a:ln>
        </p:spPr>
        <p:txBody>
          <a:bodyPr/>
          <a:lstStyle/>
          <a:p>
            <a:endParaRPr lang="en-US"/>
          </a:p>
        </p:txBody>
      </p:sp>
      <p:sp>
        <p:nvSpPr>
          <p:cNvPr id="6288" name="Freeform 607"/>
          <p:cNvSpPr>
            <a:spLocks/>
          </p:cNvSpPr>
          <p:nvPr/>
        </p:nvSpPr>
        <p:spPr bwMode="auto">
          <a:xfrm>
            <a:off x="7715097" y="3205191"/>
            <a:ext cx="19210" cy="19752"/>
          </a:xfrm>
          <a:custGeom>
            <a:avLst/>
            <a:gdLst>
              <a:gd name="T0" fmla="*/ 5 w 11"/>
              <a:gd name="T1" fmla="*/ 9 h 10"/>
              <a:gd name="T2" fmla="*/ 8 w 11"/>
              <a:gd name="T3" fmla="*/ 8 h 10"/>
              <a:gd name="T4" fmla="*/ 10 w 11"/>
              <a:gd name="T5" fmla="*/ 5 h 10"/>
              <a:gd name="T6" fmla="*/ 8 w 11"/>
              <a:gd name="T7" fmla="*/ 1 h 10"/>
              <a:gd name="T8" fmla="*/ 5 w 11"/>
              <a:gd name="T9" fmla="*/ 0 h 10"/>
              <a:gd name="T10" fmla="*/ 2 w 11"/>
              <a:gd name="T11" fmla="*/ 1 h 10"/>
              <a:gd name="T12" fmla="*/ 0 w 11"/>
              <a:gd name="T13" fmla="*/ 5 h 10"/>
              <a:gd name="T14" fmla="*/ 2 w 11"/>
              <a:gd name="T15" fmla="*/ 8 h 10"/>
              <a:gd name="T16" fmla="*/ 5 w 11"/>
              <a:gd name="T17" fmla="*/ 9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5" y="9"/>
                </a:moveTo>
                <a:lnTo>
                  <a:pt x="8" y="8"/>
                </a:lnTo>
                <a:lnTo>
                  <a:pt x="10" y="5"/>
                </a:lnTo>
                <a:lnTo>
                  <a:pt x="8" y="1"/>
                </a:lnTo>
                <a:lnTo>
                  <a:pt x="5" y="0"/>
                </a:lnTo>
                <a:lnTo>
                  <a:pt x="2" y="1"/>
                </a:lnTo>
                <a:lnTo>
                  <a:pt x="0" y="5"/>
                </a:lnTo>
                <a:lnTo>
                  <a:pt x="2" y="8"/>
                </a:lnTo>
                <a:lnTo>
                  <a:pt x="5" y="9"/>
                </a:lnTo>
              </a:path>
            </a:pathLst>
          </a:custGeom>
          <a:solidFill>
            <a:srgbClr val="FDE3BA"/>
          </a:solidFill>
          <a:ln w="12700" cap="rnd">
            <a:solidFill>
              <a:srgbClr val="000000"/>
            </a:solidFill>
            <a:round/>
            <a:headEnd/>
            <a:tailEnd/>
          </a:ln>
        </p:spPr>
        <p:txBody>
          <a:bodyPr/>
          <a:lstStyle/>
          <a:p>
            <a:endParaRPr lang="en-US"/>
          </a:p>
        </p:txBody>
      </p:sp>
      <p:sp>
        <p:nvSpPr>
          <p:cNvPr id="6289" name="Freeform 608"/>
          <p:cNvSpPr>
            <a:spLocks/>
          </p:cNvSpPr>
          <p:nvPr/>
        </p:nvSpPr>
        <p:spPr bwMode="auto">
          <a:xfrm>
            <a:off x="7695888" y="3236794"/>
            <a:ext cx="15716" cy="11851"/>
          </a:xfrm>
          <a:custGeom>
            <a:avLst/>
            <a:gdLst>
              <a:gd name="T0" fmla="*/ 4 w 9"/>
              <a:gd name="T1" fmla="*/ 5 h 6"/>
              <a:gd name="T2" fmla="*/ 7 w 9"/>
              <a:gd name="T3" fmla="*/ 5 h 6"/>
              <a:gd name="T4" fmla="*/ 8 w 9"/>
              <a:gd name="T5" fmla="*/ 2 h 6"/>
              <a:gd name="T6" fmla="*/ 7 w 9"/>
              <a:gd name="T7" fmla="*/ 1 h 6"/>
              <a:gd name="T8" fmla="*/ 4 w 9"/>
              <a:gd name="T9" fmla="*/ 0 h 6"/>
              <a:gd name="T10" fmla="*/ 1 w 9"/>
              <a:gd name="T11" fmla="*/ 1 h 6"/>
              <a:gd name="T12" fmla="*/ 0 w 9"/>
              <a:gd name="T13" fmla="*/ 2 h 6"/>
              <a:gd name="T14" fmla="*/ 1 w 9"/>
              <a:gd name="T15" fmla="*/ 5 h 6"/>
              <a:gd name="T16" fmla="*/ 4 w 9"/>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6"/>
              <a:gd name="T29" fmla="*/ 9 w 9"/>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6">
                <a:moveTo>
                  <a:pt x="4" y="5"/>
                </a:moveTo>
                <a:lnTo>
                  <a:pt x="7" y="5"/>
                </a:lnTo>
                <a:lnTo>
                  <a:pt x="8" y="2"/>
                </a:lnTo>
                <a:lnTo>
                  <a:pt x="7" y="1"/>
                </a:lnTo>
                <a:lnTo>
                  <a:pt x="4" y="0"/>
                </a:lnTo>
                <a:lnTo>
                  <a:pt x="1" y="1"/>
                </a:lnTo>
                <a:lnTo>
                  <a:pt x="0" y="2"/>
                </a:lnTo>
                <a:lnTo>
                  <a:pt x="1" y="5"/>
                </a:lnTo>
                <a:lnTo>
                  <a:pt x="4" y="5"/>
                </a:lnTo>
              </a:path>
            </a:pathLst>
          </a:custGeom>
          <a:solidFill>
            <a:srgbClr val="FDE3BA"/>
          </a:solidFill>
          <a:ln w="12700" cap="rnd">
            <a:solidFill>
              <a:srgbClr val="000000"/>
            </a:solidFill>
            <a:round/>
            <a:headEnd/>
            <a:tailEnd/>
          </a:ln>
        </p:spPr>
        <p:txBody>
          <a:bodyPr/>
          <a:lstStyle/>
          <a:p>
            <a:endParaRPr lang="en-US"/>
          </a:p>
        </p:txBody>
      </p:sp>
      <p:sp>
        <p:nvSpPr>
          <p:cNvPr id="6290" name="Freeform 609"/>
          <p:cNvSpPr>
            <a:spLocks/>
          </p:cNvSpPr>
          <p:nvPr/>
        </p:nvSpPr>
        <p:spPr bwMode="auto">
          <a:xfrm>
            <a:off x="7687156" y="3264447"/>
            <a:ext cx="19210" cy="17778"/>
          </a:xfrm>
          <a:custGeom>
            <a:avLst/>
            <a:gdLst>
              <a:gd name="T0" fmla="*/ 5 w 11"/>
              <a:gd name="T1" fmla="*/ 8 h 9"/>
              <a:gd name="T2" fmla="*/ 8 w 11"/>
              <a:gd name="T3" fmla="*/ 7 h 9"/>
              <a:gd name="T4" fmla="*/ 10 w 11"/>
              <a:gd name="T5" fmla="*/ 4 h 9"/>
              <a:gd name="T6" fmla="*/ 8 w 11"/>
              <a:gd name="T7" fmla="*/ 1 h 9"/>
              <a:gd name="T8" fmla="*/ 5 w 11"/>
              <a:gd name="T9" fmla="*/ 0 h 9"/>
              <a:gd name="T10" fmla="*/ 2 w 11"/>
              <a:gd name="T11" fmla="*/ 1 h 9"/>
              <a:gd name="T12" fmla="*/ 0 w 11"/>
              <a:gd name="T13" fmla="*/ 4 h 9"/>
              <a:gd name="T14" fmla="*/ 2 w 11"/>
              <a:gd name="T15" fmla="*/ 7 h 9"/>
              <a:gd name="T16" fmla="*/ 5 w 11"/>
              <a:gd name="T17" fmla="*/ 8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5" y="8"/>
                </a:moveTo>
                <a:lnTo>
                  <a:pt x="8" y="7"/>
                </a:lnTo>
                <a:lnTo>
                  <a:pt x="10" y="4"/>
                </a:lnTo>
                <a:lnTo>
                  <a:pt x="8" y="1"/>
                </a:lnTo>
                <a:lnTo>
                  <a:pt x="5" y="0"/>
                </a:lnTo>
                <a:lnTo>
                  <a:pt x="2" y="1"/>
                </a:lnTo>
                <a:lnTo>
                  <a:pt x="0" y="4"/>
                </a:lnTo>
                <a:lnTo>
                  <a:pt x="2" y="7"/>
                </a:lnTo>
                <a:lnTo>
                  <a:pt x="5" y="8"/>
                </a:lnTo>
              </a:path>
            </a:pathLst>
          </a:custGeom>
          <a:solidFill>
            <a:srgbClr val="FDE3BA"/>
          </a:solidFill>
          <a:ln w="12700" cap="rnd">
            <a:solidFill>
              <a:srgbClr val="000000"/>
            </a:solidFill>
            <a:round/>
            <a:headEnd/>
            <a:tailEnd/>
          </a:ln>
        </p:spPr>
        <p:txBody>
          <a:bodyPr/>
          <a:lstStyle/>
          <a:p>
            <a:endParaRPr lang="en-US"/>
          </a:p>
        </p:txBody>
      </p:sp>
      <p:sp>
        <p:nvSpPr>
          <p:cNvPr id="6291" name="Freeform 610"/>
          <p:cNvSpPr>
            <a:spLocks/>
          </p:cNvSpPr>
          <p:nvPr/>
        </p:nvSpPr>
        <p:spPr bwMode="auto">
          <a:xfrm>
            <a:off x="7680171" y="3303951"/>
            <a:ext cx="20956" cy="13827"/>
          </a:xfrm>
          <a:custGeom>
            <a:avLst/>
            <a:gdLst>
              <a:gd name="T0" fmla="*/ 6 w 12"/>
              <a:gd name="T1" fmla="*/ 6 h 7"/>
              <a:gd name="T2" fmla="*/ 9 w 12"/>
              <a:gd name="T3" fmla="*/ 5 h 7"/>
              <a:gd name="T4" fmla="*/ 11 w 12"/>
              <a:gd name="T5" fmla="*/ 3 h 7"/>
              <a:gd name="T6" fmla="*/ 9 w 12"/>
              <a:gd name="T7" fmla="*/ 1 h 7"/>
              <a:gd name="T8" fmla="*/ 6 w 12"/>
              <a:gd name="T9" fmla="*/ 0 h 7"/>
              <a:gd name="T10" fmla="*/ 2 w 12"/>
              <a:gd name="T11" fmla="*/ 1 h 7"/>
              <a:gd name="T12" fmla="*/ 0 w 12"/>
              <a:gd name="T13" fmla="*/ 3 h 7"/>
              <a:gd name="T14" fmla="*/ 2 w 12"/>
              <a:gd name="T15" fmla="*/ 5 h 7"/>
              <a:gd name="T16" fmla="*/ 6 w 12"/>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7"/>
              <a:gd name="T29" fmla="*/ 12 w 12"/>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7">
                <a:moveTo>
                  <a:pt x="6" y="6"/>
                </a:moveTo>
                <a:lnTo>
                  <a:pt x="9" y="5"/>
                </a:lnTo>
                <a:lnTo>
                  <a:pt x="11" y="3"/>
                </a:lnTo>
                <a:lnTo>
                  <a:pt x="9" y="1"/>
                </a:lnTo>
                <a:lnTo>
                  <a:pt x="6" y="0"/>
                </a:lnTo>
                <a:lnTo>
                  <a:pt x="2" y="1"/>
                </a:lnTo>
                <a:lnTo>
                  <a:pt x="0" y="3"/>
                </a:lnTo>
                <a:lnTo>
                  <a:pt x="2" y="5"/>
                </a:lnTo>
                <a:lnTo>
                  <a:pt x="6" y="6"/>
                </a:lnTo>
              </a:path>
            </a:pathLst>
          </a:custGeom>
          <a:solidFill>
            <a:srgbClr val="FDE3BA"/>
          </a:solidFill>
          <a:ln w="12700" cap="rnd">
            <a:solidFill>
              <a:srgbClr val="000000"/>
            </a:solidFill>
            <a:round/>
            <a:headEnd/>
            <a:tailEnd/>
          </a:ln>
        </p:spPr>
        <p:txBody>
          <a:bodyPr/>
          <a:lstStyle/>
          <a:p>
            <a:endParaRPr lang="en-US"/>
          </a:p>
        </p:txBody>
      </p:sp>
      <p:sp>
        <p:nvSpPr>
          <p:cNvPr id="6292" name="Freeform 611"/>
          <p:cNvSpPr>
            <a:spLocks/>
          </p:cNvSpPr>
          <p:nvPr/>
        </p:nvSpPr>
        <p:spPr bwMode="auto">
          <a:xfrm>
            <a:off x="7655723" y="3325679"/>
            <a:ext cx="19210" cy="15802"/>
          </a:xfrm>
          <a:custGeom>
            <a:avLst/>
            <a:gdLst>
              <a:gd name="T0" fmla="*/ 5 w 11"/>
              <a:gd name="T1" fmla="*/ 7 h 8"/>
              <a:gd name="T2" fmla="*/ 9 w 11"/>
              <a:gd name="T3" fmla="*/ 6 h 8"/>
              <a:gd name="T4" fmla="*/ 10 w 11"/>
              <a:gd name="T5" fmla="*/ 3 h 8"/>
              <a:gd name="T6" fmla="*/ 9 w 11"/>
              <a:gd name="T7" fmla="*/ 1 h 8"/>
              <a:gd name="T8" fmla="*/ 5 w 11"/>
              <a:gd name="T9" fmla="*/ 0 h 8"/>
              <a:gd name="T10" fmla="*/ 1 w 11"/>
              <a:gd name="T11" fmla="*/ 1 h 8"/>
              <a:gd name="T12" fmla="*/ 0 w 11"/>
              <a:gd name="T13" fmla="*/ 3 h 8"/>
              <a:gd name="T14" fmla="*/ 1 w 11"/>
              <a:gd name="T15" fmla="*/ 6 h 8"/>
              <a:gd name="T16" fmla="*/ 5 w 11"/>
              <a:gd name="T17" fmla="*/ 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5" y="7"/>
                </a:moveTo>
                <a:lnTo>
                  <a:pt x="9" y="6"/>
                </a:lnTo>
                <a:lnTo>
                  <a:pt x="10" y="3"/>
                </a:lnTo>
                <a:lnTo>
                  <a:pt x="9" y="1"/>
                </a:lnTo>
                <a:lnTo>
                  <a:pt x="5" y="0"/>
                </a:lnTo>
                <a:lnTo>
                  <a:pt x="1" y="1"/>
                </a:lnTo>
                <a:lnTo>
                  <a:pt x="0" y="3"/>
                </a:lnTo>
                <a:lnTo>
                  <a:pt x="1" y="6"/>
                </a:lnTo>
                <a:lnTo>
                  <a:pt x="5" y="7"/>
                </a:lnTo>
              </a:path>
            </a:pathLst>
          </a:custGeom>
          <a:solidFill>
            <a:srgbClr val="FDE3BA"/>
          </a:solidFill>
          <a:ln w="12700" cap="rnd">
            <a:solidFill>
              <a:srgbClr val="000000"/>
            </a:solidFill>
            <a:round/>
            <a:headEnd/>
            <a:tailEnd/>
          </a:ln>
        </p:spPr>
        <p:txBody>
          <a:bodyPr/>
          <a:lstStyle/>
          <a:p>
            <a:endParaRPr lang="en-US"/>
          </a:p>
        </p:txBody>
      </p:sp>
      <p:sp>
        <p:nvSpPr>
          <p:cNvPr id="6293" name="Freeform 612"/>
          <p:cNvSpPr>
            <a:spLocks/>
          </p:cNvSpPr>
          <p:nvPr/>
        </p:nvSpPr>
        <p:spPr bwMode="auto">
          <a:xfrm>
            <a:off x="7629529" y="3359257"/>
            <a:ext cx="13970" cy="25678"/>
          </a:xfrm>
          <a:custGeom>
            <a:avLst/>
            <a:gdLst>
              <a:gd name="T0" fmla="*/ 3 w 8"/>
              <a:gd name="T1" fmla="*/ 12 h 13"/>
              <a:gd name="T2" fmla="*/ 5 w 8"/>
              <a:gd name="T3" fmla="*/ 11 h 13"/>
              <a:gd name="T4" fmla="*/ 7 w 8"/>
              <a:gd name="T5" fmla="*/ 6 h 13"/>
              <a:gd name="T6" fmla="*/ 5 w 8"/>
              <a:gd name="T7" fmla="*/ 2 h 13"/>
              <a:gd name="T8" fmla="*/ 3 w 8"/>
              <a:gd name="T9" fmla="*/ 0 h 13"/>
              <a:gd name="T10" fmla="*/ 1 w 8"/>
              <a:gd name="T11" fmla="*/ 2 h 13"/>
              <a:gd name="T12" fmla="*/ 0 w 8"/>
              <a:gd name="T13" fmla="*/ 6 h 13"/>
              <a:gd name="T14" fmla="*/ 1 w 8"/>
              <a:gd name="T15" fmla="*/ 11 h 13"/>
              <a:gd name="T16" fmla="*/ 3 w 8"/>
              <a:gd name="T17" fmla="*/ 12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3"/>
              <a:gd name="T29" fmla="*/ 8 w 8"/>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3">
                <a:moveTo>
                  <a:pt x="3" y="12"/>
                </a:moveTo>
                <a:lnTo>
                  <a:pt x="5" y="11"/>
                </a:lnTo>
                <a:lnTo>
                  <a:pt x="7" y="6"/>
                </a:lnTo>
                <a:lnTo>
                  <a:pt x="5" y="2"/>
                </a:lnTo>
                <a:lnTo>
                  <a:pt x="3" y="0"/>
                </a:lnTo>
                <a:lnTo>
                  <a:pt x="1" y="2"/>
                </a:lnTo>
                <a:lnTo>
                  <a:pt x="0" y="6"/>
                </a:lnTo>
                <a:lnTo>
                  <a:pt x="1" y="11"/>
                </a:lnTo>
                <a:lnTo>
                  <a:pt x="3" y="12"/>
                </a:lnTo>
              </a:path>
            </a:pathLst>
          </a:custGeom>
          <a:solidFill>
            <a:srgbClr val="FDE3BA"/>
          </a:solidFill>
          <a:ln w="12700" cap="rnd">
            <a:solidFill>
              <a:srgbClr val="000000"/>
            </a:solidFill>
            <a:round/>
            <a:headEnd/>
            <a:tailEnd/>
          </a:ln>
        </p:spPr>
        <p:txBody>
          <a:bodyPr/>
          <a:lstStyle/>
          <a:p>
            <a:endParaRPr lang="en-US"/>
          </a:p>
        </p:txBody>
      </p:sp>
      <p:sp>
        <p:nvSpPr>
          <p:cNvPr id="6294" name="Freeform 613"/>
          <p:cNvSpPr>
            <a:spLocks/>
          </p:cNvSpPr>
          <p:nvPr/>
        </p:nvSpPr>
        <p:spPr bwMode="auto">
          <a:xfrm>
            <a:off x="7594603" y="3384936"/>
            <a:ext cx="19209" cy="27653"/>
          </a:xfrm>
          <a:custGeom>
            <a:avLst/>
            <a:gdLst>
              <a:gd name="T0" fmla="*/ 5 w 11"/>
              <a:gd name="T1" fmla="*/ 13 h 14"/>
              <a:gd name="T2" fmla="*/ 8 w 11"/>
              <a:gd name="T3" fmla="*/ 11 h 14"/>
              <a:gd name="T4" fmla="*/ 10 w 11"/>
              <a:gd name="T5" fmla="*/ 7 h 14"/>
              <a:gd name="T6" fmla="*/ 8 w 11"/>
              <a:gd name="T7" fmla="*/ 2 h 14"/>
              <a:gd name="T8" fmla="*/ 5 w 11"/>
              <a:gd name="T9" fmla="*/ 0 h 14"/>
              <a:gd name="T10" fmla="*/ 1 w 11"/>
              <a:gd name="T11" fmla="*/ 2 h 14"/>
              <a:gd name="T12" fmla="*/ 0 w 11"/>
              <a:gd name="T13" fmla="*/ 7 h 14"/>
              <a:gd name="T14" fmla="*/ 1 w 11"/>
              <a:gd name="T15" fmla="*/ 11 h 14"/>
              <a:gd name="T16" fmla="*/ 5 w 11"/>
              <a:gd name="T17" fmla="*/ 13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4"/>
              <a:gd name="T29" fmla="*/ 11 w 1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4">
                <a:moveTo>
                  <a:pt x="5" y="13"/>
                </a:moveTo>
                <a:lnTo>
                  <a:pt x="8" y="11"/>
                </a:lnTo>
                <a:lnTo>
                  <a:pt x="10" y="7"/>
                </a:lnTo>
                <a:lnTo>
                  <a:pt x="8" y="2"/>
                </a:lnTo>
                <a:lnTo>
                  <a:pt x="5" y="0"/>
                </a:lnTo>
                <a:lnTo>
                  <a:pt x="1" y="2"/>
                </a:lnTo>
                <a:lnTo>
                  <a:pt x="0" y="7"/>
                </a:lnTo>
                <a:lnTo>
                  <a:pt x="1" y="11"/>
                </a:lnTo>
                <a:lnTo>
                  <a:pt x="5" y="13"/>
                </a:lnTo>
              </a:path>
            </a:pathLst>
          </a:custGeom>
          <a:solidFill>
            <a:srgbClr val="FDE3BA"/>
          </a:solidFill>
          <a:ln w="12700" cap="rnd">
            <a:solidFill>
              <a:srgbClr val="000000"/>
            </a:solidFill>
            <a:round/>
            <a:headEnd/>
            <a:tailEnd/>
          </a:ln>
        </p:spPr>
        <p:txBody>
          <a:bodyPr/>
          <a:lstStyle/>
          <a:p>
            <a:endParaRPr lang="en-US"/>
          </a:p>
        </p:txBody>
      </p:sp>
      <p:sp>
        <p:nvSpPr>
          <p:cNvPr id="6295" name="Freeform 614"/>
          <p:cNvSpPr>
            <a:spLocks/>
          </p:cNvSpPr>
          <p:nvPr/>
        </p:nvSpPr>
        <p:spPr bwMode="auto">
          <a:xfrm>
            <a:off x="7791934" y="2904959"/>
            <a:ext cx="24448" cy="35554"/>
          </a:xfrm>
          <a:custGeom>
            <a:avLst/>
            <a:gdLst>
              <a:gd name="T0" fmla="*/ 10 w 14"/>
              <a:gd name="T1" fmla="*/ 0 h 18"/>
              <a:gd name="T2" fmla="*/ 13 w 14"/>
              <a:gd name="T3" fmla="*/ 4 h 18"/>
              <a:gd name="T4" fmla="*/ 12 w 14"/>
              <a:gd name="T5" fmla="*/ 9 h 18"/>
              <a:gd name="T6" fmla="*/ 9 w 14"/>
              <a:gd name="T7" fmla="*/ 14 h 18"/>
              <a:gd name="T8" fmla="*/ 5 w 14"/>
              <a:gd name="T9" fmla="*/ 17 h 18"/>
              <a:gd name="T10" fmla="*/ 0 w 14"/>
              <a:gd name="T11" fmla="*/ 17 h 18"/>
              <a:gd name="T12" fmla="*/ 0 w 14"/>
              <a:gd name="T13" fmla="*/ 13 h 18"/>
              <a:gd name="T14" fmla="*/ 0 w 14"/>
              <a:gd name="T15" fmla="*/ 8 h 18"/>
              <a:gd name="T16" fmla="*/ 3 w 14"/>
              <a:gd name="T17" fmla="*/ 4 h 18"/>
              <a:gd name="T18" fmla="*/ 8 w 14"/>
              <a:gd name="T19" fmla="*/ 1 h 18"/>
              <a:gd name="T20" fmla="*/ 10 w 14"/>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
              <a:gd name="T34" fmla="*/ 0 h 18"/>
              <a:gd name="T35" fmla="*/ 14 w 14"/>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 h="18">
                <a:moveTo>
                  <a:pt x="10" y="0"/>
                </a:moveTo>
                <a:lnTo>
                  <a:pt x="13" y="4"/>
                </a:lnTo>
                <a:lnTo>
                  <a:pt x="12" y="9"/>
                </a:lnTo>
                <a:lnTo>
                  <a:pt x="9" y="14"/>
                </a:lnTo>
                <a:lnTo>
                  <a:pt x="5" y="17"/>
                </a:lnTo>
                <a:lnTo>
                  <a:pt x="0" y="17"/>
                </a:lnTo>
                <a:lnTo>
                  <a:pt x="0" y="13"/>
                </a:lnTo>
                <a:lnTo>
                  <a:pt x="0" y="8"/>
                </a:lnTo>
                <a:lnTo>
                  <a:pt x="3" y="4"/>
                </a:lnTo>
                <a:lnTo>
                  <a:pt x="8" y="1"/>
                </a:lnTo>
                <a:lnTo>
                  <a:pt x="10" y="0"/>
                </a:lnTo>
              </a:path>
            </a:pathLst>
          </a:custGeom>
          <a:solidFill>
            <a:srgbClr val="FDE3BA"/>
          </a:solidFill>
          <a:ln w="12700" cap="rnd">
            <a:solidFill>
              <a:srgbClr val="000000"/>
            </a:solidFill>
            <a:round/>
            <a:headEnd/>
            <a:tailEnd/>
          </a:ln>
        </p:spPr>
        <p:txBody>
          <a:bodyPr/>
          <a:lstStyle/>
          <a:p>
            <a:endParaRPr lang="en-US"/>
          </a:p>
        </p:txBody>
      </p:sp>
      <p:sp>
        <p:nvSpPr>
          <p:cNvPr id="6296" name="Freeform 615"/>
          <p:cNvSpPr>
            <a:spLocks/>
          </p:cNvSpPr>
          <p:nvPr/>
        </p:nvSpPr>
        <p:spPr bwMode="auto">
          <a:xfrm>
            <a:off x="7887981" y="2430909"/>
            <a:ext cx="85568" cy="43455"/>
          </a:xfrm>
          <a:custGeom>
            <a:avLst/>
            <a:gdLst>
              <a:gd name="T0" fmla="*/ 48 w 49"/>
              <a:gd name="T1" fmla="*/ 9 h 22"/>
              <a:gd name="T2" fmla="*/ 47 w 49"/>
              <a:gd name="T3" fmla="*/ 10 h 22"/>
              <a:gd name="T4" fmla="*/ 37 w 49"/>
              <a:gd name="T5" fmla="*/ 15 h 22"/>
              <a:gd name="T6" fmla="*/ 25 w 49"/>
              <a:gd name="T7" fmla="*/ 20 h 22"/>
              <a:gd name="T8" fmla="*/ 16 w 49"/>
              <a:gd name="T9" fmla="*/ 21 h 22"/>
              <a:gd name="T10" fmla="*/ 9 w 49"/>
              <a:gd name="T11" fmla="*/ 21 h 22"/>
              <a:gd name="T12" fmla="*/ 3 w 49"/>
              <a:gd name="T13" fmla="*/ 20 h 22"/>
              <a:gd name="T14" fmla="*/ 0 w 49"/>
              <a:gd name="T15" fmla="*/ 18 h 22"/>
              <a:gd name="T16" fmla="*/ 3 w 49"/>
              <a:gd name="T17" fmla="*/ 13 h 22"/>
              <a:gd name="T18" fmla="*/ 13 w 49"/>
              <a:gd name="T19" fmla="*/ 3 h 22"/>
              <a:gd name="T20" fmla="*/ 25 w 49"/>
              <a:gd name="T21" fmla="*/ 0 h 22"/>
              <a:gd name="T22" fmla="*/ 41 w 49"/>
              <a:gd name="T23" fmla="*/ 5 h 22"/>
              <a:gd name="T24" fmla="*/ 48 w 49"/>
              <a:gd name="T25" fmla="*/ 9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
              <a:gd name="T40" fmla="*/ 0 h 22"/>
              <a:gd name="T41" fmla="*/ 49 w 49"/>
              <a:gd name="T42" fmla="*/ 22 h 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 h="22">
                <a:moveTo>
                  <a:pt x="48" y="9"/>
                </a:moveTo>
                <a:lnTo>
                  <a:pt x="47" y="10"/>
                </a:lnTo>
                <a:lnTo>
                  <a:pt x="37" y="15"/>
                </a:lnTo>
                <a:lnTo>
                  <a:pt x="25" y="20"/>
                </a:lnTo>
                <a:lnTo>
                  <a:pt x="16" y="21"/>
                </a:lnTo>
                <a:lnTo>
                  <a:pt x="9" y="21"/>
                </a:lnTo>
                <a:lnTo>
                  <a:pt x="3" y="20"/>
                </a:lnTo>
                <a:lnTo>
                  <a:pt x="0" y="18"/>
                </a:lnTo>
                <a:lnTo>
                  <a:pt x="3" y="13"/>
                </a:lnTo>
                <a:lnTo>
                  <a:pt x="13" y="3"/>
                </a:lnTo>
                <a:lnTo>
                  <a:pt x="25" y="0"/>
                </a:lnTo>
                <a:lnTo>
                  <a:pt x="41" y="5"/>
                </a:lnTo>
                <a:lnTo>
                  <a:pt x="48" y="9"/>
                </a:lnTo>
              </a:path>
            </a:pathLst>
          </a:custGeom>
          <a:solidFill>
            <a:srgbClr val="FDE3BA"/>
          </a:solidFill>
          <a:ln w="12700" cap="rnd">
            <a:solidFill>
              <a:schemeClr val="tx1"/>
            </a:solidFill>
            <a:round/>
            <a:headEnd/>
            <a:tailEnd/>
          </a:ln>
        </p:spPr>
        <p:txBody>
          <a:bodyPr/>
          <a:lstStyle/>
          <a:p>
            <a:endParaRPr lang="en-US" b="1"/>
          </a:p>
        </p:txBody>
      </p:sp>
      <p:sp>
        <p:nvSpPr>
          <p:cNvPr id="6297" name="Freeform 616"/>
          <p:cNvSpPr>
            <a:spLocks/>
          </p:cNvSpPr>
          <p:nvPr/>
        </p:nvSpPr>
        <p:spPr bwMode="auto">
          <a:xfrm>
            <a:off x="7238358" y="2268942"/>
            <a:ext cx="90808" cy="35554"/>
          </a:xfrm>
          <a:custGeom>
            <a:avLst/>
            <a:gdLst>
              <a:gd name="T0" fmla="*/ 0 w 52"/>
              <a:gd name="T1" fmla="*/ 0 h 18"/>
              <a:gd name="T2" fmla="*/ 1 w 52"/>
              <a:gd name="T3" fmla="*/ 8 h 18"/>
              <a:gd name="T4" fmla="*/ 0 w 52"/>
              <a:gd name="T5" fmla="*/ 8 h 18"/>
              <a:gd name="T6" fmla="*/ 8 w 52"/>
              <a:gd name="T7" fmla="*/ 12 h 18"/>
              <a:gd name="T8" fmla="*/ 26 w 52"/>
              <a:gd name="T9" fmla="*/ 17 h 18"/>
              <a:gd name="T10" fmla="*/ 44 w 52"/>
              <a:gd name="T11" fmla="*/ 16 h 18"/>
              <a:gd name="T12" fmla="*/ 49 w 52"/>
              <a:gd name="T13" fmla="*/ 15 h 18"/>
              <a:gd name="T14" fmla="*/ 51 w 52"/>
              <a:gd name="T15" fmla="*/ 15 h 18"/>
              <a:gd name="T16" fmla="*/ 49 w 52"/>
              <a:gd name="T17" fmla="*/ 14 h 18"/>
              <a:gd name="T18" fmla="*/ 48 w 52"/>
              <a:gd name="T19" fmla="*/ 14 h 18"/>
              <a:gd name="T20" fmla="*/ 48 w 52"/>
              <a:gd name="T21" fmla="*/ 8 h 18"/>
              <a:gd name="T22" fmla="*/ 32 w 52"/>
              <a:gd name="T23" fmla="*/ 2 h 18"/>
              <a:gd name="T24" fmla="*/ 21 w 52"/>
              <a:gd name="T25" fmla="*/ 7 h 18"/>
              <a:gd name="T26" fmla="*/ 16 w 52"/>
              <a:gd name="T27" fmla="*/ 2 h 18"/>
              <a:gd name="T28" fmla="*/ 0 w 52"/>
              <a:gd name="T29" fmla="*/ 0 h 1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2"/>
              <a:gd name="T46" fmla="*/ 0 h 18"/>
              <a:gd name="T47" fmla="*/ 52 w 52"/>
              <a:gd name="T48" fmla="*/ 18 h 1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2" h="18">
                <a:moveTo>
                  <a:pt x="0" y="0"/>
                </a:moveTo>
                <a:lnTo>
                  <a:pt x="1" y="8"/>
                </a:lnTo>
                <a:lnTo>
                  <a:pt x="0" y="8"/>
                </a:lnTo>
                <a:lnTo>
                  <a:pt x="8" y="12"/>
                </a:lnTo>
                <a:lnTo>
                  <a:pt x="26" y="17"/>
                </a:lnTo>
                <a:lnTo>
                  <a:pt x="44" y="16"/>
                </a:lnTo>
                <a:lnTo>
                  <a:pt x="49" y="15"/>
                </a:lnTo>
                <a:lnTo>
                  <a:pt x="51" y="15"/>
                </a:lnTo>
                <a:lnTo>
                  <a:pt x="49" y="14"/>
                </a:lnTo>
                <a:lnTo>
                  <a:pt x="48" y="14"/>
                </a:lnTo>
                <a:lnTo>
                  <a:pt x="48" y="8"/>
                </a:lnTo>
                <a:lnTo>
                  <a:pt x="32" y="2"/>
                </a:lnTo>
                <a:lnTo>
                  <a:pt x="21" y="7"/>
                </a:lnTo>
                <a:lnTo>
                  <a:pt x="16" y="2"/>
                </a:lnTo>
                <a:lnTo>
                  <a:pt x="0" y="0"/>
                </a:lnTo>
              </a:path>
            </a:pathLst>
          </a:custGeom>
          <a:solidFill>
            <a:srgbClr val="FDE3BA"/>
          </a:solidFill>
          <a:ln w="12700" cap="rnd">
            <a:solidFill>
              <a:schemeClr val="tx1"/>
            </a:solidFill>
            <a:round/>
            <a:headEnd/>
            <a:tailEnd/>
          </a:ln>
        </p:spPr>
        <p:txBody>
          <a:bodyPr/>
          <a:lstStyle/>
          <a:p>
            <a:endParaRPr lang="en-US" b="1"/>
          </a:p>
        </p:txBody>
      </p:sp>
      <p:sp>
        <p:nvSpPr>
          <p:cNvPr id="6298" name="Freeform 617"/>
          <p:cNvSpPr>
            <a:spLocks/>
          </p:cNvSpPr>
          <p:nvPr/>
        </p:nvSpPr>
        <p:spPr bwMode="auto">
          <a:xfrm>
            <a:off x="7068966" y="2249189"/>
            <a:ext cx="146689" cy="63207"/>
          </a:xfrm>
          <a:custGeom>
            <a:avLst/>
            <a:gdLst>
              <a:gd name="T0" fmla="*/ 83 w 84"/>
              <a:gd name="T1" fmla="*/ 16 h 32"/>
              <a:gd name="T2" fmla="*/ 82 w 84"/>
              <a:gd name="T3" fmla="*/ 17 h 32"/>
              <a:gd name="T4" fmla="*/ 76 w 84"/>
              <a:gd name="T5" fmla="*/ 24 h 32"/>
              <a:gd name="T6" fmla="*/ 72 w 84"/>
              <a:gd name="T7" fmla="*/ 29 h 32"/>
              <a:gd name="T8" fmla="*/ 69 w 84"/>
              <a:gd name="T9" fmla="*/ 31 h 32"/>
              <a:gd name="T10" fmla="*/ 64 w 84"/>
              <a:gd name="T11" fmla="*/ 31 h 32"/>
              <a:gd name="T12" fmla="*/ 55 w 84"/>
              <a:gd name="T13" fmla="*/ 31 h 32"/>
              <a:gd name="T14" fmla="*/ 44 w 84"/>
              <a:gd name="T15" fmla="*/ 31 h 32"/>
              <a:gd name="T16" fmla="*/ 38 w 84"/>
              <a:gd name="T17" fmla="*/ 30 h 32"/>
              <a:gd name="T18" fmla="*/ 34 w 84"/>
              <a:gd name="T19" fmla="*/ 28 h 32"/>
              <a:gd name="T20" fmla="*/ 33 w 84"/>
              <a:gd name="T21" fmla="*/ 25 h 32"/>
              <a:gd name="T22" fmla="*/ 29 w 84"/>
              <a:gd name="T23" fmla="*/ 24 h 32"/>
              <a:gd name="T24" fmla="*/ 26 w 84"/>
              <a:gd name="T25" fmla="*/ 29 h 32"/>
              <a:gd name="T26" fmla="*/ 16 w 84"/>
              <a:gd name="T27" fmla="*/ 30 h 32"/>
              <a:gd name="T28" fmla="*/ 5 w 84"/>
              <a:gd name="T29" fmla="*/ 24 h 32"/>
              <a:gd name="T30" fmla="*/ 0 w 84"/>
              <a:gd name="T31" fmla="*/ 15 h 32"/>
              <a:gd name="T32" fmla="*/ 7 w 84"/>
              <a:gd name="T33" fmla="*/ 5 h 32"/>
              <a:gd name="T34" fmla="*/ 18 w 84"/>
              <a:gd name="T35" fmla="*/ 0 h 32"/>
              <a:gd name="T36" fmla="*/ 26 w 84"/>
              <a:gd name="T37" fmla="*/ 3 h 32"/>
              <a:gd name="T38" fmla="*/ 31 w 84"/>
              <a:gd name="T39" fmla="*/ 10 h 32"/>
              <a:gd name="T40" fmla="*/ 37 w 84"/>
              <a:gd name="T41" fmla="*/ 10 h 32"/>
              <a:gd name="T42" fmla="*/ 40 w 84"/>
              <a:gd name="T43" fmla="*/ 6 h 32"/>
              <a:gd name="T44" fmla="*/ 41 w 84"/>
              <a:gd name="T45" fmla="*/ 2 h 32"/>
              <a:gd name="T46" fmla="*/ 42 w 84"/>
              <a:gd name="T47" fmla="*/ 0 h 32"/>
              <a:gd name="T48" fmla="*/ 48 w 84"/>
              <a:gd name="T49" fmla="*/ 2 h 32"/>
              <a:gd name="T50" fmla="*/ 53 w 84"/>
              <a:gd name="T51" fmla="*/ 6 h 32"/>
              <a:gd name="T52" fmla="*/ 55 w 84"/>
              <a:gd name="T53" fmla="*/ 8 h 32"/>
              <a:gd name="T54" fmla="*/ 57 w 84"/>
              <a:gd name="T55" fmla="*/ 7 h 32"/>
              <a:gd name="T56" fmla="*/ 60 w 84"/>
              <a:gd name="T57" fmla="*/ 5 h 32"/>
              <a:gd name="T58" fmla="*/ 67 w 84"/>
              <a:gd name="T59" fmla="*/ 5 h 32"/>
              <a:gd name="T60" fmla="*/ 74 w 84"/>
              <a:gd name="T61" fmla="*/ 9 h 32"/>
              <a:gd name="T62" fmla="*/ 81 w 84"/>
              <a:gd name="T63" fmla="*/ 14 h 32"/>
              <a:gd name="T64" fmla="*/ 83 w 84"/>
              <a:gd name="T65" fmla="*/ 16 h 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4"/>
              <a:gd name="T100" fmla="*/ 0 h 32"/>
              <a:gd name="T101" fmla="*/ 84 w 84"/>
              <a:gd name="T102" fmla="*/ 32 h 3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4" h="32">
                <a:moveTo>
                  <a:pt x="83" y="16"/>
                </a:moveTo>
                <a:lnTo>
                  <a:pt x="82" y="17"/>
                </a:lnTo>
                <a:lnTo>
                  <a:pt x="76" y="24"/>
                </a:lnTo>
                <a:lnTo>
                  <a:pt x="72" y="29"/>
                </a:lnTo>
                <a:lnTo>
                  <a:pt x="69" y="31"/>
                </a:lnTo>
                <a:lnTo>
                  <a:pt x="64" y="31"/>
                </a:lnTo>
                <a:lnTo>
                  <a:pt x="55" y="31"/>
                </a:lnTo>
                <a:lnTo>
                  <a:pt x="44" y="31"/>
                </a:lnTo>
                <a:lnTo>
                  <a:pt x="38" y="30"/>
                </a:lnTo>
                <a:lnTo>
                  <a:pt x="34" y="28"/>
                </a:lnTo>
                <a:lnTo>
                  <a:pt x="33" y="25"/>
                </a:lnTo>
                <a:lnTo>
                  <a:pt x="29" y="24"/>
                </a:lnTo>
                <a:lnTo>
                  <a:pt x="26" y="29"/>
                </a:lnTo>
                <a:lnTo>
                  <a:pt x="16" y="30"/>
                </a:lnTo>
                <a:lnTo>
                  <a:pt x="5" y="24"/>
                </a:lnTo>
                <a:lnTo>
                  <a:pt x="0" y="15"/>
                </a:lnTo>
                <a:lnTo>
                  <a:pt x="7" y="5"/>
                </a:lnTo>
                <a:lnTo>
                  <a:pt x="18" y="0"/>
                </a:lnTo>
                <a:lnTo>
                  <a:pt x="26" y="3"/>
                </a:lnTo>
                <a:lnTo>
                  <a:pt x="31" y="10"/>
                </a:lnTo>
                <a:lnTo>
                  <a:pt x="37" y="10"/>
                </a:lnTo>
                <a:lnTo>
                  <a:pt x="40" y="6"/>
                </a:lnTo>
                <a:lnTo>
                  <a:pt x="41" y="2"/>
                </a:lnTo>
                <a:lnTo>
                  <a:pt x="42" y="0"/>
                </a:lnTo>
                <a:lnTo>
                  <a:pt x="48" y="2"/>
                </a:lnTo>
                <a:lnTo>
                  <a:pt x="53" y="6"/>
                </a:lnTo>
                <a:lnTo>
                  <a:pt x="55" y="8"/>
                </a:lnTo>
                <a:lnTo>
                  <a:pt x="57" y="7"/>
                </a:lnTo>
                <a:lnTo>
                  <a:pt x="60" y="5"/>
                </a:lnTo>
                <a:lnTo>
                  <a:pt x="67" y="5"/>
                </a:lnTo>
                <a:lnTo>
                  <a:pt x="74" y="9"/>
                </a:lnTo>
                <a:lnTo>
                  <a:pt x="81" y="14"/>
                </a:lnTo>
                <a:lnTo>
                  <a:pt x="83" y="16"/>
                </a:lnTo>
              </a:path>
            </a:pathLst>
          </a:custGeom>
          <a:solidFill>
            <a:srgbClr val="FDE3BA"/>
          </a:solidFill>
          <a:ln w="12700" cap="rnd">
            <a:solidFill>
              <a:schemeClr val="tx1"/>
            </a:solidFill>
            <a:round/>
            <a:headEnd/>
            <a:tailEnd/>
          </a:ln>
        </p:spPr>
        <p:txBody>
          <a:bodyPr/>
          <a:lstStyle/>
          <a:p>
            <a:endParaRPr lang="en-US" b="1"/>
          </a:p>
        </p:txBody>
      </p:sp>
      <p:sp>
        <p:nvSpPr>
          <p:cNvPr id="6299" name="Freeform 618"/>
          <p:cNvSpPr>
            <a:spLocks/>
          </p:cNvSpPr>
          <p:nvPr/>
        </p:nvSpPr>
        <p:spPr bwMode="auto">
          <a:xfrm>
            <a:off x="7149296" y="2342025"/>
            <a:ext cx="64614" cy="33578"/>
          </a:xfrm>
          <a:custGeom>
            <a:avLst/>
            <a:gdLst>
              <a:gd name="T0" fmla="*/ 0 w 37"/>
              <a:gd name="T1" fmla="*/ 14 h 17"/>
              <a:gd name="T2" fmla="*/ 0 w 37"/>
              <a:gd name="T3" fmla="*/ 12 h 17"/>
              <a:gd name="T4" fmla="*/ 5 w 37"/>
              <a:gd name="T5" fmla="*/ 5 h 17"/>
              <a:gd name="T6" fmla="*/ 14 w 37"/>
              <a:gd name="T7" fmla="*/ 0 h 17"/>
              <a:gd name="T8" fmla="*/ 25 w 37"/>
              <a:gd name="T9" fmla="*/ 5 h 17"/>
              <a:gd name="T10" fmla="*/ 34 w 37"/>
              <a:gd name="T11" fmla="*/ 12 h 17"/>
              <a:gd name="T12" fmla="*/ 36 w 37"/>
              <a:gd name="T13" fmla="*/ 15 h 17"/>
              <a:gd name="T14" fmla="*/ 35 w 37"/>
              <a:gd name="T15" fmla="*/ 16 h 17"/>
              <a:gd name="T16" fmla="*/ 31 w 37"/>
              <a:gd name="T17" fmla="*/ 16 h 17"/>
              <a:gd name="T18" fmla="*/ 22 w 37"/>
              <a:gd name="T19" fmla="*/ 16 h 17"/>
              <a:gd name="T20" fmla="*/ 5 w 37"/>
              <a:gd name="T21" fmla="*/ 14 h 17"/>
              <a:gd name="T22" fmla="*/ 0 w 37"/>
              <a:gd name="T23" fmla="*/ 14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7"/>
              <a:gd name="T38" fmla="*/ 37 w 3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7">
                <a:moveTo>
                  <a:pt x="0" y="14"/>
                </a:moveTo>
                <a:lnTo>
                  <a:pt x="0" y="12"/>
                </a:lnTo>
                <a:lnTo>
                  <a:pt x="5" y="5"/>
                </a:lnTo>
                <a:lnTo>
                  <a:pt x="14" y="0"/>
                </a:lnTo>
                <a:lnTo>
                  <a:pt x="25" y="5"/>
                </a:lnTo>
                <a:lnTo>
                  <a:pt x="34" y="12"/>
                </a:lnTo>
                <a:lnTo>
                  <a:pt x="36" y="15"/>
                </a:lnTo>
                <a:lnTo>
                  <a:pt x="35" y="16"/>
                </a:lnTo>
                <a:lnTo>
                  <a:pt x="31" y="16"/>
                </a:lnTo>
                <a:lnTo>
                  <a:pt x="22" y="16"/>
                </a:lnTo>
                <a:lnTo>
                  <a:pt x="5" y="14"/>
                </a:lnTo>
                <a:lnTo>
                  <a:pt x="0" y="14"/>
                </a:lnTo>
              </a:path>
            </a:pathLst>
          </a:custGeom>
          <a:solidFill>
            <a:srgbClr val="FDE3BA"/>
          </a:solidFill>
          <a:ln w="12700" cap="rnd">
            <a:solidFill>
              <a:srgbClr val="000000"/>
            </a:solidFill>
            <a:round/>
            <a:headEnd/>
            <a:tailEnd/>
          </a:ln>
        </p:spPr>
        <p:txBody>
          <a:bodyPr/>
          <a:lstStyle/>
          <a:p>
            <a:endParaRPr lang="en-US" b="1"/>
          </a:p>
        </p:txBody>
      </p:sp>
      <p:sp>
        <p:nvSpPr>
          <p:cNvPr id="6300" name="Freeform 619"/>
          <p:cNvSpPr>
            <a:spLocks/>
          </p:cNvSpPr>
          <p:nvPr/>
        </p:nvSpPr>
        <p:spPr bwMode="auto">
          <a:xfrm>
            <a:off x="7144057" y="2320297"/>
            <a:ext cx="26194" cy="21728"/>
          </a:xfrm>
          <a:custGeom>
            <a:avLst/>
            <a:gdLst>
              <a:gd name="T0" fmla="*/ 7 w 15"/>
              <a:gd name="T1" fmla="*/ 10 h 11"/>
              <a:gd name="T2" fmla="*/ 12 w 15"/>
              <a:gd name="T3" fmla="*/ 8 h 11"/>
              <a:gd name="T4" fmla="*/ 14 w 15"/>
              <a:gd name="T5" fmla="*/ 5 h 11"/>
              <a:gd name="T6" fmla="*/ 12 w 15"/>
              <a:gd name="T7" fmla="*/ 2 h 11"/>
              <a:gd name="T8" fmla="*/ 7 w 15"/>
              <a:gd name="T9" fmla="*/ 0 h 11"/>
              <a:gd name="T10" fmla="*/ 2 w 15"/>
              <a:gd name="T11" fmla="*/ 2 h 11"/>
              <a:gd name="T12" fmla="*/ 0 w 15"/>
              <a:gd name="T13" fmla="*/ 5 h 11"/>
              <a:gd name="T14" fmla="*/ 2 w 15"/>
              <a:gd name="T15" fmla="*/ 8 h 11"/>
              <a:gd name="T16" fmla="*/ 7 w 15"/>
              <a:gd name="T17" fmla="*/ 1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1"/>
              <a:gd name="T29" fmla="*/ 15 w 15"/>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1">
                <a:moveTo>
                  <a:pt x="7" y="10"/>
                </a:moveTo>
                <a:lnTo>
                  <a:pt x="12" y="8"/>
                </a:lnTo>
                <a:lnTo>
                  <a:pt x="14" y="5"/>
                </a:lnTo>
                <a:lnTo>
                  <a:pt x="12" y="2"/>
                </a:lnTo>
                <a:lnTo>
                  <a:pt x="7" y="0"/>
                </a:lnTo>
                <a:lnTo>
                  <a:pt x="2" y="2"/>
                </a:lnTo>
                <a:lnTo>
                  <a:pt x="0" y="5"/>
                </a:lnTo>
                <a:lnTo>
                  <a:pt x="2" y="8"/>
                </a:lnTo>
                <a:lnTo>
                  <a:pt x="7" y="10"/>
                </a:lnTo>
              </a:path>
            </a:pathLst>
          </a:custGeom>
          <a:solidFill>
            <a:srgbClr val="FDE3BA"/>
          </a:solidFill>
          <a:ln w="12700" cap="rnd">
            <a:solidFill>
              <a:schemeClr val="tx1"/>
            </a:solidFill>
            <a:round/>
            <a:headEnd/>
            <a:tailEnd/>
          </a:ln>
        </p:spPr>
        <p:txBody>
          <a:bodyPr/>
          <a:lstStyle/>
          <a:p>
            <a:endParaRPr lang="en-US" b="1"/>
          </a:p>
        </p:txBody>
      </p:sp>
      <p:sp>
        <p:nvSpPr>
          <p:cNvPr id="6301" name="Freeform 620"/>
          <p:cNvSpPr>
            <a:spLocks/>
          </p:cNvSpPr>
          <p:nvPr/>
        </p:nvSpPr>
        <p:spPr bwMode="auto">
          <a:xfrm>
            <a:off x="7058488" y="2340049"/>
            <a:ext cx="27941" cy="19752"/>
          </a:xfrm>
          <a:custGeom>
            <a:avLst/>
            <a:gdLst>
              <a:gd name="T0" fmla="*/ 7 w 16"/>
              <a:gd name="T1" fmla="*/ 9 h 10"/>
              <a:gd name="T2" fmla="*/ 13 w 16"/>
              <a:gd name="T3" fmla="*/ 8 h 10"/>
              <a:gd name="T4" fmla="*/ 15 w 16"/>
              <a:gd name="T5" fmla="*/ 5 h 10"/>
              <a:gd name="T6" fmla="*/ 13 w 16"/>
              <a:gd name="T7" fmla="*/ 1 h 10"/>
              <a:gd name="T8" fmla="*/ 7 w 16"/>
              <a:gd name="T9" fmla="*/ 0 h 10"/>
              <a:gd name="T10" fmla="*/ 2 w 16"/>
              <a:gd name="T11" fmla="*/ 1 h 10"/>
              <a:gd name="T12" fmla="*/ 0 w 16"/>
              <a:gd name="T13" fmla="*/ 5 h 10"/>
              <a:gd name="T14" fmla="*/ 2 w 16"/>
              <a:gd name="T15" fmla="*/ 8 h 10"/>
              <a:gd name="T16" fmla="*/ 7 w 16"/>
              <a:gd name="T17" fmla="*/ 9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0"/>
              <a:gd name="T29" fmla="*/ 16 w 16"/>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0">
                <a:moveTo>
                  <a:pt x="7" y="9"/>
                </a:moveTo>
                <a:lnTo>
                  <a:pt x="13" y="8"/>
                </a:lnTo>
                <a:lnTo>
                  <a:pt x="15" y="5"/>
                </a:lnTo>
                <a:lnTo>
                  <a:pt x="13" y="1"/>
                </a:lnTo>
                <a:lnTo>
                  <a:pt x="7" y="0"/>
                </a:lnTo>
                <a:lnTo>
                  <a:pt x="2" y="1"/>
                </a:lnTo>
                <a:lnTo>
                  <a:pt x="0" y="5"/>
                </a:lnTo>
                <a:lnTo>
                  <a:pt x="2" y="8"/>
                </a:lnTo>
                <a:lnTo>
                  <a:pt x="7" y="9"/>
                </a:lnTo>
              </a:path>
            </a:pathLst>
          </a:custGeom>
          <a:solidFill>
            <a:srgbClr val="FDE3BA"/>
          </a:solidFill>
          <a:ln w="12700" cap="rnd">
            <a:solidFill>
              <a:srgbClr val="000000"/>
            </a:solidFill>
            <a:round/>
            <a:headEnd/>
            <a:tailEnd/>
          </a:ln>
        </p:spPr>
        <p:txBody>
          <a:bodyPr/>
          <a:lstStyle/>
          <a:p>
            <a:endParaRPr lang="en-US" b="1"/>
          </a:p>
        </p:txBody>
      </p:sp>
      <p:sp>
        <p:nvSpPr>
          <p:cNvPr id="6302" name="Freeform 621"/>
          <p:cNvSpPr>
            <a:spLocks/>
          </p:cNvSpPr>
          <p:nvPr/>
        </p:nvSpPr>
        <p:spPr bwMode="auto">
          <a:xfrm>
            <a:off x="7037533" y="2274868"/>
            <a:ext cx="17463" cy="21727"/>
          </a:xfrm>
          <a:custGeom>
            <a:avLst/>
            <a:gdLst>
              <a:gd name="T0" fmla="*/ 5 w 10"/>
              <a:gd name="T1" fmla="*/ 10 h 11"/>
              <a:gd name="T2" fmla="*/ 7 w 10"/>
              <a:gd name="T3" fmla="*/ 9 h 11"/>
              <a:gd name="T4" fmla="*/ 9 w 10"/>
              <a:gd name="T5" fmla="*/ 5 h 11"/>
              <a:gd name="T6" fmla="*/ 7 w 10"/>
              <a:gd name="T7" fmla="*/ 2 h 11"/>
              <a:gd name="T8" fmla="*/ 5 w 10"/>
              <a:gd name="T9" fmla="*/ 0 h 11"/>
              <a:gd name="T10" fmla="*/ 2 w 10"/>
              <a:gd name="T11" fmla="*/ 2 h 11"/>
              <a:gd name="T12" fmla="*/ 0 w 10"/>
              <a:gd name="T13" fmla="*/ 5 h 11"/>
              <a:gd name="T14" fmla="*/ 2 w 10"/>
              <a:gd name="T15" fmla="*/ 9 h 11"/>
              <a:gd name="T16" fmla="*/ 5 w 10"/>
              <a:gd name="T17" fmla="*/ 1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5" y="10"/>
                </a:moveTo>
                <a:lnTo>
                  <a:pt x="7" y="9"/>
                </a:lnTo>
                <a:lnTo>
                  <a:pt x="9" y="5"/>
                </a:lnTo>
                <a:lnTo>
                  <a:pt x="7" y="2"/>
                </a:lnTo>
                <a:lnTo>
                  <a:pt x="5" y="0"/>
                </a:lnTo>
                <a:lnTo>
                  <a:pt x="2" y="2"/>
                </a:lnTo>
                <a:lnTo>
                  <a:pt x="0" y="5"/>
                </a:lnTo>
                <a:lnTo>
                  <a:pt x="2" y="9"/>
                </a:lnTo>
                <a:lnTo>
                  <a:pt x="5" y="10"/>
                </a:lnTo>
              </a:path>
            </a:pathLst>
          </a:custGeom>
          <a:solidFill>
            <a:srgbClr val="FDE3BA"/>
          </a:solidFill>
          <a:ln w="12700" cap="rnd">
            <a:solidFill>
              <a:srgbClr val="000000"/>
            </a:solidFill>
            <a:round/>
            <a:headEnd/>
            <a:tailEnd/>
          </a:ln>
        </p:spPr>
        <p:txBody>
          <a:bodyPr/>
          <a:lstStyle/>
          <a:p>
            <a:endParaRPr lang="en-US" b="1"/>
          </a:p>
        </p:txBody>
      </p:sp>
      <p:sp>
        <p:nvSpPr>
          <p:cNvPr id="6303" name="Freeform 622"/>
          <p:cNvSpPr>
            <a:spLocks/>
          </p:cNvSpPr>
          <p:nvPr/>
        </p:nvSpPr>
        <p:spPr bwMode="auto">
          <a:xfrm>
            <a:off x="6389000" y="2105000"/>
            <a:ext cx="103032" cy="71108"/>
          </a:xfrm>
          <a:custGeom>
            <a:avLst/>
            <a:gdLst>
              <a:gd name="T0" fmla="*/ 23 w 59"/>
              <a:gd name="T1" fmla="*/ 0 h 36"/>
              <a:gd name="T2" fmla="*/ 23 w 59"/>
              <a:gd name="T3" fmla="*/ 0 h 36"/>
              <a:gd name="T4" fmla="*/ 27 w 59"/>
              <a:gd name="T5" fmla="*/ 4 h 36"/>
              <a:gd name="T6" fmla="*/ 28 w 59"/>
              <a:gd name="T7" fmla="*/ 11 h 36"/>
              <a:gd name="T8" fmla="*/ 34 w 59"/>
              <a:gd name="T9" fmla="*/ 12 h 36"/>
              <a:gd name="T10" fmla="*/ 46 w 59"/>
              <a:gd name="T11" fmla="*/ 12 h 36"/>
              <a:gd name="T12" fmla="*/ 55 w 59"/>
              <a:gd name="T13" fmla="*/ 19 h 36"/>
              <a:gd name="T14" fmla="*/ 58 w 59"/>
              <a:gd name="T15" fmla="*/ 27 h 36"/>
              <a:gd name="T16" fmla="*/ 50 w 59"/>
              <a:gd name="T17" fmla="*/ 30 h 36"/>
              <a:gd name="T18" fmla="*/ 40 w 59"/>
              <a:gd name="T19" fmla="*/ 34 h 36"/>
              <a:gd name="T20" fmla="*/ 27 w 59"/>
              <a:gd name="T21" fmla="*/ 32 h 36"/>
              <a:gd name="T22" fmla="*/ 16 w 59"/>
              <a:gd name="T23" fmla="*/ 30 h 36"/>
              <a:gd name="T24" fmla="*/ 8 w 59"/>
              <a:gd name="T25" fmla="*/ 34 h 36"/>
              <a:gd name="T26" fmla="*/ 3 w 59"/>
              <a:gd name="T27" fmla="*/ 35 h 36"/>
              <a:gd name="T28" fmla="*/ 0 w 59"/>
              <a:gd name="T29" fmla="*/ 33 h 36"/>
              <a:gd name="T30" fmla="*/ 2 w 59"/>
              <a:gd name="T31" fmla="*/ 30 h 36"/>
              <a:gd name="T32" fmla="*/ 9 w 59"/>
              <a:gd name="T33" fmla="*/ 26 h 36"/>
              <a:gd name="T34" fmla="*/ 16 w 59"/>
              <a:gd name="T35" fmla="*/ 23 h 36"/>
              <a:gd name="T36" fmla="*/ 16 w 59"/>
              <a:gd name="T37" fmla="*/ 22 h 36"/>
              <a:gd name="T38" fmla="*/ 15 w 59"/>
              <a:gd name="T39" fmla="*/ 20 h 36"/>
              <a:gd name="T40" fmla="*/ 16 w 59"/>
              <a:gd name="T41" fmla="*/ 15 h 36"/>
              <a:gd name="T42" fmla="*/ 17 w 59"/>
              <a:gd name="T43" fmla="*/ 11 h 36"/>
              <a:gd name="T44" fmla="*/ 15 w 59"/>
              <a:gd name="T45" fmla="*/ 11 h 36"/>
              <a:gd name="T46" fmla="*/ 13 w 59"/>
              <a:gd name="T47" fmla="*/ 11 h 36"/>
              <a:gd name="T48" fmla="*/ 11 w 59"/>
              <a:gd name="T49" fmla="*/ 8 h 36"/>
              <a:gd name="T50" fmla="*/ 15 w 59"/>
              <a:gd name="T51" fmla="*/ 5 h 36"/>
              <a:gd name="T52" fmla="*/ 23 w 59"/>
              <a:gd name="T53" fmla="*/ 7 h 36"/>
              <a:gd name="T54" fmla="*/ 24 w 59"/>
              <a:gd name="T55" fmla="*/ 4 h 36"/>
              <a:gd name="T56" fmla="*/ 23 w 59"/>
              <a:gd name="T57" fmla="*/ 0 h 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9"/>
              <a:gd name="T88" fmla="*/ 0 h 36"/>
              <a:gd name="T89" fmla="*/ 59 w 59"/>
              <a:gd name="T90" fmla="*/ 36 h 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9" h="36">
                <a:moveTo>
                  <a:pt x="23" y="0"/>
                </a:moveTo>
                <a:lnTo>
                  <a:pt x="23" y="0"/>
                </a:lnTo>
                <a:lnTo>
                  <a:pt x="27" y="4"/>
                </a:lnTo>
                <a:lnTo>
                  <a:pt x="28" y="11"/>
                </a:lnTo>
                <a:lnTo>
                  <a:pt x="34" y="12"/>
                </a:lnTo>
                <a:lnTo>
                  <a:pt x="46" y="12"/>
                </a:lnTo>
                <a:lnTo>
                  <a:pt x="55" y="19"/>
                </a:lnTo>
                <a:lnTo>
                  <a:pt x="58" y="27"/>
                </a:lnTo>
                <a:lnTo>
                  <a:pt x="50" y="30"/>
                </a:lnTo>
                <a:lnTo>
                  <a:pt x="40" y="34"/>
                </a:lnTo>
                <a:lnTo>
                  <a:pt x="27" y="32"/>
                </a:lnTo>
                <a:lnTo>
                  <a:pt x="16" y="30"/>
                </a:lnTo>
                <a:lnTo>
                  <a:pt x="8" y="34"/>
                </a:lnTo>
                <a:lnTo>
                  <a:pt x="3" y="35"/>
                </a:lnTo>
                <a:lnTo>
                  <a:pt x="0" y="33"/>
                </a:lnTo>
                <a:lnTo>
                  <a:pt x="2" y="30"/>
                </a:lnTo>
                <a:lnTo>
                  <a:pt x="9" y="26"/>
                </a:lnTo>
                <a:lnTo>
                  <a:pt x="16" y="23"/>
                </a:lnTo>
                <a:lnTo>
                  <a:pt x="16" y="22"/>
                </a:lnTo>
                <a:lnTo>
                  <a:pt x="15" y="20"/>
                </a:lnTo>
                <a:lnTo>
                  <a:pt x="16" y="15"/>
                </a:lnTo>
                <a:lnTo>
                  <a:pt x="17" y="11"/>
                </a:lnTo>
                <a:lnTo>
                  <a:pt x="15" y="11"/>
                </a:lnTo>
                <a:lnTo>
                  <a:pt x="13" y="11"/>
                </a:lnTo>
                <a:lnTo>
                  <a:pt x="11" y="8"/>
                </a:lnTo>
                <a:lnTo>
                  <a:pt x="15" y="5"/>
                </a:lnTo>
                <a:lnTo>
                  <a:pt x="23" y="7"/>
                </a:lnTo>
                <a:lnTo>
                  <a:pt x="24" y="4"/>
                </a:lnTo>
                <a:lnTo>
                  <a:pt x="23" y="0"/>
                </a:lnTo>
              </a:path>
            </a:pathLst>
          </a:custGeom>
          <a:solidFill>
            <a:srgbClr val="FDE3BA"/>
          </a:solidFill>
          <a:ln w="12700" cap="rnd">
            <a:solidFill>
              <a:schemeClr val="tx1"/>
            </a:solidFill>
            <a:round/>
            <a:headEnd/>
            <a:tailEnd/>
          </a:ln>
        </p:spPr>
        <p:txBody>
          <a:bodyPr/>
          <a:lstStyle/>
          <a:p>
            <a:endParaRPr lang="en-US" b="1">
              <a:solidFill>
                <a:schemeClr val="bg1">
                  <a:lumMod val="50000"/>
                </a:schemeClr>
              </a:solidFill>
            </a:endParaRPr>
          </a:p>
        </p:txBody>
      </p:sp>
      <p:sp>
        <p:nvSpPr>
          <p:cNvPr id="6304" name="Freeform 623"/>
          <p:cNvSpPr>
            <a:spLocks/>
          </p:cNvSpPr>
          <p:nvPr/>
        </p:nvSpPr>
        <p:spPr bwMode="auto">
          <a:xfrm>
            <a:off x="6231833" y="2020065"/>
            <a:ext cx="158914" cy="130364"/>
          </a:xfrm>
          <a:custGeom>
            <a:avLst/>
            <a:gdLst>
              <a:gd name="T0" fmla="*/ 30 w 91"/>
              <a:gd name="T1" fmla="*/ 0 h 66"/>
              <a:gd name="T2" fmla="*/ 30 w 91"/>
              <a:gd name="T3" fmla="*/ 0 h 66"/>
              <a:gd name="T4" fmla="*/ 29 w 91"/>
              <a:gd name="T5" fmla="*/ 1 h 66"/>
              <a:gd name="T6" fmla="*/ 31 w 91"/>
              <a:gd name="T7" fmla="*/ 3 h 66"/>
              <a:gd name="T8" fmla="*/ 37 w 91"/>
              <a:gd name="T9" fmla="*/ 7 h 66"/>
              <a:gd name="T10" fmla="*/ 49 w 91"/>
              <a:gd name="T11" fmla="*/ 10 h 66"/>
              <a:gd name="T12" fmla="*/ 55 w 91"/>
              <a:gd name="T13" fmla="*/ 14 h 66"/>
              <a:gd name="T14" fmla="*/ 58 w 91"/>
              <a:gd name="T15" fmla="*/ 26 h 66"/>
              <a:gd name="T16" fmla="*/ 63 w 91"/>
              <a:gd name="T17" fmla="*/ 34 h 66"/>
              <a:gd name="T18" fmla="*/ 67 w 91"/>
              <a:gd name="T19" fmla="*/ 37 h 66"/>
              <a:gd name="T20" fmla="*/ 67 w 91"/>
              <a:gd name="T21" fmla="*/ 42 h 66"/>
              <a:gd name="T22" fmla="*/ 66 w 91"/>
              <a:gd name="T23" fmla="*/ 46 h 66"/>
              <a:gd name="T24" fmla="*/ 70 w 91"/>
              <a:gd name="T25" fmla="*/ 44 h 66"/>
              <a:gd name="T26" fmla="*/ 72 w 91"/>
              <a:gd name="T27" fmla="*/ 38 h 66"/>
              <a:gd name="T28" fmla="*/ 73 w 91"/>
              <a:gd name="T29" fmla="*/ 33 h 66"/>
              <a:gd name="T30" fmla="*/ 77 w 91"/>
              <a:gd name="T31" fmla="*/ 32 h 66"/>
              <a:gd name="T32" fmla="*/ 80 w 91"/>
              <a:gd name="T33" fmla="*/ 38 h 66"/>
              <a:gd name="T34" fmla="*/ 82 w 91"/>
              <a:gd name="T35" fmla="*/ 46 h 66"/>
              <a:gd name="T36" fmla="*/ 85 w 91"/>
              <a:gd name="T37" fmla="*/ 51 h 66"/>
              <a:gd name="T38" fmla="*/ 90 w 91"/>
              <a:gd name="T39" fmla="*/ 54 h 66"/>
              <a:gd name="T40" fmla="*/ 89 w 91"/>
              <a:gd name="T41" fmla="*/ 59 h 66"/>
              <a:gd name="T42" fmla="*/ 83 w 91"/>
              <a:gd name="T43" fmla="*/ 64 h 66"/>
              <a:gd name="T44" fmla="*/ 72 w 91"/>
              <a:gd name="T45" fmla="*/ 65 h 66"/>
              <a:gd name="T46" fmla="*/ 57 w 91"/>
              <a:gd name="T47" fmla="*/ 61 h 66"/>
              <a:gd name="T48" fmla="*/ 48 w 91"/>
              <a:gd name="T49" fmla="*/ 54 h 66"/>
              <a:gd name="T50" fmla="*/ 43 w 91"/>
              <a:gd name="T51" fmla="*/ 52 h 66"/>
              <a:gd name="T52" fmla="*/ 39 w 91"/>
              <a:gd name="T53" fmla="*/ 57 h 66"/>
              <a:gd name="T54" fmla="*/ 33 w 91"/>
              <a:gd name="T55" fmla="*/ 58 h 66"/>
              <a:gd name="T56" fmla="*/ 30 w 91"/>
              <a:gd name="T57" fmla="*/ 51 h 66"/>
              <a:gd name="T58" fmla="*/ 29 w 91"/>
              <a:gd name="T59" fmla="*/ 44 h 66"/>
              <a:gd name="T60" fmla="*/ 20 w 91"/>
              <a:gd name="T61" fmla="*/ 40 h 66"/>
              <a:gd name="T62" fmla="*/ 5 w 91"/>
              <a:gd name="T63" fmla="*/ 36 h 66"/>
              <a:gd name="T64" fmla="*/ 4 w 91"/>
              <a:gd name="T65" fmla="*/ 31 h 66"/>
              <a:gd name="T66" fmla="*/ 8 w 91"/>
              <a:gd name="T67" fmla="*/ 27 h 66"/>
              <a:gd name="T68" fmla="*/ 3 w 91"/>
              <a:gd name="T69" fmla="*/ 24 h 66"/>
              <a:gd name="T70" fmla="*/ 0 w 91"/>
              <a:gd name="T71" fmla="*/ 20 h 66"/>
              <a:gd name="T72" fmla="*/ 3 w 91"/>
              <a:gd name="T73" fmla="*/ 15 h 66"/>
              <a:gd name="T74" fmla="*/ 10 w 91"/>
              <a:gd name="T75" fmla="*/ 12 h 66"/>
              <a:gd name="T76" fmla="*/ 19 w 91"/>
              <a:gd name="T77" fmla="*/ 11 h 66"/>
              <a:gd name="T78" fmla="*/ 27 w 91"/>
              <a:gd name="T79" fmla="*/ 5 h 66"/>
              <a:gd name="T80" fmla="*/ 30 w 91"/>
              <a:gd name="T81" fmla="*/ 0 h 6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1"/>
              <a:gd name="T124" fmla="*/ 0 h 66"/>
              <a:gd name="T125" fmla="*/ 91 w 91"/>
              <a:gd name="T126" fmla="*/ 66 h 6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1" h="66">
                <a:moveTo>
                  <a:pt x="30" y="0"/>
                </a:moveTo>
                <a:lnTo>
                  <a:pt x="30" y="0"/>
                </a:lnTo>
                <a:lnTo>
                  <a:pt x="29" y="1"/>
                </a:lnTo>
                <a:lnTo>
                  <a:pt x="31" y="3"/>
                </a:lnTo>
                <a:lnTo>
                  <a:pt x="37" y="7"/>
                </a:lnTo>
                <a:lnTo>
                  <a:pt x="49" y="10"/>
                </a:lnTo>
                <a:lnTo>
                  <a:pt x="55" y="14"/>
                </a:lnTo>
                <a:lnTo>
                  <a:pt x="58" y="26"/>
                </a:lnTo>
                <a:lnTo>
                  <a:pt x="63" y="34"/>
                </a:lnTo>
                <a:lnTo>
                  <a:pt x="67" y="37"/>
                </a:lnTo>
                <a:lnTo>
                  <a:pt x="67" y="42"/>
                </a:lnTo>
                <a:lnTo>
                  <a:pt x="66" y="46"/>
                </a:lnTo>
                <a:lnTo>
                  <a:pt x="70" y="44"/>
                </a:lnTo>
                <a:lnTo>
                  <a:pt x="72" y="38"/>
                </a:lnTo>
                <a:lnTo>
                  <a:pt x="73" y="33"/>
                </a:lnTo>
                <a:lnTo>
                  <a:pt x="77" y="32"/>
                </a:lnTo>
                <a:lnTo>
                  <a:pt x="80" y="38"/>
                </a:lnTo>
                <a:lnTo>
                  <a:pt x="82" y="46"/>
                </a:lnTo>
                <a:lnTo>
                  <a:pt x="85" y="51"/>
                </a:lnTo>
                <a:lnTo>
                  <a:pt x="90" y="54"/>
                </a:lnTo>
                <a:lnTo>
                  <a:pt x="89" y="59"/>
                </a:lnTo>
                <a:lnTo>
                  <a:pt x="83" y="64"/>
                </a:lnTo>
                <a:lnTo>
                  <a:pt x="72" y="65"/>
                </a:lnTo>
                <a:lnTo>
                  <a:pt x="57" y="61"/>
                </a:lnTo>
                <a:lnTo>
                  <a:pt x="48" y="54"/>
                </a:lnTo>
                <a:lnTo>
                  <a:pt x="43" y="52"/>
                </a:lnTo>
                <a:lnTo>
                  <a:pt x="39" y="57"/>
                </a:lnTo>
                <a:lnTo>
                  <a:pt x="33" y="58"/>
                </a:lnTo>
                <a:lnTo>
                  <a:pt x="30" y="51"/>
                </a:lnTo>
                <a:lnTo>
                  <a:pt x="29" y="44"/>
                </a:lnTo>
                <a:lnTo>
                  <a:pt x="20" y="40"/>
                </a:lnTo>
                <a:lnTo>
                  <a:pt x="5" y="36"/>
                </a:lnTo>
                <a:lnTo>
                  <a:pt x="4" y="31"/>
                </a:lnTo>
                <a:lnTo>
                  <a:pt x="8" y="27"/>
                </a:lnTo>
                <a:lnTo>
                  <a:pt x="3" y="24"/>
                </a:lnTo>
                <a:lnTo>
                  <a:pt x="0" y="20"/>
                </a:lnTo>
                <a:lnTo>
                  <a:pt x="3" y="15"/>
                </a:lnTo>
                <a:lnTo>
                  <a:pt x="10" y="12"/>
                </a:lnTo>
                <a:lnTo>
                  <a:pt x="19" y="11"/>
                </a:lnTo>
                <a:lnTo>
                  <a:pt x="27" y="5"/>
                </a:lnTo>
                <a:lnTo>
                  <a:pt x="30" y="0"/>
                </a:lnTo>
              </a:path>
            </a:pathLst>
          </a:custGeom>
          <a:solidFill>
            <a:schemeClr val="bg2"/>
          </a:solidFill>
          <a:ln w="12700" cap="rnd">
            <a:solidFill>
              <a:schemeClr val="tx1"/>
            </a:solidFill>
            <a:round/>
            <a:headEnd/>
            <a:tailEnd/>
          </a:ln>
        </p:spPr>
        <p:txBody>
          <a:bodyPr/>
          <a:lstStyle/>
          <a:p>
            <a:endParaRPr lang="en-US" b="1">
              <a:solidFill>
                <a:schemeClr val="bg1">
                  <a:lumMod val="50000"/>
                </a:schemeClr>
              </a:solidFill>
            </a:endParaRPr>
          </a:p>
        </p:txBody>
      </p:sp>
      <p:sp>
        <p:nvSpPr>
          <p:cNvPr id="6305" name="Freeform 624"/>
          <p:cNvSpPr>
            <a:spLocks/>
          </p:cNvSpPr>
          <p:nvPr/>
        </p:nvSpPr>
        <p:spPr bwMode="auto">
          <a:xfrm>
            <a:off x="6315656" y="2213636"/>
            <a:ext cx="26195" cy="13827"/>
          </a:xfrm>
          <a:custGeom>
            <a:avLst/>
            <a:gdLst>
              <a:gd name="T0" fmla="*/ 7 w 15"/>
              <a:gd name="T1" fmla="*/ 6 h 7"/>
              <a:gd name="T2" fmla="*/ 12 w 15"/>
              <a:gd name="T3" fmla="*/ 5 h 7"/>
              <a:gd name="T4" fmla="*/ 14 w 15"/>
              <a:gd name="T5" fmla="*/ 3 h 7"/>
              <a:gd name="T6" fmla="*/ 12 w 15"/>
              <a:gd name="T7" fmla="*/ 1 h 7"/>
              <a:gd name="T8" fmla="*/ 7 w 15"/>
              <a:gd name="T9" fmla="*/ 0 h 7"/>
              <a:gd name="T10" fmla="*/ 2 w 15"/>
              <a:gd name="T11" fmla="*/ 1 h 7"/>
              <a:gd name="T12" fmla="*/ 0 w 15"/>
              <a:gd name="T13" fmla="*/ 3 h 7"/>
              <a:gd name="T14" fmla="*/ 2 w 15"/>
              <a:gd name="T15" fmla="*/ 5 h 7"/>
              <a:gd name="T16" fmla="*/ 7 w 15"/>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7"/>
              <a:gd name="T29" fmla="*/ 15 w 15"/>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7">
                <a:moveTo>
                  <a:pt x="7" y="6"/>
                </a:moveTo>
                <a:lnTo>
                  <a:pt x="12" y="5"/>
                </a:lnTo>
                <a:lnTo>
                  <a:pt x="14" y="3"/>
                </a:lnTo>
                <a:lnTo>
                  <a:pt x="12" y="1"/>
                </a:lnTo>
                <a:lnTo>
                  <a:pt x="7" y="0"/>
                </a:lnTo>
                <a:lnTo>
                  <a:pt x="2" y="1"/>
                </a:lnTo>
                <a:lnTo>
                  <a:pt x="0" y="3"/>
                </a:lnTo>
                <a:lnTo>
                  <a:pt x="2" y="5"/>
                </a:lnTo>
                <a:lnTo>
                  <a:pt x="7" y="6"/>
                </a:lnTo>
              </a:path>
            </a:pathLst>
          </a:custGeom>
          <a:solidFill>
            <a:srgbClr val="FDE3BA"/>
          </a:solidFill>
          <a:ln w="12700" cap="rnd">
            <a:solidFill>
              <a:srgbClr val="0000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306" name="Freeform 625"/>
          <p:cNvSpPr>
            <a:spLocks/>
          </p:cNvSpPr>
          <p:nvPr/>
        </p:nvSpPr>
        <p:spPr bwMode="auto">
          <a:xfrm>
            <a:off x="6331373" y="2237338"/>
            <a:ext cx="29687" cy="11851"/>
          </a:xfrm>
          <a:custGeom>
            <a:avLst/>
            <a:gdLst>
              <a:gd name="T0" fmla="*/ 8 w 17"/>
              <a:gd name="T1" fmla="*/ 5 h 6"/>
              <a:gd name="T2" fmla="*/ 14 w 17"/>
              <a:gd name="T3" fmla="*/ 4 h 6"/>
              <a:gd name="T4" fmla="*/ 16 w 17"/>
              <a:gd name="T5" fmla="*/ 3 h 6"/>
              <a:gd name="T6" fmla="*/ 14 w 17"/>
              <a:gd name="T7" fmla="*/ 1 h 6"/>
              <a:gd name="T8" fmla="*/ 8 w 17"/>
              <a:gd name="T9" fmla="*/ 0 h 6"/>
              <a:gd name="T10" fmla="*/ 2 w 17"/>
              <a:gd name="T11" fmla="*/ 1 h 6"/>
              <a:gd name="T12" fmla="*/ 0 w 17"/>
              <a:gd name="T13" fmla="*/ 3 h 6"/>
              <a:gd name="T14" fmla="*/ 2 w 17"/>
              <a:gd name="T15" fmla="*/ 4 h 6"/>
              <a:gd name="T16" fmla="*/ 8 w 17"/>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6"/>
              <a:gd name="T29" fmla="*/ 17 w 17"/>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6">
                <a:moveTo>
                  <a:pt x="8" y="5"/>
                </a:moveTo>
                <a:lnTo>
                  <a:pt x="14" y="4"/>
                </a:lnTo>
                <a:lnTo>
                  <a:pt x="16" y="3"/>
                </a:lnTo>
                <a:lnTo>
                  <a:pt x="14" y="1"/>
                </a:lnTo>
                <a:lnTo>
                  <a:pt x="8" y="0"/>
                </a:lnTo>
                <a:lnTo>
                  <a:pt x="2" y="1"/>
                </a:lnTo>
                <a:lnTo>
                  <a:pt x="0" y="3"/>
                </a:lnTo>
                <a:lnTo>
                  <a:pt x="2" y="4"/>
                </a:lnTo>
                <a:lnTo>
                  <a:pt x="8" y="5"/>
                </a:lnTo>
              </a:path>
            </a:pathLst>
          </a:custGeom>
          <a:solidFill>
            <a:srgbClr val="FDE3BA"/>
          </a:solidFill>
          <a:ln w="12700" cap="rnd">
            <a:solidFill>
              <a:srgbClr val="0000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307" name="Freeform 626"/>
          <p:cNvSpPr>
            <a:spLocks/>
          </p:cNvSpPr>
          <p:nvPr/>
        </p:nvSpPr>
        <p:spPr bwMode="auto">
          <a:xfrm>
            <a:off x="6509496" y="2152405"/>
            <a:ext cx="22701" cy="9875"/>
          </a:xfrm>
          <a:custGeom>
            <a:avLst/>
            <a:gdLst>
              <a:gd name="T0" fmla="*/ 6 w 13"/>
              <a:gd name="T1" fmla="*/ 4 h 5"/>
              <a:gd name="T2" fmla="*/ 10 w 13"/>
              <a:gd name="T3" fmla="*/ 3 h 5"/>
              <a:gd name="T4" fmla="*/ 12 w 13"/>
              <a:gd name="T5" fmla="*/ 2 h 5"/>
              <a:gd name="T6" fmla="*/ 10 w 13"/>
              <a:gd name="T7" fmla="*/ 0 h 5"/>
              <a:gd name="T8" fmla="*/ 6 w 13"/>
              <a:gd name="T9" fmla="*/ 0 h 5"/>
              <a:gd name="T10" fmla="*/ 1 w 13"/>
              <a:gd name="T11" fmla="*/ 0 h 5"/>
              <a:gd name="T12" fmla="*/ 0 w 13"/>
              <a:gd name="T13" fmla="*/ 2 h 5"/>
              <a:gd name="T14" fmla="*/ 1 w 13"/>
              <a:gd name="T15" fmla="*/ 3 h 5"/>
              <a:gd name="T16" fmla="*/ 6 w 13"/>
              <a:gd name="T17" fmla="*/ 4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5"/>
              <a:gd name="T29" fmla="*/ 13 w 13"/>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5">
                <a:moveTo>
                  <a:pt x="6" y="4"/>
                </a:moveTo>
                <a:lnTo>
                  <a:pt x="10" y="3"/>
                </a:lnTo>
                <a:lnTo>
                  <a:pt x="12" y="2"/>
                </a:lnTo>
                <a:lnTo>
                  <a:pt x="10" y="0"/>
                </a:lnTo>
                <a:lnTo>
                  <a:pt x="6" y="0"/>
                </a:lnTo>
                <a:lnTo>
                  <a:pt x="1" y="0"/>
                </a:lnTo>
                <a:lnTo>
                  <a:pt x="0" y="2"/>
                </a:lnTo>
                <a:lnTo>
                  <a:pt x="1" y="3"/>
                </a:lnTo>
                <a:lnTo>
                  <a:pt x="6" y="4"/>
                </a:lnTo>
              </a:path>
            </a:pathLst>
          </a:custGeom>
          <a:solidFill>
            <a:srgbClr val="FDE3BA"/>
          </a:solidFill>
          <a:ln w="12700" cap="rnd">
            <a:solidFill>
              <a:srgbClr val="000000"/>
            </a:solidFill>
            <a:round/>
            <a:headEnd/>
            <a:tailEnd/>
          </a:ln>
        </p:spPr>
        <p:txBody>
          <a:bodyPr/>
          <a:lstStyle/>
          <a:p>
            <a:endParaRPr lang="en-US" b="1">
              <a:solidFill>
                <a:schemeClr val="bg1">
                  <a:lumMod val="50000"/>
                </a:schemeClr>
              </a:solidFill>
            </a:endParaRPr>
          </a:p>
        </p:txBody>
      </p:sp>
      <p:sp>
        <p:nvSpPr>
          <p:cNvPr id="6308" name="Freeform 627"/>
          <p:cNvSpPr>
            <a:spLocks/>
          </p:cNvSpPr>
          <p:nvPr/>
        </p:nvSpPr>
        <p:spPr bwMode="auto">
          <a:xfrm>
            <a:off x="6492687" y="2170181"/>
            <a:ext cx="24448" cy="13827"/>
          </a:xfrm>
          <a:custGeom>
            <a:avLst/>
            <a:gdLst>
              <a:gd name="T0" fmla="*/ 7 w 14"/>
              <a:gd name="T1" fmla="*/ 6 h 7"/>
              <a:gd name="T2" fmla="*/ 11 w 14"/>
              <a:gd name="T3" fmla="*/ 5 h 7"/>
              <a:gd name="T4" fmla="*/ 13 w 14"/>
              <a:gd name="T5" fmla="*/ 3 h 7"/>
              <a:gd name="T6" fmla="*/ 11 w 14"/>
              <a:gd name="T7" fmla="*/ 1 h 7"/>
              <a:gd name="T8" fmla="*/ 7 w 14"/>
              <a:gd name="T9" fmla="*/ 0 h 7"/>
              <a:gd name="T10" fmla="*/ 2 w 14"/>
              <a:gd name="T11" fmla="*/ 1 h 7"/>
              <a:gd name="T12" fmla="*/ 0 w 14"/>
              <a:gd name="T13" fmla="*/ 3 h 7"/>
              <a:gd name="T14" fmla="*/ 2 w 14"/>
              <a:gd name="T15" fmla="*/ 5 h 7"/>
              <a:gd name="T16" fmla="*/ 7 w 14"/>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7"/>
              <a:gd name="T29" fmla="*/ 14 w 14"/>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7">
                <a:moveTo>
                  <a:pt x="7" y="6"/>
                </a:moveTo>
                <a:lnTo>
                  <a:pt x="11" y="5"/>
                </a:lnTo>
                <a:lnTo>
                  <a:pt x="13" y="3"/>
                </a:lnTo>
                <a:lnTo>
                  <a:pt x="11" y="1"/>
                </a:lnTo>
                <a:lnTo>
                  <a:pt x="7" y="0"/>
                </a:lnTo>
                <a:lnTo>
                  <a:pt x="2" y="1"/>
                </a:lnTo>
                <a:lnTo>
                  <a:pt x="0" y="3"/>
                </a:lnTo>
                <a:lnTo>
                  <a:pt x="2" y="5"/>
                </a:lnTo>
                <a:lnTo>
                  <a:pt x="7" y="6"/>
                </a:lnTo>
              </a:path>
            </a:pathLst>
          </a:custGeom>
          <a:solidFill>
            <a:srgbClr val="FDE3BA"/>
          </a:solidFill>
          <a:ln w="12700" cap="rnd">
            <a:solidFill>
              <a:srgbClr val="000000"/>
            </a:solidFill>
            <a:round/>
            <a:headEnd/>
            <a:tailEnd/>
          </a:ln>
        </p:spPr>
        <p:txBody>
          <a:bodyPr/>
          <a:lstStyle/>
          <a:p>
            <a:endParaRPr lang="en-US" b="1"/>
          </a:p>
        </p:txBody>
      </p:sp>
      <p:sp>
        <p:nvSpPr>
          <p:cNvPr id="6309" name="Freeform 628"/>
          <p:cNvSpPr>
            <a:spLocks/>
          </p:cNvSpPr>
          <p:nvPr/>
        </p:nvSpPr>
        <p:spPr bwMode="auto">
          <a:xfrm>
            <a:off x="6508404" y="2197834"/>
            <a:ext cx="20956" cy="11851"/>
          </a:xfrm>
          <a:custGeom>
            <a:avLst/>
            <a:gdLst>
              <a:gd name="T0" fmla="*/ 6 w 12"/>
              <a:gd name="T1" fmla="*/ 5 h 6"/>
              <a:gd name="T2" fmla="*/ 9 w 12"/>
              <a:gd name="T3" fmla="*/ 4 h 6"/>
              <a:gd name="T4" fmla="*/ 11 w 12"/>
              <a:gd name="T5" fmla="*/ 3 h 6"/>
              <a:gd name="T6" fmla="*/ 9 w 12"/>
              <a:gd name="T7" fmla="*/ 0 h 6"/>
              <a:gd name="T8" fmla="*/ 6 w 12"/>
              <a:gd name="T9" fmla="*/ 0 h 6"/>
              <a:gd name="T10" fmla="*/ 2 w 12"/>
              <a:gd name="T11" fmla="*/ 0 h 6"/>
              <a:gd name="T12" fmla="*/ 0 w 12"/>
              <a:gd name="T13" fmla="*/ 3 h 6"/>
              <a:gd name="T14" fmla="*/ 2 w 12"/>
              <a:gd name="T15" fmla="*/ 4 h 6"/>
              <a:gd name="T16" fmla="*/ 6 w 12"/>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6"/>
              <a:gd name="T29" fmla="*/ 12 w 12"/>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6">
                <a:moveTo>
                  <a:pt x="6" y="5"/>
                </a:moveTo>
                <a:lnTo>
                  <a:pt x="9" y="4"/>
                </a:lnTo>
                <a:lnTo>
                  <a:pt x="11" y="3"/>
                </a:lnTo>
                <a:lnTo>
                  <a:pt x="9" y="0"/>
                </a:lnTo>
                <a:lnTo>
                  <a:pt x="6" y="0"/>
                </a:lnTo>
                <a:lnTo>
                  <a:pt x="2" y="0"/>
                </a:lnTo>
                <a:lnTo>
                  <a:pt x="0" y="3"/>
                </a:lnTo>
                <a:lnTo>
                  <a:pt x="2" y="4"/>
                </a:lnTo>
                <a:lnTo>
                  <a:pt x="6" y="5"/>
                </a:lnTo>
              </a:path>
            </a:pathLst>
          </a:custGeom>
          <a:solidFill>
            <a:srgbClr val="FDE3BA"/>
          </a:solidFill>
          <a:ln w="12700" cap="rnd">
            <a:solidFill>
              <a:srgbClr val="000000"/>
            </a:solidFill>
            <a:round/>
            <a:headEnd/>
            <a:tailEnd/>
          </a:ln>
        </p:spPr>
        <p:txBody>
          <a:bodyPr/>
          <a:lstStyle/>
          <a:p>
            <a:endParaRPr lang="en-US" b="1"/>
          </a:p>
        </p:txBody>
      </p:sp>
      <p:sp>
        <p:nvSpPr>
          <p:cNvPr id="6310" name="Freeform 629"/>
          <p:cNvSpPr>
            <a:spLocks/>
          </p:cNvSpPr>
          <p:nvPr/>
        </p:nvSpPr>
        <p:spPr bwMode="auto">
          <a:xfrm>
            <a:off x="6691765" y="3039273"/>
            <a:ext cx="85569" cy="161967"/>
          </a:xfrm>
          <a:custGeom>
            <a:avLst/>
            <a:gdLst>
              <a:gd name="T0" fmla="*/ 2 w 49"/>
              <a:gd name="T1" fmla="*/ 72 h 82"/>
              <a:gd name="T2" fmla="*/ 20 w 49"/>
              <a:gd name="T3" fmla="*/ 48 h 82"/>
              <a:gd name="T4" fmla="*/ 31 w 49"/>
              <a:gd name="T5" fmla="*/ 32 h 82"/>
              <a:gd name="T6" fmla="*/ 36 w 49"/>
              <a:gd name="T7" fmla="*/ 20 h 82"/>
              <a:gd name="T8" fmla="*/ 39 w 49"/>
              <a:gd name="T9" fmla="*/ 7 h 82"/>
              <a:gd name="T10" fmla="*/ 42 w 49"/>
              <a:gd name="T11" fmla="*/ 0 h 82"/>
              <a:gd name="T12" fmla="*/ 46 w 49"/>
              <a:gd name="T13" fmla="*/ 5 h 82"/>
              <a:gd name="T14" fmla="*/ 48 w 49"/>
              <a:gd name="T15" fmla="*/ 19 h 82"/>
              <a:gd name="T16" fmla="*/ 46 w 49"/>
              <a:gd name="T17" fmla="*/ 37 h 82"/>
              <a:gd name="T18" fmla="*/ 41 w 49"/>
              <a:gd name="T19" fmla="*/ 53 h 82"/>
              <a:gd name="T20" fmla="*/ 34 w 49"/>
              <a:gd name="T21" fmla="*/ 62 h 82"/>
              <a:gd name="T22" fmla="*/ 24 w 49"/>
              <a:gd name="T23" fmla="*/ 68 h 82"/>
              <a:gd name="T24" fmla="*/ 12 w 49"/>
              <a:gd name="T25" fmla="*/ 76 h 82"/>
              <a:gd name="T26" fmla="*/ 3 w 49"/>
              <a:gd name="T27" fmla="*/ 81 h 82"/>
              <a:gd name="T28" fmla="*/ 0 w 49"/>
              <a:gd name="T29" fmla="*/ 79 h 82"/>
              <a:gd name="T30" fmla="*/ 1 w 49"/>
              <a:gd name="T31" fmla="*/ 74 h 82"/>
              <a:gd name="T32" fmla="*/ 2 w 49"/>
              <a:gd name="T33" fmla="*/ 72 h 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9"/>
              <a:gd name="T52" fmla="*/ 0 h 82"/>
              <a:gd name="T53" fmla="*/ 49 w 49"/>
              <a:gd name="T54" fmla="*/ 82 h 8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9" h="82">
                <a:moveTo>
                  <a:pt x="2" y="72"/>
                </a:moveTo>
                <a:lnTo>
                  <a:pt x="20" y="48"/>
                </a:lnTo>
                <a:lnTo>
                  <a:pt x="31" y="32"/>
                </a:lnTo>
                <a:lnTo>
                  <a:pt x="36" y="20"/>
                </a:lnTo>
                <a:lnTo>
                  <a:pt x="39" y="7"/>
                </a:lnTo>
                <a:lnTo>
                  <a:pt x="42" y="0"/>
                </a:lnTo>
                <a:lnTo>
                  <a:pt x="46" y="5"/>
                </a:lnTo>
                <a:lnTo>
                  <a:pt x="48" y="19"/>
                </a:lnTo>
                <a:lnTo>
                  <a:pt x="46" y="37"/>
                </a:lnTo>
                <a:lnTo>
                  <a:pt x="41" y="53"/>
                </a:lnTo>
                <a:lnTo>
                  <a:pt x="34" y="62"/>
                </a:lnTo>
                <a:lnTo>
                  <a:pt x="24" y="68"/>
                </a:lnTo>
                <a:lnTo>
                  <a:pt x="12" y="76"/>
                </a:lnTo>
                <a:lnTo>
                  <a:pt x="3" y="81"/>
                </a:lnTo>
                <a:lnTo>
                  <a:pt x="0" y="79"/>
                </a:lnTo>
                <a:lnTo>
                  <a:pt x="1" y="74"/>
                </a:lnTo>
                <a:lnTo>
                  <a:pt x="2" y="72"/>
                </a:lnTo>
              </a:path>
            </a:pathLst>
          </a:custGeom>
          <a:solidFill>
            <a:srgbClr val="FDE3BA"/>
          </a:solidFill>
          <a:ln w="12700" cap="rnd">
            <a:solidFill>
              <a:schemeClr val="tx1"/>
            </a:solidFill>
            <a:round/>
            <a:headEnd/>
            <a:tailEnd/>
          </a:ln>
        </p:spPr>
        <p:txBody>
          <a:bodyPr/>
          <a:lstStyle/>
          <a:p>
            <a:endParaRPr lang="en-US"/>
          </a:p>
        </p:txBody>
      </p:sp>
      <p:sp>
        <p:nvSpPr>
          <p:cNvPr id="6311" name="Freeform 630"/>
          <p:cNvSpPr>
            <a:spLocks/>
          </p:cNvSpPr>
          <p:nvPr/>
        </p:nvSpPr>
        <p:spPr bwMode="auto">
          <a:xfrm>
            <a:off x="1456359" y="2507943"/>
            <a:ext cx="637400" cy="651819"/>
          </a:xfrm>
          <a:custGeom>
            <a:avLst/>
            <a:gdLst>
              <a:gd name="T0" fmla="*/ 364 w 365"/>
              <a:gd name="T1" fmla="*/ 298 h 330"/>
              <a:gd name="T2" fmla="*/ 354 w 365"/>
              <a:gd name="T3" fmla="*/ 278 h 330"/>
              <a:gd name="T4" fmla="*/ 345 w 365"/>
              <a:gd name="T5" fmla="*/ 253 h 330"/>
              <a:gd name="T6" fmla="*/ 325 w 365"/>
              <a:gd name="T7" fmla="*/ 232 h 330"/>
              <a:gd name="T8" fmla="*/ 310 w 365"/>
              <a:gd name="T9" fmla="*/ 224 h 330"/>
              <a:gd name="T10" fmla="*/ 285 w 365"/>
              <a:gd name="T11" fmla="*/ 215 h 330"/>
              <a:gd name="T12" fmla="*/ 273 w 365"/>
              <a:gd name="T13" fmla="*/ 207 h 330"/>
              <a:gd name="T14" fmla="*/ 319 w 365"/>
              <a:gd name="T15" fmla="*/ 28 h 330"/>
              <a:gd name="T16" fmla="*/ 295 w 365"/>
              <a:gd name="T17" fmla="*/ 22 h 330"/>
              <a:gd name="T18" fmla="*/ 261 w 365"/>
              <a:gd name="T19" fmla="*/ 17 h 330"/>
              <a:gd name="T20" fmla="*/ 220 w 365"/>
              <a:gd name="T21" fmla="*/ 13 h 330"/>
              <a:gd name="T22" fmla="*/ 191 w 365"/>
              <a:gd name="T23" fmla="*/ 7 h 330"/>
              <a:gd name="T24" fmla="*/ 167 w 365"/>
              <a:gd name="T25" fmla="*/ 0 h 330"/>
              <a:gd name="T26" fmla="*/ 126 w 365"/>
              <a:gd name="T27" fmla="*/ 13 h 330"/>
              <a:gd name="T28" fmla="*/ 100 w 365"/>
              <a:gd name="T29" fmla="*/ 22 h 330"/>
              <a:gd name="T30" fmla="*/ 46 w 365"/>
              <a:gd name="T31" fmla="*/ 57 h 330"/>
              <a:gd name="T32" fmla="*/ 74 w 365"/>
              <a:gd name="T33" fmla="*/ 89 h 330"/>
              <a:gd name="T34" fmla="*/ 64 w 365"/>
              <a:gd name="T35" fmla="*/ 102 h 330"/>
              <a:gd name="T36" fmla="*/ 42 w 365"/>
              <a:gd name="T37" fmla="*/ 99 h 330"/>
              <a:gd name="T38" fmla="*/ 13 w 365"/>
              <a:gd name="T39" fmla="*/ 113 h 330"/>
              <a:gd name="T40" fmla="*/ 21 w 365"/>
              <a:gd name="T41" fmla="*/ 125 h 330"/>
              <a:gd name="T42" fmla="*/ 40 w 365"/>
              <a:gd name="T43" fmla="*/ 136 h 330"/>
              <a:gd name="T44" fmla="*/ 76 w 365"/>
              <a:gd name="T45" fmla="*/ 133 h 330"/>
              <a:gd name="T46" fmla="*/ 59 w 365"/>
              <a:gd name="T47" fmla="*/ 155 h 330"/>
              <a:gd name="T48" fmla="*/ 37 w 365"/>
              <a:gd name="T49" fmla="*/ 160 h 330"/>
              <a:gd name="T50" fmla="*/ 12 w 365"/>
              <a:gd name="T51" fmla="*/ 177 h 330"/>
              <a:gd name="T52" fmla="*/ 1 w 365"/>
              <a:gd name="T53" fmla="*/ 203 h 330"/>
              <a:gd name="T54" fmla="*/ 14 w 365"/>
              <a:gd name="T55" fmla="*/ 221 h 330"/>
              <a:gd name="T56" fmla="*/ 30 w 365"/>
              <a:gd name="T57" fmla="*/ 225 h 330"/>
              <a:gd name="T58" fmla="*/ 25 w 365"/>
              <a:gd name="T59" fmla="*/ 238 h 330"/>
              <a:gd name="T60" fmla="*/ 38 w 365"/>
              <a:gd name="T61" fmla="*/ 243 h 330"/>
              <a:gd name="T62" fmla="*/ 54 w 365"/>
              <a:gd name="T63" fmla="*/ 247 h 330"/>
              <a:gd name="T64" fmla="*/ 61 w 365"/>
              <a:gd name="T65" fmla="*/ 242 h 330"/>
              <a:gd name="T66" fmla="*/ 84 w 365"/>
              <a:gd name="T67" fmla="*/ 238 h 330"/>
              <a:gd name="T68" fmla="*/ 72 w 365"/>
              <a:gd name="T69" fmla="*/ 250 h 330"/>
              <a:gd name="T70" fmla="*/ 64 w 365"/>
              <a:gd name="T71" fmla="*/ 266 h 330"/>
              <a:gd name="T72" fmla="*/ 38 w 365"/>
              <a:gd name="T73" fmla="*/ 280 h 330"/>
              <a:gd name="T74" fmla="*/ 0 w 365"/>
              <a:gd name="T75" fmla="*/ 303 h 330"/>
              <a:gd name="T76" fmla="*/ 29 w 365"/>
              <a:gd name="T77" fmla="*/ 298 h 330"/>
              <a:gd name="T78" fmla="*/ 61 w 365"/>
              <a:gd name="T79" fmla="*/ 283 h 330"/>
              <a:gd name="T80" fmla="*/ 91 w 365"/>
              <a:gd name="T81" fmla="*/ 265 h 330"/>
              <a:gd name="T82" fmla="*/ 109 w 365"/>
              <a:gd name="T83" fmla="*/ 247 h 330"/>
              <a:gd name="T84" fmla="*/ 117 w 365"/>
              <a:gd name="T85" fmla="*/ 237 h 330"/>
              <a:gd name="T86" fmla="*/ 151 w 365"/>
              <a:gd name="T87" fmla="*/ 197 h 330"/>
              <a:gd name="T88" fmla="*/ 161 w 365"/>
              <a:gd name="T89" fmla="*/ 193 h 330"/>
              <a:gd name="T90" fmla="*/ 146 w 365"/>
              <a:gd name="T91" fmla="*/ 217 h 330"/>
              <a:gd name="T92" fmla="*/ 143 w 365"/>
              <a:gd name="T93" fmla="*/ 235 h 330"/>
              <a:gd name="T94" fmla="*/ 163 w 365"/>
              <a:gd name="T95" fmla="*/ 221 h 330"/>
              <a:gd name="T96" fmla="*/ 174 w 365"/>
              <a:gd name="T97" fmla="*/ 220 h 330"/>
              <a:gd name="T98" fmla="*/ 195 w 365"/>
              <a:gd name="T99" fmla="*/ 200 h 330"/>
              <a:gd name="T100" fmla="*/ 217 w 365"/>
              <a:gd name="T101" fmla="*/ 206 h 330"/>
              <a:gd name="T102" fmla="*/ 266 w 365"/>
              <a:gd name="T103" fmla="*/ 217 h 330"/>
              <a:gd name="T104" fmla="*/ 287 w 365"/>
              <a:gd name="T105" fmla="*/ 238 h 330"/>
              <a:gd name="T106" fmla="*/ 304 w 365"/>
              <a:gd name="T107" fmla="*/ 243 h 330"/>
              <a:gd name="T108" fmla="*/ 335 w 365"/>
              <a:gd name="T109" fmla="*/ 257 h 330"/>
              <a:gd name="T110" fmla="*/ 340 w 365"/>
              <a:gd name="T111" fmla="*/ 275 h 330"/>
              <a:gd name="T112" fmla="*/ 349 w 365"/>
              <a:gd name="T113" fmla="*/ 291 h 330"/>
              <a:gd name="T114" fmla="*/ 354 w 365"/>
              <a:gd name="T115" fmla="*/ 314 h 33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65"/>
              <a:gd name="T175" fmla="*/ 0 h 330"/>
              <a:gd name="T176" fmla="*/ 365 w 365"/>
              <a:gd name="T177" fmla="*/ 330 h 33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65" h="330">
                <a:moveTo>
                  <a:pt x="357" y="322"/>
                </a:moveTo>
                <a:lnTo>
                  <a:pt x="360" y="317"/>
                </a:lnTo>
                <a:lnTo>
                  <a:pt x="364" y="298"/>
                </a:lnTo>
                <a:lnTo>
                  <a:pt x="363" y="288"/>
                </a:lnTo>
                <a:lnTo>
                  <a:pt x="359" y="282"/>
                </a:lnTo>
                <a:lnTo>
                  <a:pt x="354" y="278"/>
                </a:lnTo>
                <a:lnTo>
                  <a:pt x="352" y="273"/>
                </a:lnTo>
                <a:lnTo>
                  <a:pt x="351" y="261"/>
                </a:lnTo>
                <a:lnTo>
                  <a:pt x="345" y="253"/>
                </a:lnTo>
                <a:lnTo>
                  <a:pt x="338" y="246"/>
                </a:lnTo>
                <a:lnTo>
                  <a:pt x="331" y="240"/>
                </a:lnTo>
                <a:lnTo>
                  <a:pt x="325" y="232"/>
                </a:lnTo>
                <a:lnTo>
                  <a:pt x="320" y="226"/>
                </a:lnTo>
                <a:lnTo>
                  <a:pt x="314" y="222"/>
                </a:lnTo>
                <a:lnTo>
                  <a:pt x="310" y="224"/>
                </a:lnTo>
                <a:lnTo>
                  <a:pt x="300" y="231"/>
                </a:lnTo>
                <a:lnTo>
                  <a:pt x="289" y="223"/>
                </a:lnTo>
                <a:lnTo>
                  <a:pt x="285" y="215"/>
                </a:lnTo>
                <a:lnTo>
                  <a:pt x="283" y="209"/>
                </a:lnTo>
                <a:lnTo>
                  <a:pt x="280" y="206"/>
                </a:lnTo>
                <a:lnTo>
                  <a:pt x="273" y="207"/>
                </a:lnTo>
                <a:lnTo>
                  <a:pt x="263" y="209"/>
                </a:lnTo>
                <a:lnTo>
                  <a:pt x="262" y="207"/>
                </a:lnTo>
                <a:lnTo>
                  <a:pt x="319" y="28"/>
                </a:lnTo>
                <a:lnTo>
                  <a:pt x="314" y="25"/>
                </a:lnTo>
                <a:lnTo>
                  <a:pt x="302" y="23"/>
                </a:lnTo>
                <a:lnTo>
                  <a:pt x="295" y="22"/>
                </a:lnTo>
                <a:lnTo>
                  <a:pt x="291" y="23"/>
                </a:lnTo>
                <a:lnTo>
                  <a:pt x="284" y="23"/>
                </a:lnTo>
                <a:lnTo>
                  <a:pt x="261" y="17"/>
                </a:lnTo>
                <a:lnTo>
                  <a:pt x="242" y="12"/>
                </a:lnTo>
                <a:lnTo>
                  <a:pt x="230" y="15"/>
                </a:lnTo>
                <a:lnTo>
                  <a:pt x="220" y="13"/>
                </a:lnTo>
                <a:lnTo>
                  <a:pt x="213" y="10"/>
                </a:lnTo>
                <a:lnTo>
                  <a:pt x="203" y="8"/>
                </a:lnTo>
                <a:lnTo>
                  <a:pt x="191" y="7"/>
                </a:lnTo>
                <a:lnTo>
                  <a:pt x="182" y="5"/>
                </a:lnTo>
                <a:lnTo>
                  <a:pt x="175" y="2"/>
                </a:lnTo>
                <a:lnTo>
                  <a:pt x="167" y="0"/>
                </a:lnTo>
                <a:lnTo>
                  <a:pt x="156" y="1"/>
                </a:lnTo>
                <a:lnTo>
                  <a:pt x="141" y="7"/>
                </a:lnTo>
                <a:lnTo>
                  <a:pt x="126" y="13"/>
                </a:lnTo>
                <a:lnTo>
                  <a:pt x="115" y="16"/>
                </a:lnTo>
                <a:lnTo>
                  <a:pt x="107" y="18"/>
                </a:lnTo>
                <a:lnTo>
                  <a:pt x="100" y="22"/>
                </a:lnTo>
                <a:lnTo>
                  <a:pt x="80" y="39"/>
                </a:lnTo>
                <a:lnTo>
                  <a:pt x="53" y="52"/>
                </a:lnTo>
                <a:lnTo>
                  <a:pt x="46" y="57"/>
                </a:lnTo>
                <a:lnTo>
                  <a:pt x="49" y="66"/>
                </a:lnTo>
                <a:lnTo>
                  <a:pt x="61" y="78"/>
                </a:lnTo>
                <a:lnTo>
                  <a:pt x="74" y="89"/>
                </a:lnTo>
                <a:lnTo>
                  <a:pt x="80" y="97"/>
                </a:lnTo>
                <a:lnTo>
                  <a:pt x="74" y="101"/>
                </a:lnTo>
                <a:lnTo>
                  <a:pt x="64" y="102"/>
                </a:lnTo>
                <a:lnTo>
                  <a:pt x="53" y="100"/>
                </a:lnTo>
                <a:lnTo>
                  <a:pt x="47" y="98"/>
                </a:lnTo>
                <a:lnTo>
                  <a:pt x="42" y="99"/>
                </a:lnTo>
                <a:lnTo>
                  <a:pt x="37" y="102"/>
                </a:lnTo>
                <a:lnTo>
                  <a:pt x="27" y="106"/>
                </a:lnTo>
                <a:lnTo>
                  <a:pt x="13" y="113"/>
                </a:lnTo>
                <a:lnTo>
                  <a:pt x="19" y="118"/>
                </a:lnTo>
                <a:lnTo>
                  <a:pt x="23" y="122"/>
                </a:lnTo>
                <a:lnTo>
                  <a:pt x="21" y="125"/>
                </a:lnTo>
                <a:lnTo>
                  <a:pt x="19" y="128"/>
                </a:lnTo>
                <a:lnTo>
                  <a:pt x="23" y="133"/>
                </a:lnTo>
                <a:lnTo>
                  <a:pt x="40" y="136"/>
                </a:lnTo>
                <a:lnTo>
                  <a:pt x="65" y="132"/>
                </a:lnTo>
                <a:lnTo>
                  <a:pt x="74" y="132"/>
                </a:lnTo>
                <a:lnTo>
                  <a:pt x="76" y="133"/>
                </a:lnTo>
                <a:lnTo>
                  <a:pt x="72" y="137"/>
                </a:lnTo>
                <a:lnTo>
                  <a:pt x="68" y="144"/>
                </a:lnTo>
                <a:lnTo>
                  <a:pt x="59" y="155"/>
                </a:lnTo>
                <a:lnTo>
                  <a:pt x="49" y="161"/>
                </a:lnTo>
                <a:lnTo>
                  <a:pt x="43" y="162"/>
                </a:lnTo>
                <a:lnTo>
                  <a:pt x="37" y="160"/>
                </a:lnTo>
                <a:lnTo>
                  <a:pt x="31" y="160"/>
                </a:lnTo>
                <a:lnTo>
                  <a:pt x="25" y="164"/>
                </a:lnTo>
                <a:lnTo>
                  <a:pt x="12" y="177"/>
                </a:lnTo>
                <a:lnTo>
                  <a:pt x="2" y="192"/>
                </a:lnTo>
                <a:lnTo>
                  <a:pt x="1" y="199"/>
                </a:lnTo>
                <a:lnTo>
                  <a:pt x="1" y="203"/>
                </a:lnTo>
                <a:lnTo>
                  <a:pt x="3" y="206"/>
                </a:lnTo>
                <a:lnTo>
                  <a:pt x="6" y="212"/>
                </a:lnTo>
                <a:lnTo>
                  <a:pt x="14" y="221"/>
                </a:lnTo>
                <a:lnTo>
                  <a:pt x="22" y="220"/>
                </a:lnTo>
                <a:lnTo>
                  <a:pt x="30" y="217"/>
                </a:lnTo>
                <a:lnTo>
                  <a:pt x="30" y="225"/>
                </a:lnTo>
                <a:lnTo>
                  <a:pt x="29" y="232"/>
                </a:lnTo>
                <a:lnTo>
                  <a:pt x="27" y="235"/>
                </a:lnTo>
                <a:lnTo>
                  <a:pt x="25" y="238"/>
                </a:lnTo>
                <a:lnTo>
                  <a:pt x="23" y="242"/>
                </a:lnTo>
                <a:lnTo>
                  <a:pt x="26" y="247"/>
                </a:lnTo>
                <a:lnTo>
                  <a:pt x="38" y="243"/>
                </a:lnTo>
                <a:lnTo>
                  <a:pt x="44" y="240"/>
                </a:lnTo>
                <a:lnTo>
                  <a:pt x="50" y="242"/>
                </a:lnTo>
                <a:lnTo>
                  <a:pt x="54" y="247"/>
                </a:lnTo>
                <a:lnTo>
                  <a:pt x="55" y="248"/>
                </a:lnTo>
                <a:lnTo>
                  <a:pt x="59" y="244"/>
                </a:lnTo>
                <a:lnTo>
                  <a:pt x="61" y="242"/>
                </a:lnTo>
                <a:lnTo>
                  <a:pt x="62" y="241"/>
                </a:lnTo>
                <a:lnTo>
                  <a:pt x="73" y="240"/>
                </a:lnTo>
                <a:lnTo>
                  <a:pt x="84" y="238"/>
                </a:lnTo>
                <a:lnTo>
                  <a:pt x="85" y="237"/>
                </a:lnTo>
                <a:lnTo>
                  <a:pt x="83" y="238"/>
                </a:lnTo>
                <a:lnTo>
                  <a:pt x="72" y="250"/>
                </a:lnTo>
                <a:lnTo>
                  <a:pt x="67" y="258"/>
                </a:lnTo>
                <a:lnTo>
                  <a:pt x="65" y="263"/>
                </a:lnTo>
                <a:lnTo>
                  <a:pt x="64" y="266"/>
                </a:lnTo>
                <a:lnTo>
                  <a:pt x="56" y="269"/>
                </a:lnTo>
                <a:lnTo>
                  <a:pt x="46" y="275"/>
                </a:lnTo>
                <a:lnTo>
                  <a:pt x="38" y="280"/>
                </a:lnTo>
                <a:lnTo>
                  <a:pt x="27" y="287"/>
                </a:lnTo>
                <a:lnTo>
                  <a:pt x="11" y="295"/>
                </a:lnTo>
                <a:lnTo>
                  <a:pt x="0" y="303"/>
                </a:lnTo>
                <a:lnTo>
                  <a:pt x="3" y="305"/>
                </a:lnTo>
                <a:lnTo>
                  <a:pt x="15" y="303"/>
                </a:lnTo>
                <a:lnTo>
                  <a:pt x="29" y="298"/>
                </a:lnTo>
                <a:lnTo>
                  <a:pt x="41" y="293"/>
                </a:lnTo>
                <a:lnTo>
                  <a:pt x="50" y="288"/>
                </a:lnTo>
                <a:lnTo>
                  <a:pt x="61" y="283"/>
                </a:lnTo>
                <a:lnTo>
                  <a:pt x="74" y="274"/>
                </a:lnTo>
                <a:lnTo>
                  <a:pt x="86" y="267"/>
                </a:lnTo>
                <a:lnTo>
                  <a:pt x="91" y="265"/>
                </a:lnTo>
                <a:lnTo>
                  <a:pt x="95" y="263"/>
                </a:lnTo>
                <a:lnTo>
                  <a:pt x="101" y="255"/>
                </a:lnTo>
                <a:lnTo>
                  <a:pt x="109" y="247"/>
                </a:lnTo>
                <a:lnTo>
                  <a:pt x="114" y="242"/>
                </a:lnTo>
                <a:lnTo>
                  <a:pt x="116" y="240"/>
                </a:lnTo>
                <a:lnTo>
                  <a:pt x="117" y="237"/>
                </a:lnTo>
                <a:lnTo>
                  <a:pt x="125" y="225"/>
                </a:lnTo>
                <a:lnTo>
                  <a:pt x="142" y="206"/>
                </a:lnTo>
                <a:lnTo>
                  <a:pt x="151" y="197"/>
                </a:lnTo>
                <a:lnTo>
                  <a:pt x="157" y="194"/>
                </a:lnTo>
                <a:lnTo>
                  <a:pt x="160" y="193"/>
                </a:lnTo>
                <a:lnTo>
                  <a:pt x="161" y="193"/>
                </a:lnTo>
                <a:lnTo>
                  <a:pt x="159" y="194"/>
                </a:lnTo>
                <a:lnTo>
                  <a:pt x="151" y="204"/>
                </a:lnTo>
                <a:lnTo>
                  <a:pt x="146" y="217"/>
                </a:lnTo>
                <a:lnTo>
                  <a:pt x="142" y="229"/>
                </a:lnTo>
                <a:lnTo>
                  <a:pt x="140" y="235"/>
                </a:lnTo>
                <a:lnTo>
                  <a:pt x="143" y="235"/>
                </a:lnTo>
                <a:lnTo>
                  <a:pt x="150" y="232"/>
                </a:lnTo>
                <a:lnTo>
                  <a:pt x="157" y="225"/>
                </a:lnTo>
                <a:lnTo>
                  <a:pt x="163" y="221"/>
                </a:lnTo>
                <a:lnTo>
                  <a:pt x="165" y="222"/>
                </a:lnTo>
                <a:lnTo>
                  <a:pt x="168" y="222"/>
                </a:lnTo>
                <a:lnTo>
                  <a:pt x="174" y="220"/>
                </a:lnTo>
                <a:lnTo>
                  <a:pt x="187" y="214"/>
                </a:lnTo>
                <a:lnTo>
                  <a:pt x="191" y="208"/>
                </a:lnTo>
                <a:lnTo>
                  <a:pt x="195" y="200"/>
                </a:lnTo>
                <a:lnTo>
                  <a:pt x="206" y="199"/>
                </a:lnTo>
                <a:lnTo>
                  <a:pt x="211" y="201"/>
                </a:lnTo>
                <a:lnTo>
                  <a:pt x="217" y="206"/>
                </a:lnTo>
                <a:lnTo>
                  <a:pt x="229" y="212"/>
                </a:lnTo>
                <a:lnTo>
                  <a:pt x="251" y="215"/>
                </a:lnTo>
                <a:lnTo>
                  <a:pt x="266" y="217"/>
                </a:lnTo>
                <a:lnTo>
                  <a:pt x="274" y="222"/>
                </a:lnTo>
                <a:lnTo>
                  <a:pt x="280" y="229"/>
                </a:lnTo>
                <a:lnTo>
                  <a:pt x="287" y="238"/>
                </a:lnTo>
                <a:lnTo>
                  <a:pt x="294" y="244"/>
                </a:lnTo>
                <a:lnTo>
                  <a:pt x="299" y="245"/>
                </a:lnTo>
                <a:lnTo>
                  <a:pt x="304" y="243"/>
                </a:lnTo>
                <a:lnTo>
                  <a:pt x="310" y="241"/>
                </a:lnTo>
                <a:lnTo>
                  <a:pt x="322" y="245"/>
                </a:lnTo>
                <a:lnTo>
                  <a:pt x="335" y="257"/>
                </a:lnTo>
                <a:lnTo>
                  <a:pt x="340" y="263"/>
                </a:lnTo>
                <a:lnTo>
                  <a:pt x="340" y="269"/>
                </a:lnTo>
                <a:lnTo>
                  <a:pt x="340" y="275"/>
                </a:lnTo>
                <a:lnTo>
                  <a:pt x="342" y="284"/>
                </a:lnTo>
                <a:lnTo>
                  <a:pt x="346" y="290"/>
                </a:lnTo>
                <a:lnTo>
                  <a:pt x="349" y="291"/>
                </a:lnTo>
                <a:lnTo>
                  <a:pt x="351" y="292"/>
                </a:lnTo>
                <a:lnTo>
                  <a:pt x="353" y="298"/>
                </a:lnTo>
                <a:lnTo>
                  <a:pt x="354" y="314"/>
                </a:lnTo>
                <a:lnTo>
                  <a:pt x="359" y="329"/>
                </a:lnTo>
                <a:lnTo>
                  <a:pt x="357" y="322"/>
                </a:lnTo>
              </a:path>
            </a:pathLst>
          </a:custGeom>
          <a:solidFill>
            <a:srgbClr val="FDE3BA"/>
          </a:solidFill>
          <a:ln w="12700" cap="rnd">
            <a:solidFill>
              <a:schemeClr val="tx1"/>
            </a:solidFill>
            <a:round/>
            <a:headEnd/>
            <a:tailEnd/>
          </a:ln>
        </p:spPr>
        <p:txBody>
          <a:bodyPr/>
          <a:lstStyle/>
          <a:p>
            <a:endParaRPr lang="en-US"/>
          </a:p>
        </p:txBody>
      </p:sp>
      <p:sp>
        <p:nvSpPr>
          <p:cNvPr id="6312" name="Freeform 631"/>
          <p:cNvSpPr>
            <a:spLocks/>
          </p:cNvSpPr>
          <p:nvPr/>
        </p:nvSpPr>
        <p:spPr bwMode="auto">
          <a:xfrm>
            <a:off x="6931009" y="4514756"/>
            <a:ext cx="216541" cy="185670"/>
          </a:xfrm>
          <a:custGeom>
            <a:avLst/>
            <a:gdLst>
              <a:gd name="T0" fmla="*/ 120 w 124"/>
              <a:gd name="T1" fmla="*/ 30 h 94"/>
              <a:gd name="T2" fmla="*/ 120 w 124"/>
              <a:gd name="T3" fmla="*/ 21 h 94"/>
              <a:gd name="T4" fmla="*/ 114 w 124"/>
              <a:gd name="T5" fmla="*/ 12 h 94"/>
              <a:gd name="T6" fmla="*/ 108 w 124"/>
              <a:gd name="T7" fmla="*/ 3 h 94"/>
              <a:gd name="T8" fmla="*/ 99 w 124"/>
              <a:gd name="T9" fmla="*/ 0 h 94"/>
              <a:gd name="T10" fmla="*/ 93 w 124"/>
              <a:gd name="T11" fmla="*/ 9 h 94"/>
              <a:gd name="T12" fmla="*/ 90 w 124"/>
              <a:gd name="T13" fmla="*/ 18 h 94"/>
              <a:gd name="T14" fmla="*/ 81 w 124"/>
              <a:gd name="T15" fmla="*/ 24 h 94"/>
              <a:gd name="T16" fmla="*/ 72 w 124"/>
              <a:gd name="T17" fmla="*/ 30 h 94"/>
              <a:gd name="T18" fmla="*/ 72 w 124"/>
              <a:gd name="T19" fmla="*/ 39 h 94"/>
              <a:gd name="T20" fmla="*/ 63 w 124"/>
              <a:gd name="T21" fmla="*/ 45 h 94"/>
              <a:gd name="T22" fmla="*/ 54 w 124"/>
              <a:gd name="T23" fmla="*/ 48 h 94"/>
              <a:gd name="T24" fmla="*/ 51 w 124"/>
              <a:gd name="T25" fmla="*/ 57 h 94"/>
              <a:gd name="T26" fmla="*/ 42 w 124"/>
              <a:gd name="T27" fmla="*/ 57 h 94"/>
              <a:gd name="T28" fmla="*/ 33 w 124"/>
              <a:gd name="T29" fmla="*/ 60 h 94"/>
              <a:gd name="T30" fmla="*/ 24 w 124"/>
              <a:gd name="T31" fmla="*/ 60 h 94"/>
              <a:gd name="T32" fmla="*/ 15 w 124"/>
              <a:gd name="T33" fmla="*/ 63 h 94"/>
              <a:gd name="T34" fmla="*/ 9 w 124"/>
              <a:gd name="T35" fmla="*/ 72 h 94"/>
              <a:gd name="T36" fmla="*/ 0 w 124"/>
              <a:gd name="T37" fmla="*/ 75 h 94"/>
              <a:gd name="T38" fmla="*/ 0 w 124"/>
              <a:gd name="T39" fmla="*/ 84 h 94"/>
              <a:gd name="T40" fmla="*/ 24 w 124"/>
              <a:gd name="T41" fmla="*/ 87 h 94"/>
              <a:gd name="T42" fmla="*/ 33 w 124"/>
              <a:gd name="T43" fmla="*/ 93 h 94"/>
              <a:gd name="T44" fmla="*/ 42 w 124"/>
              <a:gd name="T45" fmla="*/ 93 h 94"/>
              <a:gd name="T46" fmla="*/ 48 w 124"/>
              <a:gd name="T47" fmla="*/ 84 h 94"/>
              <a:gd name="T48" fmla="*/ 48 w 124"/>
              <a:gd name="T49" fmla="*/ 75 h 94"/>
              <a:gd name="T50" fmla="*/ 60 w 124"/>
              <a:gd name="T51" fmla="*/ 75 h 94"/>
              <a:gd name="T52" fmla="*/ 69 w 124"/>
              <a:gd name="T53" fmla="*/ 75 h 94"/>
              <a:gd name="T54" fmla="*/ 75 w 124"/>
              <a:gd name="T55" fmla="*/ 66 h 94"/>
              <a:gd name="T56" fmla="*/ 84 w 124"/>
              <a:gd name="T57" fmla="*/ 54 h 94"/>
              <a:gd name="T58" fmla="*/ 93 w 124"/>
              <a:gd name="T59" fmla="*/ 51 h 94"/>
              <a:gd name="T60" fmla="*/ 102 w 124"/>
              <a:gd name="T61" fmla="*/ 51 h 94"/>
              <a:gd name="T62" fmla="*/ 111 w 124"/>
              <a:gd name="T63" fmla="*/ 51 h 94"/>
              <a:gd name="T64" fmla="*/ 114 w 124"/>
              <a:gd name="T65" fmla="*/ 42 h 94"/>
              <a:gd name="T66" fmla="*/ 123 w 124"/>
              <a:gd name="T67" fmla="*/ 36 h 94"/>
              <a:gd name="T68" fmla="*/ 120 w 124"/>
              <a:gd name="T69" fmla="*/ 30 h 9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4"/>
              <a:gd name="T106" fmla="*/ 0 h 94"/>
              <a:gd name="T107" fmla="*/ 124 w 124"/>
              <a:gd name="T108" fmla="*/ 94 h 9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4" h="94">
                <a:moveTo>
                  <a:pt x="120" y="30"/>
                </a:moveTo>
                <a:lnTo>
                  <a:pt x="120" y="21"/>
                </a:lnTo>
                <a:lnTo>
                  <a:pt x="114" y="12"/>
                </a:lnTo>
                <a:lnTo>
                  <a:pt x="108" y="3"/>
                </a:lnTo>
                <a:lnTo>
                  <a:pt x="99" y="0"/>
                </a:lnTo>
                <a:lnTo>
                  <a:pt x="93" y="9"/>
                </a:lnTo>
                <a:lnTo>
                  <a:pt x="90" y="18"/>
                </a:lnTo>
                <a:lnTo>
                  <a:pt x="81" y="24"/>
                </a:lnTo>
                <a:lnTo>
                  <a:pt x="72" y="30"/>
                </a:lnTo>
                <a:lnTo>
                  <a:pt x="72" y="39"/>
                </a:lnTo>
                <a:lnTo>
                  <a:pt x="63" y="45"/>
                </a:lnTo>
                <a:lnTo>
                  <a:pt x="54" y="48"/>
                </a:lnTo>
                <a:lnTo>
                  <a:pt x="51" y="57"/>
                </a:lnTo>
                <a:lnTo>
                  <a:pt x="42" y="57"/>
                </a:lnTo>
                <a:lnTo>
                  <a:pt x="33" y="60"/>
                </a:lnTo>
                <a:lnTo>
                  <a:pt x="24" y="60"/>
                </a:lnTo>
                <a:lnTo>
                  <a:pt x="15" y="63"/>
                </a:lnTo>
                <a:lnTo>
                  <a:pt x="9" y="72"/>
                </a:lnTo>
                <a:lnTo>
                  <a:pt x="0" y="75"/>
                </a:lnTo>
                <a:lnTo>
                  <a:pt x="0" y="84"/>
                </a:lnTo>
                <a:lnTo>
                  <a:pt x="24" y="87"/>
                </a:lnTo>
                <a:lnTo>
                  <a:pt x="33" y="93"/>
                </a:lnTo>
                <a:lnTo>
                  <a:pt x="42" y="93"/>
                </a:lnTo>
                <a:lnTo>
                  <a:pt x="48" y="84"/>
                </a:lnTo>
                <a:lnTo>
                  <a:pt x="48" y="75"/>
                </a:lnTo>
                <a:lnTo>
                  <a:pt x="60" y="75"/>
                </a:lnTo>
                <a:lnTo>
                  <a:pt x="69" y="75"/>
                </a:lnTo>
                <a:lnTo>
                  <a:pt x="75" y="66"/>
                </a:lnTo>
                <a:lnTo>
                  <a:pt x="84" y="54"/>
                </a:lnTo>
                <a:lnTo>
                  <a:pt x="93" y="51"/>
                </a:lnTo>
                <a:lnTo>
                  <a:pt x="102" y="51"/>
                </a:lnTo>
                <a:lnTo>
                  <a:pt x="111" y="51"/>
                </a:lnTo>
                <a:lnTo>
                  <a:pt x="114" y="42"/>
                </a:lnTo>
                <a:lnTo>
                  <a:pt x="123" y="36"/>
                </a:lnTo>
                <a:lnTo>
                  <a:pt x="120" y="30"/>
                </a:lnTo>
              </a:path>
            </a:pathLst>
          </a:custGeom>
          <a:solidFill>
            <a:srgbClr val="FDE3BA"/>
          </a:solidFill>
          <a:ln w="12700" cap="rnd">
            <a:solidFill>
              <a:schemeClr val="tx1"/>
            </a:solidFill>
            <a:round/>
            <a:headEnd/>
            <a:tailEnd/>
          </a:ln>
        </p:spPr>
        <p:txBody>
          <a:bodyPr/>
          <a:lstStyle/>
          <a:p>
            <a:endParaRPr lang="en-US"/>
          </a:p>
        </p:txBody>
      </p:sp>
      <p:sp>
        <p:nvSpPr>
          <p:cNvPr id="6313" name="Freeform 632"/>
          <p:cNvSpPr>
            <a:spLocks/>
          </p:cNvSpPr>
          <p:nvPr/>
        </p:nvSpPr>
        <p:spPr bwMode="auto">
          <a:xfrm>
            <a:off x="3127568" y="5204103"/>
            <a:ext cx="141450" cy="1131796"/>
          </a:xfrm>
          <a:custGeom>
            <a:avLst/>
            <a:gdLst>
              <a:gd name="T0" fmla="*/ 18 w 81"/>
              <a:gd name="T1" fmla="*/ 29 h 573"/>
              <a:gd name="T2" fmla="*/ 19 w 81"/>
              <a:gd name="T3" fmla="*/ 50 h 573"/>
              <a:gd name="T4" fmla="*/ 25 w 81"/>
              <a:gd name="T5" fmla="*/ 61 h 573"/>
              <a:gd name="T6" fmla="*/ 25 w 81"/>
              <a:gd name="T7" fmla="*/ 84 h 573"/>
              <a:gd name="T8" fmla="*/ 21 w 81"/>
              <a:gd name="T9" fmla="*/ 103 h 573"/>
              <a:gd name="T10" fmla="*/ 18 w 81"/>
              <a:gd name="T11" fmla="*/ 133 h 573"/>
              <a:gd name="T12" fmla="*/ 18 w 81"/>
              <a:gd name="T13" fmla="*/ 151 h 573"/>
              <a:gd name="T14" fmla="*/ 15 w 81"/>
              <a:gd name="T15" fmla="*/ 163 h 573"/>
              <a:gd name="T16" fmla="*/ 12 w 81"/>
              <a:gd name="T17" fmla="*/ 166 h 573"/>
              <a:gd name="T18" fmla="*/ 14 w 81"/>
              <a:gd name="T19" fmla="*/ 171 h 573"/>
              <a:gd name="T20" fmla="*/ 18 w 81"/>
              <a:gd name="T21" fmla="*/ 176 h 573"/>
              <a:gd name="T22" fmla="*/ 15 w 81"/>
              <a:gd name="T23" fmla="*/ 198 h 573"/>
              <a:gd name="T24" fmla="*/ 25 w 81"/>
              <a:gd name="T25" fmla="*/ 227 h 573"/>
              <a:gd name="T26" fmla="*/ 15 w 81"/>
              <a:gd name="T27" fmla="*/ 239 h 573"/>
              <a:gd name="T28" fmla="*/ 12 w 81"/>
              <a:gd name="T29" fmla="*/ 259 h 573"/>
              <a:gd name="T30" fmla="*/ 11 w 81"/>
              <a:gd name="T31" fmla="*/ 274 h 573"/>
              <a:gd name="T32" fmla="*/ 4 w 81"/>
              <a:gd name="T33" fmla="*/ 311 h 573"/>
              <a:gd name="T34" fmla="*/ 8 w 81"/>
              <a:gd name="T35" fmla="*/ 362 h 573"/>
              <a:gd name="T36" fmla="*/ 4 w 81"/>
              <a:gd name="T37" fmla="*/ 394 h 573"/>
              <a:gd name="T38" fmla="*/ 7 w 81"/>
              <a:gd name="T39" fmla="*/ 403 h 573"/>
              <a:gd name="T40" fmla="*/ 9 w 81"/>
              <a:gd name="T41" fmla="*/ 416 h 573"/>
              <a:gd name="T42" fmla="*/ 6 w 81"/>
              <a:gd name="T43" fmla="*/ 415 h 573"/>
              <a:gd name="T44" fmla="*/ 3 w 81"/>
              <a:gd name="T45" fmla="*/ 429 h 573"/>
              <a:gd name="T46" fmla="*/ 0 w 81"/>
              <a:gd name="T47" fmla="*/ 440 h 573"/>
              <a:gd name="T48" fmla="*/ 14 w 81"/>
              <a:gd name="T49" fmla="*/ 444 h 573"/>
              <a:gd name="T50" fmla="*/ 11 w 81"/>
              <a:gd name="T51" fmla="*/ 458 h 573"/>
              <a:gd name="T52" fmla="*/ 11 w 81"/>
              <a:gd name="T53" fmla="*/ 472 h 573"/>
              <a:gd name="T54" fmla="*/ 12 w 81"/>
              <a:gd name="T55" fmla="*/ 482 h 573"/>
              <a:gd name="T56" fmla="*/ 4 w 81"/>
              <a:gd name="T57" fmla="*/ 491 h 573"/>
              <a:gd name="T58" fmla="*/ 4 w 81"/>
              <a:gd name="T59" fmla="*/ 498 h 573"/>
              <a:gd name="T60" fmla="*/ 18 w 81"/>
              <a:gd name="T61" fmla="*/ 517 h 573"/>
              <a:gd name="T62" fmla="*/ 29 w 81"/>
              <a:gd name="T63" fmla="*/ 538 h 573"/>
              <a:gd name="T64" fmla="*/ 35 w 81"/>
              <a:gd name="T65" fmla="*/ 554 h 573"/>
              <a:gd name="T66" fmla="*/ 45 w 81"/>
              <a:gd name="T67" fmla="*/ 559 h 573"/>
              <a:gd name="T68" fmla="*/ 52 w 81"/>
              <a:gd name="T69" fmla="*/ 556 h 573"/>
              <a:gd name="T70" fmla="*/ 50 w 81"/>
              <a:gd name="T71" fmla="*/ 570 h 573"/>
              <a:gd name="T72" fmla="*/ 61 w 81"/>
              <a:gd name="T73" fmla="*/ 564 h 573"/>
              <a:gd name="T74" fmla="*/ 72 w 81"/>
              <a:gd name="T75" fmla="*/ 544 h 573"/>
              <a:gd name="T76" fmla="*/ 80 w 81"/>
              <a:gd name="T77" fmla="*/ 538 h 573"/>
              <a:gd name="T78" fmla="*/ 75 w 81"/>
              <a:gd name="T79" fmla="*/ 100 h 573"/>
              <a:gd name="T80" fmla="*/ 17 w 81"/>
              <a:gd name="T81" fmla="*/ 19 h 5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1"/>
              <a:gd name="T124" fmla="*/ 0 h 573"/>
              <a:gd name="T125" fmla="*/ 81 w 81"/>
              <a:gd name="T126" fmla="*/ 573 h 57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1" h="573">
                <a:moveTo>
                  <a:pt x="17" y="19"/>
                </a:moveTo>
                <a:lnTo>
                  <a:pt x="18" y="29"/>
                </a:lnTo>
                <a:lnTo>
                  <a:pt x="18" y="41"/>
                </a:lnTo>
                <a:lnTo>
                  <a:pt x="19" y="50"/>
                </a:lnTo>
                <a:lnTo>
                  <a:pt x="21" y="56"/>
                </a:lnTo>
                <a:lnTo>
                  <a:pt x="25" y="61"/>
                </a:lnTo>
                <a:lnTo>
                  <a:pt x="26" y="72"/>
                </a:lnTo>
                <a:lnTo>
                  <a:pt x="25" y="84"/>
                </a:lnTo>
                <a:lnTo>
                  <a:pt x="24" y="93"/>
                </a:lnTo>
                <a:lnTo>
                  <a:pt x="21" y="103"/>
                </a:lnTo>
                <a:lnTo>
                  <a:pt x="19" y="117"/>
                </a:lnTo>
                <a:lnTo>
                  <a:pt x="18" y="133"/>
                </a:lnTo>
                <a:lnTo>
                  <a:pt x="18" y="143"/>
                </a:lnTo>
                <a:lnTo>
                  <a:pt x="18" y="151"/>
                </a:lnTo>
                <a:lnTo>
                  <a:pt x="18" y="158"/>
                </a:lnTo>
                <a:lnTo>
                  <a:pt x="15" y="163"/>
                </a:lnTo>
                <a:lnTo>
                  <a:pt x="13" y="164"/>
                </a:lnTo>
                <a:lnTo>
                  <a:pt x="12" y="166"/>
                </a:lnTo>
                <a:lnTo>
                  <a:pt x="12" y="169"/>
                </a:lnTo>
                <a:lnTo>
                  <a:pt x="14" y="171"/>
                </a:lnTo>
                <a:lnTo>
                  <a:pt x="17" y="174"/>
                </a:lnTo>
                <a:lnTo>
                  <a:pt x="18" y="176"/>
                </a:lnTo>
                <a:lnTo>
                  <a:pt x="18" y="181"/>
                </a:lnTo>
                <a:lnTo>
                  <a:pt x="15" y="198"/>
                </a:lnTo>
                <a:lnTo>
                  <a:pt x="18" y="215"/>
                </a:lnTo>
                <a:lnTo>
                  <a:pt x="25" y="227"/>
                </a:lnTo>
                <a:lnTo>
                  <a:pt x="21" y="233"/>
                </a:lnTo>
                <a:lnTo>
                  <a:pt x="15" y="239"/>
                </a:lnTo>
                <a:lnTo>
                  <a:pt x="12" y="251"/>
                </a:lnTo>
                <a:lnTo>
                  <a:pt x="12" y="259"/>
                </a:lnTo>
                <a:lnTo>
                  <a:pt x="12" y="265"/>
                </a:lnTo>
                <a:lnTo>
                  <a:pt x="11" y="274"/>
                </a:lnTo>
                <a:lnTo>
                  <a:pt x="8" y="287"/>
                </a:lnTo>
                <a:lnTo>
                  <a:pt x="4" y="311"/>
                </a:lnTo>
                <a:lnTo>
                  <a:pt x="6" y="336"/>
                </a:lnTo>
                <a:lnTo>
                  <a:pt x="8" y="362"/>
                </a:lnTo>
                <a:lnTo>
                  <a:pt x="4" y="384"/>
                </a:lnTo>
                <a:lnTo>
                  <a:pt x="4" y="394"/>
                </a:lnTo>
                <a:lnTo>
                  <a:pt x="5" y="399"/>
                </a:lnTo>
                <a:lnTo>
                  <a:pt x="7" y="403"/>
                </a:lnTo>
                <a:lnTo>
                  <a:pt x="9" y="410"/>
                </a:lnTo>
                <a:lnTo>
                  <a:pt x="9" y="416"/>
                </a:lnTo>
                <a:lnTo>
                  <a:pt x="8" y="415"/>
                </a:lnTo>
                <a:lnTo>
                  <a:pt x="6" y="415"/>
                </a:lnTo>
                <a:lnTo>
                  <a:pt x="5" y="421"/>
                </a:lnTo>
                <a:lnTo>
                  <a:pt x="3" y="429"/>
                </a:lnTo>
                <a:lnTo>
                  <a:pt x="0" y="435"/>
                </a:lnTo>
                <a:lnTo>
                  <a:pt x="0" y="440"/>
                </a:lnTo>
                <a:lnTo>
                  <a:pt x="9" y="442"/>
                </a:lnTo>
                <a:lnTo>
                  <a:pt x="14" y="444"/>
                </a:lnTo>
                <a:lnTo>
                  <a:pt x="13" y="450"/>
                </a:lnTo>
                <a:lnTo>
                  <a:pt x="11" y="458"/>
                </a:lnTo>
                <a:lnTo>
                  <a:pt x="10" y="466"/>
                </a:lnTo>
                <a:lnTo>
                  <a:pt x="11" y="472"/>
                </a:lnTo>
                <a:lnTo>
                  <a:pt x="11" y="475"/>
                </a:lnTo>
                <a:lnTo>
                  <a:pt x="12" y="482"/>
                </a:lnTo>
                <a:lnTo>
                  <a:pt x="12" y="490"/>
                </a:lnTo>
                <a:lnTo>
                  <a:pt x="4" y="491"/>
                </a:lnTo>
                <a:lnTo>
                  <a:pt x="1" y="493"/>
                </a:lnTo>
                <a:lnTo>
                  <a:pt x="4" y="498"/>
                </a:lnTo>
                <a:lnTo>
                  <a:pt x="12" y="507"/>
                </a:lnTo>
                <a:lnTo>
                  <a:pt x="18" y="517"/>
                </a:lnTo>
                <a:lnTo>
                  <a:pt x="23" y="532"/>
                </a:lnTo>
                <a:lnTo>
                  <a:pt x="29" y="538"/>
                </a:lnTo>
                <a:lnTo>
                  <a:pt x="32" y="545"/>
                </a:lnTo>
                <a:lnTo>
                  <a:pt x="35" y="554"/>
                </a:lnTo>
                <a:lnTo>
                  <a:pt x="39" y="560"/>
                </a:lnTo>
                <a:lnTo>
                  <a:pt x="45" y="559"/>
                </a:lnTo>
                <a:lnTo>
                  <a:pt x="52" y="552"/>
                </a:lnTo>
                <a:lnTo>
                  <a:pt x="52" y="556"/>
                </a:lnTo>
                <a:lnTo>
                  <a:pt x="50" y="564"/>
                </a:lnTo>
                <a:lnTo>
                  <a:pt x="50" y="570"/>
                </a:lnTo>
                <a:lnTo>
                  <a:pt x="58" y="572"/>
                </a:lnTo>
                <a:lnTo>
                  <a:pt x="61" y="564"/>
                </a:lnTo>
                <a:lnTo>
                  <a:pt x="64" y="554"/>
                </a:lnTo>
                <a:lnTo>
                  <a:pt x="72" y="544"/>
                </a:lnTo>
                <a:lnTo>
                  <a:pt x="76" y="540"/>
                </a:lnTo>
                <a:lnTo>
                  <a:pt x="80" y="538"/>
                </a:lnTo>
                <a:lnTo>
                  <a:pt x="60" y="411"/>
                </a:lnTo>
                <a:lnTo>
                  <a:pt x="75" y="100"/>
                </a:lnTo>
                <a:lnTo>
                  <a:pt x="35" y="0"/>
                </a:lnTo>
                <a:lnTo>
                  <a:pt x="17" y="19"/>
                </a:lnTo>
              </a:path>
            </a:pathLst>
          </a:custGeom>
          <a:solidFill>
            <a:srgbClr val="FDE3BA"/>
          </a:solidFill>
          <a:ln w="12700" cap="rnd">
            <a:solidFill>
              <a:schemeClr val="tx1"/>
            </a:solidFill>
            <a:round/>
            <a:headEnd/>
            <a:tailEnd/>
          </a:ln>
        </p:spPr>
        <p:txBody>
          <a:bodyPr/>
          <a:lstStyle/>
          <a:p>
            <a:endParaRPr lang="en-US"/>
          </a:p>
        </p:txBody>
      </p:sp>
      <p:sp>
        <p:nvSpPr>
          <p:cNvPr id="6314" name="Freeform 633"/>
          <p:cNvSpPr>
            <a:spLocks/>
          </p:cNvSpPr>
          <p:nvPr/>
        </p:nvSpPr>
        <p:spPr bwMode="auto">
          <a:xfrm>
            <a:off x="3317914" y="5206079"/>
            <a:ext cx="218288" cy="318008"/>
          </a:xfrm>
          <a:custGeom>
            <a:avLst/>
            <a:gdLst>
              <a:gd name="T0" fmla="*/ 0 w 125"/>
              <a:gd name="T1" fmla="*/ 0 h 161"/>
              <a:gd name="T2" fmla="*/ 124 w 125"/>
              <a:gd name="T3" fmla="*/ 0 h 161"/>
              <a:gd name="T4" fmla="*/ 124 w 125"/>
              <a:gd name="T5" fmla="*/ 160 h 161"/>
              <a:gd name="T6" fmla="*/ 0 w 125"/>
              <a:gd name="T7" fmla="*/ 160 h 161"/>
              <a:gd name="T8" fmla="*/ 0 w 125"/>
              <a:gd name="T9" fmla="*/ 0 h 161"/>
              <a:gd name="T10" fmla="*/ 0 60000 65536"/>
              <a:gd name="T11" fmla="*/ 0 60000 65536"/>
              <a:gd name="T12" fmla="*/ 0 60000 65536"/>
              <a:gd name="T13" fmla="*/ 0 60000 65536"/>
              <a:gd name="T14" fmla="*/ 0 60000 65536"/>
              <a:gd name="T15" fmla="*/ 0 w 125"/>
              <a:gd name="T16" fmla="*/ 0 h 161"/>
              <a:gd name="T17" fmla="*/ 125 w 125"/>
              <a:gd name="T18" fmla="*/ 161 h 161"/>
            </a:gdLst>
            <a:ahLst/>
            <a:cxnLst>
              <a:cxn ang="T10">
                <a:pos x="T0" y="T1"/>
              </a:cxn>
              <a:cxn ang="T11">
                <a:pos x="T2" y="T3"/>
              </a:cxn>
              <a:cxn ang="T12">
                <a:pos x="T4" y="T5"/>
              </a:cxn>
              <a:cxn ang="T13">
                <a:pos x="T6" y="T7"/>
              </a:cxn>
              <a:cxn ang="T14">
                <a:pos x="T8" y="T9"/>
              </a:cxn>
            </a:cxnLst>
            <a:rect l="T15" t="T16" r="T17" b="T18"/>
            <a:pathLst>
              <a:path w="125" h="161">
                <a:moveTo>
                  <a:pt x="0" y="0"/>
                </a:moveTo>
                <a:lnTo>
                  <a:pt x="124" y="0"/>
                </a:lnTo>
                <a:lnTo>
                  <a:pt x="124" y="160"/>
                </a:lnTo>
                <a:lnTo>
                  <a:pt x="0" y="160"/>
                </a:lnTo>
                <a:lnTo>
                  <a:pt x="0" y="0"/>
                </a:lnTo>
              </a:path>
            </a:pathLst>
          </a:custGeom>
          <a:solidFill>
            <a:srgbClr val="FDE3BA"/>
          </a:solidFill>
          <a:ln w="12700" cap="rnd">
            <a:solidFill>
              <a:schemeClr val="tx1"/>
            </a:solidFill>
            <a:round/>
            <a:headEnd/>
            <a:tailEnd/>
          </a:ln>
        </p:spPr>
        <p:txBody>
          <a:bodyPr/>
          <a:lstStyle/>
          <a:p>
            <a:endParaRPr lang="en-US"/>
          </a:p>
        </p:txBody>
      </p:sp>
      <p:sp>
        <p:nvSpPr>
          <p:cNvPr id="6315" name="Freeform 634"/>
          <p:cNvSpPr>
            <a:spLocks/>
          </p:cNvSpPr>
          <p:nvPr/>
        </p:nvSpPr>
        <p:spPr bwMode="auto">
          <a:xfrm>
            <a:off x="3186942" y="5340393"/>
            <a:ext cx="328304" cy="924398"/>
          </a:xfrm>
          <a:custGeom>
            <a:avLst/>
            <a:gdLst>
              <a:gd name="T0" fmla="*/ 29 w 188"/>
              <a:gd name="T1" fmla="*/ 33 h 468"/>
              <a:gd name="T2" fmla="*/ 16 w 188"/>
              <a:gd name="T3" fmla="*/ 70 h 468"/>
              <a:gd name="T4" fmla="*/ 7 w 188"/>
              <a:gd name="T5" fmla="*/ 105 h 468"/>
              <a:gd name="T6" fmla="*/ 7 w 188"/>
              <a:gd name="T7" fmla="*/ 138 h 468"/>
              <a:gd name="T8" fmla="*/ 14 w 188"/>
              <a:gd name="T9" fmla="*/ 163 h 468"/>
              <a:gd name="T10" fmla="*/ 11 w 188"/>
              <a:gd name="T11" fmla="*/ 182 h 468"/>
              <a:gd name="T12" fmla="*/ 7 w 188"/>
              <a:gd name="T13" fmla="*/ 194 h 468"/>
              <a:gd name="T14" fmla="*/ 4 w 188"/>
              <a:gd name="T15" fmla="*/ 218 h 468"/>
              <a:gd name="T16" fmla="*/ 2 w 188"/>
              <a:gd name="T17" fmla="*/ 250 h 468"/>
              <a:gd name="T18" fmla="*/ 1 w 188"/>
              <a:gd name="T19" fmla="*/ 296 h 468"/>
              <a:gd name="T20" fmla="*/ 7 w 188"/>
              <a:gd name="T21" fmla="*/ 340 h 468"/>
              <a:gd name="T22" fmla="*/ 9 w 188"/>
              <a:gd name="T23" fmla="*/ 359 h 468"/>
              <a:gd name="T24" fmla="*/ 1 w 188"/>
              <a:gd name="T25" fmla="*/ 412 h 468"/>
              <a:gd name="T26" fmla="*/ 1 w 188"/>
              <a:gd name="T27" fmla="*/ 437 h 468"/>
              <a:gd name="T28" fmla="*/ 9 w 188"/>
              <a:gd name="T29" fmla="*/ 441 h 468"/>
              <a:gd name="T30" fmla="*/ 16 w 188"/>
              <a:gd name="T31" fmla="*/ 444 h 468"/>
              <a:gd name="T32" fmla="*/ 29 w 188"/>
              <a:gd name="T33" fmla="*/ 466 h 468"/>
              <a:gd name="T34" fmla="*/ 51 w 188"/>
              <a:gd name="T35" fmla="*/ 467 h 468"/>
              <a:gd name="T36" fmla="*/ 49 w 188"/>
              <a:gd name="T37" fmla="*/ 441 h 468"/>
              <a:gd name="T38" fmla="*/ 63 w 188"/>
              <a:gd name="T39" fmla="*/ 413 h 468"/>
              <a:gd name="T40" fmla="*/ 75 w 188"/>
              <a:gd name="T41" fmla="*/ 395 h 468"/>
              <a:gd name="T42" fmla="*/ 70 w 188"/>
              <a:gd name="T43" fmla="*/ 385 h 468"/>
              <a:gd name="T44" fmla="*/ 53 w 188"/>
              <a:gd name="T45" fmla="*/ 364 h 468"/>
              <a:gd name="T46" fmla="*/ 73 w 188"/>
              <a:gd name="T47" fmla="*/ 340 h 468"/>
              <a:gd name="T48" fmla="*/ 85 w 188"/>
              <a:gd name="T49" fmla="*/ 314 h 468"/>
              <a:gd name="T50" fmla="*/ 82 w 188"/>
              <a:gd name="T51" fmla="*/ 304 h 468"/>
              <a:gd name="T52" fmla="*/ 76 w 188"/>
              <a:gd name="T53" fmla="*/ 289 h 468"/>
              <a:gd name="T54" fmla="*/ 84 w 188"/>
              <a:gd name="T55" fmla="*/ 286 h 468"/>
              <a:gd name="T56" fmla="*/ 100 w 188"/>
              <a:gd name="T57" fmla="*/ 284 h 468"/>
              <a:gd name="T58" fmla="*/ 102 w 188"/>
              <a:gd name="T59" fmla="*/ 259 h 468"/>
              <a:gd name="T60" fmla="*/ 108 w 188"/>
              <a:gd name="T61" fmla="*/ 253 h 468"/>
              <a:gd name="T62" fmla="*/ 128 w 188"/>
              <a:gd name="T63" fmla="*/ 250 h 468"/>
              <a:gd name="T64" fmla="*/ 139 w 188"/>
              <a:gd name="T65" fmla="*/ 241 h 468"/>
              <a:gd name="T66" fmla="*/ 154 w 188"/>
              <a:gd name="T67" fmla="*/ 229 h 468"/>
              <a:gd name="T68" fmla="*/ 161 w 188"/>
              <a:gd name="T69" fmla="*/ 214 h 468"/>
              <a:gd name="T70" fmla="*/ 143 w 188"/>
              <a:gd name="T71" fmla="*/ 192 h 468"/>
              <a:gd name="T72" fmla="*/ 141 w 188"/>
              <a:gd name="T73" fmla="*/ 182 h 468"/>
              <a:gd name="T74" fmla="*/ 144 w 188"/>
              <a:gd name="T75" fmla="*/ 140 h 468"/>
              <a:gd name="T76" fmla="*/ 159 w 188"/>
              <a:gd name="T77" fmla="*/ 103 h 468"/>
              <a:gd name="T78" fmla="*/ 178 w 188"/>
              <a:gd name="T79" fmla="*/ 86 h 468"/>
              <a:gd name="T80" fmla="*/ 183 w 188"/>
              <a:gd name="T81" fmla="*/ 57 h 468"/>
              <a:gd name="T82" fmla="*/ 178 w 188"/>
              <a:gd name="T83" fmla="*/ 59 h 468"/>
              <a:gd name="T84" fmla="*/ 161 w 188"/>
              <a:gd name="T85" fmla="*/ 75 h 468"/>
              <a:gd name="T86" fmla="*/ 138 w 188"/>
              <a:gd name="T87" fmla="*/ 78 h 468"/>
              <a:gd name="T88" fmla="*/ 140 w 188"/>
              <a:gd name="T89" fmla="*/ 48 h 468"/>
              <a:gd name="T90" fmla="*/ 134 w 188"/>
              <a:gd name="T91" fmla="*/ 46 h 468"/>
              <a:gd name="T92" fmla="*/ 110 w 188"/>
              <a:gd name="T93" fmla="*/ 31 h 468"/>
              <a:gd name="T94" fmla="*/ 86 w 188"/>
              <a:gd name="T95" fmla="*/ 12 h 468"/>
              <a:gd name="T96" fmla="*/ 82 w 188"/>
              <a:gd name="T97" fmla="*/ 4 h 468"/>
              <a:gd name="T98" fmla="*/ 72 w 188"/>
              <a:gd name="T99" fmla="*/ 4 h 468"/>
              <a:gd name="T100" fmla="*/ 63 w 188"/>
              <a:gd name="T101" fmla="*/ 13 h 468"/>
              <a:gd name="T102" fmla="*/ 51 w 188"/>
              <a:gd name="T103" fmla="*/ 9 h 468"/>
              <a:gd name="T104" fmla="*/ 37 w 188"/>
              <a:gd name="T105" fmla="*/ 8 h 468"/>
              <a:gd name="T106" fmla="*/ 28 w 188"/>
              <a:gd name="T107" fmla="*/ 20 h 46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8"/>
              <a:gd name="T163" fmla="*/ 0 h 468"/>
              <a:gd name="T164" fmla="*/ 188 w 188"/>
              <a:gd name="T165" fmla="*/ 468 h 46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8" h="468">
                <a:moveTo>
                  <a:pt x="28" y="26"/>
                </a:moveTo>
                <a:lnTo>
                  <a:pt x="29" y="33"/>
                </a:lnTo>
                <a:lnTo>
                  <a:pt x="26" y="46"/>
                </a:lnTo>
                <a:lnTo>
                  <a:pt x="16" y="70"/>
                </a:lnTo>
                <a:lnTo>
                  <a:pt x="11" y="88"/>
                </a:lnTo>
                <a:lnTo>
                  <a:pt x="7" y="105"/>
                </a:lnTo>
                <a:lnTo>
                  <a:pt x="3" y="122"/>
                </a:lnTo>
                <a:lnTo>
                  <a:pt x="7" y="138"/>
                </a:lnTo>
                <a:lnTo>
                  <a:pt x="12" y="152"/>
                </a:lnTo>
                <a:lnTo>
                  <a:pt x="14" y="163"/>
                </a:lnTo>
                <a:lnTo>
                  <a:pt x="12" y="172"/>
                </a:lnTo>
                <a:lnTo>
                  <a:pt x="11" y="182"/>
                </a:lnTo>
                <a:lnTo>
                  <a:pt x="9" y="188"/>
                </a:lnTo>
                <a:lnTo>
                  <a:pt x="7" y="194"/>
                </a:lnTo>
                <a:lnTo>
                  <a:pt x="4" y="202"/>
                </a:lnTo>
                <a:lnTo>
                  <a:pt x="4" y="218"/>
                </a:lnTo>
                <a:lnTo>
                  <a:pt x="4" y="236"/>
                </a:lnTo>
                <a:lnTo>
                  <a:pt x="2" y="250"/>
                </a:lnTo>
                <a:lnTo>
                  <a:pt x="0" y="268"/>
                </a:lnTo>
                <a:lnTo>
                  <a:pt x="1" y="296"/>
                </a:lnTo>
                <a:lnTo>
                  <a:pt x="3" y="324"/>
                </a:lnTo>
                <a:lnTo>
                  <a:pt x="7" y="340"/>
                </a:lnTo>
                <a:lnTo>
                  <a:pt x="9" y="350"/>
                </a:lnTo>
                <a:lnTo>
                  <a:pt x="9" y="359"/>
                </a:lnTo>
                <a:lnTo>
                  <a:pt x="7" y="382"/>
                </a:lnTo>
                <a:lnTo>
                  <a:pt x="1" y="412"/>
                </a:lnTo>
                <a:lnTo>
                  <a:pt x="0" y="428"/>
                </a:lnTo>
                <a:lnTo>
                  <a:pt x="1" y="437"/>
                </a:lnTo>
                <a:lnTo>
                  <a:pt x="4" y="440"/>
                </a:lnTo>
                <a:lnTo>
                  <a:pt x="9" y="441"/>
                </a:lnTo>
                <a:lnTo>
                  <a:pt x="16" y="439"/>
                </a:lnTo>
                <a:lnTo>
                  <a:pt x="16" y="444"/>
                </a:lnTo>
                <a:lnTo>
                  <a:pt x="21" y="459"/>
                </a:lnTo>
                <a:lnTo>
                  <a:pt x="29" y="466"/>
                </a:lnTo>
                <a:lnTo>
                  <a:pt x="42" y="467"/>
                </a:lnTo>
                <a:lnTo>
                  <a:pt x="51" y="467"/>
                </a:lnTo>
                <a:lnTo>
                  <a:pt x="49" y="453"/>
                </a:lnTo>
                <a:lnTo>
                  <a:pt x="49" y="441"/>
                </a:lnTo>
                <a:lnTo>
                  <a:pt x="54" y="427"/>
                </a:lnTo>
                <a:lnTo>
                  <a:pt x="63" y="413"/>
                </a:lnTo>
                <a:lnTo>
                  <a:pt x="70" y="402"/>
                </a:lnTo>
                <a:lnTo>
                  <a:pt x="75" y="395"/>
                </a:lnTo>
                <a:lnTo>
                  <a:pt x="75" y="389"/>
                </a:lnTo>
                <a:lnTo>
                  <a:pt x="70" y="385"/>
                </a:lnTo>
                <a:lnTo>
                  <a:pt x="63" y="379"/>
                </a:lnTo>
                <a:lnTo>
                  <a:pt x="53" y="364"/>
                </a:lnTo>
                <a:lnTo>
                  <a:pt x="61" y="350"/>
                </a:lnTo>
                <a:lnTo>
                  <a:pt x="73" y="340"/>
                </a:lnTo>
                <a:lnTo>
                  <a:pt x="83" y="323"/>
                </a:lnTo>
                <a:lnTo>
                  <a:pt x="85" y="314"/>
                </a:lnTo>
                <a:lnTo>
                  <a:pt x="84" y="308"/>
                </a:lnTo>
                <a:lnTo>
                  <a:pt x="82" y="304"/>
                </a:lnTo>
                <a:lnTo>
                  <a:pt x="77" y="296"/>
                </a:lnTo>
                <a:lnTo>
                  <a:pt x="76" y="289"/>
                </a:lnTo>
                <a:lnTo>
                  <a:pt x="78" y="286"/>
                </a:lnTo>
                <a:lnTo>
                  <a:pt x="84" y="286"/>
                </a:lnTo>
                <a:lnTo>
                  <a:pt x="90" y="287"/>
                </a:lnTo>
                <a:lnTo>
                  <a:pt x="100" y="284"/>
                </a:lnTo>
                <a:lnTo>
                  <a:pt x="101" y="269"/>
                </a:lnTo>
                <a:lnTo>
                  <a:pt x="102" y="259"/>
                </a:lnTo>
                <a:lnTo>
                  <a:pt x="103" y="255"/>
                </a:lnTo>
                <a:lnTo>
                  <a:pt x="108" y="253"/>
                </a:lnTo>
                <a:lnTo>
                  <a:pt x="118" y="252"/>
                </a:lnTo>
                <a:lnTo>
                  <a:pt x="128" y="250"/>
                </a:lnTo>
                <a:lnTo>
                  <a:pt x="134" y="246"/>
                </a:lnTo>
                <a:lnTo>
                  <a:pt x="139" y="241"/>
                </a:lnTo>
                <a:lnTo>
                  <a:pt x="143" y="235"/>
                </a:lnTo>
                <a:lnTo>
                  <a:pt x="154" y="229"/>
                </a:lnTo>
                <a:lnTo>
                  <a:pt x="161" y="224"/>
                </a:lnTo>
                <a:lnTo>
                  <a:pt x="161" y="214"/>
                </a:lnTo>
                <a:lnTo>
                  <a:pt x="148" y="199"/>
                </a:lnTo>
                <a:lnTo>
                  <a:pt x="143" y="192"/>
                </a:lnTo>
                <a:lnTo>
                  <a:pt x="142" y="190"/>
                </a:lnTo>
                <a:lnTo>
                  <a:pt x="141" y="182"/>
                </a:lnTo>
                <a:lnTo>
                  <a:pt x="141" y="166"/>
                </a:lnTo>
                <a:lnTo>
                  <a:pt x="144" y="140"/>
                </a:lnTo>
                <a:lnTo>
                  <a:pt x="151" y="117"/>
                </a:lnTo>
                <a:lnTo>
                  <a:pt x="159" y="103"/>
                </a:lnTo>
                <a:lnTo>
                  <a:pt x="169" y="94"/>
                </a:lnTo>
                <a:lnTo>
                  <a:pt x="178" y="86"/>
                </a:lnTo>
                <a:lnTo>
                  <a:pt x="187" y="69"/>
                </a:lnTo>
                <a:lnTo>
                  <a:pt x="183" y="57"/>
                </a:lnTo>
                <a:lnTo>
                  <a:pt x="178" y="57"/>
                </a:lnTo>
                <a:lnTo>
                  <a:pt x="178" y="59"/>
                </a:lnTo>
                <a:lnTo>
                  <a:pt x="172" y="69"/>
                </a:lnTo>
                <a:lnTo>
                  <a:pt x="161" y="75"/>
                </a:lnTo>
                <a:lnTo>
                  <a:pt x="149" y="77"/>
                </a:lnTo>
                <a:lnTo>
                  <a:pt x="138" y="78"/>
                </a:lnTo>
                <a:lnTo>
                  <a:pt x="133" y="78"/>
                </a:lnTo>
                <a:lnTo>
                  <a:pt x="140" y="48"/>
                </a:lnTo>
                <a:lnTo>
                  <a:pt x="139" y="48"/>
                </a:lnTo>
                <a:lnTo>
                  <a:pt x="134" y="46"/>
                </a:lnTo>
                <a:lnTo>
                  <a:pt x="126" y="41"/>
                </a:lnTo>
                <a:lnTo>
                  <a:pt x="110" y="31"/>
                </a:lnTo>
                <a:lnTo>
                  <a:pt x="95" y="21"/>
                </a:lnTo>
                <a:lnTo>
                  <a:pt x="86" y="12"/>
                </a:lnTo>
                <a:lnTo>
                  <a:pt x="83" y="6"/>
                </a:lnTo>
                <a:lnTo>
                  <a:pt x="82" y="4"/>
                </a:lnTo>
                <a:lnTo>
                  <a:pt x="80" y="0"/>
                </a:lnTo>
                <a:lnTo>
                  <a:pt x="72" y="4"/>
                </a:lnTo>
                <a:lnTo>
                  <a:pt x="66" y="9"/>
                </a:lnTo>
                <a:lnTo>
                  <a:pt x="63" y="13"/>
                </a:lnTo>
                <a:lnTo>
                  <a:pt x="58" y="14"/>
                </a:lnTo>
                <a:lnTo>
                  <a:pt x="51" y="9"/>
                </a:lnTo>
                <a:lnTo>
                  <a:pt x="41" y="2"/>
                </a:lnTo>
                <a:lnTo>
                  <a:pt x="37" y="8"/>
                </a:lnTo>
                <a:lnTo>
                  <a:pt x="32" y="16"/>
                </a:lnTo>
                <a:lnTo>
                  <a:pt x="28" y="20"/>
                </a:lnTo>
                <a:lnTo>
                  <a:pt x="28" y="26"/>
                </a:lnTo>
              </a:path>
            </a:pathLst>
          </a:custGeom>
          <a:solidFill>
            <a:srgbClr val="FDE3BA"/>
          </a:solidFill>
          <a:ln w="12700" cap="rnd">
            <a:solidFill>
              <a:schemeClr val="tx1"/>
            </a:solidFill>
            <a:round/>
            <a:headEnd/>
            <a:tailEnd/>
          </a:ln>
        </p:spPr>
        <p:txBody>
          <a:bodyPr/>
          <a:lstStyle/>
          <a:p>
            <a:endParaRPr lang="en-US"/>
          </a:p>
        </p:txBody>
      </p:sp>
      <p:sp>
        <p:nvSpPr>
          <p:cNvPr id="6316" name="Freeform 635"/>
          <p:cNvSpPr>
            <a:spLocks/>
          </p:cNvSpPr>
          <p:nvPr/>
        </p:nvSpPr>
        <p:spPr bwMode="auto">
          <a:xfrm>
            <a:off x="2919758" y="4682648"/>
            <a:ext cx="368470" cy="541207"/>
          </a:xfrm>
          <a:custGeom>
            <a:avLst/>
            <a:gdLst>
              <a:gd name="T0" fmla="*/ 132 w 211"/>
              <a:gd name="T1" fmla="*/ 273 h 274"/>
              <a:gd name="T2" fmla="*/ 126 w 211"/>
              <a:gd name="T3" fmla="*/ 265 h 274"/>
              <a:gd name="T4" fmla="*/ 115 w 211"/>
              <a:gd name="T5" fmla="*/ 259 h 274"/>
              <a:gd name="T6" fmla="*/ 104 w 211"/>
              <a:gd name="T7" fmla="*/ 256 h 274"/>
              <a:gd name="T8" fmla="*/ 100 w 211"/>
              <a:gd name="T9" fmla="*/ 254 h 274"/>
              <a:gd name="T10" fmla="*/ 98 w 211"/>
              <a:gd name="T11" fmla="*/ 252 h 274"/>
              <a:gd name="T12" fmla="*/ 94 w 211"/>
              <a:gd name="T13" fmla="*/ 246 h 274"/>
              <a:gd name="T14" fmla="*/ 89 w 211"/>
              <a:gd name="T15" fmla="*/ 241 h 274"/>
              <a:gd name="T16" fmla="*/ 85 w 211"/>
              <a:gd name="T17" fmla="*/ 240 h 274"/>
              <a:gd name="T18" fmla="*/ 82 w 211"/>
              <a:gd name="T19" fmla="*/ 240 h 274"/>
              <a:gd name="T20" fmla="*/ 75 w 211"/>
              <a:gd name="T21" fmla="*/ 236 h 274"/>
              <a:gd name="T22" fmla="*/ 65 w 211"/>
              <a:gd name="T23" fmla="*/ 226 h 274"/>
              <a:gd name="T24" fmla="*/ 62 w 211"/>
              <a:gd name="T25" fmla="*/ 210 h 274"/>
              <a:gd name="T26" fmla="*/ 60 w 211"/>
              <a:gd name="T27" fmla="*/ 204 h 274"/>
              <a:gd name="T28" fmla="*/ 57 w 211"/>
              <a:gd name="T29" fmla="*/ 203 h 274"/>
              <a:gd name="T30" fmla="*/ 52 w 211"/>
              <a:gd name="T31" fmla="*/ 196 h 274"/>
              <a:gd name="T32" fmla="*/ 47 w 211"/>
              <a:gd name="T33" fmla="*/ 186 h 274"/>
              <a:gd name="T34" fmla="*/ 44 w 211"/>
              <a:gd name="T35" fmla="*/ 177 h 274"/>
              <a:gd name="T36" fmla="*/ 41 w 211"/>
              <a:gd name="T37" fmla="*/ 168 h 274"/>
              <a:gd name="T38" fmla="*/ 36 w 211"/>
              <a:gd name="T39" fmla="*/ 154 h 274"/>
              <a:gd name="T40" fmla="*/ 22 w 211"/>
              <a:gd name="T41" fmla="*/ 127 h 274"/>
              <a:gd name="T42" fmla="*/ 4 w 211"/>
              <a:gd name="T43" fmla="*/ 107 h 274"/>
              <a:gd name="T44" fmla="*/ 0 w 211"/>
              <a:gd name="T45" fmla="*/ 102 h 274"/>
              <a:gd name="T46" fmla="*/ 0 w 211"/>
              <a:gd name="T47" fmla="*/ 97 h 274"/>
              <a:gd name="T48" fmla="*/ 1 w 211"/>
              <a:gd name="T49" fmla="*/ 91 h 274"/>
              <a:gd name="T50" fmla="*/ 2 w 211"/>
              <a:gd name="T51" fmla="*/ 80 h 274"/>
              <a:gd name="T52" fmla="*/ 103 w 211"/>
              <a:gd name="T53" fmla="*/ 0 h 274"/>
              <a:gd name="T54" fmla="*/ 210 w 211"/>
              <a:gd name="T55" fmla="*/ 119 h 274"/>
              <a:gd name="T56" fmla="*/ 206 w 211"/>
              <a:gd name="T57" fmla="*/ 268 h 274"/>
              <a:gd name="T58" fmla="*/ 132 w 211"/>
              <a:gd name="T59" fmla="*/ 273 h 2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11"/>
              <a:gd name="T91" fmla="*/ 0 h 274"/>
              <a:gd name="T92" fmla="*/ 211 w 211"/>
              <a:gd name="T93" fmla="*/ 274 h 2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11" h="274">
                <a:moveTo>
                  <a:pt x="132" y="273"/>
                </a:moveTo>
                <a:lnTo>
                  <a:pt x="126" y="265"/>
                </a:lnTo>
                <a:lnTo>
                  <a:pt x="115" y="259"/>
                </a:lnTo>
                <a:lnTo>
                  <a:pt x="104" y="256"/>
                </a:lnTo>
                <a:lnTo>
                  <a:pt x="100" y="254"/>
                </a:lnTo>
                <a:lnTo>
                  <a:pt x="98" y="252"/>
                </a:lnTo>
                <a:lnTo>
                  <a:pt x="94" y="246"/>
                </a:lnTo>
                <a:lnTo>
                  <a:pt x="89" y="241"/>
                </a:lnTo>
                <a:lnTo>
                  <a:pt x="85" y="240"/>
                </a:lnTo>
                <a:lnTo>
                  <a:pt x="82" y="240"/>
                </a:lnTo>
                <a:lnTo>
                  <a:pt x="75" y="236"/>
                </a:lnTo>
                <a:lnTo>
                  <a:pt x="65" y="226"/>
                </a:lnTo>
                <a:lnTo>
                  <a:pt x="62" y="210"/>
                </a:lnTo>
                <a:lnTo>
                  <a:pt x="60" y="204"/>
                </a:lnTo>
                <a:lnTo>
                  <a:pt x="57" y="203"/>
                </a:lnTo>
                <a:lnTo>
                  <a:pt x="52" y="196"/>
                </a:lnTo>
                <a:lnTo>
                  <a:pt x="47" y="186"/>
                </a:lnTo>
                <a:lnTo>
                  <a:pt x="44" y="177"/>
                </a:lnTo>
                <a:lnTo>
                  <a:pt x="41" y="168"/>
                </a:lnTo>
                <a:lnTo>
                  <a:pt x="36" y="154"/>
                </a:lnTo>
                <a:lnTo>
                  <a:pt x="22" y="127"/>
                </a:lnTo>
                <a:lnTo>
                  <a:pt x="4" y="107"/>
                </a:lnTo>
                <a:lnTo>
                  <a:pt x="0" y="102"/>
                </a:lnTo>
                <a:lnTo>
                  <a:pt x="0" y="97"/>
                </a:lnTo>
                <a:lnTo>
                  <a:pt x="1" y="91"/>
                </a:lnTo>
                <a:lnTo>
                  <a:pt x="2" y="80"/>
                </a:lnTo>
                <a:lnTo>
                  <a:pt x="103" y="0"/>
                </a:lnTo>
                <a:lnTo>
                  <a:pt x="210" y="119"/>
                </a:lnTo>
                <a:lnTo>
                  <a:pt x="206" y="268"/>
                </a:lnTo>
                <a:lnTo>
                  <a:pt x="132" y="273"/>
                </a:lnTo>
              </a:path>
            </a:pathLst>
          </a:custGeom>
          <a:solidFill>
            <a:srgbClr val="FDE3BA"/>
          </a:solidFill>
          <a:ln w="12700" cap="rnd">
            <a:solidFill>
              <a:schemeClr val="tx1"/>
            </a:solidFill>
            <a:round/>
            <a:headEnd/>
            <a:tailEnd/>
          </a:ln>
        </p:spPr>
        <p:txBody>
          <a:bodyPr/>
          <a:lstStyle/>
          <a:p>
            <a:endParaRPr lang="en-US"/>
          </a:p>
        </p:txBody>
      </p:sp>
      <p:sp>
        <p:nvSpPr>
          <p:cNvPr id="6317" name="Freeform 636"/>
          <p:cNvSpPr>
            <a:spLocks/>
          </p:cNvSpPr>
          <p:nvPr/>
        </p:nvSpPr>
        <p:spPr bwMode="auto">
          <a:xfrm>
            <a:off x="2924997" y="4694499"/>
            <a:ext cx="115256" cy="156042"/>
          </a:xfrm>
          <a:custGeom>
            <a:avLst/>
            <a:gdLst>
              <a:gd name="T0" fmla="*/ 65 w 66"/>
              <a:gd name="T1" fmla="*/ 23 h 79"/>
              <a:gd name="T2" fmla="*/ 57 w 66"/>
              <a:gd name="T3" fmla="*/ 37 h 79"/>
              <a:gd name="T4" fmla="*/ 48 w 66"/>
              <a:gd name="T5" fmla="*/ 47 h 79"/>
              <a:gd name="T6" fmla="*/ 42 w 66"/>
              <a:gd name="T7" fmla="*/ 50 h 79"/>
              <a:gd name="T8" fmla="*/ 39 w 66"/>
              <a:gd name="T9" fmla="*/ 51 h 79"/>
              <a:gd name="T10" fmla="*/ 36 w 66"/>
              <a:gd name="T11" fmla="*/ 54 h 79"/>
              <a:gd name="T12" fmla="*/ 30 w 66"/>
              <a:gd name="T13" fmla="*/ 61 h 79"/>
              <a:gd name="T14" fmla="*/ 23 w 66"/>
              <a:gd name="T15" fmla="*/ 69 h 79"/>
              <a:gd name="T16" fmla="*/ 18 w 66"/>
              <a:gd name="T17" fmla="*/ 75 h 79"/>
              <a:gd name="T18" fmla="*/ 14 w 66"/>
              <a:gd name="T19" fmla="*/ 78 h 79"/>
              <a:gd name="T20" fmla="*/ 9 w 66"/>
              <a:gd name="T21" fmla="*/ 75 h 79"/>
              <a:gd name="T22" fmla="*/ 5 w 66"/>
              <a:gd name="T23" fmla="*/ 71 h 79"/>
              <a:gd name="T24" fmla="*/ 7 w 66"/>
              <a:gd name="T25" fmla="*/ 71 h 79"/>
              <a:gd name="T26" fmla="*/ 2 w 66"/>
              <a:gd name="T27" fmla="*/ 66 h 79"/>
              <a:gd name="T28" fmla="*/ 0 w 66"/>
              <a:gd name="T29" fmla="*/ 63 h 79"/>
              <a:gd name="T30" fmla="*/ 3 w 66"/>
              <a:gd name="T31" fmla="*/ 40 h 79"/>
              <a:gd name="T32" fmla="*/ 3 w 66"/>
              <a:gd name="T33" fmla="*/ 25 h 79"/>
              <a:gd name="T34" fmla="*/ 3 w 66"/>
              <a:gd name="T35" fmla="*/ 17 h 79"/>
              <a:gd name="T36" fmla="*/ 7 w 66"/>
              <a:gd name="T37" fmla="*/ 11 h 79"/>
              <a:gd name="T38" fmla="*/ 13 w 66"/>
              <a:gd name="T39" fmla="*/ 6 h 79"/>
              <a:gd name="T40" fmla="*/ 25 w 66"/>
              <a:gd name="T41" fmla="*/ 0 h 79"/>
              <a:gd name="T42" fmla="*/ 51 w 66"/>
              <a:gd name="T43" fmla="*/ 0 h 79"/>
              <a:gd name="T44" fmla="*/ 65 w 66"/>
              <a:gd name="T45" fmla="*/ 23 h 7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6"/>
              <a:gd name="T70" fmla="*/ 0 h 79"/>
              <a:gd name="T71" fmla="*/ 66 w 66"/>
              <a:gd name="T72" fmla="*/ 79 h 7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6" h="79">
                <a:moveTo>
                  <a:pt x="65" y="23"/>
                </a:moveTo>
                <a:lnTo>
                  <a:pt x="57" y="37"/>
                </a:lnTo>
                <a:lnTo>
                  <a:pt x="48" y="47"/>
                </a:lnTo>
                <a:lnTo>
                  <a:pt x="42" y="50"/>
                </a:lnTo>
                <a:lnTo>
                  <a:pt x="39" y="51"/>
                </a:lnTo>
                <a:lnTo>
                  <a:pt x="36" y="54"/>
                </a:lnTo>
                <a:lnTo>
                  <a:pt x="30" y="61"/>
                </a:lnTo>
                <a:lnTo>
                  <a:pt x="23" y="69"/>
                </a:lnTo>
                <a:lnTo>
                  <a:pt x="18" y="75"/>
                </a:lnTo>
                <a:lnTo>
                  <a:pt x="14" y="78"/>
                </a:lnTo>
                <a:lnTo>
                  <a:pt x="9" y="75"/>
                </a:lnTo>
                <a:lnTo>
                  <a:pt x="5" y="71"/>
                </a:lnTo>
                <a:lnTo>
                  <a:pt x="7" y="71"/>
                </a:lnTo>
                <a:lnTo>
                  <a:pt x="2" y="66"/>
                </a:lnTo>
                <a:lnTo>
                  <a:pt x="0" y="63"/>
                </a:lnTo>
                <a:lnTo>
                  <a:pt x="3" y="40"/>
                </a:lnTo>
                <a:lnTo>
                  <a:pt x="3" y="25"/>
                </a:lnTo>
                <a:lnTo>
                  <a:pt x="3" y="17"/>
                </a:lnTo>
                <a:lnTo>
                  <a:pt x="7" y="11"/>
                </a:lnTo>
                <a:lnTo>
                  <a:pt x="13" y="6"/>
                </a:lnTo>
                <a:lnTo>
                  <a:pt x="25" y="0"/>
                </a:lnTo>
                <a:lnTo>
                  <a:pt x="51" y="0"/>
                </a:lnTo>
                <a:lnTo>
                  <a:pt x="65" y="23"/>
                </a:lnTo>
              </a:path>
            </a:pathLst>
          </a:custGeom>
          <a:solidFill>
            <a:srgbClr val="FDE3BA"/>
          </a:solidFill>
          <a:ln w="12700" cap="rnd">
            <a:solidFill>
              <a:schemeClr val="tx1"/>
            </a:solidFill>
            <a:round/>
            <a:headEnd/>
            <a:tailEnd/>
          </a:ln>
        </p:spPr>
        <p:txBody>
          <a:bodyPr/>
          <a:lstStyle/>
          <a:p>
            <a:endParaRPr lang="en-US"/>
          </a:p>
        </p:txBody>
      </p:sp>
      <p:sp>
        <p:nvSpPr>
          <p:cNvPr id="6318" name="Freeform 637"/>
          <p:cNvSpPr>
            <a:spLocks/>
          </p:cNvSpPr>
          <p:nvPr/>
        </p:nvSpPr>
        <p:spPr bwMode="auto">
          <a:xfrm>
            <a:off x="2973894" y="4388342"/>
            <a:ext cx="267183" cy="432570"/>
          </a:xfrm>
          <a:custGeom>
            <a:avLst/>
            <a:gdLst>
              <a:gd name="T0" fmla="*/ 99 w 153"/>
              <a:gd name="T1" fmla="*/ 218 h 219"/>
              <a:gd name="T2" fmla="*/ 138 w 153"/>
              <a:gd name="T3" fmla="*/ 202 h 219"/>
              <a:gd name="T4" fmla="*/ 152 w 153"/>
              <a:gd name="T5" fmla="*/ 91 h 219"/>
              <a:gd name="T6" fmla="*/ 85 w 153"/>
              <a:gd name="T7" fmla="*/ 20 h 219"/>
              <a:gd name="T8" fmla="*/ 84 w 153"/>
              <a:gd name="T9" fmla="*/ 17 h 219"/>
              <a:gd name="T10" fmla="*/ 84 w 153"/>
              <a:gd name="T11" fmla="*/ 11 h 219"/>
              <a:gd name="T12" fmla="*/ 86 w 153"/>
              <a:gd name="T13" fmla="*/ 8 h 219"/>
              <a:gd name="T14" fmla="*/ 87 w 153"/>
              <a:gd name="T15" fmla="*/ 3 h 219"/>
              <a:gd name="T16" fmla="*/ 86 w 153"/>
              <a:gd name="T17" fmla="*/ 0 h 219"/>
              <a:gd name="T18" fmla="*/ 82 w 153"/>
              <a:gd name="T19" fmla="*/ 3 h 219"/>
              <a:gd name="T20" fmla="*/ 71 w 153"/>
              <a:gd name="T21" fmla="*/ 14 h 219"/>
              <a:gd name="T22" fmla="*/ 59 w 153"/>
              <a:gd name="T23" fmla="*/ 23 h 219"/>
              <a:gd name="T24" fmla="*/ 52 w 153"/>
              <a:gd name="T25" fmla="*/ 22 h 219"/>
              <a:gd name="T26" fmla="*/ 45 w 153"/>
              <a:gd name="T27" fmla="*/ 22 h 219"/>
              <a:gd name="T28" fmla="*/ 38 w 153"/>
              <a:gd name="T29" fmla="*/ 31 h 219"/>
              <a:gd name="T30" fmla="*/ 31 w 153"/>
              <a:gd name="T31" fmla="*/ 43 h 219"/>
              <a:gd name="T32" fmla="*/ 26 w 153"/>
              <a:gd name="T33" fmla="*/ 52 h 219"/>
              <a:gd name="T34" fmla="*/ 24 w 153"/>
              <a:gd name="T35" fmla="*/ 56 h 219"/>
              <a:gd name="T36" fmla="*/ 23 w 153"/>
              <a:gd name="T37" fmla="*/ 65 h 219"/>
              <a:gd name="T38" fmla="*/ 16 w 153"/>
              <a:gd name="T39" fmla="*/ 67 h 219"/>
              <a:gd name="T40" fmla="*/ 12 w 153"/>
              <a:gd name="T41" fmla="*/ 76 h 219"/>
              <a:gd name="T42" fmla="*/ 12 w 153"/>
              <a:gd name="T43" fmla="*/ 94 h 219"/>
              <a:gd name="T44" fmla="*/ 15 w 153"/>
              <a:gd name="T45" fmla="*/ 112 h 219"/>
              <a:gd name="T46" fmla="*/ 18 w 153"/>
              <a:gd name="T47" fmla="*/ 125 h 219"/>
              <a:gd name="T48" fmla="*/ 10 w 153"/>
              <a:gd name="T49" fmla="*/ 138 h 219"/>
              <a:gd name="T50" fmla="*/ 0 w 153"/>
              <a:gd name="T51" fmla="*/ 148 h 219"/>
              <a:gd name="T52" fmla="*/ 12 w 153"/>
              <a:gd name="T53" fmla="*/ 155 h 219"/>
              <a:gd name="T54" fmla="*/ 25 w 153"/>
              <a:gd name="T55" fmla="*/ 156 h 219"/>
              <a:gd name="T56" fmla="*/ 35 w 153"/>
              <a:gd name="T57" fmla="*/ 162 h 219"/>
              <a:gd name="T58" fmla="*/ 44 w 153"/>
              <a:gd name="T59" fmla="*/ 174 h 219"/>
              <a:gd name="T60" fmla="*/ 53 w 153"/>
              <a:gd name="T61" fmla="*/ 184 h 219"/>
              <a:gd name="T62" fmla="*/ 57 w 153"/>
              <a:gd name="T63" fmla="*/ 189 h 219"/>
              <a:gd name="T64" fmla="*/ 62 w 153"/>
              <a:gd name="T65" fmla="*/ 193 h 219"/>
              <a:gd name="T66" fmla="*/ 69 w 153"/>
              <a:gd name="T67" fmla="*/ 196 h 219"/>
              <a:gd name="T68" fmla="*/ 87 w 153"/>
              <a:gd name="T69" fmla="*/ 202 h 219"/>
              <a:gd name="T70" fmla="*/ 96 w 153"/>
              <a:gd name="T71" fmla="*/ 205 h 219"/>
              <a:gd name="T72" fmla="*/ 95 w 153"/>
              <a:gd name="T73" fmla="*/ 216 h 219"/>
              <a:gd name="T74" fmla="*/ 99 w 153"/>
              <a:gd name="T75" fmla="*/ 218 h 21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53"/>
              <a:gd name="T115" fmla="*/ 0 h 219"/>
              <a:gd name="T116" fmla="*/ 153 w 153"/>
              <a:gd name="T117" fmla="*/ 219 h 21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53" h="219">
                <a:moveTo>
                  <a:pt x="99" y="218"/>
                </a:moveTo>
                <a:lnTo>
                  <a:pt x="138" y="202"/>
                </a:lnTo>
                <a:lnTo>
                  <a:pt x="152" y="91"/>
                </a:lnTo>
                <a:lnTo>
                  <a:pt x="85" y="20"/>
                </a:lnTo>
                <a:lnTo>
                  <a:pt x="84" y="17"/>
                </a:lnTo>
                <a:lnTo>
                  <a:pt x="84" y="11"/>
                </a:lnTo>
                <a:lnTo>
                  <a:pt x="86" y="8"/>
                </a:lnTo>
                <a:lnTo>
                  <a:pt x="87" y="3"/>
                </a:lnTo>
                <a:lnTo>
                  <a:pt x="86" y="0"/>
                </a:lnTo>
                <a:lnTo>
                  <a:pt x="82" y="3"/>
                </a:lnTo>
                <a:lnTo>
                  <a:pt x="71" y="14"/>
                </a:lnTo>
                <a:lnTo>
                  <a:pt x="59" y="23"/>
                </a:lnTo>
                <a:lnTo>
                  <a:pt x="52" y="22"/>
                </a:lnTo>
                <a:lnTo>
                  <a:pt x="45" y="22"/>
                </a:lnTo>
                <a:lnTo>
                  <a:pt x="38" y="31"/>
                </a:lnTo>
                <a:lnTo>
                  <a:pt x="31" y="43"/>
                </a:lnTo>
                <a:lnTo>
                  <a:pt x="26" y="52"/>
                </a:lnTo>
                <a:lnTo>
                  <a:pt x="24" y="56"/>
                </a:lnTo>
                <a:lnTo>
                  <a:pt x="23" y="65"/>
                </a:lnTo>
                <a:lnTo>
                  <a:pt x="16" y="67"/>
                </a:lnTo>
                <a:lnTo>
                  <a:pt x="12" y="76"/>
                </a:lnTo>
                <a:lnTo>
                  <a:pt x="12" y="94"/>
                </a:lnTo>
                <a:lnTo>
                  <a:pt x="15" y="112"/>
                </a:lnTo>
                <a:lnTo>
                  <a:pt x="18" y="125"/>
                </a:lnTo>
                <a:lnTo>
                  <a:pt x="10" y="138"/>
                </a:lnTo>
                <a:lnTo>
                  <a:pt x="0" y="148"/>
                </a:lnTo>
                <a:lnTo>
                  <a:pt x="12" y="155"/>
                </a:lnTo>
                <a:lnTo>
                  <a:pt x="25" y="156"/>
                </a:lnTo>
                <a:lnTo>
                  <a:pt x="35" y="162"/>
                </a:lnTo>
                <a:lnTo>
                  <a:pt x="44" y="174"/>
                </a:lnTo>
                <a:lnTo>
                  <a:pt x="53" y="184"/>
                </a:lnTo>
                <a:lnTo>
                  <a:pt x="57" y="189"/>
                </a:lnTo>
                <a:lnTo>
                  <a:pt x="62" y="193"/>
                </a:lnTo>
                <a:lnTo>
                  <a:pt x="69" y="196"/>
                </a:lnTo>
                <a:lnTo>
                  <a:pt x="87" y="202"/>
                </a:lnTo>
                <a:lnTo>
                  <a:pt x="96" y="205"/>
                </a:lnTo>
                <a:lnTo>
                  <a:pt x="95" y="216"/>
                </a:lnTo>
                <a:lnTo>
                  <a:pt x="99" y="218"/>
                </a:lnTo>
              </a:path>
            </a:pathLst>
          </a:custGeom>
          <a:solidFill>
            <a:srgbClr val="FDE3BA"/>
          </a:solidFill>
          <a:ln w="12700" cap="rnd">
            <a:solidFill>
              <a:schemeClr val="tx1"/>
            </a:solidFill>
            <a:round/>
            <a:headEnd/>
            <a:tailEnd/>
          </a:ln>
        </p:spPr>
        <p:txBody>
          <a:bodyPr/>
          <a:lstStyle/>
          <a:p>
            <a:endParaRPr lang="en-US"/>
          </a:p>
        </p:txBody>
      </p:sp>
      <p:sp>
        <p:nvSpPr>
          <p:cNvPr id="6319" name="Freeform 638"/>
          <p:cNvSpPr>
            <a:spLocks/>
          </p:cNvSpPr>
          <p:nvPr/>
        </p:nvSpPr>
        <p:spPr bwMode="auto">
          <a:xfrm>
            <a:off x="3242824" y="6298369"/>
            <a:ext cx="110016" cy="82959"/>
          </a:xfrm>
          <a:custGeom>
            <a:avLst/>
            <a:gdLst>
              <a:gd name="T0" fmla="*/ 25 w 63"/>
              <a:gd name="T1" fmla="*/ 0 h 42"/>
              <a:gd name="T2" fmla="*/ 29 w 63"/>
              <a:gd name="T3" fmla="*/ 10 h 42"/>
              <a:gd name="T4" fmla="*/ 39 w 63"/>
              <a:gd name="T5" fmla="*/ 20 h 42"/>
              <a:gd name="T6" fmla="*/ 47 w 63"/>
              <a:gd name="T7" fmla="*/ 23 h 42"/>
              <a:gd name="T8" fmla="*/ 56 w 63"/>
              <a:gd name="T9" fmla="*/ 26 h 42"/>
              <a:gd name="T10" fmla="*/ 62 w 63"/>
              <a:gd name="T11" fmla="*/ 28 h 42"/>
              <a:gd name="T12" fmla="*/ 62 w 63"/>
              <a:gd name="T13" fmla="*/ 31 h 42"/>
              <a:gd name="T14" fmla="*/ 57 w 63"/>
              <a:gd name="T15" fmla="*/ 35 h 42"/>
              <a:gd name="T16" fmla="*/ 49 w 63"/>
              <a:gd name="T17" fmla="*/ 35 h 42"/>
              <a:gd name="T18" fmla="*/ 40 w 63"/>
              <a:gd name="T19" fmla="*/ 35 h 42"/>
              <a:gd name="T20" fmla="*/ 36 w 63"/>
              <a:gd name="T21" fmla="*/ 37 h 42"/>
              <a:gd name="T22" fmla="*/ 32 w 63"/>
              <a:gd name="T23" fmla="*/ 41 h 42"/>
              <a:gd name="T24" fmla="*/ 22 w 63"/>
              <a:gd name="T25" fmla="*/ 39 h 42"/>
              <a:gd name="T26" fmla="*/ 19 w 63"/>
              <a:gd name="T27" fmla="*/ 37 h 42"/>
              <a:gd name="T28" fmla="*/ 19 w 63"/>
              <a:gd name="T29" fmla="*/ 35 h 42"/>
              <a:gd name="T30" fmla="*/ 19 w 63"/>
              <a:gd name="T31" fmla="*/ 33 h 42"/>
              <a:gd name="T32" fmla="*/ 17 w 63"/>
              <a:gd name="T33" fmla="*/ 32 h 42"/>
              <a:gd name="T34" fmla="*/ 10 w 63"/>
              <a:gd name="T35" fmla="*/ 31 h 42"/>
              <a:gd name="T36" fmla="*/ 3 w 63"/>
              <a:gd name="T37" fmla="*/ 30 h 42"/>
              <a:gd name="T38" fmla="*/ 0 w 63"/>
              <a:gd name="T39" fmla="*/ 27 h 42"/>
              <a:gd name="T40" fmla="*/ 9 w 63"/>
              <a:gd name="T41" fmla="*/ 23 h 42"/>
              <a:gd name="T42" fmla="*/ 14 w 63"/>
              <a:gd name="T43" fmla="*/ 22 h 42"/>
              <a:gd name="T44" fmla="*/ 13 w 63"/>
              <a:gd name="T45" fmla="*/ 19 h 42"/>
              <a:gd name="T46" fmla="*/ 10 w 63"/>
              <a:gd name="T47" fmla="*/ 17 h 42"/>
              <a:gd name="T48" fmla="*/ 10 w 63"/>
              <a:gd name="T49" fmla="*/ 13 h 42"/>
              <a:gd name="T50" fmla="*/ 18 w 63"/>
              <a:gd name="T51" fmla="*/ 3 h 42"/>
              <a:gd name="T52" fmla="*/ 25 w 63"/>
              <a:gd name="T53" fmla="*/ 0 h 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3"/>
              <a:gd name="T82" fmla="*/ 0 h 42"/>
              <a:gd name="T83" fmla="*/ 63 w 63"/>
              <a:gd name="T84" fmla="*/ 42 h 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3" h="42">
                <a:moveTo>
                  <a:pt x="25" y="0"/>
                </a:moveTo>
                <a:lnTo>
                  <a:pt x="29" y="10"/>
                </a:lnTo>
                <a:lnTo>
                  <a:pt x="39" y="20"/>
                </a:lnTo>
                <a:lnTo>
                  <a:pt x="47" y="23"/>
                </a:lnTo>
                <a:lnTo>
                  <a:pt x="56" y="26"/>
                </a:lnTo>
                <a:lnTo>
                  <a:pt x="62" y="28"/>
                </a:lnTo>
                <a:lnTo>
                  <a:pt x="62" y="31"/>
                </a:lnTo>
                <a:lnTo>
                  <a:pt x="57" y="35"/>
                </a:lnTo>
                <a:lnTo>
                  <a:pt x="49" y="35"/>
                </a:lnTo>
                <a:lnTo>
                  <a:pt x="40" y="35"/>
                </a:lnTo>
                <a:lnTo>
                  <a:pt x="36" y="37"/>
                </a:lnTo>
                <a:lnTo>
                  <a:pt x="32" y="41"/>
                </a:lnTo>
                <a:lnTo>
                  <a:pt x="22" y="39"/>
                </a:lnTo>
                <a:lnTo>
                  <a:pt x="19" y="37"/>
                </a:lnTo>
                <a:lnTo>
                  <a:pt x="19" y="35"/>
                </a:lnTo>
                <a:lnTo>
                  <a:pt x="19" y="33"/>
                </a:lnTo>
                <a:lnTo>
                  <a:pt x="17" y="32"/>
                </a:lnTo>
                <a:lnTo>
                  <a:pt x="10" y="31"/>
                </a:lnTo>
                <a:lnTo>
                  <a:pt x="3" y="30"/>
                </a:lnTo>
                <a:lnTo>
                  <a:pt x="0" y="27"/>
                </a:lnTo>
                <a:lnTo>
                  <a:pt x="9" y="23"/>
                </a:lnTo>
                <a:lnTo>
                  <a:pt x="14" y="22"/>
                </a:lnTo>
                <a:lnTo>
                  <a:pt x="13" y="19"/>
                </a:lnTo>
                <a:lnTo>
                  <a:pt x="10" y="17"/>
                </a:lnTo>
                <a:lnTo>
                  <a:pt x="10" y="13"/>
                </a:lnTo>
                <a:lnTo>
                  <a:pt x="18" y="3"/>
                </a:lnTo>
                <a:lnTo>
                  <a:pt x="25" y="0"/>
                </a:lnTo>
              </a:path>
            </a:pathLst>
          </a:custGeom>
          <a:solidFill>
            <a:srgbClr val="FDE3BA"/>
          </a:solidFill>
          <a:ln w="12700" cap="rnd">
            <a:solidFill>
              <a:schemeClr val="tx1"/>
            </a:solidFill>
            <a:round/>
            <a:headEnd/>
            <a:tailEnd/>
          </a:ln>
        </p:spPr>
        <p:txBody>
          <a:bodyPr/>
          <a:lstStyle/>
          <a:p>
            <a:endParaRPr lang="en-US"/>
          </a:p>
        </p:txBody>
      </p:sp>
      <p:sp>
        <p:nvSpPr>
          <p:cNvPr id="6320" name="Freeform 639"/>
          <p:cNvSpPr>
            <a:spLocks/>
          </p:cNvSpPr>
          <p:nvPr/>
        </p:nvSpPr>
        <p:spPr bwMode="auto">
          <a:xfrm>
            <a:off x="3349348" y="4275755"/>
            <a:ext cx="3493" cy="3950"/>
          </a:xfrm>
          <a:custGeom>
            <a:avLst/>
            <a:gdLst>
              <a:gd name="T0" fmla="*/ 1 w 2"/>
              <a:gd name="T1" fmla="*/ 1 h 2"/>
              <a:gd name="T2" fmla="*/ 1 w 2"/>
              <a:gd name="T3" fmla="*/ 1 h 2"/>
              <a:gd name="T4" fmla="*/ 1 w 2"/>
              <a:gd name="T5" fmla="*/ 0 h 2"/>
              <a:gd name="T6" fmla="*/ 1 w 2"/>
              <a:gd name="T7" fmla="*/ 0 h 2"/>
              <a:gd name="T8" fmla="*/ 1 w 2"/>
              <a:gd name="T9" fmla="*/ 0 h 2"/>
              <a:gd name="T10" fmla="*/ 0 w 2"/>
              <a:gd name="T11" fmla="*/ 0 h 2"/>
              <a:gd name="T12" fmla="*/ 0 w 2"/>
              <a:gd name="T13" fmla="*/ 0 h 2"/>
              <a:gd name="T14" fmla="*/ 0 w 2"/>
              <a:gd name="T15" fmla="*/ 1 h 2"/>
              <a:gd name="T16" fmla="*/ 1 w 2"/>
              <a:gd name="T17" fmla="*/ 1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
              <a:gd name="T28" fmla="*/ 0 h 2"/>
              <a:gd name="T29" fmla="*/ 2 w 2"/>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 h="2">
                <a:moveTo>
                  <a:pt x="1" y="1"/>
                </a:moveTo>
                <a:lnTo>
                  <a:pt x="1" y="1"/>
                </a:lnTo>
                <a:lnTo>
                  <a:pt x="1" y="0"/>
                </a:lnTo>
                <a:lnTo>
                  <a:pt x="0" y="0"/>
                </a:lnTo>
                <a:lnTo>
                  <a:pt x="0" y="1"/>
                </a:lnTo>
                <a:lnTo>
                  <a:pt x="1" y="1"/>
                </a:lnTo>
              </a:path>
            </a:pathLst>
          </a:custGeom>
          <a:solidFill>
            <a:srgbClr val="FDE3BA"/>
          </a:solidFill>
          <a:ln w="12700" cap="rnd">
            <a:solidFill>
              <a:schemeClr val="tx1"/>
            </a:solidFill>
            <a:round/>
            <a:headEnd/>
            <a:tailEnd/>
          </a:ln>
        </p:spPr>
        <p:txBody>
          <a:bodyPr/>
          <a:lstStyle/>
          <a:p>
            <a:endParaRPr lang="en-US"/>
          </a:p>
        </p:txBody>
      </p:sp>
      <p:sp>
        <p:nvSpPr>
          <p:cNvPr id="6321" name="Freeform 640"/>
          <p:cNvSpPr>
            <a:spLocks/>
          </p:cNvSpPr>
          <p:nvPr/>
        </p:nvSpPr>
        <p:spPr bwMode="auto">
          <a:xfrm>
            <a:off x="3349348" y="4313284"/>
            <a:ext cx="10478" cy="1975"/>
          </a:xfrm>
          <a:custGeom>
            <a:avLst/>
            <a:gdLst>
              <a:gd name="T0" fmla="*/ 3 w 6"/>
              <a:gd name="T1" fmla="*/ 0 h 1"/>
              <a:gd name="T2" fmla="*/ 1 w 6"/>
              <a:gd name="T3" fmla="*/ 0 h 1"/>
              <a:gd name="T4" fmla="*/ 0 w 6"/>
              <a:gd name="T5" fmla="*/ 0 h 1"/>
              <a:gd name="T6" fmla="*/ 1 w 6"/>
              <a:gd name="T7" fmla="*/ 0 h 1"/>
              <a:gd name="T8" fmla="*/ 3 w 6"/>
              <a:gd name="T9" fmla="*/ 0 h 1"/>
              <a:gd name="T10" fmla="*/ 4 w 6"/>
              <a:gd name="T11" fmla="*/ 0 h 1"/>
              <a:gd name="T12" fmla="*/ 5 w 6"/>
              <a:gd name="T13" fmla="*/ 0 h 1"/>
              <a:gd name="T14" fmla="*/ 4 w 6"/>
              <a:gd name="T15" fmla="*/ 0 h 1"/>
              <a:gd name="T16" fmla="*/ 3 w 6"/>
              <a:gd name="T17" fmla="*/ 0 h 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1"/>
              <a:gd name="T29" fmla="*/ 6 w 6"/>
              <a:gd name="T30" fmla="*/ 1 h 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1">
                <a:moveTo>
                  <a:pt x="3" y="0"/>
                </a:moveTo>
                <a:lnTo>
                  <a:pt x="1" y="0"/>
                </a:lnTo>
                <a:lnTo>
                  <a:pt x="0" y="0"/>
                </a:lnTo>
                <a:lnTo>
                  <a:pt x="1" y="0"/>
                </a:lnTo>
                <a:lnTo>
                  <a:pt x="3" y="0"/>
                </a:lnTo>
                <a:lnTo>
                  <a:pt x="4" y="0"/>
                </a:lnTo>
                <a:lnTo>
                  <a:pt x="5" y="0"/>
                </a:lnTo>
                <a:lnTo>
                  <a:pt x="4" y="0"/>
                </a:lnTo>
                <a:lnTo>
                  <a:pt x="3" y="0"/>
                </a:lnTo>
              </a:path>
            </a:pathLst>
          </a:custGeom>
          <a:solidFill>
            <a:srgbClr val="FDE3BA"/>
          </a:solidFill>
          <a:ln w="12700" cap="rnd">
            <a:solidFill>
              <a:schemeClr val="tx1"/>
            </a:solidFill>
            <a:round/>
            <a:headEnd/>
            <a:tailEnd/>
          </a:ln>
        </p:spPr>
        <p:txBody>
          <a:bodyPr/>
          <a:lstStyle/>
          <a:p>
            <a:endParaRPr lang="en-US"/>
          </a:p>
        </p:txBody>
      </p:sp>
      <p:sp>
        <p:nvSpPr>
          <p:cNvPr id="6322" name="Freeform 641"/>
          <p:cNvSpPr>
            <a:spLocks/>
          </p:cNvSpPr>
          <p:nvPr/>
        </p:nvSpPr>
        <p:spPr bwMode="auto">
          <a:xfrm>
            <a:off x="3445395" y="6248990"/>
            <a:ext cx="12224" cy="11851"/>
          </a:xfrm>
          <a:custGeom>
            <a:avLst/>
            <a:gdLst>
              <a:gd name="T0" fmla="*/ 2 w 7"/>
              <a:gd name="T1" fmla="*/ 5 h 6"/>
              <a:gd name="T2" fmla="*/ 1 w 7"/>
              <a:gd name="T3" fmla="*/ 5 h 6"/>
              <a:gd name="T4" fmla="*/ 0 w 7"/>
              <a:gd name="T5" fmla="*/ 4 h 6"/>
              <a:gd name="T6" fmla="*/ 2 w 7"/>
              <a:gd name="T7" fmla="*/ 1 h 6"/>
              <a:gd name="T8" fmla="*/ 5 w 7"/>
              <a:gd name="T9" fmla="*/ 0 h 6"/>
              <a:gd name="T10" fmla="*/ 6 w 7"/>
              <a:gd name="T11" fmla="*/ 1 h 6"/>
              <a:gd name="T12" fmla="*/ 6 w 7"/>
              <a:gd name="T13" fmla="*/ 2 h 6"/>
              <a:gd name="T14" fmla="*/ 4 w 7"/>
              <a:gd name="T15" fmla="*/ 4 h 6"/>
              <a:gd name="T16" fmla="*/ 2 w 7"/>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6"/>
              <a:gd name="T29" fmla="*/ 7 w 7"/>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6">
                <a:moveTo>
                  <a:pt x="2" y="5"/>
                </a:moveTo>
                <a:lnTo>
                  <a:pt x="1" y="5"/>
                </a:lnTo>
                <a:lnTo>
                  <a:pt x="0" y="4"/>
                </a:lnTo>
                <a:lnTo>
                  <a:pt x="2" y="1"/>
                </a:lnTo>
                <a:lnTo>
                  <a:pt x="5" y="0"/>
                </a:lnTo>
                <a:lnTo>
                  <a:pt x="6" y="1"/>
                </a:lnTo>
                <a:lnTo>
                  <a:pt x="6" y="2"/>
                </a:lnTo>
                <a:lnTo>
                  <a:pt x="4" y="4"/>
                </a:lnTo>
                <a:lnTo>
                  <a:pt x="2" y="5"/>
                </a:lnTo>
              </a:path>
            </a:pathLst>
          </a:custGeom>
          <a:solidFill>
            <a:srgbClr val="FDE3BA"/>
          </a:solidFill>
          <a:ln w="12700" cap="rnd">
            <a:solidFill>
              <a:schemeClr val="tx1"/>
            </a:solidFill>
            <a:round/>
            <a:headEnd/>
            <a:tailEnd/>
          </a:ln>
        </p:spPr>
        <p:txBody>
          <a:bodyPr/>
          <a:lstStyle/>
          <a:p>
            <a:endParaRPr lang="en-US"/>
          </a:p>
        </p:txBody>
      </p:sp>
      <p:sp>
        <p:nvSpPr>
          <p:cNvPr id="6323" name="Freeform 642"/>
          <p:cNvSpPr>
            <a:spLocks/>
          </p:cNvSpPr>
          <p:nvPr/>
        </p:nvSpPr>
        <p:spPr bwMode="auto">
          <a:xfrm>
            <a:off x="3473335" y="6243063"/>
            <a:ext cx="15716" cy="15802"/>
          </a:xfrm>
          <a:custGeom>
            <a:avLst/>
            <a:gdLst>
              <a:gd name="T0" fmla="*/ 0 w 9"/>
              <a:gd name="T1" fmla="*/ 7 h 8"/>
              <a:gd name="T2" fmla="*/ 2 w 9"/>
              <a:gd name="T3" fmla="*/ 3 h 8"/>
              <a:gd name="T4" fmla="*/ 1 w 9"/>
              <a:gd name="T5" fmla="*/ 1 h 8"/>
              <a:gd name="T6" fmla="*/ 1 w 9"/>
              <a:gd name="T7" fmla="*/ 0 h 8"/>
              <a:gd name="T8" fmla="*/ 2 w 9"/>
              <a:gd name="T9" fmla="*/ 0 h 8"/>
              <a:gd name="T10" fmla="*/ 5 w 9"/>
              <a:gd name="T11" fmla="*/ 1 h 8"/>
              <a:gd name="T12" fmla="*/ 8 w 9"/>
              <a:gd name="T13" fmla="*/ 2 h 8"/>
              <a:gd name="T14" fmla="*/ 8 w 9"/>
              <a:gd name="T15" fmla="*/ 3 h 8"/>
              <a:gd name="T16" fmla="*/ 7 w 9"/>
              <a:gd name="T17" fmla="*/ 4 h 8"/>
              <a:gd name="T18" fmla="*/ 4 w 9"/>
              <a:gd name="T19" fmla="*/ 5 h 8"/>
              <a:gd name="T20" fmla="*/ 2 w 9"/>
              <a:gd name="T21" fmla="*/ 7 h 8"/>
              <a:gd name="T22" fmla="*/ 0 w 9"/>
              <a:gd name="T23" fmla="*/ 7 h 8"/>
              <a:gd name="T24" fmla="*/ 0 w 9"/>
              <a:gd name="T25" fmla="*/ 7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
              <a:gd name="T40" fmla="*/ 0 h 8"/>
              <a:gd name="T41" fmla="*/ 9 w 9"/>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 h="8">
                <a:moveTo>
                  <a:pt x="0" y="7"/>
                </a:moveTo>
                <a:lnTo>
                  <a:pt x="2" y="3"/>
                </a:lnTo>
                <a:lnTo>
                  <a:pt x="1" y="1"/>
                </a:lnTo>
                <a:lnTo>
                  <a:pt x="1" y="0"/>
                </a:lnTo>
                <a:lnTo>
                  <a:pt x="2" y="0"/>
                </a:lnTo>
                <a:lnTo>
                  <a:pt x="5" y="1"/>
                </a:lnTo>
                <a:lnTo>
                  <a:pt x="8" y="2"/>
                </a:lnTo>
                <a:lnTo>
                  <a:pt x="8" y="3"/>
                </a:lnTo>
                <a:lnTo>
                  <a:pt x="7" y="4"/>
                </a:lnTo>
                <a:lnTo>
                  <a:pt x="4" y="5"/>
                </a:lnTo>
                <a:lnTo>
                  <a:pt x="2" y="7"/>
                </a:lnTo>
                <a:lnTo>
                  <a:pt x="0" y="7"/>
                </a:lnTo>
              </a:path>
            </a:pathLst>
          </a:custGeom>
          <a:solidFill>
            <a:srgbClr val="FDE3BA"/>
          </a:solidFill>
          <a:ln w="12700" cap="rnd">
            <a:solidFill>
              <a:schemeClr val="tx1"/>
            </a:solidFill>
            <a:round/>
            <a:headEnd/>
            <a:tailEnd/>
          </a:ln>
        </p:spPr>
        <p:txBody>
          <a:bodyPr/>
          <a:lstStyle/>
          <a:p>
            <a:endParaRPr lang="en-US"/>
          </a:p>
        </p:txBody>
      </p:sp>
      <p:sp>
        <p:nvSpPr>
          <p:cNvPr id="6324" name="Freeform 643"/>
          <p:cNvSpPr>
            <a:spLocks/>
          </p:cNvSpPr>
          <p:nvPr/>
        </p:nvSpPr>
        <p:spPr bwMode="auto">
          <a:xfrm>
            <a:off x="3375543" y="6359601"/>
            <a:ext cx="6985" cy="15802"/>
          </a:xfrm>
          <a:custGeom>
            <a:avLst/>
            <a:gdLst>
              <a:gd name="T0" fmla="*/ 1 w 4"/>
              <a:gd name="T1" fmla="*/ 0 h 8"/>
              <a:gd name="T2" fmla="*/ 3 w 4"/>
              <a:gd name="T3" fmla="*/ 2 h 8"/>
              <a:gd name="T4" fmla="*/ 3 w 4"/>
              <a:gd name="T5" fmla="*/ 5 h 8"/>
              <a:gd name="T6" fmla="*/ 3 w 4"/>
              <a:gd name="T7" fmla="*/ 7 h 8"/>
              <a:gd name="T8" fmla="*/ 1 w 4"/>
              <a:gd name="T9" fmla="*/ 7 h 8"/>
              <a:gd name="T10" fmla="*/ 0 w 4"/>
              <a:gd name="T11" fmla="*/ 7 h 8"/>
              <a:gd name="T12" fmla="*/ 0 w 4"/>
              <a:gd name="T13" fmla="*/ 5 h 8"/>
              <a:gd name="T14" fmla="*/ 0 w 4"/>
              <a:gd name="T15" fmla="*/ 2 h 8"/>
              <a:gd name="T16" fmla="*/ 1 w 4"/>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8"/>
              <a:gd name="T29" fmla="*/ 4 w 4"/>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8">
                <a:moveTo>
                  <a:pt x="1" y="0"/>
                </a:moveTo>
                <a:lnTo>
                  <a:pt x="3" y="2"/>
                </a:lnTo>
                <a:lnTo>
                  <a:pt x="3" y="5"/>
                </a:lnTo>
                <a:lnTo>
                  <a:pt x="3" y="7"/>
                </a:lnTo>
                <a:lnTo>
                  <a:pt x="1" y="7"/>
                </a:lnTo>
                <a:lnTo>
                  <a:pt x="0" y="7"/>
                </a:lnTo>
                <a:lnTo>
                  <a:pt x="0" y="5"/>
                </a:lnTo>
                <a:lnTo>
                  <a:pt x="0" y="2"/>
                </a:lnTo>
                <a:lnTo>
                  <a:pt x="1" y="0"/>
                </a:lnTo>
              </a:path>
            </a:pathLst>
          </a:custGeom>
          <a:solidFill>
            <a:srgbClr val="FDE3BA"/>
          </a:solidFill>
          <a:ln w="12700" cap="rnd">
            <a:solidFill>
              <a:schemeClr val="tx1"/>
            </a:solidFill>
            <a:round/>
            <a:headEnd/>
            <a:tailEnd/>
          </a:ln>
        </p:spPr>
        <p:txBody>
          <a:bodyPr/>
          <a:lstStyle/>
          <a:p>
            <a:endParaRPr lang="en-US"/>
          </a:p>
        </p:txBody>
      </p:sp>
      <p:sp>
        <p:nvSpPr>
          <p:cNvPr id="6325" name="Freeform 644"/>
          <p:cNvSpPr>
            <a:spLocks/>
          </p:cNvSpPr>
          <p:nvPr/>
        </p:nvSpPr>
        <p:spPr bwMode="auto">
          <a:xfrm>
            <a:off x="3115343" y="6094923"/>
            <a:ext cx="5239" cy="19752"/>
          </a:xfrm>
          <a:custGeom>
            <a:avLst/>
            <a:gdLst>
              <a:gd name="T0" fmla="*/ 2 w 3"/>
              <a:gd name="T1" fmla="*/ 9 h 10"/>
              <a:gd name="T2" fmla="*/ 1 w 3"/>
              <a:gd name="T3" fmla="*/ 5 h 10"/>
              <a:gd name="T4" fmla="*/ 1 w 3"/>
              <a:gd name="T5" fmla="*/ 1 h 10"/>
              <a:gd name="T6" fmla="*/ 0 w 3"/>
              <a:gd name="T7" fmla="*/ 0 h 10"/>
              <a:gd name="T8" fmla="*/ 0 w 3"/>
              <a:gd name="T9" fmla="*/ 2 h 10"/>
              <a:gd name="T10" fmla="*/ 1 w 3"/>
              <a:gd name="T11" fmla="*/ 8 h 10"/>
              <a:gd name="T12" fmla="*/ 2 w 3"/>
              <a:gd name="T13" fmla="*/ 9 h 10"/>
              <a:gd name="T14" fmla="*/ 0 60000 65536"/>
              <a:gd name="T15" fmla="*/ 0 60000 65536"/>
              <a:gd name="T16" fmla="*/ 0 60000 65536"/>
              <a:gd name="T17" fmla="*/ 0 60000 65536"/>
              <a:gd name="T18" fmla="*/ 0 60000 65536"/>
              <a:gd name="T19" fmla="*/ 0 60000 65536"/>
              <a:gd name="T20" fmla="*/ 0 60000 65536"/>
              <a:gd name="T21" fmla="*/ 0 w 3"/>
              <a:gd name="T22" fmla="*/ 0 h 10"/>
              <a:gd name="T23" fmla="*/ 3 w 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 h="10">
                <a:moveTo>
                  <a:pt x="2" y="9"/>
                </a:moveTo>
                <a:lnTo>
                  <a:pt x="1" y="5"/>
                </a:lnTo>
                <a:lnTo>
                  <a:pt x="1" y="1"/>
                </a:lnTo>
                <a:lnTo>
                  <a:pt x="0" y="0"/>
                </a:lnTo>
                <a:lnTo>
                  <a:pt x="0" y="2"/>
                </a:lnTo>
                <a:lnTo>
                  <a:pt x="1" y="8"/>
                </a:lnTo>
                <a:lnTo>
                  <a:pt x="2" y="9"/>
                </a:lnTo>
              </a:path>
            </a:pathLst>
          </a:custGeom>
          <a:solidFill>
            <a:srgbClr val="FDE3BA"/>
          </a:solidFill>
          <a:ln w="12700" cap="rnd">
            <a:solidFill>
              <a:schemeClr val="tx1"/>
            </a:solidFill>
            <a:round/>
            <a:headEnd/>
            <a:tailEnd/>
          </a:ln>
        </p:spPr>
        <p:txBody>
          <a:bodyPr/>
          <a:lstStyle/>
          <a:p>
            <a:endParaRPr lang="en-US"/>
          </a:p>
        </p:txBody>
      </p:sp>
      <p:sp>
        <p:nvSpPr>
          <p:cNvPr id="6326" name="Freeform 645"/>
          <p:cNvSpPr>
            <a:spLocks/>
          </p:cNvSpPr>
          <p:nvPr/>
        </p:nvSpPr>
        <p:spPr bwMode="auto">
          <a:xfrm>
            <a:off x="3120583" y="6162080"/>
            <a:ext cx="10478" cy="7901"/>
          </a:xfrm>
          <a:custGeom>
            <a:avLst/>
            <a:gdLst>
              <a:gd name="T0" fmla="*/ 2 w 6"/>
              <a:gd name="T1" fmla="*/ 0 h 4"/>
              <a:gd name="T2" fmla="*/ 1 w 6"/>
              <a:gd name="T3" fmla="*/ 0 h 4"/>
              <a:gd name="T4" fmla="*/ 0 w 6"/>
              <a:gd name="T5" fmla="*/ 1 h 4"/>
              <a:gd name="T6" fmla="*/ 1 w 6"/>
              <a:gd name="T7" fmla="*/ 2 h 4"/>
              <a:gd name="T8" fmla="*/ 2 w 6"/>
              <a:gd name="T9" fmla="*/ 3 h 4"/>
              <a:gd name="T10" fmla="*/ 4 w 6"/>
              <a:gd name="T11" fmla="*/ 2 h 4"/>
              <a:gd name="T12" fmla="*/ 5 w 6"/>
              <a:gd name="T13" fmla="*/ 1 h 4"/>
              <a:gd name="T14" fmla="*/ 4 w 6"/>
              <a:gd name="T15" fmla="*/ 0 h 4"/>
              <a:gd name="T16" fmla="*/ 2 w 6"/>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4"/>
              <a:gd name="T29" fmla="*/ 6 w 6"/>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4">
                <a:moveTo>
                  <a:pt x="2" y="0"/>
                </a:moveTo>
                <a:lnTo>
                  <a:pt x="1" y="0"/>
                </a:lnTo>
                <a:lnTo>
                  <a:pt x="0" y="1"/>
                </a:lnTo>
                <a:lnTo>
                  <a:pt x="1" y="2"/>
                </a:lnTo>
                <a:lnTo>
                  <a:pt x="2" y="3"/>
                </a:lnTo>
                <a:lnTo>
                  <a:pt x="4" y="2"/>
                </a:lnTo>
                <a:lnTo>
                  <a:pt x="5" y="1"/>
                </a:lnTo>
                <a:lnTo>
                  <a:pt x="4" y="0"/>
                </a:lnTo>
                <a:lnTo>
                  <a:pt x="2" y="0"/>
                </a:lnTo>
              </a:path>
            </a:pathLst>
          </a:custGeom>
          <a:solidFill>
            <a:srgbClr val="FDE3BA"/>
          </a:solidFill>
          <a:ln w="12700" cap="rnd">
            <a:solidFill>
              <a:schemeClr val="tx1"/>
            </a:solidFill>
            <a:round/>
            <a:headEnd/>
            <a:tailEnd/>
          </a:ln>
        </p:spPr>
        <p:txBody>
          <a:bodyPr/>
          <a:lstStyle/>
          <a:p>
            <a:endParaRPr lang="en-US"/>
          </a:p>
        </p:txBody>
      </p:sp>
      <p:sp>
        <p:nvSpPr>
          <p:cNvPr id="6327" name="Freeform 646"/>
          <p:cNvSpPr>
            <a:spLocks/>
          </p:cNvSpPr>
          <p:nvPr/>
        </p:nvSpPr>
        <p:spPr bwMode="auto">
          <a:xfrm>
            <a:off x="3124076" y="6144303"/>
            <a:ext cx="6985" cy="5926"/>
          </a:xfrm>
          <a:custGeom>
            <a:avLst/>
            <a:gdLst>
              <a:gd name="T0" fmla="*/ 2 w 4"/>
              <a:gd name="T1" fmla="*/ 0 h 3"/>
              <a:gd name="T2" fmla="*/ 0 w 4"/>
              <a:gd name="T3" fmla="*/ 0 h 3"/>
              <a:gd name="T4" fmla="*/ 0 w 4"/>
              <a:gd name="T5" fmla="*/ 1 h 3"/>
              <a:gd name="T6" fmla="*/ 0 w 4"/>
              <a:gd name="T7" fmla="*/ 1 h 3"/>
              <a:gd name="T8" fmla="*/ 2 w 4"/>
              <a:gd name="T9" fmla="*/ 2 h 3"/>
              <a:gd name="T10" fmla="*/ 3 w 4"/>
              <a:gd name="T11" fmla="*/ 1 h 3"/>
              <a:gd name="T12" fmla="*/ 3 w 4"/>
              <a:gd name="T13" fmla="*/ 1 h 3"/>
              <a:gd name="T14" fmla="*/ 3 w 4"/>
              <a:gd name="T15" fmla="*/ 0 h 3"/>
              <a:gd name="T16" fmla="*/ 2 w 4"/>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3"/>
              <a:gd name="T29" fmla="*/ 4 w 4"/>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3">
                <a:moveTo>
                  <a:pt x="2" y="0"/>
                </a:moveTo>
                <a:lnTo>
                  <a:pt x="0" y="0"/>
                </a:lnTo>
                <a:lnTo>
                  <a:pt x="0" y="1"/>
                </a:lnTo>
                <a:lnTo>
                  <a:pt x="2" y="2"/>
                </a:lnTo>
                <a:lnTo>
                  <a:pt x="3" y="1"/>
                </a:lnTo>
                <a:lnTo>
                  <a:pt x="3" y="0"/>
                </a:lnTo>
                <a:lnTo>
                  <a:pt x="2" y="0"/>
                </a:lnTo>
              </a:path>
            </a:pathLst>
          </a:custGeom>
          <a:solidFill>
            <a:srgbClr val="FDE3BA"/>
          </a:solidFill>
          <a:ln w="12700" cap="rnd">
            <a:solidFill>
              <a:schemeClr val="tx1"/>
            </a:solidFill>
            <a:round/>
            <a:headEnd/>
            <a:tailEnd/>
          </a:ln>
        </p:spPr>
        <p:txBody>
          <a:bodyPr/>
          <a:lstStyle/>
          <a:p>
            <a:endParaRPr lang="en-US"/>
          </a:p>
        </p:txBody>
      </p:sp>
      <p:sp>
        <p:nvSpPr>
          <p:cNvPr id="6328" name="Freeform 647"/>
          <p:cNvSpPr>
            <a:spLocks/>
          </p:cNvSpPr>
          <p:nvPr/>
        </p:nvSpPr>
        <p:spPr bwMode="auto">
          <a:xfrm>
            <a:off x="3082164" y="4538458"/>
            <a:ext cx="827746" cy="1167348"/>
          </a:xfrm>
          <a:custGeom>
            <a:avLst/>
            <a:gdLst>
              <a:gd name="T0" fmla="*/ 208 w 474"/>
              <a:gd name="T1" fmla="*/ 541 h 591"/>
              <a:gd name="T2" fmla="*/ 233 w 474"/>
              <a:gd name="T3" fmla="*/ 494 h 591"/>
              <a:gd name="T4" fmla="*/ 248 w 474"/>
              <a:gd name="T5" fmla="*/ 457 h 591"/>
              <a:gd name="T6" fmla="*/ 242 w 474"/>
              <a:gd name="T7" fmla="*/ 453 h 591"/>
              <a:gd name="T8" fmla="*/ 242 w 474"/>
              <a:gd name="T9" fmla="*/ 420 h 591"/>
              <a:gd name="T10" fmla="*/ 199 w 474"/>
              <a:gd name="T11" fmla="*/ 398 h 591"/>
              <a:gd name="T12" fmla="*/ 194 w 474"/>
              <a:gd name="T13" fmla="*/ 340 h 591"/>
              <a:gd name="T14" fmla="*/ 191 w 474"/>
              <a:gd name="T15" fmla="*/ 323 h 591"/>
              <a:gd name="T16" fmla="*/ 166 w 474"/>
              <a:gd name="T17" fmla="*/ 314 h 591"/>
              <a:gd name="T18" fmla="*/ 166 w 474"/>
              <a:gd name="T19" fmla="*/ 293 h 591"/>
              <a:gd name="T20" fmla="*/ 149 w 474"/>
              <a:gd name="T21" fmla="*/ 283 h 591"/>
              <a:gd name="T22" fmla="*/ 134 w 474"/>
              <a:gd name="T23" fmla="*/ 275 h 591"/>
              <a:gd name="T24" fmla="*/ 105 w 474"/>
              <a:gd name="T25" fmla="*/ 263 h 591"/>
              <a:gd name="T26" fmla="*/ 98 w 474"/>
              <a:gd name="T27" fmla="*/ 234 h 591"/>
              <a:gd name="T28" fmla="*/ 73 w 474"/>
              <a:gd name="T29" fmla="*/ 245 h 591"/>
              <a:gd name="T30" fmla="*/ 64 w 474"/>
              <a:gd name="T31" fmla="*/ 252 h 591"/>
              <a:gd name="T32" fmla="*/ 46 w 474"/>
              <a:gd name="T33" fmla="*/ 252 h 591"/>
              <a:gd name="T34" fmla="*/ 36 w 474"/>
              <a:gd name="T35" fmla="*/ 232 h 591"/>
              <a:gd name="T36" fmla="*/ 11 w 474"/>
              <a:gd name="T37" fmla="*/ 228 h 591"/>
              <a:gd name="T38" fmla="*/ 9 w 474"/>
              <a:gd name="T39" fmla="*/ 180 h 591"/>
              <a:gd name="T40" fmla="*/ 37 w 474"/>
              <a:gd name="T41" fmla="*/ 161 h 591"/>
              <a:gd name="T42" fmla="*/ 49 w 474"/>
              <a:gd name="T43" fmla="*/ 128 h 591"/>
              <a:gd name="T44" fmla="*/ 42 w 474"/>
              <a:gd name="T45" fmla="*/ 90 h 591"/>
              <a:gd name="T46" fmla="*/ 52 w 474"/>
              <a:gd name="T47" fmla="*/ 82 h 591"/>
              <a:gd name="T48" fmla="*/ 51 w 474"/>
              <a:gd name="T49" fmla="*/ 74 h 591"/>
              <a:gd name="T50" fmla="*/ 121 w 474"/>
              <a:gd name="T51" fmla="*/ 0 h 591"/>
              <a:gd name="T52" fmla="*/ 274 w 474"/>
              <a:gd name="T53" fmla="*/ 57 h 591"/>
              <a:gd name="T54" fmla="*/ 286 w 474"/>
              <a:gd name="T55" fmla="*/ 89 h 591"/>
              <a:gd name="T56" fmla="*/ 289 w 474"/>
              <a:gd name="T57" fmla="*/ 105 h 591"/>
              <a:gd name="T58" fmla="*/ 313 w 474"/>
              <a:gd name="T59" fmla="*/ 111 h 591"/>
              <a:gd name="T60" fmla="*/ 351 w 474"/>
              <a:gd name="T61" fmla="*/ 119 h 591"/>
              <a:gd name="T62" fmla="*/ 358 w 474"/>
              <a:gd name="T63" fmla="*/ 131 h 591"/>
              <a:gd name="T64" fmla="*/ 396 w 474"/>
              <a:gd name="T65" fmla="*/ 138 h 591"/>
              <a:gd name="T66" fmla="*/ 444 w 474"/>
              <a:gd name="T67" fmla="*/ 165 h 591"/>
              <a:gd name="T68" fmla="*/ 461 w 474"/>
              <a:gd name="T69" fmla="*/ 167 h 591"/>
              <a:gd name="T70" fmla="*/ 473 w 474"/>
              <a:gd name="T71" fmla="*/ 200 h 591"/>
              <a:gd name="T72" fmla="*/ 465 w 474"/>
              <a:gd name="T73" fmla="*/ 221 h 591"/>
              <a:gd name="T74" fmla="*/ 439 w 474"/>
              <a:gd name="T75" fmla="*/ 269 h 591"/>
              <a:gd name="T76" fmla="*/ 423 w 474"/>
              <a:gd name="T77" fmla="*/ 296 h 591"/>
              <a:gd name="T78" fmla="*/ 425 w 474"/>
              <a:gd name="T79" fmla="*/ 318 h 591"/>
              <a:gd name="T80" fmla="*/ 417 w 474"/>
              <a:gd name="T81" fmla="*/ 362 h 591"/>
              <a:gd name="T82" fmla="*/ 410 w 474"/>
              <a:gd name="T83" fmla="*/ 379 h 591"/>
              <a:gd name="T84" fmla="*/ 402 w 474"/>
              <a:gd name="T85" fmla="*/ 400 h 591"/>
              <a:gd name="T86" fmla="*/ 391 w 474"/>
              <a:gd name="T87" fmla="*/ 413 h 591"/>
              <a:gd name="T88" fmla="*/ 350 w 474"/>
              <a:gd name="T89" fmla="*/ 427 h 591"/>
              <a:gd name="T90" fmla="*/ 328 w 474"/>
              <a:gd name="T91" fmla="*/ 442 h 591"/>
              <a:gd name="T92" fmla="*/ 310 w 474"/>
              <a:gd name="T93" fmla="*/ 459 h 591"/>
              <a:gd name="T94" fmla="*/ 309 w 474"/>
              <a:gd name="T95" fmla="*/ 493 h 591"/>
              <a:gd name="T96" fmla="*/ 292 w 474"/>
              <a:gd name="T97" fmla="*/ 521 h 591"/>
              <a:gd name="T98" fmla="*/ 287 w 474"/>
              <a:gd name="T99" fmla="*/ 537 h 591"/>
              <a:gd name="T100" fmla="*/ 263 w 474"/>
              <a:gd name="T101" fmla="*/ 578 h 591"/>
              <a:gd name="T102" fmla="*/ 243 w 474"/>
              <a:gd name="T103" fmla="*/ 589 h 59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4"/>
              <a:gd name="T157" fmla="*/ 0 h 591"/>
              <a:gd name="T158" fmla="*/ 474 w 474"/>
              <a:gd name="T159" fmla="*/ 591 h 59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4" h="591">
                <a:moveTo>
                  <a:pt x="209" y="586"/>
                </a:moveTo>
                <a:lnTo>
                  <a:pt x="205" y="566"/>
                </a:lnTo>
                <a:lnTo>
                  <a:pt x="208" y="541"/>
                </a:lnTo>
                <a:lnTo>
                  <a:pt x="214" y="517"/>
                </a:lnTo>
                <a:lnTo>
                  <a:pt x="223" y="502"/>
                </a:lnTo>
                <a:lnTo>
                  <a:pt x="233" y="494"/>
                </a:lnTo>
                <a:lnTo>
                  <a:pt x="242" y="486"/>
                </a:lnTo>
                <a:lnTo>
                  <a:pt x="252" y="468"/>
                </a:lnTo>
                <a:lnTo>
                  <a:pt x="248" y="457"/>
                </a:lnTo>
                <a:lnTo>
                  <a:pt x="244" y="456"/>
                </a:lnTo>
                <a:lnTo>
                  <a:pt x="242" y="456"/>
                </a:lnTo>
                <a:lnTo>
                  <a:pt x="242" y="453"/>
                </a:lnTo>
                <a:lnTo>
                  <a:pt x="243" y="445"/>
                </a:lnTo>
                <a:lnTo>
                  <a:pt x="243" y="433"/>
                </a:lnTo>
                <a:lnTo>
                  <a:pt x="242" y="420"/>
                </a:lnTo>
                <a:lnTo>
                  <a:pt x="233" y="410"/>
                </a:lnTo>
                <a:lnTo>
                  <a:pt x="215" y="403"/>
                </a:lnTo>
                <a:lnTo>
                  <a:pt x="199" y="398"/>
                </a:lnTo>
                <a:lnTo>
                  <a:pt x="197" y="387"/>
                </a:lnTo>
                <a:lnTo>
                  <a:pt x="197" y="370"/>
                </a:lnTo>
                <a:lnTo>
                  <a:pt x="194" y="340"/>
                </a:lnTo>
                <a:lnTo>
                  <a:pt x="193" y="329"/>
                </a:lnTo>
                <a:lnTo>
                  <a:pt x="194" y="325"/>
                </a:lnTo>
                <a:lnTo>
                  <a:pt x="191" y="323"/>
                </a:lnTo>
                <a:lnTo>
                  <a:pt x="180" y="321"/>
                </a:lnTo>
                <a:lnTo>
                  <a:pt x="169" y="318"/>
                </a:lnTo>
                <a:lnTo>
                  <a:pt x="166" y="314"/>
                </a:lnTo>
                <a:lnTo>
                  <a:pt x="166" y="309"/>
                </a:lnTo>
                <a:lnTo>
                  <a:pt x="167" y="301"/>
                </a:lnTo>
                <a:lnTo>
                  <a:pt x="166" y="293"/>
                </a:lnTo>
                <a:lnTo>
                  <a:pt x="164" y="290"/>
                </a:lnTo>
                <a:lnTo>
                  <a:pt x="159" y="287"/>
                </a:lnTo>
                <a:lnTo>
                  <a:pt x="149" y="283"/>
                </a:lnTo>
                <a:lnTo>
                  <a:pt x="141" y="278"/>
                </a:lnTo>
                <a:lnTo>
                  <a:pt x="138" y="276"/>
                </a:lnTo>
                <a:lnTo>
                  <a:pt x="134" y="275"/>
                </a:lnTo>
                <a:lnTo>
                  <a:pt x="123" y="274"/>
                </a:lnTo>
                <a:lnTo>
                  <a:pt x="112" y="270"/>
                </a:lnTo>
                <a:lnTo>
                  <a:pt x="105" y="263"/>
                </a:lnTo>
                <a:lnTo>
                  <a:pt x="102" y="254"/>
                </a:lnTo>
                <a:lnTo>
                  <a:pt x="101" y="244"/>
                </a:lnTo>
                <a:lnTo>
                  <a:pt x="98" y="234"/>
                </a:lnTo>
                <a:lnTo>
                  <a:pt x="97" y="233"/>
                </a:lnTo>
                <a:lnTo>
                  <a:pt x="90" y="235"/>
                </a:lnTo>
                <a:lnTo>
                  <a:pt x="73" y="245"/>
                </a:lnTo>
                <a:lnTo>
                  <a:pt x="68" y="250"/>
                </a:lnTo>
                <a:lnTo>
                  <a:pt x="65" y="253"/>
                </a:lnTo>
                <a:lnTo>
                  <a:pt x="64" y="252"/>
                </a:lnTo>
                <a:lnTo>
                  <a:pt x="55" y="250"/>
                </a:lnTo>
                <a:lnTo>
                  <a:pt x="47" y="250"/>
                </a:lnTo>
                <a:lnTo>
                  <a:pt x="46" y="252"/>
                </a:lnTo>
                <a:lnTo>
                  <a:pt x="42" y="247"/>
                </a:lnTo>
                <a:lnTo>
                  <a:pt x="40" y="232"/>
                </a:lnTo>
                <a:lnTo>
                  <a:pt x="36" y="232"/>
                </a:lnTo>
                <a:lnTo>
                  <a:pt x="28" y="233"/>
                </a:lnTo>
                <a:lnTo>
                  <a:pt x="19" y="233"/>
                </a:lnTo>
                <a:lnTo>
                  <a:pt x="11" y="228"/>
                </a:lnTo>
                <a:lnTo>
                  <a:pt x="0" y="216"/>
                </a:lnTo>
                <a:lnTo>
                  <a:pt x="1" y="197"/>
                </a:lnTo>
                <a:lnTo>
                  <a:pt x="9" y="180"/>
                </a:lnTo>
                <a:lnTo>
                  <a:pt x="23" y="168"/>
                </a:lnTo>
                <a:lnTo>
                  <a:pt x="31" y="163"/>
                </a:lnTo>
                <a:lnTo>
                  <a:pt x="37" y="161"/>
                </a:lnTo>
                <a:lnTo>
                  <a:pt x="42" y="157"/>
                </a:lnTo>
                <a:lnTo>
                  <a:pt x="46" y="148"/>
                </a:lnTo>
                <a:lnTo>
                  <a:pt x="49" y="128"/>
                </a:lnTo>
                <a:lnTo>
                  <a:pt x="47" y="106"/>
                </a:lnTo>
                <a:lnTo>
                  <a:pt x="45" y="96"/>
                </a:lnTo>
                <a:lnTo>
                  <a:pt x="42" y="90"/>
                </a:lnTo>
                <a:lnTo>
                  <a:pt x="44" y="88"/>
                </a:lnTo>
                <a:lnTo>
                  <a:pt x="47" y="85"/>
                </a:lnTo>
                <a:lnTo>
                  <a:pt x="52" y="82"/>
                </a:lnTo>
                <a:lnTo>
                  <a:pt x="45" y="78"/>
                </a:lnTo>
                <a:lnTo>
                  <a:pt x="42" y="75"/>
                </a:lnTo>
                <a:lnTo>
                  <a:pt x="51" y="74"/>
                </a:lnTo>
                <a:lnTo>
                  <a:pt x="62" y="72"/>
                </a:lnTo>
                <a:lnTo>
                  <a:pt x="73" y="71"/>
                </a:lnTo>
                <a:lnTo>
                  <a:pt x="121" y="0"/>
                </a:lnTo>
                <a:lnTo>
                  <a:pt x="267" y="41"/>
                </a:lnTo>
                <a:lnTo>
                  <a:pt x="271" y="47"/>
                </a:lnTo>
                <a:lnTo>
                  <a:pt x="274" y="57"/>
                </a:lnTo>
                <a:lnTo>
                  <a:pt x="278" y="67"/>
                </a:lnTo>
                <a:lnTo>
                  <a:pt x="284" y="79"/>
                </a:lnTo>
                <a:lnTo>
                  <a:pt x="286" y="89"/>
                </a:lnTo>
                <a:lnTo>
                  <a:pt x="282" y="94"/>
                </a:lnTo>
                <a:lnTo>
                  <a:pt x="271" y="104"/>
                </a:lnTo>
                <a:lnTo>
                  <a:pt x="289" y="105"/>
                </a:lnTo>
                <a:lnTo>
                  <a:pt x="296" y="108"/>
                </a:lnTo>
                <a:lnTo>
                  <a:pt x="301" y="111"/>
                </a:lnTo>
                <a:lnTo>
                  <a:pt x="313" y="111"/>
                </a:lnTo>
                <a:lnTo>
                  <a:pt x="329" y="114"/>
                </a:lnTo>
                <a:lnTo>
                  <a:pt x="346" y="119"/>
                </a:lnTo>
                <a:lnTo>
                  <a:pt x="351" y="119"/>
                </a:lnTo>
                <a:lnTo>
                  <a:pt x="353" y="123"/>
                </a:lnTo>
                <a:lnTo>
                  <a:pt x="355" y="128"/>
                </a:lnTo>
                <a:lnTo>
                  <a:pt x="358" y="131"/>
                </a:lnTo>
                <a:lnTo>
                  <a:pt x="371" y="135"/>
                </a:lnTo>
                <a:lnTo>
                  <a:pt x="386" y="137"/>
                </a:lnTo>
                <a:lnTo>
                  <a:pt x="396" y="138"/>
                </a:lnTo>
                <a:lnTo>
                  <a:pt x="407" y="141"/>
                </a:lnTo>
                <a:lnTo>
                  <a:pt x="423" y="149"/>
                </a:lnTo>
                <a:lnTo>
                  <a:pt x="444" y="165"/>
                </a:lnTo>
                <a:lnTo>
                  <a:pt x="450" y="167"/>
                </a:lnTo>
                <a:lnTo>
                  <a:pt x="456" y="166"/>
                </a:lnTo>
                <a:lnTo>
                  <a:pt x="461" y="167"/>
                </a:lnTo>
                <a:lnTo>
                  <a:pt x="468" y="178"/>
                </a:lnTo>
                <a:lnTo>
                  <a:pt x="473" y="195"/>
                </a:lnTo>
                <a:lnTo>
                  <a:pt x="473" y="200"/>
                </a:lnTo>
                <a:lnTo>
                  <a:pt x="470" y="202"/>
                </a:lnTo>
                <a:lnTo>
                  <a:pt x="469" y="211"/>
                </a:lnTo>
                <a:lnTo>
                  <a:pt x="465" y="221"/>
                </a:lnTo>
                <a:lnTo>
                  <a:pt x="453" y="235"/>
                </a:lnTo>
                <a:lnTo>
                  <a:pt x="446" y="251"/>
                </a:lnTo>
                <a:lnTo>
                  <a:pt x="439" y="269"/>
                </a:lnTo>
                <a:lnTo>
                  <a:pt x="430" y="280"/>
                </a:lnTo>
                <a:lnTo>
                  <a:pt x="421" y="287"/>
                </a:lnTo>
                <a:lnTo>
                  <a:pt x="423" y="296"/>
                </a:lnTo>
                <a:lnTo>
                  <a:pt x="426" y="302"/>
                </a:lnTo>
                <a:lnTo>
                  <a:pt x="423" y="309"/>
                </a:lnTo>
                <a:lnTo>
                  <a:pt x="425" y="318"/>
                </a:lnTo>
                <a:lnTo>
                  <a:pt x="427" y="328"/>
                </a:lnTo>
                <a:lnTo>
                  <a:pt x="423" y="343"/>
                </a:lnTo>
                <a:lnTo>
                  <a:pt x="417" y="362"/>
                </a:lnTo>
                <a:lnTo>
                  <a:pt x="415" y="370"/>
                </a:lnTo>
                <a:lnTo>
                  <a:pt x="413" y="375"/>
                </a:lnTo>
                <a:lnTo>
                  <a:pt x="410" y="379"/>
                </a:lnTo>
                <a:lnTo>
                  <a:pt x="405" y="384"/>
                </a:lnTo>
                <a:lnTo>
                  <a:pt x="402" y="392"/>
                </a:lnTo>
                <a:lnTo>
                  <a:pt x="402" y="400"/>
                </a:lnTo>
                <a:lnTo>
                  <a:pt x="401" y="407"/>
                </a:lnTo>
                <a:lnTo>
                  <a:pt x="399" y="410"/>
                </a:lnTo>
                <a:lnTo>
                  <a:pt x="391" y="413"/>
                </a:lnTo>
                <a:lnTo>
                  <a:pt x="370" y="415"/>
                </a:lnTo>
                <a:lnTo>
                  <a:pt x="356" y="418"/>
                </a:lnTo>
                <a:lnTo>
                  <a:pt x="350" y="427"/>
                </a:lnTo>
                <a:lnTo>
                  <a:pt x="339" y="431"/>
                </a:lnTo>
                <a:lnTo>
                  <a:pt x="330" y="435"/>
                </a:lnTo>
                <a:lnTo>
                  <a:pt x="328" y="442"/>
                </a:lnTo>
                <a:lnTo>
                  <a:pt x="323" y="449"/>
                </a:lnTo>
                <a:lnTo>
                  <a:pt x="316" y="451"/>
                </a:lnTo>
                <a:lnTo>
                  <a:pt x="310" y="459"/>
                </a:lnTo>
                <a:lnTo>
                  <a:pt x="309" y="476"/>
                </a:lnTo>
                <a:lnTo>
                  <a:pt x="309" y="485"/>
                </a:lnTo>
                <a:lnTo>
                  <a:pt x="309" y="493"/>
                </a:lnTo>
                <a:lnTo>
                  <a:pt x="306" y="502"/>
                </a:lnTo>
                <a:lnTo>
                  <a:pt x="298" y="511"/>
                </a:lnTo>
                <a:lnTo>
                  <a:pt x="292" y="521"/>
                </a:lnTo>
                <a:lnTo>
                  <a:pt x="290" y="528"/>
                </a:lnTo>
                <a:lnTo>
                  <a:pt x="290" y="532"/>
                </a:lnTo>
                <a:lnTo>
                  <a:pt x="287" y="537"/>
                </a:lnTo>
                <a:lnTo>
                  <a:pt x="275" y="552"/>
                </a:lnTo>
                <a:lnTo>
                  <a:pt x="266" y="568"/>
                </a:lnTo>
                <a:lnTo>
                  <a:pt x="263" y="578"/>
                </a:lnTo>
                <a:lnTo>
                  <a:pt x="261" y="584"/>
                </a:lnTo>
                <a:lnTo>
                  <a:pt x="257" y="587"/>
                </a:lnTo>
                <a:lnTo>
                  <a:pt x="243" y="589"/>
                </a:lnTo>
                <a:lnTo>
                  <a:pt x="226" y="590"/>
                </a:lnTo>
                <a:lnTo>
                  <a:pt x="209" y="586"/>
                </a:lnTo>
              </a:path>
            </a:pathLst>
          </a:custGeom>
          <a:solidFill>
            <a:srgbClr val="FFFFCC"/>
          </a:solidFill>
          <a:ln w="12700" cap="rnd">
            <a:solidFill>
              <a:schemeClr val="tx1"/>
            </a:solidFill>
            <a:round/>
            <a:headEnd/>
            <a:tailEnd/>
          </a:ln>
        </p:spPr>
        <p:txBody>
          <a:bodyPr/>
          <a:lstStyle/>
          <a:p>
            <a:endParaRPr lang="en-US"/>
          </a:p>
        </p:txBody>
      </p:sp>
      <p:sp>
        <p:nvSpPr>
          <p:cNvPr id="6329" name="Freeform 648"/>
          <p:cNvSpPr>
            <a:spLocks/>
          </p:cNvSpPr>
          <p:nvPr/>
        </p:nvSpPr>
        <p:spPr bwMode="auto">
          <a:xfrm>
            <a:off x="3447140" y="5585319"/>
            <a:ext cx="94300" cy="122463"/>
          </a:xfrm>
          <a:custGeom>
            <a:avLst/>
            <a:gdLst>
              <a:gd name="T0" fmla="*/ 53 w 54"/>
              <a:gd name="T1" fmla="*/ 41 h 62"/>
              <a:gd name="T2" fmla="*/ 46 w 54"/>
              <a:gd name="T3" fmla="*/ 36 h 62"/>
              <a:gd name="T4" fmla="*/ 47 w 54"/>
              <a:gd name="T5" fmla="*/ 31 h 62"/>
              <a:gd name="T6" fmla="*/ 43 w 54"/>
              <a:gd name="T7" fmla="*/ 26 h 62"/>
              <a:gd name="T8" fmla="*/ 30 w 54"/>
              <a:gd name="T9" fmla="*/ 12 h 62"/>
              <a:gd name="T10" fmla="*/ 19 w 54"/>
              <a:gd name="T11" fmla="*/ 3 h 62"/>
              <a:gd name="T12" fmla="*/ 14 w 54"/>
              <a:gd name="T13" fmla="*/ 0 h 62"/>
              <a:gd name="T14" fmla="*/ 8 w 54"/>
              <a:gd name="T15" fmla="*/ 0 h 62"/>
              <a:gd name="T16" fmla="*/ 1 w 54"/>
              <a:gd name="T17" fmla="*/ 25 h 62"/>
              <a:gd name="T18" fmla="*/ 0 w 54"/>
              <a:gd name="T19" fmla="*/ 50 h 62"/>
              <a:gd name="T20" fmla="*/ 3 w 54"/>
              <a:gd name="T21" fmla="*/ 58 h 62"/>
              <a:gd name="T22" fmla="*/ 20 w 54"/>
              <a:gd name="T23" fmla="*/ 61 h 62"/>
              <a:gd name="T24" fmla="*/ 43 w 54"/>
              <a:gd name="T25" fmla="*/ 58 h 62"/>
              <a:gd name="T26" fmla="*/ 50 w 54"/>
              <a:gd name="T27" fmla="*/ 55 h 62"/>
              <a:gd name="T28" fmla="*/ 53 w 54"/>
              <a:gd name="T29" fmla="*/ 41 h 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4"/>
              <a:gd name="T46" fmla="*/ 0 h 62"/>
              <a:gd name="T47" fmla="*/ 54 w 54"/>
              <a:gd name="T48" fmla="*/ 62 h 6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4" h="62">
                <a:moveTo>
                  <a:pt x="53" y="41"/>
                </a:moveTo>
                <a:lnTo>
                  <a:pt x="46" y="36"/>
                </a:lnTo>
                <a:lnTo>
                  <a:pt x="47" y="31"/>
                </a:lnTo>
                <a:lnTo>
                  <a:pt x="43" y="26"/>
                </a:lnTo>
                <a:lnTo>
                  <a:pt x="30" y="12"/>
                </a:lnTo>
                <a:lnTo>
                  <a:pt x="19" y="3"/>
                </a:lnTo>
                <a:lnTo>
                  <a:pt x="14" y="0"/>
                </a:lnTo>
                <a:lnTo>
                  <a:pt x="8" y="0"/>
                </a:lnTo>
                <a:lnTo>
                  <a:pt x="1" y="25"/>
                </a:lnTo>
                <a:lnTo>
                  <a:pt x="0" y="50"/>
                </a:lnTo>
                <a:lnTo>
                  <a:pt x="3" y="58"/>
                </a:lnTo>
                <a:lnTo>
                  <a:pt x="20" y="61"/>
                </a:lnTo>
                <a:lnTo>
                  <a:pt x="43" y="58"/>
                </a:lnTo>
                <a:lnTo>
                  <a:pt x="50" y="55"/>
                </a:lnTo>
                <a:lnTo>
                  <a:pt x="53" y="41"/>
                </a:lnTo>
              </a:path>
            </a:pathLst>
          </a:custGeom>
          <a:solidFill>
            <a:srgbClr val="FDE3BA"/>
          </a:solidFill>
          <a:ln w="12700" cap="rnd">
            <a:solidFill>
              <a:schemeClr val="tx1"/>
            </a:solidFill>
            <a:round/>
            <a:headEnd/>
            <a:tailEnd/>
          </a:ln>
        </p:spPr>
        <p:txBody>
          <a:bodyPr/>
          <a:lstStyle/>
          <a:p>
            <a:endParaRPr lang="en-US"/>
          </a:p>
        </p:txBody>
      </p:sp>
      <p:sp>
        <p:nvSpPr>
          <p:cNvPr id="6330" name="Freeform 649"/>
          <p:cNvSpPr>
            <a:spLocks/>
          </p:cNvSpPr>
          <p:nvPr/>
        </p:nvSpPr>
        <p:spPr bwMode="auto">
          <a:xfrm>
            <a:off x="3176465" y="5006582"/>
            <a:ext cx="240989" cy="355538"/>
          </a:xfrm>
          <a:custGeom>
            <a:avLst/>
            <a:gdLst>
              <a:gd name="T0" fmla="*/ 21 w 138"/>
              <a:gd name="T1" fmla="*/ 145 h 180"/>
              <a:gd name="T2" fmla="*/ 8 w 138"/>
              <a:gd name="T3" fmla="*/ 112 h 180"/>
              <a:gd name="T4" fmla="*/ 3 w 138"/>
              <a:gd name="T5" fmla="*/ 109 h 180"/>
              <a:gd name="T6" fmla="*/ 9 w 138"/>
              <a:gd name="T7" fmla="*/ 98 h 180"/>
              <a:gd name="T8" fmla="*/ 6 w 138"/>
              <a:gd name="T9" fmla="*/ 84 h 180"/>
              <a:gd name="T10" fmla="*/ 5 w 138"/>
              <a:gd name="T11" fmla="*/ 75 h 180"/>
              <a:gd name="T12" fmla="*/ 7 w 138"/>
              <a:gd name="T13" fmla="*/ 57 h 180"/>
              <a:gd name="T14" fmla="*/ 7 w 138"/>
              <a:gd name="T15" fmla="*/ 29 h 180"/>
              <a:gd name="T16" fmla="*/ 2 w 138"/>
              <a:gd name="T17" fmla="*/ 16 h 180"/>
              <a:gd name="T18" fmla="*/ 12 w 138"/>
              <a:gd name="T19" fmla="*/ 19 h 180"/>
              <a:gd name="T20" fmla="*/ 20 w 138"/>
              <a:gd name="T21" fmla="*/ 11 h 180"/>
              <a:gd name="T22" fmla="*/ 42 w 138"/>
              <a:gd name="T23" fmla="*/ 0 h 180"/>
              <a:gd name="T24" fmla="*/ 46 w 138"/>
              <a:gd name="T25" fmla="*/ 10 h 180"/>
              <a:gd name="T26" fmla="*/ 49 w 138"/>
              <a:gd name="T27" fmla="*/ 28 h 180"/>
              <a:gd name="T28" fmla="*/ 67 w 138"/>
              <a:gd name="T29" fmla="*/ 40 h 180"/>
              <a:gd name="T30" fmla="*/ 81 w 138"/>
              <a:gd name="T31" fmla="*/ 42 h 180"/>
              <a:gd name="T32" fmla="*/ 91 w 138"/>
              <a:gd name="T33" fmla="*/ 48 h 180"/>
              <a:gd name="T34" fmla="*/ 105 w 138"/>
              <a:gd name="T35" fmla="*/ 55 h 180"/>
              <a:gd name="T36" fmla="*/ 109 w 138"/>
              <a:gd name="T37" fmla="*/ 66 h 180"/>
              <a:gd name="T38" fmla="*/ 108 w 138"/>
              <a:gd name="T39" fmla="*/ 78 h 180"/>
              <a:gd name="T40" fmla="*/ 121 w 138"/>
              <a:gd name="T41" fmla="*/ 84 h 180"/>
              <a:gd name="T42" fmla="*/ 134 w 138"/>
              <a:gd name="T43" fmla="*/ 88 h 180"/>
              <a:gd name="T44" fmla="*/ 134 w 138"/>
              <a:gd name="T45" fmla="*/ 103 h 180"/>
              <a:gd name="T46" fmla="*/ 137 w 138"/>
              <a:gd name="T47" fmla="*/ 129 h 180"/>
              <a:gd name="T48" fmla="*/ 136 w 138"/>
              <a:gd name="T49" fmla="*/ 130 h 180"/>
              <a:gd name="T50" fmla="*/ 126 w 138"/>
              <a:gd name="T51" fmla="*/ 127 h 180"/>
              <a:gd name="T52" fmla="*/ 101 w 138"/>
              <a:gd name="T53" fmla="*/ 128 h 180"/>
              <a:gd name="T54" fmla="*/ 93 w 138"/>
              <a:gd name="T55" fmla="*/ 135 h 180"/>
              <a:gd name="T56" fmla="*/ 86 w 138"/>
              <a:gd name="T57" fmla="*/ 157 h 180"/>
              <a:gd name="T58" fmla="*/ 84 w 138"/>
              <a:gd name="T59" fmla="*/ 160 h 180"/>
              <a:gd name="T60" fmla="*/ 71 w 138"/>
              <a:gd name="T61" fmla="*/ 169 h 180"/>
              <a:gd name="T62" fmla="*/ 62 w 138"/>
              <a:gd name="T63" fmla="*/ 173 h 180"/>
              <a:gd name="T64" fmla="*/ 46 w 138"/>
              <a:gd name="T65" fmla="*/ 162 h 180"/>
              <a:gd name="T66" fmla="*/ 37 w 138"/>
              <a:gd name="T67" fmla="*/ 175 h 180"/>
              <a:gd name="T68" fmla="*/ 29 w 138"/>
              <a:gd name="T69" fmla="*/ 179 h 180"/>
              <a:gd name="T70" fmla="*/ 26 w 138"/>
              <a:gd name="T71" fmla="*/ 164 h 1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38"/>
              <a:gd name="T109" fmla="*/ 0 h 180"/>
              <a:gd name="T110" fmla="*/ 138 w 138"/>
              <a:gd name="T111" fmla="*/ 180 h 18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38" h="180">
                <a:moveTo>
                  <a:pt x="26" y="164"/>
                </a:moveTo>
                <a:lnTo>
                  <a:pt x="21" y="145"/>
                </a:lnTo>
                <a:lnTo>
                  <a:pt x="16" y="125"/>
                </a:lnTo>
                <a:lnTo>
                  <a:pt x="8" y="112"/>
                </a:lnTo>
                <a:lnTo>
                  <a:pt x="0" y="110"/>
                </a:lnTo>
                <a:lnTo>
                  <a:pt x="3" y="109"/>
                </a:lnTo>
                <a:lnTo>
                  <a:pt x="4" y="106"/>
                </a:lnTo>
                <a:lnTo>
                  <a:pt x="9" y="98"/>
                </a:lnTo>
                <a:lnTo>
                  <a:pt x="12" y="91"/>
                </a:lnTo>
                <a:lnTo>
                  <a:pt x="6" y="84"/>
                </a:lnTo>
                <a:lnTo>
                  <a:pt x="1" y="80"/>
                </a:lnTo>
                <a:lnTo>
                  <a:pt x="5" y="75"/>
                </a:lnTo>
                <a:lnTo>
                  <a:pt x="7" y="68"/>
                </a:lnTo>
                <a:lnTo>
                  <a:pt x="7" y="57"/>
                </a:lnTo>
                <a:lnTo>
                  <a:pt x="10" y="43"/>
                </a:lnTo>
                <a:lnTo>
                  <a:pt x="7" y="29"/>
                </a:lnTo>
                <a:lnTo>
                  <a:pt x="2" y="19"/>
                </a:lnTo>
                <a:lnTo>
                  <a:pt x="2" y="16"/>
                </a:lnTo>
                <a:lnTo>
                  <a:pt x="10" y="18"/>
                </a:lnTo>
                <a:lnTo>
                  <a:pt x="12" y="19"/>
                </a:lnTo>
                <a:lnTo>
                  <a:pt x="14" y="16"/>
                </a:lnTo>
                <a:lnTo>
                  <a:pt x="20" y="11"/>
                </a:lnTo>
                <a:lnTo>
                  <a:pt x="35" y="2"/>
                </a:lnTo>
                <a:lnTo>
                  <a:pt x="42" y="0"/>
                </a:lnTo>
                <a:lnTo>
                  <a:pt x="43" y="1"/>
                </a:lnTo>
                <a:lnTo>
                  <a:pt x="46" y="10"/>
                </a:lnTo>
                <a:lnTo>
                  <a:pt x="47" y="20"/>
                </a:lnTo>
                <a:lnTo>
                  <a:pt x="49" y="28"/>
                </a:lnTo>
                <a:lnTo>
                  <a:pt x="56" y="36"/>
                </a:lnTo>
                <a:lnTo>
                  <a:pt x="67" y="40"/>
                </a:lnTo>
                <a:lnTo>
                  <a:pt x="77" y="41"/>
                </a:lnTo>
                <a:lnTo>
                  <a:pt x="81" y="42"/>
                </a:lnTo>
                <a:lnTo>
                  <a:pt x="84" y="44"/>
                </a:lnTo>
                <a:lnTo>
                  <a:pt x="91" y="48"/>
                </a:lnTo>
                <a:lnTo>
                  <a:pt x="101" y="52"/>
                </a:lnTo>
                <a:lnTo>
                  <a:pt x="105" y="55"/>
                </a:lnTo>
                <a:lnTo>
                  <a:pt x="108" y="59"/>
                </a:lnTo>
                <a:lnTo>
                  <a:pt x="109" y="66"/>
                </a:lnTo>
                <a:lnTo>
                  <a:pt x="108" y="74"/>
                </a:lnTo>
                <a:lnTo>
                  <a:pt x="108" y="78"/>
                </a:lnTo>
                <a:lnTo>
                  <a:pt x="111" y="81"/>
                </a:lnTo>
                <a:lnTo>
                  <a:pt x="121" y="84"/>
                </a:lnTo>
                <a:lnTo>
                  <a:pt x="132" y="86"/>
                </a:lnTo>
                <a:lnTo>
                  <a:pt x="134" y="88"/>
                </a:lnTo>
                <a:lnTo>
                  <a:pt x="133" y="93"/>
                </a:lnTo>
                <a:lnTo>
                  <a:pt x="134" y="103"/>
                </a:lnTo>
                <a:lnTo>
                  <a:pt x="137" y="117"/>
                </a:lnTo>
                <a:lnTo>
                  <a:pt x="137" y="129"/>
                </a:lnTo>
                <a:lnTo>
                  <a:pt x="137" y="131"/>
                </a:lnTo>
                <a:lnTo>
                  <a:pt x="136" y="130"/>
                </a:lnTo>
                <a:lnTo>
                  <a:pt x="132" y="128"/>
                </a:lnTo>
                <a:lnTo>
                  <a:pt x="126" y="127"/>
                </a:lnTo>
                <a:lnTo>
                  <a:pt x="112" y="127"/>
                </a:lnTo>
                <a:lnTo>
                  <a:pt x="101" y="128"/>
                </a:lnTo>
                <a:lnTo>
                  <a:pt x="95" y="131"/>
                </a:lnTo>
                <a:lnTo>
                  <a:pt x="93" y="135"/>
                </a:lnTo>
                <a:lnTo>
                  <a:pt x="90" y="142"/>
                </a:lnTo>
                <a:lnTo>
                  <a:pt x="86" y="157"/>
                </a:lnTo>
                <a:lnTo>
                  <a:pt x="86" y="164"/>
                </a:lnTo>
                <a:lnTo>
                  <a:pt x="84" y="160"/>
                </a:lnTo>
                <a:lnTo>
                  <a:pt x="76" y="164"/>
                </a:lnTo>
                <a:lnTo>
                  <a:pt x="71" y="169"/>
                </a:lnTo>
                <a:lnTo>
                  <a:pt x="67" y="172"/>
                </a:lnTo>
                <a:lnTo>
                  <a:pt x="62" y="173"/>
                </a:lnTo>
                <a:lnTo>
                  <a:pt x="56" y="169"/>
                </a:lnTo>
                <a:lnTo>
                  <a:pt x="46" y="162"/>
                </a:lnTo>
                <a:lnTo>
                  <a:pt x="42" y="168"/>
                </a:lnTo>
                <a:lnTo>
                  <a:pt x="37" y="175"/>
                </a:lnTo>
                <a:lnTo>
                  <a:pt x="33" y="179"/>
                </a:lnTo>
                <a:lnTo>
                  <a:pt x="29" y="179"/>
                </a:lnTo>
                <a:lnTo>
                  <a:pt x="27" y="179"/>
                </a:lnTo>
                <a:lnTo>
                  <a:pt x="26" y="164"/>
                </a:lnTo>
              </a:path>
            </a:pathLst>
          </a:custGeom>
          <a:solidFill>
            <a:srgbClr val="FDE3BA"/>
          </a:solidFill>
          <a:ln w="12700" cap="rnd">
            <a:solidFill>
              <a:schemeClr val="tx1"/>
            </a:solidFill>
            <a:round/>
            <a:headEnd/>
            <a:tailEnd/>
          </a:ln>
        </p:spPr>
        <p:txBody>
          <a:bodyPr/>
          <a:lstStyle/>
          <a:p>
            <a:endParaRPr lang="en-US"/>
          </a:p>
        </p:txBody>
      </p:sp>
      <p:sp>
        <p:nvSpPr>
          <p:cNvPr id="6331" name="Freeform 650"/>
          <p:cNvSpPr>
            <a:spLocks/>
          </p:cNvSpPr>
          <p:nvPr/>
        </p:nvSpPr>
        <p:spPr bwMode="auto">
          <a:xfrm>
            <a:off x="3344109" y="4346862"/>
            <a:ext cx="12224" cy="3950"/>
          </a:xfrm>
          <a:custGeom>
            <a:avLst/>
            <a:gdLst>
              <a:gd name="T0" fmla="*/ 3 w 7"/>
              <a:gd name="T1" fmla="*/ 1 h 2"/>
              <a:gd name="T2" fmla="*/ 1 w 7"/>
              <a:gd name="T3" fmla="*/ 1 h 2"/>
              <a:gd name="T4" fmla="*/ 0 w 7"/>
              <a:gd name="T5" fmla="*/ 1 h 2"/>
              <a:gd name="T6" fmla="*/ 1 w 7"/>
              <a:gd name="T7" fmla="*/ 0 h 2"/>
              <a:gd name="T8" fmla="*/ 3 w 7"/>
              <a:gd name="T9" fmla="*/ 0 h 2"/>
              <a:gd name="T10" fmla="*/ 4 w 7"/>
              <a:gd name="T11" fmla="*/ 0 h 2"/>
              <a:gd name="T12" fmla="*/ 6 w 7"/>
              <a:gd name="T13" fmla="*/ 1 h 2"/>
              <a:gd name="T14" fmla="*/ 4 w 7"/>
              <a:gd name="T15" fmla="*/ 1 h 2"/>
              <a:gd name="T16" fmla="*/ 3 w 7"/>
              <a:gd name="T17" fmla="*/ 1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2"/>
              <a:gd name="T29" fmla="*/ 7 w 7"/>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2">
                <a:moveTo>
                  <a:pt x="3" y="1"/>
                </a:moveTo>
                <a:lnTo>
                  <a:pt x="1" y="1"/>
                </a:lnTo>
                <a:lnTo>
                  <a:pt x="0" y="1"/>
                </a:lnTo>
                <a:lnTo>
                  <a:pt x="1" y="0"/>
                </a:lnTo>
                <a:lnTo>
                  <a:pt x="3" y="0"/>
                </a:lnTo>
                <a:lnTo>
                  <a:pt x="4" y="0"/>
                </a:lnTo>
                <a:lnTo>
                  <a:pt x="6" y="1"/>
                </a:lnTo>
                <a:lnTo>
                  <a:pt x="4" y="1"/>
                </a:lnTo>
                <a:lnTo>
                  <a:pt x="3" y="1"/>
                </a:lnTo>
              </a:path>
            </a:pathLst>
          </a:custGeom>
          <a:solidFill>
            <a:srgbClr val="FDE3BA"/>
          </a:solidFill>
          <a:ln w="12700" cap="rnd">
            <a:solidFill>
              <a:schemeClr val="tx1"/>
            </a:solidFill>
            <a:round/>
            <a:headEnd/>
            <a:tailEnd/>
          </a:ln>
        </p:spPr>
        <p:txBody>
          <a:bodyPr/>
          <a:lstStyle/>
          <a:p>
            <a:endParaRPr lang="en-US"/>
          </a:p>
        </p:txBody>
      </p:sp>
      <p:sp>
        <p:nvSpPr>
          <p:cNvPr id="6332" name="Freeform 651"/>
          <p:cNvSpPr>
            <a:spLocks/>
          </p:cNvSpPr>
          <p:nvPr/>
        </p:nvSpPr>
        <p:spPr bwMode="auto">
          <a:xfrm>
            <a:off x="3344109" y="4384392"/>
            <a:ext cx="3493" cy="7901"/>
          </a:xfrm>
          <a:custGeom>
            <a:avLst/>
            <a:gdLst>
              <a:gd name="T0" fmla="*/ 1 w 2"/>
              <a:gd name="T1" fmla="*/ 0 h 4"/>
              <a:gd name="T2" fmla="*/ 0 w 2"/>
              <a:gd name="T3" fmla="*/ 0 h 4"/>
              <a:gd name="T4" fmla="*/ 0 w 2"/>
              <a:gd name="T5" fmla="*/ 2 h 4"/>
              <a:gd name="T6" fmla="*/ 0 w 2"/>
              <a:gd name="T7" fmla="*/ 3 h 4"/>
              <a:gd name="T8" fmla="*/ 1 w 2"/>
              <a:gd name="T9" fmla="*/ 3 h 4"/>
              <a:gd name="T10" fmla="*/ 1 w 2"/>
              <a:gd name="T11" fmla="*/ 3 h 4"/>
              <a:gd name="T12" fmla="*/ 1 w 2"/>
              <a:gd name="T13" fmla="*/ 2 h 4"/>
              <a:gd name="T14" fmla="*/ 1 w 2"/>
              <a:gd name="T15" fmla="*/ 0 h 4"/>
              <a:gd name="T16" fmla="*/ 1 w 2"/>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
              <a:gd name="T28" fmla="*/ 0 h 4"/>
              <a:gd name="T29" fmla="*/ 2 w 2"/>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 h="4">
                <a:moveTo>
                  <a:pt x="1" y="0"/>
                </a:moveTo>
                <a:lnTo>
                  <a:pt x="0" y="0"/>
                </a:lnTo>
                <a:lnTo>
                  <a:pt x="0" y="2"/>
                </a:lnTo>
                <a:lnTo>
                  <a:pt x="0" y="3"/>
                </a:lnTo>
                <a:lnTo>
                  <a:pt x="1" y="3"/>
                </a:lnTo>
                <a:lnTo>
                  <a:pt x="1" y="2"/>
                </a:lnTo>
                <a:lnTo>
                  <a:pt x="1" y="0"/>
                </a:lnTo>
              </a:path>
            </a:pathLst>
          </a:custGeom>
          <a:solidFill>
            <a:srgbClr val="FDE3BA"/>
          </a:solidFill>
          <a:ln w="12700" cap="rnd">
            <a:solidFill>
              <a:schemeClr val="tx1"/>
            </a:solidFill>
            <a:round/>
            <a:headEnd/>
            <a:tailEnd/>
          </a:ln>
        </p:spPr>
        <p:txBody>
          <a:bodyPr/>
          <a:lstStyle/>
          <a:p>
            <a:endParaRPr lang="en-US"/>
          </a:p>
        </p:txBody>
      </p:sp>
      <p:sp>
        <p:nvSpPr>
          <p:cNvPr id="6333" name="Freeform 652"/>
          <p:cNvSpPr>
            <a:spLocks/>
          </p:cNvSpPr>
          <p:nvPr/>
        </p:nvSpPr>
        <p:spPr bwMode="auto">
          <a:xfrm>
            <a:off x="3344109" y="4435747"/>
            <a:ext cx="5238" cy="5925"/>
          </a:xfrm>
          <a:custGeom>
            <a:avLst/>
            <a:gdLst>
              <a:gd name="T0" fmla="*/ 1 w 3"/>
              <a:gd name="T1" fmla="*/ 0 h 3"/>
              <a:gd name="T2" fmla="*/ 2 w 3"/>
              <a:gd name="T3" fmla="*/ 0 h 3"/>
              <a:gd name="T4" fmla="*/ 2 w 3"/>
              <a:gd name="T5" fmla="*/ 1 h 3"/>
              <a:gd name="T6" fmla="*/ 2 w 3"/>
              <a:gd name="T7" fmla="*/ 2 h 3"/>
              <a:gd name="T8" fmla="*/ 1 w 3"/>
              <a:gd name="T9" fmla="*/ 2 h 3"/>
              <a:gd name="T10" fmla="*/ 0 w 3"/>
              <a:gd name="T11" fmla="*/ 2 h 3"/>
              <a:gd name="T12" fmla="*/ 0 w 3"/>
              <a:gd name="T13" fmla="*/ 1 h 3"/>
              <a:gd name="T14" fmla="*/ 0 w 3"/>
              <a:gd name="T15" fmla="*/ 0 h 3"/>
              <a:gd name="T16" fmla="*/ 1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1" y="0"/>
                </a:moveTo>
                <a:lnTo>
                  <a:pt x="2" y="0"/>
                </a:lnTo>
                <a:lnTo>
                  <a:pt x="2" y="1"/>
                </a:lnTo>
                <a:lnTo>
                  <a:pt x="2" y="2"/>
                </a:lnTo>
                <a:lnTo>
                  <a:pt x="1" y="2"/>
                </a:lnTo>
                <a:lnTo>
                  <a:pt x="0" y="2"/>
                </a:lnTo>
                <a:lnTo>
                  <a:pt x="0" y="1"/>
                </a:lnTo>
                <a:lnTo>
                  <a:pt x="0" y="0"/>
                </a:lnTo>
                <a:lnTo>
                  <a:pt x="1" y="0"/>
                </a:lnTo>
              </a:path>
            </a:pathLst>
          </a:custGeom>
          <a:solidFill>
            <a:srgbClr val="FDE3BA"/>
          </a:solidFill>
          <a:ln w="12700" cap="rnd">
            <a:solidFill>
              <a:schemeClr val="tx1"/>
            </a:solidFill>
            <a:round/>
            <a:headEnd/>
            <a:tailEnd/>
          </a:ln>
        </p:spPr>
        <p:txBody>
          <a:bodyPr/>
          <a:lstStyle/>
          <a:p>
            <a:endParaRPr lang="en-US"/>
          </a:p>
        </p:txBody>
      </p:sp>
      <p:sp>
        <p:nvSpPr>
          <p:cNvPr id="6334" name="Freeform 653"/>
          <p:cNvSpPr>
            <a:spLocks/>
          </p:cNvSpPr>
          <p:nvPr/>
        </p:nvSpPr>
        <p:spPr bwMode="auto">
          <a:xfrm>
            <a:off x="3085657" y="4404144"/>
            <a:ext cx="289886" cy="288381"/>
          </a:xfrm>
          <a:custGeom>
            <a:avLst/>
            <a:gdLst>
              <a:gd name="T0" fmla="*/ 156 w 166"/>
              <a:gd name="T1" fmla="*/ 46 h 146"/>
              <a:gd name="T2" fmla="*/ 144 w 166"/>
              <a:gd name="T3" fmla="*/ 34 h 146"/>
              <a:gd name="T4" fmla="*/ 126 w 166"/>
              <a:gd name="T5" fmla="*/ 22 h 146"/>
              <a:gd name="T6" fmla="*/ 107 w 166"/>
              <a:gd name="T7" fmla="*/ 22 h 146"/>
              <a:gd name="T8" fmla="*/ 88 w 166"/>
              <a:gd name="T9" fmla="*/ 27 h 146"/>
              <a:gd name="T10" fmla="*/ 67 w 166"/>
              <a:gd name="T11" fmla="*/ 24 h 146"/>
              <a:gd name="T12" fmla="*/ 63 w 166"/>
              <a:gd name="T13" fmla="*/ 21 h 146"/>
              <a:gd name="T14" fmla="*/ 56 w 166"/>
              <a:gd name="T15" fmla="*/ 11 h 146"/>
              <a:gd name="T16" fmla="*/ 41 w 166"/>
              <a:gd name="T17" fmla="*/ 0 h 146"/>
              <a:gd name="T18" fmla="*/ 31 w 166"/>
              <a:gd name="T19" fmla="*/ 14 h 146"/>
              <a:gd name="T20" fmla="*/ 12 w 166"/>
              <a:gd name="T21" fmla="*/ 18 h 146"/>
              <a:gd name="T22" fmla="*/ 0 w 166"/>
              <a:gd name="T23" fmla="*/ 36 h 146"/>
              <a:gd name="T24" fmla="*/ 9 w 166"/>
              <a:gd name="T25" fmla="*/ 38 h 146"/>
              <a:gd name="T26" fmla="*/ 12 w 166"/>
              <a:gd name="T27" fmla="*/ 44 h 146"/>
              <a:gd name="T28" fmla="*/ 17 w 166"/>
              <a:gd name="T29" fmla="*/ 62 h 146"/>
              <a:gd name="T30" fmla="*/ 21 w 166"/>
              <a:gd name="T31" fmla="*/ 68 h 146"/>
              <a:gd name="T32" fmla="*/ 33 w 166"/>
              <a:gd name="T33" fmla="*/ 70 h 146"/>
              <a:gd name="T34" fmla="*/ 41 w 166"/>
              <a:gd name="T35" fmla="*/ 78 h 146"/>
              <a:gd name="T36" fmla="*/ 64 w 166"/>
              <a:gd name="T37" fmla="*/ 79 h 146"/>
              <a:gd name="T38" fmla="*/ 69 w 166"/>
              <a:gd name="T39" fmla="*/ 79 h 146"/>
              <a:gd name="T40" fmla="*/ 69 w 166"/>
              <a:gd name="T41" fmla="*/ 81 h 146"/>
              <a:gd name="T42" fmla="*/ 64 w 166"/>
              <a:gd name="T43" fmla="*/ 98 h 146"/>
              <a:gd name="T44" fmla="*/ 64 w 166"/>
              <a:gd name="T45" fmla="*/ 100 h 146"/>
              <a:gd name="T46" fmla="*/ 72 w 166"/>
              <a:gd name="T47" fmla="*/ 117 h 146"/>
              <a:gd name="T48" fmla="*/ 66 w 166"/>
              <a:gd name="T49" fmla="*/ 127 h 146"/>
              <a:gd name="T50" fmla="*/ 74 w 166"/>
              <a:gd name="T51" fmla="*/ 138 h 146"/>
              <a:gd name="T52" fmla="*/ 93 w 166"/>
              <a:gd name="T53" fmla="*/ 145 h 146"/>
              <a:gd name="T54" fmla="*/ 112 w 166"/>
              <a:gd name="T55" fmla="*/ 132 h 146"/>
              <a:gd name="T56" fmla="*/ 115 w 166"/>
              <a:gd name="T57" fmla="*/ 128 h 146"/>
              <a:gd name="T58" fmla="*/ 108 w 166"/>
              <a:gd name="T59" fmla="*/ 126 h 146"/>
              <a:gd name="T60" fmla="*/ 107 w 166"/>
              <a:gd name="T61" fmla="*/ 115 h 146"/>
              <a:gd name="T62" fmla="*/ 101 w 166"/>
              <a:gd name="T63" fmla="*/ 104 h 146"/>
              <a:gd name="T64" fmla="*/ 106 w 166"/>
              <a:gd name="T65" fmla="*/ 104 h 146"/>
              <a:gd name="T66" fmla="*/ 141 w 166"/>
              <a:gd name="T67" fmla="*/ 97 h 146"/>
              <a:gd name="T68" fmla="*/ 140 w 166"/>
              <a:gd name="T69" fmla="*/ 78 h 146"/>
              <a:gd name="T70" fmla="*/ 140 w 166"/>
              <a:gd name="T71" fmla="*/ 69 h 146"/>
              <a:gd name="T72" fmla="*/ 154 w 166"/>
              <a:gd name="T73" fmla="*/ 69 h 146"/>
              <a:gd name="T74" fmla="*/ 153 w 166"/>
              <a:gd name="T75" fmla="*/ 62 h 146"/>
              <a:gd name="T76" fmla="*/ 155 w 166"/>
              <a:gd name="T77" fmla="*/ 53 h 146"/>
              <a:gd name="T78" fmla="*/ 165 w 166"/>
              <a:gd name="T79" fmla="*/ 48 h 14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
              <a:gd name="T121" fmla="*/ 0 h 146"/>
              <a:gd name="T122" fmla="*/ 166 w 166"/>
              <a:gd name="T123" fmla="*/ 146 h 14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 h="146">
                <a:moveTo>
                  <a:pt x="165" y="48"/>
                </a:moveTo>
                <a:lnTo>
                  <a:pt x="156" y="46"/>
                </a:lnTo>
                <a:lnTo>
                  <a:pt x="150" y="39"/>
                </a:lnTo>
                <a:lnTo>
                  <a:pt x="144" y="34"/>
                </a:lnTo>
                <a:lnTo>
                  <a:pt x="134" y="28"/>
                </a:lnTo>
                <a:lnTo>
                  <a:pt x="126" y="22"/>
                </a:lnTo>
                <a:lnTo>
                  <a:pt x="119" y="20"/>
                </a:lnTo>
                <a:lnTo>
                  <a:pt x="107" y="22"/>
                </a:lnTo>
                <a:lnTo>
                  <a:pt x="99" y="26"/>
                </a:lnTo>
                <a:lnTo>
                  <a:pt x="88" y="27"/>
                </a:lnTo>
                <a:lnTo>
                  <a:pt x="77" y="24"/>
                </a:lnTo>
                <a:lnTo>
                  <a:pt x="67" y="24"/>
                </a:lnTo>
                <a:lnTo>
                  <a:pt x="64" y="22"/>
                </a:lnTo>
                <a:lnTo>
                  <a:pt x="63" y="21"/>
                </a:lnTo>
                <a:lnTo>
                  <a:pt x="61" y="17"/>
                </a:lnTo>
                <a:lnTo>
                  <a:pt x="56" y="11"/>
                </a:lnTo>
                <a:lnTo>
                  <a:pt x="44" y="3"/>
                </a:lnTo>
                <a:lnTo>
                  <a:pt x="41" y="0"/>
                </a:lnTo>
                <a:lnTo>
                  <a:pt x="41" y="6"/>
                </a:lnTo>
                <a:lnTo>
                  <a:pt x="31" y="14"/>
                </a:lnTo>
                <a:lnTo>
                  <a:pt x="25" y="10"/>
                </a:lnTo>
                <a:lnTo>
                  <a:pt x="12" y="18"/>
                </a:lnTo>
                <a:lnTo>
                  <a:pt x="4" y="28"/>
                </a:lnTo>
                <a:lnTo>
                  <a:pt x="0" y="36"/>
                </a:lnTo>
                <a:lnTo>
                  <a:pt x="4" y="38"/>
                </a:lnTo>
                <a:lnTo>
                  <a:pt x="9" y="38"/>
                </a:lnTo>
                <a:lnTo>
                  <a:pt x="11" y="40"/>
                </a:lnTo>
                <a:lnTo>
                  <a:pt x="12" y="44"/>
                </a:lnTo>
                <a:lnTo>
                  <a:pt x="15" y="53"/>
                </a:lnTo>
                <a:lnTo>
                  <a:pt x="17" y="62"/>
                </a:lnTo>
                <a:lnTo>
                  <a:pt x="19" y="67"/>
                </a:lnTo>
                <a:lnTo>
                  <a:pt x="21" y="68"/>
                </a:lnTo>
                <a:lnTo>
                  <a:pt x="27" y="69"/>
                </a:lnTo>
                <a:lnTo>
                  <a:pt x="33" y="70"/>
                </a:lnTo>
                <a:lnTo>
                  <a:pt x="35" y="74"/>
                </a:lnTo>
                <a:lnTo>
                  <a:pt x="41" y="78"/>
                </a:lnTo>
                <a:lnTo>
                  <a:pt x="52" y="79"/>
                </a:lnTo>
                <a:lnTo>
                  <a:pt x="64" y="79"/>
                </a:lnTo>
                <a:lnTo>
                  <a:pt x="68" y="79"/>
                </a:lnTo>
                <a:lnTo>
                  <a:pt x="69" y="79"/>
                </a:lnTo>
                <a:lnTo>
                  <a:pt x="68" y="79"/>
                </a:lnTo>
                <a:lnTo>
                  <a:pt x="69" y="81"/>
                </a:lnTo>
                <a:lnTo>
                  <a:pt x="66" y="94"/>
                </a:lnTo>
                <a:lnTo>
                  <a:pt x="64" y="98"/>
                </a:lnTo>
                <a:lnTo>
                  <a:pt x="63" y="99"/>
                </a:lnTo>
                <a:lnTo>
                  <a:pt x="64" y="100"/>
                </a:lnTo>
                <a:lnTo>
                  <a:pt x="67" y="106"/>
                </a:lnTo>
                <a:lnTo>
                  <a:pt x="72" y="117"/>
                </a:lnTo>
                <a:lnTo>
                  <a:pt x="67" y="123"/>
                </a:lnTo>
                <a:lnTo>
                  <a:pt x="66" y="127"/>
                </a:lnTo>
                <a:lnTo>
                  <a:pt x="69" y="133"/>
                </a:lnTo>
                <a:lnTo>
                  <a:pt x="74" y="138"/>
                </a:lnTo>
                <a:lnTo>
                  <a:pt x="81" y="143"/>
                </a:lnTo>
                <a:lnTo>
                  <a:pt x="93" y="145"/>
                </a:lnTo>
                <a:lnTo>
                  <a:pt x="107" y="136"/>
                </a:lnTo>
                <a:lnTo>
                  <a:pt x="112" y="132"/>
                </a:lnTo>
                <a:lnTo>
                  <a:pt x="115" y="129"/>
                </a:lnTo>
                <a:lnTo>
                  <a:pt x="115" y="128"/>
                </a:lnTo>
                <a:lnTo>
                  <a:pt x="115" y="127"/>
                </a:lnTo>
                <a:lnTo>
                  <a:pt x="108" y="126"/>
                </a:lnTo>
                <a:lnTo>
                  <a:pt x="110" y="124"/>
                </a:lnTo>
                <a:lnTo>
                  <a:pt x="107" y="115"/>
                </a:lnTo>
                <a:lnTo>
                  <a:pt x="105" y="109"/>
                </a:lnTo>
                <a:lnTo>
                  <a:pt x="101" y="104"/>
                </a:lnTo>
                <a:lnTo>
                  <a:pt x="101" y="103"/>
                </a:lnTo>
                <a:lnTo>
                  <a:pt x="106" y="104"/>
                </a:lnTo>
                <a:lnTo>
                  <a:pt x="124" y="107"/>
                </a:lnTo>
                <a:lnTo>
                  <a:pt x="141" y="97"/>
                </a:lnTo>
                <a:lnTo>
                  <a:pt x="150" y="88"/>
                </a:lnTo>
                <a:lnTo>
                  <a:pt x="140" y="78"/>
                </a:lnTo>
                <a:lnTo>
                  <a:pt x="136" y="72"/>
                </a:lnTo>
                <a:lnTo>
                  <a:pt x="140" y="69"/>
                </a:lnTo>
                <a:lnTo>
                  <a:pt x="146" y="69"/>
                </a:lnTo>
                <a:lnTo>
                  <a:pt x="154" y="69"/>
                </a:lnTo>
                <a:lnTo>
                  <a:pt x="160" y="67"/>
                </a:lnTo>
                <a:lnTo>
                  <a:pt x="153" y="62"/>
                </a:lnTo>
                <a:lnTo>
                  <a:pt x="151" y="58"/>
                </a:lnTo>
                <a:lnTo>
                  <a:pt x="155" y="53"/>
                </a:lnTo>
                <a:lnTo>
                  <a:pt x="161" y="50"/>
                </a:lnTo>
                <a:lnTo>
                  <a:pt x="165" y="48"/>
                </a:lnTo>
              </a:path>
            </a:pathLst>
          </a:custGeom>
          <a:solidFill>
            <a:srgbClr val="FDE3BA"/>
          </a:solidFill>
          <a:ln w="12700" cap="rnd">
            <a:solidFill>
              <a:schemeClr val="tx1"/>
            </a:solidFill>
            <a:round/>
            <a:headEnd/>
            <a:tailEnd/>
          </a:ln>
        </p:spPr>
        <p:txBody>
          <a:bodyPr/>
          <a:lstStyle/>
          <a:p>
            <a:endParaRPr lang="en-US"/>
          </a:p>
        </p:txBody>
      </p:sp>
      <p:sp>
        <p:nvSpPr>
          <p:cNvPr id="6335" name="Freeform 654"/>
          <p:cNvSpPr>
            <a:spLocks/>
          </p:cNvSpPr>
          <p:nvPr/>
        </p:nvSpPr>
        <p:spPr bwMode="auto">
          <a:xfrm>
            <a:off x="3492544" y="4581913"/>
            <a:ext cx="50643" cy="73082"/>
          </a:xfrm>
          <a:custGeom>
            <a:avLst/>
            <a:gdLst>
              <a:gd name="T0" fmla="*/ 0 w 29"/>
              <a:gd name="T1" fmla="*/ 33 h 37"/>
              <a:gd name="T2" fmla="*/ 4 w 29"/>
              <a:gd name="T3" fmla="*/ 30 h 37"/>
              <a:gd name="T4" fmla="*/ 5 w 29"/>
              <a:gd name="T5" fmla="*/ 21 h 37"/>
              <a:gd name="T6" fmla="*/ 3 w 29"/>
              <a:gd name="T7" fmla="*/ 15 h 37"/>
              <a:gd name="T8" fmla="*/ 1 w 29"/>
              <a:gd name="T9" fmla="*/ 9 h 37"/>
              <a:gd name="T10" fmla="*/ 3 w 29"/>
              <a:gd name="T11" fmla="*/ 3 h 37"/>
              <a:gd name="T12" fmla="*/ 5 w 29"/>
              <a:gd name="T13" fmla="*/ 0 h 37"/>
              <a:gd name="T14" fmla="*/ 8 w 29"/>
              <a:gd name="T15" fmla="*/ 0 h 37"/>
              <a:gd name="T16" fmla="*/ 15 w 29"/>
              <a:gd name="T17" fmla="*/ 2 h 37"/>
              <a:gd name="T18" fmla="*/ 21 w 29"/>
              <a:gd name="T19" fmla="*/ 9 h 37"/>
              <a:gd name="T20" fmla="*/ 28 w 29"/>
              <a:gd name="T21" fmla="*/ 16 h 37"/>
              <a:gd name="T22" fmla="*/ 24 w 29"/>
              <a:gd name="T23" fmla="*/ 19 h 37"/>
              <a:gd name="T24" fmla="*/ 18 w 29"/>
              <a:gd name="T25" fmla="*/ 27 h 37"/>
              <a:gd name="T26" fmla="*/ 17 w 29"/>
              <a:gd name="T27" fmla="*/ 32 h 37"/>
              <a:gd name="T28" fmla="*/ 16 w 29"/>
              <a:gd name="T29" fmla="*/ 35 h 37"/>
              <a:gd name="T30" fmla="*/ 13 w 29"/>
              <a:gd name="T31" fmla="*/ 36 h 37"/>
              <a:gd name="T32" fmla="*/ 6 w 29"/>
              <a:gd name="T33" fmla="*/ 34 h 37"/>
              <a:gd name="T34" fmla="*/ 0 w 29"/>
              <a:gd name="T35" fmla="*/ 33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37"/>
              <a:gd name="T56" fmla="*/ 29 w 29"/>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37">
                <a:moveTo>
                  <a:pt x="0" y="33"/>
                </a:moveTo>
                <a:lnTo>
                  <a:pt x="4" y="30"/>
                </a:lnTo>
                <a:lnTo>
                  <a:pt x="5" y="21"/>
                </a:lnTo>
                <a:lnTo>
                  <a:pt x="3" y="15"/>
                </a:lnTo>
                <a:lnTo>
                  <a:pt x="1" y="9"/>
                </a:lnTo>
                <a:lnTo>
                  <a:pt x="3" y="3"/>
                </a:lnTo>
                <a:lnTo>
                  <a:pt x="5" y="0"/>
                </a:lnTo>
                <a:lnTo>
                  <a:pt x="8" y="0"/>
                </a:lnTo>
                <a:lnTo>
                  <a:pt x="15" y="2"/>
                </a:lnTo>
                <a:lnTo>
                  <a:pt x="21" y="9"/>
                </a:lnTo>
                <a:lnTo>
                  <a:pt x="28" y="16"/>
                </a:lnTo>
                <a:lnTo>
                  <a:pt x="24" y="19"/>
                </a:lnTo>
                <a:lnTo>
                  <a:pt x="18" y="27"/>
                </a:lnTo>
                <a:lnTo>
                  <a:pt x="17" y="32"/>
                </a:lnTo>
                <a:lnTo>
                  <a:pt x="16" y="35"/>
                </a:lnTo>
                <a:lnTo>
                  <a:pt x="13" y="36"/>
                </a:lnTo>
                <a:lnTo>
                  <a:pt x="6" y="34"/>
                </a:lnTo>
                <a:lnTo>
                  <a:pt x="0" y="33"/>
                </a:lnTo>
              </a:path>
            </a:pathLst>
          </a:custGeom>
          <a:solidFill>
            <a:srgbClr val="FDE3BA"/>
          </a:solidFill>
          <a:ln w="12700" cap="rnd">
            <a:solidFill>
              <a:schemeClr val="tx1"/>
            </a:solidFill>
            <a:round/>
            <a:headEnd/>
            <a:tailEnd/>
          </a:ln>
        </p:spPr>
        <p:txBody>
          <a:bodyPr/>
          <a:lstStyle/>
          <a:p>
            <a:endParaRPr lang="en-US"/>
          </a:p>
        </p:txBody>
      </p:sp>
      <p:sp>
        <p:nvSpPr>
          <p:cNvPr id="6336" name="Freeform 655"/>
          <p:cNvSpPr>
            <a:spLocks/>
          </p:cNvSpPr>
          <p:nvPr/>
        </p:nvSpPr>
        <p:spPr bwMode="auto">
          <a:xfrm>
            <a:off x="3417454" y="4575986"/>
            <a:ext cx="69852" cy="92835"/>
          </a:xfrm>
          <a:custGeom>
            <a:avLst/>
            <a:gdLst>
              <a:gd name="T0" fmla="*/ 34 w 40"/>
              <a:gd name="T1" fmla="*/ 36 h 47"/>
              <a:gd name="T2" fmla="*/ 29 w 40"/>
              <a:gd name="T3" fmla="*/ 34 h 47"/>
              <a:gd name="T4" fmla="*/ 27 w 40"/>
              <a:gd name="T5" fmla="*/ 35 h 47"/>
              <a:gd name="T6" fmla="*/ 24 w 40"/>
              <a:gd name="T7" fmla="*/ 39 h 47"/>
              <a:gd name="T8" fmla="*/ 12 w 40"/>
              <a:gd name="T9" fmla="*/ 46 h 47"/>
              <a:gd name="T10" fmla="*/ 12 w 40"/>
              <a:gd name="T11" fmla="*/ 43 h 47"/>
              <a:gd name="T12" fmla="*/ 9 w 40"/>
              <a:gd name="T13" fmla="*/ 37 h 47"/>
              <a:gd name="T14" fmla="*/ 5 w 40"/>
              <a:gd name="T15" fmla="*/ 29 h 47"/>
              <a:gd name="T16" fmla="*/ 1 w 40"/>
              <a:gd name="T17" fmla="*/ 21 h 47"/>
              <a:gd name="T18" fmla="*/ 0 w 40"/>
              <a:gd name="T19" fmla="*/ 15 h 47"/>
              <a:gd name="T20" fmla="*/ 4 w 40"/>
              <a:gd name="T21" fmla="*/ 12 h 47"/>
              <a:gd name="T22" fmla="*/ 7 w 40"/>
              <a:gd name="T23" fmla="*/ 8 h 47"/>
              <a:gd name="T24" fmla="*/ 10 w 40"/>
              <a:gd name="T25" fmla="*/ 5 h 47"/>
              <a:gd name="T26" fmla="*/ 17 w 40"/>
              <a:gd name="T27" fmla="*/ 3 h 47"/>
              <a:gd name="T28" fmla="*/ 29 w 40"/>
              <a:gd name="T29" fmla="*/ 0 h 47"/>
              <a:gd name="T30" fmla="*/ 39 w 40"/>
              <a:gd name="T31" fmla="*/ 2 h 47"/>
              <a:gd name="T32" fmla="*/ 37 w 40"/>
              <a:gd name="T33" fmla="*/ 5 h 47"/>
              <a:gd name="T34" fmla="*/ 34 w 40"/>
              <a:gd name="T35" fmla="*/ 12 h 47"/>
              <a:gd name="T36" fmla="*/ 36 w 40"/>
              <a:gd name="T37" fmla="*/ 17 h 47"/>
              <a:gd name="T38" fmla="*/ 38 w 40"/>
              <a:gd name="T39" fmla="*/ 24 h 47"/>
              <a:gd name="T40" fmla="*/ 37 w 40"/>
              <a:gd name="T41" fmla="*/ 33 h 47"/>
              <a:gd name="T42" fmla="*/ 34 w 40"/>
              <a:gd name="T43" fmla="*/ 36 h 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47"/>
              <a:gd name="T68" fmla="*/ 40 w 40"/>
              <a:gd name="T69" fmla="*/ 47 h 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47">
                <a:moveTo>
                  <a:pt x="34" y="36"/>
                </a:moveTo>
                <a:lnTo>
                  <a:pt x="29" y="34"/>
                </a:lnTo>
                <a:lnTo>
                  <a:pt x="27" y="35"/>
                </a:lnTo>
                <a:lnTo>
                  <a:pt x="24" y="39"/>
                </a:lnTo>
                <a:lnTo>
                  <a:pt x="12" y="46"/>
                </a:lnTo>
                <a:lnTo>
                  <a:pt x="12" y="43"/>
                </a:lnTo>
                <a:lnTo>
                  <a:pt x="9" y="37"/>
                </a:lnTo>
                <a:lnTo>
                  <a:pt x="5" y="29"/>
                </a:lnTo>
                <a:lnTo>
                  <a:pt x="1" y="21"/>
                </a:lnTo>
                <a:lnTo>
                  <a:pt x="0" y="15"/>
                </a:lnTo>
                <a:lnTo>
                  <a:pt x="4" y="12"/>
                </a:lnTo>
                <a:lnTo>
                  <a:pt x="7" y="8"/>
                </a:lnTo>
                <a:lnTo>
                  <a:pt x="10" y="5"/>
                </a:lnTo>
                <a:lnTo>
                  <a:pt x="17" y="3"/>
                </a:lnTo>
                <a:lnTo>
                  <a:pt x="29" y="0"/>
                </a:lnTo>
                <a:lnTo>
                  <a:pt x="39" y="2"/>
                </a:lnTo>
                <a:lnTo>
                  <a:pt x="37" y="5"/>
                </a:lnTo>
                <a:lnTo>
                  <a:pt x="34" y="12"/>
                </a:lnTo>
                <a:lnTo>
                  <a:pt x="36" y="17"/>
                </a:lnTo>
                <a:lnTo>
                  <a:pt x="38" y="24"/>
                </a:lnTo>
                <a:lnTo>
                  <a:pt x="37" y="33"/>
                </a:lnTo>
                <a:lnTo>
                  <a:pt x="34" y="36"/>
                </a:lnTo>
              </a:path>
            </a:pathLst>
          </a:custGeom>
          <a:solidFill>
            <a:srgbClr val="FDE3BA"/>
          </a:solidFill>
          <a:ln w="12700" cap="rnd">
            <a:solidFill>
              <a:schemeClr val="tx1"/>
            </a:solidFill>
            <a:round/>
            <a:headEnd/>
            <a:tailEnd/>
          </a:ln>
        </p:spPr>
        <p:txBody>
          <a:bodyPr/>
          <a:lstStyle/>
          <a:p>
            <a:endParaRPr lang="en-US"/>
          </a:p>
        </p:txBody>
      </p:sp>
      <p:sp>
        <p:nvSpPr>
          <p:cNvPr id="6337" name="Freeform 656"/>
          <p:cNvSpPr>
            <a:spLocks/>
          </p:cNvSpPr>
          <p:nvPr/>
        </p:nvSpPr>
        <p:spPr bwMode="auto">
          <a:xfrm>
            <a:off x="3340617" y="4506855"/>
            <a:ext cx="92553" cy="173818"/>
          </a:xfrm>
          <a:custGeom>
            <a:avLst/>
            <a:gdLst>
              <a:gd name="T0" fmla="*/ 25 w 53"/>
              <a:gd name="T1" fmla="*/ 0 h 88"/>
              <a:gd name="T2" fmla="*/ 33 w 53"/>
              <a:gd name="T3" fmla="*/ 5 h 88"/>
              <a:gd name="T4" fmla="*/ 38 w 53"/>
              <a:gd name="T5" fmla="*/ 18 h 88"/>
              <a:gd name="T6" fmla="*/ 44 w 53"/>
              <a:gd name="T7" fmla="*/ 26 h 88"/>
              <a:gd name="T8" fmla="*/ 49 w 53"/>
              <a:gd name="T9" fmla="*/ 30 h 88"/>
              <a:gd name="T10" fmla="*/ 49 w 53"/>
              <a:gd name="T11" fmla="*/ 34 h 88"/>
              <a:gd name="T12" fmla="*/ 49 w 53"/>
              <a:gd name="T13" fmla="*/ 39 h 88"/>
              <a:gd name="T14" fmla="*/ 46 w 53"/>
              <a:gd name="T15" fmla="*/ 41 h 88"/>
              <a:gd name="T16" fmla="*/ 42 w 53"/>
              <a:gd name="T17" fmla="*/ 45 h 88"/>
              <a:gd name="T18" fmla="*/ 39 w 53"/>
              <a:gd name="T19" fmla="*/ 49 h 88"/>
              <a:gd name="T20" fmla="*/ 39 w 53"/>
              <a:gd name="T21" fmla="*/ 56 h 88"/>
              <a:gd name="T22" fmla="*/ 44 w 53"/>
              <a:gd name="T23" fmla="*/ 64 h 88"/>
              <a:gd name="T24" fmla="*/ 48 w 53"/>
              <a:gd name="T25" fmla="*/ 73 h 88"/>
              <a:gd name="T26" fmla="*/ 51 w 53"/>
              <a:gd name="T27" fmla="*/ 79 h 88"/>
              <a:gd name="T28" fmla="*/ 52 w 53"/>
              <a:gd name="T29" fmla="*/ 83 h 88"/>
              <a:gd name="T30" fmla="*/ 34 w 53"/>
              <a:gd name="T31" fmla="*/ 87 h 88"/>
              <a:gd name="T32" fmla="*/ 27 w 53"/>
              <a:gd name="T33" fmla="*/ 87 h 88"/>
              <a:gd name="T34" fmla="*/ 22 w 53"/>
              <a:gd name="T35" fmla="*/ 81 h 88"/>
              <a:gd name="T36" fmla="*/ 21 w 53"/>
              <a:gd name="T37" fmla="*/ 71 h 88"/>
              <a:gd name="T38" fmla="*/ 23 w 53"/>
              <a:gd name="T39" fmla="*/ 60 h 88"/>
              <a:gd name="T40" fmla="*/ 26 w 53"/>
              <a:gd name="T41" fmla="*/ 53 h 88"/>
              <a:gd name="T42" fmla="*/ 25 w 53"/>
              <a:gd name="T43" fmla="*/ 50 h 88"/>
              <a:gd name="T44" fmla="*/ 23 w 53"/>
              <a:gd name="T45" fmla="*/ 48 h 88"/>
              <a:gd name="T46" fmla="*/ 20 w 53"/>
              <a:gd name="T47" fmla="*/ 44 h 88"/>
              <a:gd name="T48" fmla="*/ 18 w 53"/>
              <a:gd name="T49" fmla="*/ 39 h 88"/>
              <a:gd name="T50" fmla="*/ 15 w 53"/>
              <a:gd name="T51" fmla="*/ 39 h 88"/>
              <a:gd name="T52" fmla="*/ 13 w 53"/>
              <a:gd name="T53" fmla="*/ 39 h 88"/>
              <a:gd name="T54" fmla="*/ 13 w 53"/>
              <a:gd name="T55" fmla="*/ 39 h 88"/>
              <a:gd name="T56" fmla="*/ 4 w 53"/>
              <a:gd name="T57" fmla="*/ 28 h 88"/>
              <a:gd name="T58" fmla="*/ 0 w 53"/>
              <a:gd name="T59" fmla="*/ 22 h 88"/>
              <a:gd name="T60" fmla="*/ 3 w 53"/>
              <a:gd name="T61" fmla="*/ 21 h 88"/>
              <a:gd name="T62" fmla="*/ 9 w 53"/>
              <a:gd name="T63" fmla="*/ 21 h 88"/>
              <a:gd name="T64" fmla="*/ 17 w 53"/>
              <a:gd name="T65" fmla="*/ 21 h 88"/>
              <a:gd name="T66" fmla="*/ 22 w 53"/>
              <a:gd name="T67" fmla="*/ 18 h 88"/>
              <a:gd name="T68" fmla="*/ 15 w 53"/>
              <a:gd name="T69" fmla="*/ 13 h 88"/>
              <a:gd name="T70" fmla="*/ 13 w 53"/>
              <a:gd name="T71" fmla="*/ 9 h 88"/>
              <a:gd name="T72" fmla="*/ 17 w 53"/>
              <a:gd name="T73" fmla="*/ 4 h 88"/>
              <a:gd name="T74" fmla="*/ 25 w 53"/>
              <a:gd name="T75" fmla="*/ 0 h 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3"/>
              <a:gd name="T115" fmla="*/ 0 h 88"/>
              <a:gd name="T116" fmla="*/ 53 w 53"/>
              <a:gd name="T117" fmla="*/ 88 h 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3" h="88">
                <a:moveTo>
                  <a:pt x="25" y="0"/>
                </a:moveTo>
                <a:lnTo>
                  <a:pt x="33" y="5"/>
                </a:lnTo>
                <a:lnTo>
                  <a:pt x="38" y="18"/>
                </a:lnTo>
                <a:lnTo>
                  <a:pt x="44" y="26"/>
                </a:lnTo>
                <a:lnTo>
                  <a:pt x="49" y="30"/>
                </a:lnTo>
                <a:lnTo>
                  <a:pt x="49" y="34"/>
                </a:lnTo>
                <a:lnTo>
                  <a:pt x="49" y="39"/>
                </a:lnTo>
                <a:lnTo>
                  <a:pt x="46" y="41"/>
                </a:lnTo>
                <a:lnTo>
                  <a:pt x="42" y="45"/>
                </a:lnTo>
                <a:lnTo>
                  <a:pt x="39" y="49"/>
                </a:lnTo>
                <a:lnTo>
                  <a:pt x="39" y="56"/>
                </a:lnTo>
                <a:lnTo>
                  <a:pt x="44" y="64"/>
                </a:lnTo>
                <a:lnTo>
                  <a:pt x="48" y="73"/>
                </a:lnTo>
                <a:lnTo>
                  <a:pt x="51" y="79"/>
                </a:lnTo>
                <a:lnTo>
                  <a:pt x="52" y="83"/>
                </a:lnTo>
                <a:lnTo>
                  <a:pt x="34" y="87"/>
                </a:lnTo>
                <a:lnTo>
                  <a:pt x="27" y="87"/>
                </a:lnTo>
                <a:lnTo>
                  <a:pt x="22" y="81"/>
                </a:lnTo>
                <a:lnTo>
                  <a:pt x="21" y="71"/>
                </a:lnTo>
                <a:lnTo>
                  <a:pt x="23" y="60"/>
                </a:lnTo>
                <a:lnTo>
                  <a:pt x="26" y="53"/>
                </a:lnTo>
                <a:lnTo>
                  <a:pt x="25" y="50"/>
                </a:lnTo>
                <a:lnTo>
                  <a:pt x="23" y="48"/>
                </a:lnTo>
                <a:lnTo>
                  <a:pt x="20" y="44"/>
                </a:lnTo>
                <a:lnTo>
                  <a:pt x="18" y="39"/>
                </a:lnTo>
                <a:lnTo>
                  <a:pt x="15" y="39"/>
                </a:lnTo>
                <a:lnTo>
                  <a:pt x="13" y="39"/>
                </a:lnTo>
                <a:lnTo>
                  <a:pt x="4" y="28"/>
                </a:lnTo>
                <a:lnTo>
                  <a:pt x="0" y="22"/>
                </a:lnTo>
                <a:lnTo>
                  <a:pt x="3" y="21"/>
                </a:lnTo>
                <a:lnTo>
                  <a:pt x="9" y="21"/>
                </a:lnTo>
                <a:lnTo>
                  <a:pt x="17" y="21"/>
                </a:lnTo>
                <a:lnTo>
                  <a:pt x="22" y="18"/>
                </a:lnTo>
                <a:lnTo>
                  <a:pt x="15" y="13"/>
                </a:lnTo>
                <a:lnTo>
                  <a:pt x="13" y="9"/>
                </a:lnTo>
                <a:lnTo>
                  <a:pt x="17" y="4"/>
                </a:lnTo>
                <a:lnTo>
                  <a:pt x="25" y="0"/>
                </a:lnTo>
              </a:path>
            </a:pathLst>
          </a:custGeom>
          <a:solidFill>
            <a:srgbClr val="FDE3BA"/>
          </a:solidFill>
          <a:ln w="12700" cap="rnd">
            <a:solidFill>
              <a:schemeClr val="tx1"/>
            </a:solidFill>
            <a:round/>
            <a:headEnd/>
            <a:tailEnd/>
          </a:ln>
        </p:spPr>
        <p:txBody>
          <a:bodyPr/>
          <a:lstStyle/>
          <a:p>
            <a:endParaRPr lang="en-US"/>
          </a:p>
        </p:txBody>
      </p:sp>
      <p:sp>
        <p:nvSpPr>
          <p:cNvPr id="6338" name="Freeform 657"/>
          <p:cNvSpPr>
            <a:spLocks/>
          </p:cNvSpPr>
          <p:nvPr/>
        </p:nvSpPr>
        <p:spPr bwMode="auto">
          <a:xfrm>
            <a:off x="2804502" y="4415995"/>
            <a:ext cx="73345" cy="80983"/>
          </a:xfrm>
          <a:custGeom>
            <a:avLst/>
            <a:gdLst>
              <a:gd name="T0" fmla="*/ 32 w 42"/>
              <a:gd name="T1" fmla="*/ 8 h 41"/>
              <a:gd name="T2" fmla="*/ 36 w 42"/>
              <a:gd name="T3" fmla="*/ 17 h 41"/>
              <a:gd name="T4" fmla="*/ 41 w 42"/>
              <a:gd name="T5" fmla="*/ 24 h 41"/>
              <a:gd name="T6" fmla="*/ 38 w 42"/>
              <a:gd name="T7" fmla="*/ 40 h 41"/>
              <a:gd name="T8" fmla="*/ 35 w 42"/>
              <a:gd name="T9" fmla="*/ 38 h 41"/>
              <a:gd name="T10" fmla="*/ 31 w 42"/>
              <a:gd name="T11" fmla="*/ 34 h 41"/>
              <a:gd name="T12" fmla="*/ 23 w 42"/>
              <a:gd name="T13" fmla="*/ 22 h 41"/>
              <a:gd name="T14" fmla="*/ 16 w 42"/>
              <a:gd name="T15" fmla="*/ 21 h 41"/>
              <a:gd name="T16" fmla="*/ 10 w 42"/>
              <a:gd name="T17" fmla="*/ 21 h 41"/>
              <a:gd name="T18" fmla="*/ 9 w 42"/>
              <a:gd name="T19" fmla="*/ 15 h 41"/>
              <a:gd name="T20" fmla="*/ 3 w 42"/>
              <a:gd name="T21" fmla="*/ 4 h 41"/>
              <a:gd name="T22" fmla="*/ 0 w 42"/>
              <a:gd name="T23" fmla="*/ 0 h 41"/>
              <a:gd name="T24" fmla="*/ 32 w 42"/>
              <a:gd name="T25" fmla="*/ 8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2"/>
              <a:gd name="T40" fmla="*/ 0 h 41"/>
              <a:gd name="T41" fmla="*/ 42 w 42"/>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2" h="41">
                <a:moveTo>
                  <a:pt x="32" y="8"/>
                </a:moveTo>
                <a:lnTo>
                  <a:pt x="36" y="17"/>
                </a:lnTo>
                <a:lnTo>
                  <a:pt x="41" y="24"/>
                </a:lnTo>
                <a:lnTo>
                  <a:pt x="38" y="40"/>
                </a:lnTo>
                <a:lnTo>
                  <a:pt x="35" y="38"/>
                </a:lnTo>
                <a:lnTo>
                  <a:pt x="31" y="34"/>
                </a:lnTo>
                <a:lnTo>
                  <a:pt x="23" y="22"/>
                </a:lnTo>
                <a:lnTo>
                  <a:pt x="16" y="21"/>
                </a:lnTo>
                <a:lnTo>
                  <a:pt x="10" y="21"/>
                </a:lnTo>
                <a:lnTo>
                  <a:pt x="9" y="15"/>
                </a:lnTo>
                <a:lnTo>
                  <a:pt x="3" y="4"/>
                </a:lnTo>
                <a:lnTo>
                  <a:pt x="0" y="0"/>
                </a:lnTo>
                <a:lnTo>
                  <a:pt x="32" y="8"/>
                </a:lnTo>
              </a:path>
            </a:pathLst>
          </a:custGeom>
          <a:solidFill>
            <a:srgbClr val="FDE3BA"/>
          </a:solidFill>
          <a:ln w="12700" cap="rnd">
            <a:solidFill>
              <a:schemeClr val="tx1"/>
            </a:solidFill>
            <a:round/>
            <a:headEnd/>
            <a:tailEnd/>
          </a:ln>
        </p:spPr>
        <p:txBody>
          <a:bodyPr/>
          <a:lstStyle/>
          <a:p>
            <a:endParaRPr lang="en-US"/>
          </a:p>
        </p:txBody>
      </p:sp>
      <p:sp>
        <p:nvSpPr>
          <p:cNvPr id="6339" name="Freeform 658"/>
          <p:cNvSpPr>
            <a:spLocks/>
          </p:cNvSpPr>
          <p:nvPr/>
        </p:nvSpPr>
        <p:spPr bwMode="auto">
          <a:xfrm>
            <a:off x="2207268" y="3817506"/>
            <a:ext cx="605967" cy="491828"/>
          </a:xfrm>
          <a:custGeom>
            <a:avLst/>
            <a:gdLst>
              <a:gd name="T0" fmla="*/ 334 w 347"/>
              <a:gd name="T1" fmla="*/ 192 h 249"/>
              <a:gd name="T2" fmla="*/ 344 w 347"/>
              <a:gd name="T3" fmla="*/ 167 h 249"/>
              <a:gd name="T4" fmla="*/ 333 w 347"/>
              <a:gd name="T5" fmla="*/ 159 h 249"/>
              <a:gd name="T6" fmla="*/ 314 w 347"/>
              <a:gd name="T7" fmla="*/ 159 h 249"/>
              <a:gd name="T8" fmla="*/ 297 w 347"/>
              <a:gd name="T9" fmla="*/ 174 h 249"/>
              <a:gd name="T10" fmla="*/ 281 w 347"/>
              <a:gd name="T11" fmla="*/ 192 h 249"/>
              <a:gd name="T12" fmla="*/ 259 w 347"/>
              <a:gd name="T13" fmla="*/ 203 h 249"/>
              <a:gd name="T14" fmla="*/ 239 w 347"/>
              <a:gd name="T15" fmla="*/ 195 h 249"/>
              <a:gd name="T16" fmla="*/ 226 w 347"/>
              <a:gd name="T17" fmla="*/ 179 h 249"/>
              <a:gd name="T18" fmla="*/ 226 w 347"/>
              <a:gd name="T19" fmla="*/ 167 h 249"/>
              <a:gd name="T20" fmla="*/ 214 w 347"/>
              <a:gd name="T21" fmla="*/ 143 h 249"/>
              <a:gd name="T22" fmla="*/ 219 w 347"/>
              <a:gd name="T23" fmla="*/ 109 h 249"/>
              <a:gd name="T24" fmla="*/ 222 w 347"/>
              <a:gd name="T25" fmla="*/ 98 h 249"/>
              <a:gd name="T26" fmla="*/ 212 w 347"/>
              <a:gd name="T27" fmla="*/ 90 h 249"/>
              <a:gd name="T28" fmla="*/ 206 w 347"/>
              <a:gd name="T29" fmla="*/ 83 h 249"/>
              <a:gd name="T30" fmla="*/ 202 w 347"/>
              <a:gd name="T31" fmla="*/ 69 h 249"/>
              <a:gd name="T32" fmla="*/ 196 w 347"/>
              <a:gd name="T33" fmla="*/ 56 h 249"/>
              <a:gd name="T34" fmla="*/ 184 w 347"/>
              <a:gd name="T35" fmla="*/ 46 h 249"/>
              <a:gd name="T36" fmla="*/ 172 w 347"/>
              <a:gd name="T37" fmla="*/ 37 h 249"/>
              <a:gd name="T38" fmla="*/ 163 w 347"/>
              <a:gd name="T39" fmla="*/ 48 h 249"/>
              <a:gd name="T40" fmla="*/ 155 w 347"/>
              <a:gd name="T41" fmla="*/ 46 h 249"/>
              <a:gd name="T42" fmla="*/ 142 w 347"/>
              <a:gd name="T43" fmla="*/ 34 h 249"/>
              <a:gd name="T44" fmla="*/ 129 w 347"/>
              <a:gd name="T45" fmla="*/ 16 h 249"/>
              <a:gd name="T46" fmla="*/ 103 w 347"/>
              <a:gd name="T47" fmla="*/ 12 h 249"/>
              <a:gd name="T48" fmla="*/ 70 w 347"/>
              <a:gd name="T49" fmla="*/ 20 h 249"/>
              <a:gd name="T50" fmla="*/ 0 w 347"/>
              <a:gd name="T51" fmla="*/ 0 h 249"/>
              <a:gd name="T52" fmla="*/ 4 w 347"/>
              <a:gd name="T53" fmla="*/ 13 h 249"/>
              <a:gd name="T54" fmla="*/ 9 w 347"/>
              <a:gd name="T55" fmla="*/ 35 h 249"/>
              <a:gd name="T56" fmla="*/ 24 w 347"/>
              <a:gd name="T57" fmla="*/ 58 h 249"/>
              <a:gd name="T58" fmla="*/ 24 w 347"/>
              <a:gd name="T59" fmla="*/ 66 h 249"/>
              <a:gd name="T60" fmla="*/ 37 w 347"/>
              <a:gd name="T61" fmla="*/ 88 h 249"/>
              <a:gd name="T62" fmla="*/ 46 w 347"/>
              <a:gd name="T63" fmla="*/ 98 h 249"/>
              <a:gd name="T64" fmla="*/ 55 w 347"/>
              <a:gd name="T65" fmla="*/ 117 h 249"/>
              <a:gd name="T66" fmla="*/ 67 w 347"/>
              <a:gd name="T67" fmla="*/ 129 h 249"/>
              <a:gd name="T68" fmla="*/ 68 w 347"/>
              <a:gd name="T69" fmla="*/ 121 h 249"/>
              <a:gd name="T70" fmla="*/ 64 w 347"/>
              <a:gd name="T71" fmla="*/ 96 h 249"/>
              <a:gd name="T72" fmla="*/ 47 w 347"/>
              <a:gd name="T73" fmla="*/ 68 h 249"/>
              <a:gd name="T74" fmla="*/ 40 w 347"/>
              <a:gd name="T75" fmla="*/ 56 h 249"/>
              <a:gd name="T76" fmla="*/ 33 w 347"/>
              <a:gd name="T77" fmla="*/ 47 h 249"/>
              <a:gd name="T78" fmla="*/ 25 w 347"/>
              <a:gd name="T79" fmla="*/ 22 h 249"/>
              <a:gd name="T80" fmla="*/ 36 w 347"/>
              <a:gd name="T81" fmla="*/ 23 h 249"/>
              <a:gd name="T82" fmla="*/ 54 w 347"/>
              <a:gd name="T83" fmla="*/ 47 h 249"/>
              <a:gd name="T84" fmla="*/ 63 w 347"/>
              <a:gd name="T85" fmla="*/ 57 h 249"/>
              <a:gd name="T86" fmla="*/ 67 w 347"/>
              <a:gd name="T87" fmla="*/ 61 h 249"/>
              <a:gd name="T88" fmla="*/ 83 w 347"/>
              <a:gd name="T89" fmla="*/ 83 h 249"/>
              <a:gd name="T90" fmla="*/ 88 w 347"/>
              <a:gd name="T91" fmla="*/ 92 h 249"/>
              <a:gd name="T92" fmla="*/ 103 w 347"/>
              <a:gd name="T93" fmla="*/ 117 h 249"/>
              <a:gd name="T94" fmla="*/ 124 w 347"/>
              <a:gd name="T95" fmla="*/ 152 h 249"/>
              <a:gd name="T96" fmla="*/ 124 w 347"/>
              <a:gd name="T97" fmla="*/ 171 h 249"/>
              <a:gd name="T98" fmla="*/ 137 w 347"/>
              <a:gd name="T99" fmla="*/ 193 h 249"/>
              <a:gd name="T100" fmla="*/ 180 w 347"/>
              <a:gd name="T101" fmla="*/ 218 h 249"/>
              <a:gd name="T102" fmla="*/ 217 w 347"/>
              <a:gd name="T103" fmla="*/ 235 h 249"/>
              <a:gd name="T104" fmla="*/ 238 w 347"/>
              <a:gd name="T105" fmla="*/ 236 h 249"/>
              <a:gd name="T106" fmla="*/ 248 w 347"/>
              <a:gd name="T107" fmla="*/ 233 h 249"/>
              <a:gd name="T108" fmla="*/ 263 w 347"/>
              <a:gd name="T109" fmla="*/ 247 h 249"/>
              <a:gd name="T110" fmla="*/ 330 w 347"/>
              <a:gd name="T111" fmla="*/ 207 h 24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47"/>
              <a:gd name="T169" fmla="*/ 0 h 249"/>
              <a:gd name="T170" fmla="*/ 347 w 347"/>
              <a:gd name="T171" fmla="*/ 249 h 24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47" h="249">
                <a:moveTo>
                  <a:pt x="330" y="207"/>
                </a:moveTo>
                <a:lnTo>
                  <a:pt x="334" y="192"/>
                </a:lnTo>
                <a:lnTo>
                  <a:pt x="339" y="178"/>
                </a:lnTo>
                <a:lnTo>
                  <a:pt x="344" y="167"/>
                </a:lnTo>
                <a:lnTo>
                  <a:pt x="346" y="159"/>
                </a:lnTo>
                <a:lnTo>
                  <a:pt x="333" y="159"/>
                </a:lnTo>
                <a:lnTo>
                  <a:pt x="323" y="160"/>
                </a:lnTo>
                <a:lnTo>
                  <a:pt x="314" y="159"/>
                </a:lnTo>
                <a:lnTo>
                  <a:pt x="305" y="162"/>
                </a:lnTo>
                <a:lnTo>
                  <a:pt x="297" y="174"/>
                </a:lnTo>
                <a:lnTo>
                  <a:pt x="288" y="187"/>
                </a:lnTo>
                <a:lnTo>
                  <a:pt x="281" y="192"/>
                </a:lnTo>
                <a:lnTo>
                  <a:pt x="272" y="198"/>
                </a:lnTo>
                <a:lnTo>
                  <a:pt x="259" y="203"/>
                </a:lnTo>
                <a:lnTo>
                  <a:pt x="249" y="202"/>
                </a:lnTo>
                <a:lnTo>
                  <a:pt x="239" y="195"/>
                </a:lnTo>
                <a:lnTo>
                  <a:pt x="231" y="186"/>
                </a:lnTo>
                <a:lnTo>
                  <a:pt x="226" y="179"/>
                </a:lnTo>
                <a:lnTo>
                  <a:pt x="226" y="174"/>
                </a:lnTo>
                <a:lnTo>
                  <a:pt x="226" y="167"/>
                </a:lnTo>
                <a:lnTo>
                  <a:pt x="221" y="160"/>
                </a:lnTo>
                <a:lnTo>
                  <a:pt x="214" y="143"/>
                </a:lnTo>
                <a:lnTo>
                  <a:pt x="216" y="120"/>
                </a:lnTo>
                <a:lnTo>
                  <a:pt x="219" y="109"/>
                </a:lnTo>
                <a:lnTo>
                  <a:pt x="221" y="103"/>
                </a:lnTo>
                <a:lnTo>
                  <a:pt x="222" y="98"/>
                </a:lnTo>
                <a:lnTo>
                  <a:pt x="221" y="97"/>
                </a:lnTo>
                <a:lnTo>
                  <a:pt x="212" y="90"/>
                </a:lnTo>
                <a:lnTo>
                  <a:pt x="208" y="87"/>
                </a:lnTo>
                <a:lnTo>
                  <a:pt x="206" y="83"/>
                </a:lnTo>
                <a:lnTo>
                  <a:pt x="204" y="78"/>
                </a:lnTo>
                <a:lnTo>
                  <a:pt x="202" y="69"/>
                </a:lnTo>
                <a:lnTo>
                  <a:pt x="198" y="61"/>
                </a:lnTo>
                <a:lnTo>
                  <a:pt x="196" y="56"/>
                </a:lnTo>
                <a:lnTo>
                  <a:pt x="191" y="52"/>
                </a:lnTo>
                <a:lnTo>
                  <a:pt x="184" y="46"/>
                </a:lnTo>
                <a:lnTo>
                  <a:pt x="177" y="40"/>
                </a:lnTo>
                <a:lnTo>
                  <a:pt x="172" y="37"/>
                </a:lnTo>
                <a:lnTo>
                  <a:pt x="168" y="43"/>
                </a:lnTo>
                <a:lnTo>
                  <a:pt x="163" y="48"/>
                </a:lnTo>
                <a:lnTo>
                  <a:pt x="159" y="49"/>
                </a:lnTo>
                <a:lnTo>
                  <a:pt x="155" y="46"/>
                </a:lnTo>
                <a:lnTo>
                  <a:pt x="148" y="41"/>
                </a:lnTo>
                <a:lnTo>
                  <a:pt x="142" y="34"/>
                </a:lnTo>
                <a:lnTo>
                  <a:pt x="137" y="26"/>
                </a:lnTo>
                <a:lnTo>
                  <a:pt x="129" y="16"/>
                </a:lnTo>
                <a:lnTo>
                  <a:pt x="129" y="12"/>
                </a:lnTo>
                <a:lnTo>
                  <a:pt x="103" y="12"/>
                </a:lnTo>
                <a:lnTo>
                  <a:pt x="103" y="20"/>
                </a:lnTo>
                <a:lnTo>
                  <a:pt x="70" y="20"/>
                </a:lnTo>
                <a:lnTo>
                  <a:pt x="29" y="0"/>
                </a:lnTo>
                <a:lnTo>
                  <a:pt x="0" y="0"/>
                </a:lnTo>
                <a:lnTo>
                  <a:pt x="2" y="6"/>
                </a:lnTo>
                <a:lnTo>
                  <a:pt x="4" y="13"/>
                </a:lnTo>
                <a:lnTo>
                  <a:pt x="4" y="21"/>
                </a:lnTo>
                <a:lnTo>
                  <a:pt x="9" y="35"/>
                </a:lnTo>
                <a:lnTo>
                  <a:pt x="18" y="49"/>
                </a:lnTo>
                <a:lnTo>
                  <a:pt x="24" y="58"/>
                </a:lnTo>
                <a:lnTo>
                  <a:pt x="25" y="62"/>
                </a:lnTo>
                <a:lnTo>
                  <a:pt x="24" y="66"/>
                </a:lnTo>
                <a:lnTo>
                  <a:pt x="24" y="75"/>
                </a:lnTo>
                <a:lnTo>
                  <a:pt x="37" y="88"/>
                </a:lnTo>
                <a:lnTo>
                  <a:pt x="43" y="92"/>
                </a:lnTo>
                <a:lnTo>
                  <a:pt x="46" y="98"/>
                </a:lnTo>
                <a:lnTo>
                  <a:pt x="49" y="106"/>
                </a:lnTo>
                <a:lnTo>
                  <a:pt x="55" y="117"/>
                </a:lnTo>
                <a:lnTo>
                  <a:pt x="62" y="127"/>
                </a:lnTo>
                <a:lnTo>
                  <a:pt x="67" y="129"/>
                </a:lnTo>
                <a:lnTo>
                  <a:pt x="68" y="126"/>
                </a:lnTo>
                <a:lnTo>
                  <a:pt x="68" y="121"/>
                </a:lnTo>
                <a:lnTo>
                  <a:pt x="67" y="108"/>
                </a:lnTo>
                <a:lnTo>
                  <a:pt x="64" y="96"/>
                </a:lnTo>
                <a:lnTo>
                  <a:pt x="56" y="83"/>
                </a:lnTo>
                <a:lnTo>
                  <a:pt x="47" y="68"/>
                </a:lnTo>
                <a:lnTo>
                  <a:pt x="41" y="61"/>
                </a:lnTo>
                <a:lnTo>
                  <a:pt x="40" y="56"/>
                </a:lnTo>
                <a:lnTo>
                  <a:pt x="38" y="49"/>
                </a:lnTo>
                <a:lnTo>
                  <a:pt x="33" y="47"/>
                </a:lnTo>
                <a:lnTo>
                  <a:pt x="28" y="40"/>
                </a:lnTo>
                <a:lnTo>
                  <a:pt x="25" y="22"/>
                </a:lnTo>
                <a:lnTo>
                  <a:pt x="29" y="17"/>
                </a:lnTo>
                <a:lnTo>
                  <a:pt x="36" y="23"/>
                </a:lnTo>
                <a:lnTo>
                  <a:pt x="45" y="35"/>
                </a:lnTo>
                <a:lnTo>
                  <a:pt x="54" y="47"/>
                </a:lnTo>
                <a:lnTo>
                  <a:pt x="60" y="55"/>
                </a:lnTo>
                <a:lnTo>
                  <a:pt x="63" y="57"/>
                </a:lnTo>
                <a:lnTo>
                  <a:pt x="65" y="57"/>
                </a:lnTo>
                <a:lnTo>
                  <a:pt x="67" y="61"/>
                </a:lnTo>
                <a:lnTo>
                  <a:pt x="70" y="70"/>
                </a:lnTo>
                <a:lnTo>
                  <a:pt x="83" y="83"/>
                </a:lnTo>
                <a:lnTo>
                  <a:pt x="88" y="89"/>
                </a:lnTo>
                <a:lnTo>
                  <a:pt x="88" y="92"/>
                </a:lnTo>
                <a:lnTo>
                  <a:pt x="91" y="99"/>
                </a:lnTo>
                <a:lnTo>
                  <a:pt x="103" y="117"/>
                </a:lnTo>
                <a:lnTo>
                  <a:pt x="117" y="137"/>
                </a:lnTo>
                <a:lnTo>
                  <a:pt x="124" y="152"/>
                </a:lnTo>
                <a:lnTo>
                  <a:pt x="125" y="162"/>
                </a:lnTo>
                <a:lnTo>
                  <a:pt x="124" y="171"/>
                </a:lnTo>
                <a:lnTo>
                  <a:pt x="125" y="182"/>
                </a:lnTo>
                <a:lnTo>
                  <a:pt x="137" y="193"/>
                </a:lnTo>
                <a:lnTo>
                  <a:pt x="157" y="206"/>
                </a:lnTo>
                <a:lnTo>
                  <a:pt x="180" y="218"/>
                </a:lnTo>
                <a:lnTo>
                  <a:pt x="201" y="228"/>
                </a:lnTo>
                <a:lnTo>
                  <a:pt x="217" y="235"/>
                </a:lnTo>
                <a:lnTo>
                  <a:pt x="227" y="236"/>
                </a:lnTo>
                <a:lnTo>
                  <a:pt x="238" y="236"/>
                </a:lnTo>
                <a:lnTo>
                  <a:pt x="245" y="233"/>
                </a:lnTo>
                <a:lnTo>
                  <a:pt x="248" y="233"/>
                </a:lnTo>
                <a:lnTo>
                  <a:pt x="253" y="237"/>
                </a:lnTo>
                <a:lnTo>
                  <a:pt x="263" y="247"/>
                </a:lnTo>
                <a:lnTo>
                  <a:pt x="288" y="248"/>
                </a:lnTo>
                <a:lnTo>
                  <a:pt x="330" y="207"/>
                </a:lnTo>
              </a:path>
            </a:pathLst>
          </a:custGeom>
          <a:solidFill>
            <a:srgbClr val="FFFFCC"/>
          </a:solidFill>
          <a:ln w="12700" cap="rnd">
            <a:solidFill>
              <a:schemeClr val="tx1"/>
            </a:solidFill>
            <a:round/>
            <a:headEnd/>
            <a:tailEnd/>
          </a:ln>
        </p:spPr>
        <p:txBody>
          <a:bodyPr/>
          <a:lstStyle/>
          <a:p>
            <a:endParaRPr lang="en-US"/>
          </a:p>
        </p:txBody>
      </p:sp>
      <p:sp>
        <p:nvSpPr>
          <p:cNvPr id="6340" name="Freeform 659"/>
          <p:cNvSpPr>
            <a:spLocks/>
          </p:cNvSpPr>
          <p:nvPr/>
        </p:nvSpPr>
        <p:spPr bwMode="auto">
          <a:xfrm>
            <a:off x="2863876" y="4080209"/>
            <a:ext cx="181615" cy="88884"/>
          </a:xfrm>
          <a:custGeom>
            <a:avLst/>
            <a:gdLst>
              <a:gd name="T0" fmla="*/ 7 w 104"/>
              <a:gd name="T1" fmla="*/ 7 h 45"/>
              <a:gd name="T2" fmla="*/ 14 w 104"/>
              <a:gd name="T3" fmla="*/ 2 h 45"/>
              <a:gd name="T4" fmla="*/ 23 w 104"/>
              <a:gd name="T5" fmla="*/ 0 h 45"/>
              <a:gd name="T6" fmla="*/ 35 w 104"/>
              <a:gd name="T7" fmla="*/ 0 h 45"/>
              <a:gd name="T8" fmla="*/ 49 w 104"/>
              <a:gd name="T9" fmla="*/ 6 h 45"/>
              <a:gd name="T10" fmla="*/ 70 w 104"/>
              <a:gd name="T11" fmla="*/ 15 h 45"/>
              <a:gd name="T12" fmla="*/ 91 w 104"/>
              <a:gd name="T13" fmla="*/ 26 h 45"/>
              <a:gd name="T14" fmla="*/ 98 w 104"/>
              <a:gd name="T15" fmla="*/ 31 h 45"/>
              <a:gd name="T16" fmla="*/ 103 w 104"/>
              <a:gd name="T17" fmla="*/ 35 h 45"/>
              <a:gd name="T18" fmla="*/ 103 w 104"/>
              <a:gd name="T19" fmla="*/ 38 h 45"/>
              <a:gd name="T20" fmla="*/ 97 w 104"/>
              <a:gd name="T21" fmla="*/ 40 h 45"/>
              <a:gd name="T22" fmla="*/ 84 w 104"/>
              <a:gd name="T23" fmla="*/ 42 h 45"/>
              <a:gd name="T24" fmla="*/ 77 w 104"/>
              <a:gd name="T25" fmla="*/ 44 h 45"/>
              <a:gd name="T26" fmla="*/ 74 w 104"/>
              <a:gd name="T27" fmla="*/ 43 h 45"/>
              <a:gd name="T28" fmla="*/ 71 w 104"/>
              <a:gd name="T29" fmla="*/ 38 h 45"/>
              <a:gd name="T30" fmla="*/ 57 w 104"/>
              <a:gd name="T31" fmla="*/ 23 h 45"/>
              <a:gd name="T32" fmla="*/ 37 w 104"/>
              <a:gd name="T33" fmla="*/ 18 h 45"/>
              <a:gd name="T34" fmla="*/ 32 w 104"/>
              <a:gd name="T35" fmla="*/ 17 h 45"/>
              <a:gd name="T36" fmla="*/ 31 w 104"/>
              <a:gd name="T37" fmla="*/ 14 h 45"/>
              <a:gd name="T38" fmla="*/ 29 w 104"/>
              <a:gd name="T39" fmla="*/ 11 h 45"/>
              <a:gd name="T40" fmla="*/ 22 w 104"/>
              <a:gd name="T41" fmla="*/ 12 h 45"/>
              <a:gd name="T42" fmla="*/ 10 w 104"/>
              <a:gd name="T43" fmla="*/ 15 h 45"/>
              <a:gd name="T44" fmla="*/ 3 w 104"/>
              <a:gd name="T45" fmla="*/ 16 h 45"/>
              <a:gd name="T46" fmla="*/ 1 w 104"/>
              <a:gd name="T47" fmla="*/ 15 h 45"/>
              <a:gd name="T48" fmla="*/ 0 w 104"/>
              <a:gd name="T49" fmla="*/ 14 h 45"/>
              <a:gd name="T50" fmla="*/ 3 w 104"/>
              <a:gd name="T51" fmla="*/ 10 h 45"/>
              <a:gd name="T52" fmla="*/ 7 w 104"/>
              <a:gd name="T53" fmla="*/ 7 h 4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4"/>
              <a:gd name="T82" fmla="*/ 0 h 45"/>
              <a:gd name="T83" fmla="*/ 104 w 104"/>
              <a:gd name="T84" fmla="*/ 45 h 4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4" h="45">
                <a:moveTo>
                  <a:pt x="7" y="7"/>
                </a:moveTo>
                <a:lnTo>
                  <a:pt x="14" y="2"/>
                </a:lnTo>
                <a:lnTo>
                  <a:pt x="23" y="0"/>
                </a:lnTo>
                <a:lnTo>
                  <a:pt x="35" y="0"/>
                </a:lnTo>
                <a:lnTo>
                  <a:pt x="49" y="6"/>
                </a:lnTo>
                <a:lnTo>
                  <a:pt x="70" y="15"/>
                </a:lnTo>
                <a:lnTo>
                  <a:pt x="91" y="26"/>
                </a:lnTo>
                <a:lnTo>
                  <a:pt x="98" y="31"/>
                </a:lnTo>
                <a:lnTo>
                  <a:pt x="103" y="35"/>
                </a:lnTo>
                <a:lnTo>
                  <a:pt x="103" y="38"/>
                </a:lnTo>
                <a:lnTo>
                  <a:pt x="97" y="40"/>
                </a:lnTo>
                <a:lnTo>
                  <a:pt x="84" y="42"/>
                </a:lnTo>
                <a:lnTo>
                  <a:pt x="77" y="44"/>
                </a:lnTo>
                <a:lnTo>
                  <a:pt x="74" y="43"/>
                </a:lnTo>
                <a:lnTo>
                  <a:pt x="71" y="38"/>
                </a:lnTo>
                <a:lnTo>
                  <a:pt x="57" y="23"/>
                </a:lnTo>
                <a:lnTo>
                  <a:pt x="37" y="18"/>
                </a:lnTo>
                <a:lnTo>
                  <a:pt x="32" y="17"/>
                </a:lnTo>
                <a:lnTo>
                  <a:pt x="31" y="14"/>
                </a:lnTo>
                <a:lnTo>
                  <a:pt x="29" y="11"/>
                </a:lnTo>
                <a:lnTo>
                  <a:pt x="22" y="12"/>
                </a:lnTo>
                <a:lnTo>
                  <a:pt x="10" y="15"/>
                </a:lnTo>
                <a:lnTo>
                  <a:pt x="3" y="16"/>
                </a:lnTo>
                <a:lnTo>
                  <a:pt x="1" y="15"/>
                </a:lnTo>
                <a:lnTo>
                  <a:pt x="0" y="14"/>
                </a:lnTo>
                <a:lnTo>
                  <a:pt x="3" y="10"/>
                </a:lnTo>
                <a:lnTo>
                  <a:pt x="7" y="7"/>
                </a:lnTo>
              </a:path>
            </a:pathLst>
          </a:custGeom>
          <a:solidFill>
            <a:srgbClr val="FDE3BA"/>
          </a:solidFill>
          <a:ln w="12700" cap="rnd">
            <a:solidFill>
              <a:schemeClr val="tx1"/>
            </a:solidFill>
            <a:round/>
            <a:headEnd/>
            <a:tailEnd/>
          </a:ln>
        </p:spPr>
        <p:txBody>
          <a:bodyPr/>
          <a:lstStyle/>
          <a:p>
            <a:endParaRPr lang="en-US"/>
          </a:p>
        </p:txBody>
      </p:sp>
      <p:sp>
        <p:nvSpPr>
          <p:cNvPr id="6341" name="Freeform 660"/>
          <p:cNvSpPr>
            <a:spLocks/>
          </p:cNvSpPr>
          <p:nvPr/>
        </p:nvSpPr>
        <p:spPr bwMode="auto">
          <a:xfrm>
            <a:off x="2984372" y="4214524"/>
            <a:ext cx="26194" cy="11851"/>
          </a:xfrm>
          <a:custGeom>
            <a:avLst/>
            <a:gdLst>
              <a:gd name="T0" fmla="*/ 2 w 15"/>
              <a:gd name="T1" fmla="*/ 4 h 6"/>
              <a:gd name="T2" fmla="*/ 8 w 15"/>
              <a:gd name="T3" fmla="*/ 5 h 6"/>
              <a:gd name="T4" fmla="*/ 13 w 15"/>
              <a:gd name="T5" fmla="*/ 3 h 6"/>
              <a:gd name="T6" fmla="*/ 14 w 15"/>
              <a:gd name="T7" fmla="*/ 1 h 6"/>
              <a:gd name="T8" fmla="*/ 11 w 15"/>
              <a:gd name="T9" fmla="*/ 0 h 6"/>
              <a:gd name="T10" fmla="*/ 3 w 15"/>
              <a:gd name="T11" fmla="*/ 0 h 6"/>
              <a:gd name="T12" fmla="*/ 0 w 15"/>
              <a:gd name="T13" fmla="*/ 1 h 6"/>
              <a:gd name="T14" fmla="*/ 1 w 15"/>
              <a:gd name="T15" fmla="*/ 3 h 6"/>
              <a:gd name="T16" fmla="*/ 2 w 15"/>
              <a:gd name="T17" fmla="*/ 4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6"/>
              <a:gd name="T29" fmla="*/ 15 w 15"/>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6">
                <a:moveTo>
                  <a:pt x="2" y="4"/>
                </a:moveTo>
                <a:lnTo>
                  <a:pt x="8" y="5"/>
                </a:lnTo>
                <a:lnTo>
                  <a:pt x="13" y="3"/>
                </a:lnTo>
                <a:lnTo>
                  <a:pt x="14" y="1"/>
                </a:lnTo>
                <a:lnTo>
                  <a:pt x="11" y="0"/>
                </a:lnTo>
                <a:lnTo>
                  <a:pt x="3" y="0"/>
                </a:lnTo>
                <a:lnTo>
                  <a:pt x="0" y="1"/>
                </a:lnTo>
                <a:lnTo>
                  <a:pt x="1" y="3"/>
                </a:lnTo>
                <a:lnTo>
                  <a:pt x="2" y="4"/>
                </a:lnTo>
              </a:path>
            </a:pathLst>
          </a:custGeom>
          <a:solidFill>
            <a:srgbClr val="FDE3BA"/>
          </a:solidFill>
          <a:ln w="12700" cap="rnd">
            <a:solidFill>
              <a:schemeClr val="tx1"/>
            </a:solidFill>
            <a:round/>
            <a:headEnd/>
            <a:tailEnd/>
          </a:ln>
        </p:spPr>
        <p:txBody>
          <a:bodyPr/>
          <a:lstStyle/>
          <a:p>
            <a:endParaRPr lang="en-US"/>
          </a:p>
        </p:txBody>
      </p:sp>
      <p:sp>
        <p:nvSpPr>
          <p:cNvPr id="6342" name="Freeform 661"/>
          <p:cNvSpPr>
            <a:spLocks/>
          </p:cNvSpPr>
          <p:nvPr/>
        </p:nvSpPr>
        <p:spPr bwMode="auto">
          <a:xfrm>
            <a:off x="3064701" y="4176994"/>
            <a:ext cx="118748" cy="37530"/>
          </a:xfrm>
          <a:custGeom>
            <a:avLst/>
            <a:gdLst>
              <a:gd name="T0" fmla="*/ 39 w 68"/>
              <a:gd name="T1" fmla="*/ 17 h 19"/>
              <a:gd name="T2" fmla="*/ 22 w 68"/>
              <a:gd name="T3" fmla="*/ 18 h 19"/>
              <a:gd name="T4" fmla="*/ 6 w 68"/>
              <a:gd name="T5" fmla="*/ 17 h 19"/>
              <a:gd name="T6" fmla="*/ 0 w 68"/>
              <a:gd name="T7" fmla="*/ 15 h 19"/>
              <a:gd name="T8" fmla="*/ 9 w 68"/>
              <a:gd name="T9" fmla="*/ 14 h 19"/>
              <a:gd name="T10" fmla="*/ 21 w 68"/>
              <a:gd name="T11" fmla="*/ 12 h 19"/>
              <a:gd name="T12" fmla="*/ 23 w 68"/>
              <a:gd name="T13" fmla="*/ 10 h 19"/>
              <a:gd name="T14" fmla="*/ 21 w 68"/>
              <a:gd name="T15" fmla="*/ 8 h 19"/>
              <a:gd name="T16" fmla="*/ 15 w 68"/>
              <a:gd name="T17" fmla="*/ 6 h 19"/>
              <a:gd name="T18" fmla="*/ 10 w 68"/>
              <a:gd name="T19" fmla="*/ 2 h 19"/>
              <a:gd name="T20" fmla="*/ 10 w 68"/>
              <a:gd name="T21" fmla="*/ 0 h 19"/>
              <a:gd name="T22" fmla="*/ 15 w 68"/>
              <a:gd name="T23" fmla="*/ 0 h 19"/>
              <a:gd name="T24" fmla="*/ 23 w 68"/>
              <a:gd name="T25" fmla="*/ 2 h 19"/>
              <a:gd name="T26" fmla="*/ 30 w 68"/>
              <a:gd name="T27" fmla="*/ 3 h 19"/>
              <a:gd name="T28" fmla="*/ 37 w 68"/>
              <a:gd name="T29" fmla="*/ 2 h 19"/>
              <a:gd name="T30" fmla="*/ 45 w 68"/>
              <a:gd name="T31" fmla="*/ 1 h 19"/>
              <a:gd name="T32" fmla="*/ 53 w 68"/>
              <a:gd name="T33" fmla="*/ 3 h 19"/>
              <a:gd name="T34" fmla="*/ 60 w 68"/>
              <a:gd name="T35" fmla="*/ 6 h 19"/>
              <a:gd name="T36" fmla="*/ 66 w 68"/>
              <a:gd name="T37" fmla="*/ 11 h 19"/>
              <a:gd name="T38" fmla="*/ 67 w 68"/>
              <a:gd name="T39" fmla="*/ 14 h 19"/>
              <a:gd name="T40" fmla="*/ 60 w 68"/>
              <a:gd name="T41" fmla="*/ 14 h 19"/>
              <a:gd name="T42" fmla="*/ 47 w 68"/>
              <a:gd name="T43" fmla="*/ 14 h 19"/>
              <a:gd name="T44" fmla="*/ 41 w 68"/>
              <a:gd name="T45" fmla="*/ 15 h 19"/>
              <a:gd name="T46" fmla="*/ 39 w 68"/>
              <a:gd name="T47" fmla="*/ 17 h 19"/>
              <a:gd name="T48" fmla="*/ 39 w 68"/>
              <a:gd name="T49" fmla="*/ 17 h 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8"/>
              <a:gd name="T76" fmla="*/ 0 h 19"/>
              <a:gd name="T77" fmla="*/ 68 w 68"/>
              <a:gd name="T78" fmla="*/ 19 h 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8" h="19">
                <a:moveTo>
                  <a:pt x="39" y="17"/>
                </a:moveTo>
                <a:lnTo>
                  <a:pt x="22" y="18"/>
                </a:lnTo>
                <a:lnTo>
                  <a:pt x="6" y="17"/>
                </a:lnTo>
                <a:lnTo>
                  <a:pt x="0" y="15"/>
                </a:lnTo>
                <a:lnTo>
                  <a:pt x="9" y="14"/>
                </a:lnTo>
                <a:lnTo>
                  <a:pt x="21" y="12"/>
                </a:lnTo>
                <a:lnTo>
                  <a:pt x="23" y="10"/>
                </a:lnTo>
                <a:lnTo>
                  <a:pt x="21" y="8"/>
                </a:lnTo>
                <a:lnTo>
                  <a:pt x="15" y="6"/>
                </a:lnTo>
                <a:lnTo>
                  <a:pt x="10" y="2"/>
                </a:lnTo>
                <a:lnTo>
                  <a:pt x="10" y="0"/>
                </a:lnTo>
                <a:lnTo>
                  <a:pt x="15" y="0"/>
                </a:lnTo>
                <a:lnTo>
                  <a:pt x="23" y="2"/>
                </a:lnTo>
                <a:lnTo>
                  <a:pt x="30" y="3"/>
                </a:lnTo>
                <a:lnTo>
                  <a:pt x="37" y="2"/>
                </a:lnTo>
                <a:lnTo>
                  <a:pt x="45" y="1"/>
                </a:lnTo>
                <a:lnTo>
                  <a:pt x="53" y="3"/>
                </a:lnTo>
                <a:lnTo>
                  <a:pt x="60" y="6"/>
                </a:lnTo>
                <a:lnTo>
                  <a:pt x="66" y="11"/>
                </a:lnTo>
                <a:lnTo>
                  <a:pt x="67" y="14"/>
                </a:lnTo>
                <a:lnTo>
                  <a:pt x="60" y="14"/>
                </a:lnTo>
                <a:lnTo>
                  <a:pt x="47" y="14"/>
                </a:lnTo>
                <a:lnTo>
                  <a:pt x="41" y="15"/>
                </a:lnTo>
                <a:lnTo>
                  <a:pt x="39" y="17"/>
                </a:lnTo>
              </a:path>
            </a:pathLst>
          </a:custGeom>
          <a:solidFill>
            <a:srgbClr val="FDE3BA"/>
          </a:solidFill>
          <a:ln w="12700" cap="rnd">
            <a:solidFill>
              <a:schemeClr val="tx1"/>
            </a:solidFill>
            <a:round/>
            <a:headEnd/>
            <a:tailEnd/>
          </a:ln>
        </p:spPr>
        <p:txBody>
          <a:bodyPr/>
          <a:lstStyle/>
          <a:p>
            <a:endParaRPr lang="en-US"/>
          </a:p>
        </p:txBody>
      </p:sp>
      <p:sp>
        <p:nvSpPr>
          <p:cNvPr id="6343" name="Freeform 662"/>
          <p:cNvSpPr>
            <a:spLocks/>
          </p:cNvSpPr>
          <p:nvPr/>
        </p:nvSpPr>
        <p:spPr bwMode="auto">
          <a:xfrm>
            <a:off x="2994849" y="4052556"/>
            <a:ext cx="8731" cy="11851"/>
          </a:xfrm>
          <a:custGeom>
            <a:avLst/>
            <a:gdLst>
              <a:gd name="T0" fmla="*/ 2 w 5"/>
              <a:gd name="T1" fmla="*/ 0 h 6"/>
              <a:gd name="T2" fmla="*/ 3 w 5"/>
              <a:gd name="T3" fmla="*/ 0 h 6"/>
              <a:gd name="T4" fmla="*/ 4 w 5"/>
              <a:gd name="T5" fmla="*/ 3 h 6"/>
              <a:gd name="T6" fmla="*/ 3 w 5"/>
              <a:gd name="T7" fmla="*/ 4 h 6"/>
              <a:gd name="T8" fmla="*/ 2 w 5"/>
              <a:gd name="T9" fmla="*/ 5 h 6"/>
              <a:gd name="T10" fmla="*/ 1 w 5"/>
              <a:gd name="T11" fmla="*/ 4 h 6"/>
              <a:gd name="T12" fmla="*/ 0 w 5"/>
              <a:gd name="T13" fmla="*/ 3 h 6"/>
              <a:gd name="T14" fmla="*/ 1 w 5"/>
              <a:gd name="T15" fmla="*/ 0 h 6"/>
              <a:gd name="T16" fmla="*/ 2 w 5"/>
              <a:gd name="T17" fmla="*/ 0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6"/>
              <a:gd name="T29" fmla="*/ 5 w 5"/>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6">
                <a:moveTo>
                  <a:pt x="2" y="0"/>
                </a:moveTo>
                <a:lnTo>
                  <a:pt x="3" y="0"/>
                </a:lnTo>
                <a:lnTo>
                  <a:pt x="4" y="3"/>
                </a:lnTo>
                <a:lnTo>
                  <a:pt x="3" y="4"/>
                </a:lnTo>
                <a:lnTo>
                  <a:pt x="2" y="5"/>
                </a:lnTo>
                <a:lnTo>
                  <a:pt x="1" y="4"/>
                </a:lnTo>
                <a:lnTo>
                  <a:pt x="0" y="3"/>
                </a:lnTo>
                <a:lnTo>
                  <a:pt x="1" y="0"/>
                </a:lnTo>
                <a:lnTo>
                  <a:pt x="2" y="0"/>
                </a:lnTo>
              </a:path>
            </a:pathLst>
          </a:custGeom>
          <a:solidFill>
            <a:srgbClr val="FDE3BA"/>
          </a:solidFill>
          <a:ln w="12700" cap="rnd">
            <a:solidFill>
              <a:schemeClr val="tx1"/>
            </a:solidFill>
            <a:round/>
            <a:headEnd/>
            <a:tailEnd/>
          </a:ln>
        </p:spPr>
        <p:txBody>
          <a:bodyPr/>
          <a:lstStyle/>
          <a:p>
            <a:endParaRPr lang="en-US"/>
          </a:p>
        </p:txBody>
      </p:sp>
      <p:sp>
        <p:nvSpPr>
          <p:cNvPr id="6344" name="Freeform 663"/>
          <p:cNvSpPr>
            <a:spLocks/>
          </p:cNvSpPr>
          <p:nvPr/>
        </p:nvSpPr>
        <p:spPr bwMode="auto">
          <a:xfrm>
            <a:off x="3082164" y="4127614"/>
            <a:ext cx="3493" cy="11851"/>
          </a:xfrm>
          <a:custGeom>
            <a:avLst/>
            <a:gdLst>
              <a:gd name="T0" fmla="*/ 1 w 2"/>
              <a:gd name="T1" fmla="*/ 0 h 6"/>
              <a:gd name="T2" fmla="*/ 1 w 2"/>
              <a:gd name="T3" fmla="*/ 1 h 6"/>
              <a:gd name="T4" fmla="*/ 1 w 2"/>
              <a:gd name="T5" fmla="*/ 3 h 6"/>
              <a:gd name="T6" fmla="*/ 1 w 2"/>
              <a:gd name="T7" fmla="*/ 5 h 6"/>
              <a:gd name="T8" fmla="*/ 1 w 2"/>
              <a:gd name="T9" fmla="*/ 5 h 6"/>
              <a:gd name="T10" fmla="*/ 0 w 2"/>
              <a:gd name="T11" fmla="*/ 5 h 6"/>
              <a:gd name="T12" fmla="*/ 0 w 2"/>
              <a:gd name="T13" fmla="*/ 3 h 6"/>
              <a:gd name="T14" fmla="*/ 0 w 2"/>
              <a:gd name="T15" fmla="*/ 1 h 6"/>
              <a:gd name="T16" fmla="*/ 1 w 2"/>
              <a:gd name="T17" fmla="*/ 0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
              <a:gd name="T28" fmla="*/ 0 h 6"/>
              <a:gd name="T29" fmla="*/ 2 w 2"/>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 h="6">
                <a:moveTo>
                  <a:pt x="1" y="0"/>
                </a:moveTo>
                <a:lnTo>
                  <a:pt x="1" y="1"/>
                </a:lnTo>
                <a:lnTo>
                  <a:pt x="1" y="3"/>
                </a:lnTo>
                <a:lnTo>
                  <a:pt x="1" y="5"/>
                </a:lnTo>
                <a:lnTo>
                  <a:pt x="0" y="5"/>
                </a:lnTo>
                <a:lnTo>
                  <a:pt x="0" y="3"/>
                </a:lnTo>
                <a:lnTo>
                  <a:pt x="0" y="1"/>
                </a:lnTo>
                <a:lnTo>
                  <a:pt x="1" y="0"/>
                </a:lnTo>
              </a:path>
            </a:pathLst>
          </a:custGeom>
          <a:solidFill>
            <a:srgbClr val="FDE3BA"/>
          </a:solidFill>
          <a:ln w="12700" cap="rnd">
            <a:solidFill>
              <a:schemeClr val="tx1"/>
            </a:solidFill>
            <a:round/>
            <a:headEnd/>
            <a:tailEnd/>
          </a:ln>
        </p:spPr>
        <p:txBody>
          <a:bodyPr/>
          <a:lstStyle/>
          <a:p>
            <a:endParaRPr lang="en-US"/>
          </a:p>
        </p:txBody>
      </p:sp>
      <p:sp>
        <p:nvSpPr>
          <p:cNvPr id="6345" name="Freeform 664"/>
          <p:cNvSpPr>
            <a:spLocks/>
          </p:cNvSpPr>
          <p:nvPr/>
        </p:nvSpPr>
        <p:spPr bwMode="auto">
          <a:xfrm>
            <a:off x="3035014" y="4060457"/>
            <a:ext cx="10478" cy="13826"/>
          </a:xfrm>
          <a:custGeom>
            <a:avLst/>
            <a:gdLst>
              <a:gd name="T0" fmla="*/ 2 w 6"/>
              <a:gd name="T1" fmla="*/ 0 h 7"/>
              <a:gd name="T2" fmla="*/ 0 w 6"/>
              <a:gd name="T3" fmla="*/ 0 h 7"/>
              <a:gd name="T4" fmla="*/ 0 w 6"/>
              <a:gd name="T5" fmla="*/ 3 h 7"/>
              <a:gd name="T6" fmla="*/ 0 w 6"/>
              <a:gd name="T7" fmla="*/ 6 h 7"/>
              <a:gd name="T8" fmla="*/ 2 w 6"/>
              <a:gd name="T9" fmla="*/ 6 h 7"/>
              <a:gd name="T10" fmla="*/ 4 w 6"/>
              <a:gd name="T11" fmla="*/ 6 h 7"/>
              <a:gd name="T12" fmla="*/ 5 w 6"/>
              <a:gd name="T13" fmla="*/ 3 h 7"/>
              <a:gd name="T14" fmla="*/ 4 w 6"/>
              <a:gd name="T15" fmla="*/ 0 h 7"/>
              <a:gd name="T16" fmla="*/ 2 w 6"/>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7"/>
              <a:gd name="T29" fmla="*/ 6 w 6"/>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7">
                <a:moveTo>
                  <a:pt x="2" y="0"/>
                </a:moveTo>
                <a:lnTo>
                  <a:pt x="0" y="0"/>
                </a:lnTo>
                <a:lnTo>
                  <a:pt x="0" y="3"/>
                </a:lnTo>
                <a:lnTo>
                  <a:pt x="0" y="6"/>
                </a:lnTo>
                <a:lnTo>
                  <a:pt x="2" y="6"/>
                </a:lnTo>
                <a:lnTo>
                  <a:pt x="4" y="6"/>
                </a:lnTo>
                <a:lnTo>
                  <a:pt x="5" y="3"/>
                </a:lnTo>
                <a:lnTo>
                  <a:pt x="4" y="0"/>
                </a:lnTo>
                <a:lnTo>
                  <a:pt x="2" y="0"/>
                </a:lnTo>
              </a:path>
            </a:pathLst>
          </a:custGeom>
          <a:solidFill>
            <a:srgbClr val="FDE3BA"/>
          </a:solidFill>
          <a:ln w="12700" cap="rnd">
            <a:solidFill>
              <a:schemeClr val="tx1"/>
            </a:solidFill>
            <a:round/>
            <a:headEnd/>
            <a:tailEnd/>
          </a:ln>
        </p:spPr>
        <p:txBody>
          <a:bodyPr/>
          <a:lstStyle/>
          <a:p>
            <a:endParaRPr lang="en-US"/>
          </a:p>
        </p:txBody>
      </p:sp>
      <p:sp>
        <p:nvSpPr>
          <p:cNvPr id="6346" name="Freeform 665"/>
          <p:cNvSpPr>
            <a:spLocks/>
          </p:cNvSpPr>
          <p:nvPr/>
        </p:nvSpPr>
        <p:spPr bwMode="auto">
          <a:xfrm>
            <a:off x="3052477" y="4078234"/>
            <a:ext cx="12225" cy="13827"/>
          </a:xfrm>
          <a:custGeom>
            <a:avLst/>
            <a:gdLst>
              <a:gd name="T0" fmla="*/ 3 w 7"/>
              <a:gd name="T1" fmla="*/ 0 h 7"/>
              <a:gd name="T2" fmla="*/ 1 w 7"/>
              <a:gd name="T3" fmla="*/ 1 h 7"/>
              <a:gd name="T4" fmla="*/ 0 w 7"/>
              <a:gd name="T5" fmla="*/ 3 h 7"/>
              <a:gd name="T6" fmla="*/ 1 w 7"/>
              <a:gd name="T7" fmla="*/ 6 h 7"/>
              <a:gd name="T8" fmla="*/ 3 w 7"/>
              <a:gd name="T9" fmla="*/ 6 h 7"/>
              <a:gd name="T10" fmla="*/ 6 w 7"/>
              <a:gd name="T11" fmla="*/ 6 h 7"/>
              <a:gd name="T12" fmla="*/ 6 w 7"/>
              <a:gd name="T13" fmla="*/ 3 h 7"/>
              <a:gd name="T14" fmla="*/ 6 w 7"/>
              <a:gd name="T15" fmla="*/ 1 h 7"/>
              <a:gd name="T16" fmla="*/ 3 w 7"/>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7"/>
              <a:gd name="T29" fmla="*/ 7 w 7"/>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7">
                <a:moveTo>
                  <a:pt x="3" y="0"/>
                </a:moveTo>
                <a:lnTo>
                  <a:pt x="1" y="1"/>
                </a:lnTo>
                <a:lnTo>
                  <a:pt x="0" y="3"/>
                </a:lnTo>
                <a:lnTo>
                  <a:pt x="1" y="6"/>
                </a:lnTo>
                <a:lnTo>
                  <a:pt x="3" y="6"/>
                </a:lnTo>
                <a:lnTo>
                  <a:pt x="6" y="6"/>
                </a:lnTo>
                <a:lnTo>
                  <a:pt x="6" y="3"/>
                </a:lnTo>
                <a:lnTo>
                  <a:pt x="6" y="1"/>
                </a:lnTo>
                <a:lnTo>
                  <a:pt x="3" y="0"/>
                </a:lnTo>
              </a:path>
            </a:pathLst>
          </a:custGeom>
          <a:solidFill>
            <a:srgbClr val="FDE3BA"/>
          </a:solidFill>
          <a:ln w="12700" cap="rnd">
            <a:solidFill>
              <a:schemeClr val="tx1"/>
            </a:solidFill>
            <a:round/>
            <a:headEnd/>
            <a:tailEnd/>
          </a:ln>
        </p:spPr>
        <p:txBody>
          <a:bodyPr/>
          <a:lstStyle/>
          <a:p>
            <a:endParaRPr lang="en-US"/>
          </a:p>
        </p:txBody>
      </p:sp>
      <p:sp>
        <p:nvSpPr>
          <p:cNvPr id="6347" name="Freeform 666"/>
          <p:cNvSpPr>
            <a:spLocks/>
          </p:cNvSpPr>
          <p:nvPr/>
        </p:nvSpPr>
        <p:spPr bwMode="auto">
          <a:xfrm>
            <a:off x="3062954" y="4099962"/>
            <a:ext cx="5239" cy="11851"/>
          </a:xfrm>
          <a:custGeom>
            <a:avLst/>
            <a:gdLst>
              <a:gd name="T0" fmla="*/ 1 w 3"/>
              <a:gd name="T1" fmla="*/ 0 h 6"/>
              <a:gd name="T2" fmla="*/ 0 w 3"/>
              <a:gd name="T3" fmla="*/ 1 h 6"/>
              <a:gd name="T4" fmla="*/ 0 w 3"/>
              <a:gd name="T5" fmla="*/ 3 h 6"/>
              <a:gd name="T6" fmla="*/ 0 w 3"/>
              <a:gd name="T7" fmla="*/ 4 h 6"/>
              <a:gd name="T8" fmla="*/ 1 w 3"/>
              <a:gd name="T9" fmla="*/ 5 h 6"/>
              <a:gd name="T10" fmla="*/ 2 w 3"/>
              <a:gd name="T11" fmla="*/ 4 h 6"/>
              <a:gd name="T12" fmla="*/ 2 w 3"/>
              <a:gd name="T13" fmla="*/ 3 h 6"/>
              <a:gd name="T14" fmla="*/ 2 w 3"/>
              <a:gd name="T15" fmla="*/ 1 h 6"/>
              <a:gd name="T16" fmla="*/ 1 w 3"/>
              <a:gd name="T17" fmla="*/ 0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6"/>
              <a:gd name="T29" fmla="*/ 3 w 3"/>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6">
                <a:moveTo>
                  <a:pt x="1" y="0"/>
                </a:moveTo>
                <a:lnTo>
                  <a:pt x="0" y="1"/>
                </a:lnTo>
                <a:lnTo>
                  <a:pt x="0" y="3"/>
                </a:lnTo>
                <a:lnTo>
                  <a:pt x="0" y="4"/>
                </a:lnTo>
                <a:lnTo>
                  <a:pt x="1" y="5"/>
                </a:lnTo>
                <a:lnTo>
                  <a:pt x="2" y="4"/>
                </a:lnTo>
                <a:lnTo>
                  <a:pt x="2" y="3"/>
                </a:lnTo>
                <a:lnTo>
                  <a:pt x="2" y="1"/>
                </a:lnTo>
                <a:lnTo>
                  <a:pt x="1" y="0"/>
                </a:lnTo>
              </a:path>
            </a:pathLst>
          </a:custGeom>
          <a:solidFill>
            <a:srgbClr val="FDE3BA"/>
          </a:solidFill>
          <a:ln w="12700" cap="rnd">
            <a:solidFill>
              <a:schemeClr val="tx1"/>
            </a:solidFill>
            <a:round/>
            <a:headEnd/>
            <a:tailEnd/>
          </a:ln>
        </p:spPr>
        <p:txBody>
          <a:bodyPr/>
          <a:lstStyle/>
          <a:p>
            <a:endParaRPr lang="en-US"/>
          </a:p>
        </p:txBody>
      </p:sp>
      <p:sp>
        <p:nvSpPr>
          <p:cNvPr id="6348" name="Freeform 667"/>
          <p:cNvSpPr>
            <a:spLocks/>
          </p:cNvSpPr>
          <p:nvPr/>
        </p:nvSpPr>
        <p:spPr bwMode="auto">
          <a:xfrm>
            <a:off x="3103120" y="4111813"/>
            <a:ext cx="13970" cy="15802"/>
          </a:xfrm>
          <a:custGeom>
            <a:avLst/>
            <a:gdLst>
              <a:gd name="T0" fmla="*/ 4 w 8"/>
              <a:gd name="T1" fmla="*/ 0 h 8"/>
              <a:gd name="T2" fmla="*/ 6 w 8"/>
              <a:gd name="T3" fmla="*/ 0 h 8"/>
              <a:gd name="T4" fmla="*/ 7 w 8"/>
              <a:gd name="T5" fmla="*/ 2 h 8"/>
              <a:gd name="T6" fmla="*/ 6 w 8"/>
              <a:gd name="T7" fmla="*/ 5 h 8"/>
              <a:gd name="T8" fmla="*/ 4 w 8"/>
              <a:gd name="T9" fmla="*/ 7 h 8"/>
              <a:gd name="T10" fmla="*/ 1 w 8"/>
              <a:gd name="T11" fmla="*/ 5 h 8"/>
              <a:gd name="T12" fmla="*/ 0 w 8"/>
              <a:gd name="T13" fmla="*/ 2 h 8"/>
              <a:gd name="T14" fmla="*/ 1 w 8"/>
              <a:gd name="T15" fmla="*/ 0 h 8"/>
              <a:gd name="T16" fmla="*/ 4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4" y="0"/>
                </a:moveTo>
                <a:lnTo>
                  <a:pt x="6" y="0"/>
                </a:lnTo>
                <a:lnTo>
                  <a:pt x="7" y="2"/>
                </a:lnTo>
                <a:lnTo>
                  <a:pt x="6" y="5"/>
                </a:lnTo>
                <a:lnTo>
                  <a:pt x="4" y="7"/>
                </a:lnTo>
                <a:lnTo>
                  <a:pt x="1" y="5"/>
                </a:lnTo>
                <a:lnTo>
                  <a:pt x="0" y="2"/>
                </a:lnTo>
                <a:lnTo>
                  <a:pt x="1" y="0"/>
                </a:lnTo>
                <a:lnTo>
                  <a:pt x="4" y="0"/>
                </a:lnTo>
              </a:path>
            </a:pathLst>
          </a:custGeom>
          <a:solidFill>
            <a:srgbClr val="FDE3BA"/>
          </a:solidFill>
          <a:ln w="12700" cap="rnd">
            <a:solidFill>
              <a:schemeClr val="tx1"/>
            </a:solidFill>
            <a:round/>
            <a:headEnd/>
            <a:tailEnd/>
          </a:ln>
        </p:spPr>
        <p:txBody>
          <a:bodyPr/>
          <a:lstStyle/>
          <a:p>
            <a:endParaRPr lang="en-US"/>
          </a:p>
        </p:txBody>
      </p:sp>
      <p:sp>
        <p:nvSpPr>
          <p:cNvPr id="6349" name="Freeform 668"/>
          <p:cNvSpPr>
            <a:spLocks/>
          </p:cNvSpPr>
          <p:nvPr/>
        </p:nvSpPr>
        <p:spPr bwMode="auto">
          <a:xfrm>
            <a:off x="2886579" y="4121688"/>
            <a:ext cx="5238" cy="7901"/>
          </a:xfrm>
          <a:custGeom>
            <a:avLst/>
            <a:gdLst>
              <a:gd name="T0" fmla="*/ 1 w 3"/>
              <a:gd name="T1" fmla="*/ 0 h 4"/>
              <a:gd name="T2" fmla="*/ 0 w 3"/>
              <a:gd name="T3" fmla="*/ 1 h 4"/>
              <a:gd name="T4" fmla="*/ 0 w 3"/>
              <a:gd name="T5" fmla="*/ 2 h 4"/>
              <a:gd name="T6" fmla="*/ 0 w 3"/>
              <a:gd name="T7" fmla="*/ 3 h 4"/>
              <a:gd name="T8" fmla="*/ 1 w 3"/>
              <a:gd name="T9" fmla="*/ 3 h 4"/>
              <a:gd name="T10" fmla="*/ 2 w 3"/>
              <a:gd name="T11" fmla="*/ 3 h 4"/>
              <a:gd name="T12" fmla="*/ 2 w 3"/>
              <a:gd name="T13" fmla="*/ 2 h 4"/>
              <a:gd name="T14" fmla="*/ 2 w 3"/>
              <a:gd name="T15" fmla="*/ 1 h 4"/>
              <a:gd name="T16" fmla="*/ 1 w 3"/>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4"/>
              <a:gd name="T29" fmla="*/ 3 w 3"/>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4">
                <a:moveTo>
                  <a:pt x="1" y="0"/>
                </a:moveTo>
                <a:lnTo>
                  <a:pt x="0" y="1"/>
                </a:lnTo>
                <a:lnTo>
                  <a:pt x="0" y="2"/>
                </a:lnTo>
                <a:lnTo>
                  <a:pt x="0" y="3"/>
                </a:lnTo>
                <a:lnTo>
                  <a:pt x="1" y="3"/>
                </a:lnTo>
                <a:lnTo>
                  <a:pt x="2" y="3"/>
                </a:lnTo>
                <a:lnTo>
                  <a:pt x="2" y="2"/>
                </a:lnTo>
                <a:lnTo>
                  <a:pt x="2" y="1"/>
                </a:lnTo>
                <a:lnTo>
                  <a:pt x="1" y="0"/>
                </a:lnTo>
              </a:path>
            </a:pathLst>
          </a:custGeom>
          <a:solidFill>
            <a:srgbClr val="FDE3BA"/>
          </a:solidFill>
          <a:ln w="12700" cap="rnd">
            <a:solidFill>
              <a:schemeClr val="tx1"/>
            </a:solidFill>
            <a:round/>
            <a:headEnd/>
            <a:tailEnd/>
          </a:ln>
        </p:spPr>
        <p:txBody>
          <a:bodyPr/>
          <a:lstStyle/>
          <a:p>
            <a:endParaRPr lang="en-US"/>
          </a:p>
        </p:txBody>
      </p:sp>
      <p:sp>
        <p:nvSpPr>
          <p:cNvPr id="6350" name="Freeform 669"/>
          <p:cNvSpPr>
            <a:spLocks/>
          </p:cNvSpPr>
          <p:nvPr/>
        </p:nvSpPr>
        <p:spPr bwMode="auto">
          <a:xfrm>
            <a:off x="2671783" y="4244151"/>
            <a:ext cx="108271" cy="102711"/>
          </a:xfrm>
          <a:custGeom>
            <a:avLst/>
            <a:gdLst>
              <a:gd name="T0" fmla="*/ 0 w 62"/>
              <a:gd name="T1" fmla="*/ 37 h 52"/>
              <a:gd name="T2" fmla="*/ 9 w 62"/>
              <a:gd name="T3" fmla="*/ 19 h 52"/>
              <a:gd name="T4" fmla="*/ 24 w 62"/>
              <a:gd name="T5" fmla="*/ 19 h 52"/>
              <a:gd name="T6" fmla="*/ 15 w 62"/>
              <a:gd name="T7" fmla="*/ 5 h 52"/>
              <a:gd name="T8" fmla="*/ 22 w 62"/>
              <a:gd name="T9" fmla="*/ 5 h 52"/>
              <a:gd name="T10" fmla="*/ 22 w 62"/>
              <a:gd name="T11" fmla="*/ 0 h 52"/>
              <a:gd name="T12" fmla="*/ 39 w 62"/>
              <a:gd name="T13" fmla="*/ 0 h 52"/>
              <a:gd name="T14" fmla="*/ 39 w 62"/>
              <a:gd name="T15" fmla="*/ 19 h 52"/>
              <a:gd name="T16" fmla="*/ 51 w 62"/>
              <a:gd name="T17" fmla="*/ 19 h 52"/>
              <a:gd name="T18" fmla="*/ 53 w 62"/>
              <a:gd name="T19" fmla="*/ 19 h 52"/>
              <a:gd name="T20" fmla="*/ 61 w 62"/>
              <a:gd name="T21" fmla="*/ 23 h 52"/>
              <a:gd name="T22" fmla="*/ 44 w 62"/>
              <a:gd name="T23" fmla="*/ 40 h 52"/>
              <a:gd name="T24" fmla="*/ 27 w 62"/>
              <a:gd name="T25" fmla="*/ 51 h 52"/>
              <a:gd name="T26" fmla="*/ 13 w 62"/>
              <a:gd name="T27" fmla="*/ 40 h 52"/>
              <a:gd name="T28" fmla="*/ 10 w 62"/>
              <a:gd name="T29" fmla="*/ 42 h 52"/>
              <a:gd name="T30" fmla="*/ 7 w 62"/>
              <a:gd name="T31" fmla="*/ 41 h 52"/>
              <a:gd name="T32" fmla="*/ 0 w 62"/>
              <a:gd name="T33" fmla="*/ 37 h 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2"/>
              <a:gd name="T52" fmla="*/ 0 h 52"/>
              <a:gd name="T53" fmla="*/ 62 w 62"/>
              <a:gd name="T54" fmla="*/ 52 h 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2" h="52">
                <a:moveTo>
                  <a:pt x="0" y="37"/>
                </a:moveTo>
                <a:lnTo>
                  <a:pt x="9" y="19"/>
                </a:lnTo>
                <a:lnTo>
                  <a:pt x="24" y="19"/>
                </a:lnTo>
                <a:lnTo>
                  <a:pt x="15" y="5"/>
                </a:lnTo>
                <a:lnTo>
                  <a:pt x="22" y="5"/>
                </a:lnTo>
                <a:lnTo>
                  <a:pt x="22" y="0"/>
                </a:lnTo>
                <a:lnTo>
                  <a:pt x="39" y="0"/>
                </a:lnTo>
                <a:lnTo>
                  <a:pt x="39" y="19"/>
                </a:lnTo>
                <a:lnTo>
                  <a:pt x="51" y="19"/>
                </a:lnTo>
                <a:lnTo>
                  <a:pt x="53" y="19"/>
                </a:lnTo>
                <a:lnTo>
                  <a:pt x="61" y="23"/>
                </a:lnTo>
                <a:lnTo>
                  <a:pt x="44" y="40"/>
                </a:lnTo>
                <a:lnTo>
                  <a:pt x="27" y="51"/>
                </a:lnTo>
                <a:lnTo>
                  <a:pt x="13" y="40"/>
                </a:lnTo>
                <a:lnTo>
                  <a:pt x="10" y="42"/>
                </a:lnTo>
                <a:lnTo>
                  <a:pt x="7" y="41"/>
                </a:lnTo>
                <a:lnTo>
                  <a:pt x="0" y="37"/>
                </a:lnTo>
              </a:path>
            </a:pathLst>
          </a:custGeom>
          <a:solidFill>
            <a:srgbClr val="FDE3BA"/>
          </a:solidFill>
          <a:ln w="12700" cap="rnd">
            <a:solidFill>
              <a:schemeClr val="tx1"/>
            </a:solidFill>
            <a:round/>
            <a:headEnd/>
            <a:tailEnd/>
          </a:ln>
        </p:spPr>
        <p:txBody>
          <a:bodyPr/>
          <a:lstStyle/>
          <a:p>
            <a:endParaRPr lang="en-US"/>
          </a:p>
        </p:txBody>
      </p:sp>
      <p:sp>
        <p:nvSpPr>
          <p:cNvPr id="6351" name="Freeform 670"/>
          <p:cNvSpPr>
            <a:spLocks/>
          </p:cNvSpPr>
          <p:nvPr/>
        </p:nvSpPr>
        <p:spPr bwMode="auto">
          <a:xfrm>
            <a:off x="2750367" y="4228350"/>
            <a:ext cx="15716" cy="43455"/>
          </a:xfrm>
          <a:custGeom>
            <a:avLst/>
            <a:gdLst>
              <a:gd name="T0" fmla="*/ 0 w 9"/>
              <a:gd name="T1" fmla="*/ 5 h 22"/>
              <a:gd name="T2" fmla="*/ 0 w 9"/>
              <a:gd name="T3" fmla="*/ 2 h 22"/>
              <a:gd name="T4" fmla="*/ 2 w 9"/>
              <a:gd name="T5" fmla="*/ 2 h 22"/>
              <a:gd name="T6" fmla="*/ 4 w 9"/>
              <a:gd name="T7" fmla="*/ 0 h 22"/>
              <a:gd name="T8" fmla="*/ 5 w 9"/>
              <a:gd name="T9" fmla="*/ 0 h 22"/>
              <a:gd name="T10" fmla="*/ 6 w 9"/>
              <a:gd name="T11" fmla="*/ 1 h 22"/>
              <a:gd name="T12" fmla="*/ 7 w 9"/>
              <a:gd name="T13" fmla="*/ 3 h 22"/>
              <a:gd name="T14" fmla="*/ 8 w 9"/>
              <a:gd name="T15" fmla="*/ 5 h 22"/>
              <a:gd name="T16" fmla="*/ 6 w 9"/>
              <a:gd name="T17" fmla="*/ 16 h 22"/>
              <a:gd name="T18" fmla="*/ 7 w 9"/>
              <a:gd name="T19" fmla="*/ 21 h 22"/>
              <a:gd name="T20" fmla="*/ 0 w 9"/>
              <a:gd name="T21" fmla="*/ 21 h 22"/>
              <a:gd name="T22" fmla="*/ 0 w 9"/>
              <a:gd name="T23" fmla="*/ 5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
              <a:gd name="T37" fmla="*/ 0 h 22"/>
              <a:gd name="T38" fmla="*/ 9 w 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 h="22">
                <a:moveTo>
                  <a:pt x="0" y="5"/>
                </a:moveTo>
                <a:lnTo>
                  <a:pt x="0" y="2"/>
                </a:lnTo>
                <a:lnTo>
                  <a:pt x="2" y="2"/>
                </a:lnTo>
                <a:lnTo>
                  <a:pt x="4" y="0"/>
                </a:lnTo>
                <a:lnTo>
                  <a:pt x="5" y="0"/>
                </a:lnTo>
                <a:lnTo>
                  <a:pt x="6" y="1"/>
                </a:lnTo>
                <a:lnTo>
                  <a:pt x="7" y="3"/>
                </a:lnTo>
                <a:lnTo>
                  <a:pt x="8" y="5"/>
                </a:lnTo>
                <a:lnTo>
                  <a:pt x="6" y="16"/>
                </a:lnTo>
                <a:lnTo>
                  <a:pt x="7" y="21"/>
                </a:lnTo>
                <a:lnTo>
                  <a:pt x="0" y="21"/>
                </a:lnTo>
                <a:lnTo>
                  <a:pt x="0" y="5"/>
                </a:lnTo>
              </a:path>
            </a:pathLst>
          </a:custGeom>
          <a:solidFill>
            <a:srgbClr val="FDE3BA"/>
          </a:solidFill>
          <a:ln w="12700" cap="rnd">
            <a:solidFill>
              <a:schemeClr val="tx1"/>
            </a:solidFill>
            <a:round/>
            <a:headEnd/>
            <a:tailEnd/>
          </a:ln>
        </p:spPr>
        <p:txBody>
          <a:bodyPr/>
          <a:lstStyle/>
          <a:p>
            <a:endParaRPr lang="en-US"/>
          </a:p>
        </p:txBody>
      </p:sp>
      <p:sp>
        <p:nvSpPr>
          <p:cNvPr id="6352" name="Freeform 671"/>
          <p:cNvSpPr>
            <a:spLocks/>
          </p:cNvSpPr>
          <p:nvPr/>
        </p:nvSpPr>
        <p:spPr bwMode="auto">
          <a:xfrm>
            <a:off x="2788786" y="4315259"/>
            <a:ext cx="73345" cy="102711"/>
          </a:xfrm>
          <a:custGeom>
            <a:avLst/>
            <a:gdLst>
              <a:gd name="T0" fmla="*/ 7 w 42"/>
              <a:gd name="T1" fmla="*/ 43 h 52"/>
              <a:gd name="T2" fmla="*/ 10 w 42"/>
              <a:gd name="T3" fmla="*/ 44 h 52"/>
              <a:gd name="T4" fmla="*/ 19 w 42"/>
              <a:gd name="T5" fmla="*/ 48 h 52"/>
              <a:gd name="T6" fmla="*/ 31 w 42"/>
              <a:gd name="T7" fmla="*/ 50 h 52"/>
              <a:gd name="T8" fmla="*/ 39 w 42"/>
              <a:gd name="T9" fmla="*/ 51 h 52"/>
              <a:gd name="T10" fmla="*/ 39 w 42"/>
              <a:gd name="T11" fmla="*/ 47 h 52"/>
              <a:gd name="T12" fmla="*/ 37 w 42"/>
              <a:gd name="T13" fmla="*/ 39 h 52"/>
              <a:gd name="T14" fmla="*/ 38 w 42"/>
              <a:gd name="T15" fmla="*/ 33 h 52"/>
              <a:gd name="T16" fmla="*/ 40 w 42"/>
              <a:gd name="T17" fmla="*/ 24 h 52"/>
              <a:gd name="T18" fmla="*/ 41 w 42"/>
              <a:gd name="T19" fmla="*/ 13 h 52"/>
              <a:gd name="T20" fmla="*/ 41 w 42"/>
              <a:gd name="T21" fmla="*/ 3 h 52"/>
              <a:gd name="T22" fmla="*/ 38 w 42"/>
              <a:gd name="T23" fmla="*/ 0 h 52"/>
              <a:gd name="T24" fmla="*/ 6 w 42"/>
              <a:gd name="T25" fmla="*/ 12 h 52"/>
              <a:gd name="T26" fmla="*/ 0 w 42"/>
              <a:gd name="T27" fmla="*/ 30 h 52"/>
              <a:gd name="T28" fmla="*/ 1 w 42"/>
              <a:gd name="T29" fmla="*/ 33 h 52"/>
              <a:gd name="T30" fmla="*/ 7 w 42"/>
              <a:gd name="T31" fmla="*/ 43 h 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
              <a:gd name="T49" fmla="*/ 0 h 52"/>
              <a:gd name="T50" fmla="*/ 42 w 42"/>
              <a:gd name="T51" fmla="*/ 52 h 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 h="52">
                <a:moveTo>
                  <a:pt x="7" y="43"/>
                </a:moveTo>
                <a:lnTo>
                  <a:pt x="10" y="44"/>
                </a:lnTo>
                <a:lnTo>
                  <a:pt x="19" y="48"/>
                </a:lnTo>
                <a:lnTo>
                  <a:pt x="31" y="50"/>
                </a:lnTo>
                <a:lnTo>
                  <a:pt x="39" y="51"/>
                </a:lnTo>
                <a:lnTo>
                  <a:pt x="39" y="47"/>
                </a:lnTo>
                <a:lnTo>
                  <a:pt x="37" y="39"/>
                </a:lnTo>
                <a:lnTo>
                  <a:pt x="38" y="33"/>
                </a:lnTo>
                <a:lnTo>
                  <a:pt x="40" y="24"/>
                </a:lnTo>
                <a:lnTo>
                  <a:pt x="41" y="13"/>
                </a:lnTo>
                <a:lnTo>
                  <a:pt x="41" y="3"/>
                </a:lnTo>
                <a:lnTo>
                  <a:pt x="38" y="0"/>
                </a:lnTo>
                <a:lnTo>
                  <a:pt x="6" y="12"/>
                </a:lnTo>
                <a:lnTo>
                  <a:pt x="0" y="30"/>
                </a:lnTo>
                <a:lnTo>
                  <a:pt x="1" y="33"/>
                </a:lnTo>
                <a:lnTo>
                  <a:pt x="7" y="43"/>
                </a:lnTo>
              </a:path>
            </a:pathLst>
          </a:custGeom>
          <a:solidFill>
            <a:srgbClr val="FDE3BA"/>
          </a:solidFill>
          <a:ln w="12700" cap="rnd">
            <a:solidFill>
              <a:schemeClr val="tx1"/>
            </a:solidFill>
            <a:round/>
            <a:headEnd/>
            <a:tailEnd/>
          </a:ln>
        </p:spPr>
        <p:txBody>
          <a:bodyPr/>
          <a:lstStyle/>
          <a:p>
            <a:endParaRPr lang="en-US"/>
          </a:p>
        </p:txBody>
      </p:sp>
      <p:sp>
        <p:nvSpPr>
          <p:cNvPr id="6353" name="Freeform 672"/>
          <p:cNvSpPr>
            <a:spLocks/>
          </p:cNvSpPr>
          <p:nvPr/>
        </p:nvSpPr>
        <p:spPr bwMode="auto">
          <a:xfrm>
            <a:off x="2881339" y="4473276"/>
            <a:ext cx="111763" cy="55306"/>
          </a:xfrm>
          <a:custGeom>
            <a:avLst/>
            <a:gdLst>
              <a:gd name="T0" fmla="*/ 7 w 64"/>
              <a:gd name="T1" fmla="*/ 1 h 28"/>
              <a:gd name="T2" fmla="*/ 18 w 64"/>
              <a:gd name="T3" fmla="*/ 7 h 28"/>
              <a:gd name="T4" fmla="*/ 25 w 64"/>
              <a:gd name="T5" fmla="*/ 5 h 28"/>
              <a:gd name="T6" fmla="*/ 29 w 64"/>
              <a:gd name="T7" fmla="*/ 0 h 28"/>
              <a:gd name="T8" fmla="*/ 41 w 64"/>
              <a:gd name="T9" fmla="*/ 0 h 28"/>
              <a:gd name="T10" fmla="*/ 55 w 64"/>
              <a:gd name="T11" fmla="*/ 7 h 28"/>
              <a:gd name="T12" fmla="*/ 63 w 64"/>
              <a:gd name="T13" fmla="*/ 18 h 28"/>
              <a:gd name="T14" fmla="*/ 57 w 64"/>
              <a:gd name="T15" fmla="*/ 21 h 28"/>
              <a:gd name="T16" fmla="*/ 54 w 64"/>
              <a:gd name="T17" fmla="*/ 27 h 28"/>
              <a:gd name="T18" fmla="*/ 47 w 64"/>
              <a:gd name="T19" fmla="*/ 15 h 28"/>
              <a:gd name="T20" fmla="*/ 41 w 64"/>
              <a:gd name="T21" fmla="*/ 11 h 28"/>
              <a:gd name="T22" fmla="*/ 30 w 64"/>
              <a:gd name="T23" fmla="*/ 12 h 28"/>
              <a:gd name="T24" fmla="*/ 27 w 64"/>
              <a:gd name="T25" fmla="*/ 19 h 28"/>
              <a:gd name="T26" fmla="*/ 22 w 64"/>
              <a:gd name="T27" fmla="*/ 24 h 28"/>
              <a:gd name="T28" fmla="*/ 14 w 64"/>
              <a:gd name="T29" fmla="*/ 20 h 28"/>
              <a:gd name="T30" fmla="*/ 9 w 64"/>
              <a:gd name="T31" fmla="*/ 18 h 28"/>
              <a:gd name="T32" fmla="*/ 5 w 64"/>
              <a:gd name="T33" fmla="*/ 16 h 28"/>
              <a:gd name="T34" fmla="*/ 3 w 64"/>
              <a:gd name="T35" fmla="*/ 15 h 28"/>
              <a:gd name="T36" fmla="*/ 3 w 64"/>
              <a:gd name="T37" fmla="*/ 15 h 28"/>
              <a:gd name="T38" fmla="*/ 1 w 64"/>
              <a:gd name="T39" fmla="*/ 11 h 28"/>
              <a:gd name="T40" fmla="*/ 0 w 64"/>
              <a:gd name="T41" fmla="*/ 7 h 28"/>
              <a:gd name="T42" fmla="*/ 2 w 64"/>
              <a:gd name="T43" fmla="*/ 4 h 28"/>
              <a:gd name="T44" fmla="*/ 4 w 64"/>
              <a:gd name="T45" fmla="*/ 1 h 28"/>
              <a:gd name="T46" fmla="*/ 7 w 64"/>
              <a:gd name="T47" fmla="*/ 1 h 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4"/>
              <a:gd name="T73" fmla="*/ 0 h 28"/>
              <a:gd name="T74" fmla="*/ 64 w 64"/>
              <a:gd name="T75" fmla="*/ 28 h 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4" h="28">
                <a:moveTo>
                  <a:pt x="7" y="1"/>
                </a:moveTo>
                <a:lnTo>
                  <a:pt x="18" y="7"/>
                </a:lnTo>
                <a:lnTo>
                  <a:pt x="25" y="5"/>
                </a:lnTo>
                <a:lnTo>
                  <a:pt x="29" y="0"/>
                </a:lnTo>
                <a:lnTo>
                  <a:pt x="41" y="0"/>
                </a:lnTo>
                <a:lnTo>
                  <a:pt x="55" y="7"/>
                </a:lnTo>
                <a:lnTo>
                  <a:pt x="63" y="18"/>
                </a:lnTo>
                <a:lnTo>
                  <a:pt x="57" y="21"/>
                </a:lnTo>
                <a:lnTo>
                  <a:pt x="54" y="27"/>
                </a:lnTo>
                <a:lnTo>
                  <a:pt x="47" y="15"/>
                </a:lnTo>
                <a:lnTo>
                  <a:pt x="41" y="11"/>
                </a:lnTo>
                <a:lnTo>
                  <a:pt x="30" y="12"/>
                </a:lnTo>
                <a:lnTo>
                  <a:pt x="27" y="19"/>
                </a:lnTo>
                <a:lnTo>
                  <a:pt x="22" y="24"/>
                </a:lnTo>
                <a:lnTo>
                  <a:pt x="14" y="20"/>
                </a:lnTo>
                <a:lnTo>
                  <a:pt x="9" y="18"/>
                </a:lnTo>
                <a:lnTo>
                  <a:pt x="5" y="16"/>
                </a:lnTo>
                <a:lnTo>
                  <a:pt x="3" y="15"/>
                </a:lnTo>
                <a:lnTo>
                  <a:pt x="1" y="11"/>
                </a:lnTo>
                <a:lnTo>
                  <a:pt x="0" y="7"/>
                </a:lnTo>
                <a:lnTo>
                  <a:pt x="2" y="4"/>
                </a:lnTo>
                <a:lnTo>
                  <a:pt x="4" y="1"/>
                </a:lnTo>
                <a:lnTo>
                  <a:pt x="7" y="1"/>
                </a:lnTo>
              </a:path>
            </a:pathLst>
          </a:custGeom>
          <a:solidFill>
            <a:srgbClr val="FDE3BA"/>
          </a:solidFill>
          <a:ln w="12700" cap="rnd">
            <a:solidFill>
              <a:schemeClr val="tx1"/>
            </a:solidFill>
            <a:round/>
            <a:headEnd/>
            <a:tailEnd/>
          </a:ln>
        </p:spPr>
        <p:txBody>
          <a:bodyPr/>
          <a:lstStyle/>
          <a:p>
            <a:endParaRPr lang="en-US"/>
          </a:p>
        </p:txBody>
      </p:sp>
      <p:sp>
        <p:nvSpPr>
          <p:cNvPr id="6354" name="Freeform 673"/>
          <p:cNvSpPr>
            <a:spLocks/>
          </p:cNvSpPr>
          <p:nvPr/>
        </p:nvSpPr>
        <p:spPr bwMode="auto">
          <a:xfrm>
            <a:off x="2720680" y="4335011"/>
            <a:ext cx="61121" cy="35554"/>
          </a:xfrm>
          <a:custGeom>
            <a:avLst/>
            <a:gdLst>
              <a:gd name="T0" fmla="*/ 0 w 35"/>
              <a:gd name="T1" fmla="*/ 8 h 18"/>
              <a:gd name="T2" fmla="*/ 4 w 35"/>
              <a:gd name="T3" fmla="*/ 11 h 18"/>
              <a:gd name="T4" fmla="*/ 13 w 35"/>
              <a:gd name="T5" fmla="*/ 14 h 18"/>
              <a:gd name="T6" fmla="*/ 19 w 35"/>
              <a:gd name="T7" fmla="*/ 16 h 18"/>
              <a:gd name="T8" fmla="*/ 23 w 35"/>
              <a:gd name="T9" fmla="*/ 17 h 18"/>
              <a:gd name="T10" fmla="*/ 26 w 35"/>
              <a:gd name="T11" fmla="*/ 16 h 18"/>
              <a:gd name="T12" fmla="*/ 29 w 35"/>
              <a:gd name="T13" fmla="*/ 15 h 18"/>
              <a:gd name="T14" fmla="*/ 30 w 35"/>
              <a:gd name="T15" fmla="*/ 17 h 18"/>
              <a:gd name="T16" fmla="*/ 34 w 35"/>
              <a:gd name="T17" fmla="*/ 6 h 18"/>
              <a:gd name="T18" fmla="*/ 9 w 35"/>
              <a:gd name="T19" fmla="*/ 0 h 18"/>
              <a:gd name="T20" fmla="*/ 9 w 35"/>
              <a:gd name="T21" fmla="*/ 2 h 18"/>
              <a:gd name="T22" fmla="*/ 7 w 35"/>
              <a:gd name="T23" fmla="*/ 4 h 18"/>
              <a:gd name="T24" fmla="*/ 2 w 35"/>
              <a:gd name="T25" fmla="*/ 6 h 18"/>
              <a:gd name="T26" fmla="*/ 0 w 35"/>
              <a:gd name="T27" fmla="*/ 8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5"/>
              <a:gd name="T43" fmla="*/ 0 h 18"/>
              <a:gd name="T44" fmla="*/ 35 w 35"/>
              <a:gd name="T45" fmla="*/ 18 h 1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5" h="18">
                <a:moveTo>
                  <a:pt x="0" y="8"/>
                </a:moveTo>
                <a:lnTo>
                  <a:pt x="4" y="11"/>
                </a:lnTo>
                <a:lnTo>
                  <a:pt x="13" y="14"/>
                </a:lnTo>
                <a:lnTo>
                  <a:pt x="19" y="16"/>
                </a:lnTo>
                <a:lnTo>
                  <a:pt x="23" y="17"/>
                </a:lnTo>
                <a:lnTo>
                  <a:pt x="26" y="16"/>
                </a:lnTo>
                <a:lnTo>
                  <a:pt x="29" y="15"/>
                </a:lnTo>
                <a:lnTo>
                  <a:pt x="30" y="17"/>
                </a:lnTo>
                <a:lnTo>
                  <a:pt x="34" y="6"/>
                </a:lnTo>
                <a:lnTo>
                  <a:pt x="9" y="0"/>
                </a:lnTo>
                <a:lnTo>
                  <a:pt x="9" y="2"/>
                </a:lnTo>
                <a:lnTo>
                  <a:pt x="7" y="4"/>
                </a:lnTo>
                <a:lnTo>
                  <a:pt x="2" y="6"/>
                </a:lnTo>
                <a:lnTo>
                  <a:pt x="0" y="8"/>
                </a:lnTo>
              </a:path>
            </a:pathLst>
          </a:custGeom>
          <a:solidFill>
            <a:srgbClr val="FDE3BA"/>
          </a:solidFill>
          <a:ln w="12700" cap="rnd">
            <a:solidFill>
              <a:schemeClr val="tx1"/>
            </a:solidFill>
            <a:round/>
            <a:headEnd/>
            <a:tailEnd/>
          </a:ln>
        </p:spPr>
        <p:txBody>
          <a:bodyPr/>
          <a:lstStyle/>
          <a:p>
            <a:endParaRPr lang="en-US"/>
          </a:p>
        </p:txBody>
      </p:sp>
      <p:sp>
        <p:nvSpPr>
          <p:cNvPr id="6355" name="Freeform 674"/>
          <p:cNvSpPr>
            <a:spLocks/>
          </p:cNvSpPr>
          <p:nvPr/>
        </p:nvSpPr>
        <p:spPr bwMode="auto">
          <a:xfrm>
            <a:off x="2739890" y="4295507"/>
            <a:ext cx="123987" cy="73083"/>
          </a:xfrm>
          <a:custGeom>
            <a:avLst/>
            <a:gdLst>
              <a:gd name="T0" fmla="*/ 19 w 71"/>
              <a:gd name="T1" fmla="*/ 34 h 37"/>
              <a:gd name="T2" fmla="*/ 21 w 71"/>
              <a:gd name="T3" fmla="*/ 32 h 37"/>
              <a:gd name="T4" fmla="*/ 24 w 71"/>
              <a:gd name="T5" fmla="*/ 29 h 37"/>
              <a:gd name="T6" fmla="*/ 24 w 71"/>
              <a:gd name="T7" fmla="*/ 25 h 37"/>
              <a:gd name="T8" fmla="*/ 19 w 71"/>
              <a:gd name="T9" fmla="*/ 23 h 37"/>
              <a:gd name="T10" fmla="*/ 14 w 71"/>
              <a:gd name="T11" fmla="*/ 23 h 37"/>
              <a:gd name="T12" fmla="*/ 8 w 71"/>
              <a:gd name="T13" fmla="*/ 21 h 37"/>
              <a:gd name="T14" fmla="*/ 3 w 71"/>
              <a:gd name="T15" fmla="*/ 18 h 37"/>
              <a:gd name="T16" fmla="*/ 0 w 71"/>
              <a:gd name="T17" fmla="*/ 16 h 37"/>
              <a:gd name="T18" fmla="*/ 0 w 71"/>
              <a:gd name="T19" fmla="*/ 13 h 37"/>
              <a:gd name="T20" fmla="*/ 4 w 71"/>
              <a:gd name="T21" fmla="*/ 9 h 37"/>
              <a:gd name="T22" fmla="*/ 18 w 71"/>
              <a:gd name="T23" fmla="*/ 2 h 37"/>
              <a:gd name="T24" fmla="*/ 25 w 71"/>
              <a:gd name="T25" fmla="*/ 0 h 37"/>
              <a:gd name="T26" fmla="*/ 30 w 71"/>
              <a:gd name="T27" fmla="*/ 2 h 37"/>
              <a:gd name="T28" fmla="*/ 54 w 71"/>
              <a:gd name="T29" fmla="*/ 2 h 37"/>
              <a:gd name="T30" fmla="*/ 66 w 71"/>
              <a:gd name="T31" fmla="*/ 2 h 37"/>
              <a:gd name="T32" fmla="*/ 69 w 71"/>
              <a:gd name="T33" fmla="*/ 5 h 37"/>
              <a:gd name="T34" fmla="*/ 70 w 71"/>
              <a:gd name="T35" fmla="*/ 11 h 37"/>
              <a:gd name="T36" fmla="*/ 65 w 71"/>
              <a:gd name="T37" fmla="*/ 12 h 37"/>
              <a:gd name="T38" fmla="*/ 58 w 71"/>
              <a:gd name="T39" fmla="*/ 12 h 37"/>
              <a:gd name="T40" fmla="*/ 51 w 71"/>
              <a:gd name="T41" fmla="*/ 16 h 37"/>
              <a:gd name="T42" fmla="*/ 44 w 71"/>
              <a:gd name="T43" fmla="*/ 20 h 37"/>
              <a:gd name="T44" fmla="*/ 39 w 71"/>
              <a:gd name="T45" fmla="*/ 21 h 37"/>
              <a:gd name="T46" fmla="*/ 38 w 71"/>
              <a:gd name="T47" fmla="*/ 21 h 37"/>
              <a:gd name="T48" fmla="*/ 38 w 71"/>
              <a:gd name="T49" fmla="*/ 23 h 37"/>
              <a:gd name="T50" fmla="*/ 34 w 71"/>
              <a:gd name="T51" fmla="*/ 27 h 37"/>
              <a:gd name="T52" fmla="*/ 31 w 71"/>
              <a:gd name="T53" fmla="*/ 29 h 37"/>
              <a:gd name="T54" fmla="*/ 30 w 71"/>
              <a:gd name="T55" fmla="*/ 28 h 37"/>
              <a:gd name="T56" fmla="*/ 30 w 71"/>
              <a:gd name="T57" fmla="*/ 31 h 37"/>
              <a:gd name="T58" fmla="*/ 25 w 71"/>
              <a:gd name="T59" fmla="*/ 36 h 37"/>
              <a:gd name="T60" fmla="*/ 23 w 71"/>
              <a:gd name="T61" fmla="*/ 34 h 37"/>
              <a:gd name="T62" fmla="*/ 19 w 71"/>
              <a:gd name="T63" fmla="*/ 34 h 3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1"/>
              <a:gd name="T97" fmla="*/ 0 h 37"/>
              <a:gd name="T98" fmla="*/ 71 w 71"/>
              <a:gd name="T99" fmla="*/ 37 h 3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1" h="37">
                <a:moveTo>
                  <a:pt x="19" y="34"/>
                </a:moveTo>
                <a:lnTo>
                  <a:pt x="21" y="32"/>
                </a:lnTo>
                <a:lnTo>
                  <a:pt x="24" y="29"/>
                </a:lnTo>
                <a:lnTo>
                  <a:pt x="24" y="25"/>
                </a:lnTo>
                <a:lnTo>
                  <a:pt x="19" y="23"/>
                </a:lnTo>
                <a:lnTo>
                  <a:pt x="14" y="23"/>
                </a:lnTo>
                <a:lnTo>
                  <a:pt x="8" y="21"/>
                </a:lnTo>
                <a:lnTo>
                  <a:pt x="3" y="18"/>
                </a:lnTo>
                <a:lnTo>
                  <a:pt x="0" y="16"/>
                </a:lnTo>
                <a:lnTo>
                  <a:pt x="0" y="13"/>
                </a:lnTo>
                <a:lnTo>
                  <a:pt x="4" y="9"/>
                </a:lnTo>
                <a:lnTo>
                  <a:pt x="18" y="2"/>
                </a:lnTo>
                <a:lnTo>
                  <a:pt x="25" y="0"/>
                </a:lnTo>
                <a:lnTo>
                  <a:pt x="30" y="2"/>
                </a:lnTo>
                <a:lnTo>
                  <a:pt x="54" y="2"/>
                </a:lnTo>
                <a:lnTo>
                  <a:pt x="66" y="2"/>
                </a:lnTo>
                <a:lnTo>
                  <a:pt x="69" y="5"/>
                </a:lnTo>
                <a:lnTo>
                  <a:pt x="70" y="11"/>
                </a:lnTo>
                <a:lnTo>
                  <a:pt x="65" y="12"/>
                </a:lnTo>
                <a:lnTo>
                  <a:pt x="58" y="12"/>
                </a:lnTo>
                <a:lnTo>
                  <a:pt x="51" y="16"/>
                </a:lnTo>
                <a:lnTo>
                  <a:pt x="44" y="20"/>
                </a:lnTo>
                <a:lnTo>
                  <a:pt x="39" y="21"/>
                </a:lnTo>
                <a:lnTo>
                  <a:pt x="38" y="21"/>
                </a:lnTo>
                <a:lnTo>
                  <a:pt x="38" y="23"/>
                </a:lnTo>
                <a:lnTo>
                  <a:pt x="34" y="27"/>
                </a:lnTo>
                <a:lnTo>
                  <a:pt x="31" y="29"/>
                </a:lnTo>
                <a:lnTo>
                  <a:pt x="30" y="28"/>
                </a:lnTo>
                <a:lnTo>
                  <a:pt x="30" y="31"/>
                </a:lnTo>
                <a:lnTo>
                  <a:pt x="25" y="36"/>
                </a:lnTo>
                <a:lnTo>
                  <a:pt x="23" y="34"/>
                </a:lnTo>
                <a:lnTo>
                  <a:pt x="19" y="34"/>
                </a:lnTo>
              </a:path>
            </a:pathLst>
          </a:custGeom>
          <a:solidFill>
            <a:srgbClr val="FDE3BA"/>
          </a:solidFill>
          <a:ln w="12700" cap="rnd">
            <a:solidFill>
              <a:schemeClr val="tx1"/>
            </a:solidFill>
            <a:round/>
            <a:headEnd/>
            <a:tailEnd/>
          </a:ln>
        </p:spPr>
        <p:txBody>
          <a:bodyPr/>
          <a:lstStyle/>
          <a:p>
            <a:endParaRPr lang="en-US"/>
          </a:p>
        </p:txBody>
      </p:sp>
      <p:sp>
        <p:nvSpPr>
          <p:cNvPr id="6356" name="Freeform 675"/>
          <p:cNvSpPr>
            <a:spLocks/>
          </p:cNvSpPr>
          <p:nvPr/>
        </p:nvSpPr>
        <p:spPr bwMode="auto">
          <a:xfrm>
            <a:off x="4996109" y="5148797"/>
            <a:ext cx="237497" cy="347637"/>
          </a:xfrm>
          <a:custGeom>
            <a:avLst/>
            <a:gdLst>
              <a:gd name="T0" fmla="*/ 0 w 136"/>
              <a:gd name="T1" fmla="*/ 0 h 176"/>
              <a:gd name="T2" fmla="*/ 135 w 136"/>
              <a:gd name="T3" fmla="*/ 0 h 176"/>
              <a:gd name="T4" fmla="*/ 135 w 136"/>
              <a:gd name="T5" fmla="*/ 175 h 176"/>
              <a:gd name="T6" fmla="*/ 0 w 136"/>
              <a:gd name="T7" fmla="*/ 175 h 176"/>
              <a:gd name="T8" fmla="*/ 0 w 136"/>
              <a:gd name="T9" fmla="*/ 0 h 176"/>
              <a:gd name="T10" fmla="*/ 0 60000 65536"/>
              <a:gd name="T11" fmla="*/ 0 60000 65536"/>
              <a:gd name="T12" fmla="*/ 0 60000 65536"/>
              <a:gd name="T13" fmla="*/ 0 60000 65536"/>
              <a:gd name="T14" fmla="*/ 0 60000 65536"/>
              <a:gd name="T15" fmla="*/ 0 w 136"/>
              <a:gd name="T16" fmla="*/ 0 h 176"/>
              <a:gd name="T17" fmla="*/ 136 w 136"/>
              <a:gd name="T18" fmla="*/ 176 h 176"/>
            </a:gdLst>
            <a:ahLst/>
            <a:cxnLst>
              <a:cxn ang="T10">
                <a:pos x="T0" y="T1"/>
              </a:cxn>
              <a:cxn ang="T11">
                <a:pos x="T2" y="T3"/>
              </a:cxn>
              <a:cxn ang="T12">
                <a:pos x="T4" y="T5"/>
              </a:cxn>
              <a:cxn ang="T13">
                <a:pos x="T6" y="T7"/>
              </a:cxn>
              <a:cxn ang="T14">
                <a:pos x="T8" y="T9"/>
              </a:cxn>
            </a:cxnLst>
            <a:rect l="T15" t="T16" r="T17" b="T18"/>
            <a:pathLst>
              <a:path w="136" h="176">
                <a:moveTo>
                  <a:pt x="0" y="0"/>
                </a:moveTo>
                <a:lnTo>
                  <a:pt x="135" y="0"/>
                </a:lnTo>
                <a:lnTo>
                  <a:pt x="135" y="175"/>
                </a:lnTo>
                <a:lnTo>
                  <a:pt x="0" y="175"/>
                </a:lnTo>
                <a:lnTo>
                  <a:pt x="0" y="0"/>
                </a:lnTo>
              </a:path>
            </a:pathLst>
          </a:custGeom>
          <a:solidFill>
            <a:srgbClr val="FDE3BA"/>
          </a:solidFill>
          <a:ln w="12700" cap="rnd">
            <a:solidFill>
              <a:schemeClr val="tx1"/>
            </a:solidFill>
            <a:round/>
            <a:headEnd/>
            <a:tailEnd/>
          </a:ln>
        </p:spPr>
        <p:txBody>
          <a:bodyPr/>
          <a:lstStyle/>
          <a:p>
            <a:endParaRPr lang="en-US"/>
          </a:p>
        </p:txBody>
      </p:sp>
      <p:sp>
        <p:nvSpPr>
          <p:cNvPr id="6357" name="Freeform 676"/>
          <p:cNvSpPr>
            <a:spLocks/>
          </p:cNvSpPr>
          <p:nvPr/>
        </p:nvSpPr>
        <p:spPr bwMode="auto">
          <a:xfrm>
            <a:off x="5134066" y="5125095"/>
            <a:ext cx="183362" cy="233075"/>
          </a:xfrm>
          <a:custGeom>
            <a:avLst/>
            <a:gdLst>
              <a:gd name="T0" fmla="*/ 72 w 105"/>
              <a:gd name="T1" fmla="*/ 104 h 118"/>
              <a:gd name="T2" fmla="*/ 65 w 105"/>
              <a:gd name="T3" fmla="*/ 103 h 118"/>
              <a:gd name="T4" fmla="*/ 56 w 105"/>
              <a:gd name="T5" fmla="*/ 103 h 118"/>
              <a:gd name="T6" fmla="*/ 54 w 105"/>
              <a:gd name="T7" fmla="*/ 104 h 118"/>
              <a:gd name="T8" fmla="*/ 51 w 105"/>
              <a:gd name="T9" fmla="*/ 101 h 118"/>
              <a:gd name="T10" fmla="*/ 43 w 105"/>
              <a:gd name="T11" fmla="*/ 95 h 118"/>
              <a:gd name="T12" fmla="*/ 36 w 105"/>
              <a:gd name="T13" fmla="*/ 85 h 118"/>
              <a:gd name="T14" fmla="*/ 31 w 105"/>
              <a:gd name="T15" fmla="*/ 76 h 118"/>
              <a:gd name="T16" fmla="*/ 20 w 105"/>
              <a:gd name="T17" fmla="*/ 64 h 118"/>
              <a:gd name="T18" fmla="*/ 10 w 105"/>
              <a:gd name="T19" fmla="*/ 48 h 118"/>
              <a:gd name="T20" fmla="*/ 0 w 105"/>
              <a:gd name="T21" fmla="*/ 41 h 118"/>
              <a:gd name="T22" fmla="*/ 61 w 105"/>
              <a:gd name="T23" fmla="*/ 0 h 118"/>
              <a:gd name="T24" fmla="*/ 95 w 105"/>
              <a:gd name="T25" fmla="*/ 26 h 118"/>
              <a:gd name="T26" fmla="*/ 104 w 105"/>
              <a:gd name="T27" fmla="*/ 82 h 118"/>
              <a:gd name="T28" fmla="*/ 78 w 105"/>
              <a:gd name="T29" fmla="*/ 117 h 118"/>
              <a:gd name="T30" fmla="*/ 72 w 105"/>
              <a:gd name="T31" fmla="*/ 104 h 1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5"/>
              <a:gd name="T49" fmla="*/ 0 h 118"/>
              <a:gd name="T50" fmla="*/ 105 w 105"/>
              <a:gd name="T51" fmla="*/ 118 h 1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5" h="118">
                <a:moveTo>
                  <a:pt x="72" y="104"/>
                </a:moveTo>
                <a:lnTo>
                  <a:pt x="65" y="103"/>
                </a:lnTo>
                <a:lnTo>
                  <a:pt x="56" y="103"/>
                </a:lnTo>
                <a:lnTo>
                  <a:pt x="54" y="104"/>
                </a:lnTo>
                <a:lnTo>
                  <a:pt x="51" y="101"/>
                </a:lnTo>
                <a:lnTo>
                  <a:pt x="43" y="95"/>
                </a:lnTo>
                <a:lnTo>
                  <a:pt x="36" y="85"/>
                </a:lnTo>
                <a:lnTo>
                  <a:pt x="31" y="76"/>
                </a:lnTo>
                <a:lnTo>
                  <a:pt x="20" y="64"/>
                </a:lnTo>
                <a:lnTo>
                  <a:pt x="10" y="48"/>
                </a:lnTo>
                <a:lnTo>
                  <a:pt x="0" y="41"/>
                </a:lnTo>
                <a:lnTo>
                  <a:pt x="61" y="0"/>
                </a:lnTo>
                <a:lnTo>
                  <a:pt x="95" y="26"/>
                </a:lnTo>
                <a:lnTo>
                  <a:pt x="104" y="82"/>
                </a:lnTo>
                <a:lnTo>
                  <a:pt x="78" y="117"/>
                </a:lnTo>
                <a:lnTo>
                  <a:pt x="72" y="104"/>
                </a:lnTo>
              </a:path>
            </a:pathLst>
          </a:custGeom>
          <a:solidFill>
            <a:srgbClr val="FDE3BA"/>
          </a:solidFill>
          <a:ln w="12700" cap="rnd">
            <a:solidFill>
              <a:schemeClr val="tx1"/>
            </a:solidFill>
            <a:round/>
            <a:headEnd/>
            <a:tailEnd/>
          </a:ln>
        </p:spPr>
        <p:txBody>
          <a:bodyPr/>
          <a:lstStyle/>
          <a:p>
            <a:endParaRPr lang="en-US"/>
          </a:p>
        </p:txBody>
      </p:sp>
      <p:sp>
        <p:nvSpPr>
          <p:cNvPr id="6358" name="Freeform 677"/>
          <p:cNvSpPr>
            <a:spLocks/>
          </p:cNvSpPr>
          <p:nvPr/>
        </p:nvSpPr>
        <p:spPr bwMode="auto">
          <a:xfrm>
            <a:off x="4872121" y="5115219"/>
            <a:ext cx="263692" cy="408868"/>
          </a:xfrm>
          <a:custGeom>
            <a:avLst/>
            <a:gdLst>
              <a:gd name="T0" fmla="*/ 0 w 151"/>
              <a:gd name="T1" fmla="*/ 41 h 207"/>
              <a:gd name="T2" fmla="*/ 1 w 151"/>
              <a:gd name="T3" fmla="*/ 49 h 207"/>
              <a:gd name="T4" fmla="*/ 3 w 151"/>
              <a:gd name="T5" fmla="*/ 63 h 207"/>
              <a:gd name="T6" fmla="*/ 13 w 151"/>
              <a:gd name="T7" fmla="*/ 87 h 207"/>
              <a:gd name="T8" fmla="*/ 26 w 151"/>
              <a:gd name="T9" fmla="*/ 109 h 207"/>
              <a:gd name="T10" fmla="*/ 30 w 151"/>
              <a:gd name="T11" fmla="*/ 123 h 207"/>
              <a:gd name="T12" fmla="*/ 34 w 151"/>
              <a:gd name="T13" fmla="*/ 145 h 207"/>
              <a:gd name="T14" fmla="*/ 38 w 151"/>
              <a:gd name="T15" fmla="*/ 168 h 207"/>
              <a:gd name="T16" fmla="*/ 40 w 151"/>
              <a:gd name="T17" fmla="*/ 185 h 207"/>
              <a:gd name="T18" fmla="*/ 43 w 151"/>
              <a:gd name="T19" fmla="*/ 194 h 207"/>
              <a:gd name="T20" fmla="*/ 48 w 151"/>
              <a:gd name="T21" fmla="*/ 198 h 207"/>
              <a:gd name="T22" fmla="*/ 49 w 151"/>
              <a:gd name="T23" fmla="*/ 194 h 207"/>
              <a:gd name="T24" fmla="*/ 54 w 151"/>
              <a:gd name="T25" fmla="*/ 191 h 207"/>
              <a:gd name="T26" fmla="*/ 58 w 151"/>
              <a:gd name="T27" fmla="*/ 194 h 207"/>
              <a:gd name="T28" fmla="*/ 63 w 151"/>
              <a:gd name="T29" fmla="*/ 200 h 207"/>
              <a:gd name="T30" fmla="*/ 68 w 151"/>
              <a:gd name="T31" fmla="*/ 204 h 207"/>
              <a:gd name="T32" fmla="*/ 73 w 151"/>
              <a:gd name="T33" fmla="*/ 206 h 207"/>
              <a:gd name="T34" fmla="*/ 85 w 151"/>
              <a:gd name="T35" fmla="*/ 200 h 207"/>
              <a:gd name="T36" fmla="*/ 91 w 151"/>
              <a:gd name="T37" fmla="*/ 194 h 207"/>
              <a:gd name="T38" fmla="*/ 91 w 151"/>
              <a:gd name="T39" fmla="*/ 113 h 207"/>
              <a:gd name="T40" fmla="*/ 100 w 151"/>
              <a:gd name="T41" fmla="*/ 106 h 207"/>
              <a:gd name="T42" fmla="*/ 100 w 151"/>
              <a:gd name="T43" fmla="*/ 66 h 207"/>
              <a:gd name="T44" fmla="*/ 109 w 151"/>
              <a:gd name="T45" fmla="*/ 61 h 207"/>
              <a:gd name="T46" fmla="*/ 122 w 151"/>
              <a:gd name="T47" fmla="*/ 53 h 207"/>
              <a:gd name="T48" fmla="*/ 133 w 151"/>
              <a:gd name="T49" fmla="*/ 50 h 207"/>
              <a:gd name="T50" fmla="*/ 150 w 151"/>
              <a:gd name="T51" fmla="*/ 52 h 207"/>
              <a:gd name="T52" fmla="*/ 66 w 151"/>
              <a:gd name="T53" fmla="*/ 0 h 207"/>
              <a:gd name="T54" fmla="*/ 0 w 151"/>
              <a:gd name="T55" fmla="*/ 41 h 2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
              <a:gd name="T85" fmla="*/ 0 h 207"/>
              <a:gd name="T86" fmla="*/ 151 w 151"/>
              <a:gd name="T87" fmla="*/ 207 h 2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 h="207">
                <a:moveTo>
                  <a:pt x="0" y="41"/>
                </a:moveTo>
                <a:lnTo>
                  <a:pt x="1" y="49"/>
                </a:lnTo>
                <a:lnTo>
                  <a:pt x="3" y="63"/>
                </a:lnTo>
                <a:lnTo>
                  <a:pt x="13" y="87"/>
                </a:lnTo>
                <a:lnTo>
                  <a:pt x="26" y="109"/>
                </a:lnTo>
                <a:lnTo>
                  <a:pt x="30" y="123"/>
                </a:lnTo>
                <a:lnTo>
                  <a:pt x="34" y="145"/>
                </a:lnTo>
                <a:lnTo>
                  <a:pt x="38" y="168"/>
                </a:lnTo>
                <a:lnTo>
                  <a:pt x="40" y="185"/>
                </a:lnTo>
                <a:lnTo>
                  <a:pt x="43" y="194"/>
                </a:lnTo>
                <a:lnTo>
                  <a:pt x="48" y="198"/>
                </a:lnTo>
                <a:lnTo>
                  <a:pt x="49" y="194"/>
                </a:lnTo>
                <a:lnTo>
                  <a:pt x="54" y="191"/>
                </a:lnTo>
                <a:lnTo>
                  <a:pt x="58" y="194"/>
                </a:lnTo>
                <a:lnTo>
                  <a:pt x="63" y="200"/>
                </a:lnTo>
                <a:lnTo>
                  <a:pt x="68" y="204"/>
                </a:lnTo>
                <a:lnTo>
                  <a:pt x="73" y="206"/>
                </a:lnTo>
                <a:lnTo>
                  <a:pt x="85" y="200"/>
                </a:lnTo>
                <a:lnTo>
                  <a:pt x="91" y="194"/>
                </a:lnTo>
                <a:lnTo>
                  <a:pt x="91" y="113"/>
                </a:lnTo>
                <a:lnTo>
                  <a:pt x="100" y="106"/>
                </a:lnTo>
                <a:lnTo>
                  <a:pt x="100" y="66"/>
                </a:lnTo>
                <a:lnTo>
                  <a:pt x="109" y="61"/>
                </a:lnTo>
                <a:lnTo>
                  <a:pt x="122" y="53"/>
                </a:lnTo>
                <a:lnTo>
                  <a:pt x="133" y="50"/>
                </a:lnTo>
                <a:lnTo>
                  <a:pt x="150" y="52"/>
                </a:lnTo>
                <a:lnTo>
                  <a:pt x="66" y="0"/>
                </a:lnTo>
                <a:lnTo>
                  <a:pt x="0" y="41"/>
                </a:lnTo>
              </a:path>
            </a:pathLst>
          </a:custGeom>
          <a:solidFill>
            <a:srgbClr val="FDE3BA"/>
          </a:solidFill>
          <a:ln w="12700" cap="rnd">
            <a:solidFill>
              <a:schemeClr val="tx1"/>
            </a:solidFill>
            <a:round/>
            <a:headEnd/>
            <a:tailEnd/>
          </a:ln>
        </p:spPr>
        <p:txBody>
          <a:bodyPr/>
          <a:lstStyle/>
          <a:p>
            <a:endParaRPr lang="en-US"/>
          </a:p>
        </p:txBody>
      </p:sp>
      <p:sp>
        <p:nvSpPr>
          <p:cNvPr id="6359" name="Freeform 678"/>
          <p:cNvSpPr>
            <a:spLocks/>
          </p:cNvSpPr>
          <p:nvPr/>
        </p:nvSpPr>
        <p:spPr bwMode="auto">
          <a:xfrm>
            <a:off x="5258054" y="5022384"/>
            <a:ext cx="199078" cy="410844"/>
          </a:xfrm>
          <a:custGeom>
            <a:avLst/>
            <a:gdLst>
              <a:gd name="T0" fmla="*/ 110 w 114"/>
              <a:gd name="T1" fmla="*/ 0 h 208"/>
              <a:gd name="T2" fmla="*/ 70 w 114"/>
              <a:gd name="T3" fmla="*/ 15 h 208"/>
              <a:gd name="T4" fmla="*/ 68 w 114"/>
              <a:gd name="T5" fmla="*/ 10 h 208"/>
              <a:gd name="T6" fmla="*/ 51 w 114"/>
              <a:gd name="T7" fmla="*/ 13 h 208"/>
              <a:gd name="T8" fmla="*/ 50 w 114"/>
              <a:gd name="T9" fmla="*/ 14 h 208"/>
              <a:gd name="T10" fmla="*/ 48 w 114"/>
              <a:gd name="T11" fmla="*/ 21 h 208"/>
              <a:gd name="T12" fmla="*/ 48 w 114"/>
              <a:gd name="T13" fmla="*/ 31 h 208"/>
              <a:gd name="T14" fmla="*/ 51 w 114"/>
              <a:gd name="T15" fmla="*/ 44 h 208"/>
              <a:gd name="T16" fmla="*/ 56 w 114"/>
              <a:gd name="T17" fmla="*/ 55 h 208"/>
              <a:gd name="T18" fmla="*/ 59 w 114"/>
              <a:gd name="T19" fmla="*/ 63 h 208"/>
              <a:gd name="T20" fmla="*/ 59 w 114"/>
              <a:gd name="T21" fmla="*/ 69 h 208"/>
              <a:gd name="T22" fmla="*/ 58 w 114"/>
              <a:gd name="T23" fmla="*/ 76 h 208"/>
              <a:gd name="T24" fmla="*/ 54 w 114"/>
              <a:gd name="T25" fmla="*/ 85 h 208"/>
              <a:gd name="T26" fmla="*/ 50 w 114"/>
              <a:gd name="T27" fmla="*/ 90 h 208"/>
              <a:gd name="T28" fmla="*/ 47 w 114"/>
              <a:gd name="T29" fmla="*/ 88 h 208"/>
              <a:gd name="T30" fmla="*/ 43 w 114"/>
              <a:gd name="T31" fmla="*/ 75 h 208"/>
              <a:gd name="T32" fmla="*/ 42 w 114"/>
              <a:gd name="T33" fmla="*/ 60 h 208"/>
              <a:gd name="T34" fmla="*/ 40 w 114"/>
              <a:gd name="T35" fmla="*/ 52 h 208"/>
              <a:gd name="T36" fmla="*/ 34 w 114"/>
              <a:gd name="T37" fmla="*/ 50 h 208"/>
              <a:gd name="T38" fmla="*/ 22 w 114"/>
              <a:gd name="T39" fmla="*/ 52 h 208"/>
              <a:gd name="T40" fmla="*/ 9 w 114"/>
              <a:gd name="T41" fmla="*/ 57 h 208"/>
              <a:gd name="T42" fmla="*/ 3 w 114"/>
              <a:gd name="T43" fmla="*/ 60 h 208"/>
              <a:gd name="T44" fmla="*/ 0 w 114"/>
              <a:gd name="T45" fmla="*/ 63 h 208"/>
              <a:gd name="T46" fmla="*/ 0 w 114"/>
              <a:gd name="T47" fmla="*/ 67 h 208"/>
              <a:gd name="T48" fmla="*/ 9 w 114"/>
              <a:gd name="T49" fmla="*/ 73 h 208"/>
              <a:gd name="T50" fmla="*/ 19 w 114"/>
              <a:gd name="T51" fmla="*/ 79 h 208"/>
              <a:gd name="T52" fmla="*/ 28 w 114"/>
              <a:gd name="T53" fmla="*/ 105 h 208"/>
              <a:gd name="T54" fmla="*/ 23 w 114"/>
              <a:gd name="T55" fmla="*/ 132 h 208"/>
              <a:gd name="T56" fmla="*/ 16 w 114"/>
              <a:gd name="T57" fmla="*/ 153 h 208"/>
              <a:gd name="T58" fmla="*/ 10 w 114"/>
              <a:gd name="T59" fmla="*/ 161 h 208"/>
              <a:gd name="T60" fmla="*/ 5 w 114"/>
              <a:gd name="T61" fmla="*/ 185 h 208"/>
              <a:gd name="T62" fmla="*/ 23 w 114"/>
              <a:gd name="T63" fmla="*/ 207 h 208"/>
              <a:gd name="T64" fmla="*/ 26 w 114"/>
              <a:gd name="T65" fmla="*/ 201 h 208"/>
              <a:gd name="T66" fmla="*/ 36 w 114"/>
              <a:gd name="T67" fmla="*/ 192 h 208"/>
              <a:gd name="T68" fmla="*/ 50 w 114"/>
              <a:gd name="T69" fmla="*/ 178 h 208"/>
              <a:gd name="T70" fmla="*/ 53 w 114"/>
              <a:gd name="T71" fmla="*/ 157 h 208"/>
              <a:gd name="T72" fmla="*/ 52 w 114"/>
              <a:gd name="T73" fmla="*/ 146 h 208"/>
              <a:gd name="T74" fmla="*/ 50 w 114"/>
              <a:gd name="T75" fmla="*/ 140 h 208"/>
              <a:gd name="T76" fmla="*/ 48 w 114"/>
              <a:gd name="T77" fmla="*/ 136 h 208"/>
              <a:gd name="T78" fmla="*/ 43 w 114"/>
              <a:gd name="T79" fmla="*/ 133 h 208"/>
              <a:gd name="T80" fmla="*/ 42 w 114"/>
              <a:gd name="T81" fmla="*/ 129 h 208"/>
              <a:gd name="T82" fmla="*/ 49 w 114"/>
              <a:gd name="T83" fmla="*/ 124 h 208"/>
              <a:gd name="T84" fmla="*/ 60 w 114"/>
              <a:gd name="T85" fmla="*/ 117 h 208"/>
              <a:gd name="T86" fmla="*/ 70 w 114"/>
              <a:gd name="T87" fmla="*/ 106 h 208"/>
              <a:gd name="T88" fmla="*/ 76 w 114"/>
              <a:gd name="T89" fmla="*/ 98 h 208"/>
              <a:gd name="T90" fmla="*/ 85 w 114"/>
              <a:gd name="T91" fmla="*/ 93 h 208"/>
              <a:gd name="T92" fmla="*/ 94 w 114"/>
              <a:gd name="T93" fmla="*/ 88 h 208"/>
              <a:gd name="T94" fmla="*/ 102 w 114"/>
              <a:gd name="T95" fmla="*/ 78 h 208"/>
              <a:gd name="T96" fmla="*/ 109 w 114"/>
              <a:gd name="T97" fmla="*/ 67 h 208"/>
              <a:gd name="T98" fmla="*/ 112 w 114"/>
              <a:gd name="T99" fmla="*/ 64 h 208"/>
              <a:gd name="T100" fmla="*/ 113 w 114"/>
              <a:gd name="T101" fmla="*/ 54 h 208"/>
              <a:gd name="T102" fmla="*/ 113 w 114"/>
              <a:gd name="T103" fmla="*/ 42 h 208"/>
              <a:gd name="T104" fmla="*/ 113 w 114"/>
              <a:gd name="T105" fmla="*/ 28 h 208"/>
              <a:gd name="T106" fmla="*/ 112 w 114"/>
              <a:gd name="T107" fmla="*/ 16 h 208"/>
              <a:gd name="T108" fmla="*/ 112 w 114"/>
              <a:gd name="T109" fmla="*/ 5 h 208"/>
              <a:gd name="T110" fmla="*/ 110 w 114"/>
              <a:gd name="T111" fmla="*/ 0 h 20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4"/>
              <a:gd name="T169" fmla="*/ 0 h 208"/>
              <a:gd name="T170" fmla="*/ 114 w 114"/>
              <a:gd name="T171" fmla="*/ 208 h 20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4" h="208">
                <a:moveTo>
                  <a:pt x="110" y="0"/>
                </a:moveTo>
                <a:lnTo>
                  <a:pt x="70" y="15"/>
                </a:lnTo>
                <a:lnTo>
                  <a:pt x="68" y="10"/>
                </a:lnTo>
                <a:lnTo>
                  <a:pt x="51" y="13"/>
                </a:lnTo>
                <a:lnTo>
                  <a:pt x="50" y="14"/>
                </a:lnTo>
                <a:lnTo>
                  <a:pt x="48" y="21"/>
                </a:lnTo>
                <a:lnTo>
                  <a:pt x="48" y="31"/>
                </a:lnTo>
                <a:lnTo>
                  <a:pt x="51" y="44"/>
                </a:lnTo>
                <a:lnTo>
                  <a:pt x="56" y="55"/>
                </a:lnTo>
                <a:lnTo>
                  <a:pt x="59" y="63"/>
                </a:lnTo>
                <a:lnTo>
                  <a:pt x="59" y="69"/>
                </a:lnTo>
                <a:lnTo>
                  <a:pt x="58" y="76"/>
                </a:lnTo>
                <a:lnTo>
                  <a:pt x="54" y="85"/>
                </a:lnTo>
                <a:lnTo>
                  <a:pt x="50" y="90"/>
                </a:lnTo>
                <a:lnTo>
                  <a:pt x="47" y="88"/>
                </a:lnTo>
                <a:lnTo>
                  <a:pt x="43" y="75"/>
                </a:lnTo>
                <a:lnTo>
                  <a:pt x="42" y="60"/>
                </a:lnTo>
                <a:lnTo>
                  <a:pt x="40" y="52"/>
                </a:lnTo>
                <a:lnTo>
                  <a:pt x="34" y="50"/>
                </a:lnTo>
                <a:lnTo>
                  <a:pt x="22" y="52"/>
                </a:lnTo>
                <a:lnTo>
                  <a:pt x="9" y="57"/>
                </a:lnTo>
                <a:lnTo>
                  <a:pt x="3" y="60"/>
                </a:lnTo>
                <a:lnTo>
                  <a:pt x="0" y="63"/>
                </a:lnTo>
                <a:lnTo>
                  <a:pt x="0" y="67"/>
                </a:lnTo>
                <a:lnTo>
                  <a:pt x="9" y="73"/>
                </a:lnTo>
                <a:lnTo>
                  <a:pt x="19" y="79"/>
                </a:lnTo>
                <a:lnTo>
                  <a:pt x="28" y="105"/>
                </a:lnTo>
                <a:lnTo>
                  <a:pt x="23" y="132"/>
                </a:lnTo>
                <a:lnTo>
                  <a:pt x="16" y="153"/>
                </a:lnTo>
                <a:lnTo>
                  <a:pt x="10" y="161"/>
                </a:lnTo>
                <a:lnTo>
                  <a:pt x="5" y="185"/>
                </a:lnTo>
                <a:lnTo>
                  <a:pt x="23" y="207"/>
                </a:lnTo>
                <a:lnTo>
                  <a:pt x="26" y="201"/>
                </a:lnTo>
                <a:lnTo>
                  <a:pt x="36" y="192"/>
                </a:lnTo>
                <a:lnTo>
                  <a:pt x="50" y="178"/>
                </a:lnTo>
                <a:lnTo>
                  <a:pt x="53" y="157"/>
                </a:lnTo>
                <a:lnTo>
                  <a:pt x="52" y="146"/>
                </a:lnTo>
                <a:lnTo>
                  <a:pt x="50" y="140"/>
                </a:lnTo>
                <a:lnTo>
                  <a:pt x="48" y="136"/>
                </a:lnTo>
                <a:lnTo>
                  <a:pt x="43" y="133"/>
                </a:lnTo>
                <a:lnTo>
                  <a:pt x="42" y="129"/>
                </a:lnTo>
                <a:lnTo>
                  <a:pt x="49" y="124"/>
                </a:lnTo>
                <a:lnTo>
                  <a:pt x="60" y="117"/>
                </a:lnTo>
                <a:lnTo>
                  <a:pt x="70" y="106"/>
                </a:lnTo>
                <a:lnTo>
                  <a:pt x="76" y="98"/>
                </a:lnTo>
                <a:lnTo>
                  <a:pt x="85" y="93"/>
                </a:lnTo>
                <a:lnTo>
                  <a:pt x="94" y="88"/>
                </a:lnTo>
                <a:lnTo>
                  <a:pt x="102" y="78"/>
                </a:lnTo>
                <a:lnTo>
                  <a:pt x="109" y="67"/>
                </a:lnTo>
                <a:lnTo>
                  <a:pt x="112" y="64"/>
                </a:lnTo>
                <a:lnTo>
                  <a:pt x="113" y="54"/>
                </a:lnTo>
                <a:lnTo>
                  <a:pt x="113" y="42"/>
                </a:lnTo>
                <a:lnTo>
                  <a:pt x="113" y="28"/>
                </a:lnTo>
                <a:lnTo>
                  <a:pt x="112" y="16"/>
                </a:lnTo>
                <a:lnTo>
                  <a:pt x="112" y="5"/>
                </a:lnTo>
                <a:lnTo>
                  <a:pt x="110" y="0"/>
                </a:lnTo>
              </a:path>
            </a:pathLst>
          </a:custGeom>
          <a:solidFill>
            <a:srgbClr val="FDE3BA"/>
          </a:solidFill>
          <a:ln w="12700" cap="rnd">
            <a:solidFill>
              <a:schemeClr val="tx1"/>
            </a:solidFill>
            <a:round/>
            <a:headEnd/>
            <a:tailEnd/>
          </a:ln>
        </p:spPr>
        <p:txBody>
          <a:bodyPr/>
          <a:lstStyle/>
          <a:p>
            <a:endParaRPr lang="en-US"/>
          </a:p>
        </p:txBody>
      </p:sp>
      <p:sp>
        <p:nvSpPr>
          <p:cNvPr id="6360" name="Freeform 679"/>
          <p:cNvSpPr>
            <a:spLocks/>
          </p:cNvSpPr>
          <p:nvPr/>
        </p:nvSpPr>
        <p:spPr bwMode="auto">
          <a:xfrm>
            <a:off x="4863390" y="4820912"/>
            <a:ext cx="291631" cy="383191"/>
          </a:xfrm>
          <a:custGeom>
            <a:avLst/>
            <a:gdLst>
              <a:gd name="T0" fmla="*/ 0 w 167"/>
              <a:gd name="T1" fmla="*/ 16 h 194"/>
              <a:gd name="T2" fmla="*/ 10 w 167"/>
              <a:gd name="T3" fmla="*/ 32 h 194"/>
              <a:gd name="T4" fmla="*/ 16 w 167"/>
              <a:gd name="T5" fmla="*/ 51 h 194"/>
              <a:gd name="T6" fmla="*/ 20 w 167"/>
              <a:gd name="T7" fmla="*/ 79 h 194"/>
              <a:gd name="T8" fmla="*/ 23 w 167"/>
              <a:gd name="T9" fmla="*/ 105 h 194"/>
              <a:gd name="T10" fmla="*/ 21 w 167"/>
              <a:gd name="T11" fmla="*/ 122 h 194"/>
              <a:gd name="T12" fmla="*/ 16 w 167"/>
              <a:gd name="T13" fmla="*/ 133 h 194"/>
              <a:gd name="T14" fmla="*/ 10 w 167"/>
              <a:gd name="T15" fmla="*/ 143 h 194"/>
              <a:gd name="T16" fmla="*/ 6 w 167"/>
              <a:gd name="T17" fmla="*/ 157 h 194"/>
              <a:gd name="T18" fmla="*/ 5 w 167"/>
              <a:gd name="T19" fmla="*/ 174 h 194"/>
              <a:gd name="T20" fmla="*/ 5 w 167"/>
              <a:gd name="T21" fmla="*/ 183 h 194"/>
              <a:gd name="T22" fmla="*/ 9 w 167"/>
              <a:gd name="T23" fmla="*/ 183 h 194"/>
              <a:gd name="T24" fmla="*/ 17 w 167"/>
              <a:gd name="T25" fmla="*/ 176 h 194"/>
              <a:gd name="T26" fmla="*/ 23 w 167"/>
              <a:gd name="T27" fmla="*/ 183 h 194"/>
              <a:gd name="T28" fmla="*/ 24 w 167"/>
              <a:gd name="T29" fmla="*/ 183 h 194"/>
              <a:gd name="T30" fmla="*/ 31 w 167"/>
              <a:gd name="T31" fmla="*/ 185 h 194"/>
              <a:gd name="T32" fmla="*/ 42 w 167"/>
              <a:gd name="T33" fmla="*/ 186 h 194"/>
              <a:gd name="T34" fmla="*/ 55 w 167"/>
              <a:gd name="T35" fmla="*/ 186 h 194"/>
              <a:gd name="T36" fmla="*/ 66 w 167"/>
              <a:gd name="T37" fmla="*/ 186 h 194"/>
              <a:gd name="T38" fmla="*/ 74 w 167"/>
              <a:gd name="T39" fmla="*/ 186 h 194"/>
              <a:gd name="T40" fmla="*/ 80 w 167"/>
              <a:gd name="T41" fmla="*/ 188 h 194"/>
              <a:gd name="T42" fmla="*/ 85 w 167"/>
              <a:gd name="T43" fmla="*/ 190 h 194"/>
              <a:gd name="T44" fmla="*/ 89 w 167"/>
              <a:gd name="T45" fmla="*/ 192 h 194"/>
              <a:gd name="T46" fmla="*/ 89 w 167"/>
              <a:gd name="T47" fmla="*/ 193 h 194"/>
              <a:gd name="T48" fmla="*/ 93 w 167"/>
              <a:gd name="T49" fmla="*/ 193 h 194"/>
              <a:gd name="T50" fmla="*/ 107 w 167"/>
              <a:gd name="T51" fmla="*/ 193 h 194"/>
              <a:gd name="T52" fmla="*/ 117 w 167"/>
              <a:gd name="T53" fmla="*/ 192 h 194"/>
              <a:gd name="T54" fmla="*/ 128 w 167"/>
              <a:gd name="T55" fmla="*/ 188 h 194"/>
              <a:gd name="T56" fmla="*/ 146 w 167"/>
              <a:gd name="T57" fmla="*/ 188 h 194"/>
              <a:gd name="T58" fmla="*/ 166 w 167"/>
              <a:gd name="T59" fmla="*/ 44 h 194"/>
              <a:gd name="T60" fmla="*/ 76 w 167"/>
              <a:gd name="T61" fmla="*/ 0 h 194"/>
              <a:gd name="T62" fmla="*/ 0 w 167"/>
              <a:gd name="T63" fmla="*/ 16 h 19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7"/>
              <a:gd name="T97" fmla="*/ 0 h 194"/>
              <a:gd name="T98" fmla="*/ 167 w 167"/>
              <a:gd name="T99" fmla="*/ 194 h 19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7" h="194">
                <a:moveTo>
                  <a:pt x="0" y="16"/>
                </a:moveTo>
                <a:lnTo>
                  <a:pt x="10" y="32"/>
                </a:lnTo>
                <a:lnTo>
                  <a:pt x="16" y="51"/>
                </a:lnTo>
                <a:lnTo>
                  <a:pt x="20" y="79"/>
                </a:lnTo>
                <a:lnTo>
                  <a:pt x="23" y="105"/>
                </a:lnTo>
                <a:lnTo>
                  <a:pt x="21" y="122"/>
                </a:lnTo>
                <a:lnTo>
                  <a:pt x="16" y="133"/>
                </a:lnTo>
                <a:lnTo>
                  <a:pt x="10" y="143"/>
                </a:lnTo>
                <a:lnTo>
                  <a:pt x="6" y="157"/>
                </a:lnTo>
                <a:lnTo>
                  <a:pt x="5" y="174"/>
                </a:lnTo>
                <a:lnTo>
                  <a:pt x="5" y="183"/>
                </a:lnTo>
                <a:lnTo>
                  <a:pt x="9" y="183"/>
                </a:lnTo>
                <a:lnTo>
                  <a:pt x="17" y="176"/>
                </a:lnTo>
                <a:lnTo>
                  <a:pt x="23" y="183"/>
                </a:lnTo>
                <a:lnTo>
                  <a:pt x="24" y="183"/>
                </a:lnTo>
                <a:lnTo>
                  <a:pt x="31" y="185"/>
                </a:lnTo>
                <a:lnTo>
                  <a:pt x="42" y="186"/>
                </a:lnTo>
                <a:lnTo>
                  <a:pt x="55" y="186"/>
                </a:lnTo>
                <a:lnTo>
                  <a:pt x="66" y="186"/>
                </a:lnTo>
                <a:lnTo>
                  <a:pt x="74" y="186"/>
                </a:lnTo>
                <a:lnTo>
                  <a:pt x="80" y="188"/>
                </a:lnTo>
                <a:lnTo>
                  <a:pt x="85" y="190"/>
                </a:lnTo>
                <a:lnTo>
                  <a:pt x="89" y="192"/>
                </a:lnTo>
                <a:lnTo>
                  <a:pt x="89" y="193"/>
                </a:lnTo>
                <a:lnTo>
                  <a:pt x="93" y="193"/>
                </a:lnTo>
                <a:lnTo>
                  <a:pt x="107" y="193"/>
                </a:lnTo>
                <a:lnTo>
                  <a:pt x="117" y="192"/>
                </a:lnTo>
                <a:lnTo>
                  <a:pt x="128" y="188"/>
                </a:lnTo>
                <a:lnTo>
                  <a:pt x="146" y="188"/>
                </a:lnTo>
                <a:lnTo>
                  <a:pt x="166" y="44"/>
                </a:lnTo>
                <a:lnTo>
                  <a:pt x="76" y="0"/>
                </a:lnTo>
                <a:lnTo>
                  <a:pt x="0" y="16"/>
                </a:lnTo>
              </a:path>
            </a:pathLst>
          </a:custGeom>
          <a:solidFill>
            <a:srgbClr val="FDE3BA"/>
          </a:solidFill>
          <a:ln w="12700" cap="rnd">
            <a:solidFill>
              <a:schemeClr val="tx1"/>
            </a:solidFill>
            <a:round/>
            <a:headEnd/>
            <a:tailEnd/>
          </a:ln>
        </p:spPr>
        <p:txBody>
          <a:bodyPr/>
          <a:lstStyle/>
          <a:p>
            <a:endParaRPr lang="en-US"/>
          </a:p>
        </p:txBody>
      </p:sp>
      <p:sp>
        <p:nvSpPr>
          <p:cNvPr id="6361" name="Freeform 680"/>
          <p:cNvSpPr>
            <a:spLocks/>
          </p:cNvSpPr>
          <p:nvPr/>
        </p:nvSpPr>
        <p:spPr bwMode="auto">
          <a:xfrm>
            <a:off x="5086916" y="4925599"/>
            <a:ext cx="228765" cy="284430"/>
          </a:xfrm>
          <a:custGeom>
            <a:avLst/>
            <a:gdLst>
              <a:gd name="T0" fmla="*/ 124 w 131"/>
              <a:gd name="T1" fmla="*/ 36 h 144"/>
              <a:gd name="T2" fmla="*/ 124 w 131"/>
              <a:gd name="T3" fmla="*/ 41 h 144"/>
              <a:gd name="T4" fmla="*/ 123 w 131"/>
              <a:gd name="T5" fmla="*/ 55 h 144"/>
              <a:gd name="T6" fmla="*/ 122 w 131"/>
              <a:gd name="T7" fmla="*/ 70 h 144"/>
              <a:gd name="T8" fmla="*/ 123 w 131"/>
              <a:gd name="T9" fmla="*/ 83 h 144"/>
              <a:gd name="T10" fmla="*/ 127 w 131"/>
              <a:gd name="T11" fmla="*/ 93 h 144"/>
              <a:gd name="T12" fmla="*/ 130 w 131"/>
              <a:gd name="T13" fmla="*/ 94 h 144"/>
              <a:gd name="T14" fmla="*/ 91 w 131"/>
              <a:gd name="T15" fmla="*/ 108 h 144"/>
              <a:gd name="T16" fmla="*/ 89 w 131"/>
              <a:gd name="T17" fmla="*/ 109 h 144"/>
              <a:gd name="T18" fmla="*/ 80 w 131"/>
              <a:gd name="T19" fmla="*/ 111 h 144"/>
              <a:gd name="T20" fmla="*/ 71 w 131"/>
              <a:gd name="T21" fmla="*/ 119 h 144"/>
              <a:gd name="T22" fmla="*/ 59 w 131"/>
              <a:gd name="T23" fmla="*/ 135 h 144"/>
              <a:gd name="T24" fmla="*/ 51 w 131"/>
              <a:gd name="T25" fmla="*/ 143 h 144"/>
              <a:gd name="T26" fmla="*/ 21 w 131"/>
              <a:gd name="T27" fmla="*/ 138 h 144"/>
              <a:gd name="T28" fmla="*/ 0 w 131"/>
              <a:gd name="T29" fmla="*/ 127 h 144"/>
              <a:gd name="T30" fmla="*/ 0 w 131"/>
              <a:gd name="T31" fmla="*/ 77 h 144"/>
              <a:gd name="T32" fmla="*/ 18 w 131"/>
              <a:gd name="T33" fmla="*/ 77 h 144"/>
              <a:gd name="T34" fmla="*/ 18 w 131"/>
              <a:gd name="T35" fmla="*/ 55 h 144"/>
              <a:gd name="T36" fmla="*/ 77 w 131"/>
              <a:gd name="T37" fmla="*/ 0 h 144"/>
              <a:gd name="T38" fmla="*/ 124 w 131"/>
              <a:gd name="T39" fmla="*/ 16 h 144"/>
              <a:gd name="T40" fmla="*/ 124 w 131"/>
              <a:gd name="T41" fmla="*/ 36 h 1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31"/>
              <a:gd name="T64" fmla="*/ 0 h 144"/>
              <a:gd name="T65" fmla="*/ 131 w 131"/>
              <a:gd name="T66" fmla="*/ 144 h 1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31" h="144">
                <a:moveTo>
                  <a:pt x="124" y="36"/>
                </a:moveTo>
                <a:lnTo>
                  <a:pt x="124" y="41"/>
                </a:lnTo>
                <a:lnTo>
                  <a:pt x="123" y="55"/>
                </a:lnTo>
                <a:lnTo>
                  <a:pt x="122" y="70"/>
                </a:lnTo>
                <a:lnTo>
                  <a:pt x="123" y="83"/>
                </a:lnTo>
                <a:lnTo>
                  <a:pt x="127" y="93"/>
                </a:lnTo>
                <a:lnTo>
                  <a:pt x="130" y="94"/>
                </a:lnTo>
                <a:lnTo>
                  <a:pt x="91" y="108"/>
                </a:lnTo>
                <a:lnTo>
                  <a:pt x="89" y="109"/>
                </a:lnTo>
                <a:lnTo>
                  <a:pt x="80" y="111"/>
                </a:lnTo>
                <a:lnTo>
                  <a:pt x="71" y="119"/>
                </a:lnTo>
                <a:lnTo>
                  <a:pt x="59" y="135"/>
                </a:lnTo>
                <a:lnTo>
                  <a:pt x="51" y="143"/>
                </a:lnTo>
                <a:lnTo>
                  <a:pt x="21" y="138"/>
                </a:lnTo>
                <a:lnTo>
                  <a:pt x="0" y="127"/>
                </a:lnTo>
                <a:lnTo>
                  <a:pt x="0" y="77"/>
                </a:lnTo>
                <a:lnTo>
                  <a:pt x="18" y="77"/>
                </a:lnTo>
                <a:lnTo>
                  <a:pt x="18" y="55"/>
                </a:lnTo>
                <a:lnTo>
                  <a:pt x="77" y="0"/>
                </a:lnTo>
                <a:lnTo>
                  <a:pt x="124" y="16"/>
                </a:lnTo>
                <a:lnTo>
                  <a:pt x="124" y="36"/>
                </a:lnTo>
              </a:path>
            </a:pathLst>
          </a:custGeom>
          <a:solidFill>
            <a:srgbClr val="FDE3BA"/>
          </a:solidFill>
          <a:ln w="12700" cap="rnd">
            <a:solidFill>
              <a:schemeClr val="tx1"/>
            </a:solidFill>
            <a:round/>
            <a:headEnd/>
            <a:tailEnd/>
          </a:ln>
        </p:spPr>
        <p:txBody>
          <a:bodyPr/>
          <a:lstStyle/>
          <a:p>
            <a:endParaRPr lang="en-US"/>
          </a:p>
        </p:txBody>
      </p:sp>
      <p:sp>
        <p:nvSpPr>
          <p:cNvPr id="6362" name="Freeform 681"/>
          <p:cNvSpPr>
            <a:spLocks/>
          </p:cNvSpPr>
          <p:nvPr/>
        </p:nvSpPr>
        <p:spPr bwMode="auto">
          <a:xfrm>
            <a:off x="5312188" y="4609566"/>
            <a:ext cx="174630" cy="254801"/>
          </a:xfrm>
          <a:custGeom>
            <a:avLst/>
            <a:gdLst>
              <a:gd name="T0" fmla="*/ 69 w 100"/>
              <a:gd name="T1" fmla="*/ 116 h 129"/>
              <a:gd name="T2" fmla="*/ 75 w 100"/>
              <a:gd name="T3" fmla="*/ 106 h 129"/>
              <a:gd name="T4" fmla="*/ 80 w 100"/>
              <a:gd name="T5" fmla="*/ 91 h 129"/>
              <a:gd name="T6" fmla="*/ 84 w 100"/>
              <a:gd name="T7" fmla="*/ 83 h 129"/>
              <a:gd name="T8" fmla="*/ 92 w 100"/>
              <a:gd name="T9" fmla="*/ 78 h 129"/>
              <a:gd name="T10" fmla="*/ 99 w 100"/>
              <a:gd name="T11" fmla="*/ 71 h 129"/>
              <a:gd name="T12" fmla="*/ 95 w 100"/>
              <a:gd name="T13" fmla="*/ 74 h 129"/>
              <a:gd name="T14" fmla="*/ 91 w 100"/>
              <a:gd name="T15" fmla="*/ 74 h 129"/>
              <a:gd name="T16" fmla="*/ 88 w 100"/>
              <a:gd name="T17" fmla="*/ 64 h 129"/>
              <a:gd name="T18" fmla="*/ 86 w 100"/>
              <a:gd name="T19" fmla="*/ 51 h 129"/>
              <a:gd name="T20" fmla="*/ 84 w 100"/>
              <a:gd name="T21" fmla="*/ 39 h 129"/>
              <a:gd name="T22" fmla="*/ 87 w 100"/>
              <a:gd name="T23" fmla="*/ 19 h 129"/>
              <a:gd name="T24" fmla="*/ 94 w 100"/>
              <a:gd name="T25" fmla="*/ 6 h 129"/>
              <a:gd name="T26" fmla="*/ 92 w 100"/>
              <a:gd name="T27" fmla="*/ 0 h 129"/>
              <a:gd name="T28" fmla="*/ 84 w 100"/>
              <a:gd name="T29" fmla="*/ 3 h 129"/>
              <a:gd name="T30" fmla="*/ 74 w 100"/>
              <a:gd name="T31" fmla="*/ 9 h 129"/>
              <a:gd name="T32" fmla="*/ 58 w 100"/>
              <a:gd name="T33" fmla="*/ 10 h 129"/>
              <a:gd name="T34" fmla="*/ 51 w 100"/>
              <a:gd name="T35" fmla="*/ 8 h 129"/>
              <a:gd name="T36" fmla="*/ 45 w 100"/>
              <a:gd name="T37" fmla="*/ 5 h 129"/>
              <a:gd name="T38" fmla="*/ 38 w 100"/>
              <a:gd name="T39" fmla="*/ 2 h 129"/>
              <a:gd name="T40" fmla="*/ 24 w 100"/>
              <a:gd name="T41" fmla="*/ 0 h 129"/>
              <a:gd name="T42" fmla="*/ 14 w 100"/>
              <a:gd name="T43" fmla="*/ 3 h 129"/>
              <a:gd name="T44" fmla="*/ 0 w 100"/>
              <a:gd name="T45" fmla="*/ 60 h 129"/>
              <a:gd name="T46" fmla="*/ 21 w 100"/>
              <a:gd name="T47" fmla="*/ 128 h 129"/>
              <a:gd name="T48" fmla="*/ 69 w 100"/>
              <a:gd name="T49" fmla="*/ 116 h 1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0"/>
              <a:gd name="T76" fmla="*/ 0 h 129"/>
              <a:gd name="T77" fmla="*/ 100 w 100"/>
              <a:gd name="T78" fmla="*/ 129 h 12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0" h="129">
                <a:moveTo>
                  <a:pt x="69" y="116"/>
                </a:moveTo>
                <a:lnTo>
                  <a:pt x="75" y="106"/>
                </a:lnTo>
                <a:lnTo>
                  <a:pt x="80" y="91"/>
                </a:lnTo>
                <a:lnTo>
                  <a:pt x="84" y="83"/>
                </a:lnTo>
                <a:lnTo>
                  <a:pt x="92" y="78"/>
                </a:lnTo>
                <a:lnTo>
                  <a:pt x="99" y="71"/>
                </a:lnTo>
                <a:lnTo>
                  <a:pt x="95" y="74"/>
                </a:lnTo>
                <a:lnTo>
                  <a:pt x="91" y="74"/>
                </a:lnTo>
                <a:lnTo>
                  <a:pt x="88" y="64"/>
                </a:lnTo>
                <a:lnTo>
                  <a:pt x="86" y="51"/>
                </a:lnTo>
                <a:lnTo>
                  <a:pt x="84" y="39"/>
                </a:lnTo>
                <a:lnTo>
                  <a:pt x="87" y="19"/>
                </a:lnTo>
                <a:lnTo>
                  <a:pt x="94" y="6"/>
                </a:lnTo>
                <a:lnTo>
                  <a:pt x="92" y="0"/>
                </a:lnTo>
                <a:lnTo>
                  <a:pt x="84" y="3"/>
                </a:lnTo>
                <a:lnTo>
                  <a:pt x="74" y="9"/>
                </a:lnTo>
                <a:lnTo>
                  <a:pt x="58" y="10"/>
                </a:lnTo>
                <a:lnTo>
                  <a:pt x="51" y="8"/>
                </a:lnTo>
                <a:lnTo>
                  <a:pt x="45" y="5"/>
                </a:lnTo>
                <a:lnTo>
                  <a:pt x="38" y="2"/>
                </a:lnTo>
                <a:lnTo>
                  <a:pt x="24" y="0"/>
                </a:lnTo>
                <a:lnTo>
                  <a:pt x="14" y="3"/>
                </a:lnTo>
                <a:lnTo>
                  <a:pt x="0" y="60"/>
                </a:lnTo>
                <a:lnTo>
                  <a:pt x="21" y="128"/>
                </a:lnTo>
                <a:lnTo>
                  <a:pt x="69" y="116"/>
                </a:lnTo>
              </a:path>
            </a:pathLst>
          </a:custGeom>
          <a:solidFill>
            <a:srgbClr val="FDE3BA"/>
          </a:solidFill>
          <a:ln w="12700" cap="rnd">
            <a:solidFill>
              <a:schemeClr val="tx1"/>
            </a:solidFill>
            <a:round/>
            <a:headEnd/>
            <a:tailEnd/>
          </a:ln>
        </p:spPr>
        <p:txBody>
          <a:bodyPr/>
          <a:lstStyle/>
          <a:p>
            <a:endParaRPr lang="en-US"/>
          </a:p>
        </p:txBody>
      </p:sp>
      <p:sp>
        <p:nvSpPr>
          <p:cNvPr id="6363" name="Freeform 682"/>
          <p:cNvSpPr>
            <a:spLocks/>
          </p:cNvSpPr>
          <p:nvPr/>
        </p:nvSpPr>
        <p:spPr bwMode="auto">
          <a:xfrm>
            <a:off x="5188202" y="4747830"/>
            <a:ext cx="260198" cy="304182"/>
          </a:xfrm>
          <a:custGeom>
            <a:avLst/>
            <a:gdLst>
              <a:gd name="T0" fmla="*/ 89 w 149"/>
              <a:gd name="T1" fmla="*/ 144 h 154"/>
              <a:gd name="T2" fmla="*/ 141 w 149"/>
              <a:gd name="T3" fmla="*/ 153 h 154"/>
              <a:gd name="T4" fmla="*/ 148 w 149"/>
              <a:gd name="T5" fmla="*/ 128 h 154"/>
              <a:gd name="T6" fmla="*/ 142 w 149"/>
              <a:gd name="T7" fmla="*/ 113 h 154"/>
              <a:gd name="T8" fmla="*/ 144 w 149"/>
              <a:gd name="T9" fmla="*/ 95 h 154"/>
              <a:gd name="T10" fmla="*/ 140 w 149"/>
              <a:gd name="T11" fmla="*/ 82 h 154"/>
              <a:gd name="T12" fmla="*/ 134 w 149"/>
              <a:gd name="T13" fmla="*/ 70 h 154"/>
              <a:gd name="T14" fmla="*/ 133 w 149"/>
              <a:gd name="T15" fmla="*/ 59 h 154"/>
              <a:gd name="T16" fmla="*/ 138 w 149"/>
              <a:gd name="T17" fmla="*/ 52 h 154"/>
              <a:gd name="T18" fmla="*/ 121 w 149"/>
              <a:gd name="T19" fmla="*/ 38 h 154"/>
              <a:gd name="T20" fmla="*/ 121 w 149"/>
              <a:gd name="T21" fmla="*/ 30 h 154"/>
              <a:gd name="T22" fmla="*/ 81 w 149"/>
              <a:gd name="T23" fmla="*/ 3 h 154"/>
              <a:gd name="T24" fmla="*/ 6 w 149"/>
              <a:gd name="T25" fmla="*/ 0 h 154"/>
              <a:gd name="T26" fmla="*/ 0 w 149"/>
              <a:gd name="T27" fmla="*/ 79 h 154"/>
              <a:gd name="T28" fmla="*/ 38 w 149"/>
              <a:gd name="T29" fmla="*/ 99 h 154"/>
              <a:gd name="T30" fmla="*/ 39 w 149"/>
              <a:gd name="T31" fmla="*/ 100 h 154"/>
              <a:gd name="T32" fmla="*/ 40 w 149"/>
              <a:gd name="T33" fmla="*/ 104 h 154"/>
              <a:gd name="T34" fmla="*/ 45 w 149"/>
              <a:gd name="T35" fmla="*/ 108 h 154"/>
              <a:gd name="T36" fmla="*/ 54 w 149"/>
              <a:gd name="T37" fmla="*/ 113 h 154"/>
              <a:gd name="T38" fmla="*/ 67 w 149"/>
              <a:gd name="T39" fmla="*/ 117 h 154"/>
              <a:gd name="T40" fmla="*/ 77 w 149"/>
              <a:gd name="T41" fmla="*/ 123 h 154"/>
              <a:gd name="T42" fmla="*/ 84 w 149"/>
              <a:gd name="T43" fmla="*/ 128 h 154"/>
              <a:gd name="T44" fmla="*/ 88 w 149"/>
              <a:gd name="T45" fmla="*/ 134 h 154"/>
              <a:gd name="T46" fmla="*/ 89 w 149"/>
              <a:gd name="T47" fmla="*/ 144 h 1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9"/>
              <a:gd name="T73" fmla="*/ 0 h 154"/>
              <a:gd name="T74" fmla="*/ 149 w 149"/>
              <a:gd name="T75" fmla="*/ 154 h 15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9" h="154">
                <a:moveTo>
                  <a:pt x="89" y="144"/>
                </a:moveTo>
                <a:lnTo>
                  <a:pt x="141" y="153"/>
                </a:lnTo>
                <a:lnTo>
                  <a:pt x="148" y="128"/>
                </a:lnTo>
                <a:lnTo>
                  <a:pt x="142" y="113"/>
                </a:lnTo>
                <a:lnTo>
                  <a:pt x="144" y="95"/>
                </a:lnTo>
                <a:lnTo>
                  <a:pt x="140" y="82"/>
                </a:lnTo>
                <a:lnTo>
                  <a:pt x="134" y="70"/>
                </a:lnTo>
                <a:lnTo>
                  <a:pt x="133" y="59"/>
                </a:lnTo>
                <a:lnTo>
                  <a:pt x="138" y="52"/>
                </a:lnTo>
                <a:lnTo>
                  <a:pt x="121" y="38"/>
                </a:lnTo>
                <a:lnTo>
                  <a:pt x="121" y="30"/>
                </a:lnTo>
                <a:lnTo>
                  <a:pt x="81" y="3"/>
                </a:lnTo>
                <a:lnTo>
                  <a:pt x="6" y="0"/>
                </a:lnTo>
                <a:lnTo>
                  <a:pt x="0" y="79"/>
                </a:lnTo>
                <a:lnTo>
                  <a:pt x="38" y="99"/>
                </a:lnTo>
                <a:lnTo>
                  <a:pt x="39" y="100"/>
                </a:lnTo>
                <a:lnTo>
                  <a:pt x="40" y="104"/>
                </a:lnTo>
                <a:lnTo>
                  <a:pt x="45" y="108"/>
                </a:lnTo>
                <a:lnTo>
                  <a:pt x="54" y="113"/>
                </a:lnTo>
                <a:lnTo>
                  <a:pt x="67" y="117"/>
                </a:lnTo>
                <a:lnTo>
                  <a:pt x="77" y="123"/>
                </a:lnTo>
                <a:lnTo>
                  <a:pt x="84" y="128"/>
                </a:lnTo>
                <a:lnTo>
                  <a:pt x="88" y="134"/>
                </a:lnTo>
                <a:lnTo>
                  <a:pt x="89" y="144"/>
                </a:lnTo>
              </a:path>
            </a:pathLst>
          </a:custGeom>
          <a:solidFill>
            <a:srgbClr val="FDE3BA"/>
          </a:solidFill>
          <a:ln w="12700" cap="rnd">
            <a:solidFill>
              <a:schemeClr val="tx1"/>
            </a:solidFill>
            <a:round/>
            <a:headEnd/>
            <a:tailEnd/>
          </a:ln>
        </p:spPr>
        <p:txBody>
          <a:bodyPr/>
          <a:lstStyle/>
          <a:p>
            <a:endParaRPr lang="en-US"/>
          </a:p>
        </p:txBody>
      </p:sp>
      <p:sp>
        <p:nvSpPr>
          <p:cNvPr id="6364" name="Freeform 683"/>
          <p:cNvSpPr>
            <a:spLocks/>
          </p:cNvSpPr>
          <p:nvPr/>
        </p:nvSpPr>
        <p:spPr bwMode="auto">
          <a:xfrm>
            <a:off x="5422206" y="4327110"/>
            <a:ext cx="253213" cy="432572"/>
          </a:xfrm>
          <a:custGeom>
            <a:avLst/>
            <a:gdLst>
              <a:gd name="T0" fmla="*/ 36 w 145"/>
              <a:gd name="T1" fmla="*/ 218 h 219"/>
              <a:gd name="T2" fmla="*/ 58 w 145"/>
              <a:gd name="T3" fmla="*/ 189 h 219"/>
              <a:gd name="T4" fmla="*/ 73 w 145"/>
              <a:gd name="T5" fmla="*/ 174 h 219"/>
              <a:gd name="T6" fmla="*/ 87 w 145"/>
              <a:gd name="T7" fmla="*/ 163 h 219"/>
              <a:gd name="T8" fmla="*/ 97 w 145"/>
              <a:gd name="T9" fmla="*/ 153 h 219"/>
              <a:gd name="T10" fmla="*/ 112 w 145"/>
              <a:gd name="T11" fmla="*/ 133 h 219"/>
              <a:gd name="T12" fmla="*/ 123 w 145"/>
              <a:gd name="T13" fmla="*/ 103 h 219"/>
              <a:gd name="T14" fmla="*/ 126 w 145"/>
              <a:gd name="T15" fmla="*/ 87 h 219"/>
              <a:gd name="T16" fmla="*/ 130 w 145"/>
              <a:gd name="T17" fmla="*/ 77 h 219"/>
              <a:gd name="T18" fmla="*/ 135 w 145"/>
              <a:gd name="T19" fmla="*/ 71 h 219"/>
              <a:gd name="T20" fmla="*/ 137 w 145"/>
              <a:gd name="T21" fmla="*/ 66 h 219"/>
              <a:gd name="T22" fmla="*/ 142 w 145"/>
              <a:gd name="T23" fmla="*/ 54 h 219"/>
              <a:gd name="T24" fmla="*/ 144 w 145"/>
              <a:gd name="T25" fmla="*/ 39 h 219"/>
              <a:gd name="T26" fmla="*/ 140 w 145"/>
              <a:gd name="T27" fmla="*/ 36 h 219"/>
              <a:gd name="T28" fmla="*/ 132 w 145"/>
              <a:gd name="T29" fmla="*/ 40 h 219"/>
              <a:gd name="T30" fmla="*/ 128 w 145"/>
              <a:gd name="T31" fmla="*/ 45 h 219"/>
              <a:gd name="T32" fmla="*/ 123 w 145"/>
              <a:gd name="T33" fmla="*/ 47 h 219"/>
              <a:gd name="T34" fmla="*/ 109 w 145"/>
              <a:gd name="T35" fmla="*/ 47 h 219"/>
              <a:gd name="T36" fmla="*/ 94 w 145"/>
              <a:gd name="T37" fmla="*/ 53 h 219"/>
              <a:gd name="T38" fmla="*/ 79 w 145"/>
              <a:gd name="T39" fmla="*/ 58 h 219"/>
              <a:gd name="T40" fmla="*/ 66 w 145"/>
              <a:gd name="T41" fmla="*/ 56 h 219"/>
              <a:gd name="T42" fmla="*/ 58 w 145"/>
              <a:gd name="T43" fmla="*/ 53 h 219"/>
              <a:gd name="T44" fmla="*/ 50 w 145"/>
              <a:gd name="T45" fmla="*/ 43 h 219"/>
              <a:gd name="T46" fmla="*/ 46 w 145"/>
              <a:gd name="T47" fmla="*/ 37 h 219"/>
              <a:gd name="T48" fmla="*/ 46 w 145"/>
              <a:gd name="T49" fmla="*/ 35 h 219"/>
              <a:gd name="T50" fmla="*/ 49 w 145"/>
              <a:gd name="T51" fmla="*/ 33 h 219"/>
              <a:gd name="T52" fmla="*/ 50 w 145"/>
              <a:gd name="T53" fmla="*/ 31 h 219"/>
              <a:gd name="T54" fmla="*/ 49 w 145"/>
              <a:gd name="T55" fmla="*/ 24 h 219"/>
              <a:gd name="T56" fmla="*/ 45 w 145"/>
              <a:gd name="T57" fmla="*/ 16 h 219"/>
              <a:gd name="T58" fmla="*/ 36 w 145"/>
              <a:gd name="T59" fmla="*/ 8 h 219"/>
              <a:gd name="T60" fmla="*/ 23 w 145"/>
              <a:gd name="T61" fmla="*/ 0 h 219"/>
              <a:gd name="T62" fmla="*/ 0 w 145"/>
              <a:gd name="T63" fmla="*/ 9 h 219"/>
              <a:gd name="T64" fmla="*/ 1 w 145"/>
              <a:gd name="T65" fmla="*/ 85 h 219"/>
              <a:gd name="T66" fmla="*/ 20 w 145"/>
              <a:gd name="T67" fmla="*/ 210 h 219"/>
              <a:gd name="T68" fmla="*/ 36 w 145"/>
              <a:gd name="T69" fmla="*/ 218 h 21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5"/>
              <a:gd name="T106" fmla="*/ 0 h 219"/>
              <a:gd name="T107" fmla="*/ 145 w 145"/>
              <a:gd name="T108" fmla="*/ 219 h 21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5" h="219">
                <a:moveTo>
                  <a:pt x="36" y="218"/>
                </a:moveTo>
                <a:lnTo>
                  <a:pt x="58" y="189"/>
                </a:lnTo>
                <a:lnTo>
                  <a:pt x="73" y="174"/>
                </a:lnTo>
                <a:lnTo>
                  <a:pt x="87" y="163"/>
                </a:lnTo>
                <a:lnTo>
                  <a:pt x="97" y="153"/>
                </a:lnTo>
                <a:lnTo>
                  <a:pt x="112" y="133"/>
                </a:lnTo>
                <a:lnTo>
                  <a:pt x="123" y="103"/>
                </a:lnTo>
                <a:lnTo>
                  <a:pt x="126" y="87"/>
                </a:lnTo>
                <a:lnTo>
                  <a:pt x="130" y="77"/>
                </a:lnTo>
                <a:lnTo>
                  <a:pt x="135" y="71"/>
                </a:lnTo>
                <a:lnTo>
                  <a:pt x="137" y="66"/>
                </a:lnTo>
                <a:lnTo>
                  <a:pt x="142" y="54"/>
                </a:lnTo>
                <a:lnTo>
                  <a:pt x="144" y="39"/>
                </a:lnTo>
                <a:lnTo>
                  <a:pt x="140" y="36"/>
                </a:lnTo>
                <a:lnTo>
                  <a:pt x="132" y="40"/>
                </a:lnTo>
                <a:lnTo>
                  <a:pt x="128" y="45"/>
                </a:lnTo>
                <a:lnTo>
                  <a:pt x="123" y="47"/>
                </a:lnTo>
                <a:lnTo>
                  <a:pt x="109" y="47"/>
                </a:lnTo>
                <a:lnTo>
                  <a:pt x="94" y="53"/>
                </a:lnTo>
                <a:lnTo>
                  <a:pt x="79" y="58"/>
                </a:lnTo>
                <a:lnTo>
                  <a:pt x="66" y="56"/>
                </a:lnTo>
                <a:lnTo>
                  <a:pt x="58" y="53"/>
                </a:lnTo>
                <a:lnTo>
                  <a:pt x="50" y="43"/>
                </a:lnTo>
                <a:lnTo>
                  <a:pt x="46" y="37"/>
                </a:lnTo>
                <a:lnTo>
                  <a:pt x="46" y="35"/>
                </a:lnTo>
                <a:lnTo>
                  <a:pt x="49" y="33"/>
                </a:lnTo>
                <a:lnTo>
                  <a:pt x="50" y="31"/>
                </a:lnTo>
                <a:lnTo>
                  <a:pt x="49" y="24"/>
                </a:lnTo>
                <a:lnTo>
                  <a:pt x="45" y="16"/>
                </a:lnTo>
                <a:lnTo>
                  <a:pt x="36" y="8"/>
                </a:lnTo>
                <a:lnTo>
                  <a:pt x="23" y="0"/>
                </a:lnTo>
                <a:lnTo>
                  <a:pt x="0" y="9"/>
                </a:lnTo>
                <a:lnTo>
                  <a:pt x="1" y="85"/>
                </a:lnTo>
                <a:lnTo>
                  <a:pt x="20" y="210"/>
                </a:lnTo>
                <a:lnTo>
                  <a:pt x="36" y="218"/>
                </a:lnTo>
              </a:path>
            </a:pathLst>
          </a:custGeom>
          <a:solidFill>
            <a:srgbClr val="FDE3BA"/>
          </a:solidFill>
          <a:ln w="12700" cap="rnd">
            <a:solidFill>
              <a:schemeClr val="tx1"/>
            </a:solidFill>
            <a:round/>
            <a:headEnd/>
            <a:tailEnd/>
          </a:ln>
        </p:spPr>
        <p:txBody>
          <a:bodyPr/>
          <a:lstStyle/>
          <a:p>
            <a:endParaRPr lang="en-US"/>
          </a:p>
        </p:txBody>
      </p:sp>
      <p:sp>
        <p:nvSpPr>
          <p:cNvPr id="6365" name="Freeform 684"/>
          <p:cNvSpPr>
            <a:spLocks/>
          </p:cNvSpPr>
          <p:nvPr/>
        </p:nvSpPr>
        <p:spPr bwMode="auto">
          <a:xfrm>
            <a:off x="5273770" y="4248102"/>
            <a:ext cx="324812" cy="404919"/>
          </a:xfrm>
          <a:custGeom>
            <a:avLst/>
            <a:gdLst>
              <a:gd name="T0" fmla="*/ 119 w 186"/>
              <a:gd name="T1" fmla="*/ 180 h 205"/>
              <a:gd name="T2" fmla="*/ 125 w 186"/>
              <a:gd name="T3" fmla="*/ 178 h 205"/>
              <a:gd name="T4" fmla="*/ 140 w 186"/>
              <a:gd name="T5" fmla="*/ 171 h 205"/>
              <a:gd name="T6" fmla="*/ 159 w 186"/>
              <a:gd name="T7" fmla="*/ 156 h 205"/>
              <a:gd name="T8" fmla="*/ 177 w 186"/>
              <a:gd name="T9" fmla="*/ 135 h 205"/>
              <a:gd name="T10" fmla="*/ 181 w 186"/>
              <a:gd name="T11" fmla="*/ 127 h 205"/>
              <a:gd name="T12" fmla="*/ 183 w 186"/>
              <a:gd name="T13" fmla="*/ 123 h 205"/>
              <a:gd name="T14" fmla="*/ 185 w 186"/>
              <a:gd name="T15" fmla="*/ 123 h 205"/>
              <a:gd name="T16" fmla="*/ 180 w 186"/>
              <a:gd name="T17" fmla="*/ 122 h 205"/>
              <a:gd name="T18" fmla="*/ 172 w 186"/>
              <a:gd name="T19" fmla="*/ 120 h 205"/>
              <a:gd name="T20" fmla="*/ 159 w 186"/>
              <a:gd name="T21" fmla="*/ 118 h 205"/>
              <a:gd name="T22" fmla="*/ 149 w 186"/>
              <a:gd name="T23" fmla="*/ 116 h 205"/>
              <a:gd name="T24" fmla="*/ 136 w 186"/>
              <a:gd name="T25" fmla="*/ 111 h 205"/>
              <a:gd name="T26" fmla="*/ 130 w 186"/>
              <a:gd name="T27" fmla="*/ 96 h 205"/>
              <a:gd name="T28" fmla="*/ 126 w 186"/>
              <a:gd name="T29" fmla="*/ 86 h 205"/>
              <a:gd name="T30" fmla="*/ 116 w 186"/>
              <a:gd name="T31" fmla="*/ 79 h 205"/>
              <a:gd name="T32" fmla="*/ 105 w 186"/>
              <a:gd name="T33" fmla="*/ 70 h 205"/>
              <a:gd name="T34" fmla="*/ 100 w 186"/>
              <a:gd name="T35" fmla="*/ 55 h 205"/>
              <a:gd name="T36" fmla="*/ 98 w 186"/>
              <a:gd name="T37" fmla="*/ 47 h 205"/>
              <a:gd name="T38" fmla="*/ 102 w 186"/>
              <a:gd name="T39" fmla="*/ 42 h 205"/>
              <a:gd name="T40" fmla="*/ 105 w 186"/>
              <a:gd name="T41" fmla="*/ 40 h 205"/>
              <a:gd name="T42" fmla="*/ 105 w 186"/>
              <a:gd name="T43" fmla="*/ 39 h 205"/>
              <a:gd name="T44" fmla="*/ 91 w 186"/>
              <a:gd name="T45" fmla="*/ 28 h 205"/>
              <a:gd name="T46" fmla="*/ 83 w 186"/>
              <a:gd name="T47" fmla="*/ 16 h 205"/>
              <a:gd name="T48" fmla="*/ 80 w 186"/>
              <a:gd name="T49" fmla="*/ 0 h 205"/>
              <a:gd name="T50" fmla="*/ 42 w 186"/>
              <a:gd name="T51" fmla="*/ 24 h 205"/>
              <a:gd name="T52" fmla="*/ 0 w 186"/>
              <a:gd name="T53" fmla="*/ 138 h 205"/>
              <a:gd name="T54" fmla="*/ 46 w 186"/>
              <a:gd name="T55" fmla="*/ 178 h 205"/>
              <a:gd name="T56" fmla="*/ 99 w 186"/>
              <a:gd name="T57" fmla="*/ 204 h 205"/>
              <a:gd name="T58" fmla="*/ 119 w 186"/>
              <a:gd name="T59" fmla="*/ 180 h 20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86"/>
              <a:gd name="T91" fmla="*/ 0 h 205"/>
              <a:gd name="T92" fmla="*/ 186 w 186"/>
              <a:gd name="T93" fmla="*/ 205 h 20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86" h="205">
                <a:moveTo>
                  <a:pt x="119" y="180"/>
                </a:moveTo>
                <a:lnTo>
                  <a:pt x="125" y="178"/>
                </a:lnTo>
                <a:lnTo>
                  <a:pt x="140" y="171"/>
                </a:lnTo>
                <a:lnTo>
                  <a:pt x="159" y="156"/>
                </a:lnTo>
                <a:lnTo>
                  <a:pt x="177" y="135"/>
                </a:lnTo>
                <a:lnTo>
                  <a:pt x="181" y="127"/>
                </a:lnTo>
                <a:lnTo>
                  <a:pt x="183" y="123"/>
                </a:lnTo>
                <a:lnTo>
                  <a:pt x="185" y="123"/>
                </a:lnTo>
                <a:lnTo>
                  <a:pt x="180" y="122"/>
                </a:lnTo>
                <a:lnTo>
                  <a:pt x="172" y="120"/>
                </a:lnTo>
                <a:lnTo>
                  <a:pt x="159" y="118"/>
                </a:lnTo>
                <a:lnTo>
                  <a:pt x="149" y="116"/>
                </a:lnTo>
                <a:lnTo>
                  <a:pt x="136" y="111"/>
                </a:lnTo>
                <a:lnTo>
                  <a:pt x="130" y="96"/>
                </a:lnTo>
                <a:lnTo>
                  <a:pt x="126" y="86"/>
                </a:lnTo>
                <a:lnTo>
                  <a:pt x="116" y="79"/>
                </a:lnTo>
                <a:lnTo>
                  <a:pt x="105" y="70"/>
                </a:lnTo>
                <a:lnTo>
                  <a:pt x="100" y="55"/>
                </a:lnTo>
                <a:lnTo>
                  <a:pt x="98" y="47"/>
                </a:lnTo>
                <a:lnTo>
                  <a:pt x="102" y="42"/>
                </a:lnTo>
                <a:lnTo>
                  <a:pt x="105" y="40"/>
                </a:lnTo>
                <a:lnTo>
                  <a:pt x="105" y="39"/>
                </a:lnTo>
                <a:lnTo>
                  <a:pt x="91" y="28"/>
                </a:lnTo>
                <a:lnTo>
                  <a:pt x="83" y="16"/>
                </a:lnTo>
                <a:lnTo>
                  <a:pt x="80" y="0"/>
                </a:lnTo>
                <a:lnTo>
                  <a:pt x="42" y="24"/>
                </a:lnTo>
                <a:lnTo>
                  <a:pt x="0" y="138"/>
                </a:lnTo>
                <a:lnTo>
                  <a:pt x="46" y="178"/>
                </a:lnTo>
                <a:lnTo>
                  <a:pt x="99" y="204"/>
                </a:lnTo>
                <a:lnTo>
                  <a:pt x="119" y="180"/>
                </a:lnTo>
              </a:path>
            </a:pathLst>
          </a:custGeom>
          <a:solidFill>
            <a:srgbClr val="FDE3BA"/>
          </a:solidFill>
          <a:ln w="12700" cap="rnd">
            <a:solidFill>
              <a:schemeClr val="tx1"/>
            </a:solidFill>
            <a:round/>
            <a:headEnd/>
            <a:tailEnd/>
          </a:ln>
        </p:spPr>
        <p:txBody>
          <a:bodyPr/>
          <a:lstStyle/>
          <a:p>
            <a:endParaRPr lang="en-US"/>
          </a:p>
        </p:txBody>
      </p:sp>
      <p:sp>
        <p:nvSpPr>
          <p:cNvPr id="6366" name="Freeform 685"/>
          <p:cNvSpPr>
            <a:spLocks/>
          </p:cNvSpPr>
          <p:nvPr/>
        </p:nvSpPr>
        <p:spPr bwMode="auto">
          <a:xfrm>
            <a:off x="4887838" y="4380441"/>
            <a:ext cx="319572" cy="316034"/>
          </a:xfrm>
          <a:custGeom>
            <a:avLst/>
            <a:gdLst>
              <a:gd name="T0" fmla="*/ 182 w 183"/>
              <a:gd name="T1" fmla="*/ 159 h 160"/>
              <a:gd name="T2" fmla="*/ 0 w 183"/>
              <a:gd name="T3" fmla="*/ 159 h 160"/>
              <a:gd name="T4" fmla="*/ 0 w 183"/>
              <a:gd name="T5" fmla="*/ 0 h 160"/>
              <a:gd name="T6" fmla="*/ 182 w 183"/>
              <a:gd name="T7" fmla="*/ 0 h 160"/>
              <a:gd name="T8" fmla="*/ 182 w 183"/>
              <a:gd name="T9" fmla="*/ 159 h 160"/>
              <a:gd name="T10" fmla="*/ 0 60000 65536"/>
              <a:gd name="T11" fmla="*/ 0 60000 65536"/>
              <a:gd name="T12" fmla="*/ 0 60000 65536"/>
              <a:gd name="T13" fmla="*/ 0 60000 65536"/>
              <a:gd name="T14" fmla="*/ 0 60000 65536"/>
              <a:gd name="T15" fmla="*/ 0 w 183"/>
              <a:gd name="T16" fmla="*/ 0 h 160"/>
              <a:gd name="T17" fmla="*/ 183 w 183"/>
              <a:gd name="T18" fmla="*/ 160 h 160"/>
            </a:gdLst>
            <a:ahLst/>
            <a:cxnLst>
              <a:cxn ang="T10">
                <a:pos x="T0" y="T1"/>
              </a:cxn>
              <a:cxn ang="T11">
                <a:pos x="T2" y="T3"/>
              </a:cxn>
              <a:cxn ang="T12">
                <a:pos x="T4" y="T5"/>
              </a:cxn>
              <a:cxn ang="T13">
                <a:pos x="T6" y="T7"/>
              </a:cxn>
              <a:cxn ang="T14">
                <a:pos x="T8" y="T9"/>
              </a:cxn>
            </a:cxnLst>
            <a:rect l="T15" t="T16" r="T17" b="T18"/>
            <a:pathLst>
              <a:path w="183" h="160">
                <a:moveTo>
                  <a:pt x="182" y="159"/>
                </a:moveTo>
                <a:lnTo>
                  <a:pt x="0" y="159"/>
                </a:lnTo>
                <a:lnTo>
                  <a:pt x="0" y="0"/>
                </a:lnTo>
                <a:lnTo>
                  <a:pt x="182" y="0"/>
                </a:lnTo>
                <a:lnTo>
                  <a:pt x="182" y="159"/>
                </a:lnTo>
              </a:path>
            </a:pathLst>
          </a:custGeom>
          <a:solidFill>
            <a:srgbClr val="FDE3BA"/>
          </a:solidFill>
          <a:ln w="12700" cap="rnd">
            <a:solidFill>
              <a:schemeClr val="tx1"/>
            </a:solidFill>
            <a:round/>
            <a:headEnd/>
            <a:tailEnd/>
          </a:ln>
        </p:spPr>
        <p:txBody>
          <a:bodyPr/>
          <a:lstStyle/>
          <a:p>
            <a:endParaRPr lang="en-US"/>
          </a:p>
        </p:txBody>
      </p:sp>
      <p:sp>
        <p:nvSpPr>
          <p:cNvPr id="6367" name="Freeform 686"/>
          <p:cNvSpPr>
            <a:spLocks/>
          </p:cNvSpPr>
          <p:nvPr/>
        </p:nvSpPr>
        <p:spPr bwMode="auto">
          <a:xfrm>
            <a:off x="5043258" y="4099962"/>
            <a:ext cx="361485" cy="594537"/>
          </a:xfrm>
          <a:custGeom>
            <a:avLst/>
            <a:gdLst>
              <a:gd name="T0" fmla="*/ 206 w 207"/>
              <a:gd name="T1" fmla="*/ 74 h 301"/>
              <a:gd name="T2" fmla="*/ 196 w 207"/>
              <a:gd name="T3" fmla="*/ 55 h 301"/>
              <a:gd name="T4" fmla="*/ 191 w 207"/>
              <a:gd name="T5" fmla="*/ 49 h 301"/>
              <a:gd name="T6" fmla="*/ 190 w 207"/>
              <a:gd name="T7" fmla="*/ 43 h 301"/>
              <a:gd name="T8" fmla="*/ 191 w 207"/>
              <a:gd name="T9" fmla="*/ 38 h 301"/>
              <a:gd name="T10" fmla="*/ 190 w 207"/>
              <a:gd name="T11" fmla="*/ 30 h 301"/>
              <a:gd name="T12" fmla="*/ 186 w 207"/>
              <a:gd name="T13" fmla="*/ 16 h 301"/>
              <a:gd name="T14" fmla="*/ 179 w 207"/>
              <a:gd name="T15" fmla="*/ 5 h 301"/>
              <a:gd name="T16" fmla="*/ 175 w 207"/>
              <a:gd name="T17" fmla="*/ 0 h 301"/>
              <a:gd name="T18" fmla="*/ 32 w 207"/>
              <a:gd name="T19" fmla="*/ 2 h 301"/>
              <a:gd name="T20" fmla="*/ 0 w 207"/>
              <a:gd name="T21" fmla="*/ 141 h 301"/>
              <a:gd name="T22" fmla="*/ 29 w 207"/>
              <a:gd name="T23" fmla="*/ 165 h 301"/>
              <a:gd name="T24" fmla="*/ 31 w 207"/>
              <a:gd name="T25" fmla="*/ 170 h 301"/>
              <a:gd name="T26" fmla="*/ 35 w 207"/>
              <a:gd name="T27" fmla="*/ 178 h 301"/>
              <a:gd name="T28" fmla="*/ 36 w 207"/>
              <a:gd name="T29" fmla="*/ 186 h 301"/>
              <a:gd name="T30" fmla="*/ 38 w 207"/>
              <a:gd name="T31" fmla="*/ 193 h 301"/>
              <a:gd name="T32" fmla="*/ 43 w 207"/>
              <a:gd name="T33" fmla="*/ 197 h 301"/>
              <a:gd name="T34" fmla="*/ 58 w 207"/>
              <a:gd name="T35" fmla="*/ 210 h 301"/>
              <a:gd name="T36" fmla="*/ 71 w 207"/>
              <a:gd name="T37" fmla="*/ 226 h 301"/>
              <a:gd name="T38" fmla="*/ 77 w 207"/>
              <a:gd name="T39" fmla="*/ 239 h 301"/>
              <a:gd name="T40" fmla="*/ 84 w 207"/>
              <a:gd name="T41" fmla="*/ 247 h 301"/>
              <a:gd name="T42" fmla="*/ 134 w 207"/>
              <a:gd name="T43" fmla="*/ 300 h 301"/>
              <a:gd name="T44" fmla="*/ 178 w 207"/>
              <a:gd name="T45" fmla="*/ 280 h 301"/>
              <a:gd name="T46" fmla="*/ 180 w 207"/>
              <a:gd name="T47" fmla="*/ 250 h 301"/>
              <a:gd name="T48" fmla="*/ 183 w 207"/>
              <a:gd name="T49" fmla="*/ 243 h 301"/>
              <a:gd name="T50" fmla="*/ 181 w 207"/>
              <a:gd name="T51" fmla="*/ 244 h 301"/>
              <a:gd name="T52" fmla="*/ 178 w 207"/>
              <a:gd name="T53" fmla="*/ 242 h 301"/>
              <a:gd name="T54" fmla="*/ 171 w 207"/>
              <a:gd name="T55" fmla="*/ 233 h 301"/>
              <a:gd name="T56" fmla="*/ 155 w 207"/>
              <a:gd name="T57" fmla="*/ 216 h 301"/>
              <a:gd name="T58" fmla="*/ 148 w 207"/>
              <a:gd name="T59" fmla="*/ 207 h 301"/>
              <a:gd name="T60" fmla="*/ 148 w 207"/>
              <a:gd name="T61" fmla="*/ 195 h 301"/>
              <a:gd name="T62" fmla="*/ 158 w 207"/>
              <a:gd name="T63" fmla="*/ 196 h 301"/>
              <a:gd name="T64" fmla="*/ 156 w 207"/>
              <a:gd name="T65" fmla="*/ 167 h 301"/>
              <a:gd name="T66" fmla="*/ 166 w 207"/>
              <a:gd name="T67" fmla="*/ 168 h 301"/>
              <a:gd name="T68" fmla="*/ 164 w 207"/>
              <a:gd name="T69" fmla="*/ 166 h 301"/>
              <a:gd name="T70" fmla="*/ 166 w 207"/>
              <a:gd name="T71" fmla="*/ 158 h 301"/>
              <a:gd name="T72" fmla="*/ 176 w 207"/>
              <a:gd name="T73" fmla="*/ 145 h 301"/>
              <a:gd name="T74" fmla="*/ 183 w 207"/>
              <a:gd name="T75" fmla="*/ 139 h 301"/>
              <a:gd name="T76" fmla="*/ 183 w 207"/>
              <a:gd name="T77" fmla="*/ 138 h 301"/>
              <a:gd name="T78" fmla="*/ 184 w 207"/>
              <a:gd name="T79" fmla="*/ 135 h 301"/>
              <a:gd name="T80" fmla="*/ 184 w 207"/>
              <a:gd name="T81" fmla="*/ 128 h 301"/>
              <a:gd name="T82" fmla="*/ 184 w 207"/>
              <a:gd name="T83" fmla="*/ 115 h 301"/>
              <a:gd name="T84" fmla="*/ 188 w 207"/>
              <a:gd name="T85" fmla="*/ 94 h 301"/>
              <a:gd name="T86" fmla="*/ 196 w 207"/>
              <a:gd name="T87" fmla="*/ 82 h 301"/>
              <a:gd name="T88" fmla="*/ 203 w 207"/>
              <a:gd name="T89" fmla="*/ 77 h 301"/>
              <a:gd name="T90" fmla="*/ 206 w 207"/>
              <a:gd name="T91" fmla="*/ 74 h 30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07"/>
              <a:gd name="T139" fmla="*/ 0 h 301"/>
              <a:gd name="T140" fmla="*/ 207 w 207"/>
              <a:gd name="T141" fmla="*/ 301 h 30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07" h="301">
                <a:moveTo>
                  <a:pt x="206" y="74"/>
                </a:moveTo>
                <a:lnTo>
                  <a:pt x="196" y="55"/>
                </a:lnTo>
                <a:lnTo>
                  <a:pt x="191" y="49"/>
                </a:lnTo>
                <a:lnTo>
                  <a:pt x="190" y="43"/>
                </a:lnTo>
                <a:lnTo>
                  <a:pt x="191" y="38"/>
                </a:lnTo>
                <a:lnTo>
                  <a:pt x="190" y="30"/>
                </a:lnTo>
                <a:lnTo>
                  <a:pt x="186" y="16"/>
                </a:lnTo>
                <a:lnTo>
                  <a:pt x="179" y="5"/>
                </a:lnTo>
                <a:lnTo>
                  <a:pt x="175" y="0"/>
                </a:lnTo>
                <a:lnTo>
                  <a:pt x="32" y="2"/>
                </a:lnTo>
                <a:lnTo>
                  <a:pt x="0" y="141"/>
                </a:lnTo>
                <a:lnTo>
                  <a:pt x="29" y="165"/>
                </a:lnTo>
                <a:lnTo>
                  <a:pt x="31" y="170"/>
                </a:lnTo>
                <a:lnTo>
                  <a:pt x="35" y="178"/>
                </a:lnTo>
                <a:lnTo>
                  <a:pt x="36" y="186"/>
                </a:lnTo>
                <a:lnTo>
                  <a:pt x="38" y="193"/>
                </a:lnTo>
                <a:lnTo>
                  <a:pt x="43" y="197"/>
                </a:lnTo>
                <a:lnTo>
                  <a:pt x="58" y="210"/>
                </a:lnTo>
                <a:lnTo>
                  <a:pt x="71" y="226"/>
                </a:lnTo>
                <a:lnTo>
                  <a:pt x="77" y="239"/>
                </a:lnTo>
                <a:lnTo>
                  <a:pt x="84" y="247"/>
                </a:lnTo>
                <a:lnTo>
                  <a:pt x="134" y="300"/>
                </a:lnTo>
                <a:lnTo>
                  <a:pt x="178" y="280"/>
                </a:lnTo>
                <a:lnTo>
                  <a:pt x="180" y="250"/>
                </a:lnTo>
                <a:lnTo>
                  <a:pt x="183" y="243"/>
                </a:lnTo>
                <a:lnTo>
                  <a:pt x="181" y="244"/>
                </a:lnTo>
                <a:lnTo>
                  <a:pt x="178" y="242"/>
                </a:lnTo>
                <a:lnTo>
                  <a:pt x="171" y="233"/>
                </a:lnTo>
                <a:lnTo>
                  <a:pt x="155" y="216"/>
                </a:lnTo>
                <a:lnTo>
                  <a:pt x="148" y="207"/>
                </a:lnTo>
                <a:lnTo>
                  <a:pt x="148" y="195"/>
                </a:lnTo>
                <a:lnTo>
                  <a:pt x="158" y="196"/>
                </a:lnTo>
                <a:lnTo>
                  <a:pt x="156" y="167"/>
                </a:lnTo>
                <a:lnTo>
                  <a:pt x="166" y="168"/>
                </a:lnTo>
                <a:lnTo>
                  <a:pt x="164" y="166"/>
                </a:lnTo>
                <a:lnTo>
                  <a:pt x="166" y="158"/>
                </a:lnTo>
                <a:lnTo>
                  <a:pt x="176" y="145"/>
                </a:lnTo>
                <a:lnTo>
                  <a:pt x="183" y="139"/>
                </a:lnTo>
                <a:lnTo>
                  <a:pt x="183" y="138"/>
                </a:lnTo>
                <a:lnTo>
                  <a:pt x="184" y="135"/>
                </a:lnTo>
                <a:lnTo>
                  <a:pt x="184" y="128"/>
                </a:lnTo>
                <a:lnTo>
                  <a:pt x="184" y="115"/>
                </a:lnTo>
                <a:lnTo>
                  <a:pt x="188" y="94"/>
                </a:lnTo>
                <a:lnTo>
                  <a:pt x="196" y="82"/>
                </a:lnTo>
                <a:lnTo>
                  <a:pt x="203" y="77"/>
                </a:lnTo>
                <a:lnTo>
                  <a:pt x="206" y="74"/>
                </a:lnTo>
              </a:path>
            </a:pathLst>
          </a:custGeom>
          <a:solidFill>
            <a:srgbClr val="FDE3BA"/>
          </a:solidFill>
          <a:ln w="12700" cap="rnd">
            <a:solidFill>
              <a:schemeClr val="tx1"/>
            </a:solidFill>
            <a:round/>
            <a:headEnd/>
            <a:tailEnd/>
          </a:ln>
        </p:spPr>
        <p:txBody>
          <a:bodyPr/>
          <a:lstStyle/>
          <a:p>
            <a:endParaRPr lang="en-US"/>
          </a:p>
        </p:txBody>
      </p:sp>
      <p:sp>
        <p:nvSpPr>
          <p:cNvPr id="6368" name="Freeform 687"/>
          <p:cNvSpPr>
            <a:spLocks/>
          </p:cNvSpPr>
          <p:nvPr/>
        </p:nvSpPr>
        <p:spPr bwMode="auto">
          <a:xfrm>
            <a:off x="5530476" y="4206623"/>
            <a:ext cx="183361" cy="159991"/>
          </a:xfrm>
          <a:custGeom>
            <a:avLst/>
            <a:gdLst>
              <a:gd name="T0" fmla="*/ 5 w 105"/>
              <a:gd name="T1" fmla="*/ 80 h 81"/>
              <a:gd name="T2" fmla="*/ 10 w 105"/>
              <a:gd name="T3" fmla="*/ 79 h 81"/>
              <a:gd name="T4" fmla="*/ 17 w 105"/>
              <a:gd name="T5" fmla="*/ 75 h 81"/>
              <a:gd name="T6" fmla="*/ 26 w 105"/>
              <a:gd name="T7" fmla="*/ 71 h 81"/>
              <a:gd name="T8" fmla="*/ 41 w 105"/>
              <a:gd name="T9" fmla="*/ 68 h 81"/>
              <a:gd name="T10" fmla="*/ 49 w 105"/>
              <a:gd name="T11" fmla="*/ 68 h 81"/>
              <a:gd name="T12" fmla="*/ 55 w 105"/>
              <a:gd name="T13" fmla="*/ 65 h 81"/>
              <a:gd name="T14" fmla="*/ 57 w 105"/>
              <a:gd name="T15" fmla="*/ 61 h 81"/>
              <a:gd name="T16" fmla="*/ 57 w 105"/>
              <a:gd name="T17" fmla="*/ 58 h 81"/>
              <a:gd name="T18" fmla="*/ 58 w 105"/>
              <a:gd name="T19" fmla="*/ 55 h 81"/>
              <a:gd name="T20" fmla="*/ 62 w 105"/>
              <a:gd name="T21" fmla="*/ 52 h 81"/>
              <a:gd name="T22" fmla="*/ 68 w 105"/>
              <a:gd name="T23" fmla="*/ 51 h 81"/>
              <a:gd name="T24" fmla="*/ 79 w 105"/>
              <a:gd name="T25" fmla="*/ 49 h 81"/>
              <a:gd name="T26" fmla="*/ 88 w 105"/>
              <a:gd name="T27" fmla="*/ 49 h 81"/>
              <a:gd name="T28" fmla="*/ 89 w 105"/>
              <a:gd name="T29" fmla="*/ 48 h 81"/>
              <a:gd name="T30" fmla="*/ 88 w 105"/>
              <a:gd name="T31" fmla="*/ 48 h 81"/>
              <a:gd name="T32" fmla="*/ 89 w 105"/>
              <a:gd name="T33" fmla="*/ 44 h 81"/>
              <a:gd name="T34" fmla="*/ 93 w 105"/>
              <a:gd name="T35" fmla="*/ 40 h 81"/>
              <a:gd name="T36" fmla="*/ 93 w 105"/>
              <a:gd name="T37" fmla="*/ 38 h 81"/>
              <a:gd name="T38" fmla="*/ 94 w 105"/>
              <a:gd name="T39" fmla="*/ 36 h 81"/>
              <a:gd name="T40" fmla="*/ 98 w 105"/>
              <a:gd name="T41" fmla="*/ 31 h 81"/>
              <a:gd name="T42" fmla="*/ 104 w 105"/>
              <a:gd name="T43" fmla="*/ 31 h 81"/>
              <a:gd name="T44" fmla="*/ 88 w 105"/>
              <a:gd name="T45" fmla="*/ 0 h 81"/>
              <a:gd name="T46" fmla="*/ 47 w 105"/>
              <a:gd name="T47" fmla="*/ 9 h 81"/>
              <a:gd name="T48" fmla="*/ 26 w 105"/>
              <a:gd name="T49" fmla="*/ 37 h 81"/>
              <a:gd name="T50" fmla="*/ 11 w 105"/>
              <a:gd name="T51" fmla="*/ 44 h 81"/>
              <a:gd name="T52" fmla="*/ 0 w 105"/>
              <a:gd name="T53" fmla="*/ 70 h 81"/>
              <a:gd name="T54" fmla="*/ 5 w 105"/>
              <a:gd name="T55" fmla="*/ 80 h 8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
              <a:gd name="T85" fmla="*/ 0 h 81"/>
              <a:gd name="T86" fmla="*/ 105 w 105"/>
              <a:gd name="T87" fmla="*/ 81 h 8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 h="81">
                <a:moveTo>
                  <a:pt x="5" y="80"/>
                </a:moveTo>
                <a:lnTo>
                  <a:pt x="10" y="79"/>
                </a:lnTo>
                <a:lnTo>
                  <a:pt x="17" y="75"/>
                </a:lnTo>
                <a:lnTo>
                  <a:pt x="26" y="71"/>
                </a:lnTo>
                <a:lnTo>
                  <a:pt x="41" y="68"/>
                </a:lnTo>
                <a:lnTo>
                  <a:pt x="49" y="68"/>
                </a:lnTo>
                <a:lnTo>
                  <a:pt x="55" y="65"/>
                </a:lnTo>
                <a:lnTo>
                  <a:pt x="57" y="61"/>
                </a:lnTo>
                <a:lnTo>
                  <a:pt x="57" y="58"/>
                </a:lnTo>
                <a:lnTo>
                  <a:pt x="58" y="55"/>
                </a:lnTo>
                <a:lnTo>
                  <a:pt x="62" y="52"/>
                </a:lnTo>
                <a:lnTo>
                  <a:pt x="68" y="51"/>
                </a:lnTo>
                <a:lnTo>
                  <a:pt x="79" y="49"/>
                </a:lnTo>
                <a:lnTo>
                  <a:pt x="88" y="49"/>
                </a:lnTo>
                <a:lnTo>
                  <a:pt x="89" y="48"/>
                </a:lnTo>
                <a:lnTo>
                  <a:pt x="88" y="48"/>
                </a:lnTo>
                <a:lnTo>
                  <a:pt x="89" y="44"/>
                </a:lnTo>
                <a:lnTo>
                  <a:pt x="93" y="40"/>
                </a:lnTo>
                <a:lnTo>
                  <a:pt x="93" y="38"/>
                </a:lnTo>
                <a:lnTo>
                  <a:pt x="94" y="36"/>
                </a:lnTo>
                <a:lnTo>
                  <a:pt x="98" y="31"/>
                </a:lnTo>
                <a:lnTo>
                  <a:pt x="104" y="31"/>
                </a:lnTo>
                <a:lnTo>
                  <a:pt x="88" y="0"/>
                </a:lnTo>
                <a:lnTo>
                  <a:pt x="47" y="9"/>
                </a:lnTo>
                <a:lnTo>
                  <a:pt x="26" y="37"/>
                </a:lnTo>
                <a:lnTo>
                  <a:pt x="11" y="44"/>
                </a:lnTo>
                <a:lnTo>
                  <a:pt x="0" y="70"/>
                </a:lnTo>
                <a:lnTo>
                  <a:pt x="5" y="80"/>
                </a:lnTo>
              </a:path>
            </a:pathLst>
          </a:custGeom>
          <a:solidFill>
            <a:srgbClr val="FDE3BA"/>
          </a:solidFill>
          <a:ln w="12700" cap="rnd">
            <a:solidFill>
              <a:schemeClr val="tx1"/>
            </a:solidFill>
            <a:round/>
            <a:headEnd/>
            <a:tailEnd/>
          </a:ln>
        </p:spPr>
        <p:txBody>
          <a:bodyPr/>
          <a:lstStyle/>
          <a:p>
            <a:endParaRPr lang="en-US"/>
          </a:p>
        </p:txBody>
      </p:sp>
      <p:sp>
        <p:nvSpPr>
          <p:cNvPr id="6369" name="Freeform 688"/>
          <p:cNvSpPr>
            <a:spLocks/>
          </p:cNvSpPr>
          <p:nvPr/>
        </p:nvSpPr>
        <p:spPr bwMode="auto">
          <a:xfrm>
            <a:off x="4889584" y="4046630"/>
            <a:ext cx="207810" cy="497753"/>
          </a:xfrm>
          <a:custGeom>
            <a:avLst/>
            <a:gdLst>
              <a:gd name="T0" fmla="*/ 5 w 119"/>
              <a:gd name="T1" fmla="*/ 152 h 252"/>
              <a:gd name="T2" fmla="*/ 5 w 119"/>
              <a:gd name="T3" fmla="*/ 139 h 252"/>
              <a:gd name="T4" fmla="*/ 13 w 119"/>
              <a:gd name="T5" fmla="*/ 124 h 252"/>
              <a:gd name="T6" fmla="*/ 20 w 119"/>
              <a:gd name="T7" fmla="*/ 112 h 252"/>
              <a:gd name="T8" fmla="*/ 22 w 119"/>
              <a:gd name="T9" fmla="*/ 106 h 252"/>
              <a:gd name="T10" fmla="*/ 22 w 119"/>
              <a:gd name="T11" fmla="*/ 78 h 252"/>
              <a:gd name="T12" fmla="*/ 21 w 119"/>
              <a:gd name="T13" fmla="*/ 75 h 252"/>
              <a:gd name="T14" fmla="*/ 24 w 119"/>
              <a:gd name="T15" fmla="*/ 68 h 252"/>
              <a:gd name="T16" fmla="*/ 28 w 119"/>
              <a:gd name="T17" fmla="*/ 59 h 252"/>
              <a:gd name="T18" fmla="*/ 26 w 119"/>
              <a:gd name="T19" fmla="*/ 50 h 252"/>
              <a:gd name="T20" fmla="*/ 21 w 119"/>
              <a:gd name="T21" fmla="*/ 42 h 252"/>
              <a:gd name="T22" fmla="*/ 19 w 119"/>
              <a:gd name="T23" fmla="*/ 34 h 252"/>
              <a:gd name="T24" fmla="*/ 14 w 119"/>
              <a:gd name="T25" fmla="*/ 27 h 252"/>
              <a:gd name="T26" fmla="*/ 9 w 119"/>
              <a:gd name="T27" fmla="*/ 26 h 252"/>
              <a:gd name="T28" fmla="*/ 50 w 119"/>
              <a:gd name="T29" fmla="*/ 0 h 252"/>
              <a:gd name="T30" fmla="*/ 118 w 119"/>
              <a:gd name="T31" fmla="*/ 73 h 252"/>
              <a:gd name="T32" fmla="*/ 117 w 119"/>
              <a:gd name="T33" fmla="*/ 122 h 252"/>
              <a:gd name="T34" fmla="*/ 109 w 119"/>
              <a:gd name="T35" fmla="*/ 129 h 252"/>
              <a:gd name="T36" fmla="*/ 105 w 119"/>
              <a:gd name="T37" fmla="*/ 147 h 252"/>
              <a:gd name="T38" fmla="*/ 100 w 119"/>
              <a:gd name="T39" fmla="*/ 152 h 252"/>
              <a:gd name="T40" fmla="*/ 97 w 119"/>
              <a:gd name="T41" fmla="*/ 167 h 252"/>
              <a:gd name="T42" fmla="*/ 105 w 119"/>
              <a:gd name="T43" fmla="*/ 167 h 252"/>
              <a:gd name="T44" fmla="*/ 104 w 119"/>
              <a:gd name="T45" fmla="*/ 180 h 252"/>
              <a:gd name="T46" fmla="*/ 110 w 119"/>
              <a:gd name="T47" fmla="*/ 181 h 252"/>
              <a:gd name="T48" fmla="*/ 108 w 119"/>
              <a:gd name="T49" fmla="*/ 189 h 252"/>
              <a:gd name="T50" fmla="*/ 105 w 119"/>
              <a:gd name="T51" fmla="*/ 189 h 252"/>
              <a:gd name="T52" fmla="*/ 101 w 119"/>
              <a:gd name="T53" fmla="*/ 192 h 252"/>
              <a:gd name="T54" fmla="*/ 97 w 119"/>
              <a:gd name="T55" fmla="*/ 198 h 252"/>
              <a:gd name="T56" fmla="*/ 89 w 119"/>
              <a:gd name="T57" fmla="*/ 212 h 252"/>
              <a:gd name="T58" fmla="*/ 78 w 119"/>
              <a:gd name="T59" fmla="*/ 216 h 252"/>
              <a:gd name="T60" fmla="*/ 68 w 119"/>
              <a:gd name="T61" fmla="*/ 218 h 252"/>
              <a:gd name="T62" fmla="*/ 60 w 119"/>
              <a:gd name="T63" fmla="*/ 225 h 252"/>
              <a:gd name="T64" fmla="*/ 48 w 119"/>
              <a:gd name="T65" fmla="*/ 234 h 252"/>
              <a:gd name="T66" fmla="*/ 31 w 119"/>
              <a:gd name="T67" fmla="*/ 237 h 252"/>
              <a:gd name="T68" fmla="*/ 6 w 119"/>
              <a:gd name="T69" fmla="*/ 251 h 252"/>
              <a:gd name="T70" fmla="*/ 0 w 119"/>
              <a:gd name="T71" fmla="*/ 165 h 252"/>
              <a:gd name="T72" fmla="*/ 5 w 119"/>
              <a:gd name="T73" fmla="*/ 152 h 25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19"/>
              <a:gd name="T112" fmla="*/ 0 h 252"/>
              <a:gd name="T113" fmla="*/ 119 w 119"/>
              <a:gd name="T114" fmla="*/ 252 h 25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19" h="252">
                <a:moveTo>
                  <a:pt x="5" y="152"/>
                </a:moveTo>
                <a:lnTo>
                  <a:pt x="5" y="139"/>
                </a:lnTo>
                <a:lnTo>
                  <a:pt x="13" y="124"/>
                </a:lnTo>
                <a:lnTo>
                  <a:pt x="20" y="112"/>
                </a:lnTo>
                <a:lnTo>
                  <a:pt x="22" y="106"/>
                </a:lnTo>
                <a:lnTo>
                  <a:pt x="22" y="78"/>
                </a:lnTo>
                <a:lnTo>
                  <a:pt x="21" y="75"/>
                </a:lnTo>
                <a:lnTo>
                  <a:pt x="24" y="68"/>
                </a:lnTo>
                <a:lnTo>
                  <a:pt x="28" y="59"/>
                </a:lnTo>
                <a:lnTo>
                  <a:pt x="26" y="50"/>
                </a:lnTo>
                <a:lnTo>
                  <a:pt x="21" y="42"/>
                </a:lnTo>
                <a:lnTo>
                  <a:pt x="19" y="34"/>
                </a:lnTo>
                <a:lnTo>
                  <a:pt x="14" y="27"/>
                </a:lnTo>
                <a:lnTo>
                  <a:pt x="9" y="26"/>
                </a:lnTo>
                <a:lnTo>
                  <a:pt x="50" y="0"/>
                </a:lnTo>
                <a:lnTo>
                  <a:pt x="118" y="73"/>
                </a:lnTo>
                <a:lnTo>
                  <a:pt x="117" y="122"/>
                </a:lnTo>
                <a:lnTo>
                  <a:pt x="109" y="129"/>
                </a:lnTo>
                <a:lnTo>
                  <a:pt x="105" y="147"/>
                </a:lnTo>
                <a:lnTo>
                  <a:pt x="100" y="152"/>
                </a:lnTo>
                <a:lnTo>
                  <a:pt x="97" y="167"/>
                </a:lnTo>
                <a:lnTo>
                  <a:pt x="105" y="167"/>
                </a:lnTo>
                <a:lnTo>
                  <a:pt x="104" y="180"/>
                </a:lnTo>
                <a:lnTo>
                  <a:pt x="110" y="181"/>
                </a:lnTo>
                <a:lnTo>
                  <a:pt x="108" y="189"/>
                </a:lnTo>
                <a:lnTo>
                  <a:pt x="105" y="189"/>
                </a:lnTo>
                <a:lnTo>
                  <a:pt x="101" y="192"/>
                </a:lnTo>
                <a:lnTo>
                  <a:pt x="97" y="198"/>
                </a:lnTo>
                <a:lnTo>
                  <a:pt x="89" y="212"/>
                </a:lnTo>
                <a:lnTo>
                  <a:pt x="78" y="216"/>
                </a:lnTo>
                <a:lnTo>
                  <a:pt x="68" y="218"/>
                </a:lnTo>
                <a:lnTo>
                  <a:pt x="60" y="225"/>
                </a:lnTo>
                <a:lnTo>
                  <a:pt x="48" y="234"/>
                </a:lnTo>
                <a:lnTo>
                  <a:pt x="31" y="237"/>
                </a:lnTo>
                <a:lnTo>
                  <a:pt x="6" y="251"/>
                </a:lnTo>
                <a:lnTo>
                  <a:pt x="0" y="165"/>
                </a:lnTo>
                <a:lnTo>
                  <a:pt x="5" y="152"/>
                </a:lnTo>
              </a:path>
            </a:pathLst>
          </a:custGeom>
          <a:solidFill>
            <a:srgbClr val="FDE3BA"/>
          </a:solidFill>
          <a:ln w="12700" cap="rnd">
            <a:solidFill>
              <a:schemeClr val="tx1"/>
            </a:solidFill>
            <a:round/>
            <a:headEnd/>
            <a:tailEnd/>
          </a:ln>
        </p:spPr>
        <p:txBody>
          <a:bodyPr/>
          <a:lstStyle/>
          <a:p>
            <a:endParaRPr lang="en-US"/>
          </a:p>
        </p:txBody>
      </p:sp>
      <p:sp>
        <p:nvSpPr>
          <p:cNvPr id="6370" name="Freeform 689"/>
          <p:cNvSpPr>
            <a:spLocks/>
          </p:cNvSpPr>
          <p:nvPr/>
        </p:nvSpPr>
        <p:spPr bwMode="auto">
          <a:xfrm>
            <a:off x="4798776" y="4386366"/>
            <a:ext cx="141451" cy="296281"/>
          </a:xfrm>
          <a:custGeom>
            <a:avLst/>
            <a:gdLst>
              <a:gd name="T0" fmla="*/ 0 w 81"/>
              <a:gd name="T1" fmla="*/ 109 h 150"/>
              <a:gd name="T2" fmla="*/ 3 w 81"/>
              <a:gd name="T3" fmla="*/ 112 h 150"/>
              <a:gd name="T4" fmla="*/ 11 w 81"/>
              <a:gd name="T5" fmla="*/ 126 h 150"/>
              <a:gd name="T6" fmla="*/ 14 w 81"/>
              <a:gd name="T7" fmla="*/ 142 h 150"/>
              <a:gd name="T8" fmla="*/ 13 w 81"/>
              <a:gd name="T9" fmla="*/ 145 h 150"/>
              <a:gd name="T10" fmla="*/ 18 w 81"/>
              <a:gd name="T11" fmla="*/ 145 h 150"/>
              <a:gd name="T12" fmla="*/ 29 w 81"/>
              <a:gd name="T13" fmla="*/ 145 h 150"/>
              <a:gd name="T14" fmla="*/ 44 w 81"/>
              <a:gd name="T15" fmla="*/ 145 h 150"/>
              <a:gd name="T16" fmla="*/ 57 w 81"/>
              <a:gd name="T17" fmla="*/ 145 h 150"/>
              <a:gd name="T18" fmla="*/ 64 w 81"/>
              <a:gd name="T19" fmla="*/ 146 h 150"/>
              <a:gd name="T20" fmla="*/ 68 w 81"/>
              <a:gd name="T21" fmla="*/ 147 h 150"/>
              <a:gd name="T22" fmla="*/ 69 w 81"/>
              <a:gd name="T23" fmla="*/ 148 h 150"/>
              <a:gd name="T24" fmla="*/ 75 w 81"/>
              <a:gd name="T25" fmla="*/ 149 h 150"/>
              <a:gd name="T26" fmla="*/ 80 w 81"/>
              <a:gd name="T27" fmla="*/ 145 h 150"/>
              <a:gd name="T28" fmla="*/ 79 w 81"/>
              <a:gd name="T29" fmla="*/ 141 h 150"/>
              <a:gd name="T30" fmla="*/ 73 w 81"/>
              <a:gd name="T31" fmla="*/ 131 h 150"/>
              <a:gd name="T32" fmla="*/ 66 w 81"/>
              <a:gd name="T33" fmla="*/ 105 h 150"/>
              <a:gd name="T34" fmla="*/ 71 w 81"/>
              <a:gd name="T35" fmla="*/ 81 h 150"/>
              <a:gd name="T36" fmla="*/ 76 w 81"/>
              <a:gd name="T37" fmla="*/ 72 h 150"/>
              <a:gd name="T38" fmla="*/ 59 w 81"/>
              <a:gd name="T39" fmla="*/ 47 h 150"/>
              <a:gd name="T40" fmla="*/ 76 w 81"/>
              <a:gd name="T41" fmla="*/ 35 h 150"/>
              <a:gd name="T42" fmla="*/ 72 w 81"/>
              <a:gd name="T43" fmla="*/ 28 h 150"/>
              <a:gd name="T44" fmla="*/ 66 w 81"/>
              <a:gd name="T45" fmla="*/ 15 h 150"/>
              <a:gd name="T46" fmla="*/ 63 w 81"/>
              <a:gd name="T47" fmla="*/ 4 h 150"/>
              <a:gd name="T48" fmla="*/ 63 w 81"/>
              <a:gd name="T49" fmla="*/ 0 h 150"/>
              <a:gd name="T50" fmla="*/ 57 w 81"/>
              <a:gd name="T51" fmla="*/ 0 h 150"/>
              <a:gd name="T52" fmla="*/ 4 w 81"/>
              <a:gd name="T53" fmla="*/ 49 h 150"/>
              <a:gd name="T54" fmla="*/ 0 w 81"/>
              <a:gd name="T55" fmla="*/ 109 h 15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1"/>
              <a:gd name="T85" fmla="*/ 0 h 150"/>
              <a:gd name="T86" fmla="*/ 81 w 81"/>
              <a:gd name="T87" fmla="*/ 150 h 15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1" h="150">
                <a:moveTo>
                  <a:pt x="0" y="109"/>
                </a:moveTo>
                <a:lnTo>
                  <a:pt x="3" y="112"/>
                </a:lnTo>
                <a:lnTo>
                  <a:pt x="11" y="126"/>
                </a:lnTo>
                <a:lnTo>
                  <a:pt x="14" y="142"/>
                </a:lnTo>
                <a:lnTo>
                  <a:pt x="13" y="145"/>
                </a:lnTo>
                <a:lnTo>
                  <a:pt x="18" y="145"/>
                </a:lnTo>
                <a:lnTo>
                  <a:pt x="29" y="145"/>
                </a:lnTo>
                <a:lnTo>
                  <a:pt x="44" y="145"/>
                </a:lnTo>
                <a:lnTo>
                  <a:pt x="57" y="145"/>
                </a:lnTo>
                <a:lnTo>
                  <a:pt x="64" y="146"/>
                </a:lnTo>
                <a:lnTo>
                  <a:pt x="68" y="147"/>
                </a:lnTo>
                <a:lnTo>
                  <a:pt x="69" y="148"/>
                </a:lnTo>
                <a:lnTo>
                  <a:pt x="75" y="149"/>
                </a:lnTo>
                <a:lnTo>
                  <a:pt x="80" y="145"/>
                </a:lnTo>
                <a:lnTo>
                  <a:pt x="79" y="141"/>
                </a:lnTo>
                <a:lnTo>
                  <a:pt x="73" y="131"/>
                </a:lnTo>
                <a:lnTo>
                  <a:pt x="66" y="105"/>
                </a:lnTo>
                <a:lnTo>
                  <a:pt x="71" y="81"/>
                </a:lnTo>
                <a:lnTo>
                  <a:pt x="76" y="72"/>
                </a:lnTo>
                <a:lnTo>
                  <a:pt x="59" y="47"/>
                </a:lnTo>
                <a:lnTo>
                  <a:pt x="76" y="35"/>
                </a:lnTo>
                <a:lnTo>
                  <a:pt x="72" y="28"/>
                </a:lnTo>
                <a:lnTo>
                  <a:pt x="66" y="15"/>
                </a:lnTo>
                <a:lnTo>
                  <a:pt x="63" y="4"/>
                </a:lnTo>
                <a:lnTo>
                  <a:pt x="63" y="0"/>
                </a:lnTo>
                <a:lnTo>
                  <a:pt x="57" y="0"/>
                </a:lnTo>
                <a:lnTo>
                  <a:pt x="4" y="49"/>
                </a:lnTo>
                <a:lnTo>
                  <a:pt x="0" y="109"/>
                </a:lnTo>
              </a:path>
            </a:pathLst>
          </a:custGeom>
          <a:solidFill>
            <a:srgbClr val="FDE3BA"/>
          </a:solidFill>
          <a:ln w="12700" cap="rnd">
            <a:solidFill>
              <a:schemeClr val="tx1"/>
            </a:solidFill>
            <a:round/>
            <a:headEnd/>
            <a:tailEnd/>
          </a:ln>
        </p:spPr>
        <p:txBody>
          <a:bodyPr/>
          <a:lstStyle/>
          <a:p>
            <a:endParaRPr lang="en-US"/>
          </a:p>
        </p:txBody>
      </p:sp>
      <p:sp>
        <p:nvSpPr>
          <p:cNvPr id="6371" name="Freeform 690"/>
          <p:cNvSpPr>
            <a:spLocks/>
          </p:cNvSpPr>
          <p:nvPr/>
        </p:nvSpPr>
        <p:spPr bwMode="auto">
          <a:xfrm>
            <a:off x="4797031" y="4678697"/>
            <a:ext cx="129226" cy="146166"/>
          </a:xfrm>
          <a:custGeom>
            <a:avLst/>
            <a:gdLst>
              <a:gd name="T0" fmla="*/ 26 w 74"/>
              <a:gd name="T1" fmla="*/ 73 h 74"/>
              <a:gd name="T2" fmla="*/ 28 w 74"/>
              <a:gd name="T3" fmla="*/ 69 h 74"/>
              <a:gd name="T4" fmla="*/ 30 w 74"/>
              <a:gd name="T5" fmla="*/ 56 h 74"/>
              <a:gd name="T6" fmla="*/ 40 w 74"/>
              <a:gd name="T7" fmla="*/ 51 h 74"/>
              <a:gd name="T8" fmla="*/ 62 w 74"/>
              <a:gd name="T9" fmla="*/ 58 h 74"/>
              <a:gd name="T10" fmla="*/ 69 w 74"/>
              <a:gd name="T11" fmla="*/ 59 h 74"/>
              <a:gd name="T12" fmla="*/ 73 w 74"/>
              <a:gd name="T13" fmla="*/ 55 h 74"/>
              <a:gd name="T14" fmla="*/ 69 w 74"/>
              <a:gd name="T15" fmla="*/ 47 h 74"/>
              <a:gd name="T16" fmla="*/ 64 w 74"/>
              <a:gd name="T17" fmla="*/ 40 h 74"/>
              <a:gd name="T18" fmla="*/ 61 w 74"/>
              <a:gd name="T19" fmla="*/ 32 h 74"/>
              <a:gd name="T20" fmla="*/ 62 w 74"/>
              <a:gd name="T21" fmla="*/ 25 h 74"/>
              <a:gd name="T22" fmla="*/ 66 w 74"/>
              <a:gd name="T23" fmla="*/ 17 h 74"/>
              <a:gd name="T24" fmla="*/ 66 w 74"/>
              <a:gd name="T25" fmla="*/ 9 h 74"/>
              <a:gd name="T26" fmla="*/ 62 w 74"/>
              <a:gd name="T27" fmla="*/ 4 h 74"/>
              <a:gd name="T28" fmla="*/ 57 w 74"/>
              <a:gd name="T29" fmla="*/ 4 h 74"/>
              <a:gd name="T30" fmla="*/ 53 w 74"/>
              <a:gd name="T31" fmla="*/ 5 h 74"/>
              <a:gd name="T32" fmla="*/ 53 w 74"/>
              <a:gd name="T33" fmla="*/ 7 h 74"/>
              <a:gd name="T34" fmla="*/ 53 w 74"/>
              <a:gd name="T35" fmla="*/ 0 h 74"/>
              <a:gd name="T36" fmla="*/ 12 w 74"/>
              <a:gd name="T37" fmla="*/ 2 h 74"/>
              <a:gd name="T38" fmla="*/ 11 w 74"/>
              <a:gd name="T39" fmla="*/ 19 h 74"/>
              <a:gd name="T40" fmla="*/ 7 w 74"/>
              <a:gd name="T41" fmla="*/ 29 h 74"/>
              <a:gd name="T42" fmla="*/ 0 w 74"/>
              <a:gd name="T43" fmla="*/ 38 h 74"/>
              <a:gd name="T44" fmla="*/ 0 w 74"/>
              <a:gd name="T45" fmla="*/ 47 h 74"/>
              <a:gd name="T46" fmla="*/ 16 w 74"/>
              <a:gd name="T47" fmla="*/ 63 h 74"/>
              <a:gd name="T48" fmla="*/ 21 w 74"/>
              <a:gd name="T49" fmla="*/ 68 h 74"/>
              <a:gd name="T50" fmla="*/ 26 w 74"/>
              <a:gd name="T51" fmla="*/ 73 h 74"/>
              <a:gd name="T52" fmla="*/ 26 w 74"/>
              <a:gd name="T53" fmla="*/ 73 h 7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4"/>
              <a:gd name="T82" fmla="*/ 0 h 74"/>
              <a:gd name="T83" fmla="*/ 74 w 74"/>
              <a:gd name="T84" fmla="*/ 74 h 7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4" h="74">
                <a:moveTo>
                  <a:pt x="26" y="73"/>
                </a:moveTo>
                <a:lnTo>
                  <a:pt x="28" y="69"/>
                </a:lnTo>
                <a:lnTo>
                  <a:pt x="30" y="56"/>
                </a:lnTo>
                <a:lnTo>
                  <a:pt x="40" y="51"/>
                </a:lnTo>
                <a:lnTo>
                  <a:pt x="62" y="58"/>
                </a:lnTo>
                <a:lnTo>
                  <a:pt x="69" y="59"/>
                </a:lnTo>
                <a:lnTo>
                  <a:pt x="73" y="55"/>
                </a:lnTo>
                <a:lnTo>
                  <a:pt x="69" y="47"/>
                </a:lnTo>
                <a:lnTo>
                  <a:pt x="64" y="40"/>
                </a:lnTo>
                <a:lnTo>
                  <a:pt x="61" y="32"/>
                </a:lnTo>
                <a:lnTo>
                  <a:pt x="62" y="25"/>
                </a:lnTo>
                <a:lnTo>
                  <a:pt x="66" y="17"/>
                </a:lnTo>
                <a:lnTo>
                  <a:pt x="66" y="9"/>
                </a:lnTo>
                <a:lnTo>
                  <a:pt x="62" y="4"/>
                </a:lnTo>
                <a:lnTo>
                  <a:pt x="57" y="4"/>
                </a:lnTo>
                <a:lnTo>
                  <a:pt x="53" y="5"/>
                </a:lnTo>
                <a:lnTo>
                  <a:pt x="53" y="7"/>
                </a:lnTo>
                <a:lnTo>
                  <a:pt x="53" y="0"/>
                </a:lnTo>
                <a:lnTo>
                  <a:pt x="12" y="2"/>
                </a:lnTo>
                <a:lnTo>
                  <a:pt x="11" y="19"/>
                </a:lnTo>
                <a:lnTo>
                  <a:pt x="7" y="29"/>
                </a:lnTo>
                <a:lnTo>
                  <a:pt x="0" y="38"/>
                </a:lnTo>
                <a:lnTo>
                  <a:pt x="0" y="47"/>
                </a:lnTo>
                <a:lnTo>
                  <a:pt x="16" y="63"/>
                </a:lnTo>
                <a:lnTo>
                  <a:pt x="21" y="68"/>
                </a:lnTo>
                <a:lnTo>
                  <a:pt x="26" y="73"/>
                </a:lnTo>
              </a:path>
            </a:pathLst>
          </a:custGeom>
          <a:solidFill>
            <a:srgbClr val="FDE3BA"/>
          </a:solidFill>
          <a:ln w="12700" cap="rnd">
            <a:solidFill>
              <a:schemeClr val="tx1"/>
            </a:solidFill>
            <a:round/>
            <a:headEnd/>
            <a:tailEnd/>
          </a:ln>
        </p:spPr>
        <p:txBody>
          <a:bodyPr/>
          <a:lstStyle/>
          <a:p>
            <a:endParaRPr lang="en-US"/>
          </a:p>
        </p:txBody>
      </p:sp>
      <p:sp>
        <p:nvSpPr>
          <p:cNvPr id="6372" name="Freeform 691"/>
          <p:cNvSpPr>
            <a:spLocks/>
          </p:cNvSpPr>
          <p:nvPr/>
        </p:nvSpPr>
        <p:spPr bwMode="auto">
          <a:xfrm>
            <a:off x="4459994" y="4273780"/>
            <a:ext cx="227019" cy="181719"/>
          </a:xfrm>
          <a:custGeom>
            <a:avLst/>
            <a:gdLst>
              <a:gd name="T0" fmla="*/ 0 w 130"/>
              <a:gd name="T1" fmla="*/ 0 h 92"/>
              <a:gd name="T2" fmla="*/ 129 w 130"/>
              <a:gd name="T3" fmla="*/ 0 h 92"/>
              <a:gd name="T4" fmla="*/ 129 w 130"/>
              <a:gd name="T5" fmla="*/ 91 h 92"/>
              <a:gd name="T6" fmla="*/ 0 w 130"/>
              <a:gd name="T7" fmla="*/ 91 h 92"/>
              <a:gd name="T8" fmla="*/ 0 w 130"/>
              <a:gd name="T9" fmla="*/ 0 h 92"/>
              <a:gd name="T10" fmla="*/ 0 60000 65536"/>
              <a:gd name="T11" fmla="*/ 0 60000 65536"/>
              <a:gd name="T12" fmla="*/ 0 60000 65536"/>
              <a:gd name="T13" fmla="*/ 0 60000 65536"/>
              <a:gd name="T14" fmla="*/ 0 60000 65536"/>
              <a:gd name="T15" fmla="*/ 0 w 130"/>
              <a:gd name="T16" fmla="*/ 0 h 92"/>
              <a:gd name="T17" fmla="*/ 130 w 130"/>
              <a:gd name="T18" fmla="*/ 92 h 92"/>
            </a:gdLst>
            <a:ahLst/>
            <a:cxnLst>
              <a:cxn ang="T10">
                <a:pos x="T0" y="T1"/>
              </a:cxn>
              <a:cxn ang="T11">
                <a:pos x="T2" y="T3"/>
              </a:cxn>
              <a:cxn ang="T12">
                <a:pos x="T4" y="T5"/>
              </a:cxn>
              <a:cxn ang="T13">
                <a:pos x="T6" y="T7"/>
              </a:cxn>
              <a:cxn ang="T14">
                <a:pos x="T8" y="T9"/>
              </a:cxn>
            </a:cxnLst>
            <a:rect l="T15" t="T16" r="T17" b="T18"/>
            <a:pathLst>
              <a:path w="130" h="92">
                <a:moveTo>
                  <a:pt x="0" y="0"/>
                </a:moveTo>
                <a:lnTo>
                  <a:pt x="129" y="0"/>
                </a:lnTo>
                <a:lnTo>
                  <a:pt x="129" y="91"/>
                </a:lnTo>
                <a:lnTo>
                  <a:pt x="0" y="91"/>
                </a:lnTo>
                <a:lnTo>
                  <a:pt x="0" y="0"/>
                </a:lnTo>
              </a:path>
            </a:pathLst>
          </a:custGeom>
          <a:solidFill>
            <a:srgbClr val="FDE3BA"/>
          </a:solidFill>
          <a:ln w="12700" cap="rnd">
            <a:solidFill>
              <a:schemeClr val="tx1"/>
            </a:solidFill>
            <a:round/>
            <a:headEnd/>
            <a:tailEnd/>
          </a:ln>
        </p:spPr>
        <p:txBody>
          <a:bodyPr/>
          <a:lstStyle/>
          <a:p>
            <a:endParaRPr lang="en-US"/>
          </a:p>
        </p:txBody>
      </p:sp>
      <p:sp>
        <p:nvSpPr>
          <p:cNvPr id="6373" name="Freeform 692"/>
          <p:cNvSpPr>
            <a:spLocks/>
          </p:cNvSpPr>
          <p:nvPr/>
        </p:nvSpPr>
        <p:spPr bwMode="auto">
          <a:xfrm>
            <a:off x="4674790" y="4313284"/>
            <a:ext cx="223526" cy="292331"/>
          </a:xfrm>
          <a:custGeom>
            <a:avLst/>
            <a:gdLst>
              <a:gd name="T0" fmla="*/ 119 w 128"/>
              <a:gd name="T1" fmla="*/ 24 h 148"/>
              <a:gd name="T2" fmla="*/ 123 w 128"/>
              <a:gd name="T3" fmla="*/ 30 h 148"/>
              <a:gd name="T4" fmla="*/ 126 w 128"/>
              <a:gd name="T5" fmla="*/ 37 h 148"/>
              <a:gd name="T6" fmla="*/ 127 w 128"/>
              <a:gd name="T7" fmla="*/ 46 h 148"/>
              <a:gd name="T8" fmla="*/ 123 w 128"/>
              <a:gd name="T9" fmla="*/ 58 h 148"/>
              <a:gd name="T10" fmla="*/ 110 w 128"/>
              <a:gd name="T11" fmla="*/ 80 h 148"/>
              <a:gd name="T12" fmla="*/ 103 w 128"/>
              <a:gd name="T13" fmla="*/ 96 h 148"/>
              <a:gd name="T14" fmla="*/ 101 w 128"/>
              <a:gd name="T15" fmla="*/ 101 h 148"/>
              <a:gd name="T16" fmla="*/ 98 w 128"/>
              <a:gd name="T17" fmla="*/ 103 h 148"/>
              <a:gd name="T18" fmla="*/ 95 w 128"/>
              <a:gd name="T19" fmla="*/ 105 h 148"/>
              <a:gd name="T20" fmla="*/ 90 w 128"/>
              <a:gd name="T21" fmla="*/ 108 h 148"/>
              <a:gd name="T22" fmla="*/ 79 w 128"/>
              <a:gd name="T23" fmla="*/ 118 h 148"/>
              <a:gd name="T24" fmla="*/ 72 w 128"/>
              <a:gd name="T25" fmla="*/ 127 h 148"/>
              <a:gd name="T26" fmla="*/ 67 w 128"/>
              <a:gd name="T27" fmla="*/ 134 h 148"/>
              <a:gd name="T28" fmla="*/ 66 w 128"/>
              <a:gd name="T29" fmla="*/ 139 h 148"/>
              <a:gd name="T30" fmla="*/ 61 w 128"/>
              <a:gd name="T31" fmla="*/ 135 h 148"/>
              <a:gd name="T32" fmla="*/ 57 w 128"/>
              <a:gd name="T33" fmla="*/ 139 h 148"/>
              <a:gd name="T34" fmla="*/ 54 w 128"/>
              <a:gd name="T35" fmla="*/ 143 h 148"/>
              <a:gd name="T36" fmla="*/ 46 w 128"/>
              <a:gd name="T37" fmla="*/ 147 h 148"/>
              <a:gd name="T38" fmla="*/ 39 w 128"/>
              <a:gd name="T39" fmla="*/ 145 h 148"/>
              <a:gd name="T40" fmla="*/ 35 w 128"/>
              <a:gd name="T41" fmla="*/ 139 h 148"/>
              <a:gd name="T42" fmla="*/ 29 w 128"/>
              <a:gd name="T43" fmla="*/ 130 h 148"/>
              <a:gd name="T44" fmla="*/ 17 w 128"/>
              <a:gd name="T45" fmla="*/ 122 h 148"/>
              <a:gd name="T46" fmla="*/ 0 w 128"/>
              <a:gd name="T47" fmla="*/ 117 h 148"/>
              <a:gd name="T48" fmla="*/ 1 w 128"/>
              <a:gd name="T49" fmla="*/ 66 h 148"/>
              <a:gd name="T50" fmla="*/ 7 w 128"/>
              <a:gd name="T51" fmla="*/ 43 h 148"/>
              <a:gd name="T52" fmla="*/ 6 w 128"/>
              <a:gd name="T53" fmla="*/ 19 h 148"/>
              <a:gd name="T54" fmla="*/ 79 w 128"/>
              <a:gd name="T55" fmla="*/ 0 h 148"/>
              <a:gd name="T56" fmla="*/ 119 w 128"/>
              <a:gd name="T57" fmla="*/ 24 h 1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8"/>
              <a:gd name="T88" fmla="*/ 0 h 148"/>
              <a:gd name="T89" fmla="*/ 128 w 128"/>
              <a:gd name="T90" fmla="*/ 148 h 1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8" h="148">
                <a:moveTo>
                  <a:pt x="119" y="24"/>
                </a:moveTo>
                <a:lnTo>
                  <a:pt x="123" y="30"/>
                </a:lnTo>
                <a:lnTo>
                  <a:pt x="126" y="37"/>
                </a:lnTo>
                <a:lnTo>
                  <a:pt x="127" y="46"/>
                </a:lnTo>
                <a:lnTo>
                  <a:pt x="123" y="58"/>
                </a:lnTo>
                <a:lnTo>
                  <a:pt x="110" y="80"/>
                </a:lnTo>
                <a:lnTo>
                  <a:pt x="103" y="96"/>
                </a:lnTo>
                <a:lnTo>
                  <a:pt x="101" y="101"/>
                </a:lnTo>
                <a:lnTo>
                  <a:pt x="98" y="103"/>
                </a:lnTo>
                <a:lnTo>
                  <a:pt x="95" y="105"/>
                </a:lnTo>
                <a:lnTo>
                  <a:pt x="90" y="108"/>
                </a:lnTo>
                <a:lnTo>
                  <a:pt x="79" y="118"/>
                </a:lnTo>
                <a:lnTo>
                  <a:pt x="72" y="127"/>
                </a:lnTo>
                <a:lnTo>
                  <a:pt x="67" y="134"/>
                </a:lnTo>
                <a:lnTo>
                  <a:pt x="66" y="139"/>
                </a:lnTo>
                <a:lnTo>
                  <a:pt x="61" y="135"/>
                </a:lnTo>
                <a:lnTo>
                  <a:pt x="57" y="139"/>
                </a:lnTo>
                <a:lnTo>
                  <a:pt x="54" y="143"/>
                </a:lnTo>
                <a:lnTo>
                  <a:pt x="46" y="147"/>
                </a:lnTo>
                <a:lnTo>
                  <a:pt x="39" y="145"/>
                </a:lnTo>
                <a:lnTo>
                  <a:pt x="35" y="139"/>
                </a:lnTo>
                <a:lnTo>
                  <a:pt x="29" y="130"/>
                </a:lnTo>
                <a:lnTo>
                  <a:pt x="17" y="122"/>
                </a:lnTo>
                <a:lnTo>
                  <a:pt x="0" y="117"/>
                </a:lnTo>
                <a:lnTo>
                  <a:pt x="1" y="66"/>
                </a:lnTo>
                <a:lnTo>
                  <a:pt x="7" y="43"/>
                </a:lnTo>
                <a:lnTo>
                  <a:pt x="6" y="19"/>
                </a:lnTo>
                <a:lnTo>
                  <a:pt x="79" y="0"/>
                </a:lnTo>
                <a:lnTo>
                  <a:pt x="119" y="24"/>
                </a:lnTo>
              </a:path>
            </a:pathLst>
          </a:custGeom>
          <a:solidFill>
            <a:srgbClr val="FDE3BA"/>
          </a:solidFill>
          <a:ln w="12700" cap="rnd">
            <a:solidFill>
              <a:schemeClr val="tx1"/>
            </a:solidFill>
            <a:round/>
            <a:headEnd/>
            <a:tailEnd/>
          </a:ln>
        </p:spPr>
        <p:txBody>
          <a:bodyPr/>
          <a:lstStyle/>
          <a:p>
            <a:endParaRPr lang="en-US"/>
          </a:p>
        </p:txBody>
      </p:sp>
      <p:sp>
        <p:nvSpPr>
          <p:cNvPr id="6374" name="Freeform 693"/>
          <p:cNvSpPr>
            <a:spLocks/>
          </p:cNvSpPr>
          <p:nvPr/>
        </p:nvSpPr>
        <p:spPr bwMode="auto">
          <a:xfrm>
            <a:off x="4620654" y="4015027"/>
            <a:ext cx="349260" cy="375290"/>
          </a:xfrm>
          <a:custGeom>
            <a:avLst/>
            <a:gdLst>
              <a:gd name="T0" fmla="*/ 151 w 200"/>
              <a:gd name="T1" fmla="*/ 165 h 190"/>
              <a:gd name="T2" fmla="*/ 144 w 200"/>
              <a:gd name="T3" fmla="*/ 167 h 190"/>
              <a:gd name="T4" fmla="*/ 126 w 200"/>
              <a:gd name="T5" fmla="*/ 171 h 190"/>
              <a:gd name="T6" fmla="*/ 100 w 200"/>
              <a:gd name="T7" fmla="*/ 174 h 190"/>
              <a:gd name="T8" fmla="*/ 70 w 200"/>
              <a:gd name="T9" fmla="*/ 171 h 190"/>
              <a:gd name="T10" fmla="*/ 62 w 200"/>
              <a:gd name="T11" fmla="*/ 167 h 190"/>
              <a:gd name="T12" fmla="*/ 57 w 200"/>
              <a:gd name="T13" fmla="*/ 163 h 190"/>
              <a:gd name="T14" fmla="*/ 51 w 200"/>
              <a:gd name="T15" fmla="*/ 162 h 190"/>
              <a:gd name="T16" fmla="*/ 46 w 200"/>
              <a:gd name="T17" fmla="*/ 167 h 190"/>
              <a:gd name="T18" fmla="*/ 39 w 200"/>
              <a:gd name="T19" fmla="*/ 175 h 190"/>
              <a:gd name="T20" fmla="*/ 37 w 200"/>
              <a:gd name="T21" fmla="*/ 182 h 190"/>
              <a:gd name="T22" fmla="*/ 37 w 200"/>
              <a:gd name="T23" fmla="*/ 187 h 190"/>
              <a:gd name="T24" fmla="*/ 38 w 200"/>
              <a:gd name="T25" fmla="*/ 189 h 190"/>
              <a:gd name="T26" fmla="*/ 36 w 200"/>
              <a:gd name="T27" fmla="*/ 188 h 190"/>
              <a:gd name="T28" fmla="*/ 30 w 200"/>
              <a:gd name="T29" fmla="*/ 186 h 190"/>
              <a:gd name="T30" fmla="*/ 22 w 200"/>
              <a:gd name="T31" fmla="*/ 180 h 190"/>
              <a:gd name="T32" fmla="*/ 10 w 200"/>
              <a:gd name="T33" fmla="*/ 169 h 190"/>
              <a:gd name="T34" fmla="*/ 2 w 200"/>
              <a:gd name="T35" fmla="*/ 159 h 190"/>
              <a:gd name="T36" fmla="*/ 0 w 200"/>
              <a:gd name="T37" fmla="*/ 152 h 190"/>
              <a:gd name="T38" fmla="*/ 1 w 200"/>
              <a:gd name="T39" fmla="*/ 149 h 190"/>
              <a:gd name="T40" fmla="*/ 2 w 200"/>
              <a:gd name="T41" fmla="*/ 149 h 190"/>
              <a:gd name="T42" fmla="*/ 41 w 200"/>
              <a:gd name="T43" fmla="*/ 65 h 190"/>
              <a:gd name="T44" fmla="*/ 140 w 200"/>
              <a:gd name="T45" fmla="*/ 0 h 190"/>
              <a:gd name="T46" fmla="*/ 199 w 200"/>
              <a:gd name="T47" fmla="*/ 50 h 190"/>
              <a:gd name="T48" fmla="*/ 173 w 200"/>
              <a:gd name="T49" fmla="*/ 164 h 190"/>
              <a:gd name="T50" fmla="*/ 151 w 200"/>
              <a:gd name="T51" fmla="*/ 165 h 19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00"/>
              <a:gd name="T79" fmla="*/ 0 h 190"/>
              <a:gd name="T80" fmla="*/ 200 w 200"/>
              <a:gd name="T81" fmla="*/ 190 h 19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00" h="190">
                <a:moveTo>
                  <a:pt x="151" y="165"/>
                </a:moveTo>
                <a:lnTo>
                  <a:pt x="144" y="167"/>
                </a:lnTo>
                <a:lnTo>
                  <a:pt x="126" y="171"/>
                </a:lnTo>
                <a:lnTo>
                  <a:pt x="100" y="174"/>
                </a:lnTo>
                <a:lnTo>
                  <a:pt x="70" y="171"/>
                </a:lnTo>
                <a:lnTo>
                  <a:pt x="62" y="167"/>
                </a:lnTo>
                <a:lnTo>
                  <a:pt x="57" y="163"/>
                </a:lnTo>
                <a:lnTo>
                  <a:pt x="51" y="162"/>
                </a:lnTo>
                <a:lnTo>
                  <a:pt x="46" y="167"/>
                </a:lnTo>
                <a:lnTo>
                  <a:pt x="39" y="175"/>
                </a:lnTo>
                <a:lnTo>
                  <a:pt x="37" y="182"/>
                </a:lnTo>
                <a:lnTo>
                  <a:pt x="37" y="187"/>
                </a:lnTo>
                <a:lnTo>
                  <a:pt x="38" y="189"/>
                </a:lnTo>
                <a:lnTo>
                  <a:pt x="36" y="188"/>
                </a:lnTo>
                <a:lnTo>
                  <a:pt x="30" y="186"/>
                </a:lnTo>
                <a:lnTo>
                  <a:pt x="22" y="180"/>
                </a:lnTo>
                <a:lnTo>
                  <a:pt x="10" y="169"/>
                </a:lnTo>
                <a:lnTo>
                  <a:pt x="2" y="159"/>
                </a:lnTo>
                <a:lnTo>
                  <a:pt x="0" y="152"/>
                </a:lnTo>
                <a:lnTo>
                  <a:pt x="1" y="149"/>
                </a:lnTo>
                <a:lnTo>
                  <a:pt x="2" y="149"/>
                </a:lnTo>
                <a:lnTo>
                  <a:pt x="41" y="65"/>
                </a:lnTo>
                <a:lnTo>
                  <a:pt x="140" y="0"/>
                </a:lnTo>
                <a:lnTo>
                  <a:pt x="199" y="50"/>
                </a:lnTo>
                <a:lnTo>
                  <a:pt x="173" y="164"/>
                </a:lnTo>
                <a:lnTo>
                  <a:pt x="151" y="165"/>
                </a:lnTo>
              </a:path>
            </a:pathLst>
          </a:custGeom>
          <a:solidFill>
            <a:srgbClr val="FDE3BA"/>
          </a:solidFill>
          <a:ln w="12700" cap="rnd">
            <a:solidFill>
              <a:schemeClr val="tx1"/>
            </a:solidFill>
            <a:round/>
            <a:headEnd/>
            <a:tailEnd/>
          </a:ln>
        </p:spPr>
        <p:txBody>
          <a:bodyPr/>
          <a:lstStyle/>
          <a:p>
            <a:endParaRPr lang="en-US"/>
          </a:p>
        </p:txBody>
      </p:sp>
      <p:sp>
        <p:nvSpPr>
          <p:cNvPr id="6375" name="Freeform 694"/>
          <p:cNvSpPr>
            <a:spLocks/>
          </p:cNvSpPr>
          <p:nvPr/>
        </p:nvSpPr>
        <p:spPr bwMode="auto">
          <a:xfrm>
            <a:off x="4515876" y="4433771"/>
            <a:ext cx="94300" cy="159993"/>
          </a:xfrm>
          <a:custGeom>
            <a:avLst/>
            <a:gdLst>
              <a:gd name="T0" fmla="*/ 17 w 54"/>
              <a:gd name="T1" fmla="*/ 79 h 81"/>
              <a:gd name="T2" fmla="*/ 24 w 54"/>
              <a:gd name="T3" fmla="*/ 80 h 81"/>
              <a:gd name="T4" fmla="*/ 39 w 54"/>
              <a:gd name="T5" fmla="*/ 77 h 81"/>
              <a:gd name="T6" fmla="*/ 51 w 54"/>
              <a:gd name="T7" fmla="*/ 70 h 81"/>
              <a:gd name="T8" fmla="*/ 52 w 54"/>
              <a:gd name="T9" fmla="*/ 64 h 81"/>
              <a:gd name="T10" fmla="*/ 53 w 54"/>
              <a:gd name="T11" fmla="*/ 52 h 81"/>
              <a:gd name="T12" fmla="*/ 53 w 54"/>
              <a:gd name="T13" fmla="*/ 37 h 81"/>
              <a:gd name="T14" fmla="*/ 50 w 54"/>
              <a:gd name="T15" fmla="*/ 22 h 81"/>
              <a:gd name="T16" fmla="*/ 45 w 54"/>
              <a:gd name="T17" fmla="*/ 5 h 81"/>
              <a:gd name="T18" fmla="*/ 45 w 54"/>
              <a:gd name="T19" fmla="*/ 0 h 81"/>
              <a:gd name="T20" fmla="*/ 19 w 54"/>
              <a:gd name="T21" fmla="*/ 4 h 81"/>
              <a:gd name="T22" fmla="*/ 19 w 54"/>
              <a:gd name="T23" fmla="*/ 18 h 81"/>
              <a:gd name="T24" fmla="*/ 0 w 54"/>
              <a:gd name="T25" fmla="*/ 48 h 81"/>
              <a:gd name="T26" fmla="*/ 17 w 54"/>
              <a:gd name="T27" fmla="*/ 79 h 8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
              <a:gd name="T43" fmla="*/ 0 h 81"/>
              <a:gd name="T44" fmla="*/ 54 w 54"/>
              <a:gd name="T45" fmla="*/ 81 h 8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 h="81">
                <a:moveTo>
                  <a:pt x="17" y="79"/>
                </a:moveTo>
                <a:lnTo>
                  <a:pt x="24" y="80"/>
                </a:lnTo>
                <a:lnTo>
                  <a:pt x="39" y="77"/>
                </a:lnTo>
                <a:lnTo>
                  <a:pt x="51" y="70"/>
                </a:lnTo>
                <a:lnTo>
                  <a:pt x="52" y="64"/>
                </a:lnTo>
                <a:lnTo>
                  <a:pt x="53" y="52"/>
                </a:lnTo>
                <a:lnTo>
                  <a:pt x="53" y="37"/>
                </a:lnTo>
                <a:lnTo>
                  <a:pt x="50" y="22"/>
                </a:lnTo>
                <a:lnTo>
                  <a:pt x="45" y="5"/>
                </a:lnTo>
                <a:lnTo>
                  <a:pt x="45" y="0"/>
                </a:lnTo>
                <a:lnTo>
                  <a:pt x="19" y="4"/>
                </a:lnTo>
                <a:lnTo>
                  <a:pt x="19" y="18"/>
                </a:lnTo>
                <a:lnTo>
                  <a:pt x="0" y="48"/>
                </a:lnTo>
                <a:lnTo>
                  <a:pt x="17" y="79"/>
                </a:lnTo>
              </a:path>
            </a:pathLst>
          </a:custGeom>
          <a:solidFill>
            <a:srgbClr val="FDE3BA"/>
          </a:solidFill>
          <a:ln w="12700" cap="rnd">
            <a:solidFill>
              <a:schemeClr val="tx1"/>
            </a:solidFill>
            <a:round/>
            <a:headEnd/>
            <a:tailEnd/>
          </a:ln>
        </p:spPr>
        <p:txBody>
          <a:bodyPr/>
          <a:lstStyle/>
          <a:p>
            <a:endParaRPr lang="en-US"/>
          </a:p>
        </p:txBody>
      </p:sp>
      <p:sp>
        <p:nvSpPr>
          <p:cNvPr id="6376" name="Freeform 695"/>
          <p:cNvSpPr>
            <a:spLocks/>
          </p:cNvSpPr>
          <p:nvPr/>
        </p:nvSpPr>
        <p:spPr bwMode="auto">
          <a:xfrm>
            <a:off x="4419830" y="4453523"/>
            <a:ext cx="120494" cy="146166"/>
          </a:xfrm>
          <a:custGeom>
            <a:avLst/>
            <a:gdLst>
              <a:gd name="T0" fmla="*/ 14 w 69"/>
              <a:gd name="T1" fmla="*/ 73 h 74"/>
              <a:gd name="T2" fmla="*/ 0 w 69"/>
              <a:gd name="T3" fmla="*/ 33 h 74"/>
              <a:gd name="T4" fmla="*/ 15 w 69"/>
              <a:gd name="T5" fmla="*/ 0 h 74"/>
              <a:gd name="T6" fmla="*/ 16 w 69"/>
              <a:gd name="T7" fmla="*/ 0 h 74"/>
              <a:gd name="T8" fmla="*/ 22 w 69"/>
              <a:gd name="T9" fmla="*/ 0 h 74"/>
              <a:gd name="T10" fmla="*/ 31 w 69"/>
              <a:gd name="T11" fmla="*/ 1 h 74"/>
              <a:gd name="T12" fmla="*/ 46 w 69"/>
              <a:gd name="T13" fmla="*/ 4 h 74"/>
              <a:gd name="T14" fmla="*/ 59 w 69"/>
              <a:gd name="T15" fmla="*/ 4 h 74"/>
              <a:gd name="T16" fmla="*/ 65 w 69"/>
              <a:gd name="T17" fmla="*/ 7 h 74"/>
              <a:gd name="T18" fmla="*/ 68 w 69"/>
              <a:gd name="T19" fmla="*/ 7 h 74"/>
              <a:gd name="T20" fmla="*/ 68 w 69"/>
              <a:gd name="T21" fmla="*/ 9 h 74"/>
              <a:gd name="T22" fmla="*/ 68 w 69"/>
              <a:gd name="T23" fmla="*/ 10 h 74"/>
              <a:gd name="T24" fmla="*/ 67 w 69"/>
              <a:gd name="T25" fmla="*/ 14 h 74"/>
              <a:gd name="T26" fmla="*/ 67 w 69"/>
              <a:gd name="T27" fmla="*/ 23 h 74"/>
              <a:gd name="T28" fmla="*/ 66 w 69"/>
              <a:gd name="T29" fmla="*/ 36 h 74"/>
              <a:gd name="T30" fmla="*/ 66 w 69"/>
              <a:gd name="T31" fmla="*/ 52 h 74"/>
              <a:gd name="T32" fmla="*/ 66 w 69"/>
              <a:gd name="T33" fmla="*/ 61 h 74"/>
              <a:gd name="T34" fmla="*/ 66 w 69"/>
              <a:gd name="T35" fmla="*/ 67 h 74"/>
              <a:gd name="T36" fmla="*/ 66 w 69"/>
              <a:gd name="T37" fmla="*/ 69 h 74"/>
              <a:gd name="T38" fmla="*/ 58 w 69"/>
              <a:gd name="T39" fmla="*/ 68 h 74"/>
              <a:gd name="T40" fmla="*/ 44 w 69"/>
              <a:gd name="T41" fmla="*/ 67 h 74"/>
              <a:gd name="T42" fmla="*/ 32 w 69"/>
              <a:gd name="T43" fmla="*/ 69 h 74"/>
              <a:gd name="T44" fmla="*/ 22 w 69"/>
              <a:gd name="T45" fmla="*/ 73 h 74"/>
              <a:gd name="T46" fmla="*/ 14 w 69"/>
              <a:gd name="T47" fmla="*/ 73 h 7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9"/>
              <a:gd name="T73" fmla="*/ 0 h 74"/>
              <a:gd name="T74" fmla="*/ 69 w 69"/>
              <a:gd name="T75" fmla="*/ 74 h 7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9" h="74">
                <a:moveTo>
                  <a:pt x="14" y="73"/>
                </a:moveTo>
                <a:lnTo>
                  <a:pt x="0" y="33"/>
                </a:lnTo>
                <a:lnTo>
                  <a:pt x="15" y="0"/>
                </a:lnTo>
                <a:lnTo>
                  <a:pt x="16" y="0"/>
                </a:lnTo>
                <a:lnTo>
                  <a:pt x="22" y="0"/>
                </a:lnTo>
                <a:lnTo>
                  <a:pt x="31" y="1"/>
                </a:lnTo>
                <a:lnTo>
                  <a:pt x="46" y="4"/>
                </a:lnTo>
                <a:lnTo>
                  <a:pt x="59" y="4"/>
                </a:lnTo>
                <a:lnTo>
                  <a:pt x="65" y="7"/>
                </a:lnTo>
                <a:lnTo>
                  <a:pt x="68" y="7"/>
                </a:lnTo>
                <a:lnTo>
                  <a:pt x="68" y="9"/>
                </a:lnTo>
                <a:lnTo>
                  <a:pt x="68" y="10"/>
                </a:lnTo>
                <a:lnTo>
                  <a:pt x="67" y="14"/>
                </a:lnTo>
                <a:lnTo>
                  <a:pt x="67" y="23"/>
                </a:lnTo>
                <a:lnTo>
                  <a:pt x="66" y="36"/>
                </a:lnTo>
                <a:lnTo>
                  <a:pt x="66" y="52"/>
                </a:lnTo>
                <a:lnTo>
                  <a:pt x="66" y="61"/>
                </a:lnTo>
                <a:lnTo>
                  <a:pt x="66" y="67"/>
                </a:lnTo>
                <a:lnTo>
                  <a:pt x="66" y="69"/>
                </a:lnTo>
                <a:lnTo>
                  <a:pt x="58" y="68"/>
                </a:lnTo>
                <a:lnTo>
                  <a:pt x="44" y="67"/>
                </a:lnTo>
                <a:lnTo>
                  <a:pt x="32" y="69"/>
                </a:lnTo>
                <a:lnTo>
                  <a:pt x="22" y="73"/>
                </a:lnTo>
                <a:lnTo>
                  <a:pt x="14" y="73"/>
                </a:lnTo>
              </a:path>
            </a:pathLst>
          </a:custGeom>
          <a:solidFill>
            <a:srgbClr val="FDE3BA"/>
          </a:solidFill>
          <a:ln w="12700" cap="rnd">
            <a:solidFill>
              <a:schemeClr val="tx1"/>
            </a:solidFill>
            <a:round/>
            <a:headEnd/>
            <a:tailEnd/>
          </a:ln>
        </p:spPr>
        <p:txBody>
          <a:bodyPr/>
          <a:lstStyle/>
          <a:p>
            <a:endParaRPr lang="en-US"/>
          </a:p>
        </p:txBody>
      </p:sp>
      <p:sp>
        <p:nvSpPr>
          <p:cNvPr id="6377" name="Freeform 696"/>
          <p:cNvSpPr>
            <a:spLocks/>
          </p:cNvSpPr>
          <p:nvPr/>
        </p:nvSpPr>
        <p:spPr bwMode="auto">
          <a:xfrm>
            <a:off x="4260916" y="4240201"/>
            <a:ext cx="110017" cy="167893"/>
          </a:xfrm>
          <a:custGeom>
            <a:avLst/>
            <a:gdLst>
              <a:gd name="T0" fmla="*/ 8 w 63"/>
              <a:gd name="T1" fmla="*/ 77 h 85"/>
              <a:gd name="T2" fmla="*/ 4 w 63"/>
              <a:gd name="T3" fmla="*/ 72 h 85"/>
              <a:gd name="T4" fmla="*/ 0 w 63"/>
              <a:gd name="T5" fmla="*/ 54 h 85"/>
              <a:gd name="T6" fmla="*/ 3 w 63"/>
              <a:gd name="T7" fmla="*/ 35 h 85"/>
              <a:gd name="T8" fmla="*/ 8 w 63"/>
              <a:gd name="T9" fmla="*/ 17 h 85"/>
              <a:gd name="T10" fmla="*/ 16 w 63"/>
              <a:gd name="T11" fmla="*/ 0 h 85"/>
              <a:gd name="T12" fmla="*/ 48 w 63"/>
              <a:gd name="T13" fmla="*/ 38 h 85"/>
              <a:gd name="T14" fmla="*/ 47 w 63"/>
              <a:gd name="T15" fmla="*/ 41 h 85"/>
              <a:gd name="T16" fmla="*/ 50 w 63"/>
              <a:gd name="T17" fmla="*/ 54 h 85"/>
              <a:gd name="T18" fmla="*/ 59 w 63"/>
              <a:gd name="T19" fmla="*/ 69 h 85"/>
              <a:gd name="T20" fmla="*/ 62 w 63"/>
              <a:gd name="T21" fmla="*/ 74 h 85"/>
              <a:gd name="T22" fmla="*/ 38 w 63"/>
              <a:gd name="T23" fmla="*/ 84 h 85"/>
              <a:gd name="T24" fmla="*/ 8 w 63"/>
              <a:gd name="T25" fmla="*/ 77 h 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3"/>
              <a:gd name="T40" fmla="*/ 0 h 85"/>
              <a:gd name="T41" fmla="*/ 63 w 63"/>
              <a:gd name="T42" fmla="*/ 85 h 8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3" h="85">
                <a:moveTo>
                  <a:pt x="8" y="77"/>
                </a:moveTo>
                <a:lnTo>
                  <a:pt x="4" y="72"/>
                </a:lnTo>
                <a:lnTo>
                  <a:pt x="0" y="54"/>
                </a:lnTo>
                <a:lnTo>
                  <a:pt x="3" y="35"/>
                </a:lnTo>
                <a:lnTo>
                  <a:pt x="8" y="17"/>
                </a:lnTo>
                <a:lnTo>
                  <a:pt x="16" y="0"/>
                </a:lnTo>
                <a:lnTo>
                  <a:pt x="48" y="38"/>
                </a:lnTo>
                <a:lnTo>
                  <a:pt x="47" y="41"/>
                </a:lnTo>
                <a:lnTo>
                  <a:pt x="50" y="54"/>
                </a:lnTo>
                <a:lnTo>
                  <a:pt x="59" y="69"/>
                </a:lnTo>
                <a:lnTo>
                  <a:pt x="62" y="74"/>
                </a:lnTo>
                <a:lnTo>
                  <a:pt x="38" y="84"/>
                </a:lnTo>
                <a:lnTo>
                  <a:pt x="8" y="77"/>
                </a:lnTo>
              </a:path>
            </a:pathLst>
          </a:custGeom>
          <a:solidFill>
            <a:srgbClr val="FDE3BA"/>
          </a:solidFill>
          <a:ln w="12700" cap="rnd">
            <a:solidFill>
              <a:schemeClr val="tx1"/>
            </a:solidFill>
            <a:round/>
            <a:headEnd/>
            <a:tailEnd/>
          </a:ln>
        </p:spPr>
        <p:txBody>
          <a:bodyPr/>
          <a:lstStyle/>
          <a:p>
            <a:endParaRPr lang="en-US"/>
          </a:p>
        </p:txBody>
      </p:sp>
      <p:sp>
        <p:nvSpPr>
          <p:cNvPr id="6378" name="Freeform 697"/>
          <p:cNvSpPr>
            <a:spLocks/>
          </p:cNvSpPr>
          <p:nvPr/>
        </p:nvSpPr>
        <p:spPr bwMode="auto">
          <a:xfrm>
            <a:off x="4330768" y="3920217"/>
            <a:ext cx="357992" cy="547134"/>
          </a:xfrm>
          <a:custGeom>
            <a:avLst/>
            <a:gdLst>
              <a:gd name="T0" fmla="*/ 92 w 205"/>
              <a:gd name="T1" fmla="*/ 261 h 277"/>
              <a:gd name="T2" fmla="*/ 92 w 205"/>
              <a:gd name="T3" fmla="*/ 260 h 277"/>
              <a:gd name="T4" fmla="*/ 94 w 205"/>
              <a:gd name="T5" fmla="*/ 255 h 277"/>
              <a:gd name="T6" fmla="*/ 98 w 205"/>
              <a:gd name="T7" fmla="*/ 246 h 277"/>
              <a:gd name="T8" fmla="*/ 107 w 205"/>
              <a:gd name="T9" fmla="*/ 233 h 277"/>
              <a:gd name="T10" fmla="*/ 115 w 205"/>
              <a:gd name="T11" fmla="*/ 218 h 277"/>
              <a:gd name="T12" fmla="*/ 124 w 205"/>
              <a:gd name="T13" fmla="*/ 208 h 277"/>
              <a:gd name="T14" fmla="*/ 134 w 205"/>
              <a:gd name="T15" fmla="*/ 202 h 277"/>
              <a:gd name="T16" fmla="*/ 153 w 205"/>
              <a:gd name="T17" fmla="*/ 198 h 277"/>
              <a:gd name="T18" fmla="*/ 173 w 205"/>
              <a:gd name="T19" fmla="*/ 195 h 277"/>
              <a:gd name="T20" fmla="*/ 189 w 205"/>
              <a:gd name="T21" fmla="*/ 190 h 277"/>
              <a:gd name="T22" fmla="*/ 199 w 205"/>
              <a:gd name="T23" fmla="*/ 184 h 277"/>
              <a:gd name="T24" fmla="*/ 204 w 205"/>
              <a:gd name="T25" fmla="*/ 174 h 277"/>
              <a:gd name="T26" fmla="*/ 204 w 205"/>
              <a:gd name="T27" fmla="*/ 152 h 277"/>
              <a:gd name="T28" fmla="*/ 204 w 205"/>
              <a:gd name="T29" fmla="*/ 142 h 277"/>
              <a:gd name="T30" fmla="*/ 76 w 205"/>
              <a:gd name="T31" fmla="*/ 0 h 277"/>
              <a:gd name="T32" fmla="*/ 59 w 205"/>
              <a:gd name="T33" fmla="*/ 156 h 277"/>
              <a:gd name="T34" fmla="*/ 0 w 205"/>
              <a:gd name="T35" fmla="*/ 195 h 277"/>
              <a:gd name="T36" fmla="*/ 21 w 205"/>
              <a:gd name="T37" fmla="*/ 249 h 277"/>
              <a:gd name="T38" fmla="*/ 88 w 205"/>
              <a:gd name="T39" fmla="*/ 276 h 277"/>
              <a:gd name="T40" fmla="*/ 92 w 205"/>
              <a:gd name="T41" fmla="*/ 261 h 2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5"/>
              <a:gd name="T64" fmla="*/ 0 h 277"/>
              <a:gd name="T65" fmla="*/ 205 w 205"/>
              <a:gd name="T66" fmla="*/ 277 h 27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5" h="277">
                <a:moveTo>
                  <a:pt x="92" y="261"/>
                </a:moveTo>
                <a:lnTo>
                  <a:pt x="92" y="260"/>
                </a:lnTo>
                <a:lnTo>
                  <a:pt x="94" y="255"/>
                </a:lnTo>
                <a:lnTo>
                  <a:pt x="98" y="246"/>
                </a:lnTo>
                <a:lnTo>
                  <a:pt x="107" y="233"/>
                </a:lnTo>
                <a:lnTo>
                  <a:pt x="115" y="218"/>
                </a:lnTo>
                <a:lnTo>
                  <a:pt x="124" y="208"/>
                </a:lnTo>
                <a:lnTo>
                  <a:pt x="134" y="202"/>
                </a:lnTo>
                <a:lnTo>
                  <a:pt x="153" y="198"/>
                </a:lnTo>
                <a:lnTo>
                  <a:pt x="173" y="195"/>
                </a:lnTo>
                <a:lnTo>
                  <a:pt x="189" y="190"/>
                </a:lnTo>
                <a:lnTo>
                  <a:pt x="199" y="184"/>
                </a:lnTo>
                <a:lnTo>
                  <a:pt x="204" y="174"/>
                </a:lnTo>
                <a:lnTo>
                  <a:pt x="204" y="152"/>
                </a:lnTo>
                <a:lnTo>
                  <a:pt x="204" y="142"/>
                </a:lnTo>
                <a:lnTo>
                  <a:pt x="76" y="0"/>
                </a:lnTo>
                <a:lnTo>
                  <a:pt x="59" y="156"/>
                </a:lnTo>
                <a:lnTo>
                  <a:pt x="0" y="195"/>
                </a:lnTo>
                <a:lnTo>
                  <a:pt x="21" y="249"/>
                </a:lnTo>
                <a:lnTo>
                  <a:pt x="88" y="276"/>
                </a:lnTo>
                <a:lnTo>
                  <a:pt x="92" y="261"/>
                </a:lnTo>
              </a:path>
            </a:pathLst>
          </a:custGeom>
          <a:solidFill>
            <a:srgbClr val="FDE3BA"/>
          </a:solidFill>
          <a:ln w="12700" cap="rnd">
            <a:solidFill>
              <a:schemeClr val="tx1"/>
            </a:solidFill>
            <a:round/>
            <a:headEnd/>
            <a:tailEnd/>
          </a:ln>
        </p:spPr>
        <p:txBody>
          <a:bodyPr/>
          <a:lstStyle/>
          <a:p>
            <a:endParaRPr lang="en-US"/>
          </a:p>
        </p:txBody>
      </p:sp>
      <p:sp>
        <p:nvSpPr>
          <p:cNvPr id="6379" name="Freeform 698"/>
          <p:cNvSpPr>
            <a:spLocks/>
          </p:cNvSpPr>
          <p:nvPr/>
        </p:nvSpPr>
        <p:spPr bwMode="auto">
          <a:xfrm>
            <a:off x="4269648" y="3949846"/>
            <a:ext cx="214794" cy="357512"/>
          </a:xfrm>
          <a:custGeom>
            <a:avLst/>
            <a:gdLst>
              <a:gd name="T0" fmla="*/ 113 w 123"/>
              <a:gd name="T1" fmla="*/ 33 h 181"/>
              <a:gd name="T2" fmla="*/ 113 w 123"/>
              <a:gd name="T3" fmla="*/ 153 h 181"/>
              <a:gd name="T4" fmla="*/ 122 w 123"/>
              <a:gd name="T5" fmla="*/ 164 h 181"/>
              <a:gd name="T6" fmla="*/ 115 w 123"/>
              <a:gd name="T7" fmla="*/ 171 h 181"/>
              <a:gd name="T8" fmla="*/ 112 w 123"/>
              <a:gd name="T9" fmla="*/ 171 h 181"/>
              <a:gd name="T10" fmla="*/ 104 w 123"/>
              <a:gd name="T11" fmla="*/ 172 h 181"/>
              <a:gd name="T12" fmla="*/ 92 w 123"/>
              <a:gd name="T13" fmla="*/ 173 h 181"/>
              <a:gd name="T14" fmla="*/ 79 w 123"/>
              <a:gd name="T15" fmla="*/ 172 h 181"/>
              <a:gd name="T16" fmla="*/ 67 w 123"/>
              <a:gd name="T17" fmla="*/ 172 h 181"/>
              <a:gd name="T18" fmla="*/ 60 w 123"/>
              <a:gd name="T19" fmla="*/ 173 h 181"/>
              <a:gd name="T20" fmla="*/ 54 w 123"/>
              <a:gd name="T21" fmla="*/ 176 h 181"/>
              <a:gd name="T22" fmla="*/ 47 w 123"/>
              <a:gd name="T23" fmla="*/ 180 h 181"/>
              <a:gd name="T24" fmla="*/ 42 w 123"/>
              <a:gd name="T25" fmla="*/ 180 h 181"/>
              <a:gd name="T26" fmla="*/ 38 w 123"/>
              <a:gd name="T27" fmla="*/ 174 h 181"/>
              <a:gd name="T28" fmla="*/ 32 w 123"/>
              <a:gd name="T29" fmla="*/ 167 h 181"/>
              <a:gd name="T30" fmla="*/ 29 w 123"/>
              <a:gd name="T31" fmla="*/ 160 h 181"/>
              <a:gd name="T32" fmla="*/ 21 w 123"/>
              <a:gd name="T33" fmla="*/ 156 h 181"/>
              <a:gd name="T34" fmla="*/ 14 w 123"/>
              <a:gd name="T35" fmla="*/ 156 h 181"/>
              <a:gd name="T36" fmla="*/ 6 w 123"/>
              <a:gd name="T37" fmla="*/ 157 h 181"/>
              <a:gd name="T38" fmla="*/ 4 w 123"/>
              <a:gd name="T39" fmla="*/ 157 h 181"/>
              <a:gd name="T40" fmla="*/ 6 w 123"/>
              <a:gd name="T41" fmla="*/ 125 h 181"/>
              <a:gd name="T42" fmla="*/ 3 w 123"/>
              <a:gd name="T43" fmla="*/ 99 h 181"/>
              <a:gd name="T44" fmla="*/ 0 w 123"/>
              <a:gd name="T45" fmla="*/ 80 h 181"/>
              <a:gd name="T46" fmla="*/ 3 w 123"/>
              <a:gd name="T47" fmla="*/ 68 h 181"/>
              <a:gd name="T48" fmla="*/ 14 w 123"/>
              <a:gd name="T49" fmla="*/ 60 h 181"/>
              <a:gd name="T50" fmla="*/ 20 w 123"/>
              <a:gd name="T51" fmla="*/ 53 h 181"/>
              <a:gd name="T52" fmla="*/ 78 w 123"/>
              <a:gd name="T53" fmla="*/ 0 h 181"/>
              <a:gd name="T54" fmla="*/ 113 w 123"/>
              <a:gd name="T55" fmla="*/ 33 h 18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3"/>
              <a:gd name="T85" fmla="*/ 0 h 181"/>
              <a:gd name="T86" fmla="*/ 123 w 123"/>
              <a:gd name="T87" fmla="*/ 181 h 18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3" h="181">
                <a:moveTo>
                  <a:pt x="113" y="33"/>
                </a:moveTo>
                <a:lnTo>
                  <a:pt x="113" y="153"/>
                </a:lnTo>
                <a:lnTo>
                  <a:pt x="122" y="164"/>
                </a:lnTo>
                <a:lnTo>
                  <a:pt x="115" y="171"/>
                </a:lnTo>
                <a:lnTo>
                  <a:pt x="112" y="171"/>
                </a:lnTo>
                <a:lnTo>
                  <a:pt x="104" y="172"/>
                </a:lnTo>
                <a:lnTo>
                  <a:pt x="92" y="173"/>
                </a:lnTo>
                <a:lnTo>
                  <a:pt x="79" y="172"/>
                </a:lnTo>
                <a:lnTo>
                  <a:pt x="67" y="172"/>
                </a:lnTo>
                <a:lnTo>
                  <a:pt x="60" y="173"/>
                </a:lnTo>
                <a:lnTo>
                  <a:pt x="54" y="176"/>
                </a:lnTo>
                <a:lnTo>
                  <a:pt x="47" y="180"/>
                </a:lnTo>
                <a:lnTo>
                  <a:pt x="42" y="180"/>
                </a:lnTo>
                <a:lnTo>
                  <a:pt x="38" y="174"/>
                </a:lnTo>
                <a:lnTo>
                  <a:pt x="32" y="167"/>
                </a:lnTo>
                <a:lnTo>
                  <a:pt x="29" y="160"/>
                </a:lnTo>
                <a:lnTo>
                  <a:pt x="21" y="156"/>
                </a:lnTo>
                <a:lnTo>
                  <a:pt x="14" y="156"/>
                </a:lnTo>
                <a:lnTo>
                  <a:pt x="6" y="157"/>
                </a:lnTo>
                <a:lnTo>
                  <a:pt x="4" y="157"/>
                </a:lnTo>
                <a:lnTo>
                  <a:pt x="6" y="125"/>
                </a:lnTo>
                <a:lnTo>
                  <a:pt x="3" y="99"/>
                </a:lnTo>
                <a:lnTo>
                  <a:pt x="0" y="80"/>
                </a:lnTo>
                <a:lnTo>
                  <a:pt x="3" y="68"/>
                </a:lnTo>
                <a:lnTo>
                  <a:pt x="14" y="60"/>
                </a:lnTo>
                <a:lnTo>
                  <a:pt x="20" y="53"/>
                </a:lnTo>
                <a:lnTo>
                  <a:pt x="78" y="0"/>
                </a:lnTo>
                <a:lnTo>
                  <a:pt x="113" y="33"/>
                </a:lnTo>
              </a:path>
            </a:pathLst>
          </a:custGeom>
          <a:solidFill>
            <a:srgbClr val="FDE3BA"/>
          </a:solidFill>
          <a:ln w="12700" cap="rnd">
            <a:solidFill>
              <a:schemeClr val="tx1"/>
            </a:solidFill>
            <a:round/>
            <a:headEnd/>
            <a:tailEnd/>
          </a:ln>
        </p:spPr>
        <p:txBody>
          <a:bodyPr/>
          <a:lstStyle/>
          <a:p>
            <a:endParaRPr lang="en-US"/>
          </a:p>
        </p:txBody>
      </p:sp>
      <p:sp>
        <p:nvSpPr>
          <p:cNvPr id="6380" name="Freeform 699"/>
          <p:cNvSpPr>
            <a:spLocks/>
          </p:cNvSpPr>
          <p:nvPr/>
        </p:nvSpPr>
        <p:spPr bwMode="auto">
          <a:xfrm>
            <a:off x="4335352" y="3730597"/>
            <a:ext cx="282901" cy="335786"/>
          </a:xfrm>
          <a:custGeom>
            <a:avLst/>
            <a:gdLst>
              <a:gd name="T0" fmla="*/ 144 w 162"/>
              <a:gd name="T1" fmla="*/ 11 h 170"/>
              <a:gd name="T2" fmla="*/ 137 w 162"/>
              <a:gd name="T3" fmla="*/ 8 h 170"/>
              <a:gd name="T4" fmla="*/ 130 w 162"/>
              <a:gd name="T5" fmla="*/ 7 h 170"/>
              <a:gd name="T6" fmla="*/ 124 w 162"/>
              <a:gd name="T7" fmla="*/ 7 h 170"/>
              <a:gd name="T8" fmla="*/ 118 w 162"/>
              <a:gd name="T9" fmla="*/ 7 h 170"/>
              <a:gd name="T10" fmla="*/ 112 w 162"/>
              <a:gd name="T11" fmla="*/ 3 h 170"/>
              <a:gd name="T12" fmla="*/ 106 w 162"/>
              <a:gd name="T13" fmla="*/ 0 h 170"/>
              <a:gd name="T14" fmla="*/ 103 w 162"/>
              <a:gd name="T15" fmla="*/ 3 h 170"/>
              <a:gd name="T16" fmla="*/ 97 w 162"/>
              <a:gd name="T17" fmla="*/ 7 h 170"/>
              <a:gd name="T18" fmla="*/ 95 w 162"/>
              <a:gd name="T19" fmla="*/ 12 h 170"/>
              <a:gd name="T20" fmla="*/ 96 w 162"/>
              <a:gd name="T21" fmla="*/ 17 h 170"/>
              <a:gd name="T22" fmla="*/ 98 w 162"/>
              <a:gd name="T23" fmla="*/ 17 h 170"/>
              <a:gd name="T24" fmla="*/ 97 w 162"/>
              <a:gd name="T25" fmla="*/ 19 h 170"/>
              <a:gd name="T26" fmla="*/ 91 w 162"/>
              <a:gd name="T27" fmla="*/ 25 h 170"/>
              <a:gd name="T28" fmla="*/ 83 w 162"/>
              <a:gd name="T29" fmla="*/ 29 h 170"/>
              <a:gd name="T30" fmla="*/ 76 w 162"/>
              <a:gd name="T31" fmla="*/ 33 h 170"/>
              <a:gd name="T32" fmla="*/ 72 w 162"/>
              <a:gd name="T33" fmla="*/ 38 h 170"/>
              <a:gd name="T34" fmla="*/ 68 w 162"/>
              <a:gd name="T35" fmla="*/ 46 h 170"/>
              <a:gd name="T36" fmla="*/ 63 w 162"/>
              <a:gd name="T37" fmla="*/ 56 h 170"/>
              <a:gd name="T38" fmla="*/ 61 w 162"/>
              <a:gd name="T39" fmla="*/ 61 h 170"/>
              <a:gd name="T40" fmla="*/ 60 w 162"/>
              <a:gd name="T41" fmla="*/ 67 h 170"/>
              <a:gd name="T42" fmla="*/ 59 w 162"/>
              <a:gd name="T43" fmla="*/ 76 h 170"/>
              <a:gd name="T44" fmla="*/ 59 w 162"/>
              <a:gd name="T45" fmla="*/ 86 h 170"/>
              <a:gd name="T46" fmla="*/ 59 w 162"/>
              <a:gd name="T47" fmla="*/ 90 h 170"/>
              <a:gd name="T48" fmla="*/ 56 w 162"/>
              <a:gd name="T49" fmla="*/ 93 h 170"/>
              <a:gd name="T50" fmla="*/ 49 w 162"/>
              <a:gd name="T51" fmla="*/ 96 h 170"/>
              <a:gd name="T52" fmla="*/ 42 w 162"/>
              <a:gd name="T53" fmla="*/ 101 h 170"/>
              <a:gd name="T54" fmla="*/ 28 w 162"/>
              <a:gd name="T55" fmla="*/ 110 h 170"/>
              <a:gd name="T56" fmla="*/ 20 w 162"/>
              <a:gd name="T57" fmla="*/ 115 h 170"/>
              <a:gd name="T58" fmla="*/ 18 w 162"/>
              <a:gd name="T59" fmla="*/ 124 h 170"/>
              <a:gd name="T60" fmla="*/ 15 w 162"/>
              <a:gd name="T61" fmla="*/ 131 h 170"/>
              <a:gd name="T62" fmla="*/ 9 w 162"/>
              <a:gd name="T63" fmla="*/ 138 h 170"/>
              <a:gd name="T64" fmla="*/ 5 w 162"/>
              <a:gd name="T65" fmla="*/ 147 h 170"/>
              <a:gd name="T66" fmla="*/ 2 w 162"/>
              <a:gd name="T67" fmla="*/ 158 h 170"/>
              <a:gd name="T68" fmla="*/ 0 w 162"/>
              <a:gd name="T69" fmla="*/ 161 h 170"/>
              <a:gd name="T70" fmla="*/ 31 w 162"/>
              <a:gd name="T71" fmla="*/ 169 h 170"/>
              <a:gd name="T72" fmla="*/ 31 w 162"/>
              <a:gd name="T73" fmla="*/ 135 h 170"/>
              <a:gd name="T74" fmla="*/ 69 w 162"/>
              <a:gd name="T75" fmla="*/ 135 h 170"/>
              <a:gd name="T76" fmla="*/ 69 w 162"/>
              <a:gd name="T77" fmla="*/ 116 h 170"/>
              <a:gd name="T78" fmla="*/ 161 w 162"/>
              <a:gd name="T79" fmla="*/ 72 h 170"/>
              <a:gd name="T80" fmla="*/ 144 w 162"/>
              <a:gd name="T81" fmla="*/ 11 h 17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2"/>
              <a:gd name="T124" fmla="*/ 0 h 170"/>
              <a:gd name="T125" fmla="*/ 162 w 162"/>
              <a:gd name="T126" fmla="*/ 170 h 17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2" h="170">
                <a:moveTo>
                  <a:pt x="144" y="11"/>
                </a:moveTo>
                <a:lnTo>
                  <a:pt x="137" y="8"/>
                </a:lnTo>
                <a:lnTo>
                  <a:pt x="130" y="7"/>
                </a:lnTo>
                <a:lnTo>
                  <a:pt x="124" y="7"/>
                </a:lnTo>
                <a:lnTo>
                  <a:pt x="118" y="7"/>
                </a:lnTo>
                <a:lnTo>
                  <a:pt x="112" y="3"/>
                </a:lnTo>
                <a:lnTo>
                  <a:pt x="106" y="0"/>
                </a:lnTo>
                <a:lnTo>
                  <a:pt x="103" y="3"/>
                </a:lnTo>
                <a:lnTo>
                  <a:pt x="97" y="7"/>
                </a:lnTo>
                <a:lnTo>
                  <a:pt x="95" y="12"/>
                </a:lnTo>
                <a:lnTo>
                  <a:pt x="96" y="17"/>
                </a:lnTo>
                <a:lnTo>
                  <a:pt x="98" y="17"/>
                </a:lnTo>
                <a:lnTo>
                  <a:pt x="97" y="19"/>
                </a:lnTo>
                <a:lnTo>
                  <a:pt x="91" y="25"/>
                </a:lnTo>
                <a:lnTo>
                  <a:pt x="83" y="29"/>
                </a:lnTo>
                <a:lnTo>
                  <a:pt x="76" y="33"/>
                </a:lnTo>
                <a:lnTo>
                  <a:pt x="72" y="38"/>
                </a:lnTo>
                <a:lnTo>
                  <a:pt x="68" y="46"/>
                </a:lnTo>
                <a:lnTo>
                  <a:pt x="63" y="56"/>
                </a:lnTo>
                <a:lnTo>
                  <a:pt x="61" y="61"/>
                </a:lnTo>
                <a:lnTo>
                  <a:pt x="60" y="67"/>
                </a:lnTo>
                <a:lnTo>
                  <a:pt x="59" y="76"/>
                </a:lnTo>
                <a:lnTo>
                  <a:pt x="59" y="86"/>
                </a:lnTo>
                <a:lnTo>
                  <a:pt x="59" y="90"/>
                </a:lnTo>
                <a:lnTo>
                  <a:pt x="56" y="93"/>
                </a:lnTo>
                <a:lnTo>
                  <a:pt x="49" y="96"/>
                </a:lnTo>
                <a:lnTo>
                  <a:pt x="42" y="101"/>
                </a:lnTo>
                <a:lnTo>
                  <a:pt x="28" y="110"/>
                </a:lnTo>
                <a:lnTo>
                  <a:pt x="20" y="115"/>
                </a:lnTo>
                <a:lnTo>
                  <a:pt x="18" y="124"/>
                </a:lnTo>
                <a:lnTo>
                  <a:pt x="15" y="131"/>
                </a:lnTo>
                <a:lnTo>
                  <a:pt x="9" y="138"/>
                </a:lnTo>
                <a:lnTo>
                  <a:pt x="5" y="147"/>
                </a:lnTo>
                <a:lnTo>
                  <a:pt x="2" y="158"/>
                </a:lnTo>
                <a:lnTo>
                  <a:pt x="0" y="161"/>
                </a:lnTo>
                <a:lnTo>
                  <a:pt x="31" y="169"/>
                </a:lnTo>
                <a:lnTo>
                  <a:pt x="31" y="135"/>
                </a:lnTo>
                <a:lnTo>
                  <a:pt x="69" y="135"/>
                </a:lnTo>
                <a:lnTo>
                  <a:pt x="69" y="116"/>
                </a:lnTo>
                <a:lnTo>
                  <a:pt x="161" y="72"/>
                </a:lnTo>
                <a:lnTo>
                  <a:pt x="144" y="11"/>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381" name="Freeform 700"/>
          <p:cNvSpPr>
            <a:spLocks/>
          </p:cNvSpPr>
          <p:nvPr/>
        </p:nvSpPr>
        <p:spPr bwMode="auto">
          <a:xfrm>
            <a:off x="5253906" y="3847135"/>
            <a:ext cx="139704" cy="86909"/>
          </a:xfrm>
          <a:custGeom>
            <a:avLst/>
            <a:gdLst>
              <a:gd name="T0" fmla="*/ 0 w 80"/>
              <a:gd name="T1" fmla="*/ 3 h 44"/>
              <a:gd name="T2" fmla="*/ 57 w 80"/>
              <a:gd name="T3" fmla="*/ 3 h 44"/>
              <a:gd name="T4" fmla="*/ 79 w 80"/>
              <a:gd name="T5" fmla="*/ 0 h 44"/>
              <a:gd name="T6" fmla="*/ 57 w 80"/>
              <a:gd name="T7" fmla="*/ 3 h 44"/>
              <a:gd name="T8" fmla="*/ 57 w 80"/>
              <a:gd name="T9" fmla="*/ 43 h 44"/>
              <a:gd name="T10" fmla="*/ 0 w 80"/>
              <a:gd name="T11" fmla="*/ 3 h 44"/>
              <a:gd name="T12" fmla="*/ 0 60000 65536"/>
              <a:gd name="T13" fmla="*/ 0 60000 65536"/>
              <a:gd name="T14" fmla="*/ 0 60000 65536"/>
              <a:gd name="T15" fmla="*/ 0 60000 65536"/>
              <a:gd name="T16" fmla="*/ 0 60000 65536"/>
              <a:gd name="T17" fmla="*/ 0 60000 65536"/>
              <a:gd name="T18" fmla="*/ 0 w 80"/>
              <a:gd name="T19" fmla="*/ 0 h 44"/>
              <a:gd name="T20" fmla="*/ 80 w 80"/>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80" h="44">
                <a:moveTo>
                  <a:pt x="0" y="3"/>
                </a:moveTo>
                <a:lnTo>
                  <a:pt x="57" y="3"/>
                </a:lnTo>
                <a:lnTo>
                  <a:pt x="79" y="0"/>
                </a:lnTo>
                <a:lnTo>
                  <a:pt x="57" y="3"/>
                </a:lnTo>
                <a:lnTo>
                  <a:pt x="57" y="43"/>
                </a:lnTo>
                <a:lnTo>
                  <a:pt x="0" y="3"/>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382" name="Freeform 701"/>
          <p:cNvSpPr>
            <a:spLocks/>
          </p:cNvSpPr>
          <p:nvPr/>
        </p:nvSpPr>
        <p:spPr bwMode="auto">
          <a:xfrm>
            <a:off x="4954198" y="5344344"/>
            <a:ext cx="328304" cy="337760"/>
          </a:xfrm>
          <a:custGeom>
            <a:avLst/>
            <a:gdLst>
              <a:gd name="T0" fmla="*/ 187 w 188"/>
              <a:gd name="T1" fmla="*/ 43 h 171"/>
              <a:gd name="T2" fmla="*/ 187 w 188"/>
              <a:gd name="T3" fmla="*/ 58 h 171"/>
              <a:gd name="T4" fmla="*/ 187 w 188"/>
              <a:gd name="T5" fmla="*/ 70 h 171"/>
              <a:gd name="T6" fmla="*/ 182 w 188"/>
              <a:gd name="T7" fmla="*/ 90 h 171"/>
              <a:gd name="T8" fmla="*/ 165 w 188"/>
              <a:gd name="T9" fmla="*/ 110 h 171"/>
              <a:gd name="T10" fmla="*/ 147 w 188"/>
              <a:gd name="T11" fmla="*/ 132 h 171"/>
              <a:gd name="T12" fmla="*/ 128 w 188"/>
              <a:gd name="T13" fmla="*/ 150 h 171"/>
              <a:gd name="T14" fmla="*/ 108 w 188"/>
              <a:gd name="T15" fmla="*/ 162 h 171"/>
              <a:gd name="T16" fmla="*/ 94 w 188"/>
              <a:gd name="T17" fmla="*/ 165 h 171"/>
              <a:gd name="T18" fmla="*/ 90 w 188"/>
              <a:gd name="T19" fmla="*/ 162 h 171"/>
              <a:gd name="T20" fmla="*/ 84 w 188"/>
              <a:gd name="T21" fmla="*/ 161 h 171"/>
              <a:gd name="T22" fmla="*/ 78 w 188"/>
              <a:gd name="T23" fmla="*/ 162 h 171"/>
              <a:gd name="T24" fmla="*/ 73 w 188"/>
              <a:gd name="T25" fmla="*/ 164 h 171"/>
              <a:gd name="T26" fmla="*/ 68 w 188"/>
              <a:gd name="T27" fmla="*/ 168 h 171"/>
              <a:gd name="T28" fmla="*/ 62 w 188"/>
              <a:gd name="T29" fmla="*/ 168 h 171"/>
              <a:gd name="T30" fmla="*/ 56 w 188"/>
              <a:gd name="T31" fmla="*/ 165 h 171"/>
              <a:gd name="T32" fmla="*/ 52 w 188"/>
              <a:gd name="T33" fmla="*/ 166 h 171"/>
              <a:gd name="T34" fmla="*/ 47 w 188"/>
              <a:gd name="T35" fmla="*/ 170 h 171"/>
              <a:gd name="T36" fmla="*/ 42 w 188"/>
              <a:gd name="T37" fmla="*/ 168 h 171"/>
              <a:gd name="T38" fmla="*/ 37 w 188"/>
              <a:gd name="T39" fmla="*/ 165 h 171"/>
              <a:gd name="T40" fmla="*/ 29 w 188"/>
              <a:gd name="T41" fmla="*/ 164 h 171"/>
              <a:gd name="T42" fmla="*/ 25 w 188"/>
              <a:gd name="T43" fmla="*/ 163 h 171"/>
              <a:gd name="T44" fmla="*/ 23 w 188"/>
              <a:gd name="T45" fmla="*/ 156 h 171"/>
              <a:gd name="T46" fmla="*/ 24 w 188"/>
              <a:gd name="T47" fmla="*/ 143 h 171"/>
              <a:gd name="T48" fmla="*/ 22 w 188"/>
              <a:gd name="T49" fmla="*/ 128 h 171"/>
              <a:gd name="T50" fmla="*/ 13 w 188"/>
              <a:gd name="T51" fmla="*/ 110 h 171"/>
              <a:gd name="T52" fmla="*/ 9 w 188"/>
              <a:gd name="T53" fmla="*/ 93 h 171"/>
              <a:gd name="T54" fmla="*/ 0 w 188"/>
              <a:gd name="T55" fmla="*/ 85 h 171"/>
              <a:gd name="T56" fmla="*/ 38 w 188"/>
              <a:gd name="T57" fmla="*/ 56 h 171"/>
              <a:gd name="T58" fmla="*/ 58 w 188"/>
              <a:gd name="T59" fmla="*/ 58 h 171"/>
              <a:gd name="T60" fmla="*/ 70 w 188"/>
              <a:gd name="T61" fmla="*/ 58 h 171"/>
              <a:gd name="T62" fmla="*/ 83 w 188"/>
              <a:gd name="T63" fmla="*/ 39 h 171"/>
              <a:gd name="T64" fmla="*/ 109 w 188"/>
              <a:gd name="T65" fmla="*/ 44 h 171"/>
              <a:gd name="T66" fmla="*/ 109 w 188"/>
              <a:gd name="T67" fmla="*/ 31 h 171"/>
              <a:gd name="T68" fmla="*/ 115 w 188"/>
              <a:gd name="T69" fmla="*/ 29 h 171"/>
              <a:gd name="T70" fmla="*/ 126 w 188"/>
              <a:gd name="T71" fmla="*/ 18 h 171"/>
              <a:gd name="T72" fmla="*/ 140 w 188"/>
              <a:gd name="T73" fmla="*/ 6 h 171"/>
              <a:gd name="T74" fmla="*/ 153 w 188"/>
              <a:gd name="T75" fmla="*/ 0 h 171"/>
              <a:gd name="T76" fmla="*/ 176 w 188"/>
              <a:gd name="T77" fmla="*/ 3 h 171"/>
              <a:gd name="T78" fmla="*/ 187 w 188"/>
              <a:gd name="T79" fmla="*/ 43 h 1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88"/>
              <a:gd name="T121" fmla="*/ 0 h 171"/>
              <a:gd name="T122" fmla="*/ 188 w 188"/>
              <a:gd name="T123" fmla="*/ 171 h 17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88" h="171">
                <a:moveTo>
                  <a:pt x="187" y="43"/>
                </a:moveTo>
                <a:lnTo>
                  <a:pt x="187" y="58"/>
                </a:lnTo>
                <a:lnTo>
                  <a:pt x="187" y="70"/>
                </a:lnTo>
                <a:lnTo>
                  <a:pt x="182" y="90"/>
                </a:lnTo>
                <a:lnTo>
                  <a:pt x="165" y="110"/>
                </a:lnTo>
                <a:lnTo>
                  <a:pt x="147" y="132"/>
                </a:lnTo>
                <a:lnTo>
                  <a:pt x="128" y="150"/>
                </a:lnTo>
                <a:lnTo>
                  <a:pt x="108" y="162"/>
                </a:lnTo>
                <a:lnTo>
                  <a:pt x="94" y="165"/>
                </a:lnTo>
                <a:lnTo>
                  <a:pt x="90" y="162"/>
                </a:lnTo>
                <a:lnTo>
                  <a:pt x="84" y="161"/>
                </a:lnTo>
                <a:lnTo>
                  <a:pt x="78" y="162"/>
                </a:lnTo>
                <a:lnTo>
                  <a:pt x="73" y="164"/>
                </a:lnTo>
                <a:lnTo>
                  <a:pt x="68" y="168"/>
                </a:lnTo>
                <a:lnTo>
                  <a:pt x="62" y="168"/>
                </a:lnTo>
                <a:lnTo>
                  <a:pt x="56" y="165"/>
                </a:lnTo>
                <a:lnTo>
                  <a:pt x="52" y="166"/>
                </a:lnTo>
                <a:lnTo>
                  <a:pt x="47" y="170"/>
                </a:lnTo>
                <a:lnTo>
                  <a:pt x="42" y="168"/>
                </a:lnTo>
                <a:lnTo>
                  <a:pt x="37" y="165"/>
                </a:lnTo>
                <a:lnTo>
                  <a:pt x="29" y="164"/>
                </a:lnTo>
                <a:lnTo>
                  <a:pt x="25" y="163"/>
                </a:lnTo>
                <a:lnTo>
                  <a:pt x="23" y="156"/>
                </a:lnTo>
                <a:lnTo>
                  <a:pt x="24" y="143"/>
                </a:lnTo>
                <a:lnTo>
                  <a:pt x="22" y="128"/>
                </a:lnTo>
                <a:lnTo>
                  <a:pt x="13" y="110"/>
                </a:lnTo>
                <a:lnTo>
                  <a:pt x="9" y="93"/>
                </a:lnTo>
                <a:lnTo>
                  <a:pt x="0" y="85"/>
                </a:lnTo>
                <a:lnTo>
                  <a:pt x="38" y="56"/>
                </a:lnTo>
                <a:lnTo>
                  <a:pt x="58" y="58"/>
                </a:lnTo>
                <a:lnTo>
                  <a:pt x="70" y="58"/>
                </a:lnTo>
                <a:lnTo>
                  <a:pt x="83" y="39"/>
                </a:lnTo>
                <a:lnTo>
                  <a:pt x="109" y="44"/>
                </a:lnTo>
                <a:lnTo>
                  <a:pt x="109" y="31"/>
                </a:lnTo>
                <a:lnTo>
                  <a:pt x="115" y="29"/>
                </a:lnTo>
                <a:lnTo>
                  <a:pt x="126" y="18"/>
                </a:lnTo>
                <a:lnTo>
                  <a:pt x="140" y="6"/>
                </a:lnTo>
                <a:lnTo>
                  <a:pt x="153" y="0"/>
                </a:lnTo>
                <a:lnTo>
                  <a:pt x="176" y="3"/>
                </a:lnTo>
                <a:lnTo>
                  <a:pt x="187" y="43"/>
                </a:lnTo>
              </a:path>
            </a:pathLst>
          </a:custGeom>
          <a:solidFill>
            <a:srgbClr val="FDE3BA"/>
          </a:solidFill>
          <a:ln w="12700" cap="rnd">
            <a:solidFill>
              <a:schemeClr val="tx1"/>
            </a:solidFill>
            <a:round/>
            <a:headEnd/>
            <a:tailEnd/>
          </a:ln>
        </p:spPr>
        <p:txBody>
          <a:bodyPr/>
          <a:lstStyle/>
          <a:p>
            <a:endParaRPr lang="en-US"/>
          </a:p>
        </p:txBody>
      </p:sp>
      <p:sp>
        <p:nvSpPr>
          <p:cNvPr id="6383" name="Freeform 702"/>
          <p:cNvSpPr>
            <a:spLocks/>
          </p:cNvSpPr>
          <p:nvPr/>
        </p:nvSpPr>
        <p:spPr bwMode="auto">
          <a:xfrm>
            <a:off x="4278379" y="4390317"/>
            <a:ext cx="162406" cy="209372"/>
          </a:xfrm>
          <a:custGeom>
            <a:avLst/>
            <a:gdLst>
              <a:gd name="T0" fmla="*/ 0 w 93"/>
              <a:gd name="T1" fmla="*/ 8 h 106"/>
              <a:gd name="T2" fmla="*/ 8 w 93"/>
              <a:gd name="T3" fmla="*/ 4 h 106"/>
              <a:gd name="T4" fmla="*/ 28 w 93"/>
              <a:gd name="T5" fmla="*/ 0 h 106"/>
              <a:gd name="T6" fmla="*/ 37 w 93"/>
              <a:gd name="T7" fmla="*/ 1 h 106"/>
              <a:gd name="T8" fmla="*/ 41 w 93"/>
              <a:gd name="T9" fmla="*/ 3 h 106"/>
              <a:gd name="T10" fmla="*/ 47 w 93"/>
              <a:gd name="T11" fmla="*/ 5 h 106"/>
              <a:gd name="T12" fmla="*/ 56 w 93"/>
              <a:gd name="T13" fmla="*/ 6 h 106"/>
              <a:gd name="T14" fmla="*/ 66 w 93"/>
              <a:gd name="T15" fmla="*/ 6 h 106"/>
              <a:gd name="T16" fmla="*/ 74 w 93"/>
              <a:gd name="T17" fmla="*/ 5 h 106"/>
              <a:gd name="T18" fmla="*/ 79 w 93"/>
              <a:gd name="T19" fmla="*/ 8 h 106"/>
              <a:gd name="T20" fmla="*/ 83 w 93"/>
              <a:gd name="T21" fmla="*/ 16 h 106"/>
              <a:gd name="T22" fmla="*/ 85 w 93"/>
              <a:gd name="T23" fmla="*/ 22 h 106"/>
              <a:gd name="T24" fmla="*/ 86 w 93"/>
              <a:gd name="T25" fmla="*/ 24 h 106"/>
              <a:gd name="T26" fmla="*/ 87 w 93"/>
              <a:gd name="T27" fmla="*/ 27 h 106"/>
              <a:gd name="T28" fmla="*/ 90 w 93"/>
              <a:gd name="T29" fmla="*/ 36 h 106"/>
              <a:gd name="T30" fmla="*/ 92 w 93"/>
              <a:gd name="T31" fmla="*/ 44 h 106"/>
              <a:gd name="T32" fmla="*/ 92 w 93"/>
              <a:gd name="T33" fmla="*/ 49 h 106"/>
              <a:gd name="T34" fmla="*/ 89 w 93"/>
              <a:gd name="T35" fmla="*/ 53 h 106"/>
              <a:gd name="T36" fmla="*/ 83 w 93"/>
              <a:gd name="T37" fmla="*/ 58 h 106"/>
              <a:gd name="T38" fmla="*/ 79 w 93"/>
              <a:gd name="T39" fmla="*/ 65 h 106"/>
              <a:gd name="T40" fmla="*/ 80 w 93"/>
              <a:gd name="T41" fmla="*/ 70 h 106"/>
              <a:gd name="T42" fmla="*/ 85 w 93"/>
              <a:gd name="T43" fmla="*/ 77 h 106"/>
              <a:gd name="T44" fmla="*/ 87 w 93"/>
              <a:gd name="T45" fmla="*/ 86 h 106"/>
              <a:gd name="T46" fmla="*/ 87 w 93"/>
              <a:gd name="T47" fmla="*/ 98 h 106"/>
              <a:gd name="T48" fmla="*/ 87 w 93"/>
              <a:gd name="T49" fmla="*/ 103 h 106"/>
              <a:gd name="T50" fmla="*/ 87 w 93"/>
              <a:gd name="T51" fmla="*/ 105 h 106"/>
              <a:gd name="T52" fmla="*/ 83 w 93"/>
              <a:gd name="T53" fmla="*/ 105 h 106"/>
              <a:gd name="T54" fmla="*/ 74 w 93"/>
              <a:gd name="T55" fmla="*/ 100 h 106"/>
              <a:gd name="T56" fmla="*/ 64 w 93"/>
              <a:gd name="T57" fmla="*/ 89 h 106"/>
              <a:gd name="T58" fmla="*/ 55 w 93"/>
              <a:gd name="T59" fmla="*/ 79 h 106"/>
              <a:gd name="T60" fmla="*/ 45 w 93"/>
              <a:gd name="T61" fmla="*/ 69 h 106"/>
              <a:gd name="T62" fmla="*/ 36 w 93"/>
              <a:gd name="T63" fmla="*/ 60 h 106"/>
              <a:gd name="T64" fmla="*/ 32 w 93"/>
              <a:gd name="T65" fmla="*/ 53 h 106"/>
              <a:gd name="T66" fmla="*/ 32 w 93"/>
              <a:gd name="T67" fmla="*/ 44 h 106"/>
              <a:gd name="T68" fmla="*/ 24 w 93"/>
              <a:gd name="T69" fmla="*/ 36 h 106"/>
              <a:gd name="T70" fmla="*/ 8 w 93"/>
              <a:gd name="T71" fmla="*/ 21 h 106"/>
              <a:gd name="T72" fmla="*/ 0 w 93"/>
              <a:gd name="T73" fmla="*/ 8 h 1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3"/>
              <a:gd name="T112" fmla="*/ 0 h 106"/>
              <a:gd name="T113" fmla="*/ 93 w 93"/>
              <a:gd name="T114" fmla="*/ 106 h 1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3" h="106">
                <a:moveTo>
                  <a:pt x="0" y="8"/>
                </a:moveTo>
                <a:lnTo>
                  <a:pt x="8" y="4"/>
                </a:lnTo>
                <a:lnTo>
                  <a:pt x="28" y="0"/>
                </a:lnTo>
                <a:lnTo>
                  <a:pt x="37" y="1"/>
                </a:lnTo>
                <a:lnTo>
                  <a:pt x="41" y="3"/>
                </a:lnTo>
                <a:lnTo>
                  <a:pt x="47" y="5"/>
                </a:lnTo>
                <a:lnTo>
                  <a:pt x="56" y="6"/>
                </a:lnTo>
                <a:lnTo>
                  <a:pt x="66" y="6"/>
                </a:lnTo>
                <a:lnTo>
                  <a:pt x="74" y="5"/>
                </a:lnTo>
                <a:lnTo>
                  <a:pt x="79" y="8"/>
                </a:lnTo>
                <a:lnTo>
                  <a:pt x="83" y="16"/>
                </a:lnTo>
                <a:lnTo>
                  <a:pt x="85" y="22"/>
                </a:lnTo>
                <a:lnTo>
                  <a:pt x="86" y="24"/>
                </a:lnTo>
                <a:lnTo>
                  <a:pt x="87" y="27"/>
                </a:lnTo>
                <a:lnTo>
                  <a:pt x="90" y="36"/>
                </a:lnTo>
                <a:lnTo>
                  <a:pt x="92" y="44"/>
                </a:lnTo>
                <a:lnTo>
                  <a:pt x="92" y="49"/>
                </a:lnTo>
                <a:lnTo>
                  <a:pt x="89" y="53"/>
                </a:lnTo>
                <a:lnTo>
                  <a:pt x="83" y="58"/>
                </a:lnTo>
                <a:lnTo>
                  <a:pt x="79" y="65"/>
                </a:lnTo>
                <a:lnTo>
                  <a:pt x="80" y="70"/>
                </a:lnTo>
                <a:lnTo>
                  <a:pt x="85" y="77"/>
                </a:lnTo>
                <a:lnTo>
                  <a:pt x="87" y="86"/>
                </a:lnTo>
                <a:lnTo>
                  <a:pt x="87" y="98"/>
                </a:lnTo>
                <a:lnTo>
                  <a:pt x="87" y="103"/>
                </a:lnTo>
                <a:lnTo>
                  <a:pt x="87" y="105"/>
                </a:lnTo>
                <a:lnTo>
                  <a:pt x="83" y="105"/>
                </a:lnTo>
                <a:lnTo>
                  <a:pt x="74" y="100"/>
                </a:lnTo>
                <a:lnTo>
                  <a:pt x="64" y="89"/>
                </a:lnTo>
                <a:lnTo>
                  <a:pt x="55" y="79"/>
                </a:lnTo>
                <a:lnTo>
                  <a:pt x="45" y="69"/>
                </a:lnTo>
                <a:lnTo>
                  <a:pt x="36" y="60"/>
                </a:lnTo>
                <a:lnTo>
                  <a:pt x="32" y="53"/>
                </a:lnTo>
                <a:lnTo>
                  <a:pt x="32" y="44"/>
                </a:lnTo>
                <a:lnTo>
                  <a:pt x="24" y="36"/>
                </a:lnTo>
                <a:lnTo>
                  <a:pt x="8" y="21"/>
                </a:lnTo>
                <a:lnTo>
                  <a:pt x="0" y="8"/>
                </a:lnTo>
              </a:path>
            </a:pathLst>
          </a:custGeom>
          <a:solidFill>
            <a:srgbClr val="FDE3BA"/>
          </a:solidFill>
          <a:ln w="12700" cap="rnd">
            <a:solidFill>
              <a:schemeClr val="tx1"/>
            </a:solidFill>
            <a:round/>
            <a:headEnd/>
            <a:tailEnd/>
          </a:ln>
        </p:spPr>
        <p:txBody>
          <a:bodyPr/>
          <a:lstStyle/>
          <a:p>
            <a:endParaRPr lang="en-US"/>
          </a:p>
        </p:txBody>
      </p:sp>
      <p:sp>
        <p:nvSpPr>
          <p:cNvPr id="6384" name="Freeform 703"/>
          <p:cNvSpPr>
            <a:spLocks/>
          </p:cNvSpPr>
          <p:nvPr/>
        </p:nvSpPr>
        <p:spPr bwMode="auto">
          <a:xfrm>
            <a:off x="5131665" y="3862936"/>
            <a:ext cx="213049" cy="268629"/>
          </a:xfrm>
          <a:custGeom>
            <a:avLst/>
            <a:gdLst>
              <a:gd name="T0" fmla="*/ 0 w 122"/>
              <a:gd name="T1" fmla="*/ 0 h 136"/>
              <a:gd name="T2" fmla="*/ 7 w 122"/>
              <a:gd name="T3" fmla="*/ 3 h 136"/>
              <a:gd name="T4" fmla="*/ 30 w 122"/>
              <a:gd name="T5" fmla="*/ 8 h 136"/>
              <a:gd name="T6" fmla="*/ 45 w 122"/>
              <a:gd name="T7" fmla="*/ 13 h 136"/>
              <a:gd name="T8" fmla="*/ 52 w 122"/>
              <a:gd name="T9" fmla="*/ 11 h 136"/>
              <a:gd name="T10" fmla="*/ 57 w 122"/>
              <a:gd name="T11" fmla="*/ 7 h 136"/>
              <a:gd name="T12" fmla="*/ 63 w 122"/>
              <a:gd name="T13" fmla="*/ 6 h 136"/>
              <a:gd name="T14" fmla="*/ 69 w 122"/>
              <a:gd name="T15" fmla="*/ 7 h 136"/>
              <a:gd name="T16" fmla="*/ 91 w 122"/>
              <a:gd name="T17" fmla="*/ 53 h 136"/>
              <a:gd name="T18" fmla="*/ 102 w 122"/>
              <a:gd name="T19" fmla="*/ 71 h 136"/>
              <a:gd name="T20" fmla="*/ 109 w 122"/>
              <a:gd name="T21" fmla="*/ 86 h 136"/>
              <a:gd name="T22" fmla="*/ 115 w 122"/>
              <a:gd name="T23" fmla="*/ 96 h 136"/>
              <a:gd name="T24" fmla="*/ 119 w 122"/>
              <a:gd name="T25" fmla="*/ 101 h 136"/>
              <a:gd name="T26" fmla="*/ 121 w 122"/>
              <a:gd name="T27" fmla="*/ 104 h 136"/>
              <a:gd name="T28" fmla="*/ 121 w 122"/>
              <a:gd name="T29" fmla="*/ 111 h 136"/>
              <a:gd name="T30" fmla="*/ 121 w 122"/>
              <a:gd name="T31" fmla="*/ 118 h 136"/>
              <a:gd name="T32" fmla="*/ 103 w 122"/>
              <a:gd name="T33" fmla="*/ 126 h 136"/>
              <a:gd name="T34" fmla="*/ 103 w 122"/>
              <a:gd name="T35" fmla="*/ 135 h 136"/>
              <a:gd name="T36" fmla="*/ 96 w 122"/>
              <a:gd name="T37" fmla="*/ 135 h 136"/>
              <a:gd name="T38" fmla="*/ 89 w 122"/>
              <a:gd name="T39" fmla="*/ 131 h 136"/>
              <a:gd name="T40" fmla="*/ 0 w 122"/>
              <a:gd name="T41" fmla="*/ 131 h 136"/>
              <a:gd name="T42" fmla="*/ 0 w 122"/>
              <a:gd name="T43" fmla="*/ 0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2"/>
              <a:gd name="T67" fmla="*/ 0 h 136"/>
              <a:gd name="T68" fmla="*/ 122 w 122"/>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2" h="136">
                <a:moveTo>
                  <a:pt x="0" y="0"/>
                </a:moveTo>
                <a:lnTo>
                  <a:pt x="7" y="3"/>
                </a:lnTo>
                <a:lnTo>
                  <a:pt x="30" y="8"/>
                </a:lnTo>
                <a:lnTo>
                  <a:pt x="45" y="13"/>
                </a:lnTo>
                <a:lnTo>
                  <a:pt x="52" y="11"/>
                </a:lnTo>
                <a:lnTo>
                  <a:pt x="57" y="7"/>
                </a:lnTo>
                <a:lnTo>
                  <a:pt x="63" y="6"/>
                </a:lnTo>
                <a:lnTo>
                  <a:pt x="69" y="7"/>
                </a:lnTo>
                <a:lnTo>
                  <a:pt x="91" y="53"/>
                </a:lnTo>
                <a:lnTo>
                  <a:pt x="102" y="71"/>
                </a:lnTo>
                <a:lnTo>
                  <a:pt x="109" y="86"/>
                </a:lnTo>
                <a:lnTo>
                  <a:pt x="115" y="96"/>
                </a:lnTo>
                <a:lnTo>
                  <a:pt x="119" y="101"/>
                </a:lnTo>
                <a:lnTo>
                  <a:pt x="121" y="104"/>
                </a:lnTo>
                <a:lnTo>
                  <a:pt x="121" y="111"/>
                </a:lnTo>
                <a:lnTo>
                  <a:pt x="121" y="118"/>
                </a:lnTo>
                <a:lnTo>
                  <a:pt x="103" y="126"/>
                </a:lnTo>
                <a:lnTo>
                  <a:pt x="103" y="135"/>
                </a:lnTo>
                <a:lnTo>
                  <a:pt x="96" y="135"/>
                </a:lnTo>
                <a:lnTo>
                  <a:pt x="89" y="131"/>
                </a:lnTo>
                <a:lnTo>
                  <a:pt x="0" y="131"/>
                </a:lnTo>
                <a:lnTo>
                  <a:pt x="0" y="0"/>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385" name="Freeform 704"/>
          <p:cNvSpPr>
            <a:spLocks/>
          </p:cNvSpPr>
          <p:nvPr/>
        </p:nvSpPr>
        <p:spPr bwMode="auto">
          <a:xfrm>
            <a:off x="4461085" y="3685168"/>
            <a:ext cx="415619" cy="507628"/>
          </a:xfrm>
          <a:custGeom>
            <a:avLst/>
            <a:gdLst>
              <a:gd name="T0" fmla="*/ 234 w 238"/>
              <a:gd name="T1" fmla="*/ 67 h 257"/>
              <a:gd name="T2" fmla="*/ 230 w 238"/>
              <a:gd name="T3" fmla="*/ 63 h 257"/>
              <a:gd name="T4" fmla="*/ 221 w 238"/>
              <a:gd name="T5" fmla="*/ 59 h 257"/>
              <a:gd name="T6" fmla="*/ 218 w 238"/>
              <a:gd name="T7" fmla="*/ 56 h 257"/>
              <a:gd name="T8" fmla="*/ 218 w 238"/>
              <a:gd name="T9" fmla="*/ 52 h 257"/>
              <a:gd name="T10" fmla="*/ 222 w 238"/>
              <a:gd name="T11" fmla="*/ 45 h 257"/>
              <a:gd name="T12" fmla="*/ 225 w 238"/>
              <a:gd name="T13" fmla="*/ 38 h 257"/>
              <a:gd name="T14" fmla="*/ 227 w 238"/>
              <a:gd name="T15" fmla="*/ 24 h 257"/>
              <a:gd name="T16" fmla="*/ 220 w 238"/>
              <a:gd name="T17" fmla="*/ 11 h 257"/>
              <a:gd name="T18" fmla="*/ 214 w 238"/>
              <a:gd name="T19" fmla="*/ 0 h 257"/>
              <a:gd name="T20" fmla="*/ 202 w 238"/>
              <a:gd name="T21" fmla="*/ 3 h 257"/>
              <a:gd name="T22" fmla="*/ 191 w 238"/>
              <a:gd name="T23" fmla="*/ 6 h 257"/>
              <a:gd name="T24" fmla="*/ 177 w 238"/>
              <a:gd name="T25" fmla="*/ 8 h 257"/>
              <a:gd name="T26" fmla="*/ 165 w 238"/>
              <a:gd name="T27" fmla="*/ 9 h 257"/>
              <a:gd name="T28" fmla="*/ 158 w 238"/>
              <a:gd name="T29" fmla="*/ 11 h 257"/>
              <a:gd name="T30" fmla="*/ 144 w 238"/>
              <a:gd name="T31" fmla="*/ 10 h 257"/>
              <a:gd name="T32" fmla="*/ 123 w 238"/>
              <a:gd name="T33" fmla="*/ 11 h 257"/>
              <a:gd name="T34" fmla="*/ 111 w 238"/>
              <a:gd name="T35" fmla="*/ 13 h 257"/>
              <a:gd name="T36" fmla="*/ 104 w 238"/>
              <a:gd name="T37" fmla="*/ 14 h 257"/>
              <a:gd name="T38" fmla="*/ 99 w 238"/>
              <a:gd name="T39" fmla="*/ 16 h 257"/>
              <a:gd name="T40" fmla="*/ 93 w 238"/>
              <a:gd name="T41" fmla="*/ 20 h 257"/>
              <a:gd name="T42" fmla="*/ 83 w 238"/>
              <a:gd name="T43" fmla="*/ 25 h 257"/>
              <a:gd name="T44" fmla="*/ 77 w 238"/>
              <a:gd name="T45" fmla="*/ 30 h 257"/>
              <a:gd name="T46" fmla="*/ 80 w 238"/>
              <a:gd name="T47" fmla="*/ 30 h 257"/>
              <a:gd name="T48" fmla="*/ 83 w 238"/>
              <a:gd name="T49" fmla="*/ 39 h 257"/>
              <a:gd name="T50" fmla="*/ 80 w 238"/>
              <a:gd name="T51" fmla="*/ 42 h 257"/>
              <a:gd name="T52" fmla="*/ 76 w 238"/>
              <a:gd name="T53" fmla="*/ 45 h 257"/>
              <a:gd name="T54" fmla="*/ 78 w 238"/>
              <a:gd name="T55" fmla="*/ 52 h 257"/>
              <a:gd name="T56" fmla="*/ 82 w 238"/>
              <a:gd name="T57" fmla="*/ 71 h 257"/>
              <a:gd name="T58" fmla="*/ 70 w 238"/>
              <a:gd name="T59" fmla="*/ 84 h 257"/>
              <a:gd name="T60" fmla="*/ 48 w 238"/>
              <a:gd name="T61" fmla="*/ 99 h 257"/>
              <a:gd name="T62" fmla="*/ 24 w 238"/>
              <a:gd name="T63" fmla="*/ 112 h 257"/>
              <a:gd name="T64" fmla="*/ 9 w 238"/>
              <a:gd name="T65" fmla="*/ 116 h 257"/>
              <a:gd name="T66" fmla="*/ 2 w 238"/>
              <a:gd name="T67" fmla="*/ 121 h 257"/>
              <a:gd name="T68" fmla="*/ 0 w 238"/>
              <a:gd name="T69" fmla="*/ 125 h 257"/>
              <a:gd name="T70" fmla="*/ 0 w 238"/>
              <a:gd name="T71" fmla="*/ 126 h 257"/>
              <a:gd name="T72" fmla="*/ 0 w 238"/>
              <a:gd name="T73" fmla="*/ 141 h 257"/>
              <a:gd name="T74" fmla="*/ 122 w 238"/>
              <a:gd name="T75" fmla="*/ 240 h 257"/>
              <a:gd name="T76" fmla="*/ 140 w 238"/>
              <a:gd name="T77" fmla="*/ 249 h 257"/>
              <a:gd name="T78" fmla="*/ 144 w 238"/>
              <a:gd name="T79" fmla="*/ 256 h 257"/>
              <a:gd name="T80" fmla="*/ 237 w 238"/>
              <a:gd name="T81" fmla="*/ 192 h 257"/>
              <a:gd name="T82" fmla="*/ 230 w 238"/>
              <a:gd name="T83" fmla="*/ 186 h 257"/>
              <a:gd name="T84" fmla="*/ 227 w 238"/>
              <a:gd name="T85" fmla="*/ 181 h 257"/>
              <a:gd name="T86" fmla="*/ 221 w 238"/>
              <a:gd name="T87" fmla="*/ 181 h 257"/>
              <a:gd name="T88" fmla="*/ 214 w 238"/>
              <a:gd name="T89" fmla="*/ 181 h 257"/>
              <a:gd name="T90" fmla="*/ 208 w 238"/>
              <a:gd name="T91" fmla="*/ 177 h 257"/>
              <a:gd name="T92" fmla="*/ 206 w 238"/>
              <a:gd name="T93" fmla="*/ 163 h 257"/>
              <a:gd name="T94" fmla="*/ 211 w 238"/>
              <a:gd name="T95" fmla="*/ 151 h 257"/>
              <a:gd name="T96" fmla="*/ 212 w 238"/>
              <a:gd name="T97" fmla="*/ 142 h 257"/>
              <a:gd name="T98" fmla="*/ 208 w 238"/>
              <a:gd name="T99" fmla="*/ 141 h 257"/>
              <a:gd name="T100" fmla="*/ 206 w 238"/>
              <a:gd name="T101" fmla="*/ 92 h 257"/>
              <a:gd name="T102" fmla="*/ 216 w 238"/>
              <a:gd name="T103" fmla="*/ 85 h 257"/>
              <a:gd name="T104" fmla="*/ 216 w 238"/>
              <a:gd name="T105" fmla="*/ 73 h 257"/>
              <a:gd name="T106" fmla="*/ 234 w 238"/>
              <a:gd name="T107" fmla="*/ 67 h 25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8"/>
              <a:gd name="T163" fmla="*/ 0 h 257"/>
              <a:gd name="T164" fmla="*/ 238 w 238"/>
              <a:gd name="T165" fmla="*/ 257 h 25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8" h="257">
                <a:moveTo>
                  <a:pt x="234" y="67"/>
                </a:moveTo>
                <a:lnTo>
                  <a:pt x="230" y="63"/>
                </a:lnTo>
                <a:lnTo>
                  <a:pt x="221" y="59"/>
                </a:lnTo>
                <a:lnTo>
                  <a:pt x="218" y="56"/>
                </a:lnTo>
                <a:lnTo>
                  <a:pt x="218" y="52"/>
                </a:lnTo>
                <a:lnTo>
                  <a:pt x="222" y="45"/>
                </a:lnTo>
                <a:lnTo>
                  <a:pt x="225" y="38"/>
                </a:lnTo>
                <a:lnTo>
                  <a:pt x="227" y="24"/>
                </a:lnTo>
                <a:lnTo>
                  <a:pt x="220" y="11"/>
                </a:lnTo>
                <a:lnTo>
                  <a:pt x="214" y="0"/>
                </a:lnTo>
                <a:lnTo>
                  <a:pt x="202" y="3"/>
                </a:lnTo>
                <a:lnTo>
                  <a:pt x="191" y="6"/>
                </a:lnTo>
                <a:lnTo>
                  <a:pt x="177" y="8"/>
                </a:lnTo>
                <a:lnTo>
                  <a:pt x="165" y="9"/>
                </a:lnTo>
                <a:lnTo>
                  <a:pt x="158" y="11"/>
                </a:lnTo>
                <a:lnTo>
                  <a:pt x="144" y="10"/>
                </a:lnTo>
                <a:lnTo>
                  <a:pt x="123" y="11"/>
                </a:lnTo>
                <a:lnTo>
                  <a:pt x="111" y="13"/>
                </a:lnTo>
                <a:lnTo>
                  <a:pt x="104" y="14"/>
                </a:lnTo>
                <a:lnTo>
                  <a:pt x="99" y="16"/>
                </a:lnTo>
                <a:lnTo>
                  <a:pt x="93" y="20"/>
                </a:lnTo>
                <a:lnTo>
                  <a:pt x="83" y="25"/>
                </a:lnTo>
                <a:lnTo>
                  <a:pt x="77" y="30"/>
                </a:lnTo>
                <a:lnTo>
                  <a:pt x="80" y="30"/>
                </a:lnTo>
                <a:lnTo>
                  <a:pt x="83" y="39"/>
                </a:lnTo>
                <a:lnTo>
                  <a:pt x="80" y="42"/>
                </a:lnTo>
                <a:lnTo>
                  <a:pt x="76" y="45"/>
                </a:lnTo>
                <a:lnTo>
                  <a:pt x="78" y="52"/>
                </a:lnTo>
                <a:lnTo>
                  <a:pt x="82" y="71"/>
                </a:lnTo>
                <a:lnTo>
                  <a:pt x="70" y="84"/>
                </a:lnTo>
                <a:lnTo>
                  <a:pt x="48" y="99"/>
                </a:lnTo>
                <a:lnTo>
                  <a:pt x="24" y="112"/>
                </a:lnTo>
                <a:lnTo>
                  <a:pt x="9" y="116"/>
                </a:lnTo>
                <a:lnTo>
                  <a:pt x="2" y="121"/>
                </a:lnTo>
                <a:lnTo>
                  <a:pt x="0" y="125"/>
                </a:lnTo>
                <a:lnTo>
                  <a:pt x="0" y="126"/>
                </a:lnTo>
                <a:lnTo>
                  <a:pt x="0" y="141"/>
                </a:lnTo>
                <a:lnTo>
                  <a:pt x="122" y="240"/>
                </a:lnTo>
                <a:lnTo>
                  <a:pt x="140" y="249"/>
                </a:lnTo>
                <a:lnTo>
                  <a:pt x="144" y="256"/>
                </a:lnTo>
                <a:lnTo>
                  <a:pt x="237" y="192"/>
                </a:lnTo>
                <a:lnTo>
                  <a:pt x="230" y="186"/>
                </a:lnTo>
                <a:lnTo>
                  <a:pt x="227" y="181"/>
                </a:lnTo>
                <a:lnTo>
                  <a:pt x="221" y="181"/>
                </a:lnTo>
                <a:lnTo>
                  <a:pt x="214" y="181"/>
                </a:lnTo>
                <a:lnTo>
                  <a:pt x="208" y="177"/>
                </a:lnTo>
                <a:lnTo>
                  <a:pt x="206" y="163"/>
                </a:lnTo>
                <a:lnTo>
                  <a:pt x="211" y="151"/>
                </a:lnTo>
                <a:lnTo>
                  <a:pt x="212" y="142"/>
                </a:lnTo>
                <a:lnTo>
                  <a:pt x="208" y="141"/>
                </a:lnTo>
                <a:lnTo>
                  <a:pt x="206" y="92"/>
                </a:lnTo>
                <a:lnTo>
                  <a:pt x="216" y="85"/>
                </a:lnTo>
                <a:lnTo>
                  <a:pt x="216" y="73"/>
                </a:lnTo>
                <a:lnTo>
                  <a:pt x="234" y="67"/>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386" name="Freeform 705"/>
          <p:cNvSpPr>
            <a:spLocks/>
          </p:cNvSpPr>
          <p:nvPr/>
        </p:nvSpPr>
        <p:spPr bwMode="auto">
          <a:xfrm>
            <a:off x="5509521" y="4256002"/>
            <a:ext cx="55882" cy="110612"/>
          </a:xfrm>
          <a:custGeom>
            <a:avLst/>
            <a:gdLst>
              <a:gd name="T0" fmla="*/ 13 w 32"/>
              <a:gd name="T1" fmla="*/ 55 h 56"/>
              <a:gd name="T2" fmla="*/ 9 w 32"/>
              <a:gd name="T3" fmla="*/ 52 h 56"/>
              <a:gd name="T4" fmla="*/ 8 w 32"/>
              <a:gd name="T5" fmla="*/ 47 h 56"/>
              <a:gd name="T6" fmla="*/ 8 w 32"/>
              <a:gd name="T7" fmla="*/ 42 h 56"/>
              <a:gd name="T8" fmla="*/ 8 w 32"/>
              <a:gd name="T9" fmla="*/ 37 h 56"/>
              <a:gd name="T10" fmla="*/ 7 w 32"/>
              <a:gd name="T11" fmla="*/ 34 h 56"/>
              <a:gd name="T12" fmla="*/ 6 w 32"/>
              <a:gd name="T13" fmla="*/ 34 h 56"/>
              <a:gd name="T14" fmla="*/ 5 w 32"/>
              <a:gd name="T15" fmla="*/ 32 h 56"/>
              <a:gd name="T16" fmla="*/ 3 w 32"/>
              <a:gd name="T17" fmla="*/ 27 h 56"/>
              <a:gd name="T18" fmla="*/ 0 w 32"/>
              <a:gd name="T19" fmla="*/ 15 h 56"/>
              <a:gd name="T20" fmla="*/ 0 w 32"/>
              <a:gd name="T21" fmla="*/ 6 h 56"/>
              <a:gd name="T22" fmla="*/ 0 w 32"/>
              <a:gd name="T23" fmla="*/ 2 h 56"/>
              <a:gd name="T24" fmla="*/ 3 w 32"/>
              <a:gd name="T25" fmla="*/ 0 h 56"/>
              <a:gd name="T26" fmla="*/ 16 w 32"/>
              <a:gd name="T27" fmla="*/ 1 h 56"/>
              <a:gd name="T28" fmla="*/ 29 w 32"/>
              <a:gd name="T29" fmla="*/ 8 h 56"/>
              <a:gd name="T30" fmla="*/ 31 w 32"/>
              <a:gd name="T31" fmla="*/ 14 h 56"/>
              <a:gd name="T32" fmla="*/ 24 w 32"/>
              <a:gd name="T33" fmla="*/ 32 h 56"/>
              <a:gd name="T34" fmla="*/ 21 w 32"/>
              <a:gd name="T35" fmla="*/ 36 h 56"/>
              <a:gd name="T36" fmla="*/ 15 w 32"/>
              <a:gd name="T37" fmla="*/ 39 h 56"/>
              <a:gd name="T38" fmla="*/ 13 w 32"/>
              <a:gd name="T39" fmla="*/ 55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2"/>
              <a:gd name="T61" fmla="*/ 0 h 56"/>
              <a:gd name="T62" fmla="*/ 32 w 32"/>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2" h="56">
                <a:moveTo>
                  <a:pt x="13" y="55"/>
                </a:moveTo>
                <a:lnTo>
                  <a:pt x="9" y="52"/>
                </a:lnTo>
                <a:lnTo>
                  <a:pt x="8" y="47"/>
                </a:lnTo>
                <a:lnTo>
                  <a:pt x="8" y="42"/>
                </a:lnTo>
                <a:lnTo>
                  <a:pt x="8" y="37"/>
                </a:lnTo>
                <a:lnTo>
                  <a:pt x="7" y="34"/>
                </a:lnTo>
                <a:lnTo>
                  <a:pt x="6" y="34"/>
                </a:lnTo>
                <a:lnTo>
                  <a:pt x="5" y="32"/>
                </a:lnTo>
                <a:lnTo>
                  <a:pt x="3" y="27"/>
                </a:lnTo>
                <a:lnTo>
                  <a:pt x="0" y="15"/>
                </a:lnTo>
                <a:lnTo>
                  <a:pt x="0" y="6"/>
                </a:lnTo>
                <a:lnTo>
                  <a:pt x="0" y="2"/>
                </a:lnTo>
                <a:lnTo>
                  <a:pt x="3" y="0"/>
                </a:lnTo>
                <a:lnTo>
                  <a:pt x="16" y="1"/>
                </a:lnTo>
                <a:lnTo>
                  <a:pt x="29" y="8"/>
                </a:lnTo>
                <a:lnTo>
                  <a:pt x="31" y="14"/>
                </a:lnTo>
                <a:lnTo>
                  <a:pt x="24" y="32"/>
                </a:lnTo>
                <a:lnTo>
                  <a:pt x="21" y="36"/>
                </a:lnTo>
                <a:lnTo>
                  <a:pt x="15" y="39"/>
                </a:lnTo>
                <a:lnTo>
                  <a:pt x="13" y="55"/>
                </a:lnTo>
              </a:path>
            </a:pathLst>
          </a:custGeom>
          <a:solidFill>
            <a:srgbClr val="FDE3BA"/>
          </a:solidFill>
          <a:ln w="12700" cap="rnd">
            <a:solidFill>
              <a:schemeClr val="tx1"/>
            </a:solidFill>
            <a:round/>
            <a:headEnd/>
            <a:tailEnd/>
          </a:ln>
        </p:spPr>
        <p:txBody>
          <a:bodyPr/>
          <a:lstStyle/>
          <a:p>
            <a:endParaRPr lang="en-US"/>
          </a:p>
        </p:txBody>
      </p:sp>
      <p:sp>
        <p:nvSpPr>
          <p:cNvPr id="6387" name="Freeform 706"/>
          <p:cNvSpPr>
            <a:spLocks/>
          </p:cNvSpPr>
          <p:nvPr/>
        </p:nvSpPr>
        <p:spPr bwMode="auto">
          <a:xfrm>
            <a:off x="5331398" y="3821456"/>
            <a:ext cx="511665" cy="450348"/>
          </a:xfrm>
          <a:custGeom>
            <a:avLst/>
            <a:gdLst>
              <a:gd name="T0" fmla="*/ 224 w 293"/>
              <a:gd name="T1" fmla="*/ 220 h 228"/>
              <a:gd name="T2" fmla="*/ 227 w 293"/>
              <a:gd name="T3" fmla="*/ 221 h 228"/>
              <a:gd name="T4" fmla="*/ 237 w 293"/>
              <a:gd name="T5" fmla="*/ 211 h 228"/>
              <a:gd name="T6" fmla="*/ 254 w 293"/>
              <a:gd name="T7" fmla="*/ 200 h 228"/>
              <a:gd name="T8" fmla="*/ 265 w 293"/>
              <a:gd name="T9" fmla="*/ 184 h 228"/>
              <a:gd name="T10" fmla="*/ 277 w 293"/>
              <a:gd name="T11" fmla="*/ 174 h 228"/>
              <a:gd name="T12" fmla="*/ 280 w 293"/>
              <a:gd name="T13" fmla="*/ 160 h 228"/>
              <a:gd name="T14" fmla="*/ 292 w 293"/>
              <a:gd name="T15" fmla="*/ 136 h 228"/>
              <a:gd name="T16" fmla="*/ 274 w 293"/>
              <a:gd name="T17" fmla="*/ 121 h 228"/>
              <a:gd name="T18" fmla="*/ 252 w 293"/>
              <a:gd name="T19" fmla="*/ 105 h 228"/>
              <a:gd name="T20" fmla="*/ 253 w 293"/>
              <a:gd name="T21" fmla="*/ 99 h 228"/>
              <a:gd name="T22" fmla="*/ 252 w 293"/>
              <a:gd name="T23" fmla="*/ 89 h 228"/>
              <a:gd name="T24" fmla="*/ 241 w 293"/>
              <a:gd name="T25" fmla="*/ 98 h 228"/>
              <a:gd name="T26" fmla="*/ 228 w 293"/>
              <a:gd name="T27" fmla="*/ 110 h 228"/>
              <a:gd name="T28" fmla="*/ 215 w 293"/>
              <a:gd name="T29" fmla="*/ 110 h 228"/>
              <a:gd name="T30" fmla="*/ 209 w 293"/>
              <a:gd name="T31" fmla="*/ 113 h 228"/>
              <a:gd name="T32" fmla="*/ 199 w 293"/>
              <a:gd name="T33" fmla="*/ 113 h 228"/>
              <a:gd name="T34" fmla="*/ 201 w 293"/>
              <a:gd name="T35" fmla="*/ 97 h 228"/>
              <a:gd name="T36" fmla="*/ 193 w 293"/>
              <a:gd name="T37" fmla="*/ 94 h 228"/>
              <a:gd name="T38" fmla="*/ 186 w 293"/>
              <a:gd name="T39" fmla="*/ 96 h 228"/>
              <a:gd name="T40" fmla="*/ 183 w 293"/>
              <a:gd name="T41" fmla="*/ 96 h 228"/>
              <a:gd name="T42" fmla="*/ 177 w 293"/>
              <a:gd name="T43" fmla="*/ 83 h 228"/>
              <a:gd name="T44" fmla="*/ 166 w 293"/>
              <a:gd name="T45" fmla="*/ 72 h 228"/>
              <a:gd name="T46" fmla="*/ 161 w 293"/>
              <a:gd name="T47" fmla="*/ 67 h 228"/>
              <a:gd name="T48" fmla="*/ 156 w 293"/>
              <a:gd name="T49" fmla="*/ 57 h 228"/>
              <a:gd name="T50" fmla="*/ 102 w 293"/>
              <a:gd name="T51" fmla="*/ 40 h 228"/>
              <a:gd name="T52" fmla="*/ 87 w 293"/>
              <a:gd name="T53" fmla="*/ 24 h 228"/>
              <a:gd name="T54" fmla="*/ 75 w 293"/>
              <a:gd name="T55" fmla="*/ 13 h 228"/>
              <a:gd name="T56" fmla="*/ 54 w 293"/>
              <a:gd name="T57" fmla="*/ 1 h 228"/>
              <a:gd name="T58" fmla="*/ 46 w 293"/>
              <a:gd name="T59" fmla="*/ 0 h 228"/>
              <a:gd name="T60" fmla="*/ 44 w 293"/>
              <a:gd name="T61" fmla="*/ 3 h 228"/>
              <a:gd name="T62" fmla="*/ 28 w 293"/>
              <a:gd name="T63" fmla="*/ 13 h 228"/>
              <a:gd name="T64" fmla="*/ 39 w 293"/>
              <a:gd name="T65" fmla="*/ 25 h 228"/>
              <a:gd name="T66" fmla="*/ 31 w 293"/>
              <a:gd name="T67" fmla="*/ 34 h 228"/>
              <a:gd name="T68" fmla="*/ 3 w 293"/>
              <a:gd name="T69" fmla="*/ 45 h 228"/>
              <a:gd name="T70" fmla="*/ 6 w 293"/>
              <a:gd name="T71" fmla="*/ 55 h 228"/>
              <a:gd name="T72" fmla="*/ 17 w 293"/>
              <a:gd name="T73" fmla="*/ 67 h 228"/>
              <a:gd name="T74" fmla="*/ 27 w 293"/>
              <a:gd name="T75" fmla="*/ 94 h 228"/>
              <a:gd name="T76" fmla="*/ 37 w 293"/>
              <a:gd name="T77" fmla="*/ 113 h 228"/>
              <a:gd name="T78" fmla="*/ 52 w 293"/>
              <a:gd name="T79" fmla="*/ 134 h 228"/>
              <a:gd name="T80" fmla="*/ 55 w 293"/>
              <a:gd name="T81" fmla="*/ 146 h 228"/>
              <a:gd name="T82" fmla="*/ 60 w 293"/>
              <a:gd name="T83" fmla="*/ 152 h 228"/>
              <a:gd name="T84" fmla="*/ 67 w 293"/>
              <a:gd name="T85" fmla="*/ 166 h 228"/>
              <a:gd name="T86" fmla="*/ 89 w 293"/>
              <a:gd name="T87" fmla="*/ 200 h 228"/>
              <a:gd name="T88" fmla="*/ 102 w 293"/>
              <a:gd name="T89" fmla="*/ 211 h 228"/>
              <a:gd name="T90" fmla="*/ 135 w 293"/>
              <a:gd name="T91" fmla="*/ 220 h 228"/>
              <a:gd name="T92" fmla="*/ 164 w 293"/>
              <a:gd name="T93" fmla="*/ 203 h 228"/>
              <a:gd name="T94" fmla="*/ 220 w 293"/>
              <a:gd name="T95" fmla="*/ 220 h 22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93"/>
              <a:gd name="T145" fmla="*/ 0 h 228"/>
              <a:gd name="T146" fmla="*/ 293 w 293"/>
              <a:gd name="T147" fmla="*/ 228 h 22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93" h="228">
                <a:moveTo>
                  <a:pt x="220" y="220"/>
                </a:moveTo>
                <a:lnTo>
                  <a:pt x="224" y="220"/>
                </a:lnTo>
                <a:lnTo>
                  <a:pt x="225" y="221"/>
                </a:lnTo>
                <a:lnTo>
                  <a:pt x="227" y="221"/>
                </a:lnTo>
                <a:lnTo>
                  <a:pt x="230" y="217"/>
                </a:lnTo>
                <a:lnTo>
                  <a:pt x="237" y="211"/>
                </a:lnTo>
                <a:lnTo>
                  <a:pt x="246" y="206"/>
                </a:lnTo>
                <a:lnTo>
                  <a:pt x="254" y="200"/>
                </a:lnTo>
                <a:lnTo>
                  <a:pt x="258" y="192"/>
                </a:lnTo>
                <a:lnTo>
                  <a:pt x="265" y="184"/>
                </a:lnTo>
                <a:lnTo>
                  <a:pt x="272" y="178"/>
                </a:lnTo>
                <a:lnTo>
                  <a:pt x="277" y="174"/>
                </a:lnTo>
                <a:lnTo>
                  <a:pt x="278" y="171"/>
                </a:lnTo>
                <a:lnTo>
                  <a:pt x="280" y="160"/>
                </a:lnTo>
                <a:lnTo>
                  <a:pt x="287" y="146"/>
                </a:lnTo>
                <a:lnTo>
                  <a:pt x="292" y="136"/>
                </a:lnTo>
                <a:lnTo>
                  <a:pt x="289" y="129"/>
                </a:lnTo>
                <a:lnTo>
                  <a:pt x="274" y="121"/>
                </a:lnTo>
                <a:lnTo>
                  <a:pt x="256" y="110"/>
                </a:lnTo>
                <a:lnTo>
                  <a:pt x="252" y="105"/>
                </a:lnTo>
                <a:lnTo>
                  <a:pt x="252" y="102"/>
                </a:lnTo>
                <a:lnTo>
                  <a:pt x="253" y="99"/>
                </a:lnTo>
                <a:lnTo>
                  <a:pt x="253" y="95"/>
                </a:lnTo>
                <a:lnTo>
                  <a:pt x="252" y="89"/>
                </a:lnTo>
                <a:lnTo>
                  <a:pt x="248" y="92"/>
                </a:lnTo>
                <a:lnTo>
                  <a:pt x="241" y="98"/>
                </a:lnTo>
                <a:lnTo>
                  <a:pt x="235" y="104"/>
                </a:lnTo>
                <a:lnTo>
                  <a:pt x="228" y="110"/>
                </a:lnTo>
                <a:lnTo>
                  <a:pt x="220" y="110"/>
                </a:lnTo>
                <a:lnTo>
                  <a:pt x="215" y="110"/>
                </a:lnTo>
                <a:lnTo>
                  <a:pt x="213" y="110"/>
                </a:lnTo>
                <a:lnTo>
                  <a:pt x="209" y="113"/>
                </a:lnTo>
                <a:lnTo>
                  <a:pt x="203" y="114"/>
                </a:lnTo>
                <a:lnTo>
                  <a:pt x="199" y="113"/>
                </a:lnTo>
                <a:lnTo>
                  <a:pt x="196" y="107"/>
                </a:lnTo>
                <a:lnTo>
                  <a:pt x="201" y="97"/>
                </a:lnTo>
                <a:lnTo>
                  <a:pt x="201" y="92"/>
                </a:lnTo>
                <a:lnTo>
                  <a:pt x="193" y="94"/>
                </a:lnTo>
                <a:lnTo>
                  <a:pt x="189" y="96"/>
                </a:lnTo>
                <a:lnTo>
                  <a:pt x="186" y="96"/>
                </a:lnTo>
                <a:lnTo>
                  <a:pt x="185" y="97"/>
                </a:lnTo>
                <a:lnTo>
                  <a:pt x="183" y="96"/>
                </a:lnTo>
                <a:lnTo>
                  <a:pt x="178" y="92"/>
                </a:lnTo>
                <a:lnTo>
                  <a:pt x="177" y="83"/>
                </a:lnTo>
                <a:lnTo>
                  <a:pt x="173" y="75"/>
                </a:lnTo>
                <a:lnTo>
                  <a:pt x="166" y="72"/>
                </a:lnTo>
                <a:lnTo>
                  <a:pt x="161" y="71"/>
                </a:lnTo>
                <a:lnTo>
                  <a:pt x="161" y="67"/>
                </a:lnTo>
                <a:lnTo>
                  <a:pt x="161" y="62"/>
                </a:lnTo>
                <a:lnTo>
                  <a:pt x="156" y="57"/>
                </a:lnTo>
                <a:lnTo>
                  <a:pt x="106" y="42"/>
                </a:lnTo>
                <a:lnTo>
                  <a:pt x="102" y="40"/>
                </a:lnTo>
                <a:lnTo>
                  <a:pt x="93" y="31"/>
                </a:lnTo>
                <a:lnTo>
                  <a:pt x="87" y="24"/>
                </a:lnTo>
                <a:lnTo>
                  <a:pt x="82" y="18"/>
                </a:lnTo>
                <a:lnTo>
                  <a:pt x="75" y="13"/>
                </a:lnTo>
                <a:lnTo>
                  <a:pt x="65" y="7"/>
                </a:lnTo>
                <a:lnTo>
                  <a:pt x="54" y="1"/>
                </a:lnTo>
                <a:lnTo>
                  <a:pt x="48" y="0"/>
                </a:lnTo>
                <a:lnTo>
                  <a:pt x="46" y="0"/>
                </a:lnTo>
                <a:lnTo>
                  <a:pt x="46" y="1"/>
                </a:lnTo>
                <a:lnTo>
                  <a:pt x="44" y="3"/>
                </a:lnTo>
                <a:lnTo>
                  <a:pt x="35" y="9"/>
                </a:lnTo>
                <a:lnTo>
                  <a:pt x="28" y="13"/>
                </a:lnTo>
                <a:lnTo>
                  <a:pt x="35" y="19"/>
                </a:lnTo>
                <a:lnTo>
                  <a:pt x="39" y="25"/>
                </a:lnTo>
                <a:lnTo>
                  <a:pt x="38" y="29"/>
                </a:lnTo>
                <a:lnTo>
                  <a:pt x="31" y="34"/>
                </a:lnTo>
                <a:lnTo>
                  <a:pt x="21" y="40"/>
                </a:lnTo>
                <a:lnTo>
                  <a:pt x="3" y="45"/>
                </a:lnTo>
                <a:lnTo>
                  <a:pt x="0" y="44"/>
                </a:lnTo>
                <a:lnTo>
                  <a:pt x="6" y="55"/>
                </a:lnTo>
                <a:lnTo>
                  <a:pt x="15" y="62"/>
                </a:lnTo>
                <a:lnTo>
                  <a:pt x="17" y="67"/>
                </a:lnTo>
                <a:lnTo>
                  <a:pt x="21" y="79"/>
                </a:lnTo>
                <a:lnTo>
                  <a:pt x="27" y="94"/>
                </a:lnTo>
                <a:lnTo>
                  <a:pt x="33" y="106"/>
                </a:lnTo>
                <a:lnTo>
                  <a:pt x="37" y="113"/>
                </a:lnTo>
                <a:lnTo>
                  <a:pt x="46" y="122"/>
                </a:lnTo>
                <a:lnTo>
                  <a:pt x="52" y="134"/>
                </a:lnTo>
                <a:lnTo>
                  <a:pt x="52" y="143"/>
                </a:lnTo>
                <a:lnTo>
                  <a:pt x="55" y="146"/>
                </a:lnTo>
                <a:lnTo>
                  <a:pt x="59" y="148"/>
                </a:lnTo>
                <a:lnTo>
                  <a:pt x="60" y="152"/>
                </a:lnTo>
                <a:lnTo>
                  <a:pt x="62" y="158"/>
                </a:lnTo>
                <a:lnTo>
                  <a:pt x="67" y="166"/>
                </a:lnTo>
                <a:lnTo>
                  <a:pt x="77" y="182"/>
                </a:lnTo>
                <a:lnTo>
                  <a:pt x="89" y="200"/>
                </a:lnTo>
                <a:lnTo>
                  <a:pt x="99" y="213"/>
                </a:lnTo>
                <a:lnTo>
                  <a:pt x="102" y="211"/>
                </a:lnTo>
                <a:lnTo>
                  <a:pt x="119" y="212"/>
                </a:lnTo>
                <a:lnTo>
                  <a:pt x="135" y="220"/>
                </a:lnTo>
                <a:lnTo>
                  <a:pt x="138" y="227"/>
                </a:lnTo>
                <a:lnTo>
                  <a:pt x="164" y="203"/>
                </a:lnTo>
                <a:lnTo>
                  <a:pt x="204" y="187"/>
                </a:lnTo>
                <a:lnTo>
                  <a:pt x="220" y="220"/>
                </a:lnTo>
              </a:path>
            </a:pathLst>
          </a:custGeom>
          <a:solidFill>
            <a:srgbClr val="FDE3BA"/>
          </a:solidFill>
          <a:ln w="12700" cap="rnd">
            <a:solidFill>
              <a:schemeClr val="tx1"/>
            </a:solidFill>
            <a:round/>
            <a:headEnd/>
            <a:tailEnd/>
          </a:ln>
        </p:spPr>
        <p:txBody>
          <a:bodyPr/>
          <a:lstStyle/>
          <a:p>
            <a:endParaRPr lang="en-US"/>
          </a:p>
        </p:txBody>
      </p:sp>
      <p:sp>
        <p:nvSpPr>
          <p:cNvPr id="6388" name="Freeform 707"/>
          <p:cNvSpPr>
            <a:spLocks/>
          </p:cNvSpPr>
          <p:nvPr/>
        </p:nvSpPr>
        <p:spPr bwMode="auto">
          <a:xfrm>
            <a:off x="5701614" y="4042680"/>
            <a:ext cx="143197" cy="215298"/>
          </a:xfrm>
          <a:custGeom>
            <a:avLst/>
            <a:gdLst>
              <a:gd name="T0" fmla="*/ 0 w 82"/>
              <a:gd name="T1" fmla="*/ 75 h 109"/>
              <a:gd name="T2" fmla="*/ 20 w 82"/>
              <a:gd name="T3" fmla="*/ 62 h 109"/>
              <a:gd name="T4" fmla="*/ 27 w 82"/>
              <a:gd name="T5" fmla="*/ 55 h 109"/>
              <a:gd name="T6" fmla="*/ 30 w 82"/>
              <a:gd name="T7" fmla="*/ 48 h 109"/>
              <a:gd name="T8" fmla="*/ 32 w 82"/>
              <a:gd name="T9" fmla="*/ 38 h 109"/>
              <a:gd name="T10" fmla="*/ 32 w 82"/>
              <a:gd name="T11" fmla="*/ 31 h 109"/>
              <a:gd name="T12" fmla="*/ 32 w 82"/>
              <a:gd name="T13" fmla="*/ 30 h 109"/>
              <a:gd name="T14" fmla="*/ 33 w 82"/>
              <a:gd name="T15" fmla="*/ 27 h 109"/>
              <a:gd name="T16" fmla="*/ 36 w 82"/>
              <a:gd name="T17" fmla="*/ 19 h 109"/>
              <a:gd name="T18" fmla="*/ 40 w 82"/>
              <a:gd name="T19" fmla="*/ 7 h 109"/>
              <a:gd name="T20" fmla="*/ 42 w 82"/>
              <a:gd name="T21" fmla="*/ 3 h 109"/>
              <a:gd name="T22" fmla="*/ 44 w 82"/>
              <a:gd name="T23" fmla="*/ 0 h 109"/>
              <a:gd name="T24" fmla="*/ 46 w 82"/>
              <a:gd name="T25" fmla="*/ 1 h 109"/>
              <a:gd name="T26" fmla="*/ 64 w 82"/>
              <a:gd name="T27" fmla="*/ 12 h 109"/>
              <a:gd name="T28" fmla="*/ 78 w 82"/>
              <a:gd name="T29" fmla="*/ 20 h 109"/>
              <a:gd name="T30" fmla="*/ 81 w 82"/>
              <a:gd name="T31" fmla="*/ 27 h 109"/>
              <a:gd name="T32" fmla="*/ 77 w 82"/>
              <a:gd name="T33" fmla="*/ 37 h 109"/>
              <a:gd name="T34" fmla="*/ 70 w 82"/>
              <a:gd name="T35" fmla="*/ 49 h 109"/>
              <a:gd name="T36" fmla="*/ 69 w 82"/>
              <a:gd name="T37" fmla="*/ 60 h 109"/>
              <a:gd name="T38" fmla="*/ 68 w 82"/>
              <a:gd name="T39" fmla="*/ 64 h 109"/>
              <a:gd name="T40" fmla="*/ 62 w 82"/>
              <a:gd name="T41" fmla="*/ 68 h 109"/>
              <a:gd name="T42" fmla="*/ 56 w 82"/>
              <a:gd name="T43" fmla="*/ 73 h 109"/>
              <a:gd name="T44" fmla="*/ 50 w 82"/>
              <a:gd name="T45" fmla="*/ 80 h 109"/>
              <a:gd name="T46" fmla="*/ 46 w 82"/>
              <a:gd name="T47" fmla="*/ 88 h 109"/>
              <a:gd name="T48" fmla="*/ 38 w 82"/>
              <a:gd name="T49" fmla="*/ 93 h 109"/>
              <a:gd name="T50" fmla="*/ 30 w 82"/>
              <a:gd name="T51" fmla="*/ 98 h 109"/>
              <a:gd name="T52" fmla="*/ 24 w 82"/>
              <a:gd name="T53" fmla="*/ 104 h 109"/>
              <a:gd name="T54" fmla="*/ 21 w 82"/>
              <a:gd name="T55" fmla="*/ 108 h 109"/>
              <a:gd name="T56" fmla="*/ 20 w 82"/>
              <a:gd name="T57" fmla="*/ 108 h 109"/>
              <a:gd name="T58" fmla="*/ 19 w 82"/>
              <a:gd name="T59" fmla="*/ 107 h 109"/>
              <a:gd name="T60" fmla="*/ 15 w 82"/>
              <a:gd name="T61" fmla="*/ 107 h 109"/>
              <a:gd name="T62" fmla="*/ 0 w 82"/>
              <a:gd name="T63" fmla="*/ 75 h 10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2"/>
              <a:gd name="T97" fmla="*/ 0 h 109"/>
              <a:gd name="T98" fmla="*/ 82 w 82"/>
              <a:gd name="T99" fmla="*/ 109 h 10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2" h="109">
                <a:moveTo>
                  <a:pt x="0" y="75"/>
                </a:moveTo>
                <a:lnTo>
                  <a:pt x="20" y="62"/>
                </a:lnTo>
                <a:lnTo>
                  <a:pt x="27" y="55"/>
                </a:lnTo>
                <a:lnTo>
                  <a:pt x="30" y="48"/>
                </a:lnTo>
                <a:lnTo>
                  <a:pt x="32" y="38"/>
                </a:lnTo>
                <a:lnTo>
                  <a:pt x="32" y="31"/>
                </a:lnTo>
                <a:lnTo>
                  <a:pt x="32" y="30"/>
                </a:lnTo>
                <a:lnTo>
                  <a:pt x="33" y="27"/>
                </a:lnTo>
                <a:lnTo>
                  <a:pt x="36" y="19"/>
                </a:lnTo>
                <a:lnTo>
                  <a:pt x="40" y="7"/>
                </a:lnTo>
                <a:lnTo>
                  <a:pt x="42" y="3"/>
                </a:lnTo>
                <a:lnTo>
                  <a:pt x="44" y="0"/>
                </a:lnTo>
                <a:lnTo>
                  <a:pt x="46" y="1"/>
                </a:lnTo>
                <a:lnTo>
                  <a:pt x="64" y="12"/>
                </a:lnTo>
                <a:lnTo>
                  <a:pt x="78" y="20"/>
                </a:lnTo>
                <a:lnTo>
                  <a:pt x="81" y="27"/>
                </a:lnTo>
                <a:lnTo>
                  <a:pt x="77" y="37"/>
                </a:lnTo>
                <a:lnTo>
                  <a:pt x="70" y="49"/>
                </a:lnTo>
                <a:lnTo>
                  <a:pt x="69" y="60"/>
                </a:lnTo>
                <a:lnTo>
                  <a:pt x="68" y="64"/>
                </a:lnTo>
                <a:lnTo>
                  <a:pt x="62" y="68"/>
                </a:lnTo>
                <a:lnTo>
                  <a:pt x="56" y="73"/>
                </a:lnTo>
                <a:lnTo>
                  <a:pt x="50" y="80"/>
                </a:lnTo>
                <a:lnTo>
                  <a:pt x="46" y="88"/>
                </a:lnTo>
                <a:lnTo>
                  <a:pt x="38" y="93"/>
                </a:lnTo>
                <a:lnTo>
                  <a:pt x="30" y="98"/>
                </a:lnTo>
                <a:lnTo>
                  <a:pt x="24" y="104"/>
                </a:lnTo>
                <a:lnTo>
                  <a:pt x="21" y="108"/>
                </a:lnTo>
                <a:lnTo>
                  <a:pt x="20" y="108"/>
                </a:lnTo>
                <a:lnTo>
                  <a:pt x="19" y="107"/>
                </a:lnTo>
                <a:lnTo>
                  <a:pt x="15" y="107"/>
                </a:lnTo>
                <a:lnTo>
                  <a:pt x="0" y="75"/>
                </a:lnTo>
              </a:path>
            </a:pathLst>
          </a:custGeom>
          <a:solidFill>
            <a:srgbClr val="FDE3BA"/>
          </a:solidFill>
          <a:ln w="12700" cap="rnd">
            <a:solidFill>
              <a:schemeClr val="tx1"/>
            </a:solidFill>
            <a:round/>
            <a:headEnd/>
            <a:tailEnd/>
          </a:ln>
        </p:spPr>
        <p:txBody>
          <a:bodyPr/>
          <a:lstStyle/>
          <a:p>
            <a:endParaRPr lang="en-US"/>
          </a:p>
        </p:txBody>
      </p:sp>
      <p:sp>
        <p:nvSpPr>
          <p:cNvPr id="6389" name="Freeform 708"/>
          <p:cNvSpPr>
            <a:spLocks/>
          </p:cNvSpPr>
          <p:nvPr/>
        </p:nvSpPr>
        <p:spPr bwMode="auto">
          <a:xfrm>
            <a:off x="5681749" y="4009102"/>
            <a:ext cx="24448" cy="29628"/>
          </a:xfrm>
          <a:custGeom>
            <a:avLst/>
            <a:gdLst>
              <a:gd name="T0" fmla="*/ 11 w 14"/>
              <a:gd name="T1" fmla="*/ 13 h 15"/>
              <a:gd name="T2" fmla="*/ 8 w 14"/>
              <a:gd name="T3" fmla="*/ 14 h 15"/>
              <a:gd name="T4" fmla="*/ 6 w 14"/>
              <a:gd name="T5" fmla="*/ 13 h 15"/>
              <a:gd name="T6" fmla="*/ 2 w 14"/>
              <a:gd name="T7" fmla="*/ 10 h 15"/>
              <a:gd name="T8" fmla="*/ 0 w 14"/>
              <a:gd name="T9" fmla="*/ 5 h 15"/>
              <a:gd name="T10" fmla="*/ 2 w 14"/>
              <a:gd name="T11" fmla="*/ 2 h 15"/>
              <a:gd name="T12" fmla="*/ 4 w 14"/>
              <a:gd name="T13" fmla="*/ 3 h 15"/>
              <a:gd name="T14" fmla="*/ 5 w 14"/>
              <a:gd name="T15" fmla="*/ 2 h 15"/>
              <a:gd name="T16" fmla="*/ 6 w 14"/>
              <a:gd name="T17" fmla="*/ 2 h 15"/>
              <a:gd name="T18" fmla="*/ 8 w 14"/>
              <a:gd name="T19" fmla="*/ 1 h 15"/>
              <a:gd name="T20" fmla="*/ 13 w 14"/>
              <a:gd name="T21" fmla="*/ 0 h 15"/>
              <a:gd name="T22" fmla="*/ 13 w 14"/>
              <a:gd name="T23" fmla="*/ 3 h 15"/>
              <a:gd name="T24" fmla="*/ 11 w 14"/>
              <a:gd name="T25" fmla="*/ 9 h 15"/>
              <a:gd name="T26" fmla="*/ 11 w 14"/>
              <a:gd name="T27" fmla="*/ 13 h 1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
              <a:gd name="T43" fmla="*/ 0 h 15"/>
              <a:gd name="T44" fmla="*/ 14 w 14"/>
              <a:gd name="T45" fmla="*/ 15 h 1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 h="15">
                <a:moveTo>
                  <a:pt x="11" y="13"/>
                </a:moveTo>
                <a:lnTo>
                  <a:pt x="8" y="14"/>
                </a:lnTo>
                <a:lnTo>
                  <a:pt x="6" y="13"/>
                </a:lnTo>
                <a:lnTo>
                  <a:pt x="2" y="10"/>
                </a:lnTo>
                <a:lnTo>
                  <a:pt x="0" y="5"/>
                </a:lnTo>
                <a:lnTo>
                  <a:pt x="2" y="2"/>
                </a:lnTo>
                <a:lnTo>
                  <a:pt x="4" y="3"/>
                </a:lnTo>
                <a:lnTo>
                  <a:pt x="5" y="2"/>
                </a:lnTo>
                <a:lnTo>
                  <a:pt x="6" y="2"/>
                </a:lnTo>
                <a:lnTo>
                  <a:pt x="8" y="1"/>
                </a:lnTo>
                <a:lnTo>
                  <a:pt x="13" y="0"/>
                </a:lnTo>
                <a:lnTo>
                  <a:pt x="13" y="3"/>
                </a:lnTo>
                <a:lnTo>
                  <a:pt x="11" y="9"/>
                </a:lnTo>
                <a:lnTo>
                  <a:pt x="11" y="13"/>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390" name="Freeform 709"/>
          <p:cNvSpPr>
            <a:spLocks/>
          </p:cNvSpPr>
          <p:nvPr/>
        </p:nvSpPr>
        <p:spPr bwMode="auto">
          <a:xfrm>
            <a:off x="4826063" y="3817506"/>
            <a:ext cx="305602" cy="359488"/>
          </a:xfrm>
          <a:custGeom>
            <a:avLst/>
            <a:gdLst>
              <a:gd name="T0" fmla="*/ 143 w 175"/>
              <a:gd name="T1" fmla="*/ 6 h 182"/>
              <a:gd name="T2" fmla="*/ 133 w 175"/>
              <a:gd name="T3" fmla="*/ 2 h 182"/>
              <a:gd name="T4" fmla="*/ 124 w 175"/>
              <a:gd name="T5" fmla="*/ 2 h 182"/>
              <a:gd name="T6" fmla="*/ 117 w 175"/>
              <a:gd name="T7" fmla="*/ 7 h 182"/>
              <a:gd name="T8" fmla="*/ 113 w 175"/>
              <a:gd name="T9" fmla="*/ 19 h 182"/>
              <a:gd name="T10" fmla="*/ 111 w 175"/>
              <a:gd name="T11" fmla="*/ 30 h 182"/>
              <a:gd name="T12" fmla="*/ 106 w 175"/>
              <a:gd name="T13" fmla="*/ 33 h 182"/>
              <a:gd name="T14" fmla="*/ 99 w 175"/>
              <a:gd name="T15" fmla="*/ 31 h 182"/>
              <a:gd name="T16" fmla="*/ 93 w 175"/>
              <a:gd name="T17" fmla="*/ 28 h 182"/>
              <a:gd name="T18" fmla="*/ 78 w 175"/>
              <a:gd name="T19" fmla="*/ 24 h 182"/>
              <a:gd name="T20" fmla="*/ 67 w 175"/>
              <a:gd name="T21" fmla="*/ 18 h 182"/>
              <a:gd name="T22" fmla="*/ 58 w 175"/>
              <a:gd name="T23" fmla="*/ 9 h 182"/>
              <a:gd name="T24" fmla="*/ 47 w 175"/>
              <a:gd name="T25" fmla="*/ 6 h 182"/>
              <a:gd name="T26" fmla="*/ 35 w 175"/>
              <a:gd name="T27" fmla="*/ 5 h 182"/>
              <a:gd name="T28" fmla="*/ 27 w 175"/>
              <a:gd name="T29" fmla="*/ 3 h 182"/>
              <a:gd name="T30" fmla="*/ 26 w 175"/>
              <a:gd name="T31" fmla="*/ 0 h 182"/>
              <a:gd name="T32" fmla="*/ 17 w 175"/>
              <a:gd name="T33" fmla="*/ 8 h 182"/>
              <a:gd name="T34" fmla="*/ 10 w 175"/>
              <a:gd name="T35" fmla="*/ 10 h 182"/>
              <a:gd name="T36" fmla="*/ 10 w 175"/>
              <a:gd name="T37" fmla="*/ 13 h 182"/>
              <a:gd name="T38" fmla="*/ 9 w 175"/>
              <a:gd name="T39" fmla="*/ 22 h 182"/>
              <a:gd name="T40" fmla="*/ 3 w 175"/>
              <a:gd name="T41" fmla="*/ 30 h 182"/>
              <a:gd name="T42" fmla="*/ 0 w 175"/>
              <a:gd name="T43" fmla="*/ 34 h 182"/>
              <a:gd name="T44" fmla="*/ 0 w 175"/>
              <a:gd name="T45" fmla="*/ 27 h 182"/>
              <a:gd name="T46" fmla="*/ 2 w 175"/>
              <a:gd name="T47" fmla="*/ 75 h 182"/>
              <a:gd name="T48" fmla="*/ 6 w 175"/>
              <a:gd name="T49" fmla="*/ 77 h 182"/>
              <a:gd name="T50" fmla="*/ 5 w 175"/>
              <a:gd name="T51" fmla="*/ 85 h 182"/>
              <a:gd name="T52" fmla="*/ 0 w 175"/>
              <a:gd name="T53" fmla="*/ 97 h 182"/>
              <a:gd name="T54" fmla="*/ 2 w 175"/>
              <a:gd name="T55" fmla="*/ 111 h 182"/>
              <a:gd name="T56" fmla="*/ 8 w 175"/>
              <a:gd name="T57" fmla="*/ 115 h 182"/>
              <a:gd name="T58" fmla="*/ 14 w 175"/>
              <a:gd name="T59" fmla="*/ 115 h 182"/>
              <a:gd name="T60" fmla="*/ 21 w 175"/>
              <a:gd name="T61" fmla="*/ 115 h 182"/>
              <a:gd name="T62" fmla="*/ 24 w 175"/>
              <a:gd name="T63" fmla="*/ 119 h 182"/>
              <a:gd name="T64" fmla="*/ 27 w 175"/>
              <a:gd name="T65" fmla="*/ 128 h 182"/>
              <a:gd name="T66" fmla="*/ 38 w 175"/>
              <a:gd name="T67" fmla="*/ 131 h 182"/>
              <a:gd name="T68" fmla="*/ 49 w 175"/>
              <a:gd name="T69" fmla="*/ 134 h 182"/>
              <a:gd name="T70" fmla="*/ 52 w 175"/>
              <a:gd name="T71" fmla="*/ 136 h 182"/>
              <a:gd name="T72" fmla="*/ 69 w 175"/>
              <a:gd name="T73" fmla="*/ 129 h 182"/>
              <a:gd name="T74" fmla="*/ 163 w 175"/>
              <a:gd name="T75" fmla="*/ 181 h 182"/>
              <a:gd name="T76" fmla="*/ 174 w 175"/>
              <a:gd name="T77" fmla="*/ 181 h 182"/>
              <a:gd name="T78" fmla="*/ 174 w 175"/>
              <a:gd name="T79" fmla="*/ 16 h 182"/>
              <a:gd name="T80" fmla="*/ 143 w 175"/>
              <a:gd name="T81" fmla="*/ 6 h 18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5"/>
              <a:gd name="T124" fmla="*/ 0 h 182"/>
              <a:gd name="T125" fmla="*/ 175 w 175"/>
              <a:gd name="T126" fmla="*/ 182 h 18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5" h="182">
                <a:moveTo>
                  <a:pt x="143" y="6"/>
                </a:moveTo>
                <a:lnTo>
                  <a:pt x="133" y="2"/>
                </a:lnTo>
                <a:lnTo>
                  <a:pt x="124" y="2"/>
                </a:lnTo>
                <a:lnTo>
                  <a:pt x="117" y="7"/>
                </a:lnTo>
                <a:lnTo>
                  <a:pt x="113" y="19"/>
                </a:lnTo>
                <a:lnTo>
                  <a:pt x="111" y="30"/>
                </a:lnTo>
                <a:lnTo>
                  <a:pt x="106" y="33"/>
                </a:lnTo>
                <a:lnTo>
                  <a:pt x="99" y="31"/>
                </a:lnTo>
                <a:lnTo>
                  <a:pt x="93" y="28"/>
                </a:lnTo>
                <a:lnTo>
                  <a:pt x="78" y="24"/>
                </a:lnTo>
                <a:lnTo>
                  <a:pt x="67" y="18"/>
                </a:lnTo>
                <a:lnTo>
                  <a:pt x="58" y="9"/>
                </a:lnTo>
                <a:lnTo>
                  <a:pt x="47" y="6"/>
                </a:lnTo>
                <a:lnTo>
                  <a:pt x="35" y="5"/>
                </a:lnTo>
                <a:lnTo>
                  <a:pt x="27" y="3"/>
                </a:lnTo>
                <a:lnTo>
                  <a:pt x="26" y="0"/>
                </a:lnTo>
                <a:lnTo>
                  <a:pt x="17" y="8"/>
                </a:lnTo>
                <a:lnTo>
                  <a:pt x="10" y="10"/>
                </a:lnTo>
                <a:lnTo>
                  <a:pt x="10" y="13"/>
                </a:lnTo>
                <a:lnTo>
                  <a:pt x="9" y="22"/>
                </a:lnTo>
                <a:lnTo>
                  <a:pt x="3" y="30"/>
                </a:lnTo>
                <a:lnTo>
                  <a:pt x="0" y="34"/>
                </a:lnTo>
                <a:lnTo>
                  <a:pt x="0" y="27"/>
                </a:lnTo>
                <a:lnTo>
                  <a:pt x="2" y="75"/>
                </a:lnTo>
                <a:lnTo>
                  <a:pt x="6" y="77"/>
                </a:lnTo>
                <a:lnTo>
                  <a:pt x="5" y="85"/>
                </a:lnTo>
                <a:lnTo>
                  <a:pt x="0" y="97"/>
                </a:lnTo>
                <a:lnTo>
                  <a:pt x="2" y="111"/>
                </a:lnTo>
                <a:lnTo>
                  <a:pt x="8" y="115"/>
                </a:lnTo>
                <a:lnTo>
                  <a:pt x="14" y="115"/>
                </a:lnTo>
                <a:lnTo>
                  <a:pt x="21" y="115"/>
                </a:lnTo>
                <a:lnTo>
                  <a:pt x="24" y="119"/>
                </a:lnTo>
                <a:lnTo>
                  <a:pt x="27" y="128"/>
                </a:lnTo>
                <a:lnTo>
                  <a:pt x="38" y="131"/>
                </a:lnTo>
                <a:lnTo>
                  <a:pt x="49" y="134"/>
                </a:lnTo>
                <a:lnTo>
                  <a:pt x="52" y="136"/>
                </a:lnTo>
                <a:lnTo>
                  <a:pt x="69" y="129"/>
                </a:lnTo>
                <a:lnTo>
                  <a:pt x="163" y="181"/>
                </a:lnTo>
                <a:lnTo>
                  <a:pt x="174" y="181"/>
                </a:lnTo>
                <a:lnTo>
                  <a:pt x="174" y="16"/>
                </a:lnTo>
                <a:lnTo>
                  <a:pt x="143" y="6"/>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391" name="Freeform 710"/>
          <p:cNvSpPr>
            <a:spLocks/>
          </p:cNvSpPr>
          <p:nvPr/>
        </p:nvSpPr>
        <p:spPr bwMode="auto">
          <a:xfrm>
            <a:off x="4849420" y="4641169"/>
            <a:ext cx="144942" cy="213323"/>
          </a:xfrm>
          <a:custGeom>
            <a:avLst/>
            <a:gdLst>
              <a:gd name="T0" fmla="*/ 82 w 83"/>
              <a:gd name="T1" fmla="*/ 3 h 108"/>
              <a:gd name="T2" fmla="*/ 79 w 83"/>
              <a:gd name="T3" fmla="*/ 10 h 108"/>
              <a:gd name="T4" fmla="*/ 75 w 83"/>
              <a:gd name="T5" fmla="*/ 29 h 108"/>
              <a:gd name="T6" fmla="*/ 70 w 83"/>
              <a:gd name="T7" fmla="*/ 49 h 108"/>
              <a:gd name="T8" fmla="*/ 61 w 83"/>
              <a:gd name="T9" fmla="*/ 69 h 108"/>
              <a:gd name="T10" fmla="*/ 56 w 83"/>
              <a:gd name="T11" fmla="*/ 78 h 108"/>
              <a:gd name="T12" fmla="*/ 55 w 83"/>
              <a:gd name="T13" fmla="*/ 84 h 108"/>
              <a:gd name="T14" fmla="*/ 53 w 83"/>
              <a:gd name="T15" fmla="*/ 89 h 108"/>
              <a:gd name="T16" fmla="*/ 45 w 83"/>
              <a:gd name="T17" fmla="*/ 96 h 108"/>
              <a:gd name="T18" fmla="*/ 34 w 83"/>
              <a:gd name="T19" fmla="*/ 102 h 108"/>
              <a:gd name="T20" fmla="*/ 23 w 83"/>
              <a:gd name="T21" fmla="*/ 106 h 108"/>
              <a:gd name="T22" fmla="*/ 15 w 83"/>
              <a:gd name="T23" fmla="*/ 107 h 108"/>
              <a:gd name="T24" fmla="*/ 12 w 83"/>
              <a:gd name="T25" fmla="*/ 107 h 108"/>
              <a:gd name="T26" fmla="*/ 0 w 83"/>
              <a:gd name="T27" fmla="*/ 92 h 108"/>
              <a:gd name="T28" fmla="*/ 2 w 83"/>
              <a:gd name="T29" fmla="*/ 88 h 108"/>
              <a:gd name="T30" fmla="*/ 4 w 83"/>
              <a:gd name="T31" fmla="*/ 75 h 108"/>
              <a:gd name="T32" fmla="*/ 12 w 83"/>
              <a:gd name="T33" fmla="*/ 70 h 108"/>
              <a:gd name="T34" fmla="*/ 30 w 83"/>
              <a:gd name="T35" fmla="*/ 77 h 108"/>
              <a:gd name="T36" fmla="*/ 37 w 83"/>
              <a:gd name="T37" fmla="*/ 78 h 108"/>
              <a:gd name="T38" fmla="*/ 40 w 83"/>
              <a:gd name="T39" fmla="*/ 74 h 108"/>
              <a:gd name="T40" fmla="*/ 37 w 83"/>
              <a:gd name="T41" fmla="*/ 67 h 108"/>
              <a:gd name="T42" fmla="*/ 32 w 83"/>
              <a:gd name="T43" fmla="*/ 59 h 108"/>
              <a:gd name="T44" fmla="*/ 29 w 83"/>
              <a:gd name="T45" fmla="*/ 51 h 108"/>
              <a:gd name="T46" fmla="*/ 31 w 83"/>
              <a:gd name="T47" fmla="*/ 44 h 108"/>
              <a:gd name="T48" fmla="*/ 34 w 83"/>
              <a:gd name="T49" fmla="*/ 36 h 108"/>
              <a:gd name="T50" fmla="*/ 34 w 83"/>
              <a:gd name="T51" fmla="*/ 28 h 108"/>
              <a:gd name="T52" fmla="*/ 30 w 83"/>
              <a:gd name="T53" fmla="*/ 23 h 108"/>
              <a:gd name="T54" fmla="*/ 27 w 83"/>
              <a:gd name="T55" fmla="*/ 23 h 108"/>
              <a:gd name="T56" fmla="*/ 23 w 83"/>
              <a:gd name="T57" fmla="*/ 25 h 108"/>
              <a:gd name="T58" fmla="*/ 22 w 83"/>
              <a:gd name="T59" fmla="*/ 27 h 108"/>
              <a:gd name="T60" fmla="*/ 22 w 83"/>
              <a:gd name="T61" fmla="*/ 19 h 108"/>
              <a:gd name="T62" fmla="*/ 31 w 83"/>
              <a:gd name="T63" fmla="*/ 19 h 108"/>
              <a:gd name="T64" fmla="*/ 38 w 83"/>
              <a:gd name="T65" fmla="*/ 20 h 108"/>
              <a:gd name="T66" fmla="*/ 42 w 83"/>
              <a:gd name="T67" fmla="*/ 21 h 108"/>
              <a:gd name="T68" fmla="*/ 44 w 83"/>
              <a:gd name="T69" fmla="*/ 22 h 108"/>
              <a:gd name="T70" fmla="*/ 49 w 83"/>
              <a:gd name="T71" fmla="*/ 23 h 108"/>
              <a:gd name="T72" fmla="*/ 54 w 83"/>
              <a:gd name="T73" fmla="*/ 19 h 108"/>
              <a:gd name="T74" fmla="*/ 53 w 83"/>
              <a:gd name="T75" fmla="*/ 16 h 108"/>
              <a:gd name="T76" fmla="*/ 57 w 83"/>
              <a:gd name="T77" fmla="*/ 8 h 108"/>
              <a:gd name="T78" fmla="*/ 59 w 83"/>
              <a:gd name="T79" fmla="*/ 0 h 108"/>
              <a:gd name="T80" fmla="*/ 70 w 83"/>
              <a:gd name="T81" fmla="*/ 0 h 108"/>
              <a:gd name="T82" fmla="*/ 82 w 83"/>
              <a:gd name="T83" fmla="*/ 3 h 10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3"/>
              <a:gd name="T127" fmla="*/ 0 h 108"/>
              <a:gd name="T128" fmla="*/ 83 w 83"/>
              <a:gd name="T129" fmla="*/ 108 h 10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3" h="108">
                <a:moveTo>
                  <a:pt x="82" y="3"/>
                </a:moveTo>
                <a:lnTo>
                  <a:pt x="79" y="10"/>
                </a:lnTo>
                <a:lnTo>
                  <a:pt x="75" y="29"/>
                </a:lnTo>
                <a:lnTo>
                  <a:pt x="70" y="49"/>
                </a:lnTo>
                <a:lnTo>
                  <a:pt x="61" y="69"/>
                </a:lnTo>
                <a:lnTo>
                  <a:pt x="56" y="78"/>
                </a:lnTo>
                <a:lnTo>
                  <a:pt x="55" y="84"/>
                </a:lnTo>
                <a:lnTo>
                  <a:pt x="53" y="89"/>
                </a:lnTo>
                <a:lnTo>
                  <a:pt x="45" y="96"/>
                </a:lnTo>
                <a:lnTo>
                  <a:pt x="34" y="102"/>
                </a:lnTo>
                <a:lnTo>
                  <a:pt x="23" y="106"/>
                </a:lnTo>
                <a:lnTo>
                  <a:pt x="15" y="107"/>
                </a:lnTo>
                <a:lnTo>
                  <a:pt x="12" y="107"/>
                </a:lnTo>
                <a:lnTo>
                  <a:pt x="0" y="92"/>
                </a:lnTo>
                <a:lnTo>
                  <a:pt x="2" y="88"/>
                </a:lnTo>
                <a:lnTo>
                  <a:pt x="4" y="75"/>
                </a:lnTo>
                <a:lnTo>
                  <a:pt x="12" y="70"/>
                </a:lnTo>
                <a:lnTo>
                  <a:pt x="30" y="77"/>
                </a:lnTo>
                <a:lnTo>
                  <a:pt x="37" y="78"/>
                </a:lnTo>
                <a:lnTo>
                  <a:pt x="40" y="74"/>
                </a:lnTo>
                <a:lnTo>
                  <a:pt x="37" y="67"/>
                </a:lnTo>
                <a:lnTo>
                  <a:pt x="32" y="59"/>
                </a:lnTo>
                <a:lnTo>
                  <a:pt x="29" y="51"/>
                </a:lnTo>
                <a:lnTo>
                  <a:pt x="31" y="44"/>
                </a:lnTo>
                <a:lnTo>
                  <a:pt x="34" y="36"/>
                </a:lnTo>
                <a:lnTo>
                  <a:pt x="34" y="28"/>
                </a:lnTo>
                <a:lnTo>
                  <a:pt x="30" y="23"/>
                </a:lnTo>
                <a:lnTo>
                  <a:pt x="27" y="23"/>
                </a:lnTo>
                <a:lnTo>
                  <a:pt x="23" y="25"/>
                </a:lnTo>
                <a:lnTo>
                  <a:pt x="22" y="27"/>
                </a:lnTo>
                <a:lnTo>
                  <a:pt x="22" y="19"/>
                </a:lnTo>
                <a:lnTo>
                  <a:pt x="31" y="19"/>
                </a:lnTo>
                <a:lnTo>
                  <a:pt x="38" y="20"/>
                </a:lnTo>
                <a:lnTo>
                  <a:pt x="42" y="21"/>
                </a:lnTo>
                <a:lnTo>
                  <a:pt x="44" y="22"/>
                </a:lnTo>
                <a:lnTo>
                  <a:pt x="49" y="23"/>
                </a:lnTo>
                <a:lnTo>
                  <a:pt x="54" y="19"/>
                </a:lnTo>
                <a:lnTo>
                  <a:pt x="53" y="16"/>
                </a:lnTo>
                <a:lnTo>
                  <a:pt x="57" y="8"/>
                </a:lnTo>
                <a:lnTo>
                  <a:pt x="59" y="0"/>
                </a:lnTo>
                <a:lnTo>
                  <a:pt x="70" y="0"/>
                </a:lnTo>
                <a:lnTo>
                  <a:pt x="82" y="3"/>
                </a:lnTo>
              </a:path>
            </a:pathLst>
          </a:custGeom>
          <a:solidFill>
            <a:srgbClr val="FDE3BA"/>
          </a:solidFill>
          <a:ln w="12700" cap="rnd">
            <a:solidFill>
              <a:schemeClr val="tx1"/>
            </a:solidFill>
            <a:round/>
            <a:headEnd/>
            <a:tailEnd/>
          </a:ln>
        </p:spPr>
        <p:txBody>
          <a:bodyPr/>
          <a:lstStyle/>
          <a:p>
            <a:endParaRPr lang="en-US"/>
          </a:p>
        </p:txBody>
      </p:sp>
      <p:sp>
        <p:nvSpPr>
          <p:cNvPr id="6392" name="Freeform 711"/>
          <p:cNvSpPr>
            <a:spLocks/>
          </p:cNvSpPr>
          <p:nvPr/>
        </p:nvSpPr>
        <p:spPr bwMode="auto">
          <a:xfrm>
            <a:off x="5516506" y="5040161"/>
            <a:ext cx="5238" cy="13826"/>
          </a:xfrm>
          <a:custGeom>
            <a:avLst/>
            <a:gdLst>
              <a:gd name="T0" fmla="*/ 1 w 3"/>
              <a:gd name="T1" fmla="*/ 0 h 7"/>
              <a:gd name="T2" fmla="*/ 2 w 3"/>
              <a:gd name="T3" fmla="*/ 0 h 7"/>
              <a:gd name="T4" fmla="*/ 2 w 3"/>
              <a:gd name="T5" fmla="*/ 3 h 7"/>
              <a:gd name="T6" fmla="*/ 2 w 3"/>
              <a:gd name="T7" fmla="*/ 4 h 7"/>
              <a:gd name="T8" fmla="*/ 1 w 3"/>
              <a:gd name="T9" fmla="*/ 6 h 7"/>
              <a:gd name="T10" fmla="*/ 0 w 3"/>
              <a:gd name="T11" fmla="*/ 4 h 7"/>
              <a:gd name="T12" fmla="*/ 0 w 3"/>
              <a:gd name="T13" fmla="*/ 3 h 7"/>
              <a:gd name="T14" fmla="*/ 0 w 3"/>
              <a:gd name="T15" fmla="*/ 0 h 7"/>
              <a:gd name="T16" fmla="*/ 1 w 3"/>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7"/>
              <a:gd name="T29" fmla="*/ 3 w 3"/>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7">
                <a:moveTo>
                  <a:pt x="1" y="0"/>
                </a:moveTo>
                <a:lnTo>
                  <a:pt x="2" y="0"/>
                </a:lnTo>
                <a:lnTo>
                  <a:pt x="2" y="3"/>
                </a:lnTo>
                <a:lnTo>
                  <a:pt x="2" y="4"/>
                </a:lnTo>
                <a:lnTo>
                  <a:pt x="1" y="6"/>
                </a:lnTo>
                <a:lnTo>
                  <a:pt x="0" y="4"/>
                </a:lnTo>
                <a:lnTo>
                  <a:pt x="0" y="3"/>
                </a:lnTo>
                <a:lnTo>
                  <a:pt x="0" y="0"/>
                </a:lnTo>
                <a:lnTo>
                  <a:pt x="1" y="0"/>
                </a:lnTo>
              </a:path>
            </a:pathLst>
          </a:custGeom>
          <a:solidFill>
            <a:srgbClr val="FDE3BA"/>
          </a:solidFill>
          <a:ln w="12700" cap="rnd">
            <a:solidFill>
              <a:schemeClr val="tx1"/>
            </a:solidFill>
            <a:round/>
            <a:headEnd/>
            <a:tailEnd/>
          </a:ln>
        </p:spPr>
        <p:txBody>
          <a:bodyPr/>
          <a:lstStyle/>
          <a:p>
            <a:endParaRPr lang="en-US"/>
          </a:p>
        </p:txBody>
      </p:sp>
      <p:sp>
        <p:nvSpPr>
          <p:cNvPr id="6393" name="Freeform 712"/>
          <p:cNvSpPr>
            <a:spLocks/>
          </p:cNvSpPr>
          <p:nvPr/>
        </p:nvSpPr>
        <p:spPr bwMode="auto">
          <a:xfrm>
            <a:off x="5533969" y="5065838"/>
            <a:ext cx="8731" cy="5926"/>
          </a:xfrm>
          <a:custGeom>
            <a:avLst/>
            <a:gdLst>
              <a:gd name="T0" fmla="*/ 2 w 5"/>
              <a:gd name="T1" fmla="*/ 0 h 3"/>
              <a:gd name="T2" fmla="*/ 1 w 5"/>
              <a:gd name="T3" fmla="*/ 0 h 3"/>
              <a:gd name="T4" fmla="*/ 0 w 5"/>
              <a:gd name="T5" fmla="*/ 1 h 3"/>
              <a:gd name="T6" fmla="*/ 1 w 5"/>
              <a:gd name="T7" fmla="*/ 2 h 3"/>
              <a:gd name="T8" fmla="*/ 2 w 5"/>
              <a:gd name="T9" fmla="*/ 2 h 3"/>
              <a:gd name="T10" fmla="*/ 4 w 5"/>
              <a:gd name="T11" fmla="*/ 2 h 3"/>
              <a:gd name="T12" fmla="*/ 4 w 5"/>
              <a:gd name="T13" fmla="*/ 1 h 3"/>
              <a:gd name="T14" fmla="*/ 4 w 5"/>
              <a:gd name="T15" fmla="*/ 0 h 3"/>
              <a:gd name="T16" fmla="*/ 2 w 5"/>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3"/>
              <a:gd name="T29" fmla="*/ 5 w 5"/>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3">
                <a:moveTo>
                  <a:pt x="2" y="0"/>
                </a:moveTo>
                <a:lnTo>
                  <a:pt x="1" y="0"/>
                </a:lnTo>
                <a:lnTo>
                  <a:pt x="0" y="1"/>
                </a:lnTo>
                <a:lnTo>
                  <a:pt x="1" y="2"/>
                </a:lnTo>
                <a:lnTo>
                  <a:pt x="2" y="2"/>
                </a:lnTo>
                <a:lnTo>
                  <a:pt x="4" y="2"/>
                </a:lnTo>
                <a:lnTo>
                  <a:pt x="4" y="1"/>
                </a:lnTo>
                <a:lnTo>
                  <a:pt x="4" y="0"/>
                </a:lnTo>
                <a:lnTo>
                  <a:pt x="2" y="0"/>
                </a:lnTo>
              </a:path>
            </a:pathLst>
          </a:custGeom>
          <a:solidFill>
            <a:srgbClr val="FDE3BA"/>
          </a:solidFill>
          <a:ln w="12700" cap="rnd">
            <a:solidFill>
              <a:schemeClr val="tx1"/>
            </a:solidFill>
            <a:round/>
            <a:headEnd/>
            <a:tailEnd/>
          </a:ln>
        </p:spPr>
        <p:txBody>
          <a:bodyPr/>
          <a:lstStyle/>
          <a:p>
            <a:endParaRPr lang="en-US"/>
          </a:p>
        </p:txBody>
      </p:sp>
      <p:sp>
        <p:nvSpPr>
          <p:cNvPr id="6394" name="Freeform 713"/>
          <p:cNvSpPr>
            <a:spLocks/>
          </p:cNvSpPr>
          <p:nvPr/>
        </p:nvSpPr>
        <p:spPr bwMode="auto">
          <a:xfrm>
            <a:off x="5554925" y="5081640"/>
            <a:ext cx="6985" cy="9877"/>
          </a:xfrm>
          <a:custGeom>
            <a:avLst/>
            <a:gdLst>
              <a:gd name="T0" fmla="*/ 2 w 4"/>
              <a:gd name="T1" fmla="*/ 0 h 5"/>
              <a:gd name="T2" fmla="*/ 1 w 4"/>
              <a:gd name="T3" fmla="*/ 1 h 5"/>
              <a:gd name="T4" fmla="*/ 0 w 4"/>
              <a:gd name="T5" fmla="*/ 2 h 5"/>
              <a:gd name="T6" fmla="*/ 1 w 4"/>
              <a:gd name="T7" fmla="*/ 3 h 5"/>
              <a:gd name="T8" fmla="*/ 2 w 4"/>
              <a:gd name="T9" fmla="*/ 4 h 5"/>
              <a:gd name="T10" fmla="*/ 3 w 4"/>
              <a:gd name="T11" fmla="*/ 3 h 5"/>
              <a:gd name="T12" fmla="*/ 3 w 4"/>
              <a:gd name="T13" fmla="*/ 2 h 5"/>
              <a:gd name="T14" fmla="*/ 3 w 4"/>
              <a:gd name="T15" fmla="*/ 1 h 5"/>
              <a:gd name="T16" fmla="*/ 2 w 4"/>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5"/>
              <a:gd name="T29" fmla="*/ 4 w 4"/>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5">
                <a:moveTo>
                  <a:pt x="2" y="0"/>
                </a:moveTo>
                <a:lnTo>
                  <a:pt x="1" y="1"/>
                </a:lnTo>
                <a:lnTo>
                  <a:pt x="0" y="2"/>
                </a:lnTo>
                <a:lnTo>
                  <a:pt x="1" y="3"/>
                </a:lnTo>
                <a:lnTo>
                  <a:pt x="2" y="4"/>
                </a:lnTo>
                <a:lnTo>
                  <a:pt x="3" y="3"/>
                </a:lnTo>
                <a:lnTo>
                  <a:pt x="3" y="2"/>
                </a:lnTo>
                <a:lnTo>
                  <a:pt x="3" y="1"/>
                </a:lnTo>
                <a:lnTo>
                  <a:pt x="2" y="0"/>
                </a:lnTo>
              </a:path>
            </a:pathLst>
          </a:custGeom>
          <a:solidFill>
            <a:srgbClr val="FDE3BA"/>
          </a:solidFill>
          <a:ln w="12700" cap="rnd">
            <a:solidFill>
              <a:schemeClr val="tx1"/>
            </a:solidFill>
            <a:round/>
            <a:headEnd/>
            <a:tailEnd/>
          </a:ln>
        </p:spPr>
        <p:txBody>
          <a:bodyPr/>
          <a:lstStyle/>
          <a:p>
            <a:endParaRPr lang="en-US"/>
          </a:p>
        </p:txBody>
      </p:sp>
      <p:sp>
        <p:nvSpPr>
          <p:cNvPr id="6395" name="Freeform 714"/>
          <p:cNvSpPr>
            <a:spLocks/>
          </p:cNvSpPr>
          <p:nvPr/>
        </p:nvSpPr>
        <p:spPr bwMode="auto">
          <a:xfrm>
            <a:off x="5757495" y="5312740"/>
            <a:ext cx="5238" cy="3950"/>
          </a:xfrm>
          <a:custGeom>
            <a:avLst/>
            <a:gdLst>
              <a:gd name="T0" fmla="*/ 1 w 3"/>
              <a:gd name="T1" fmla="*/ 0 h 2"/>
              <a:gd name="T2" fmla="*/ 2 w 3"/>
              <a:gd name="T3" fmla="*/ 0 h 2"/>
              <a:gd name="T4" fmla="*/ 2 w 3"/>
              <a:gd name="T5" fmla="*/ 0 h 2"/>
              <a:gd name="T6" fmla="*/ 2 w 3"/>
              <a:gd name="T7" fmla="*/ 1 h 2"/>
              <a:gd name="T8" fmla="*/ 1 w 3"/>
              <a:gd name="T9" fmla="*/ 1 h 2"/>
              <a:gd name="T10" fmla="*/ 0 w 3"/>
              <a:gd name="T11" fmla="*/ 1 h 2"/>
              <a:gd name="T12" fmla="*/ 0 w 3"/>
              <a:gd name="T13" fmla="*/ 0 h 2"/>
              <a:gd name="T14" fmla="*/ 0 w 3"/>
              <a:gd name="T15" fmla="*/ 0 h 2"/>
              <a:gd name="T16" fmla="*/ 1 w 3"/>
              <a:gd name="T17" fmla="*/ 0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2"/>
              <a:gd name="T29" fmla="*/ 3 w 3"/>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2">
                <a:moveTo>
                  <a:pt x="1" y="0"/>
                </a:moveTo>
                <a:lnTo>
                  <a:pt x="2" y="0"/>
                </a:lnTo>
                <a:lnTo>
                  <a:pt x="2" y="1"/>
                </a:lnTo>
                <a:lnTo>
                  <a:pt x="1" y="1"/>
                </a:lnTo>
                <a:lnTo>
                  <a:pt x="0" y="1"/>
                </a:lnTo>
                <a:lnTo>
                  <a:pt x="0" y="0"/>
                </a:lnTo>
                <a:lnTo>
                  <a:pt x="1" y="0"/>
                </a:lnTo>
              </a:path>
            </a:pathLst>
          </a:custGeom>
          <a:solidFill>
            <a:srgbClr val="FDE3BA"/>
          </a:solidFill>
          <a:ln w="12700" cap="rnd">
            <a:solidFill>
              <a:schemeClr val="tx1"/>
            </a:solidFill>
            <a:round/>
            <a:headEnd/>
            <a:tailEnd/>
          </a:ln>
        </p:spPr>
        <p:txBody>
          <a:bodyPr/>
          <a:lstStyle/>
          <a:p>
            <a:endParaRPr lang="en-US"/>
          </a:p>
        </p:txBody>
      </p:sp>
      <p:sp>
        <p:nvSpPr>
          <p:cNvPr id="6396" name="Freeform 715"/>
          <p:cNvSpPr>
            <a:spLocks/>
          </p:cNvSpPr>
          <p:nvPr/>
        </p:nvSpPr>
        <p:spPr bwMode="auto">
          <a:xfrm>
            <a:off x="5799407" y="5275211"/>
            <a:ext cx="10478" cy="11851"/>
          </a:xfrm>
          <a:custGeom>
            <a:avLst/>
            <a:gdLst>
              <a:gd name="T0" fmla="*/ 2 w 6"/>
              <a:gd name="T1" fmla="*/ 0 h 6"/>
              <a:gd name="T2" fmla="*/ 4 w 6"/>
              <a:gd name="T3" fmla="*/ 1 h 6"/>
              <a:gd name="T4" fmla="*/ 5 w 6"/>
              <a:gd name="T5" fmla="*/ 2 h 6"/>
              <a:gd name="T6" fmla="*/ 4 w 6"/>
              <a:gd name="T7" fmla="*/ 5 h 6"/>
              <a:gd name="T8" fmla="*/ 2 w 6"/>
              <a:gd name="T9" fmla="*/ 5 h 6"/>
              <a:gd name="T10" fmla="*/ 1 w 6"/>
              <a:gd name="T11" fmla="*/ 5 h 6"/>
              <a:gd name="T12" fmla="*/ 0 w 6"/>
              <a:gd name="T13" fmla="*/ 2 h 6"/>
              <a:gd name="T14" fmla="*/ 1 w 6"/>
              <a:gd name="T15" fmla="*/ 1 h 6"/>
              <a:gd name="T16" fmla="*/ 2 w 6"/>
              <a:gd name="T17" fmla="*/ 0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6"/>
              <a:gd name="T29" fmla="*/ 6 w 6"/>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6">
                <a:moveTo>
                  <a:pt x="2" y="0"/>
                </a:moveTo>
                <a:lnTo>
                  <a:pt x="4" y="1"/>
                </a:lnTo>
                <a:lnTo>
                  <a:pt x="5" y="2"/>
                </a:lnTo>
                <a:lnTo>
                  <a:pt x="4" y="5"/>
                </a:lnTo>
                <a:lnTo>
                  <a:pt x="2" y="5"/>
                </a:lnTo>
                <a:lnTo>
                  <a:pt x="1" y="5"/>
                </a:lnTo>
                <a:lnTo>
                  <a:pt x="0" y="2"/>
                </a:lnTo>
                <a:lnTo>
                  <a:pt x="1" y="1"/>
                </a:lnTo>
                <a:lnTo>
                  <a:pt x="2" y="0"/>
                </a:lnTo>
              </a:path>
            </a:pathLst>
          </a:custGeom>
          <a:solidFill>
            <a:srgbClr val="FDE3BA"/>
          </a:solidFill>
          <a:ln w="12700" cap="rnd">
            <a:solidFill>
              <a:schemeClr val="tx1"/>
            </a:solidFill>
            <a:round/>
            <a:headEnd/>
            <a:tailEnd/>
          </a:ln>
        </p:spPr>
        <p:txBody>
          <a:bodyPr/>
          <a:lstStyle/>
          <a:p>
            <a:endParaRPr lang="en-US"/>
          </a:p>
        </p:txBody>
      </p:sp>
      <p:sp>
        <p:nvSpPr>
          <p:cNvPr id="6397" name="Freeform 716"/>
          <p:cNvSpPr>
            <a:spLocks/>
          </p:cNvSpPr>
          <p:nvPr/>
        </p:nvSpPr>
        <p:spPr bwMode="auto">
          <a:xfrm>
            <a:off x="5528730" y="5065838"/>
            <a:ext cx="127480" cy="353563"/>
          </a:xfrm>
          <a:custGeom>
            <a:avLst/>
            <a:gdLst>
              <a:gd name="T0" fmla="*/ 57 w 73"/>
              <a:gd name="T1" fmla="*/ 0 h 179"/>
              <a:gd name="T2" fmla="*/ 60 w 73"/>
              <a:gd name="T3" fmla="*/ 2 h 179"/>
              <a:gd name="T4" fmla="*/ 65 w 73"/>
              <a:gd name="T5" fmla="*/ 9 h 179"/>
              <a:gd name="T6" fmla="*/ 69 w 73"/>
              <a:gd name="T7" fmla="*/ 20 h 179"/>
              <a:gd name="T8" fmla="*/ 71 w 73"/>
              <a:gd name="T9" fmla="*/ 29 h 179"/>
              <a:gd name="T10" fmla="*/ 72 w 73"/>
              <a:gd name="T11" fmla="*/ 38 h 179"/>
              <a:gd name="T12" fmla="*/ 68 w 73"/>
              <a:gd name="T13" fmla="*/ 43 h 179"/>
              <a:gd name="T14" fmla="*/ 67 w 73"/>
              <a:gd name="T15" fmla="*/ 47 h 179"/>
              <a:gd name="T16" fmla="*/ 67 w 73"/>
              <a:gd name="T17" fmla="*/ 54 h 179"/>
              <a:gd name="T18" fmla="*/ 67 w 73"/>
              <a:gd name="T19" fmla="*/ 62 h 179"/>
              <a:gd name="T20" fmla="*/ 65 w 73"/>
              <a:gd name="T21" fmla="*/ 68 h 179"/>
              <a:gd name="T22" fmla="*/ 62 w 73"/>
              <a:gd name="T23" fmla="*/ 72 h 179"/>
              <a:gd name="T24" fmla="*/ 61 w 73"/>
              <a:gd name="T25" fmla="*/ 80 h 179"/>
              <a:gd name="T26" fmla="*/ 59 w 73"/>
              <a:gd name="T27" fmla="*/ 87 h 179"/>
              <a:gd name="T28" fmla="*/ 56 w 73"/>
              <a:gd name="T29" fmla="*/ 95 h 179"/>
              <a:gd name="T30" fmla="*/ 54 w 73"/>
              <a:gd name="T31" fmla="*/ 105 h 179"/>
              <a:gd name="T32" fmla="*/ 51 w 73"/>
              <a:gd name="T33" fmla="*/ 116 h 179"/>
              <a:gd name="T34" fmla="*/ 47 w 73"/>
              <a:gd name="T35" fmla="*/ 131 h 179"/>
              <a:gd name="T36" fmla="*/ 44 w 73"/>
              <a:gd name="T37" fmla="*/ 151 h 179"/>
              <a:gd name="T38" fmla="*/ 38 w 73"/>
              <a:gd name="T39" fmla="*/ 163 h 179"/>
              <a:gd name="T40" fmla="*/ 32 w 73"/>
              <a:gd name="T41" fmla="*/ 170 h 179"/>
              <a:gd name="T42" fmla="*/ 28 w 73"/>
              <a:gd name="T43" fmla="*/ 171 h 179"/>
              <a:gd name="T44" fmla="*/ 22 w 73"/>
              <a:gd name="T45" fmla="*/ 174 h 179"/>
              <a:gd name="T46" fmla="*/ 17 w 73"/>
              <a:gd name="T47" fmla="*/ 177 h 179"/>
              <a:gd name="T48" fmla="*/ 14 w 73"/>
              <a:gd name="T49" fmla="*/ 178 h 179"/>
              <a:gd name="T50" fmla="*/ 11 w 73"/>
              <a:gd name="T51" fmla="*/ 176 h 179"/>
              <a:gd name="T52" fmla="*/ 5 w 73"/>
              <a:gd name="T53" fmla="*/ 167 h 179"/>
              <a:gd name="T54" fmla="*/ 0 w 73"/>
              <a:gd name="T55" fmla="*/ 154 h 179"/>
              <a:gd name="T56" fmla="*/ 0 w 73"/>
              <a:gd name="T57" fmla="*/ 143 h 179"/>
              <a:gd name="T58" fmla="*/ 4 w 73"/>
              <a:gd name="T59" fmla="*/ 128 h 179"/>
              <a:gd name="T60" fmla="*/ 6 w 73"/>
              <a:gd name="T61" fmla="*/ 101 h 179"/>
              <a:gd name="T62" fmla="*/ 4 w 73"/>
              <a:gd name="T63" fmla="*/ 87 h 179"/>
              <a:gd name="T64" fmla="*/ 4 w 73"/>
              <a:gd name="T65" fmla="*/ 79 h 179"/>
              <a:gd name="T66" fmla="*/ 3 w 73"/>
              <a:gd name="T67" fmla="*/ 73 h 179"/>
              <a:gd name="T68" fmla="*/ 4 w 73"/>
              <a:gd name="T69" fmla="*/ 68 h 179"/>
              <a:gd name="T70" fmla="*/ 11 w 73"/>
              <a:gd name="T71" fmla="*/ 59 h 179"/>
              <a:gd name="T72" fmla="*/ 20 w 73"/>
              <a:gd name="T73" fmla="*/ 52 h 179"/>
              <a:gd name="T74" fmla="*/ 27 w 73"/>
              <a:gd name="T75" fmla="*/ 48 h 179"/>
              <a:gd name="T76" fmla="*/ 36 w 73"/>
              <a:gd name="T77" fmla="*/ 42 h 179"/>
              <a:gd name="T78" fmla="*/ 43 w 73"/>
              <a:gd name="T79" fmla="*/ 35 h 179"/>
              <a:gd name="T80" fmla="*/ 47 w 73"/>
              <a:gd name="T81" fmla="*/ 30 h 179"/>
              <a:gd name="T82" fmla="*/ 51 w 73"/>
              <a:gd name="T83" fmla="*/ 23 h 179"/>
              <a:gd name="T84" fmla="*/ 56 w 73"/>
              <a:gd name="T85" fmla="*/ 13 h 179"/>
              <a:gd name="T86" fmla="*/ 57 w 73"/>
              <a:gd name="T87" fmla="*/ 5 h 179"/>
              <a:gd name="T88" fmla="*/ 57 w 73"/>
              <a:gd name="T89" fmla="*/ 0 h 17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3"/>
              <a:gd name="T136" fmla="*/ 0 h 179"/>
              <a:gd name="T137" fmla="*/ 73 w 73"/>
              <a:gd name="T138" fmla="*/ 179 h 17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3" h="179">
                <a:moveTo>
                  <a:pt x="57" y="0"/>
                </a:moveTo>
                <a:lnTo>
                  <a:pt x="60" y="2"/>
                </a:lnTo>
                <a:lnTo>
                  <a:pt x="65" y="9"/>
                </a:lnTo>
                <a:lnTo>
                  <a:pt x="69" y="20"/>
                </a:lnTo>
                <a:lnTo>
                  <a:pt x="71" y="29"/>
                </a:lnTo>
                <a:lnTo>
                  <a:pt x="72" y="38"/>
                </a:lnTo>
                <a:lnTo>
                  <a:pt x="68" y="43"/>
                </a:lnTo>
                <a:lnTo>
                  <a:pt x="67" y="47"/>
                </a:lnTo>
                <a:lnTo>
                  <a:pt x="67" y="54"/>
                </a:lnTo>
                <a:lnTo>
                  <a:pt x="67" y="62"/>
                </a:lnTo>
                <a:lnTo>
                  <a:pt x="65" y="68"/>
                </a:lnTo>
                <a:lnTo>
                  <a:pt x="62" y="72"/>
                </a:lnTo>
                <a:lnTo>
                  <a:pt x="61" y="80"/>
                </a:lnTo>
                <a:lnTo>
                  <a:pt x="59" y="87"/>
                </a:lnTo>
                <a:lnTo>
                  <a:pt x="56" y="95"/>
                </a:lnTo>
                <a:lnTo>
                  <a:pt x="54" y="105"/>
                </a:lnTo>
                <a:lnTo>
                  <a:pt x="51" y="116"/>
                </a:lnTo>
                <a:lnTo>
                  <a:pt x="47" y="131"/>
                </a:lnTo>
                <a:lnTo>
                  <a:pt x="44" y="151"/>
                </a:lnTo>
                <a:lnTo>
                  <a:pt x="38" y="163"/>
                </a:lnTo>
                <a:lnTo>
                  <a:pt x="32" y="170"/>
                </a:lnTo>
                <a:lnTo>
                  <a:pt x="28" y="171"/>
                </a:lnTo>
                <a:lnTo>
                  <a:pt x="22" y="174"/>
                </a:lnTo>
                <a:lnTo>
                  <a:pt x="17" y="177"/>
                </a:lnTo>
                <a:lnTo>
                  <a:pt x="14" y="178"/>
                </a:lnTo>
                <a:lnTo>
                  <a:pt x="11" y="176"/>
                </a:lnTo>
                <a:lnTo>
                  <a:pt x="5" y="167"/>
                </a:lnTo>
                <a:lnTo>
                  <a:pt x="0" y="154"/>
                </a:lnTo>
                <a:lnTo>
                  <a:pt x="0" y="143"/>
                </a:lnTo>
                <a:lnTo>
                  <a:pt x="4" y="128"/>
                </a:lnTo>
                <a:lnTo>
                  <a:pt x="6" y="101"/>
                </a:lnTo>
                <a:lnTo>
                  <a:pt x="4" y="87"/>
                </a:lnTo>
                <a:lnTo>
                  <a:pt x="4" y="79"/>
                </a:lnTo>
                <a:lnTo>
                  <a:pt x="3" y="73"/>
                </a:lnTo>
                <a:lnTo>
                  <a:pt x="4" y="68"/>
                </a:lnTo>
                <a:lnTo>
                  <a:pt x="11" y="59"/>
                </a:lnTo>
                <a:lnTo>
                  <a:pt x="20" y="52"/>
                </a:lnTo>
                <a:lnTo>
                  <a:pt x="27" y="48"/>
                </a:lnTo>
                <a:lnTo>
                  <a:pt x="36" y="42"/>
                </a:lnTo>
                <a:lnTo>
                  <a:pt x="43" y="35"/>
                </a:lnTo>
                <a:lnTo>
                  <a:pt x="47" y="30"/>
                </a:lnTo>
                <a:lnTo>
                  <a:pt x="51" y="23"/>
                </a:lnTo>
                <a:lnTo>
                  <a:pt x="56" y="13"/>
                </a:lnTo>
                <a:lnTo>
                  <a:pt x="57" y="5"/>
                </a:lnTo>
                <a:lnTo>
                  <a:pt x="57" y="0"/>
                </a:lnTo>
              </a:path>
            </a:pathLst>
          </a:custGeom>
          <a:solidFill>
            <a:srgbClr val="FDE3BA"/>
          </a:solidFill>
          <a:ln w="12700" cap="rnd">
            <a:solidFill>
              <a:schemeClr val="tx1"/>
            </a:solidFill>
            <a:round/>
            <a:headEnd/>
            <a:tailEnd/>
          </a:ln>
        </p:spPr>
        <p:txBody>
          <a:bodyPr/>
          <a:lstStyle/>
          <a:p>
            <a:endParaRPr lang="en-US"/>
          </a:p>
        </p:txBody>
      </p:sp>
      <p:sp>
        <p:nvSpPr>
          <p:cNvPr id="6398" name="Freeform 717"/>
          <p:cNvSpPr>
            <a:spLocks/>
          </p:cNvSpPr>
          <p:nvPr/>
        </p:nvSpPr>
        <p:spPr bwMode="auto">
          <a:xfrm>
            <a:off x="5195187" y="4615491"/>
            <a:ext cx="137957" cy="140241"/>
          </a:xfrm>
          <a:custGeom>
            <a:avLst/>
            <a:gdLst>
              <a:gd name="T0" fmla="*/ 22 w 79"/>
              <a:gd name="T1" fmla="*/ 67 h 71"/>
              <a:gd name="T2" fmla="*/ 23 w 79"/>
              <a:gd name="T3" fmla="*/ 67 h 71"/>
              <a:gd name="T4" fmla="*/ 26 w 79"/>
              <a:gd name="T5" fmla="*/ 69 h 71"/>
              <a:gd name="T6" fmla="*/ 32 w 79"/>
              <a:gd name="T7" fmla="*/ 70 h 71"/>
              <a:gd name="T8" fmla="*/ 43 w 79"/>
              <a:gd name="T9" fmla="*/ 70 h 71"/>
              <a:gd name="T10" fmla="*/ 65 w 79"/>
              <a:gd name="T11" fmla="*/ 66 h 71"/>
              <a:gd name="T12" fmla="*/ 72 w 79"/>
              <a:gd name="T13" fmla="*/ 63 h 71"/>
              <a:gd name="T14" fmla="*/ 74 w 79"/>
              <a:gd name="T15" fmla="*/ 58 h 71"/>
              <a:gd name="T16" fmla="*/ 69 w 79"/>
              <a:gd name="T17" fmla="*/ 53 h 71"/>
              <a:gd name="T18" fmla="*/ 69 w 79"/>
              <a:gd name="T19" fmla="*/ 50 h 71"/>
              <a:gd name="T20" fmla="*/ 73 w 79"/>
              <a:gd name="T21" fmla="*/ 41 h 71"/>
              <a:gd name="T22" fmla="*/ 76 w 79"/>
              <a:gd name="T23" fmla="*/ 29 h 71"/>
              <a:gd name="T24" fmla="*/ 78 w 79"/>
              <a:gd name="T25" fmla="*/ 17 h 71"/>
              <a:gd name="T26" fmla="*/ 77 w 79"/>
              <a:gd name="T27" fmla="*/ 7 h 71"/>
              <a:gd name="T28" fmla="*/ 75 w 79"/>
              <a:gd name="T29" fmla="*/ 2 h 71"/>
              <a:gd name="T30" fmla="*/ 74 w 79"/>
              <a:gd name="T31" fmla="*/ 0 h 71"/>
              <a:gd name="T32" fmla="*/ 73 w 79"/>
              <a:gd name="T33" fmla="*/ 0 h 71"/>
              <a:gd name="T34" fmla="*/ 65 w 79"/>
              <a:gd name="T35" fmla="*/ 4 h 71"/>
              <a:gd name="T36" fmla="*/ 57 w 79"/>
              <a:gd name="T37" fmla="*/ 10 h 71"/>
              <a:gd name="T38" fmla="*/ 47 w 79"/>
              <a:gd name="T39" fmla="*/ 11 h 71"/>
              <a:gd name="T40" fmla="*/ 36 w 79"/>
              <a:gd name="T41" fmla="*/ 11 h 71"/>
              <a:gd name="T42" fmla="*/ 33 w 79"/>
              <a:gd name="T43" fmla="*/ 11 h 71"/>
              <a:gd name="T44" fmla="*/ 32 w 79"/>
              <a:gd name="T45" fmla="*/ 10 h 71"/>
              <a:gd name="T46" fmla="*/ 0 w 79"/>
              <a:gd name="T47" fmla="*/ 50 h 71"/>
              <a:gd name="T48" fmla="*/ 22 w 79"/>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71"/>
              <a:gd name="T77" fmla="*/ 79 w 79"/>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71">
                <a:moveTo>
                  <a:pt x="22" y="67"/>
                </a:moveTo>
                <a:lnTo>
                  <a:pt x="23" y="67"/>
                </a:lnTo>
                <a:lnTo>
                  <a:pt x="26" y="69"/>
                </a:lnTo>
                <a:lnTo>
                  <a:pt x="32" y="70"/>
                </a:lnTo>
                <a:lnTo>
                  <a:pt x="43" y="70"/>
                </a:lnTo>
                <a:lnTo>
                  <a:pt x="65" y="66"/>
                </a:lnTo>
                <a:lnTo>
                  <a:pt x="72" y="63"/>
                </a:lnTo>
                <a:lnTo>
                  <a:pt x="74" y="58"/>
                </a:lnTo>
                <a:lnTo>
                  <a:pt x="69" y="53"/>
                </a:lnTo>
                <a:lnTo>
                  <a:pt x="69" y="50"/>
                </a:lnTo>
                <a:lnTo>
                  <a:pt x="73" y="41"/>
                </a:lnTo>
                <a:lnTo>
                  <a:pt x="76" y="29"/>
                </a:lnTo>
                <a:lnTo>
                  <a:pt x="78" y="17"/>
                </a:lnTo>
                <a:lnTo>
                  <a:pt x="77" y="7"/>
                </a:lnTo>
                <a:lnTo>
                  <a:pt x="75" y="2"/>
                </a:lnTo>
                <a:lnTo>
                  <a:pt x="74" y="0"/>
                </a:lnTo>
                <a:lnTo>
                  <a:pt x="73" y="0"/>
                </a:lnTo>
                <a:lnTo>
                  <a:pt x="65" y="4"/>
                </a:lnTo>
                <a:lnTo>
                  <a:pt x="57" y="10"/>
                </a:lnTo>
                <a:lnTo>
                  <a:pt x="47" y="11"/>
                </a:lnTo>
                <a:lnTo>
                  <a:pt x="36" y="11"/>
                </a:lnTo>
                <a:lnTo>
                  <a:pt x="33" y="11"/>
                </a:lnTo>
                <a:lnTo>
                  <a:pt x="32" y="10"/>
                </a:lnTo>
                <a:lnTo>
                  <a:pt x="0" y="50"/>
                </a:lnTo>
                <a:lnTo>
                  <a:pt x="22" y="67"/>
                </a:lnTo>
              </a:path>
            </a:pathLst>
          </a:custGeom>
          <a:solidFill>
            <a:srgbClr val="FDE3BA"/>
          </a:solidFill>
          <a:ln w="12700" cap="rnd">
            <a:solidFill>
              <a:schemeClr val="tx1"/>
            </a:solidFill>
            <a:round/>
            <a:headEnd/>
            <a:tailEnd/>
          </a:ln>
        </p:spPr>
        <p:txBody>
          <a:bodyPr/>
          <a:lstStyle/>
          <a:p>
            <a:endParaRPr lang="en-US"/>
          </a:p>
        </p:txBody>
      </p:sp>
      <p:sp>
        <p:nvSpPr>
          <p:cNvPr id="6399" name="Freeform 718"/>
          <p:cNvSpPr>
            <a:spLocks/>
          </p:cNvSpPr>
          <p:nvPr/>
        </p:nvSpPr>
        <p:spPr bwMode="auto">
          <a:xfrm>
            <a:off x="5184709" y="5533964"/>
            <a:ext cx="26194" cy="27653"/>
          </a:xfrm>
          <a:custGeom>
            <a:avLst/>
            <a:gdLst>
              <a:gd name="T0" fmla="*/ 12 w 15"/>
              <a:gd name="T1" fmla="*/ 0 h 14"/>
              <a:gd name="T2" fmla="*/ 13 w 15"/>
              <a:gd name="T3" fmla="*/ 5 h 14"/>
              <a:gd name="T4" fmla="*/ 14 w 15"/>
              <a:gd name="T5" fmla="*/ 7 h 14"/>
              <a:gd name="T6" fmla="*/ 13 w 15"/>
              <a:gd name="T7" fmla="*/ 9 h 14"/>
              <a:gd name="T8" fmla="*/ 11 w 15"/>
              <a:gd name="T9" fmla="*/ 11 h 14"/>
              <a:gd name="T10" fmla="*/ 3 w 15"/>
              <a:gd name="T11" fmla="*/ 13 h 14"/>
              <a:gd name="T12" fmla="*/ 0 w 15"/>
              <a:gd name="T13" fmla="*/ 7 h 14"/>
              <a:gd name="T14" fmla="*/ 3 w 15"/>
              <a:gd name="T15" fmla="*/ 2 h 14"/>
              <a:gd name="T16" fmla="*/ 6 w 15"/>
              <a:gd name="T17" fmla="*/ 0 h 14"/>
              <a:gd name="T18" fmla="*/ 11 w 15"/>
              <a:gd name="T19" fmla="*/ 0 h 14"/>
              <a:gd name="T20" fmla="*/ 12 w 15"/>
              <a:gd name="T21" fmla="*/ 0 h 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14"/>
              <a:gd name="T35" fmla="*/ 15 w 15"/>
              <a:gd name="T36" fmla="*/ 14 h 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14">
                <a:moveTo>
                  <a:pt x="12" y="0"/>
                </a:moveTo>
                <a:lnTo>
                  <a:pt x="13" y="5"/>
                </a:lnTo>
                <a:lnTo>
                  <a:pt x="14" y="7"/>
                </a:lnTo>
                <a:lnTo>
                  <a:pt x="13" y="9"/>
                </a:lnTo>
                <a:lnTo>
                  <a:pt x="11" y="11"/>
                </a:lnTo>
                <a:lnTo>
                  <a:pt x="3" y="13"/>
                </a:lnTo>
                <a:lnTo>
                  <a:pt x="0" y="7"/>
                </a:lnTo>
                <a:lnTo>
                  <a:pt x="3" y="2"/>
                </a:lnTo>
                <a:lnTo>
                  <a:pt x="6" y="0"/>
                </a:lnTo>
                <a:lnTo>
                  <a:pt x="11" y="0"/>
                </a:lnTo>
                <a:lnTo>
                  <a:pt x="12" y="0"/>
                </a:lnTo>
              </a:path>
            </a:pathLst>
          </a:custGeom>
          <a:solidFill>
            <a:srgbClr val="FDE3BA"/>
          </a:solidFill>
          <a:ln w="12700" cap="rnd">
            <a:solidFill>
              <a:schemeClr val="tx1"/>
            </a:solidFill>
            <a:round/>
            <a:headEnd/>
            <a:tailEnd/>
          </a:ln>
        </p:spPr>
        <p:txBody>
          <a:bodyPr/>
          <a:lstStyle/>
          <a:p>
            <a:endParaRPr lang="en-US"/>
          </a:p>
        </p:txBody>
      </p:sp>
      <p:sp>
        <p:nvSpPr>
          <p:cNvPr id="6400" name="Freeform 719"/>
          <p:cNvSpPr>
            <a:spLocks/>
          </p:cNvSpPr>
          <p:nvPr/>
        </p:nvSpPr>
        <p:spPr bwMode="auto">
          <a:xfrm>
            <a:off x="4264409" y="4350813"/>
            <a:ext cx="47151" cy="7901"/>
          </a:xfrm>
          <a:custGeom>
            <a:avLst/>
            <a:gdLst>
              <a:gd name="T0" fmla="*/ 0 w 27"/>
              <a:gd name="T1" fmla="*/ 0 h 4"/>
              <a:gd name="T2" fmla="*/ 0 w 27"/>
              <a:gd name="T3" fmla="*/ 0 h 4"/>
              <a:gd name="T4" fmla="*/ 1 w 27"/>
              <a:gd name="T5" fmla="*/ 0 h 4"/>
              <a:gd name="T6" fmla="*/ 6 w 27"/>
              <a:gd name="T7" fmla="*/ 0 h 4"/>
              <a:gd name="T8" fmla="*/ 15 w 27"/>
              <a:gd name="T9" fmla="*/ 0 h 4"/>
              <a:gd name="T10" fmla="*/ 23 w 27"/>
              <a:gd name="T11" fmla="*/ 1 h 4"/>
              <a:gd name="T12" fmla="*/ 26 w 27"/>
              <a:gd name="T13" fmla="*/ 2 h 4"/>
              <a:gd name="T14" fmla="*/ 23 w 27"/>
              <a:gd name="T15" fmla="*/ 3 h 4"/>
              <a:gd name="T16" fmla="*/ 15 w 27"/>
              <a:gd name="T17" fmla="*/ 3 h 4"/>
              <a:gd name="T18" fmla="*/ 7 w 27"/>
              <a:gd name="T19" fmla="*/ 3 h 4"/>
              <a:gd name="T20" fmla="*/ 2 w 27"/>
              <a:gd name="T21" fmla="*/ 3 h 4"/>
              <a:gd name="T22" fmla="*/ 0 w 27"/>
              <a:gd name="T23" fmla="*/ 3 h 4"/>
              <a:gd name="T24" fmla="*/ 0 w 27"/>
              <a:gd name="T25" fmla="*/ 3 h 4"/>
              <a:gd name="T26" fmla="*/ 0 w 27"/>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4"/>
              <a:gd name="T44" fmla="*/ 27 w 27"/>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4">
                <a:moveTo>
                  <a:pt x="0" y="0"/>
                </a:moveTo>
                <a:lnTo>
                  <a:pt x="0" y="0"/>
                </a:lnTo>
                <a:lnTo>
                  <a:pt x="1" y="0"/>
                </a:lnTo>
                <a:lnTo>
                  <a:pt x="6" y="0"/>
                </a:lnTo>
                <a:lnTo>
                  <a:pt x="15" y="0"/>
                </a:lnTo>
                <a:lnTo>
                  <a:pt x="23" y="1"/>
                </a:lnTo>
                <a:lnTo>
                  <a:pt x="26" y="2"/>
                </a:lnTo>
                <a:lnTo>
                  <a:pt x="23" y="3"/>
                </a:lnTo>
                <a:lnTo>
                  <a:pt x="15" y="3"/>
                </a:lnTo>
                <a:lnTo>
                  <a:pt x="7" y="3"/>
                </a:lnTo>
                <a:lnTo>
                  <a:pt x="2" y="3"/>
                </a:lnTo>
                <a:lnTo>
                  <a:pt x="0" y="3"/>
                </a:lnTo>
                <a:lnTo>
                  <a:pt x="0" y="0"/>
                </a:lnTo>
              </a:path>
            </a:pathLst>
          </a:custGeom>
          <a:solidFill>
            <a:srgbClr val="FDE3BA"/>
          </a:solidFill>
          <a:ln w="12700" cap="rnd">
            <a:solidFill>
              <a:schemeClr val="tx1"/>
            </a:solidFill>
            <a:round/>
            <a:headEnd/>
            <a:tailEnd/>
          </a:ln>
        </p:spPr>
        <p:txBody>
          <a:bodyPr/>
          <a:lstStyle/>
          <a:p>
            <a:endParaRPr lang="en-US"/>
          </a:p>
        </p:txBody>
      </p:sp>
      <p:sp>
        <p:nvSpPr>
          <p:cNvPr id="6401" name="Freeform 720"/>
          <p:cNvSpPr>
            <a:spLocks/>
          </p:cNvSpPr>
          <p:nvPr/>
        </p:nvSpPr>
        <p:spPr bwMode="auto">
          <a:xfrm>
            <a:off x="4280126" y="4392293"/>
            <a:ext cx="24448" cy="23703"/>
          </a:xfrm>
          <a:custGeom>
            <a:avLst/>
            <a:gdLst>
              <a:gd name="T0" fmla="*/ 6 w 14"/>
              <a:gd name="T1" fmla="*/ 11 h 12"/>
              <a:gd name="T2" fmla="*/ 7 w 14"/>
              <a:gd name="T3" fmla="*/ 11 h 12"/>
              <a:gd name="T4" fmla="*/ 10 w 14"/>
              <a:gd name="T5" fmla="*/ 7 h 12"/>
              <a:gd name="T6" fmla="*/ 13 w 14"/>
              <a:gd name="T7" fmla="*/ 2 h 12"/>
              <a:gd name="T8" fmla="*/ 13 w 14"/>
              <a:gd name="T9" fmla="*/ 0 h 12"/>
              <a:gd name="T10" fmla="*/ 5 w 14"/>
              <a:gd name="T11" fmla="*/ 2 h 12"/>
              <a:gd name="T12" fmla="*/ 0 w 14"/>
              <a:gd name="T13" fmla="*/ 5 h 12"/>
              <a:gd name="T14" fmla="*/ 6 w 14"/>
              <a:gd name="T15" fmla="*/ 11 h 12"/>
              <a:gd name="T16" fmla="*/ 0 60000 65536"/>
              <a:gd name="T17" fmla="*/ 0 60000 65536"/>
              <a:gd name="T18" fmla="*/ 0 60000 65536"/>
              <a:gd name="T19" fmla="*/ 0 60000 65536"/>
              <a:gd name="T20" fmla="*/ 0 60000 65536"/>
              <a:gd name="T21" fmla="*/ 0 60000 65536"/>
              <a:gd name="T22" fmla="*/ 0 60000 65536"/>
              <a:gd name="T23" fmla="*/ 0 60000 65536"/>
              <a:gd name="T24" fmla="*/ 0 w 14"/>
              <a:gd name="T25" fmla="*/ 0 h 12"/>
              <a:gd name="T26" fmla="*/ 14 w 14"/>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 h="12">
                <a:moveTo>
                  <a:pt x="6" y="11"/>
                </a:moveTo>
                <a:lnTo>
                  <a:pt x="7" y="11"/>
                </a:lnTo>
                <a:lnTo>
                  <a:pt x="10" y="7"/>
                </a:lnTo>
                <a:lnTo>
                  <a:pt x="13" y="2"/>
                </a:lnTo>
                <a:lnTo>
                  <a:pt x="13" y="0"/>
                </a:lnTo>
                <a:lnTo>
                  <a:pt x="5" y="2"/>
                </a:lnTo>
                <a:lnTo>
                  <a:pt x="0" y="5"/>
                </a:lnTo>
                <a:lnTo>
                  <a:pt x="6" y="11"/>
                </a:lnTo>
              </a:path>
            </a:pathLst>
          </a:custGeom>
          <a:solidFill>
            <a:srgbClr val="FDE3BA"/>
          </a:solidFill>
          <a:ln w="12700" cap="rnd">
            <a:solidFill>
              <a:schemeClr val="tx1"/>
            </a:solidFill>
            <a:round/>
            <a:headEnd/>
            <a:tailEnd/>
          </a:ln>
        </p:spPr>
        <p:txBody>
          <a:bodyPr/>
          <a:lstStyle/>
          <a:p>
            <a:endParaRPr lang="en-US"/>
          </a:p>
        </p:txBody>
      </p:sp>
      <p:sp>
        <p:nvSpPr>
          <p:cNvPr id="6402" name="Freeform 721"/>
          <p:cNvSpPr>
            <a:spLocks/>
          </p:cNvSpPr>
          <p:nvPr/>
        </p:nvSpPr>
        <p:spPr bwMode="auto">
          <a:xfrm>
            <a:off x="4369187" y="4510805"/>
            <a:ext cx="62867" cy="86909"/>
          </a:xfrm>
          <a:custGeom>
            <a:avLst/>
            <a:gdLst>
              <a:gd name="T0" fmla="*/ 0 w 36"/>
              <a:gd name="T1" fmla="*/ 15 h 44"/>
              <a:gd name="T2" fmla="*/ 10 w 36"/>
              <a:gd name="T3" fmla="*/ 7 h 44"/>
              <a:gd name="T4" fmla="*/ 16 w 36"/>
              <a:gd name="T5" fmla="*/ 2 h 44"/>
              <a:gd name="T6" fmla="*/ 22 w 36"/>
              <a:gd name="T7" fmla="*/ 0 h 44"/>
              <a:gd name="T8" fmla="*/ 25 w 36"/>
              <a:gd name="T9" fmla="*/ 7 h 44"/>
              <a:gd name="T10" fmla="*/ 28 w 36"/>
              <a:gd name="T11" fmla="*/ 10 h 44"/>
              <a:gd name="T12" fmla="*/ 35 w 36"/>
              <a:gd name="T13" fmla="*/ 24 h 44"/>
              <a:gd name="T14" fmla="*/ 34 w 36"/>
              <a:gd name="T15" fmla="*/ 43 h 44"/>
              <a:gd name="T16" fmla="*/ 30 w 36"/>
              <a:gd name="T17" fmla="*/ 43 h 44"/>
              <a:gd name="T18" fmla="*/ 21 w 36"/>
              <a:gd name="T19" fmla="*/ 36 h 44"/>
              <a:gd name="T20" fmla="*/ 0 w 36"/>
              <a:gd name="T21" fmla="*/ 1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44"/>
              <a:gd name="T35" fmla="*/ 36 w 36"/>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44">
                <a:moveTo>
                  <a:pt x="0" y="15"/>
                </a:moveTo>
                <a:lnTo>
                  <a:pt x="10" y="7"/>
                </a:lnTo>
                <a:lnTo>
                  <a:pt x="16" y="2"/>
                </a:lnTo>
                <a:lnTo>
                  <a:pt x="22" y="0"/>
                </a:lnTo>
                <a:lnTo>
                  <a:pt x="25" y="7"/>
                </a:lnTo>
                <a:lnTo>
                  <a:pt x="28" y="10"/>
                </a:lnTo>
                <a:lnTo>
                  <a:pt x="35" y="24"/>
                </a:lnTo>
                <a:lnTo>
                  <a:pt x="34" y="43"/>
                </a:lnTo>
                <a:lnTo>
                  <a:pt x="30" y="43"/>
                </a:lnTo>
                <a:lnTo>
                  <a:pt x="21" y="36"/>
                </a:lnTo>
                <a:lnTo>
                  <a:pt x="0" y="15"/>
                </a:lnTo>
              </a:path>
            </a:pathLst>
          </a:custGeom>
          <a:solidFill>
            <a:srgbClr val="FDE3BA"/>
          </a:solidFill>
          <a:ln w="12700" cap="rnd">
            <a:solidFill>
              <a:schemeClr val="tx1"/>
            </a:solidFill>
            <a:round/>
            <a:headEnd/>
            <a:tailEnd/>
          </a:ln>
        </p:spPr>
        <p:txBody>
          <a:bodyPr/>
          <a:lstStyle/>
          <a:p>
            <a:endParaRPr lang="en-US"/>
          </a:p>
        </p:txBody>
      </p:sp>
      <p:sp>
        <p:nvSpPr>
          <p:cNvPr id="6403" name="Freeform 722"/>
          <p:cNvSpPr>
            <a:spLocks/>
          </p:cNvSpPr>
          <p:nvPr/>
        </p:nvSpPr>
        <p:spPr bwMode="auto">
          <a:xfrm>
            <a:off x="4336008" y="4463400"/>
            <a:ext cx="43657" cy="65181"/>
          </a:xfrm>
          <a:custGeom>
            <a:avLst/>
            <a:gdLst>
              <a:gd name="T0" fmla="*/ 13 w 25"/>
              <a:gd name="T1" fmla="*/ 32 h 33"/>
              <a:gd name="T2" fmla="*/ 15 w 25"/>
              <a:gd name="T3" fmla="*/ 30 h 33"/>
              <a:gd name="T4" fmla="*/ 20 w 25"/>
              <a:gd name="T5" fmla="*/ 24 h 33"/>
              <a:gd name="T6" fmla="*/ 21 w 25"/>
              <a:gd name="T7" fmla="*/ 18 h 33"/>
              <a:gd name="T8" fmla="*/ 24 w 25"/>
              <a:gd name="T9" fmla="*/ 10 h 33"/>
              <a:gd name="T10" fmla="*/ 24 w 25"/>
              <a:gd name="T11" fmla="*/ 4 h 33"/>
              <a:gd name="T12" fmla="*/ 17 w 25"/>
              <a:gd name="T13" fmla="*/ 0 h 33"/>
              <a:gd name="T14" fmla="*/ 5 w 25"/>
              <a:gd name="T15" fmla="*/ 2 h 33"/>
              <a:gd name="T16" fmla="*/ 0 w 25"/>
              <a:gd name="T17" fmla="*/ 5 h 33"/>
              <a:gd name="T18" fmla="*/ 2 w 25"/>
              <a:gd name="T19" fmla="*/ 8 h 33"/>
              <a:gd name="T20" fmla="*/ 3 w 25"/>
              <a:gd name="T21" fmla="*/ 17 h 33"/>
              <a:gd name="T22" fmla="*/ 13 w 25"/>
              <a:gd name="T23" fmla="*/ 32 h 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33"/>
              <a:gd name="T38" fmla="*/ 25 w 25"/>
              <a:gd name="T39" fmla="*/ 33 h 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33">
                <a:moveTo>
                  <a:pt x="13" y="32"/>
                </a:moveTo>
                <a:lnTo>
                  <a:pt x="15" y="30"/>
                </a:lnTo>
                <a:lnTo>
                  <a:pt x="20" y="24"/>
                </a:lnTo>
                <a:lnTo>
                  <a:pt x="21" y="18"/>
                </a:lnTo>
                <a:lnTo>
                  <a:pt x="24" y="10"/>
                </a:lnTo>
                <a:lnTo>
                  <a:pt x="24" y="4"/>
                </a:lnTo>
                <a:lnTo>
                  <a:pt x="17" y="0"/>
                </a:lnTo>
                <a:lnTo>
                  <a:pt x="5" y="2"/>
                </a:lnTo>
                <a:lnTo>
                  <a:pt x="0" y="5"/>
                </a:lnTo>
                <a:lnTo>
                  <a:pt x="2" y="8"/>
                </a:lnTo>
                <a:lnTo>
                  <a:pt x="3" y="17"/>
                </a:lnTo>
                <a:lnTo>
                  <a:pt x="13" y="32"/>
                </a:lnTo>
              </a:path>
            </a:pathLst>
          </a:custGeom>
          <a:solidFill>
            <a:srgbClr val="FDE3BA"/>
          </a:solidFill>
          <a:ln w="12700" cap="rnd">
            <a:solidFill>
              <a:schemeClr val="tx1"/>
            </a:solidFill>
            <a:round/>
            <a:headEnd/>
            <a:tailEnd/>
          </a:ln>
        </p:spPr>
        <p:txBody>
          <a:bodyPr/>
          <a:lstStyle/>
          <a:p>
            <a:endParaRPr lang="en-US"/>
          </a:p>
        </p:txBody>
      </p:sp>
      <p:sp>
        <p:nvSpPr>
          <p:cNvPr id="6404" name="Freeform 723"/>
          <p:cNvSpPr>
            <a:spLocks/>
          </p:cNvSpPr>
          <p:nvPr/>
        </p:nvSpPr>
        <p:spPr bwMode="auto">
          <a:xfrm>
            <a:off x="4610176" y="4408094"/>
            <a:ext cx="69852" cy="158017"/>
          </a:xfrm>
          <a:custGeom>
            <a:avLst/>
            <a:gdLst>
              <a:gd name="T0" fmla="*/ 0 w 40"/>
              <a:gd name="T1" fmla="*/ 12 h 80"/>
              <a:gd name="T2" fmla="*/ 12 w 40"/>
              <a:gd name="T3" fmla="*/ 12 h 80"/>
              <a:gd name="T4" fmla="*/ 37 w 40"/>
              <a:gd name="T5" fmla="*/ 0 h 80"/>
              <a:gd name="T6" fmla="*/ 39 w 40"/>
              <a:gd name="T7" fmla="*/ 6 h 80"/>
              <a:gd name="T8" fmla="*/ 38 w 40"/>
              <a:gd name="T9" fmla="*/ 19 h 80"/>
              <a:gd name="T10" fmla="*/ 35 w 40"/>
              <a:gd name="T11" fmla="*/ 28 h 80"/>
              <a:gd name="T12" fmla="*/ 33 w 40"/>
              <a:gd name="T13" fmla="*/ 41 h 80"/>
              <a:gd name="T14" fmla="*/ 30 w 40"/>
              <a:gd name="T15" fmla="*/ 55 h 80"/>
              <a:gd name="T16" fmla="*/ 30 w 40"/>
              <a:gd name="T17" fmla="*/ 71 h 80"/>
              <a:gd name="T18" fmla="*/ 23 w 40"/>
              <a:gd name="T19" fmla="*/ 73 h 80"/>
              <a:gd name="T20" fmla="*/ 18 w 40"/>
              <a:gd name="T21" fmla="*/ 79 h 80"/>
              <a:gd name="T22" fmla="*/ 13 w 40"/>
              <a:gd name="T23" fmla="*/ 57 h 80"/>
              <a:gd name="T24" fmla="*/ 0 w 40"/>
              <a:gd name="T25" fmla="*/ 12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80"/>
              <a:gd name="T41" fmla="*/ 40 w 40"/>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80">
                <a:moveTo>
                  <a:pt x="0" y="12"/>
                </a:moveTo>
                <a:lnTo>
                  <a:pt x="12" y="12"/>
                </a:lnTo>
                <a:lnTo>
                  <a:pt x="37" y="0"/>
                </a:lnTo>
                <a:lnTo>
                  <a:pt x="39" y="6"/>
                </a:lnTo>
                <a:lnTo>
                  <a:pt x="38" y="19"/>
                </a:lnTo>
                <a:lnTo>
                  <a:pt x="35" y="28"/>
                </a:lnTo>
                <a:lnTo>
                  <a:pt x="33" y="41"/>
                </a:lnTo>
                <a:lnTo>
                  <a:pt x="30" y="55"/>
                </a:lnTo>
                <a:lnTo>
                  <a:pt x="30" y="71"/>
                </a:lnTo>
                <a:lnTo>
                  <a:pt x="23" y="73"/>
                </a:lnTo>
                <a:lnTo>
                  <a:pt x="18" y="79"/>
                </a:lnTo>
                <a:lnTo>
                  <a:pt x="13" y="57"/>
                </a:lnTo>
                <a:lnTo>
                  <a:pt x="0" y="12"/>
                </a:lnTo>
              </a:path>
            </a:pathLst>
          </a:custGeom>
          <a:solidFill>
            <a:srgbClr val="FDE3BA"/>
          </a:solidFill>
          <a:ln w="12700" cap="rnd">
            <a:solidFill>
              <a:schemeClr val="tx1"/>
            </a:solidFill>
            <a:round/>
            <a:headEnd/>
            <a:tailEnd/>
          </a:ln>
        </p:spPr>
        <p:txBody>
          <a:bodyPr/>
          <a:lstStyle/>
          <a:p>
            <a:endParaRPr lang="en-US"/>
          </a:p>
        </p:txBody>
      </p:sp>
      <p:sp>
        <p:nvSpPr>
          <p:cNvPr id="6405" name="Freeform 724"/>
          <p:cNvSpPr>
            <a:spLocks/>
          </p:cNvSpPr>
          <p:nvPr/>
        </p:nvSpPr>
        <p:spPr bwMode="auto">
          <a:xfrm>
            <a:off x="4608430" y="4429821"/>
            <a:ext cx="26194" cy="142215"/>
          </a:xfrm>
          <a:custGeom>
            <a:avLst/>
            <a:gdLst>
              <a:gd name="T0" fmla="*/ 6 w 15"/>
              <a:gd name="T1" fmla="*/ 2 h 72"/>
              <a:gd name="T2" fmla="*/ 7 w 15"/>
              <a:gd name="T3" fmla="*/ 5 h 72"/>
              <a:gd name="T4" fmla="*/ 12 w 15"/>
              <a:gd name="T5" fmla="*/ 18 h 72"/>
              <a:gd name="T6" fmla="*/ 14 w 15"/>
              <a:gd name="T7" fmla="*/ 36 h 72"/>
              <a:gd name="T8" fmla="*/ 13 w 15"/>
              <a:gd name="T9" fmla="*/ 66 h 72"/>
              <a:gd name="T10" fmla="*/ 5 w 15"/>
              <a:gd name="T11" fmla="*/ 71 h 72"/>
              <a:gd name="T12" fmla="*/ 6 w 15"/>
              <a:gd name="T13" fmla="*/ 55 h 72"/>
              <a:gd name="T14" fmla="*/ 6 w 15"/>
              <a:gd name="T15" fmla="*/ 37 h 72"/>
              <a:gd name="T16" fmla="*/ 0 w 15"/>
              <a:gd name="T17" fmla="*/ 4 h 72"/>
              <a:gd name="T18" fmla="*/ 1 w 15"/>
              <a:gd name="T19" fmla="*/ 0 h 72"/>
              <a:gd name="T20" fmla="*/ 6 w 15"/>
              <a:gd name="T21" fmla="*/ 2 h 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72"/>
              <a:gd name="T35" fmla="*/ 15 w 15"/>
              <a:gd name="T36" fmla="*/ 72 h 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72">
                <a:moveTo>
                  <a:pt x="6" y="2"/>
                </a:moveTo>
                <a:lnTo>
                  <a:pt x="7" y="5"/>
                </a:lnTo>
                <a:lnTo>
                  <a:pt x="12" y="18"/>
                </a:lnTo>
                <a:lnTo>
                  <a:pt x="14" y="36"/>
                </a:lnTo>
                <a:lnTo>
                  <a:pt x="13" y="66"/>
                </a:lnTo>
                <a:lnTo>
                  <a:pt x="5" y="71"/>
                </a:lnTo>
                <a:lnTo>
                  <a:pt x="6" y="55"/>
                </a:lnTo>
                <a:lnTo>
                  <a:pt x="6" y="37"/>
                </a:lnTo>
                <a:lnTo>
                  <a:pt x="0" y="4"/>
                </a:lnTo>
                <a:lnTo>
                  <a:pt x="1" y="0"/>
                </a:lnTo>
                <a:lnTo>
                  <a:pt x="6" y="2"/>
                </a:lnTo>
              </a:path>
            </a:pathLst>
          </a:custGeom>
          <a:solidFill>
            <a:srgbClr val="FDE3BA"/>
          </a:solidFill>
          <a:ln w="12700" cap="rnd">
            <a:solidFill>
              <a:schemeClr val="tx1"/>
            </a:solidFill>
            <a:round/>
            <a:headEnd/>
            <a:tailEnd/>
          </a:ln>
        </p:spPr>
        <p:txBody>
          <a:bodyPr/>
          <a:lstStyle/>
          <a:p>
            <a:endParaRPr lang="en-US"/>
          </a:p>
        </p:txBody>
      </p:sp>
      <p:sp>
        <p:nvSpPr>
          <p:cNvPr id="6406" name="Freeform 725"/>
          <p:cNvSpPr>
            <a:spLocks/>
          </p:cNvSpPr>
          <p:nvPr/>
        </p:nvSpPr>
        <p:spPr bwMode="auto">
          <a:xfrm>
            <a:off x="4824971" y="4680673"/>
            <a:ext cx="17463" cy="15802"/>
          </a:xfrm>
          <a:custGeom>
            <a:avLst/>
            <a:gdLst>
              <a:gd name="T0" fmla="*/ 0 w 10"/>
              <a:gd name="T1" fmla="*/ 7 h 8"/>
              <a:gd name="T2" fmla="*/ 9 w 10"/>
              <a:gd name="T3" fmla="*/ 7 h 8"/>
              <a:gd name="T4" fmla="*/ 9 w 10"/>
              <a:gd name="T5" fmla="*/ 0 h 8"/>
              <a:gd name="T6" fmla="*/ 0 w 10"/>
              <a:gd name="T7" fmla="*/ 0 h 8"/>
              <a:gd name="T8" fmla="*/ 0 w 10"/>
              <a:gd name="T9" fmla="*/ 7 h 8"/>
              <a:gd name="T10" fmla="*/ 0 60000 65536"/>
              <a:gd name="T11" fmla="*/ 0 60000 65536"/>
              <a:gd name="T12" fmla="*/ 0 60000 65536"/>
              <a:gd name="T13" fmla="*/ 0 60000 65536"/>
              <a:gd name="T14" fmla="*/ 0 60000 65536"/>
              <a:gd name="T15" fmla="*/ 0 w 10"/>
              <a:gd name="T16" fmla="*/ 0 h 8"/>
              <a:gd name="T17" fmla="*/ 10 w 10"/>
              <a:gd name="T18" fmla="*/ 8 h 8"/>
            </a:gdLst>
            <a:ahLst/>
            <a:cxnLst>
              <a:cxn ang="T10">
                <a:pos x="T0" y="T1"/>
              </a:cxn>
              <a:cxn ang="T11">
                <a:pos x="T2" y="T3"/>
              </a:cxn>
              <a:cxn ang="T12">
                <a:pos x="T4" y="T5"/>
              </a:cxn>
              <a:cxn ang="T13">
                <a:pos x="T6" y="T7"/>
              </a:cxn>
              <a:cxn ang="T14">
                <a:pos x="T8" y="T9"/>
              </a:cxn>
            </a:cxnLst>
            <a:rect l="T15" t="T16" r="T17" b="T18"/>
            <a:pathLst>
              <a:path w="10" h="8">
                <a:moveTo>
                  <a:pt x="0" y="7"/>
                </a:moveTo>
                <a:lnTo>
                  <a:pt x="9" y="7"/>
                </a:lnTo>
                <a:lnTo>
                  <a:pt x="9" y="0"/>
                </a:lnTo>
                <a:lnTo>
                  <a:pt x="0" y="0"/>
                </a:lnTo>
                <a:lnTo>
                  <a:pt x="0" y="7"/>
                </a:lnTo>
              </a:path>
            </a:pathLst>
          </a:custGeom>
          <a:solidFill>
            <a:srgbClr val="FDE3BA"/>
          </a:solidFill>
          <a:ln w="12700" cap="rnd">
            <a:solidFill>
              <a:schemeClr val="tx1"/>
            </a:solidFill>
            <a:round/>
            <a:headEnd/>
            <a:tailEnd/>
          </a:ln>
        </p:spPr>
        <p:txBody>
          <a:bodyPr/>
          <a:lstStyle/>
          <a:p>
            <a:endParaRPr lang="en-US"/>
          </a:p>
        </p:txBody>
      </p:sp>
      <p:sp>
        <p:nvSpPr>
          <p:cNvPr id="6407" name="Freeform 726"/>
          <p:cNvSpPr>
            <a:spLocks/>
          </p:cNvSpPr>
          <p:nvPr/>
        </p:nvSpPr>
        <p:spPr bwMode="auto">
          <a:xfrm>
            <a:off x="5706198" y="4003176"/>
            <a:ext cx="96046" cy="73083"/>
          </a:xfrm>
          <a:custGeom>
            <a:avLst/>
            <a:gdLst>
              <a:gd name="T0" fmla="*/ 54 w 55"/>
              <a:gd name="T1" fmla="*/ 16 h 37"/>
              <a:gd name="T2" fmla="*/ 52 w 55"/>
              <a:gd name="T3" fmla="*/ 13 h 37"/>
              <a:gd name="T4" fmla="*/ 52 w 55"/>
              <a:gd name="T5" fmla="*/ 10 h 37"/>
              <a:gd name="T6" fmla="*/ 53 w 55"/>
              <a:gd name="T7" fmla="*/ 8 h 37"/>
              <a:gd name="T8" fmla="*/ 53 w 55"/>
              <a:gd name="T9" fmla="*/ 5 h 37"/>
              <a:gd name="T10" fmla="*/ 52 w 55"/>
              <a:gd name="T11" fmla="*/ 0 h 37"/>
              <a:gd name="T12" fmla="*/ 48 w 55"/>
              <a:gd name="T13" fmla="*/ 2 h 37"/>
              <a:gd name="T14" fmla="*/ 42 w 55"/>
              <a:gd name="T15" fmla="*/ 7 h 37"/>
              <a:gd name="T16" fmla="*/ 37 w 55"/>
              <a:gd name="T17" fmla="*/ 13 h 37"/>
              <a:gd name="T18" fmla="*/ 31 w 55"/>
              <a:gd name="T19" fmla="*/ 17 h 37"/>
              <a:gd name="T20" fmla="*/ 24 w 55"/>
              <a:gd name="T21" fmla="*/ 17 h 37"/>
              <a:gd name="T22" fmla="*/ 19 w 55"/>
              <a:gd name="T23" fmla="*/ 17 h 37"/>
              <a:gd name="T24" fmla="*/ 17 w 55"/>
              <a:gd name="T25" fmla="*/ 18 h 37"/>
              <a:gd name="T26" fmla="*/ 14 w 55"/>
              <a:gd name="T27" fmla="*/ 20 h 37"/>
              <a:gd name="T28" fmla="*/ 9 w 55"/>
              <a:gd name="T29" fmla="*/ 21 h 37"/>
              <a:gd name="T30" fmla="*/ 4 w 55"/>
              <a:gd name="T31" fmla="*/ 20 h 37"/>
              <a:gd name="T32" fmla="*/ 4 w 55"/>
              <a:gd name="T33" fmla="*/ 20 h 37"/>
              <a:gd name="T34" fmla="*/ 1 w 55"/>
              <a:gd name="T35" fmla="*/ 21 h 37"/>
              <a:gd name="T36" fmla="*/ 0 w 55"/>
              <a:gd name="T37" fmla="*/ 24 h 37"/>
              <a:gd name="T38" fmla="*/ 3 w 55"/>
              <a:gd name="T39" fmla="*/ 31 h 37"/>
              <a:gd name="T40" fmla="*/ 10 w 55"/>
              <a:gd name="T41" fmla="*/ 34 h 37"/>
              <a:gd name="T42" fmla="*/ 24 w 55"/>
              <a:gd name="T43" fmla="*/ 36 h 37"/>
              <a:gd name="T44" fmla="*/ 37 w 55"/>
              <a:gd name="T45" fmla="*/ 34 h 37"/>
              <a:gd name="T46" fmla="*/ 45 w 55"/>
              <a:gd name="T47" fmla="*/ 28 h 37"/>
              <a:gd name="T48" fmla="*/ 51 w 55"/>
              <a:gd name="T49" fmla="*/ 18 h 37"/>
              <a:gd name="T50" fmla="*/ 54 w 55"/>
              <a:gd name="T51" fmla="*/ 16 h 3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5"/>
              <a:gd name="T79" fmla="*/ 0 h 37"/>
              <a:gd name="T80" fmla="*/ 55 w 55"/>
              <a:gd name="T81" fmla="*/ 37 h 3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5" h="37">
                <a:moveTo>
                  <a:pt x="54" y="16"/>
                </a:moveTo>
                <a:lnTo>
                  <a:pt x="52" y="13"/>
                </a:lnTo>
                <a:lnTo>
                  <a:pt x="52" y="10"/>
                </a:lnTo>
                <a:lnTo>
                  <a:pt x="53" y="8"/>
                </a:lnTo>
                <a:lnTo>
                  <a:pt x="53" y="5"/>
                </a:lnTo>
                <a:lnTo>
                  <a:pt x="52" y="0"/>
                </a:lnTo>
                <a:lnTo>
                  <a:pt x="48" y="2"/>
                </a:lnTo>
                <a:lnTo>
                  <a:pt x="42" y="7"/>
                </a:lnTo>
                <a:lnTo>
                  <a:pt x="37" y="13"/>
                </a:lnTo>
                <a:lnTo>
                  <a:pt x="31" y="17"/>
                </a:lnTo>
                <a:lnTo>
                  <a:pt x="24" y="17"/>
                </a:lnTo>
                <a:lnTo>
                  <a:pt x="19" y="17"/>
                </a:lnTo>
                <a:lnTo>
                  <a:pt x="17" y="18"/>
                </a:lnTo>
                <a:lnTo>
                  <a:pt x="14" y="20"/>
                </a:lnTo>
                <a:lnTo>
                  <a:pt x="9" y="21"/>
                </a:lnTo>
                <a:lnTo>
                  <a:pt x="4" y="20"/>
                </a:lnTo>
                <a:lnTo>
                  <a:pt x="1" y="21"/>
                </a:lnTo>
                <a:lnTo>
                  <a:pt x="0" y="24"/>
                </a:lnTo>
                <a:lnTo>
                  <a:pt x="3" y="31"/>
                </a:lnTo>
                <a:lnTo>
                  <a:pt x="10" y="34"/>
                </a:lnTo>
                <a:lnTo>
                  <a:pt x="24" y="36"/>
                </a:lnTo>
                <a:lnTo>
                  <a:pt x="37" y="34"/>
                </a:lnTo>
                <a:lnTo>
                  <a:pt x="45" y="28"/>
                </a:lnTo>
                <a:lnTo>
                  <a:pt x="51" y="18"/>
                </a:lnTo>
                <a:lnTo>
                  <a:pt x="54" y="16"/>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408" name="Freeform 727"/>
          <p:cNvSpPr>
            <a:spLocks/>
          </p:cNvSpPr>
          <p:nvPr/>
        </p:nvSpPr>
        <p:spPr bwMode="auto">
          <a:xfrm>
            <a:off x="5549031" y="3896514"/>
            <a:ext cx="71598" cy="25678"/>
          </a:xfrm>
          <a:custGeom>
            <a:avLst/>
            <a:gdLst>
              <a:gd name="T0" fmla="*/ 34 w 41"/>
              <a:gd name="T1" fmla="*/ 0 h 13"/>
              <a:gd name="T2" fmla="*/ 30 w 41"/>
              <a:gd name="T3" fmla="*/ 1 h 13"/>
              <a:gd name="T4" fmla="*/ 28 w 41"/>
              <a:gd name="T5" fmla="*/ 2 h 13"/>
              <a:gd name="T6" fmla="*/ 27 w 41"/>
              <a:gd name="T7" fmla="*/ 4 h 13"/>
              <a:gd name="T8" fmla="*/ 23 w 41"/>
              <a:gd name="T9" fmla="*/ 4 h 13"/>
              <a:gd name="T10" fmla="*/ 17 w 41"/>
              <a:gd name="T11" fmla="*/ 4 h 13"/>
              <a:gd name="T12" fmla="*/ 9 w 41"/>
              <a:gd name="T13" fmla="*/ 4 h 13"/>
              <a:gd name="T14" fmla="*/ 2 w 41"/>
              <a:gd name="T15" fmla="*/ 3 h 13"/>
              <a:gd name="T16" fmla="*/ 0 w 41"/>
              <a:gd name="T17" fmla="*/ 3 h 13"/>
              <a:gd name="T18" fmla="*/ 2 w 41"/>
              <a:gd name="T19" fmla="*/ 4 h 13"/>
              <a:gd name="T20" fmla="*/ 12 w 41"/>
              <a:gd name="T21" fmla="*/ 7 h 13"/>
              <a:gd name="T22" fmla="*/ 18 w 41"/>
              <a:gd name="T23" fmla="*/ 7 h 13"/>
              <a:gd name="T24" fmla="*/ 22 w 41"/>
              <a:gd name="T25" fmla="*/ 6 h 13"/>
              <a:gd name="T26" fmla="*/ 26 w 41"/>
              <a:gd name="T27" fmla="*/ 5 h 13"/>
              <a:gd name="T28" fmla="*/ 30 w 41"/>
              <a:gd name="T29" fmla="*/ 7 h 13"/>
              <a:gd name="T30" fmla="*/ 38 w 41"/>
              <a:gd name="T31" fmla="*/ 11 h 13"/>
              <a:gd name="T32" fmla="*/ 40 w 41"/>
              <a:gd name="T33" fmla="*/ 12 h 13"/>
              <a:gd name="T34" fmla="*/ 34 w 41"/>
              <a:gd name="T35" fmla="*/ 0 h 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13"/>
              <a:gd name="T56" fmla="*/ 41 w 41"/>
              <a:gd name="T57" fmla="*/ 13 h 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13">
                <a:moveTo>
                  <a:pt x="34" y="0"/>
                </a:moveTo>
                <a:lnTo>
                  <a:pt x="30" y="1"/>
                </a:lnTo>
                <a:lnTo>
                  <a:pt x="28" y="2"/>
                </a:lnTo>
                <a:lnTo>
                  <a:pt x="27" y="4"/>
                </a:lnTo>
                <a:lnTo>
                  <a:pt x="23" y="4"/>
                </a:lnTo>
                <a:lnTo>
                  <a:pt x="17" y="4"/>
                </a:lnTo>
                <a:lnTo>
                  <a:pt x="9" y="4"/>
                </a:lnTo>
                <a:lnTo>
                  <a:pt x="2" y="3"/>
                </a:lnTo>
                <a:lnTo>
                  <a:pt x="0" y="3"/>
                </a:lnTo>
                <a:lnTo>
                  <a:pt x="2" y="4"/>
                </a:lnTo>
                <a:lnTo>
                  <a:pt x="12" y="7"/>
                </a:lnTo>
                <a:lnTo>
                  <a:pt x="18" y="7"/>
                </a:lnTo>
                <a:lnTo>
                  <a:pt x="22" y="6"/>
                </a:lnTo>
                <a:lnTo>
                  <a:pt x="26" y="5"/>
                </a:lnTo>
                <a:lnTo>
                  <a:pt x="30" y="7"/>
                </a:lnTo>
                <a:lnTo>
                  <a:pt x="38" y="11"/>
                </a:lnTo>
                <a:lnTo>
                  <a:pt x="40" y="12"/>
                </a:lnTo>
                <a:lnTo>
                  <a:pt x="34" y="0"/>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09" name="Freeform 728"/>
          <p:cNvSpPr>
            <a:spLocks/>
          </p:cNvSpPr>
          <p:nvPr/>
        </p:nvSpPr>
        <p:spPr bwMode="auto">
          <a:xfrm>
            <a:off x="5344713" y="3752325"/>
            <a:ext cx="80330" cy="144190"/>
          </a:xfrm>
          <a:custGeom>
            <a:avLst/>
            <a:gdLst>
              <a:gd name="T0" fmla="*/ 45 w 46"/>
              <a:gd name="T1" fmla="*/ 32 h 73"/>
              <a:gd name="T2" fmla="*/ 43 w 46"/>
              <a:gd name="T3" fmla="*/ 33 h 73"/>
              <a:gd name="T4" fmla="*/ 35 w 46"/>
              <a:gd name="T5" fmla="*/ 39 h 73"/>
              <a:gd name="T6" fmla="*/ 29 w 46"/>
              <a:gd name="T7" fmla="*/ 43 h 73"/>
              <a:gd name="T8" fmla="*/ 35 w 46"/>
              <a:gd name="T9" fmla="*/ 48 h 73"/>
              <a:gd name="T10" fmla="*/ 38 w 46"/>
              <a:gd name="T11" fmla="*/ 54 h 73"/>
              <a:gd name="T12" fmla="*/ 38 w 46"/>
              <a:gd name="T13" fmla="*/ 57 h 73"/>
              <a:gd name="T14" fmla="*/ 32 w 46"/>
              <a:gd name="T15" fmla="*/ 61 h 73"/>
              <a:gd name="T16" fmla="*/ 23 w 46"/>
              <a:gd name="T17" fmla="*/ 68 h 73"/>
              <a:gd name="T18" fmla="*/ 8 w 46"/>
              <a:gd name="T19" fmla="*/ 72 h 73"/>
              <a:gd name="T20" fmla="*/ 5 w 46"/>
              <a:gd name="T21" fmla="*/ 71 h 73"/>
              <a:gd name="T22" fmla="*/ 3 w 46"/>
              <a:gd name="T23" fmla="*/ 69 h 73"/>
              <a:gd name="T24" fmla="*/ 1 w 46"/>
              <a:gd name="T25" fmla="*/ 67 h 73"/>
              <a:gd name="T26" fmla="*/ 0 w 46"/>
              <a:gd name="T27" fmla="*/ 63 h 73"/>
              <a:gd name="T28" fmla="*/ 2 w 46"/>
              <a:gd name="T29" fmla="*/ 61 h 73"/>
              <a:gd name="T30" fmla="*/ 8 w 46"/>
              <a:gd name="T31" fmla="*/ 59 h 73"/>
              <a:gd name="T32" fmla="*/ 13 w 46"/>
              <a:gd name="T33" fmla="*/ 54 h 73"/>
              <a:gd name="T34" fmla="*/ 16 w 46"/>
              <a:gd name="T35" fmla="*/ 45 h 73"/>
              <a:gd name="T36" fmla="*/ 15 w 46"/>
              <a:gd name="T37" fmla="*/ 35 h 73"/>
              <a:gd name="T38" fmla="*/ 16 w 46"/>
              <a:gd name="T39" fmla="*/ 25 h 73"/>
              <a:gd name="T40" fmla="*/ 21 w 46"/>
              <a:gd name="T41" fmla="*/ 15 h 73"/>
              <a:gd name="T42" fmla="*/ 23 w 46"/>
              <a:gd name="T43" fmla="*/ 9 h 73"/>
              <a:gd name="T44" fmla="*/ 23 w 46"/>
              <a:gd name="T45" fmla="*/ 4 h 73"/>
              <a:gd name="T46" fmla="*/ 21 w 46"/>
              <a:gd name="T47" fmla="*/ 0 h 73"/>
              <a:gd name="T48" fmla="*/ 18 w 46"/>
              <a:gd name="T49" fmla="*/ 2 h 73"/>
              <a:gd name="T50" fmla="*/ 45 w 46"/>
              <a:gd name="T51" fmla="*/ 32 h 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6"/>
              <a:gd name="T79" fmla="*/ 0 h 73"/>
              <a:gd name="T80" fmla="*/ 46 w 46"/>
              <a:gd name="T81" fmla="*/ 73 h 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6" h="73">
                <a:moveTo>
                  <a:pt x="45" y="32"/>
                </a:moveTo>
                <a:lnTo>
                  <a:pt x="43" y="33"/>
                </a:lnTo>
                <a:lnTo>
                  <a:pt x="35" y="39"/>
                </a:lnTo>
                <a:lnTo>
                  <a:pt x="29" y="43"/>
                </a:lnTo>
                <a:lnTo>
                  <a:pt x="35" y="48"/>
                </a:lnTo>
                <a:lnTo>
                  <a:pt x="38" y="54"/>
                </a:lnTo>
                <a:lnTo>
                  <a:pt x="38" y="57"/>
                </a:lnTo>
                <a:lnTo>
                  <a:pt x="32" y="61"/>
                </a:lnTo>
                <a:lnTo>
                  <a:pt x="23" y="68"/>
                </a:lnTo>
                <a:lnTo>
                  <a:pt x="8" y="72"/>
                </a:lnTo>
                <a:lnTo>
                  <a:pt x="5" y="71"/>
                </a:lnTo>
                <a:lnTo>
                  <a:pt x="3" y="69"/>
                </a:lnTo>
                <a:lnTo>
                  <a:pt x="1" y="67"/>
                </a:lnTo>
                <a:lnTo>
                  <a:pt x="0" y="63"/>
                </a:lnTo>
                <a:lnTo>
                  <a:pt x="2" y="61"/>
                </a:lnTo>
                <a:lnTo>
                  <a:pt x="8" y="59"/>
                </a:lnTo>
                <a:lnTo>
                  <a:pt x="13" y="54"/>
                </a:lnTo>
                <a:lnTo>
                  <a:pt x="16" y="45"/>
                </a:lnTo>
                <a:lnTo>
                  <a:pt x="15" y="35"/>
                </a:lnTo>
                <a:lnTo>
                  <a:pt x="16" y="25"/>
                </a:lnTo>
                <a:lnTo>
                  <a:pt x="21" y="15"/>
                </a:lnTo>
                <a:lnTo>
                  <a:pt x="23" y="9"/>
                </a:lnTo>
                <a:lnTo>
                  <a:pt x="23" y="4"/>
                </a:lnTo>
                <a:lnTo>
                  <a:pt x="21" y="0"/>
                </a:lnTo>
                <a:lnTo>
                  <a:pt x="18" y="2"/>
                </a:lnTo>
                <a:lnTo>
                  <a:pt x="45" y="32"/>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0" name="Freeform 729"/>
          <p:cNvSpPr>
            <a:spLocks/>
          </p:cNvSpPr>
          <p:nvPr/>
        </p:nvSpPr>
        <p:spPr bwMode="auto">
          <a:xfrm>
            <a:off x="4792882" y="3754299"/>
            <a:ext cx="75091" cy="112588"/>
          </a:xfrm>
          <a:custGeom>
            <a:avLst/>
            <a:gdLst>
              <a:gd name="T0" fmla="*/ 5 w 43"/>
              <a:gd name="T1" fmla="*/ 2 h 57"/>
              <a:gd name="T2" fmla="*/ 37 w 43"/>
              <a:gd name="T3" fmla="*/ 0 h 57"/>
              <a:gd name="T4" fmla="*/ 31 w 43"/>
              <a:gd name="T5" fmla="*/ 20 h 57"/>
              <a:gd name="T6" fmla="*/ 42 w 43"/>
              <a:gd name="T7" fmla="*/ 26 h 57"/>
              <a:gd name="T8" fmla="*/ 36 w 43"/>
              <a:gd name="T9" fmla="*/ 33 h 57"/>
              <a:gd name="T10" fmla="*/ 27 w 43"/>
              <a:gd name="T11" fmla="*/ 36 h 57"/>
              <a:gd name="T12" fmla="*/ 29 w 43"/>
              <a:gd name="T13" fmla="*/ 47 h 57"/>
              <a:gd name="T14" fmla="*/ 23 w 43"/>
              <a:gd name="T15" fmla="*/ 56 h 57"/>
              <a:gd name="T16" fmla="*/ 0 w 43"/>
              <a:gd name="T17" fmla="*/ 16 h 57"/>
              <a:gd name="T18" fmla="*/ 5 w 43"/>
              <a:gd name="T19" fmla="*/ 2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57"/>
              <a:gd name="T32" fmla="*/ 43 w 43"/>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57">
                <a:moveTo>
                  <a:pt x="5" y="2"/>
                </a:moveTo>
                <a:lnTo>
                  <a:pt x="37" y="0"/>
                </a:lnTo>
                <a:lnTo>
                  <a:pt x="31" y="20"/>
                </a:lnTo>
                <a:lnTo>
                  <a:pt x="42" y="26"/>
                </a:lnTo>
                <a:lnTo>
                  <a:pt x="36" y="33"/>
                </a:lnTo>
                <a:lnTo>
                  <a:pt x="27" y="36"/>
                </a:lnTo>
                <a:lnTo>
                  <a:pt x="29" y="47"/>
                </a:lnTo>
                <a:lnTo>
                  <a:pt x="23" y="56"/>
                </a:lnTo>
                <a:lnTo>
                  <a:pt x="0" y="16"/>
                </a:lnTo>
                <a:lnTo>
                  <a:pt x="5" y="2"/>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1" name="Freeform 730"/>
          <p:cNvSpPr>
            <a:spLocks/>
          </p:cNvSpPr>
          <p:nvPr/>
        </p:nvSpPr>
        <p:spPr bwMode="auto">
          <a:xfrm>
            <a:off x="4877360" y="4601665"/>
            <a:ext cx="368469" cy="474050"/>
          </a:xfrm>
          <a:custGeom>
            <a:avLst/>
            <a:gdLst>
              <a:gd name="T0" fmla="*/ 191 w 211"/>
              <a:gd name="T1" fmla="*/ 2 h 240"/>
              <a:gd name="T2" fmla="*/ 207 w 211"/>
              <a:gd name="T3" fmla="*/ 12 h 240"/>
              <a:gd name="T4" fmla="*/ 208 w 211"/>
              <a:gd name="T5" fmla="*/ 30 h 240"/>
              <a:gd name="T6" fmla="*/ 201 w 211"/>
              <a:gd name="T7" fmla="*/ 48 h 240"/>
              <a:gd name="T8" fmla="*/ 203 w 211"/>
              <a:gd name="T9" fmla="*/ 97 h 240"/>
              <a:gd name="T10" fmla="*/ 207 w 211"/>
              <a:gd name="T11" fmla="*/ 115 h 240"/>
              <a:gd name="T12" fmla="*/ 200 w 211"/>
              <a:gd name="T13" fmla="*/ 128 h 240"/>
              <a:gd name="T14" fmla="*/ 202 w 211"/>
              <a:gd name="T15" fmla="*/ 156 h 240"/>
              <a:gd name="T16" fmla="*/ 203 w 211"/>
              <a:gd name="T17" fmla="*/ 169 h 240"/>
              <a:gd name="T18" fmla="*/ 185 w 211"/>
              <a:gd name="T19" fmla="*/ 190 h 240"/>
              <a:gd name="T20" fmla="*/ 196 w 211"/>
              <a:gd name="T21" fmla="*/ 222 h 240"/>
              <a:gd name="T22" fmla="*/ 198 w 211"/>
              <a:gd name="T23" fmla="*/ 239 h 240"/>
              <a:gd name="T24" fmla="*/ 186 w 211"/>
              <a:gd name="T25" fmla="*/ 227 h 240"/>
              <a:gd name="T26" fmla="*/ 173 w 211"/>
              <a:gd name="T27" fmla="*/ 221 h 240"/>
              <a:gd name="T28" fmla="*/ 155 w 211"/>
              <a:gd name="T29" fmla="*/ 220 h 240"/>
              <a:gd name="T30" fmla="*/ 120 w 211"/>
              <a:gd name="T31" fmla="*/ 207 h 240"/>
              <a:gd name="T32" fmla="*/ 110 w 211"/>
              <a:gd name="T33" fmla="*/ 197 h 240"/>
              <a:gd name="T34" fmla="*/ 110 w 211"/>
              <a:gd name="T35" fmla="*/ 175 h 240"/>
              <a:gd name="T36" fmla="*/ 105 w 211"/>
              <a:gd name="T37" fmla="*/ 156 h 240"/>
              <a:gd name="T38" fmla="*/ 81 w 211"/>
              <a:gd name="T39" fmla="*/ 162 h 240"/>
              <a:gd name="T40" fmla="*/ 65 w 211"/>
              <a:gd name="T41" fmla="*/ 164 h 240"/>
              <a:gd name="T42" fmla="*/ 49 w 211"/>
              <a:gd name="T43" fmla="*/ 150 h 240"/>
              <a:gd name="T44" fmla="*/ 30 w 211"/>
              <a:gd name="T45" fmla="*/ 140 h 240"/>
              <a:gd name="T46" fmla="*/ 6 w 211"/>
              <a:gd name="T47" fmla="*/ 139 h 240"/>
              <a:gd name="T48" fmla="*/ 0 w 211"/>
              <a:gd name="T49" fmla="*/ 128 h 240"/>
              <a:gd name="T50" fmla="*/ 24 w 211"/>
              <a:gd name="T51" fmla="*/ 123 h 240"/>
              <a:gd name="T52" fmla="*/ 42 w 211"/>
              <a:gd name="T53" fmla="*/ 108 h 240"/>
              <a:gd name="T54" fmla="*/ 45 w 211"/>
              <a:gd name="T55" fmla="*/ 97 h 240"/>
              <a:gd name="T56" fmla="*/ 59 w 211"/>
              <a:gd name="T57" fmla="*/ 67 h 240"/>
              <a:gd name="T58" fmla="*/ 69 w 211"/>
              <a:gd name="T59" fmla="*/ 28 h 240"/>
              <a:gd name="T60" fmla="*/ 95 w 211"/>
              <a:gd name="T61" fmla="*/ 7 h 240"/>
              <a:gd name="T62" fmla="*/ 119 w 211"/>
              <a:gd name="T63" fmla="*/ 4 h 240"/>
              <a:gd name="T64" fmla="*/ 150 w 211"/>
              <a:gd name="T65" fmla="*/ 2 h 240"/>
              <a:gd name="T66" fmla="*/ 176 w 211"/>
              <a:gd name="T67" fmla="*/ 0 h 2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1"/>
              <a:gd name="T103" fmla="*/ 0 h 240"/>
              <a:gd name="T104" fmla="*/ 211 w 211"/>
              <a:gd name="T105" fmla="*/ 240 h 2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1" h="240">
                <a:moveTo>
                  <a:pt x="176" y="0"/>
                </a:moveTo>
                <a:lnTo>
                  <a:pt x="191" y="2"/>
                </a:lnTo>
                <a:lnTo>
                  <a:pt x="200" y="5"/>
                </a:lnTo>
                <a:lnTo>
                  <a:pt x="207" y="12"/>
                </a:lnTo>
                <a:lnTo>
                  <a:pt x="210" y="22"/>
                </a:lnTo>
                <a:lnTo>
                  <a:pt x="208" y="30"/>
                </a:lnTo>
                <a:lnTo>
                  <a:pt x="205" y="37"/>
                </a:lnTo>
                <a:lnTo>
                  <a:pt x="201" y="48"/>
                </a:lnTo>
                <a:lnTo>
                  <a:pt x="198" y="72"/>
                </a:lnTo>
                <a:lnTo>
                  <a:pt x="203" y="97"/>
                </a:lnTo>
                <a:lnTo>
                  <a:pt x="207" y="108"/>
                </a:lnTo>
                <a:lnTo>
                  <a:pt x="207" y="115"/>
                </a:lnTo>
                <a:lnTo>
                  <a:pt x="204" y="120"/>
                </a:lnTo>
                <a:lnTo>
                  <a:pt x="200" y="128"/>
                </a:lnTo>
                <a:lnTo>
                  <a:pt x="195" y="143"/>
                </a:lnTo>
                <a:lnTo>
                  <a:pt x="202" y="156"/>
                </a:lnTo>
                <a:lnTo>
                  <a:pt x="210" y="165"/>
                </a:lnTo>
                <a:lnTo>
                  <a:pt x="203" y="169"/>
                </a:lnTo>
                <a:lnTo>
                  <a:pt x="191" y="176"/>
                </a:lnTo>
                <a:lnTo>
                  <a:pt x="185" y="190"/>
                </a:lnTo>
                <a:lnTo>
                  <a:pt x="186" y="208"/>
                </a:lnTo>
                <a:lnTo>
                  <a:pt x="196" y="222"/>
                </a:lnTo>
                <a:lnTo>
                  <a:pt x="201" y="238"/>
                </a:lnTo>
                <a:lnTo>
                  <a:pt x="198" y="239"/>
                </a:lnTo>
                <a:lnTo>
                  <a:pt x="193" y="234"/>
                </a:lnTo>
                <a:lnTo>
                  <a:pt x="186" y="227"/>
                </a:lnTo>
                <a:lnTo>
                  <a:pt x="179" y="222"/>
                </a:lnTo>
                <a:lnTo>
                  <a:pt x="173" y="221"/>
                </a:lnTo>
                <a:lnTo>
                  <a:pt x="164" y="222"/>
                </a:lnTo>
                <a:lnTo>
                  <a:pt x="155" y="220"/>
                </a:lnTo>
                <a:lnTo>
                  <a:pt x="138" y="212"/>
                </a:lnTo>
                <a:lnTo>
                  <a:pt x="120" y="207"/>
                </a:lnTo>
                <a:lnTo>
                  <a:pt x="112" y="203"/>
                </a:lnTo>
                <a:lnTo>
                  <a:pt x="110" y="197"/>
                </a:lnTo>
                <a:lnTo>
                  <a:pt x="110" y="186"/>
                </a:lnTo>
                <a:lnTo>
                  <a:pt x="110" y="175"/>
                </a:lnTo>
                <a:lnTo>
                  <a:pt x="109" y="163"/>
                </a:lnTo>
                <a:lnTo>
                  <a:pt x="105" y="156"/>
                </a:lnTo>
                <a:lnTo>
                  <a:pt x="89" y="154"/>
                </a:lnTo>
                <a:lnTo>
                  <a:pt x="81" y="162"/>
                </a:lnTo>
                <a:lnTo>
                  <a:pt x="74" y="165"/>
                </a:lnTo>
                <a:lnTo>
                  <a:pt x="65" y="164"/>
                </a:lnTo>
                <a:lnTo>
                  <a:pt x="55" y="156"/>
                </a:lnTo>
                <a:lnTo>
                  <a:pt x="49" y="150"/>
                </a:lnTo>
                <a:lnTo>
                  <a:pt x="42" y="140"/>
                </a:lnTo>
                <a:lnTo>
                  <a:pt x="30" y="140"/>
                </a:lnTo>
                <a:lnTo>
                  <a:pt x="13" y="140"/>
                </a:lnTo>
                <a:lnTo>
                  <a:pt x="6" y="139"/>
                </a:lnTo>
                <a:lnTo>
                  <a:pt x="3" y="138"/>
                </a:lnTo>
                <a:lnTo>
                  <a:pt x="0" y="128"/>
                </a:lnTo>
                <a:lnTo>
                  <a:pt x="4" y="128"/>
                </a:lnTo>
                <a:lnTo>
                  <a:pt x="24" y="123"/>
                </a:lnTo>
                <a:lnTo>
                  <a:pt x="36" y="116"/>
                </a:lnTo>
                <a:lnTo>
                  <a:pt x="42" y="108"/>
                </a:lnTo>
                <a:lnTo>
                  <a:pt x="44" y="104"/>
                </a:lnTo>
                <a:lnTo>
                  <a:pt x="45" y="97"/>
                </a:lnTo>
                <a:lnTo>
                  <a:pt x="50" y="87"/>
                </a:lnTo>
                <a:lnTo>
                  <a:pt x="59" y="67"/>
                </a:lnTo>
                <a:lnTo>
                  <a:pt x="65" y="46"/>
                </a:lnTo>
                <a:lnTo>
                  <a:pt x="69" y="28"/>
                </a:lnTo>
                <a:lnTo>
                  <a:pt x="74" y="3"/>
                </a:lnTo>
                <a:lnTo>
                  <a:pt x="95" y="7"/>
                </a:lnTo>
                <a:lnTo>
                  <a:pt x="107" y="7"/>
                </a:lnTo>
                <a:lnTo>
                  <a:pt x="119" y="4"/>
                </a:lnTo>
                <a:lnTo>
                  <a:pt x="133" y="4"/>
                </a:lnTo>
                <a:lnTo>
                  <a:pt x="150" y="2"/>
                </a:lnTo>
                <a:lnTo>
                  <a:pt x="164" y="0"/>
                </a:lnTo>
                <a:lnTo>
                  <a:pt x="176" y="0"/>
                </a:lnTo>
              </a:path>
            </a:pathLst>
          </a:custGeom>
          <a:solidFill>
            <a:srgbClr val="FDE3BA"/>
          </a:solidFill>
          <a:ln w="12700" cap="rnd">
            <a:solidFill>
              <a:schemeClr val="tx1"/>
            </a:solidFill>
            <a:round/>
            <a:headEnd/>
            <a:tailEnd/>
          </a:ln>
        </p:spPr>
        <p:txBody>
          <a:bodyPr/>
          <a:lstStyle/>
          <a:p>
            <a:endParaRPr lang="en-US"/>
          </a:p>
        </p:txBody>
      </p:sp>
      <p:sp>
        <p:nvSpPr>
          <p:cNvPr id="6412" name="Freeform 731"/>
          <p:cNvSpPr>
            <a:spLocks/>
          </p:cNvSpPr>
          <p:nvPr/>
        </p:nvSpPr>
        <p:spPr bwMode="auto">
          <a:xfrm>
            <a:off x="5047842" y="2849653"/>
            <a:ext cx="268930" cy="159993"/>
          </a:xfrm>
          <a:custGeom>
            <a:avLst/>
            <a:gdLst>
              <a:gd name="T0" fmla="*/ 95 w 154"/>
              <a:gd name="T1" fmla="*/ 80 h 81"/>
              <a:gd name="T2" fmla="*/ 100 w 154"/>
              <a:gd name="T3" fmla="*/ 80 h 81"/>
              <a:gd name="T4" fmla="*/ 105 w 154"/>
              <a:gd name="T5" fmla="*/ 76 h 81"/>
              <a:gd name="T6" fmla="*/ 107 w 154"/>
              <a:gd name="T7" fmla="*/ 71 h 81"/>
              <a:gd name="T8" fmla="*/ 110 w 154"/>
              <a:gd name="T9" fmla="*/ 67 h 81"/>
              <a:gd name="T10" fmla="*/ 114 w 154"/>
              <a:gd name="T11" fmla="*/ 64 h 81"/>
              <a:gd name="T12" fmla="*/ 115 w 154"/>
              <a:gd name="T13" fmla="*/ 64 h 81"/>
              <a:gd name="T14" fmla="*/ 119 w 154"/>
              <a:gd name="T15" fmla="*/ 65 h 81"/>
              <a:gd name="T16" fmla="*/ 128 w 154"/>
              <a:gd name="T17" fmla="*/ 63 h 81"/>
              <a:gd name="T18" fmla="*/ 144 w 154"/>
              <a:gd name="T19" fmla="*/ 60 h 81"/>
              <a:gd name="T20" fmla="*/ 148 w 154"/>
              <a:gd name="T21" fmla="*/ 60 h 81"/>
              <a:gd name="T22" fmla="*/ 150 w 154"/>
              <a:gd name="T23" fmla="*/ 55 h 81"/>
              <a:gd name="T24" fmla="*/ 153 w 154"/>
              <a:gd name="T25" fmla="*/ 47 h 81"/>
              <a:gd name="T26" fmla="*/ 153 w 154"/>
              <a:gd name="T27" fmla="*/ 45 h 81"/>
              <a:gd name="T28" fmla="*/ 148 w 154"/>
              <a:gd name="T29" fmla="*/ 43 h 81"/>
              <a:gd name="T30" fmla="*/ 138 w 154"/>
              <a:gd name="T31" fmla="*/ 41 h 81"/>
              <a:gd name="T32" fmla="*/ 125 w 154"/>
              <a:gd name="T33" fmla="*/ 41 h 81"/>
              <a:gd name="T34" fmla="*/ 115 w 154"/>
              <a:gd name="T35" fmla="*/ 41 h 81"/>
              <a:gd name="T36" fmla="*/ 106 w 154"/>
              <a:gd name="T37" fmla="*/ 38 h 81"/>
              <a:gd name="T38" fmla="*/ 98 w 154"/>
              <a:gd name="T39" fmla="*/ 33 h 81"/>
              <a:gd name="T40" fmla="*/ 87 w 154"/>
              <a:gd name="T41" fmla="*/ 20 h 81"/>
              <a:gd name="T42" fmla="*/ 72 w 154"/>
              <a:gd name="T43" fmla="*/ 17 h 81"/>
              <a:gd name="T44" fmla="*/ 57 w 154"/>
              <a:gd name="T45" fmla="*/ 10 h 81"/>
              <a:gd name="T46" fmla="*/ 50 w 154"/>
              <a:gd name="T47" fmla="*/ 4 h 81"/>
              <a:gd name="T48" fmla="*/ 44 w 154"/>
              <a:gd name="T49" fmla="*/ 4 h 81"/>
              <a:gd name="T50" fmla="*/ 38 w 154"/>
              <a:gd name="T51" fmla="*/ 0 h 81"/>
              <a:gd name="T52" fmla="*/ 29 w 154"/>
              <a:gd name="T53" fmla="*/ 4 h 81"/>
              <a:gd name="T54" fmla="*/ 23 w 154"/>
              <a:gd name="T55" fmla="*/ 5 h 81"/>
              <a:gd name="T56" fmla="*/ 22 w 154"/>
              <a:gd name="T57" fmla="*/ 11 h 81"/>
              <a:gd name="T58" fmla="*/ 18 w 154"/>
              <a:gd name="T59" fmla="*/ 12 h 81"/>
              <a:gd name="T60" fmla="*/ 13 w 154"/>
              <a:gd name="T61" fmla="*/ 17 h 81"/>
              <a:gd name="T62" fmla="*/ 7 w 154"/>
              <a:gd name="T63" fmla="*/ 20 h 81"/>
              <a:gd name="T64" fmla="*/ 0 w 154"/>
              <a:gd name="T65" fmla="*/ 25 h 81"/>
              <a:gd name="T66" fmla="*/ 6 w 154"/>
              <a:gd name="T67" fmla="*/ 32 h 81"/>
              <a:gd name="T68" fmla="*/ 11 w 154"/>
              <a:gd name="T69" fmla="*/ 41 h 81"/>
              <a:gd name="T70" fmla="*/ 21 w 154"/>
              <a:gd name="T71" fmla="*/ 56 h 81"/>
              <a:gd name="T72" fmla="*/ 25 w 154"/>
              <a:gd name="T73" fmla="*/ 63 h 81"/>
              <a:gd name="T74" fmla="*/ 31 w 154"/>
              <a:gd name="T75" fmla="*/ 63 h 81"/>
              <a:gd name="T76" fmla="*/ 38 w 154"/>
              <a:gd name="T77" fmla="*/ 60 h 81"/>
              <a:gd name="T78" fmla="*/ 53 w 154"/>
              <a:gd name="T79" fmla="*/ 60 h 81"/>
              <a:gd name="T80" fmla="*/ 64 w 154"/>
              <a:gd name="T81" fmla="*/ 63 h 81"/>
              <a:gd name="T82" fmla="*/ 78 w 154"/>
              <a:gd name="T83" fmla="*/ 73 h 81"/>
              <a:gd name="T84" fmla="*/ 84 w 154"/>
              <a:gd name="T85" fmla="*/ 80 h 81"/>
              <a:gd name="T86" fmla="*/ 95 w 154"/>
              <a:gd name="T87" fmla="*/ 80 h 8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4"/>
              <a:gd name="T133" fmla="*/ 0 h 81"/>
              <a:gd name="T134" fmla="*/ 154 w 154"/>
              <a:gd name="T135" fmla="*/ 81 h 8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4" h="81">
                <a:moveTo>
                  <a:pt x="95" y="80"/>
                </a:moveTo>
                <a:lnTo>
                  <a:pt x="100" y="80"/>
                </a:lnTo>
                <a:lnTo>
                  <a:pt x="105" y="76"/>
                </a:lnTo>
                <a:lnTo>
                  <a:pt x="107" y="71"/>
                </a:lnTo>
                <a:lnTo>
                  <a:pt x="110" y="67"/>
                </a:lnTo>
                <a:lnTo>
                  <a:pt x="114" y="64"/>
                </a:lnTo>
                <a:lnTo>
                  <a:pt x="115" y="64"/>
                </a:lnTo>
                <a:lnTo>
                  <a:pt x="119" y="65"/>
                </a:lnTo>
                <a:lnTo>
                  <a:pt x="128" y="63"/>
                </a:lnTo>
                <a:lnTo>
                  <a:pt x="144" y="60"/>
                </a:lnTo>
                <a:lnTo>
                  <a:pt x="148" y="60"/>
                </a:lnTo>
                <a:lnTo>
                  <a:pt x="150" y="55"/>
                </a:lnTo>
                <a:lnTo>
                  <a:pt x="153" y="47"/>
                </a:lnTo>
                <a:lnTo>
                  <a:pt x="153" y="45"/>
                </a:lnTo>
                <a:lnTo>
                  <a:pt x="148" y="43"/>
                </a:lnTo>
                <a:lnTo>
                  <a:pt x="138" y="41"/>
                </a:lnTo>
                <a:lnTo>
                  <a:pt x="125" y="41"/>
                </a:lnTo>
                <a:lnTo>
                  <a:pt x="115" y="41"/>
                </a:lnTo>
                <a:lnTo>
                  <a:pt x="106" y="38"/>
                </a:lnTo>
                <a:lnTo>
                  <a:pt x="98" y="33"/>
                </a:lnTo>
                <a:lnTo>
                  <a:pt x="87" y="20"/>
                </a:lnTo>
                <a:lnTo>
                  <a:pt x="72" y="17"/>
                </a:lnTo>
                <a:lnTo>
                  <a:pt x="57" y="10"/>
                </a:lnTo>
                <a:lnTo>
                  <a:pt x="50" y="4"/>
                </a:lnTo>
                <a:lnTo>
                  <a:pt x="44" y="4"/>
                </a:lnTo>
                <a:lnTo>
                  <a:pt x="38" y="0"/>
                </a:lnTo>
                <a:lnTo>
                  <a:pt x="29" y="4"/>
                </a:lnTo>
                <a:lnTo>
                  <a:pt x="23" y="5"/>
                </a:lnTo>
                <a:lnTo>
                  <a:pt x="22" y="11"/>
                </a:lnTo>
                <a:lnTo>
                  <a:pt x="18" y="12"/>
                </a:lnTo>
                <a:lnTo>
                  <a:pt x="13" y="17"/>
                </a:lnTo>
                <a:lnTo>
                  <a:pt x="7" y="20"/>
                </a:lnTo>
                <a:lnTo>
                  <a:pt x="0" y="25"/>
                </a:lnTo>
                <a:lnTo>
                  <a:pt x="6" y="32"/>
                </a:lnTo>
                <a:lnTo>
                  <a:pt x="11" y="41"/>
                </a:lnTo>
                <a:lnTo>
                  <a:pt x="21" y="56"/>
                </a:lnTo>
                <a:lnTo>
                  <a:pt x="25" y="63"/>
                </a:lnTo>
                <a:lnTo>
                  <a:pt x="31" y="63"/>
                </a:lnTo>
                <a:lnTo>
                  <a:pt x="38" y="60"/>
                </a:lnTo>
                <a:lnTo>
                  <a:pt x="53" y="60"/>
                </a:lnTo>
                <a:lnTo>
                  <a:pt x="64" y="63"/>
                </a:lnTo>
                <a:lnTo>
                  <a:pt x="78" y="73"/>
                </a:lnTo>
                <a:lnTo>
                  <a:pt x="84" y="80"/>
                </a:lnTo>
                <a:lnTo>
                  <a:pt x="95" y="80"/>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3" name="Freeform 732"/>
          <p:cNvSpPr>
            <a:spLocks/>
          </p:cNvSpPr>
          <p:nvPr/>
        </p:nvSpPr>
        <p:spPr bwMode="auto">
          <a:xfrm>
            <a:off x="4777166" y="3440242"/>
            <a:ext cx="27941" cy="27653"/>
          </a:xfrm>
          <a:custGeom>
            <a:avLst/>
            <a:gdLst>
              <a:gd name="T0" fmla="*/ 0 w 16"/>
              <a:gd name="T1" fmla="*/ 5 h 14"/>
              <a:gd name="T2" fmla="*/ 4 w 16"/>
              <a:gd name="T3" fmla="*/ 3 h 14"/>
              <a:gd name="T4" fmla="*/ 8 w 16"/>
              <a:gd name="T5" fmla="*/ 1 h 14"/>
              <a:gd name="T6" fmla="*/ 10 w 16"/>
              <a:gd name="T7" fmla="*/ 0 h 14"/>
              <a:gd name="T8" fmla="*/ 13 w 16"/>
              <a:gd name="T9" fmla="*/ 2 h 14"/>
              <a:gd name="T10" fmla="*/ 14 w 16"/>
              <a:gd name="T11" fmla="*/ 7 h 14"/>
              <a:gd name="T12" fmla="*/ 15 w 16"/>
              <a:gd name="T13" fmla="*/ 11 h 14"/>
              <a:gd name="T14" fmla="*/ 14 w 16"/>
              <a:gd name="T15" fmla="*/ 13 h 14"/>
              <a:gd name="T16" fmla="*/ 11 w 16"/>
              <a:gd name="T17" fmla="*/ 13 h 14"/>
              <a:gd name="T18" fmla="*/ 3 w 16"/>
              <a:gd name="T19" fmla="*/ 8 h 14"/>
              <a:gd name="T20" fmla="*/ 0 w 16"/>
              <a:gd name="T21" fmla="*/ 5 h 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14"/>
              <a:gd name="T35" fmla="*/ 16 w 16"/>
              <a:gd name="T36" fmla="*/ 14 h 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14">
                <a:moveTo>
                  <a:pt x="0" y="5"/>
                </a:moveTo>
                <a:lnTo>
                  <a:pt x="4" y="3"/>
                </a:lnTo>
                <a:lnTo>
                  <a:pt x="8" y="1"/>
                </a:lnTo>
                <a:lnTo>
                  <a:pt x="10" y="0"/>
                </a:lnTo>
                <a:lnTo>
                  <a:pt x="13" y="2"/>
                </a:lnTo>
                <a:lnTo>
                  <a:pt x="14" y="7"/>
                </a:lnTo>
                <a:lnTo>
                  <a:pt x="15" y="11"/>
                </a:lnTo>
                <a:lnTo>
                  <a:pt x="14" y="13"/>
                </a:lnTo>
                <a:lnTo>
                  <a:pt x="11" y="13"/>
                </a:lnTo>
                <a:lnTo>
                  <a:pt x="3" y="8"/>
                </a:lnTo>
                <a:lnTo>
                  <a:pt x="0" y="5"/>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4" name="Freeform 733"/>
          <p:cNvSpPr>
            <a:spLocks/>
          </p:cNvSpPr>
          <p:nvPr/>
        </p:nvSpPr>
        <p:spPr bwMode="auto">
          <a:xfrm>
            <a:off x="4829555" y="3430365"/>
            <a:ext cx="5238" cy="3950"/>
          </a:xfrm>
          <a:custGeom>
            <a:avLst/>
            <a:gdLst>
              <a:gd name="T0" fmla="*/ 1 w 3"/>
              <a:gd name="T1" fmla="*/ 1 h 2"/>
              <a:gd name="T2" fmla="*/ 2 w 3"/>
              <a:gd name="T3" fmla="*/ 1 h 2"/>
              <a:gd name="T4" fmla="*/ 2 w 3"/>
              <a:gd name="T5" fmla="*/ 1 h 2"/>
              <a:gd name="T6" fmla="*/ 2 w 3"/>
              <a:gd name="T7" fmla="*/ 0 h 2"/>
              <a:gd name="T8" fmla="*/ 1 w 3"/>
              <a:gd name="T9" fmla="*/ 0 h 2"/>
              <a:gd name="T10" fmla="*/ 1 w 3"/>
              <a:gd name="T11" fmla="*/ 0 h 2"/>
              <a:gd name="T12" fmla="*/ 0 w 3"/>
              <a:gd name="T13" fmla="*/ 1 h 2"/>
              <a:gd name="T14" fmla="*/ 1 w 3"/>
              <a:gd name="T15" fmla="*/ 1 h 2"/>
              <a:gd name="T16" fmla="*/ 1 w 3"/>
              <a:gd name="T17" fmla="*/ 1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2"/>
              <a:gd name="T29" fmla="*/ 3 w 3"/>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2">
                <a:moveTo>
                  <a:pt x="1" y="1"/>
                </a:moveTo>
                <a:lnTo>
                  <a:pt x="2" y="1"/>
                </a:lnTo>
                <a:lnTo>
                  <a:pt x="2" y="0"/>
                </a:lnTo>
                <a:lnTo>
                  <a:pt x="1" y="0"/>
                </a:lnTo>
                <a:lnTo>
                  <a:pt x="0" y="1"/>
                </a:lnTo>
                <a:lnTo>
                  <a:pt x="1" y="1"/>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5" name="Freeform 734"/>
          <p:cNvSpPr>
            <a:spLocks/>
          </p:cNvSpPr>
          <p:nvPr/>
        </p:nvSpPr>
        <p:spPr bwMode="auto">
          <a:xfrm>
            <a:off x="4761449" y="3491597"/>
            <a:ext cx="1747" cy="3950"/>
          </a:xfrm>
          <a:custGeom>
            <a:avLst/>
            <a:gdLst>
              <a:gd name="T0" fmla="*/ 0 w 1"/>
              <a:gd name="T1" fmla="*/ 0 h 2"/>
              <a:gd name="T2" fmla="*/ 0 w 1"/>
              <a:gd name="T3" fmla="*/ 0 h 2"/>
              <a:gd name="T4" fmla="*/ 0 w 1"/>
              <a:gd name="T5" fmla="*/ 1 h 2"/>
              <a:gd name="T6" fmla="*/ 0 w 1"/>
              <a:gd name="T7" fmla="*/ 1 h 2"/>
              <a:gd name="T8" fmla="*/ 0 w 1"/>
              <a:gd name="T9" fmla="*/ 1 h 2"/>
              <a:gd name="T10" fmla="*/ 0 w 1"/>
              <a:gd name="T11" fmla="*/ 1 h 2"/>
              <a:gd name="T12" fmla="*/ 0 w 1"/>
              <a:gd name="T13" fmla="*/ 1 h 2"/>
              <a:gd name="T14" fmla="*/ 0 w 1"/>
              <a:gd name="T15" fmla="*/ 0 h 2"/>
              <a:gd name="T16" fmla="*/ 0 w 1"/>
              <a:gd name="T17" fmla="*/ 0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
              <a:gd name="T28" fmla="*/ 0 h 2"/>
              <a:gd name="T29" fmla="*/ 1 w 1"/>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 h="2">
                <a:moveTo>
                  <a:pt x="0" y="0"/>
                </a:moveTo>
                <a:lnTo>
                  <a:pt x="0" y="0"/>
                </a:lnTo>
                <a:lnTo>
                  <a:pt x="0" y="1"/>
                </a:lnTo>
                <a:lnTo>
                  <a:pt x="0" y="0"/>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6" name="Freeform 735"/>
          <p:cNvSpPr>
            <a:spLocks/>
          </p:cNvSpPr>
          <p:nvPr/>
        </p:nvSpPr>
        <p:spPr bwMode="auto">
          <a:xfrm>
            <a:off x="5035619" y="2559298"/>
            <a:ext cx="5238" cy="19752"/>
          </a:xfrm>
          <a:custGeom>
            <a:avLst/>
            <a:gdLst>
              <a:gd name="T0" fmla="*/ 1 w 3"/>
              <a:gd name="T1" fmla="*/ 9 h 10"/>
              <a:gd name="T2" fmla="*/ 2 w 3"/>
              <a:gd name="T3" fmla="*/ 7 h 10"/>
              <a:gd name="T4" fmla="*/ 2 w 3"/>
              <a:gd name="T5" fmla="*/ 4 h 10"/>
              <a:gd name="T6" fmla="*/ 2 w 3"/>
              <a:gd name="T7" fmla="*/ 1 h 10"/>
              <a:gd name="T8" fmla="*/ 1 w 3"/>
              <a:gd name="T9" fmla="*/ 0 h 10"/>
              <a:gd name="T10" fmla="*/ 0 w 3"/>
              <a:gd name="T11" fmla="*/ 1 h 10"/>
              <a:gd name="T12" fmla="*/ 0 w 3"/>
              <a:gd name="T13" fmla="*/ 4 h 10"/>
              <a:gd name="T14" fmla="*/ 0 w 3"/>
              <a:gd name="T15" fmla="*/ 7 h 10"/>
              <a:gd name="T16" fmla="*/ 1 w 3"/>
              <a:gd name="T17" fmla="*/ 9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10"/>
              <a:gd name="T29" fmla="*/ 3 w 3"/>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10">
                <a:moveTo>
                  <a:pt x="1" y="9"/>
                </a:moveTo>
                <a:lnTo>
                  <a:pt x="2" y="7"/>
                </a:lnTo>
                <a:lnTo>
                  <a:pt x="2" y="4"/>
                </a:lnTo>
                <a:lnTo>
                  <a:pt x="2" y="1"/>
                </a:lnTo>
                <a:lnTo>
                  <a:pt x="1" y="0"/>
                </a:lnTo>
                <a:lnTo>
                  <a:pt x="0" y="1"/>
                </a:lnTo>
                <a:lnTo>
                  <a:pt x="0" y="4"/>
                </a:lnTo>
                <a:lnTo>
                  <a:pt x="0" y="7"/>
                </a:lnTo>
                <a:lnTo>
                  <a:pt x="1" y="9"/>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7" name="Freeform 736"/>
          <p:cNvSpPr>
            <a:spLocks/>
          </p:cNvSpPr>
          <p:nvPr/>
        </p:nvSpPr>
        <p:spPr bwMode="auto">
          <a:xfrm>
            <a:off x="5037364" y="2606703"/>
            <a:ext cx="6985" cy="5925"/>
          </a:xfrm>
          <a:custGeom>
            <a:avLst/>
            <a:gdLst>
              <a:gd name="T0" fmla="*/ 1 w 4"/>
              <a:gd name="T1" fmla="*/ 2 h 3"/>
              <a:gd name="T2" fmla="*/ 3 w 4"/>
              <a:gd name="T3" fmla="*/ 2 h 3"/>
              <a:gd name="T4" fmla="*/ 3 w 4"/>
              <a:gd name="T5" fmla="*/ 1 h 3"/>
              <a:gd name="T6" fmla="*/ 3 w 4"/>
              <a:gd name="T7" fmla="*/ 0 h 3"/>
              <a:gd name="T8" fmla="*/ 1 w 4"/>
              <a:gd name="T9" fmla="*/ 0 h 3"/>
              <a:gd name="T10" fmla="*/ 0 w 4"/>
              <a:gd name="T11" fmla="*/ 0 h 3"/>
              <a:gd name="T12" fmla="*/ 0 w 4"/>
              <a:gd name="T13" fmla="*/ 1 h 3"/>
              <a:gd name="T14" fmla="*/ 0 w 4"/>
              <a:gd name="T15" fmla="*/ 2 h 3"/>
              <a:gd name="T16" fmla="*/ 1 w 4"/>
              <a:gd name="T17" fmla="*/ 2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3"/>
              <a:gd name="T29" fmla="*/ 4 w 4"/>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3">
                <a:moveTo>
                  <a:pt x="1" y="2"/>
                </a:moveTo>
                <a:lnTo>
                  <a:pt x="3" y="2"/>
                </a:lnTo>
                <a:lnTo>
                  <a:pt x="3" y="1"/>
                </a:lnTo>
                <a:lnTo>
                  <a:pt x="3" y="0"/>
                </a:lnTo>
                <a:lnTo>
                  <a:pt x="1" y="0"/>
                </a:lnTo>
                <a:lnTo>
                  <a:pt x="0" y="0"/>
                </a:lnTo>
                <a:lnTo>
                  <a:pt x="0" y="1"/>
                </a:lnTo>
                <a:lnTo>
                  <a:pt x="0" y="2"/>
                </a:lnTo>
                <a:lnTo>
                  <a:pt x="1" y="2"/>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8" name="Freeform 737"/>
          <p:cNvSpPr>
            <a:spLocks/>
          </p:cNvSpPr>
          <p:nvPr/>
        </p:nvSpPr>
        <p:spPr bwMode="auto">
          <a:xfrm>
            <a:off x="5002438" y="2596826"/>
            <a:ext cx="12225" cy="23703"/>
          </a:xfrm>
          <a:custGeom>
            <a:avLst/>
            <a:gdLst>
              <a:gd name="T0" fmla="*/ 3 w 7"/>
              <a:gd name="T1" fmla="*/ 11 h 12"/>
              <a:gd name="T2" fmla="*/ 5 w 7"/>
              <a:gd name="T3" fmla="*/ 9 h 12"/>
              <a:gd name="T4" fmla="*/ 6 w 7"/>
              <a:gd name="T5" fmla="*/ 5 h 12"/>
              <a:gd name="T6" fmla="*/ 5 w 7"/>
              <a:gd name="T7" fmla="*/ 1 h 12"/>
              <a:gd name="T8" fmla="*/ 3 w 7"/>
              <a:gd name="T9" fmla="*/ 0 h 12"/>
              <a:gd name="T10" fmla="*/ 1 w 7"/>
              <a:gd name="T11" fmla="*/ 1 h 12"/>
              <a:gd name="T12" fmla="*/ 0 w 7"/>
              <a:gd name="T13" fmla="*/ 5 h 12"/>
              <a:gd name="T14" fmla="*/ 1 w 7"/>
              <a:gd name="T15" fmla="*/ 9 h 12"/>
              <a:gd name="T16" fmla="*/ 3 w 7"/>
              <a:gd name="T17" fmla="*/ 11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12"/>
              <a:gd name="T29" fmla="*/ 7 w 7"/>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12">
                <a:moveTo>
                  <a:pt x="3" y="11"/>
                </a:moveTo>
                <a:lnTo>
                  <a:pt x="5" y="9"/>
                </a:lnTo>
                <a:lnTo>
                  <a:pt x="6" y="5"/>
                </a:lnTo>
                <a:lnTo>
                  <a:pt x="5" y="1"/>
                </a:lnTo>
                <a:lnTo>
                  <a:pt x="3" y="0"/>
                </a:lnTo>
                <a:lnTo>
                  <a:pt x="1" y="1"/>
                </a:lnTo>
                <a:lnTo>
                  <a:pt x="0" y="5"/>
                </a:lnTo>
                <a:lnTo>
                  <a:pt x="1" y="9"/>
                </a:lnTo>
                <a:lnTo>
                  <a:pt x="3" y="11"/>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19" name="Freeform 738"/>
          <p:cNvSpPr>
            <a:spLocks/>
          </p:cNvSpPr>
          <p:nvPr/>
        </p:nvSpPr>
        <p:spPr bwMode="auto">
          <a:xfrm>
            <a:off x="5225965" y="3307902"/>
            <a:ext cx="69852" cy="177769"/>
          </a:xfrm>
          <a:custGeom>
            <a:avLst/>
            <a:gdLst>
              <a:gd name="T0" fmla="*/ 0 w 40"/>
              <a:gd name="T1" fmla="*/ 25 h 90"/>
              <a:gd name="T2" fmla="*/ 2 w 40"/>
              <a:gd name="T3" fmla="*/ 19 h 90"/>
              <a:gd name="T4" fmla="*/ 3 w 40"/>
              <a:gd name="T5" fmla="*/ 8 h 90"/>
              <a:gd name="T6" fmla="*/ 7 w 40"/>
              <a:gd name="T7" fmla="*/ 0 h 90"/>
              <a:gd name="T8" fmla="*/ 13 w 40"/>
              <a:gd name="T9" fmla="*/ 6 h 90"/>
              <a:gd name="T10" fmla="*/ 21 w 40"/>
              <a:gd name="T11" fmla="*/ 39 h 90"/>
              <a:gd name="T12" fmla="*/ 27 w 40"/>
              <a:gd name="T13" fmla="*/ 64 h 90"/>
              <a:gd name="T14" fmla="*/ 35 w 40"/>
              <a:gd name="T15" fmla="*/ 81 h 90"/>
              <a:gd name="T16" fmla="*/ 39 w 40"/>
              <a:gd name="T17" fmla="*/ 89 h 90"/>
              <a:gd name="T18" fmla="*/ 0 w 40"/>
              <a:gd name="T19" fmla="*/ 25 h 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90"/>
              <a:gd name="T32" fmla="*/ 40 w 40"/>
              <a:gd name="T33" fmla="*/ 90 h 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90">
                <a:moveTo>
                  <a:pt x="0" y="25"/>
                </a:moveTo>
                <a:lnTo>
                  <a:pt x="2" y="19"/>
                </a:lnTo>
                <a:lnTo>
                  <a:pt x="3" y="8"/>
                </a:lnTo>
                <a:lnTo>
                  <a:pt x="7" y="0"/>
                </a:lnTo>
                <a:lnTo>
                  <a:pt x="13" y="6"/>
                </a:lnTo>
                <a:lnTo>
                  <a:pt x="21" y="39"/>
                </a:lnTo>
                <a:lnTo>
                  <a:pt x="27" y="64"/>
                </a:lnTo>
                <a:lnTo>
                  <a:pt x="35" y="81"/>
                </a:lnTo>
                <a:lnTo>
                  <a:pt x="39" y="89"/>
                </a:lnTo>
                <a:lnTo>
                  <a:pt x="0" y="25"/>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20" name="Freeform 739"/>
          <p:cNvSpPr>
            <a:spLocks/>
          </p:cNvSpPr>
          <p:nvPr/>
        </p:nvSpPr>
        <p:spPr bwMode="auto">
          <a:xfrm>
            <a:off x="4534430" y="2610653"/>
            <a:ext cx="36673" cy="39504"/>
          </a:xfrm>
          <a:custGeom>
            <a:avLst/>
            <a:gdLst>
              <a:gd name="T0" fmla="*/ 9 w 21"/>
              <a:gd name="T1" fmla="*/ 19 h 20"/>
              <a:gd name="T2" fmla="*/ 6 w 21"/>
              <a:gd name="T3" fmla="*/ 16 h 20"/>
              <a:gd name="T4" fmla="*/ 3 w 21"/>
              <a:gd name="T5" fmla="*/ 17 h 20"/>
              <a:gd name="T6" fmla="*/ 0 w 21"/>
              <a:gd name="T7" fmla="*/ 12 h 20"/>
              <a:gd name="T8" fmla="*/ 1 w 21"/>
              <a:gd name="T9" fmla="*/ 9 h 20"/>
              <a:gd name="T10" fmla="*/ 5 w 21"/>
              <a:gd name="T11" fmla="*/ 9 h 20"/>
              <a:gd name="T12" fmla="*/ 6 w 21"/>
              <a:gd name="T13" fmla="*/ 1 h 20"/>
              <a:gd name="T14" fmla="*/ 11 w 21"/>
              <a:gd name="T15" fmla="*/ 0 h 20"/>
              <a:gd name="T16" fmla="*/ 13 w 21"/>
              <a:gd name="T17" fmla="*/ 1 h 20"/>
              <a:gd name="T18" fmla="*/ 19 w 21"/>
              <a:gd name="T19" fmla="*/ 8 h 20"/>
              <a:gd name="T20" fmla="*/ 20 w 21"/>
              <a:gd name="T21" fmla="*/ 14 h 20"/>
              <a:gd name="T22" fmla="*/ 14 w 21"/>
              <a:gd name="T23" fmla="*/ 17 h 20"/>
              <a:gd name="T24" fmla="*/ 9 w 21"/>
              <a:gd name="T25" fmla="*/ 19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20"/>
              <a:gd name="T41" fmla="*/ 21 w 21"/>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20">
                <a:moveTo>
                  <a:pt x="9" y="19"/>
                </a:moveTo>
                <a:lnTo>
                  <a:pt x="6" y="16"/>
                </a:lnTo>
                <a:lnTo>
                  <a:pt x="3" y="17"/>
                </a:lnTo>
                <a:lnTo>
                  <a:pt x="0" y="12"/>
                </a:lnTo>
                <a:lnTo>
                  <a:pt x="1" y="9"/>
                </a:lnTo>
                <a:lnTo>
                  <a:pt x="5" y="9"/>
                </a:lnTo>
                <a:lnTo>
                  <a:pt x="6" y="1"/>
                </a:lnTo>
                <a:lnTo>
                  <a:pt x="11" y="0"/>
                </a:lnTo>
                <a:lnTo>
                  <a:pt x="13" y="1"/>
                </a:lnTo>
                <a:lnTo>
                  <a:pt x="19" y="8"/>
                </a:lnTo>
                <a:lnTo>
                  <a:pt x="20" y="14"/>
                </a:lnTo>
                <a:lnTo>
                  <a:pt x="14" y="17"/>
                </a:lnTo>
                <a:lnTo>
                  <a:pt x="9" y="19"/>
                </a:lnTo>
              </a:path>
            </a:pathLst>
          </a:custGeom>
          <a:solidFill>
            <a:srgbClr val="FFFFFF"/>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21" name="Freeform 740"/>
          <p:cNvSpPr>
            <a:spLocks/>
          </p:cNvSpPr>
          <p:nvPr/>
        </p:nvSpPr>
        <p:spPr bwMode="auto">
          <a:xfrm>
            <a:off x="5920992" y="1741561"/>
            <a:ext cx="41911" cy="5925"/>
          </a:xfrm>
          <a:custGeom>
            <a:avLst/>
            <a:gdLst>
              <a:gd name="T0" fmla="*/ 0 w 24"/>
              <a:gd name="T1" fmla="*/ 0 h 3"/>
              <a:gd name="T2" fmla="*/ 0 w 24"/>
              <a:gd name="T3" fmla="*/ 0 h 3"/>
              <a:gd name="T4" fmla="*/ 1 w 24"/>
              <a:gd name="T5" fmla="*/ 0 h 3"/>
              <a:gd name="T6" fmla="*/ 3 w 24"/>
              <a:gd name="T7" fmla="*/ 0 h 3"/>
              <a:gd name="T8" fmla="*/ 9 w 24"/>
              <a:gd name="T9" fmla="*/ 0 h 3"/>
              <a:gd name="T10" fmla="*/ 20 w 24"/>
              <a:gd name="T11" fmla="*/ 0 h 3"/>
              <a:gd name="T12" fmla="*/ 23 w 24"/>
              <a:gd name="T13" fmla="*/ 0 h 3"/>
              <a:gd name="T14" fmla="*/ 21 w 24"/>
              <a:gd name="T15" fmla="*/ 1 h 3"/>
              <a:gd name="T16" fmla="*/ 13 w 24"/>
              <a:gd name="T17" fmla="*/ 2 h 3"/>
              <a:gd name="T18" fmla="*/ 9 w 24"/>
              <a:gd name="T19" fmla="*/ 2 h 3"/>
              <a:gd name="T20" fmla="*/ 5 w 24"/>
              <a:gd name="T21" fmla="*/ 1 h 3"/>
              <a:gd name="T22" fmla="*/ 2 w 24"/>
              <a:gd name="T23" fmla="*/ 0 h 3"/>
              <a:gd name="T24" fmla="*/ 0 w 24"/>
              <a:gd name="T25" fmla="*/ 0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3"/>
              <a:gd name="T41" fmla="*/ 24 w 24"/>
              <a:gd name="T42" fmla="*/ 3 h 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3">
                <a:moveTo>
                  <a:pt x="0" y="0"/>
                </a:moveTo>
                <a:lnTo>
                  <a:pt x="0" y="0"/>
                </a:lnTo>
                <a:lnTo>
                  <a:pt x="1" y="0"/>
                </a:lnTo>
                <a:lnTo>
                  <a:pt x="3" y="0"/>
                </a:lnTo>
                <a:lnTo>
                  <a:pt x="9" y="0"/>
                </a:lnTo>
                <a:lnTo>
                  <a:pt x="20" y="0"/>
                </a:lnTo>
                <a:lnTo>
                  <a:pt x="23" y="0"/>
                </a:lnTo>
                <a:lnTo>
                  <a:pt x="21" y="1"/>
                </a:lnTo>
                <a:lnTo>
                  <a:pt x="13" y="2"/>
                </a:lnTo>
                <a:lnTo>
                  <a:pt x="9" y="2"/>
                </a:lnTo>
                <a:lnTo>
                  <a:pt x="5" y="1"/>
                </a:lnTo>
                <a:lnTo>
                  <a:pt x="2" y="0"/>
                </a:lnTo>
                <a:lnTo>
                  <a:pt x="0" y="0"/>
                </a:lnTo>
              </a:path>
            </a:pathLst>
          </a:custGeom>
          <a:solidFill>
            <a:srgbClr val="FFFFFF"/>
          </a:solidFill>
          <a:ln w="12700" cap="rnd">
            <a:solidFill>
              <a:schemeClr val="tx1"/>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22" name="Freeform 741"/>
          <p:cNvSpPr>
            <a:spLocks/>
          </p:cNvSpPr>
          <p:nvPr/>
        </p:nvSpPr>
        <p:spPr bwMode="auto">
          <a:xfrm>
            <a:off x="5493149" y="3053100"/>
            <a:ext cx="368469" cy="321959"/>
          </a:xfrm>
          <a:custGeom>
            <a:avLst/>
            <a:gdLst>
              <a:gd name="T0" fmla="*/ 10 w 211"/>
              <a:gd name="T1" fmla="*/ 143 h 163"/>
              <a:gd name="T2" fmla="*/ 5 w 211"/>
              <a:gd name="T3" fmla="*/ 101 h 163"/>
              <a:gd name="T4" fmla="*/ 25 w 211"/>
              <a:gd name="T5" fmla="*/ 66 h 163"/>
              <a:gd name="T6" fmla="*/ 32 w 211"/>
              <a:gd name="T7" fmla="*/ 50 h 163"/>
              <a:gd name="T8" fmla="*/ 36 w 211"/>
              <a:gd name="T9" fmla="*/ 29 h 163"/>
              <a:gd name="T10" fmla="*/ 51 w 211"/>
              <a:gd name="T11" fmla="*/ 22 h 163"/>
              <a:gd name="T12" fmla="*/ 53 w 211"/>
              <a:gd name="T13" fmla="*/ 15 h 163"/>
              <a:gd name="T14" fmla="*/ 63 w 211"/>
              <a:gd name="T15" fmla="*/ 8 h 163"/>
              <a:gd name="T16" fmla="*/ 64 w 211"/>
              <a:gd name="T17" fmla="*/ 17 h 163"/>
              <a:gd name="T18" fmla="*/ 61 w 211"/>
              <a:gd name="T19" fmla="*/ 40 h 163"/>
              <a:gd name="T20" fmla="*/ 80 w 211"/>
              <a:gd name="T21" fmla="*/ 58 h 163"/>
              <a:gd name="T22" fmla="*/ 87 w 211"/>
              <a:gd name="T23" fmla="*/ 76 h 163"/>
              <a:gd name="T24" fmla="*/ 95 w 211"/>
              <a:gd name="T25" fmla="*/ 73 h 163"/>
              <a:gd name="T26" fmla="*/ 109 w 211"/>
              <a:gd name="T27" fmla="*/ 62 h 163"/>
              <a:gd name="T28" fmla="*/ 125 w 211"/>
              <a:gd name="T29" fmla="*/ 57 h 163"/>
              <a:gd name="T30" fmla="*/ 117 w 211"/>
              <a:gd name="T31" fmla="*/ 45 h 163"/>
              <a:gd name="T32" fmla="*/ 106 w 211"/>
              <a:gd name="T33" fmla="*/ 31 h 163"/>
              <a:gd name="T34" fmla="*/ 122 w 211"/>
              <a:gd name="T35" fmla="*/ 15 h 163"/>
              <a:gd name="T36" fmla="*/ 134 w 211"/>
              <a:gd name="T37" fmla="*/ 15 h 163"/>
              <a:gd name="T38" fmla="*/ 140 w 211"/>
              <a:gd name="T39" fmla="*/ 11 h 163"/>
              <a:gd name="T40" fmla="*/ 147 w 211"/>
              <a:gd name="T41" fmla="*/ 7 h 163"/>
              <a:gd name="T42" fmla="*/ 162 w 211"/>
              <a:gd name="T43" fmla="*/ 2 h 163"/>
              <a:gd name="T44" fmla="*/ 165 w 211"/>
              <a:gd name="T45" fmla="*/ 0 h 163"/>
              <a:gd name="T46" fmla="*/ 157 w 211"/>
              <a:gd name="T47" fmla="*/ 15 h 163"/>
              <a:gd name="T48" fmla="*/ 145 w 211"/>
              <a:gd name="T49" fmla="*/ 23 h 163"/>
              <a:gd name="T50" fmla="*/ 130 w 211"/>
              <a:gd name="T51" fmla="*/ 52 h 163"/>
              <a:gd name="T52" fmla="*/ 136 w 211"/>
              <a:gd name="T53" fmla="*/ 70 h 163"/>
              <a:gd name="T54" fmla="*/ 142 w 211"/>
              <a:gd name="T55" fmla="*/ 71 h 163"/>
              <a:gd name="T56" fmla="*/ 155 w 211"/>
              <a:gd name="T57" fmla="*/ 73 h 163"/>
              <a:gd name="T58" fmla="*/ 172 w 211"/>
              <a:gd name="T59" fmla="*/ 84 h 163"/>
              <a:gd name="T60" fmla="*/ 200 w 211"/>
              <a:gd name="T61" fmla="*/ 115 h 163"/>
              <a:gd name="T62" fmla="*/ 210 w 211"/>
              <a:gd name="T63" fmla="*/ 138 h 163"/>
              <a:gd name="T64" fmla="*/ 204 w 211"/>
              <a:gd name="T65" fmla="*/ 152 h 163"/>
              <a:gd name="T66" fmla="*/ 169 w 211"/>
              <a:gd name="T67" fmla="*/ 162 h 163"/>
              <a:gd name="T68" fmla="*/ 134 w 211"/>
              <a:gd name="T69" fmla="*/ 154 h 163"/>
              <a:gd name="T70" fmla="*/ 109 w 211"/>
              <a:gd name="T71" fmla="*/ 135 h 163"/>
              <a:gd name="T72" fmla="*/ 83 w 211"/>
              <a:gd name="T73" fmla="*/ 135 h 163"/>
              <a:gd name="T74" fmla="*/ 40 w 211"/>
              <a:gd name="T75" fmla="*/ 156 h 16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11"/>
              <a:gd name="T115" fmla="*/ 0 h 163"/>
              <a:gd name="T116" fmla="*/ 211 w 211"/>
              <a:gd name="T117" fmla="*/ 163 h 16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11" h="163">
                <a:moveTo>
                  <a:pt x="16" y="152"/>
                </a:moveTo>
                <a:lnTo>
                  <a:pt x="10" y="143"/>
                </a:lnTo>
                <a:lnTo>
                  <a:pt x="0" y="122"/>
                </a:lnTo>
                <a:lnTo>
                  <a:pt x="5" y="101"/>
                </a:lnTo>
                <a:lnTo>
                  <a:pt x="16" y="79"/>
                </a:lnTo>
                <a:lnTo>
                  <a:pt x="25" y="66"/>
                </a:lnTo>
                <a:lnTo>
                  <a:pt x="30" y="57"/>
                </a:lnTo>
                <a:lnTo>
                  <a:pt x="32" y="50"/>
                </a:lnTo>
                <a:lnTo>
                  <a:pt x="33" y="41"/>
                </a:lnTo>
                <a:lnTo>
                  <a:pt x="36" y="29"/>
                </a:lnTo>
                <a:lnTo>
                  <a:pt x="46" y="23"/>
                </a:lnTo>
                <a:lnTo>
                  <a:pt x="51" y="22"/>
                </a:lnTo>
                <a:lnTo>
                  <a:pt x="52" y="18"/>
                </a:lnTo>
                <a:lnTo>
                  <a:pt x="53" y="15"/>
                </a:lnTo>
                <a:lnTo>
                  <a:pt x="55" y="11"/>
                </a:lnTo>
                <a:lnTo>
                  <a:pt x="63" y="8"/>
                </a:lnTo>
                <a:lnTo>
                  <a:pt x="66" y="11"/>
                </a:lnTo>
                <a:lnTo>
                  <a:pt x="64" y="17"/>
                </a:lnTo>
                <a:lnTo>
                  <a:pt x="60" y="26"/>
                </a:lnTo>
                <a:lnTo>
                  <a:pt x="61" y="40"/>
                </a:lnTo>
                <a:lnTo>
                  <a:pt x="72" y="51"/>
                </a:lnTo>
                <a:lnTo>
                  <a:pt x="80" y="58"/>
                </a:lnTo>
                <a:lnTo>
                  <a:pt x="83" y="71"/>
                </a:lnTo>
                <a:lnTo>
                  <a:pt x="87" y="76"/>
                </a:lnTo>
                <a:lnTo>
                  <a:pt x="92" y="76"/>
                </a:lnTo>
                <a:lnTo>
                  <a:pt x="95" y="73"/>
                </a:lnTo>
                <a:lnTo>
                  <a:pt x="98" y="67"/>
                </a:lnTo>
                <a:lnTo>
                  <a:pt x="109" y="62"/>
                </a:lnTo>
                <a:lnTo>
                  <a:pt x="121" y="62"/>
                </a:lnTo>
                <a:lnTo>
                  <a:pt x="125" y="57"/>
                </a:lnTo>
                <a:lnTo>
                  <a:pt x="124" y="49"/>
                </a:lnTo>
                <a:lnTo>
                  <a:pt x="117" y="45"/>
                </a:lnTo>
                <a:lnTo>
                  <a:pt x="107" y="41"/>
                </a:lnTo>
                <a:lnTo>
                  <a:pt x="106" y="31"/>
                </a:lnTo>
                <a:lnTo>
                  <a:pt x="116" y="18"/>
                </a:lnTo>
                <a:lnTo>
                  <a:pt x="122" y="15"/>
                </a:lnTo>
                <a:lnTo>
                  <a:pt x="128" y="15"/>
                </a:lnTo>
                <a:lnTo>
                  <a:pt x="134" y="15"/>
                </a:lnTo>
                <a:lnTo>
                  <a:pt x="137" y="15"/>
                </a:lnTo>
                <a:lnTo>
                  <a:pt x="140" y="11"/>
                </a:lnTo>
                <a:lnTo>
                  <a:pt x="142" y="8"/>
                </a:lnTo>
                <a:lnTo>
                  <a:pt x="147" y="7"/>
                </a:lnTo>
                <a:lnTo>
                  <a:pt x="155" y="4"/>
                </a:lnTo>
                <a:lnTo>
                  <a:pt x="162" y="2"/>
                </a:lnTo>
                <a:lnTo>
                  <a:pt x="165" y="1"/>
                </a:lnTo>
                <a:lnTo>
                  <a:pt x="165" y="0"/>
                </a:lnTo>
                <a:lnTo>
                  <a:pt x="164" y="7"/>
                </a:lnTo>
                <a:lnTo>
                  <a:pt x="157" y="15"/>
                </a:lnTo>
                <a:lnTo>
                  <a:pt x="149" y="18"/>
                </a:lnTo>
                <a:lnTo>
                  <a:pt x="145" y="23"/>
                </a:lnTo>
                <a:lnTo>
                  <a:pt x="139" y="37"/>
                </a:lnTo>
                <a:lnTo>
                  <a:pt x="130" y="52"/>
                </a:lnTo>
                <a:lnTo>
                  <a:pt x="128" y="61"/>
                </a:lnTo>
                <a:lnTo>
                  <a:pt x="136" y="70"/>
                </a:lnTo>
                <a:lnTo>
                  <a:pt x="139" y="73"/>
                </a:lnTo>
                <a:lnTo>
                  <a:pt x="142" y="71"/>
                </a:lnTo>
                <a:lnTo>
                  <a:pt x="146" y="70"/>
                </a:lnTo>
                <a:lnTo>
                  <a:pt x="155" y="73"/>
                </a:lnTo>
                <a:lnTo>
                  <a:pt x="165" y="77"/>
                </a:lnTo>
                <a:lnTo>
                  <a:pt x="172" y="84"/>
                </a:lnTo>
                <a:lnTo>
                  <a:pt x="183" y="94"/>
                </a:lnTo>
                <a:lnTo>
                  <a:pt x="200" y="115"/>
                </a:lnTo>
                <a:lnTo>
                  <a:pt x="207" y="127"/>
                </a:lnTo>
                <a:lnTo>
                  <a:pt x="210" y="138"/>
                </a:lnTo>
                <a:lnTo>
                  <a:pt x="209" y="145"/>
                </a:lnTo>
                <a:lnTo>
                  <a:pt x="204" y="152"/>
                </a:lnTo>
                <a:lnTo>
                  <a:pt x="188" y="158"/>
                </a:lnTo>
                <a:lnTo>
                  <a:pt x="169" y="162"/>
                </a:lnTo>
                <a:lnTo>
                  <a:pt x="150" y="160"/>
                </a:lnTo>
                <a:lnTo>
                  <a:pt x="134" y="154"/>
                </a:lnTo>
                <a:lnTo>
                  <a:pt x="119" y="143"/>
                </a:lnTo>
                <a:lnTo>
                  <a:pt x="109" y="135"/>
                </a:lnTo>
                <a:lnTo>
                  <a:pt x="95" y="128"/>
                </a:lnTo>
                <a:lnTo>
                  <a:pt x="83" y="135"/>
                </a:lnTo>
                <a:lnTo>
                  <a:pt x="65" y="147"/>
                </a:lnTo>
                <a:lnTo>
                  <a:pt x="40" y="156"/>
                </a:lnTo>
                <a:lnTo>
                  <a:pt x="16" y="152"/>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23" name="Freeform 742"/>
          <p:cNvSpPr>
            <a:spLocks/>
          </p:cNvSpPr>
          <p:nvPr/>
        </p:nvSpPr>
        <p:spPr bwMode="auto">
          <a:xfrm>
            <a:off x="4015780" y="1488734"/>
            <a:ext cx="1945378" cy="2263590"/>
          </a:xfrm>
          <a:custGeom>
            <a:avLst/>
            <a:gdLst>
              <a:gd name="T0" fmla="*/ 1113 w 1114"/>
              <a:gd name="T1" fmla="*/ 1145 h 1146"/>
              <a:gd name="T2" fmla="*/ 1113 w 1114"/>
              <a:gd name="T3" fmla="*/ 0 h 1146"/>
              <a:gd name="T4" fmla="*/ 0 w 1114"/>
              <a:gd name="T5" fmla="*/ 0 h 1146"/>
              <a:gd name="T6" fmla="*/ 0 w 1114"/>
              <a:gd name="T7" fmla="*/ 1145 h 1146"/>
              <a:gd name="T8" fmla="*/ 1113 w 1114"/>
              <a:gd name="T9" fmla="*/ 1145 h 1146"/>
              <a:gd name="T10" fmla="*/ 0 60000 65536"/>
              <a:gd name="T11" fmla="*/ 0 60000 65536"/>
              <a:gd name="T12" fmla="*/ 0 60000 65536"/>
              <a:gd name="T13" fmla="*/ 0 60000 65536"/>
              <a:gd name="T14" fmla="*/ 0 60000 65536"/>
              <a:gd name="T15" fmla="*/ 0 w 1114"/>
              <a:gd name="T16" fmla="*/ 0 h 1146"/>
              <a:gd name="T17" fmla="*/ 1114 w 1114"/>
              <a:gd name="T18" fmla="*/ 1146 h 1146"/>
            </a:gdLst>
            <a:ahLst/>
            <a:cxnLst>
              <a:cxn ang="T10">
                <a:pos x="T0" y="T1"/>
              </a:cxn>
              <a:cxn ang="T11">
                <a:pos x="T2" y="T3"/>
              </a:cxn>
              <a:cxn ang="T12">
                <a:pos x="T4" y="T5"/>
              </a:cxn>
              <a:cxn ang="T13">
                <a:pos x="T6" y="T7"/>
              </a:cxn>
              <a:cxn ang="T14">
                <a:pos x="T8" y="T9"/>
              </a:cxn>
            </a:cxnLst>
            <a:rect l="T15" t="T16" r="T17" b="T18"/>
            <a:pathLst>
              <a:path w="1114" h="1146">
                <a:moveTo>
                  <a:pt x="1113" y="1145"/>
                </a:moveTo>
                <a:lnTo>
                  <a:pt x="1113" y="0"/>
                </a:lnTo>
                <a:lnTo>
                  <a:pt x="0" y="0"/>
                </a:lnTo>
                <a:lnTo>
                  <a:pt x="0" y="1145"/>
                </a:lnTo>
                <a:lnTo>
                  <a:pt x="1113" y="1145"/>
                </a:lnTo>
              </a:path>
            </a:pathLst>
          </a:custGeom>
          <a:solidFill>
            <a:srgbClr val="FFFFFF"/>
          </a:solidFill>
          <a:ln w="12700" cap="rnd">
            <a:solidFill>
              <a:schemeClr val="tx1"/>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24" name="Freeform 743"/>
          <p:cNvSpPr>
            <a:spLocks/>
          </p:cNvSpPr>
          <p:nvPr/>
        </p:nvSpPr>
        <p:spPr bwMode="auto">
          <a:xfrm>
            <a:off x="5430282" y="3290126"/>
            <a:ext cx="543099" cy="318008"/>
          </a:xfrm>
          <a:custGeom>
            <a:avLst/>
            <a:gdLst>
              <a:gd name="T0" fmla="*/ 41 w 311"/>
              <a:gd name="T1" fmla="*/ 15 h 161"/>
              <a:gd name="T2" fmla="*/ 68 w 311"/>
              <a:gd name="T3" fmla="*/ 30 h 161"/>
              <a:gd name="T4" fmla="*/ 110 w 311"/>
              <a:gd name="T5" fmla="*/ 22 h 161"/>
              <a:gd name="T6" fmla="*/ 128 w 311"/>
              <a:gd name="T7" fmla="*/ 8 h 161"/>
              <a:gd name="T8" fmla="*/ 137 w 311"/>
              <a:gd name="T9" fmla="*/ 0 h 161"/>
              <a:gd name="T10" fmla="*/ 151 w 311"/>
              <a:gd name="T11" fmla="*/ 7 h 161"/>
              <a:gd name="T12" fmla="*/ 183 w 311"/>
              <a:gd name="T13" fmla="*/ 32 h 161"/>
              <a:gd name="T14" fmla="*/ 227 w 311"/>
              <a:gd name="T15" fmla="*/ 38 h 161"/>
              <a:gd name="T16" fmla="*/ 271 w 311"/>
              <a:gd name="T17" fmla="*/ 25 h 161"/>
              <a:gd name="T18" fmla="*/ 287 w 311"/>
              <a:gd name="T19" fmla="*/ 46 h 161"/>
              <a:gd name="T20" fmla="*/ 300 w 311"/>
              <a:gd name="T21" fmla="*/ 58 h 161"/>
              <a:gd name="T22" fmla="*/ 298 w 311"/>
              <a:gd name="T23" fmla="*/ 70 h 161"/>
              <a:gd name="T24" fmla="*/ 310 w 311"/>
              <a:gd name="T25" fmla="*/ 131 h 161"/>
              <a:gd name="T26" fmla="*/ 308 w 311"/>
              <a:gd name="T27" fmla="*/ 129 h 161"/>
              <a:gd name="T28" fmla="*/ 292 w 311"/>
              <a:gd name="T29" fmla="*/ 131 h 161"/>
              <a:gd name="T30" fmla="*/ 262 w 311"/>
              <a:gd name="T31" fmla="*/ 132 h 161"/>
              <a:gd name="T32" fmla="*/ 257 w 311"/>
              <a:gd name="T33" fmla="*/ 136 h 161"/>
              <a:gd name="T34" fmla="*/ 237 w 311"/>
              <a:gd name="T35" fmla="*/ 147 h 161"/>
              <a:gd name="T36" fmla="*/ 219 w 311"/>
              <a:gd name="T37" fmla="*/ 148 h 161"/>
              <a:gd name="T38" fmla="*/ 210 w 311"/>
              <a:gd name="T39" fmla="*/ 149 h 161"/>
              <a:gd name="T40" fmla="*/ 193 w 311"/>
              <a:gd name="T41" fmla="*/ 158 h 161"/>
              <a:gd name="T42" fmla="*/ 183 w 311"/>
              <a:gd name="T43" fmla="*/ 155 h 161"/>
              <a:gd name="T44" fmla="*/ 182 w 311"/>
              <a:gd name="T45" fmla="*/ 154 h 161"/>
              <a:gd name="T46" fmla="*/ 175 w 311"/>
              <a:gd name="T47" fmla="*/ 153 h 161"/>
              <a:gd name="T48" fmla="*/ 143 w 311"/>
              <a:gd name="T49" fmla="*/ 157 h 161"/>
              <a:gd name="T50" fmla="*/ 112 w 311"/>
              <a:gd name="T51" fmla="*/ 160 h 161"/>
              <a:gd name="T52" fmla="*/ 85 w 311"/>
              <a:gd name="T53" fmla="*/ 153 h 161"/>
              <a:gd name="T54" fmla="*/ 74 w 311"/>
              <a:gd name="T55" fmla="*/ 153 h 161"/>
              <a:gd name="T56" fmla="*/ 60 w 311"/>
              <a:gd name="T57" fmla="*/ 158 h 161"/>
              <a:gd name="T58" fmla="*/ 41 w 311"/>
              <a:gd name="T59" fmla="*/ 148 h 161"/>
              <a:gd name="T60" fmla="*/ 31 w 311"/>
              <a:gd name="T61" fmla="*/ 123 h 161"/>
              <a:gd name="T62" fmla="*/ 21 w 311"/>
              <a:gd name="T63" fmla="*/ 120 h 161"/>
              <a:gd name="T64" fmla="*/ 11 w 311"/>
              <a:gd name="T65" fmla="*/ 104 h 161"/>
              <a:gd name="T66" fmla="*/ 20 w 311"/>
              <a:gd name="T67" fmla="*/ 82 h 161"/>
              <a:gd name="T68" fmla="*/ 11 w 311"/>
              <a:gd name="T69" fmla="*/ 51 h 161"/>
              <a:gd name="T70" fmla="*/ 9 w 311"/>
              <a:gd name="T71" fmla="*/ 41 h 161"/>
              <a:gd name="T72" fmla="*/ 0 w 311"/>
              <a:gd name="T73" fmla="*/ 36 h 161"/>
              <a:gd name="T74" fmla="*/ 8 w 311"/>
              <a:gd name="T75" fmla="*/ 8 h 16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11"/>
              <a:gd name="T115" fmla="*/ 0 h 161"/>
              <a:gd name="T116" fmla="*/ 311 w 311"/>
              <a:gd name="T117" fmla="*/ 161 h 16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11" h="161">
                <a:moveTo>
                  <a:pt x="37" y="2"/>
                </a:moveTo>
                <a:lnTo>
                  <a:pt x="41" y="15"/>
                </a:lnTo>
                <a:lnTo>
                  <a:pt x="53" y="27"/>
                </a:lnTo>
                <a:lnTo>
                  <a:pt x="68" y="30"/>
                </a:lnTo>
                <a:lnTo>
                  <a:pt x="93" y="27"/>
                </a:lnTo>
                <a:lnTo>
                  <a:pt x="110" y="22"/>
                </a:lnTo>
                <a:lnTo>
                  <a:pt x="121" y="15"/>
                </a:lnTo>
                <a:lnTo>
                  <a:pt x="128" y="8"/>
                </a:lnTo>
                <a:lnTo>
                  <a:pt x="133" y="3"/>
                </a:lnTo>
                <a:lnTo>
                  <a:pt x="137" y="0"/>
                </a:lnTo>
                <a:lnTo>
                  <a:pt x="143" y="1"/>
                </a:lnTo>
                <a:lnTo>
                  <a:pt x="151" y="7"/>
                </a:lnTo>
                <a:lnTo>
                  <a:pt x="164" y="17"/>
                </a:lnTo>
                <a:lnTo>
                  <a:pt x="183" y="32"/>
                </a:lnTo>
                <a:lnTo>
                  <a:pt x="204" y="38"/>
                </a:lnTo>
                <a:lnTo>
                  <a:pt x="227" y="38"/>
                </a:lnTo>
                <a:lnTo>
                  <a:pt x="251" y="29"/>
                </a:lnTo>
                <a:lnTo>
                  <a:pt x="271" y="25"/>
                </a:lnTo>
                <a:lnTo>
                  <a:pt x="280" y="34"/>
                </a:lnTo>
                <a:lnTo>
                  <a:pt x="287" y="46"/>
                </a:lnTo>
                <a:lnTo>
                  <a:pt x="302" y="58"/>
                </a:lnTo>
                <a:lnTo>
                  <a:pt x="300" y="58"/>
                </a:lnTo>
                <a:lnTo>
                  <a:pt x="298" y="61"/>
                </a:lnTo>
                <a:lnTo>
                  <a:pt x="298" y="70"/>
                </a:lnTo>
                <a:lnTo>
                  <a:pt x="300" y="91"/>
                </a:lnTo>
                <a:lnTo>
                  <a:pt x="310" y="131"/>
                </a:lnTo>
                <a:lnTo>
                  <a:pt x="310" y="130"/>
                </a:lnTo>
                <a:lnTo>
                  <a:pt x="308" y="129"/>
                </a:lnTo>
                <a:lnTo>
                  <a:pt x="303" y="127"/>
                </a:lnTo>
                <a:lnTo>
                  <a:pt x="292" y="131"/>
                </a:lnTo>
                <a:lnTo>
                  <a:pt x="274" y="132"/>
                </a:lnTo>
                <a:lnTo>
                  <a:pt x="262" y="132"/>
                </a:lnTo>
                <a:lnTo>
                  <a:pt x="260" y="134"/>
                </a:lnTo>
                <a:lnTo>
                  <a:pt x="257" y="136"/>
                </a:lnTo>
                <a:lnTo>
                  <a:pt x="248" y="142"/>
                </a:lnTo>
                <a:lnTo>
                  <a:pt x="237" y="147"/>
                </a:lnTo>
                <a:lnTo>
                  <a:pt x="226" y="149"/>
                </a:lnTo>
                <a:lnTo>
                  <a:pt x="219" y="148"/>
                </a:lnTo>
                <a:lnTo>
                  <a:pt x="214" y="147"/>
                </a:lnTo>
                <a:lnTo>
                  <a:pt x="210" y="149"/>
                </a:lnTo>
                <a:lnTo>
                  <a:pt x="203" y="154"/>
                </a:lnTo>
                <a:lnTo>
                  <a:pt x="193" y="158"/>
                </a:lnTo>
                <a:lnTo>
                  <a:pt x="186" y="158"/>
                </a:lnTo>
                <a:lnTo>
                  <a:pt x="183" y="155"/>
                </a:lnTo>
                <a:lnTo>
                  <a:pt x="181" y="154"/>
                </a:lnTo>
                <a:lnTo>
                  <a:pt x="182" y="154"/>
                </a:lnTo>
                <a:lnTo>
                  <a:pt x="181" y="153"/>
                </a:lnTo>
                <a:lnTo>
                  <a:pt x="175" y="153"/>
                </a:lnTo>
                <a:lnTo>
                  <a:pt x="161" y="154"/>
                </a:lnTo>
                <a:lnTo>
                  <a:pt x="143" y="157"/>
                </a:lnTo>
                <a:lnTo>
                  <a:pt x="128" y="160"/>
                </a:lnTo>
                <a:lnTo>
                  <a:pt x="112" y="160"/>
                </a:lnTo>
                <a:lnTo>
                  <a:pt x="96" y="157"/>
                </a:lnTo>
                <a:lnTo>
                  <a:pt x="85" y="153"/>
                </a:lnTo>
                <a:lnTo>
                  <a:pt x="79" y="152"/>
                </a:lnTo>
                <a:lnTo>
                  <a:pt x="74" y="153"/>
                </a:lnTo>
                <a:lnTo>
                  <a:pt x="68" y="155"/>
                </a:lnTo>
                <a:lnTo>
                  <a:pt x="60" y="158"/>
                </a:lnTo>
                <a:lnTo>
                  <a:pt x="51" y="155"/>
                </a:lnTo>
                <a:lnTo>
                  <a:pt x="41" y="148"/>
                </a:lnTo>
                <a:lnTo>
                  <a:pt x="36" y="134"/>
                </a:lnTo>
                <a:lnTo>
                  <a:pt x="31" y="123"/>
                </a:lnTo>
                <a:lnTo>
                  <a:pt x="26" y="120"/>
                </a:lnTo>
                <a:lnTo>
                  <a:pt x="21" y="120"/>
                </a:lnTo>
                <a:lnTo>
                  <a:pt x="16" y="117"/>
                </a:lnTo>
                <a:lnTo>
                  <a:pt x="11" y="104"/>
                </a:lnTo>
                <a:lnTo>
                  <a:pt x="18" y="94"/>
                </a:lnTo>
                <a:lnTo>
                  <a:pt x="20" y="82"/>
                </a:lnTo>
                <a:lnTo>
                  <a:pt x="13" y="63"/>
                </a:lnTo>
                <a:lnTo>
                  <a:pt x="11" y="51"/>
                </a:lnTo>
                <a:lnTo>
                  <a:pt x="12" y="48"/>
                </a:lnTo>
                <a:lnTo>
                  <a:pt x="9" y="41"/>
                </a:lnTo>
                <a:lnTo>
                  <a:pt x="5" y="36"/>
                </a:lnTo>
                <a:lnTo>
                  <a:pt x="0" y="36"/>
                </a:lnTo>
                <a:lnTo>
                  <a:pt x="4" y="36"/>
                </a:lnTo>
                <a:lnTo>
                  <a:pt x="8" y="8"/>
                </a:lnTo>
                <a:lnTo>
                  <a:pt x="37" y="2"/>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25" name="Rectangle 744"/>
          <p:cNvSpPr>
            <a:spLocks noChangeArrowheads="1"/>
          </p:cNvSpPr>
          <p:nvPr/>
        </p:nvSpPr>
        <p:spPr bwMode="auto">
          <a:xfrm>
            <a:off x="5014663" y="2798298"/>
            <a:ext cx="371961" cy="300232"/>
          </a:xfrm>
          <a:prstGeom prst="rect">
            <a:avLst/>
          </a:prstGeom>
          <a:solidFill>
            <a:srgbClr val="FDE3BA"/>
          </a:solidFill>
          <a:ln w="12700">
            <a:solidFill>
              <a:schemeClr val="tx1"/>
            </a:solidFill>
            <a:miter lim="800000"/>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426" name="Freeform 745"/>
          <p:cNvSpPr>
            <a:spLocks/>
          </p:cNvSpPr>
          <p:nvPr/>
        </p:nvSpPr>
        <p:spPr bwMode="auto">
          <a:xfrm>
            <a:off x="5159605" y="2985943"/>
            <a:ext cx="371962" cy="248876"/>
          </a:xfrm>
          <a:custGeom>
            <a:avLst/>
            <a:gdLst>
              <a:gd name="T0" fmla="*/ 90 w 213"/>
              <a:gd name="T1" fmla="*/ 0 h 126"/>
              <a:gd name="T2" fmla="*/ 95 w 213"/>
              <a:gd name="T3" fmla="*/ 16 h 126"/>
              <a:gd name="T4" fmla="*/ 110 w 213"/>
              <a:gd name="T5" fmla="*/ 24 h 126"/>
              <a:gd name="T6" fmla="*/ 130 w 213"/>
              <a:gd name="T7" fmla="*/ 26 h 126"/>
              <a:gd name="T8" fmla="*/ 149 w 213"/>
              <a:gd name="T9" fmla="*/ 22 h 126"/>
              <a:gd name="T10" fmla="*/ 167 w 213"/>
              <a:gd name="T11" fmla="*/ 19 h 126"/>
              <a:gd name="T12" fmla="*/ 177 w 213"/>
              <a:gd name="T13" fmla="*/ 27 h 126"/>
              <a:gd name="T14" fmla="*/ 182 w 213"/>
              <a:gd name="T15" fmla="*/ 42 h 126"/>
              <a:gd name="T16" fmla="*/ 184 w 213"/>
              <a:gd name="T17" fmla="*/ 61 h 126"/>
              <a:gd name="T18" fmla="*/ 193 w 213"/>
              <a:gd name="T19" fmla="*/ 81 h 126"/>
              <a:gd name="T20" fmla="*/ 200 w 213"/>
              <a:gd name="T21" fmla="*/ 89 h 126"/>
              <a:gd name="T22" fmla="*/ 209 w 213"/>
              <a:gd name="T23" fmla="*/ 91 h 126"/>
              <a:gd name="T24" fmla="*/ 212 w 213"/>
              <a:gd name="T25" fmla="*/ 91 h 126"/>
              <a:gd name="T26" fmla="*/ 207 w 213"/>
              <a:gd name="T27" fmla="*/ 99 h 126"/>
              <a:gd name="T28" fmla="*/ 198 w 213"/>
              <a:gd name="T29" fmla="*/ 117 h 126"/>
              <a:gd name="T30" fmla="*/ 198 w 213"/>
              <a:gd name="T31" fmla="*/ 119 h 126"/>
              <a:gd name="T32" fmla="*/ 196 w 213"/>
              <a:gd name="T33" fmla="*/ 117 h 126"/>
              <a:gd name="T34" fmla="*/ 193 w 213"/>
              <a:gd name="T35" fmla="*/ 117 h 126"/>
              <a:gd name="T36" fmla="*/ 185 w 213"/>
              <a:gd name="T37" fmla="*/ 115 h 126"/>
              <a:gd name="T38" fmla="*/ 174 w 213"/>
              <a:gd name="T39" fmla="*/ 108 h 126"/>
              <a:gd name="T40" fmla="*/ 162 w 213"/>
              <a:gd name="T41" fmla="*/ 106 h 126"/>
              <a:gd name="T42" fmla="*/ 153 w 213"/>
              <a:gd name="T43" fmla="*/ 112 h 126"/>
              <a:gd name="T44" fmla="*/ 140 w 213"/>
              <a:gd name="T45" fmla="*/ 117 h 126"/>
              <a:gd name="T46" fmla="*/ 120 w 213"/>
              <a:gd name="T47" fmla="*/ 121 h 126"/>
              <a:gd name="T48" fmla="*/ 110 w 213"/>
              <a:gd name="T49" fmla="*/ 121 h 126"/>
              <a:gd name="T50" fmla="*/ 106 w 213"/>
              <a:gd name="T51" fmla="*/ 123 h 126"/>
              <a:gd name="T52" fmla="*/ 104 w 213"/>
              <a:gd name="T53" fmla="*/ 123 h 126"/>
              <a:gd name="T54" fmla="*/ 104 w 213"/>
              <a:gd name="T55" fmla="*/ 125 h 126"/>
              <a:gd name="T56" fmla="*/ 104 w 213"/>
              <a:gd name="T57" fmla="*/ 121 h 126"/>
              <a:gd name="T58" fmla="*/ 106 w 213"/>
              <a:gd name="T59" fmla="*/ 110 h 126"/>
              <a:gd name="T60" fmla="*/ 108 w 213"/>
              <a:gd name="T61" fmla="*/ 106 h 126"/>
              <a:gd name="T62" fmla="*/ 104 w 213"/>
              <a:gd name="T63" fmla="*/ 104 h 126"/>
              <a:gd name="T64" fmla="*/ 95 w 213"/>
              <a:gd name="T65" fmla="*/ 98 h 126"/>
              <a:gd name="T66" fmla="*/ 76 w 213"/>
              <a:gd name="T67" fmla="*/ 86 h 126"/>
              <a:gd name="T68" fmla="*/ 69 w 213"/>
              <a:gd name="T69" fmla="*/ 73 h 126"/>
              <a:gd name="T70" fmla="*/ 66 w 213"/>
              <a:gd name="T71" fmla="*/ 74 h 126"/>
              <a:gd name="T72" fmla="*/ 57 w 213"/>
              <a:gd name="T73" fmla="*/ 74 h 126"/>
              <a:gd name="T74" fmla="*/ 43 w 213"/>
              <a:gd name="T75" fmla="*/ 73 h 126"/>
              <a:gd name="T76" fmla="*/ 29 w 213"/>
              <a:gd name="T77" fmla="*/ 69 h 126"/>
              <a:gd name="T78" fmla="*/ 15 w 213"/>
              <a:gd name="T79" fmla="*/ 63 h 126"/>
              <a:gd name="T80" fmla="*/ 5 w 213"/>
              <a:gd name="T81" fmla="*/ 56 h 126"/>
              <a:gd name="T82" fmla="*/ 0 w 213"/>
              <a:gd name="T83" fmla="*/ 47 h 126"/>
              <a:gd name="T84" fmla="*/ 6 w 213"/>
              <a:gd name="T85" fmla="*/ 39 h 126"/>
              <a:gd name="T86" fmla="*/ 21 w 213"/>
              <a:gd name="T87" fmla="*/ 23 h 126"/>
              <a:gd name="T88" fmla="*/ 36 w 213"/>
              <a:gd name="T89" fmla="*/ 21 h 126"/>
              <a:gd name="T90" fmla="*/ 41 w 213"/>
              <a:gd name="T91" fmla="*/ 21 h 126"/>
              <a:gd name="T92" fmla="*/ 46 w 213"/>
              <a:gd name="T93" fmla="*/ 18 h 126"/>
              <a:gd name="T94" fmla="*/ 48 w 213"/>
              <a:gd name="T95" fmla="*/ 12 h 126"/>
              <a:gd name="T96" fmla="*/ 51 w 213"/>
              <a:gd name="T97" fmla="*/ 7 h 126"/>
              <a:gd name="T98" fmla="*/ 53 w 213"/>
              <a:gd name="T99" fmla="*/ 5 h 126"/>
              <a:gd name="T100" fmla="*/ 57 w 213"/>
              <a:gd name="T101" fmla="*/ 5 h 126"/>
              <a:gd name="T102" fmla="*/ 59 w 213"/>
              <a:gd name="T103" fmla="*/ 6 h 126"/>
              <a:gd name="T104" fmla="*/ 69 w 213"/>
              <a:gd name="T105" fmla="*/ 4 h 126"/>
              <a:gd name="T106" fmla="*/ 85 w 213"/>
              <a:gd name="T107" fmla="*/ 0 h 126"/>
              <a:gd name="T108" fmla="*/ 90 w 213"/>
              <a:gd name="T109" fmla="*/ 0 h 12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13"/>
              <a:gd name="T166" fmla="*/ 0 h 126"/>
              <a:gd name="T167" fmla="*/ 213 w 213"/>
              <a:gd name="T168" fmla="*/ 126 h 12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13" h="126">
                <a:moveTo>
                  <a:pt x="90" y="0"/>
                </a:moveTo>
                <a:lnTo>
                  <a:pt x="95" y="16"/>
                </a:lnTo>
                <a:lnTo>
                  <a:pt x="110" y="24"/>
                </a:lnTo>
                <a:lnTo>
                  <a:pt x="130" y="26"/>
                </a:lnTo>
                <a:lnTo>
                  <a:pt x="149" y="22"/>
                </a:lnTo>
                <a:lnTo>
                  <a:pt x="167" y="19"/>
                </a:lnTo>
                <a:lnTo>
                  <a:pt x="177" y="27"/>
                </a:lnTo>
                <a:lnTo>
                  <a:pt x="182" y="42"/>
                </a:lnTo>
                <a:lnTo>
                  <a:pt x="184" y="61"/>
                </a:lnTo>
                <a:lnTo>
                  <a:pt x="193" y="81"/>
                </a:lnTo>
                <a:lnTo>
                  <a:pt x="200" y="89"/>
                </a:lnTo>
                <a:lnTo>
                  <a:pt x="209" y="91"/>
                </a:lnTo>
                <a:lnTo>
                  <a:pt x="212" y="91"/>
                </a:lnTo>
                <a:lnTo>
                  <a:pt x="207" y="99"/>
                </a:lnTo>
                <a:lnTo>
                  <a:pt x="198" y="117"/>
                </a:lnTo>
                <a:lnTo>
                  <a:pt x="198" y="119"/>
                </a:lnTo>
                <a:lnTo>
                  <a:pt x="196" y="117"/>
                </a:lnTo>
                <a:lnTo>
                  <a:pt x="193" y="117"/>
                </a:lnTo>
                <a:lnTo>
                  <a:pt x="185" y="115"/>
                </a:lnTo>
                <a:lnTo>
                  <a:pt x="174" y="108"/>
                </a:lnTo>
                <a:lnTo>
                  <a:pt x="162" y="106"/>
                </a:lnTo>
                <a:lnTo>
                  <a:pt x="153" y="112"/>
                </a:lnTo>
                <a:lnTo>
                  <a:pt x="140" y="117"/>
                </a:lnTo>
                <a:lnTo>
                  <a:pt x="120" y="121"/>
                </a:lnTo>
                <a:lnTo>
                  <a:pt x="110" y="121"/>
                </a:lnTo>
                <a:lnTo>
                  <a:pt x="106" y="123"/>
                </a:lnTo>
                <a:lnTo>
                  <a:pt x="104" y="123"/>
                </a:lnTo>
                <a:lnTo>
                  <a:pt x="104" y="125"/>
                </a:lnTo>
                <a:lnTo>
                  <a:pt x="104" y="121"/>
                </a:lnTo>
                <a:lnTo>
                  <a:pt x="106" y="110"/>
                </a:lnTo>
                <a:lnTo>
                  <a:pt x="108" y="106"/>
                </a:lnTo>
                <a:lnTo>
                  <a:pt x="104" y="104"/>
                </a:lnTo>
                <a:lnTo>
                  <a:pt x="95" y="98"/>
                </a:lnTo>
                <a:lnTo>
                  <a:pt x="76" y="86"/>
                </a:lnTo>
                <a:lnTo>
                  <a:pt x="69" y="73"/>
                </a:lnTo>
                <a:lnTo>
                  <a:pt x="66" y="74"/>
                </a:lnTo>
                <a:lnTo>
                  <a:pt x="57" y="74"/>
                </a:lnTo>
                <a:lnTo>
                  <a:pt x="43" y="73"/>
                </a:lnTo>
                <a:lnTo>
                  <a:pt x="29" y="69"/>
                </a:lnTo>
                <a:lnTo>
                  <a:pt x="15" y="63"/>
                </a:lnTo>
                <a:lnTo>
                  <a:pt x="5" y="56"/>
                </a:lnTo>
                <a:lnTo>
                  <a:pt x="0" y="47"/>
                </a:lnTo>
                <a:lnTo>
                  <a:pt x="6" y="39"/>
                </a:lnTo>
                <a:lnTo>
                  <a:pt x="21" y="23"/>
                </a:lnTo>
                <a:lnTo>
                  <a:pt x="36" y="21"/>
                </a:lnTo>
                <a:lnTo>
                  <a:pt x="41" y="21"/>
                </a:lnTo>
                <a:lnTo>
                  <a:pt x="46" y="18"/>
                </a:lnTo>
                <a:lnTo>
                  <a:pt x="48" y="12"/>
                </a:lnTo>
                <a:lnTo>
                  <a:pt x="51" y="7"/>
                </a:lnTo>
                <a:lnTo>
                  <a:pt x="53" y="5"/>
                </a:lnTo>
                <a:lnTo>
                  <a:pt x="57" y="5"/>
                </a:lnTo>
                <a:lnTo>
                  <a:pt x="59" y="6"/>
                </a:lnTo>
                <a:lnTo>
                  <a:pt x="69" y="4"/>
                </a:lnTo>
                <a:lnTo>
                  <a:pt x="85" y="0"/>
                </a:lnTo>
                <a:lnTo>
                  <a:pt x="90" y="0"/>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27" name="Freeform 746"/>
          <p:cNvSpPr>
            <a:spLocks/>
          </p:cNvSpPr>
          <p:nvPr/>
        </p:nvSpPr>
        <p:spPr bwMode="auto">
          <a:xfrm>
            <a:off x="5107216" y="2642257"/>
            <a:ext cx="254960" cy="294306"/>
          </a:xfrm>
          <a:custGeom>
            <a:avLst/>
            <a:gdLst>
              <a:gd name="T0" fmla="*/ 3 w 146"/>
              <a:gd name="T1" fmla="*/ 27 h 149"/>
              <a:gd name="T2" fmla="*/ 3 w 146"/>
              <a:gd name="T3" fmla="*/ 33 h 149"/>
              <a:gd name="T4" fmla="*/ 1 w 146"/>
              <a:gd name="T5" fmla="*/ 48 h 149"/>
              <a:gd name="T6" fmla="*/ 0 w 146"/>
              <a:gd name="T7" fmla="*/ 63 h 149"/>
              <a:gd name="T8" fmla="*/ 8 w 146"/>
              <a:gd name="T9" fmla="*/ 78 h 149"/>
              <a:gd name="T10" fmla="*/ 12 w 146"/>
              <a:gd name="T11" fmla="*/ 90 h 149"/>
              <a:gd name="T12" fmla="*/ 12 w 146"/>
              <a:gd name="T13" fmla="*/ 93 h 149"/>
              <a:gd name="T14" fmla="*/ 6 w 146"/>
              <a:gd name="T15" fmla="*/ 98 h 149"/>
              <a:gd name="T16" fmla="*/ 12 w 146"/>
              <a:gd name="T17" fmla="*/ 103 h 149"/>
              <a:gd name="T18" fmla="*/ 18 w 146"/>
              <a:gd name="T19" fmla="*/ 103 h 149"/>
              <a:gd name="T20" fmla="*/ 25 w 146"/>
              <a:gd name="T21" fmla="*/ 110 h 149"/>
              <a:gd name="T22" fmla="*/ 40 w 146"/>
              <a:gd name="T23" fmla="*/ 116 h 149"/>
              <a:gd name="T24" fmla="*/ 56 w 146"/>
              <a:gd name="T25" fmla="*/ 121 h 149"/>
              <a:gd name="T26" fmla="*/ 67 w 146"/>
              <a:gd name="T27" fmla="*/ 135 h 149"/>
              <a:gd name="T28" fmla="*/ 73 w 146"/>
              <a:gd name="T29" fmla="*/ 140 h 149"/>
              <a:gd name="T30" fmla="*/ 82 w 146"/>
              <a:gd name="T31" fmla="*/ 143 h 149"/>
              <a:gd name="T32" fmla="*/ 93 w 146"/>
              <a:gd name="T33" fmla="*/ 143 h 149"/>
              <a:gd name="T34" fmla="*/ 105 w 146"/>
              <a:gd name="T35" fmla="*/ 143 h 149"/>
              <a:gd name="T36" fmla="*/ 117 w 146"/>
              <a:gd name="T37" fmla="*/ 145 h 149"/>
              <a:gd name="T38" fmla="*/ 121 w 146"/>
              <a:gd name="T39" fmla="*/ 146 h 149"/>
              <a:gd name="T40" fmla="*/ 121 w 146"/>
              <a:gd name="T41" fmla="*/ 148 h 149"/>
              <a:gd name="T42" fmla="*/ 126 w 146"/>
              <a:gd name="T43" fmla="*/ 137 h 149"/>
              <a:gd name="T44" fmla="*/ 130 w 146"/>
              <a:gd name="T45" fmla="*/ 130 h 149"/>
              <a:gd name="T46" fmla="*/ 135 w 146"/>
              <a:gd name="T47" fmla="*/ 126 h 149"/>
              <a:gd name="T48" fmla="*/ 141 w 146"/>
              <a:gd name="T49" fmla="*/ 115 h 149"/>
              <a:gd name="T50" fmla="*/ 145 w 146"/>
              <a:gd name="T51" fmla="*/ 107 h 149"/>
              <a:gd name="T52" fmla="*/ 145 w 146"/>
              <a:gd name="T53" fmla="*/ 97 h 149"/>
              <a:gd name="T54" fmla="*/ 141 w 146"/>
              <a:gd name="T55" fmla="*/ 82 h 149"/>
              <a:gd name="T56" fmla="*/ 137 w 146"/>
              <a:gd name="T57" fmla="*/ 65 h 149"/>
              <a:gd name="T58" fmla="*/ 137 w 146"/>
              <a:gd name="T59" fmla="*/ 46 h 149"/>
              <a:gd name="T60" fmla="*/ 137 w 146"/>
              <a:gd name="T61" fmla="*/ 31 h 149"/>
              <a:gd name="T62" fmla="*/ 135 w 146"/>
              <a:gd name="T63" fmla="*/ 26 h 149"/>
              <a:gd name="T64" fmla="*/ 129 w 146"/>
              <a:gd name="T65" fmla="*/ 22 h 149"/>
              <a:gd name="T66" fmla="*/ 121 w 146"/>
              <a:gd name="T67" fmla="*/ 18 h 149"/>
              <a:gd name="T68" fmla="*/ 105 w 146"/>
              <a:gd name="T69" fmla="*/ 16 h 149"/>
              <a:gd name="T70" fmla="*/ 52 w 146"/>
              <a:gd name="T71" fmla="*/ 2 h 149"/>
              <a:gd name="T72" fmla="*/ 43 w 146"/>
              <a:gd name="T73" fmla="*/ 0 h 149"/>
              <a:gd name="T74" fmla="*/ 37 w 146"/>
              <a:gd name="T75" fmla="*/ 2 h 149"/>
              <a:gd name="T76" fmla="*/ 31 w 146"/>
              <a:gd name="T77" fmla="*/ 8 h 149"/>
              <a:gd name="T78" fmla="*/ 26 w 146"/>
              <a:gd name="T79" fmla="*/ 17 h 149"/>
              <a:gd name="T80" fmla="*/ 16 w 146"/>
              <a:gd name="T81" fmla="*/ 24 h 149"/>
              <a:gd name="T82" fmla="*/ 3 w 146"/>
              <a:gd name="T83" fmla="*/ 28 h 149"/>
              <a:gd name="T84" fmla="*/ 3 w 146"/>
              <a:gd name="T85" fmla="*/ 27 h 14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6"/>
              <a:gd name="T130" fmla="*/ 0 h 149"/>
              <a:gd name="T131" fmla="*/ 146 w 146"/>
              <a:gd name="T132" fmla="*/ 149 h 14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6" h="149">
                <a:moveTo>
                  <a:pt x="3" y="27"/>
                </a:moveTo>
                <a:lnTo>
                  <a:pt x="3" y="33"/>
                </a:lnTo>
                <a:lnTo>
                  <a:pt x="1" y="48"/>
                </a:lnTo>
                <a:lnTo>
                  <a:pt x="0" y="63"/>
                </a:lnTo>
                <a:lnTo>
                  <a:pt x="8" y="78"/>
                </a:lnTo>
                <a:lnTo>
                  <a:pt x="12" y="90"/>
                </a:lnTo>
                <a:lnTo>
                  <a:pt x="12" y="93"/>
                </a:lnTo>
                <a:lnTo>
                  <a:pt x="6" y="98"/>
                </a:lnTo>
                <a:lnTo>
                  <a:pt x="12" y="103"/>
                </a:lnTo>
                <a:lnTo>
                  <a:pt x="18" y="103"/>
                </a:lnTo>
                <a:lnTo>
                  <a:pt x="25" y="110"/>
                </a:lnTo>
                <a:lnTo>
                  <a:pt x="40" y="116"/>
                </a:lnTo>
                <a:lnTo>
                  <a:pt x="56" y="121"/>
                </a:lnTo>
                <a:lnTo>
                  <a:pt x="67" y="135"/>
                </a:lnTo>
                <a:lnTo>
                  <a:pt x="73" y="140"/>
                </a:lnTo>
                <a:lnTo>
                  <a:pt x="82" y="143"/>
                </a:lnTo>
                <a:lnTo>
                  <a:pt x="93" y="143"/>
                </a:lnTo>
                <a:lnTo>
                  <a:pt x="105" y="143"/>
                </a:lnTo>
                <a:lnTo>
                  <a:pt x="117" y="145"/>
                </a:lnTo>
                <a:lnTo>
                  <a:pt x="121" y="146"/>
                </a:lnTo>
                <a:lnTo>
                  <a:pt x="121" y="148"/>
                </a:lnTo>
                <a:lnTo>
                  <a:pt x="126" y="137"/>
                </a:lnTo>
                <a:lnTo>
                  <a:pt x="130" y="130"/>
                </a:lnTo>
                <a:lnTo>
                  <a:pt x="135" y="126"/>
                </a:lnTo>
                <a:lnTo>
                  <a:pt x="141" y="115"/>
                </a:lnTo>
                <a:lnTo>
                  <a:pt x="145" y="107"/>
                </a:lnTo>
                <a:lnTo>
                  <a:pt x="145" y="97"/>
                </a:lnTo>
                <a:lnTo>
                  <a:pt x="141" y="82"/>
                </a:lnTo>
                <a:lnTo>
                  <a:pt x="137" y="65"/>
                </a:lnTo>
                <a:lnTo>
                  <a:pt x="137" y="46"/>
                </a:lnTo>
                <a:lnTo>
                  <a:pt x="137" y="31"/>
                </a:lnTo>
                <a:lnTo>
                  <a:pt x="135" y="26"/>
                </a:lnTo>
                <a:lnTo>
                  <a:pt x="129" y="22"/>
                </a:lnTo>
                <a:lnTo>
                  <a:pt x="121" y="18"/>
                </a:lnTo>
                <a:lnTo>
                  <a:pt x="105" y="16"/>
                </a:lnTo>
                <a:lnTo>
                  <a:pt x="52" y="2"/>
                </a:lnTo>
                <a:lnTo>
                  <a:pt x="43" y="0"/>
                </a:lnTo>
                <a:lnTo>
                  <a:pt x="37" y="2"/>
                </a:lnTo>
                <a:lnTo>
                  <a:pt x="31" y="8"/>
                </a:lnTo>
                <a:lnTo>
                  <a:pt x="26" y="17"/>
                </a:lnTo>
                <a:lnTo>
                  <a:pt x="16" y="24"/>
                </a:lnTo>
                <a:lnTo>
                  <a:pt x="3" y="28"/>
                </a:lnTo>
                <a:lnTo>
                  <a:pt x="3" y="27"/>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28" name="Freeform 747"/>
          <p:cNvSpPr>
            <a:spLocks/>
          </p:cNvSpPr>
          <p:nvPr/>
        </p:nvSpPr>
        <p:spPr bwMode="auto">
          <a:xfrm>
            <a:off x="4592058" y="2505967"/>
            <a:ext cx="595488" cy="811812"/>
          </a:xfrm>
          <a:custGeom>
            <a:avLst/>
            <a:gdLst>
              <a:gd name="T0" fmla="*/ 299 w 341"/>
              <a:gd name="T1" fmla="*/ 160 h 411"/>
              <a:gd name="T2" fmla="*/ 287 w 341"/>
              <a:gd name="T3" fmla="*/ 116 h 411"/>
              <a:gd name="T4" fmla="*/ 289 w 341"/>
              <a:gd name="T5" fmla="*/ 96 h 411"/>
              <a:gd name="T6" fmla="*/ 264 w 341"/>
              <a:gd name="T7" fmla="*/ 82 h 411"/>
              <a:gd name="T8" fmla="*/ 230 w 341"/>
              <a:gd name="T9" fmla="*/ 79 h 411"/>
              <a:gd name="T10" fmla="*/ 230 w 341"/>
              <a:gd name="T11" fmla="*/ 27 h 411"/>
              <a:gd name="T12" fmla="*/ 210 w 341"/>
              <a:gd name="T13" fmla="*/ 0 h 411"/>
              <a:gd name="T14" fmla="*/ 196 w 341"/>
              <a:gd name="T15" fmla="*/ 13 h 411"/>
              <a:gd name="T16" fmla="*/ 195 w 341"/>
              <a:gd name="T17" fmla="*/ 39 h 411"/>
              <a:gd name="T18" fmla="*/ 206 w 341"/>
              <a:gd name="T19" fmla="*/ 77 h 411"/>
              <a:gd name="T20" fmla="*/ 198 w 341"/>
              <a:gd name="T21" fmla="*/ 101 h 411"/>
              <a:gd name="T22" fmla="*/ 182 w 341"/>
              <a:gd name="T23" fmla="*/ 102 h 411"/>
              <a:gd name="T24" fmla="*/ 185 w 341"/>
              <a:gd name="T25" fmla="*/ 151 h 411"/>
              <a:gd name="T26" fmla="*/ 168 w 341"/>
              <a:gd name="T27" fmla="*/ 185 h 411"/>
              <a:gd name="T28" fmla="*/ 160 w 341"/>
              <a:gd name="T29" fmla="*/ 211 h 411"/>
              <a:gd name="T30" fmla="*/ 151 w 341"/>
              <a:gd name="T31" fmla="*/ 206 h 411"/>
              <a:gd name="T32" fmla="*/ 135 w 341"/>
              <a:gd name="T33" fmla="*/ 193 h 411"/>
              <a:gd name="T34" fmla="*/ 110 w 341"/>
              <a:gd name="T35" fmla="*/ 177 h 411"/>
              <a:gd name="T36" fmla="*/ 91 w 341"/>
              <a:gd name="T37" fmla="*/ 189 h 411"/>
              <a:gd name="T38" fmla="*/ 58 w 341"/>
              <a:gd name="T39" fmla="*/ 214 h 411"/>
              <a:gd name="T40" fmla="*/ 46 w 341"/>
              <a:gd name="T41" fmla="*/ 224 h 411"/>
              <a:gd name="T42" fmla="*/ 48 w 341"/>
              <a:gd name="T43" fmla="*/ 241 h 411"/>
              <a:gd name="T44" fmla="*/ 23 w 341"/>
              <a:gd name="T45" fmla="*/ 236 h 411"/>
              <a:gd name="T46" fmla="*/ 2 w 341"/>
              <a:gd name="T47" fmla="*/ 248 h 411"/>
              <a:gd name="T48" fmla="*/ 9 w 341"/>
              <a:gd name="T49" fmla="*/ 262 h 411"/>
              <a:gd name="T50" fmla="*/ 54 w 341"/>
              <a:gd name="T51" fmla="*/ 301 h 411"/>
              <a:gd name="T52" fmla="*/ 48 w 341"/>
              <a:gd name="T53" fmla="*/ 364 h 411"/>
              <a:gd name="T54" fmla="*/ 43 w 341"/>
              <a:gd name="T55" fmla="*/ 379 h 411"/>
              <a:gd name="T56" fmla="*/ 65 w 341"/>
              <a:gd name="T57" fmla="*/ 390 h 411"/>
              <a:gd name="T58" fmla="*/ 98 w 341"/>
              <a:gd name="T59" fmla="*/ 402 h 411"/>
              <a:gd name="T60" fmla="*/ 121 w 341"/>
              <a:gd name="T61" fmla="*/ 410 h 411"/>
              <a:gd name="T62" fmla="*/ 126 w 341"/>
              <a:gd name="T63" fmla="*/ 389 h 411"/>
              <a:gd name="T64" fmla="*/ 132 w 341"/>
              <a:gd name="T65" fmla="*/ 374 h 411"/>
              <a:gd name="T66" fmla="*/ 174 w 341"/>
              <a:gd name="T67" fmla="*/ 376 h 411"/>
              <a:gd name="T68" fmla="*/ 192 w 341"/>
              <a:gd name="T69" fmla="*/ 367 h 411"/>
              <a:gd name="T70" fmla="*/ 186 w 341"/>
              <a:gd name="T71" fmla="*/ 360 h 411"/>
              <a:gd name="T72" fmla="*/ 184 w 341"/>
              <a:gd name="T73" fmla="*/ 338 h 411"/>
              <a:gd name="T74" fmla="*/ 182 w 341"/>
              <a:gd name="T75" fmla="*/ 321 h 411"/>
              <a:gd name="T76" fmla="*/ 195 w 341"/>
              <a:gd name="T77" fmla="*/ 316 h 411"/>
              <a:gd name="T78" fmla="*/ 204 w 341"/>
              <a:gd name="T79" fmla="*/ 306 h 411"/>
              <a:gd name="T80" fmla="*/ 206 w 341"/>
              <a:gd name="T81" fmla="*/ 316 h 411"/>
              <a:gd name="T82" fmla="*/ 221 w 341"/>
              <a:gd name="T83" fmla="*/ 301 h 411"/>
              <a:gd name="T84" fmla="*/ 233 w 341"/>
              <a:gd name="T85" fmla="*/ 287 h 411"/>
              <a:gd name="T86" fmla="*/ 294 w 341"/>
              <a:gd name="T87" fmla="*/ 306 h 411"/>
              <a:gd name="T88" fmla="*/ 319 w 341"/>
              <a:gd name="T89" fmla="*/ 295 h 411"/>
              <a:gd name="T90" fmla="*/ 331 w 341"/>
              <a:gd name="T91" fmla="*/ 263 h 411"/>
              <a:gd name="T92" fmla="*/ 320 w 341"/>
              <a:gd name="T93" fmla="*/ 241 h 411"/>
              <a:gd name="T94" fmla="*/ 284 w 341"/>
              <a:gd name="T95" fmla="*/ 241 h 411"/>
              <a:gd name="T96" fmla="*/ 265 w 341"/>
              <a:gd name="T97" fmla="*/ 216 h 411"/>
              <a:gd name="T98" fmla="*/ 260 w 341"/>
              <a:gd name="T99" fmla="*/ 193 h 411"/>
              <a:gd name="T100" fmla="*/ 276 w 341"/>
              <a:gd name="T101" fmla="*/ 182 h 411"/>
              <a:gd name="T102" fmla="*/ 292 w 341"/>
              <a:gd name="T103" fmla="*/ 169 h 41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41"/>
              <a:gd name="T157" fmla="*/ 0 h 411"/>
              <a:gd name="T158" fmla="*/ 341 w 341"/>
              <a:gd name="T159" fmla="*/ 411 h 41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41" h="411">
                <a:moveTo>
                  <a:pt x="292" y="169"/>
                </a:moveTo>
                <a:lnTo>
                  <a:pt x="299" y="163"/>
                </a:lnTo>
                <a:lnTo>
                  <a:pt x="299" y="160"/>
                </a:lnTo>
                <a:lnTo>
                  <a:pt x="294" y="148"/>
                </a:lnTo>
                <a:lnTo>
                  <a:pt x="286" y="132"/>
                </a:lnTo>
                <a:lnTo>
                  <a:pt x="287" y="116"/>
                </a:lnTo>
                <a:lnTo>
                  <a:pt x="289" y="101"/>
                </a:lnTo>
                <a:lnTo>
                  <a:pt x="289" y="95"/>
                </a:lnTo>
                <a:lnTo>
                  <a:pt x="289" y="96"/>
                </a:lnTo>
                <a:lnTo>
                  <a:pt x="283" y="95"/>
                </a:lnTo>
                <a:lnTo>
                  <a:pt x="278" y="92"/>
                </a:lnTo>
                <a:lnTo>
                  <a:pt x="264" y="82"/>
                </a:lnTo>
                <a:lnTo>
                  <a:pt x="250" y="85"/>
                </a:lnTo>
                <a:lnTo>
                  <a:pt x="240" y="88"/>
                </a:lnTo>
                <a:lnTo>
                  <a:pt x="230" y="79"/>
                </a:lnTo>
                <a:lnTo>
                  <a:pt x="222" y="64"/>
                </a:lnTo>
                <a:lnTo>
                  <a:pt x="224" y="45"/>
                </a:lnTo>
                <a:lnTo>
                  <a:pt x="230" y="27"/>
                </a:lnTo>
                <a:lnTo>
                  <a:pt x="229" y="14"/>
                </a:lnTo>
                <a:lnTo>
                  <a:pt x="221" y="3"/>
                </a:lnTo>
                <a:lnTo>
                  <a:pt x="210" y="0"/>
                </a:lnTo>
                <a:lnTo>
                  <a:pt x="203" y="7"/>
                </a:lnTo>
                <a:lnTo>
                  <a:pt x="198" y="10"/>
                </a:lnTo>
                <a:lnTo>
                  <a:pt x="196" y="13"/>
                </a:lnTo>
                <a:lnTo>
                  <a:pt x="195" y="23"/>
                </a:lnTo>
                <a:lnTo>
                  <a:pt x="195" y="33"/>
                </a:lnTo>
                <a:lnTo>
                  <a:pt x="195" y="39"/>
                </a:lnTo>
                <a:lnTo>
                  <a:pt x="197" y="47"/>
                </a:lnTo>
                <a:lnTo>
                  <a:pt x="201" y="60"/>
                </a:lnTo>
                <a:lnTo>
                  <a:pt x="206" y="77"/>
                </a:lnTo>
                <a:lnTo>
                  <a:pt x="209" y="90"/>
                </a:lnTo>
                <a:lnTo>
                  <a:pt x="208" y="98"/>
                </a:lnTo>
                <a:lnTo>
                  <a:pt x="198" y="101"/>
                </a:lnTo>
                <a:lnTo>
                  <a:pt x="190" y="101"/>
                </a:lnTo>
                <a:lnTo>
                  <a:pt x="182" y="100"/>
                </a:lnTo>
                <a:lnTo>
                  <a:pt x="182" y="102"/>
                </a:lnTo>
                <a:lnTo>
                  <a:pt x="182" y="137"/>
                </a:lnTo>
                <a:lnTo>
                  <a:pt x="179" y="142"/>
                </a:lnTo>
                <a:lnTo>
                  <a:pt x="185" y="151"/>
                </a:lnTo>
                <a:lnTo>
                  <a:pt x="178" y="161"/>
                </a:lnTo>
                <a:lnTo>
                  <a:pt x="167" y="171"/>
                </a:lnTo>
                <a:lnTo>
                  <a:pt x="168" y="185"/>
                </a:lnTo>
                <a:lnTo>
                  <a:pt x="171" y="190"/>
                </a:lnTo>
                <a:lnTo>
                  <a:pt x="163" y="199"/>
                </a:lnTo>
                <a:lnTo>
                  <a:pt x="160" y="211"/>
                </a:lnTo>
                <a:lnTo>
                  <a:pt x="154" y="209"/>
                </a:lnTo>
                <a:lnTo>
                  <a:pt x="151" y="207"/>
                </a:lnTo>
                <a:lnTo>
                  <a:pt x="151" y="206"/>
                </a:lnTo>
                <a:lnTo>
                  <a:pt x="147" y="203"/>
                </a:lnTo>
                <a:lnTo>
                  <a:pt x="140" y="197"/>
                </a:lnTo>
                <a:lnTo>
                  <a:pt x="135" y="193"/>
                </a:lnTo>
                <a:lnTo>
                  <a:pt x="128" y="185"/>
                </a:lnTo>
                <a:lnTo>
                  <a:pt x="110" y="178"/>
                </a:lnTo>
                <a:lnTo>
                  <a:pt x="110" y="177"/>
                </a:lnTo>
                <a:lnTo>
                  <a:pt x="105" y="180"/>
                </a:lnTo>
                <a:lnTo>
                  <a:pt x="100" y="182"/>
                </a:lnTo>
                <a:lnTo>
                  <a:pt x="91" y="189"/>
                </a:lnTo>
                <a:lnTo>
                  <a:pt x="82" y="205"/>
                </a:lnTo>
                <a:lnTo>
                  <a:pt x="73" y="214"/>
                </a:lnTo>
                <a:lnTo>
                  <a:pt x="58" y="214"/>
                </a:lnTo>
                <a:lnTo>
                  <a:pt x="52" y="212"/>
                </a:lnTo>
                <a:lnTo>
                  <a:pt x="46" y="216"/>
                </a:lnTo>
                <a:lnTo>
                  <a:pt x="46" y="224"/>
                </a:lnTo>
                <a:lnTo>
                  <a:pt x="52" y="235"/>
                </a:lnTo>
                <a:lnTo>
                  <a:pt x="52" y="238"/>
                </a:lnTo>
                <a:lnTo>
                  <a:pt x="48" y="241"/>
                </a:lnTo>
                <a:lnTo>
                  <a:pt x="41" y="242"/>
                </a:lnTo>
                <a:lnTo>
                  <a:pt x="31" y="238"/>
                </a:lnTo>
                <a:lnTo>
                  <a:pt x="23" y="236"/>
                </a:lnTo>
                <a:lnTo>
                  <a:pt x="14" y="239"/>
                </a:lnTo>
                <a:lnTo>
                  <a:pt x="5" y="243"/>
                </a:lnTo>
                <a:lnTo>
                  <a:pt x="2" y="248"/>
                </a:lnTo>
                <a:lnTo>
                  <a:pt x="0" y="255"/>
                </a:lnTo>
                <a:lnTo>
                  <a:pt x="2" y="258"/>
                </a:lnTo>
                <a:lnTo>
                  <a:pt x="9" y="262"/>
                </a:lnTo>
                <a:lnTo>
                  <a:pt x="24" y="272"/>
                </a:lnTo>
                <a:lnTo>
                  <a:pt x="42" y="287"/>
                </a:lnTo>
                <a:lnTo>
                  <a:pt x="54" y="301"/>
                </a:lnTo>
                <a:lnTo>
                  <a:pt x="58" y="324"/>
                </a:lnTo>
                <a:lnTo>
                  <a:pt x="52" y="353"/>
                </a:lnTo>
                <a:lnTo>
                  <a:pt x="48" y="364"/>
                </a:lnTo>
                <a:lnTo>
                  <a:pt x="45" y="371"/>
                </a:lnTo>
                <a:lnTo>
                  <a:pt x="40" y="379"/>
                </a:lnTo>
                <a:lnTo>
                  <a:pt x="43" y="379"/>
                </a:lnTo>
                <a:lnTo>
                  <a:pt x="50" y="382"/>
                </a:lnTo>
                <a:lnTo>
                  <a:pt x="58" y="386"/>
                </a:lnTo>
                <a:lnTo>
                  <a:pt x="65" y="390"/>
                </a:lnTo>
                <a:lnTo>
                  <a:pt x="75" y="395"/>
                </a:lnTo>
                <a:lnTo>
                  <a:pt x="87" y="395"/>
                </a:lnTo>
                <a:lnTo>
                  <a:pt x="98" y="402"/>
                </a:lnTo>
                <a:lnTo>
                  <a:pt x="110" y="410"/>
                </a:lnTo>
                <a:lnTo>
                  <a:pt x="119" y="410"/>
                </a:lnTo>
                <a:lnTo>
                  <a:pt x="121" y="410"/>
                </a:lnTo>
                <a:lnTo>
                  <a:pt x="122" y="406"/>
                </a:lnTo>
                <a:lnTo>
                  <a:pt x="124" y="398"/>
                </a:lnTo>
                <a:lnTo>
                  <a:pt x="126" y="389"/>
                </a:lnTo>
                <a:lnTo>
                  <a:pt x="126" y="377"/>
                </a:lnTo>
                <a:lnTo>
                  <a:pt x="128" y="372"/>
                </a:lnTo>
                <a:lnTo>
                  <a:pt x="132" y="374"/>
                </a:lnTo>
                <a:lnTo>
                  <a:pt x="142" y="376"/>
                </a:lnTo>
                <a:lnTo>
                  <a:pt x="160" y="379"/>
                </a:lnTo>
                <a:lnTo>
                  <a:pt x="174" y="376"/>
                </a:lnTo>
                <a:lnTo>
                  <a:pt x="188" y="367"/>
                </a:lnTo>
                <a:lnTo>
                  <a:pt x="195" y="366"/>
                </a:lnTo>
                <a:lnTo>
                  <a:pt x="192" y="367"/>
                </a:lnTo>
                <a:lnTo>
                  <a:pt x="194" y="367"/>
                </a:lnTo>
                <a:lnTo>
                  <a:pt x="190" y="362"/>
                </a:lnTo>
                <a:lnTo>
                  <a:pt x="186" y="360"/>
                </a:lnTo>
                <a:lnTo>
                  <a:pt x="185" y="356"/>
                </a:lnTo>
                <a:lnTo>
                  <a:pt x="184" y="346"/>
                </a:lnTo>
                <a:lnTo>
                  <a:pt x="184" y="338"/>
                </a:lnTo>
                <a:lnTo>
                  <a:pt x="187" y="334"/>
                </a:lnTo>
                <a:lnTo>
                  <a:pt x="185" y="329"/>
                </a:lnTo>
                <a:lnTo>
                  <a:pt x="182" y="321"/>
                </a:lnTo>
                <a:lnTo>
                  <a:pt x="182" y="317"/>
                </a:lnTo>
                <a:lnTo>
                  <a:pt x="191" y="317"/>
                </a:lnTo>
                <a:lnTo>
                  <a:pt x="195" y="316"/>
                </a:lnTo>
                <a:lnTo>
                  <a:pt x="197" y="313"/>
                </a:lnTo>
                <a:lnTo>
                  <a:pt x="201" y="308"/>
                </a:lnTo>
                <a:lnTo>
                  <a:pt x="204" y="306"/>
                </a:lnTo>
                <a:lnTo>
                  <a:pt x="206" y="309"/>
                </a:lnTo>
                <a:lnTo>
                  <a:pt x="206" y="313"/>
                </a:lnTo>
                <a:lnTo>
                  <a:pt x="206" y="316"/>
                </a:lnTo>
                <a:lnTo>
                  <a:pt x="210" y="301"/>
                </a:lnTo>
                <a:lnTo>
                  <a:pt x="221" y="305"/>
                </a:lnTo>
                <a:lnTo>
                  <a:pt x="221" y="301"/>
                </a:lnTo>
                <a:lnTo>
                  <a:pt x="224" y="295"/>
                </a:lnTo>
                <a:lnTo>
                  <a:pt x="230" y="289"/>
                </a:lnTo>
                <a:lnTo>
                  <a:pt x="233" y="287"/>
                </a:lnTo>
                <a:lnTo>
                  <a:pt x="262" y="290"/>
                </a:lnTo>
                <a:lnTo>
                  <a:pt x="284" y="299"/>
                </a:lnTo>
                <a:lnTo>
                  <a:pt x="294" y="306"/>
                </a:lnTo>
                <a:lnTo>
                  <a:pt x="303" y="301"/>
                </a:lnTo>
                <a:lnTo>
                  <a:pt x="314" y="295"/>
                </a:lnTo>
                <a:lnTo>
                  <a:pt x="319" y="295"/>
                </a:lnTo>
                <a:lnTo>
                  <a:pt x="319" y="283"/>
                </a:lnTo>
                <a:lnTo>
                  <a:pt x="323" y="271"/>
                </a:lnTo>
                <a:lnTo>
                  <a:pt x="331" y="263"/>
                </a:lnTo>
                <a:lnTo>
                  <a:pt x="340" y="259"/>
                </a:lnTo>
                <a:lnTo>
                  <a:pt x="334" y="252"/>
                </a:lnTo>
                <a:lnTo>
                  <a:pt x="320" y="241"/>
                </a:lnTo>
                <a:lnTo>
                  <a:pt x="308" y="236"/>
                </a:lnTo>
                <a:lnTo>
                  <a:pt x="292" y="238"/>
                </a:lnTo>
                <a:lnTo>
                  <a:pt x="284" y="241"/>
                </a:lnTo>
                <a:lnTo>
                  <a:pt x="281" y="241"/>
                </a:lnTo>
                <a:lnTo>
                  <a:pt x="276" y="233"/>
                </a:lnTo>
                <a:lnTo>
                  <a:pt x="265" y="216"/>
                </a:lnTo>
                <a:lnTo>
                  <a:pt x="259" y="205"/>
                </a:lnTo>
                <a:lnTo>
                  <a:pt x="254" y="198"/>
                </a:lnTo>
                <a:lnTo>
                  <a:pt x="260" y="193"/>
                </a:lnTo>
                <a:lnTo>
                  <a:pt x="267" y="188"/>
                </a:lnTo>
                <a:lnTo>
                  <a:pt x="273" y="184"/>
                </a:lnTo>
                <a:lnTo>
                  <a:pt x="276" y="182"/>
                </a:lnTo>
                <a:lnTo>
                  <a:pt x="278" y="175"/>
                </a:lnTo>
                <a:lnTo>
                  <a:pt x="284" y="174"/>
                </a:lnTo>
                <a:lnTo>
                  <a:pt x="292" y="169"/>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29" name="Freeform 748"/>
          <p:cNvSpPr>
            <a:spLocks/>
          </p:cNvSpPr>
          <p:nvPr/>
        </p:nvSpPr>
        <p:spPr bwMode="auto">
          <a:xfrm>
            <a:off x="4920363" y="3086678"/>
            <a:ext cx="300364" cy="438497"/>
          </a:xfrm>
          <a:custGeom>
            <a:avLst/>
            <a:gdLst>
              <a:gd name="T0" fmla="*/ 21 w 172"/>
              <a:gd name="T1" fmla="*/ 67 h 222"/>
              <a:gd name="T2" fmla="*/ 45 w 172"/>
              <a:gd name="T3" fmla="*/ 72 h 222"/>
              <a:gd name="T4" fmla="*/ 68 w 172"/>
              <a:gd name="T5" fmla="*/ 113 h 222"/>
              <a:gd name="T6" fmla="*/ 85 w 172"/>
              <a:gd name="T7" fmla="*/ 139 h 222"/>
              <a:gd name="T8" fmla="*/ 98 w 172"/>
              <a:gd name="T9" fmla="*/ 145 h 222"/>
              <a:gd name="T10" fmla="*/ 107 w 172"/>
              <a:gd name="T11" fmla="*/ 161 h 222"/>
              <a:gd name="T12" fmla="*/ 132 w 172"/>
              <a:gd name="T13" fmla="*/ 176 h 222"/>
              <a:gd name="T14" fmla="*/ 136 w 172"/>
              <a:gd name="T15" fmla="*/ 189 h 222"/>
              <a:gd name="T16" fmla="*/ 129 w 172"/>
              <a:gd name="T17" fmla="*/ 204 h 222"/>
              <a:gd name="T18" fmla="*/ 129 w 172"/>
              <a:gd name="T19" fmla="*/ 214 h 222"/>
              <a:gd name="T20" fmla="*/ 134 w 172"/>
              <a:gd name="T21" fmla="*/ 217 h 222"/>
              <a:gd name="T22" fmla="*/ 149 w 172"/>
              <a:gd name="T23" fmla="*/ 197 h 222"/>
              <a:gd name="T24" fmla="*/ 146 w 172"/>
              <a:gd name="T25" fmla="*/ 176 h 222"/>
              <a:gd name="T26" fmla="*/ 151 w 172"/>
              <a:gd name="T27" fmla="*/ 166 h 222"/>
              <a:gd name="T28" fmla="*/ 158 w 172"/>
              <a:gd name="T29" fmla="*/ 163 h 222"/>
              <a:gd name="T30" fmla="*/ 169 w 172"/>
              <a:gd name="T31" fmla="*/ 174 h 222"/>
              <a:gd name="T32" fmla="*/ 171 w 172"/>
              <a:gd name="T33" fmla="*/ 173 h 222"/>
              <a:gd name="T34" fmla="*/ 169 w 172"/>
              <a:gd name="T35" fmla="*/ 166 h 222"/>
              <a:gd name="T36" fmla="*/ 158 w 172"/>
              <a:gd name="T37" fmla="*/ 152 h 222"/>
              <a:gd name="T38" fmla="*/ 133 w 172"/>
              <a:gd name="T39" fmla="*/ 132 h 222"/>
              <a:gd name="T40" fmla="*/ 106 w 172"/>
              <a:gd name="T41" fmla="*/ 108 h 222"/>
              <a:gd name="T42" fmla="*/ 96 w 172"/>
              <a:gd name="T43" fmla="*/ 92 h 222"/>
              <a:gd name="T44" fmla="*/ 96 w 172"/>
              <a:gd name="T45" fmla="*/ 85 h 222"/>
              <a:gd name="T46" fmla="*/ 79 w 172"/>
              <a:gd name="T47" fmla="*/ 58 h 222"/>
              <a:gd name="T48" fmla="*/ 74 w 172"/>
              <a:gd name="T49" fmla="*/ 47 h 222"/>
              <a:gd name="T50" fmla="*/ 75 w 172"/>
              <a:gd name="T51" fmla="*/ 37 h 222"/>
              <a:gd name="T52" fmla="*/ 89 w 172"/>
              <a:gd name="T53" fmla="*/ 35 h 222"/>
              <a:gd name="T54" fmla="*/ 105 w 172"/>
              <a:gd name="T55" fmla="*/ 33 h 222"/>
              <a:gd name="T56" fmla="*/ 103 w 172"/>
              <a:gd name="T57" fmla="*/ 24 h 222"/>
              <a:gd name="T58" fmla="*/ 98 w 172"/>
              <a:gd name="T59" fmla="*/ 12 h 222"/>
              <a:gd name="T60" fmla="*/ 48 w 172"/>
              <a:gd name="T61" fmla="*/ 0 h 222"/>
              <a:gd name="T62" fmla="*/ 41 w 172"/>
              <a:gd name="T63" fmla="*/ 8 h 222"/>
              <a:gd name="T64" fmla="*/ 36 w 172"/>
              <a:gd name="T65" fmla="*/ 18 h 222"/>
              <a:gd name="T66" fmla="*/ 23 w 172"/>
              <a:gd name="T67" fmla="*/ 28 h 222"/>
              <a:gd name="T68" fmla="*/ 23 w 172"/>
              <a:gd name="T69" fmla="*/ 21 h 222"/>
              <a:gd name="T70" fmla="*/ 18 w 172"/>
              <a:gd name="T71" fmla="*/ 20 h 222"/>
              <a:gd name="T72" fmla="*/ 12 w 172"/>
              <a:gd name="T73" fmla="*/ 28 h 222"/>
              <a:gd name="T74" fmla="*/ 0 w 172"/>
              <a:gd name="T75" fmla="*/ 29 h 222"/>
              <a:gd name="T76" fmla="*/ 3 w 172"/>
              <a:gd name="T77" fmla="*/ 40 h 222"/>
              <a:gd name="T78" fmla="*/ 2 w 172"/>
              <a:gd name="T79" fmla="*/ 49 h 222"/>
              <a:gd name="T80" fmla="*/ 3 w 172"/>
              <a:gd name="T81" fmla="*/ 67 h 222"/>
              <a:gd name="T82" fmla="*/ 8 w 172"/>
              <a:gd name="T83" fmla="*/ 72 h 222"/>
              <a:gd name="T84" fmla="*/ 10 w 172"/>
              <a:gd name="T85" fmla="*/ 77 h 22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72"/>
              <a:gd name="T130" fmla="*/ 0 h 222"/>
              <a:gd name="T131" fmla="*/ 172 w 172"/>
              <a:gd name="T132" fmla="*/ 222 h 22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72" h="222">
                <a:moveTo>
                  <a:pt x="12" y="76"/>
                </a:moveTo>
                <a:lnTo>
                  <a:pt x="21" y="67"/>
                </a:lnTo>
                <a:lnTo>
                  <a:pt x="33" y="63"/>
                </a:lnTo>
                <a:lnTo>
                  <a:pt x="45" y="72"/>
                </a:lnTo>
                <a:lnTo>
                  <a:pt x="56" y="92"/>
                </a:lnTo>
                <a:lnTo>
                  <a:pt x="68" y="113"/>
                </a:lnTo>
                <a:lnTo>
                  <a:pt x="77" y="130"/>
                </a:lnTo>
                <a:lnTo>
                  <a:pt x="85" y="139"/>
                </a:lnTo>
                <a:lnTo>
                  <a:pt x="91" y="139"/>
                </a:lnTo>
                <a:lnTo>
                  <a:pt x="98" y="145"/>
                </a:lnTo>
                <a:lnTo>
                  <a:pt x="100" y="156"/>
                </a:lnTo>
                <a:lnTo>
                  <a:pt x="107" y="161"/>
                </a:lnTo>
                <a:lnTo>
                  <a:pt x="120" y="166"/>
                </a:lnTo>
                <a:lnTo>
                  <a:pt x="132" y="176"/>
                </a:lnTo>
                <a:lnTo>
                  <a:pt x="136" y="183"/>
                </a:lnTo>
                <a:lnTo>
                  <a:pt x="136" y="189"/>
                </a:lnTo>
                <a:lnTo>
                  <a:pt x="133" y="197"/>
                </a:lnTo>
                <a:lnTo>
                  <a:pt x="129" y="204"/>
                </a:lnTo>
                <a:lnTo>
                  <a:pt x="127" y="214"/>
                </a:lnTo>
                <a:lnTo>
                  <a:pt x="129" y="214"/>
                </a:lnTo>
                <a:lnTo>
                  <a:pt x="131" y="221"/>
                </a:lnTo>
                <a:lnTo>
                  <a:pt x="134" y="217"/>
                </a:lnTo>
                <a:lnTo>
                  <a:pt x="143" y="207"/>
                </a:lnTo>
                <a:lnTo>
                  <a:pt x="149" y="197"/>
                </a:lnTo>
                <a:lnTo>
                  <a:pt x="148" y="186"/>
                </a:lnTo>
                <a:lnTo>
                  <a:pt x="146" y="176"/>
                </a:lnTo>
                <a:lnTo>
                  <a:pt x="149" y="168"/>
                </a:lnTo>
                <a:lnTo>
                  <a:pt x="151" y="166"/>
                </a:lnTo>
                <a:lnTo>
                  <a:pt x="154" y="163"/>
                </a:lnTo>
                <a:lnTo>
                  <a:pt x="158" y="163"/>
                </a:lnTo>
                <a:lnTo>
                  <a:pt x="162" y="166"/>
                </a:lnTo>
                <a:lnTo>
                  <a:pt x="169" y="174"/>
                </a:lnTo>
                <a:lnTo>
                  <a:pt x="169" y="176"/>
                </a:lnTo>
                <a:lnTo>
                  <a:pt x="171" y="173"/>
                </a:lnTo>
                <a:lnTo>
                  <a:pt x="171" y="170"/>
                </a:lnTo>
                <a:lnTo>
                  <a:pt x="169" y="166"/>
                </a:lnTo>
                <a:lnTo>
                  <a:pt x="164" y="159"/>
                </a:lnTo>
                <a:lnTo>
                  <a:pt x="158" y="152"/>
                </a:lnTo>
                <a:lnTo>
                  <a:pt x="148" y="145"/>
                </a:lnTo>
                <a:lnTo>
                  <a:pt x="133" y="132"/>
                </a:lnTo>
                <a:lnTo>
                  <a:pt x="119" y="121"/>
                </a:lnTo>
                <a:lnTo>
                  <a:pt x="106" y="108"/>
                </a:lnTo>
                <a:lnTo>
                  <a:pt x="100" y="99"/>
                </a:lnTo>
                <a:lnTo>
                  <a:pt x="96" y="92"/>
                </a:lnTo>
                <a:lnTo>
                  <a:pt x="96" y="87"/>
                </a:lnTo>
                <a:lnTo>
                  <a:pt x="96" y="85"/>
                </a:lnTo>
                <a:lnTo>
                  <a:pt x="85" y="67"/>
                </a:lnTo>
                <a:lnTo>
                  <a:pt x="79" y="58"/>
                </a:lnTo>
                <a:lnTo>
                  <a:pt x="76" y="53"/>
                </a:lnTo>
                <a:lnTo>
                  <a:pt x="74" y="47"/>
                </a:lnTo>
                <a:lnTo>
                  <a:pt x="73" y="41"/>
                </a:lnTo>
                <a:lnTo>
                  <a:pt x="75" y="37"/>
                </a:lnTo>
                <a:lnTo>
                  <a:pt x="80" y="35"/>
                </a:lnTo>
                <a:lnTo>
                  <a:pt x="89" y="35"/>
                </a:lnTo>
                <a:lnTo>
                  <a:pt x="100" y="34"/>
                </a:lnTo>
                <a:lnTo>
                  <a:pt x="105" y="33"/>
                </a:lnTo>
                <a:lnTo>
                  <a:pt x="103" y="31"/>
                </a:lnTo>
                <a:lnTo>
                  <a:pt x="103" y="24"/>
                </a:lnTo>
                <a:lnTo>
                  <a:pt x="100" y="16"/>
                </a:lnTo>
                <a:lnTo>
                  <a:pt x="98" y="12"/>
                </a:lnTo>
                <a:lnTo>
                  <a:pt x="75" y="3"/>
                </a:lnTo>
                <a:lnTo>
                  <a:pt x="48" y="0"/>
                </a:lnTo>
                <a:lnTo>
                  <a:pt x="45" y="2"/>
                </a:lnTo>
                <a:lnTo>
                  <a:pt x="41" y="8"/>
                </a:lnTo>
                <a:lnTo>
                  <a:pt x="36" y="14"/>
                </a:lnTo>
                <a:lnTo>
                  <a:pt x="36" y="18"/>
                </a:lnTo>
                <a:lnTo>
                  <a:pt x="27" y="14"/>
                </a:lnTo>
                <a:lnTo>
                  <a:pt x="23" y="28"/>
                </a:lnTo>
                <a:lnTo>
                  <a:pt x="23" y="25"/>
                </a:lnTo>
                <a:lnTo>
                  <a:pt x="23" y="21"/>
                </a:lnTo>
                <a:lnTo>
                  <a:pt x="20" y="18"/>
                </a:lnTo>
                <a:lnTo>
                  <a:pt x="18" y="20"/>
                </a:lnTo>
                <a:lnTo>
                  <a:pt x="14" y="25"/>
                </a:lnTo>
                <a:lnTo>
                  <a:pt x="12" y="28"/>
                </a:lnTo>
                <a:lnTo>
                  <a:pt x="9" y="29"/>
                </a:lnTo>
                <a:lnTo>
                  <a:pt x="0" y="29"/>
                </a:lnTo>
                <a:lnTo>
                  <a:pt x="0" y="33"/>
                </a:lnTo>
                <a:lnTo>
                  <a:pt x="3" y="40"/>
                </a:lnTo>
                <a:lnTo>
                  <a:pt x="5" y="45"/>
                </a:lnTo>
                <a:lnTo>
                  <a:pt x="2" y="49"/>
                </a:lnTo>
                <a:lnTo>
                  <a:pt x="2" y="56"/>
                </a:lnTo>
                <a:lnTo>
                  <a:pt x="3" y="67"/>
                </a:lnTo>
                <a:lnTo>
                  <a:pt x="4" y="70"/>
                </a:lnTo>
                <a:lnTo>
                  <a:pt x="8" y="72"/>
                </a:lnTo>
                <a:lnTo>
                  <a:pt x="11" y="77"/>
                </a:lnTo>
                <a:lnTo>
                  <a:pt x="10" y="77"/>
                </a:lnTo>
                <a:lnTo>
                  <a:pt x="12" y="76"/>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30" name="Freeform 749"/>
          <p:cNvSpPr>
            <a:spLocks/>
          </p:cNvSpPr>
          <p:nvPr/>
        </p:nvSpPr>
        <p:spPr bwMode="auto">
          <a:xfrm>
            <a:off x="4773674" y="2709414"/>
            <a:ext cx="136211" cy="207396"/>
          </a:xfrm>
          <a:custGeom>
            <a:avLst/>
            <a:gdLst>
              <a:gd name="T0" fmla="*/ 9 w 78"/>
              <a:gd name="T1" fmla="*/ 73 h 105"/>
              <a:gd name="T2" fmla="*/ 25 w 78"/>
              <a:gd name="T3" fmla="*/ 79 h 105"/>
              <a:gd name="T4" fmla="*/ 32 w 78"/>
              <a:gd name="T5" fmla="*/ 87 h 105"/>
              <a:gd name="T6" fmla="*/ 36 w 78"/>
              <a:gd name="T7" fmla="*/ 90 h 105"/>
              <a:gd name="T8" fmla="*/ 42 w 78"/>
              <a:gd name="T9" fmla="*/ 96 h 105"/>
              <a:gd name="T10" fmla="*/ 46 w 78"/>
              <a:gd name="T11" fmla="*/ 99 h 105"/>
              <a:gd name="T12" fmla="*/ 46 w 78"/>
              <a:gd name="T13" fmla="*/ 100 h 105"/>
              <a:gd name="T14" fmla="*/ 49 w 78"/>
              <a:gd name="T15" fmla="*/ 102 h 105"/>
              <a:gd name="T16" fmla="*/ 54 w 78"/>
              <a:gd name="T17" fmla="*/ 104 h 105"/>
              <a:gd name="T18" fmla="*/ 57 w 78"/>
              <a:gd name="T19" fmla="*/ 92 h 105"/>
              <a:gd name="T20" fmla="*/ 65 w 78"/>
              <a:gd name="T21" fmla="*/ 84 h 105"/>
              <a:gd name="T22" fmla="*/ 61 w 78"/>
              <a:gd name="T23" fmla="*/ 79 h 105"/>
              <a:gd name="T24" fmla="*/ 60 w 78"/>
              <a:gd name="T25" fmla="*/ 67 h 105"/>
              <a:gd name="T26" fmla="*/ 71 w 78"/>
              <a:gd name="T27" fmla="*/ 57 h 105"/>
              <a:gd name="T28" fmla="*/ 77 w 78"/>
              <a:gd name="T29" fmla="*/ 47 h 105"/>
              <a:gd name="T30" fmla="*/ 72 w 78"/>
              <a:gd name="T31" fmla="*/ 39 h 105"/>
              <a:gd name="T32" fmla="*/ 74 w 78"/>
              <a:gd name="T33" fmla="*/ 35 h 105"/>
              <a:gd name="T34" fmla="*/ 74 w 78"/>
              <a:gd name="T35" fmla="*/ 2 h 105"/>
              <a:gd name="T36" fmla="*/ 76 w 78"/>
              <a:gd name="T37" fmla="*/ 0 h 105"/>
              <a:gd name="T38" fmla="*/ 63 w 78"/>
              <a:gd name="T39" fmla="*/ 3 h 105"/>
              <a:gd name="T40" fmla="*/ 52 w 78"/>
              <a:gd name="T41" fmla="*/ 12 h 105"/>
              <a:gd name="T42" fmla="*/ 46 w 78"/>
              <a:gd name="T43" fmla="*/ 21 h 105"/>
              <a:gd name="T44" fmla="*/ 44 w 78"/>
              <a:gd name="T45" fmla="*/ 26 h 105"/>
              <a:gd name="T46" fmla="*/ 42 w 78"/>
              <a:gd name="T47" fmla="*/ 27 h 105"/>
              <a:gd name="T48" fmla="*/ 44 w 78"/>
              <a:gd name="T49" fmla="*/ 9 h 105"/>
              <a:gd name="T50" fmla="*/ 35 w 78"/>
              <a:gd name="T51" fmla="*/ 19 h 105"/>
              <a:gd name="T52" fmla="*/ 35 w 78"/>
              <a:gd name="T53" fmla="*/ 22 h 105"/>
              <a:gd name="T54" fmla="*/ 32 w 78"/>
              <a:gd name="T55" fmla="*/ 35 h 105"/>
              <a:gd name="T56" fmla="*/ 26 w 78"/>
              <a:gd name="T57" fmla="*/ 47 h 105"/>
              <a:gd name="T58" fmla="*/ 19 w 78"/>
              <a:gd name="T59" fmla="*/ 60 h 105"/>
              <a:gd name="T60" fmla="*/ 10 w 78"/>
              <a:gd name="T61" fmla="*/ 71 h 105"/>
              <a:gd name="T62" fmla="*/ 0 w 78"/>
              <a:gd name="T63" fmla="*/ 77 h 105"/>
              <a:gd name="T64" fmla="*/ 9 w 78"/>
              <a:gd name="T65" fmla="*/ 73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105"/>
              <a:gd name="T101" fmla="*/ 78 w 78"/>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105">
                <a:moveTo>
                  <a:pt x="9" y="73"/>
                </a:moveTo>
                <a:lnTo>
                  <a:pt x="25" y="79"/>
                </a:lnTo>
                <a:lnTo>
                  <a:pt x="32" y="87"/>
                </a:lnTo>
                <a:lnTo>
                  <a:pt x="36" y="90"/>
                </a:lnTo>
                <a:lnTo>
                  <a:pt x="42" y="96"/>
                </a:lnTo>
                <a:lnTo>
                  <a:pt x="46" y="99"/>
                </a:lnTo>
                <a:lnTo>
                  <a:pt x="46" y="100"/>
                </a:lnTo>
                <a:lnTo>
                  <a:pt x="49" y="102"/>
                </a:lnTo>
                <a:lnTo>
                  <a:pt x="54" y="104"/>
                </a:lnTo>
                <a:lnTo>
                  <a:pt x="57" y="92"/>
                </a:lnTo>
                <a:lnTo>
                  <a:pt x="65" y="84"/>
                </a:lnTo>
                <a:lnTo>
                  <a:pt x="61" y="79"/>
                </a:lnTo>
                <a:lnTo>
                  <a:pt x="60" y="67"/>
                </a:lnTo>
                <a:lnTo>
                  <a:pt x="71" y="57"/>
                </a:lnTo>
                <a:lnTo>
                  <a:pt x="77" y="47"/>
                </a:lnTo>
                <a:lnTo>
                  <a:pt x="72" y="39"/>
                </a:lnTo>
                <a:lnTo>
                  <a:pt x="74" y="35"/>
                </a:lnTo>
                <a:lnTo>
                  <a:pt x="74" y="2"/>
                </a:lnTo>
                <a:lnTo>
                  <a:pt x="76" y="0"/>
                </a:lnTo>
                <a:lnTo>
                  <a:pt x="63" y="3"/>
                </a:lnTo>
                <a:lnTo>
                  <a:pt x="52" y="12"/>
                </a:lnTo>
                <a:lnTo>
                  <a:pt x="46" y="21"/>
                </a:lnTo>
                <a:lnTo>
                  <a:pt x="44" y="26"/>
                </a:lnTo>
                <a:lnTo>
                  <a:pt x="42" y="27"/>
                </a:lnTo>
                <a:lnTo>
                  <a:pt x="44" y="9"/>
                </a:lnTo>
                <a:lnTo>
                  <a:pt x="35" y="19"/>
                </a:lnTo>
                <a:lnTo>
                  <a:pt x="35" y="22"/>
                </a:lnTo>
                <a:lnTo>
                  <a:pt x="32" y="35"/>
                </a:lnTo>
                <a:lnTo>
                  <a:pt x="26" y="47"/>
                </a:lnTo>
                <a:lnTo>
                  <a:pt x="19" y="60"/>
                </a:lnTo>
                <a:lnTo>
                  <a:pt x="10" y="71"/>
                </a:lnTo>
                <a:lnTo>
                  <a:pt x="0" y="77"/>
                </a:lnTo>
                <a:lnTo>
                  <a:pt x="9" y="73"/>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31" name="Freeform 750"/>
          <p:cNvSpPr>
            <a:spLocks/>
          </p:cNvSpPr>
          <p:nvPr/>
        </p:nvSpPr>
        <p:spPr bwMode="auto">
          <a:xfrm>
            <a:off x="4466325" y="3313828"/>
            <a:ext cx="76837" cy="260728"/>
          </a:xfrm>
          <a:custGeom>
            <a:avLst/>
            <a:gdLst>
              <a:gd name="T0" fmla="*/ 6 w 44"/>
              <a:gd name="T1" fmla="*/ 5 h 132"/>
              <a:gd name="T2" fmla="*/ 14 w 44"/>
              <a:gd name="T3" fmla="*/ 8 h 132"/>
              <a:gd name="T4" fmla="*/ 20 w 44"/>
              <a:gd name="T5" fmla="*/ 3 h 132"/>
              <a:gd name="T6" fmla="*/ 20 w 44"/>
              <a:gd name="T7" fmla="*/ 8 h 132"/>
              <a:gd name="T8" fmla="*/ 30 w 44"/>
              <a:gd name="T9" fmla="*/ 13 h 132"/>
              <a:gd name="T10" fmla="*/ 33 w 44"/>
              <a:gd name="T11" fmla="*/ 7 h 132"/>
              <a:gd name="T12" fmla="*/ 41 w 44"/>
              <a:gd name="T13" fmla="*/ 10 h 132"/>
              <a:gd name="T14" fmla="*/ 43 w 44"/>
              <a:gd name="T15" fmla="*/ 11 h 132"/>
              <a:gd name="T16" fmla="*/ 41 w 44"/>
              <a:gd name="T17" fmla="*/ 19 h 132"/>
              <a:gd name="T18" fmla="*/ 34 w 44"/>
              <a:gd name="T19" fmla="*/ 27 h 132"/>
              <a:gd name="T20" fmla="*/ 33 w 44"/>
              <a:gd name="T21" fmla="*/ 35 h 132"/>
              <a:gd name="T22" fmla="*/ 34 w 44"/>
              <a:gd name="T23" fmla="*/ 40 h 132"/>
              <a:gd name="T24" fmla="*/ 34 w 44"/>
              <a:gd name="T25" fmla="*/ 44 h 132"/>
              <a:gd name="T26" fmla="*/ 33 w 44"/>
              <a:gd name="T27" fmla="*/ 46 h 132"/>
              <a:gd name="T28" fmla="*/ 32 w 44"/>
              <a:gd name="T29" fmla="*/ 53 h 132"/>
              <a:gd name="T30" fmla="*/ 29 w 44"/>
              <a:gd name="T31" fmla="*/ 59 h 132"/>
              <a:gd name="T32" fmla="*/ 26 w 44"/>
              <a:gd name="T33" fmla="*/ 60 h 132"/>
              <a:gd name="T34" fmla="*/ 24 w 44"/>
              <a:gd name="T35" fmla="*/ 63 h 132"/>
              <a:gd name="T36" fmla="*/ 25 w 44"/>
              <a:gd name="T37" fmla="*/ 69 h 132"/>
              <a:gd name="T38" fmla="*/ 28 w 44"/>
              <a:gd name="T39" fmla="*/ 76 h 132"/>
              <a:gd name="T40" fmla="*/ 28 w 44"/>
              <a:gd name="T41" fmla="*/ 81 h 132"/>
              <a:gd name="T42" fmla="*/ 27 w 44"/>
              <a:gd name="T43" fmla="*/ 84 h 132"/>
              <a:gd name="T44" fmla="*/ 25 w 44"/>
              <a:gd name="T45" fmla="*/ 88 h 132"/>
              <a:gd name="T46" fmla="*/ 27 w 44"/>
              <a:gd name="T47" fmla="*/ 96 h 132"/>
              <a:gd name="T48" fmla="*/ 30 w 44"/>
              <a:gd name="T49" fmla="*/ 100 h 132"/>
              <a:gd name="T50" fmla="*/ 30 w 44"/>
              <a:gd name="T51" fmla="*/ 102 h 132"/>
              <a:gd name="T52" fmla="*/ 28 w 44"/>
              <a:gd name="T53" fmla="*/ 102 h 132"/>
              <a:gd name="T54" fmla="*/ 27 w 44"/>
              <a:gd name="T55" fmla="*/ 102 h 132"/>
              <a:gd name="T56" fmla="*/ 25 w 44"/>
              <a:gd name="T57" fmla="*/ 109 h 132"/>
              <a:gd name="T58" fmla="*/ 26 w 44"/>
              <a:gd name="T59" fmla="*/ 123 h 132"/>
              <a:gd name="T60" fmla="*/ 28 w 44"/>
              <a:gd name="T61" fmla="*/ 129 h 132"/>
              <a:gd name="T62" fmla="*/ 20 w 44"/>
              <a:gd name="T63" fmla="*/ 130 h 132"/>
              <a:gd name="T64" fmla="*/ 19 w 44"/>
              <a:gd name="T65" fmla="*/ 131 h 132"/>
              <a:gd name="T66" fmla="*/ 17 w 44"/>
              <a:gd name="T67" fmla="*/ 131 h 132"/>
              <a:gd name="T68" fmla="*/ 11 w 44"/>
              <a:gd name="T69" fmla="*/ 129 h 132"/>
              <a:gd name="T70" fmla="*/ 6 w 44"/>
              <a:gd name="T71" fmla="*/ 124 h 132"/>
              <a:gd name="T72" fmla="*/ 4 w 44"/>
              <a:gd name="T73" fmla="*/ 113 h 132"/>
              <a:gd name="T74" fmla="*/ 5 w 44"/>
              <a:gd name="T75" fmla="*/ 102 h 132"/>
              <a:gd name="T76" fmla="*/ 2 w 44"/>
              <a:gd name="T77" fmla="*/ 84 h 132"/>
              <a:gd name="T78" fmla="*/ 0 w 44"/>
              <a:gd name="T79" fmla="*/ 67 h 132"/>
              <a:gd name="T80" fmla="*/ 2 w 44"/>
              <a:gd name="T81" fmla="*/ 55 h 132"/>
              <a:gd name="T82" fmla="*/ 3 w 44"/>
              <a:gd name="T83" fmla="*/ 48 h 132"/>
              <a:gd name="T84" fmla="*/ 5 w 44"/>
              <a:gd name="T85" fmla="*/ 46 h 132"/>
              <a:gd name="T86" fmla="*/ 6 w 44"/>
              <a:gd name="T87" fmla="*/ 18 h 132"/>
              <a:gd name="T88" fmla="*/ 4 w 44"/>
              <a:gd name="T89" fmla="*/ 0 h 132"/>
              <a:gd name="T90" fmla="*/ 6 w 44"/>
              <a:gd name="T91" fmla="*/ 5 h 13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4"/>
              <a:gd name="T139" fmla="*/ 0 h 132"/>
              <a:gd name="T140" fmla="*/ 44 w 44"/>
              <a:gd name="T141" fmla="*/ 132 h 13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4" h="132">
                <a:moveTo>
                  <a:pt x="6" y="5"/>
                </a:moveTo>
                <a:lnTo>
                  <a:pt x="14" y="8"/>
                </a:lnTo>
                <a:lnTo>
                  <a:pt x="20" y="3"/>
                </a:lnTo>
                <a:lnTo>
                  <a:pt x="20" y="8"/>
                </a:lnTo>
                <a:lnTo>
                  <a:pt x="30" y="13"/>
                </a:lnTo>
                <a:lnTo>
                  <a:pt x="33" y="7"/>
                </a:lnTo>
                <a:lnTo>
                  <a:pt x="41" y="10"/>
                </a:lnTo>
                <a:lnTo>
                  <a:pt x="43" y="11"/>
                </a:lnTo>
                <a:lnTo>
                  <a:pt x="41" y="19"/>
                </a:lnTo>
                <a:lnTo>
                  <a:pt x="34" y="27"/>
                </a:lnTo>
                <a:lnTo>
                  <a:pt x="33" y="35"/>
                </a:lnTo>
                <a:lnTo>
                  <a:pt x="34" y="40"/>
                </a:lnTo>
                <a:lnTo>
                  <a:pt x="34" y="44"/>
                </a:lnTo>
                <a:lnTo>
                  <a:pt x="33" y="46"/>
                </a:lnTo>
                <a:lnTo>
                  <a:pt x="32" y="53"/>
                </a:lnTo>
                <a:lnTo>
                  <a:pt x="29" y="59"/>
                </a:lnTo>
                <a:lnTo>
                  <a:pt x="26" y="60"/>
                </a:lnTo>
                <a:lnTo>
                  <a:pt x="24" y="63"/>
                </a:lnTo>
                <a:lnTo>
                  <a:pt x="25" y="69"/>
                </a:lnTo>
                <a:lnTo>
                  <a:pt x="28" y="76"/>
                </a:lnTo>
                <a:lnTo>
                  <a:pt x="28" y="81"/>
                </a:lnTo>
                <a:lnTo>
                  <a:pt x="27" y="84"/>
                </a:lnTo>
                <a:lnTo>
                  <a:pt x="25" y="88"/>
                </a:lnTo>
                <a:lnTo>
                  <a:pt x="27" y="96"/>
                </a:lnTo>
                <a:lnTo>
                  <a:pt x="30" y="100"/>
                </a:lnTo>
                <a:lnTo>
                  <a:pt x="30" y="102"/>
                </a:lnTo>
                <a:lnTo>
                  <a:pt x="28" y="102"/>
                </a:lnTo>
                <a:lnTo>
                  <a:pt x="27" y="102"/>
                </a:lnTo>
                <a:lnTo>
                  <a:pt x="25" y="109"/>
                </a:lnTo>
                <a:lnTo>
                  <a:pt x="26" y="123"/>
                </a:lnTo>
                <a:lnTo>
                  <a:pt x="28" y="129"/>
                </a:lnTo>
                <a:lnTo>
                  <a:pt x="20" y="130"/>
                </a:lnTo>
                <a:lnTo>
                  <a:pt x="19" y="131"/>
                </a:lnTo>
                <a:lnTo>
                  <a:pt x="17" y="131"/>
                </a:lnTo>
                <a:lnTo>
                  <a:pt x="11" y="129"/>
                </a:lnTo>
                <a:lnTo>
                  <a:pt x="6" y="124"/>
                </a:lnTo>
                <a:lnTo>
                  <a:pt x="4" y="113"/>
                </a:lnTo>
                <a:lnTo>
                  <a:pt x="5" y="102"/>
                </a:lnTo>
                <a:lnTo>
                  <a:pt x="2" y="84"/>
                </a:lnTo>
                <a:lnTo>
                  <a:pt x="0" y="67"/>
                </a:lnTo>
                <a:lnTo>
                  <a:pt x="2" y="55"/>
                </a:lnTo>
                <a:lnTo>
                  <a:pt x="3" y="48"/>
                </a:lnTo>
                <a:lnTo>
                  <a:pt x="5" y="46"/>
                </a:lnTo>
                <a:lnTo>
                  <a:pt x="6" y="18"/>
                </a:lnTo>
                <a:lnTo>
                  <a:pt x="4" y="0"/>
                </a:lnTo>
                <a:lnTo>
                  <a:pt x="6" y="5"/>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32" name="Freeform 751"/>
          <p:cNvSpPr>
            <a:spLocks/>
          </p:cNvSpPr>
          <p:nvPr/>
        </p:nvSpPr>
        <p:spPr bwMode="auto">
          <a:xfrm>
            <a:off x="4471563" y="3240745"/>
            <a:ext cx="328304" cy="361464"/>
          </a:xfrm>
          <a:custGeom>
            <a:avLst/>
            <a:gdLst>
              <a:gd name="T0" fmla="*/ 28 w 188"/>
              <a:gd name="T1" fmla="*/ 157 h 183"/>
              <a:gd name="T2" fmla="*/ 29 w 188"/>
              <a:gd name="T3" fmla="*/ 137 h 183"/>
              <a:gd name="T4" fmla="*/ 32 w 188"/>
              <a:gd name="T5" fmla="*/ 137 h 183"/>
              <a:gd name="T6" fmla="*/ 29 w 188"/>
              <a:gd name="T7" fmla="*/ 130 h 183"/>
              <a:gd name="T8" fmla="*/ 29 w 188"/>
              <a:gd name="T9" fmla="*/ 118 h 183"/>
              <a:gd name="T10" fmla="*/ 30 w 188"/>
              <a:gd name="T11" fmla="*/ 110 h 183"/>
              <a:gd name="T12" fmla="*/ 26 w 188"/>
              <a:gd name="T13" fmla="*/ 97 h 183"/>
              <a:gd name="T14" fmla="*/ 31 w 188"/>
              <a:gd name="T15" fmla="*/ 92 h 183"/>
              <a:gd name="T16" fmla="*/ 36 w 188"/>
              <a:gd name="T17" fmla="*/ 80 h 183"/>
              <a:gd name="T18" fmla="*/ 37 w 188"/>
              <a:gd name="T19" fmla="*/ 73 h 183"/>
              <a:gd name="T20" fmla="*/ 37 w 188"/>
              <a:gd name="T21" fmla="*/ 60 h 183"/>
              <a:gd name="T22" fmla="*/ 48 w 188"/>
              <a:gd name="T23" fmla="*/ 44 h 183"/>
              <a:gd name="T24" fmla="*/ 36 w 188"/>
              <a:gd name="T25" fmla="*/ 40 h 183"/>
              <a:gd name="T26" fmla="*/ 21 w 188"/>
              <a:gd name="T27" fmla="*/ 41 h 183"/>
              <a:gd name="T28" fmla="*/ 13 w 188"/>
              <a:gd name="T29" fmla="*/ 41 h 183"/>
              <a:gd name="T30" fmla="*/ 0 w 188"/>
              <a:gd name="T31" fmla="*/ 12 h 183"/>
              <a:gd name="T32" fmla="*/ 14 w 188"/>
              <a:gd name="T33" fmla="*/ 0 h 183"/>
              <a:gd name="T34" fmla="*/ 27 w 188"/>
              <a:gd name="T35" fmla="*/ 0 h 183"/>
              <a:gd name="T36" fmla="*/ 68 w 188"/>
              <a:gd name="T37" fmla="*/ 7 h 183"/>
              <a:gd name="T38" fmla="*/ 105 w 188"/>
              <a:gd name="T39" fmla="*/ 7 h 183"/>
              <a:gd name="T40" fmla="*/ 114 w 188"/>
              <a:gd name="T41" fmla="*/ 9 h 183"/>
              <a:gd name="T42" fmla="*/ 130 w 188"/>
              <a:gd name="T43" fmla="*/ 18 h 183"/>
              <a:gd name="T44" fmla="*/ 151 w 188"/>
              <a:gd name="T45" fmla="*/ 23 h 183"/>
              <a:gd name="T46" fmla="*/ 174 w 188"/>
              <a:gd name="T47" fmla="*/ 37 h 183"/>
              <a:gd name="T48" fmla="*/ 184 w 188"/>
              <a:gd name="T49" fmla="*/ 37 h 183"/>
              <a:gd name="T50" fmla="*/ 177 w 188"/>
              <a:gd name="T51" fmla="*/ 46 h 183"/>
              <a:gd name="T52" fmla="*/ 152 w 188"/>
              <a:gd name="T53" fmla="*/ 70 h 183"/>
              <a:gd name="T54" fmla="*/ 136 w 188"/>
              <a:gd name="T55" fmla="*/ 86 h 183"/>
              <a:gd name="T56" fmla="*/ 137 w 188"/>
              <a:gd name="T57" fmla="*/ 114 h 183"/>
              <a:gd name="T58" fmla="*/ 130 w 188"/>
              <a:gd name="T59" fmla="*/ 138 h 183"/>
              <a:gd name="T60" fmla="*/ 110 w 188"/>
              <a:gd name="T61" fmla="*/ 166 h 183"/>
              <a:gd name="T62" fmla="*/ 104 w 188"/>
              <a:gd name="T63" fmla="*/ 171 h 183"/>
              <a:gd name="T64" fmla="*/ 82 w 188"/>
              <a:gd name="T65" fmla="*/ 171 h 183"/>
              <a:gd name="T66" fmla="*/ 55 w 188"/>
              <a:gd name="T67" fmla="*/ 177 h 183"/>
              <a:gd name="T68" fmla="*/ 50 w 188"/>
              <a:gd name="T69" fmla="*/ 182 h 183"/>
              <a:gd name="T70" fmla="*/ 43 w 188"/>
              <a:gd name="T71" fmla="*/ 168 h 183"/>
              <a:gd name="T72" fmla="*/ 38 w 188"/>
              <a:gd name="T73" fmla="*/ 163 h 18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8"/>
              <a:gd name="T112" fmla="*/ 0 h 183"/>
              <a:gd name="T113" fmla="*/ 188 w 188"/>
              <a:gd name="T114" fmla="*/ 183 h 18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8" h="183">
                <a:moveTo>
                  <a:pt x="30" y="164"/>
                </a:moveTo>
                <a:lnTo>
                  <a:pt x="28" y="157"/>
                </a:lnTo>
                <a:lnTo>
                  <a:pt x="27" y="143"/>
                </a:lnTo>
                <a:lnTo>
                  <a:pt x="29" y="137"/>
                </a:lnTo>
                <a:lnTo>
                  <a:pt x="31" y="137"/>
                </a:lnTo>
                <a:lnTo>
                  <a:pt x="32" y="137"/>
                </a:lnTo>
                <a:lnTo>
                  <a:pt x="32" y="135"/>
                </a:lnTo>
                <a:lnTo>
                  <a:pt x="29" y="130"/>
                </a:lnTo>
                <a:lnTo>
                  <a:pt x="27" y="122"/>
                </a:lnTo>
                <a:lnTo>
                  <a:pt x="29" y="118"/>
                </a:lnTo>
                <a:lnTo>
                  <a:pt x="30" y="115"/>
                </a:lnTo>
                <a:lnTo>
                  <a:pt x="30" y="110"/>
                </a:lnTo>
                <a:lnTo>
                  <a:pt x="27" y="102"/>
                </a:lnTo>
                <a:lnTo>
                  <a:pt x="26" y="97"/>
                </a:lnTo>
                <a:lnTo>
                  <a:pt x="28" y="94"/>
                </a:lnTo>
                <a:lnTo>
                  <a:pt x="31" y="92"/>
                </a:lnTo>
                <a:lnTo>
                  <a:pt x="34" y="86"/>
                </a:lnTo>
                <a:lnTo>
                  <a:pt x="36" y="80"/>
                </a:lnTo>
                <a:lnTo>
                  <a:pt x="37" y="77"/>
                </a:lnTo>
                <a:lnTo>
                  <a:pt x="37" y="73"/>
                </a:lnTo>
                <a:lnTo>
                  <a:pt x="36" y="68"/>
                </a:lnTo>
                <a:lnTo>
                  <a:pt x="37" y="60"/>
                </a:lnTo>
                <a:lnTo>
                  <a:pt x="46" y="51"/>
                </a:lnTo>
                <a:lnTo>
                  <a:pt x="48" y="44"/>
                </a:lnTo>
                <a:lnTo>
                  <a:pt x="45" y="43"/>
                </a:lnTo>
                <a:lnTo>
                  <a:pt x="36" y="40"/>
                </a:lnTo>
                <a:lnTo>
                  <a:pt x="32" y="46"/>
                </a:lnTo>
                <a:lnTo>
                  <a:pt x="21" y="41"/>
                </a:lnTo>
                <a:lnTo>
                  <a:pt x="21" y="35"/>
                </a:lnTo>
                <a:lnTo>
                  <a:pt x="13" y="41"/>
                </a:lnTo>
                <a:lnTo>
                  <a:pt x="4" y="37"/>
                </a:lnTo>
                <a:lnTo>
                  <a:pt x="0" y="12"/>
                </a:lnTo>
                <a:lnTo>
                  <a:pt x="6" y="2"/>
                </a:lnTo>
                <a:lnTo>
                  <a:pt x="14" y="0"/>
                </a:lnTo>
                <a:lnTo>
                  <a:pt x="23" y="0"/>
                </a:lnTo>
                <a:lnTo>
                  <a:pt x="27" y="0"/>
                </a:lnTo>
                <a:lnTo>
                  <a:pt x="43" y="2"/>
                </a:lnTo>
                <a:lnTo>
                  <a:pt x="68" y="7"/>
                </a:lnTo>
                <a:lnTo>
                  <a:pt x="91" y="9"/>
                </a:lnTo>
                <a:lnTo>
                  <a:pt x="105" y="7"/>
                </a:lnTo>
                <a:lnTo>
                  <a:pt x="108" y="7"/>
                </a:lnTo>
                <a:lnTo>
                  <a:pt x="114" y="9"/>
                </a:lnTo>
                <a:lnTo>
                  <a:pt x="123" y="13"/>
                </a:lnTo>
                <a:lnTo>
                  <a:pt x="130" y="18"/>
                </a:lnTo>
                <a:lnTo>
                  <a:pt x="139" y="23"/>
                </a:lnTo>
                <a:lnTo>
                  <a:pt x="151" y="23"/>
                </a:lnTo>
                <a:lnTo>
                  <a:pt x="162" y="29"/>
                </a:lnTo>
                <a:lnTo>
                  <a:pt x="174" y="37"/>
                </a:lnTo>
                <a:lnTo>
                  <a:pt x="182" y="37"/>
                </a:lnTo>
                <a:lnTo>
                  <a:pt x="184" y="37"/>
                </a:lnTo>
                <a:lnTo>
                  <a:pt x="187" y="30"/>
                </a:lnTo>
                <a:lnTo>
                  <a:pt x="177" y="46"/>
                </a:lnTo>
                <a:lnTo>
                  <a:pt x="163" y="62"/>
                </a:lnTo>
                <a:lnTo>
                  <a:pt x="152" y="70"/>
                </a:lnTo>
                <a:lnTo>
                  <a:pt x="141" y="78"/>
                </a:lnTo>
                <a:lnTo>
                  <a:pt x="136" y="86"/>
                </a:lnTo>
                <a:lnTo>
                  <a:pt x="135" y="100"/>
                </a:lnTo>
                <a:lnTo>
                  <a:pt x="137" y="114"/>
                </a:lnTo>
                <a:lnTo>
                  <a:pt x="135" y="125"/>
                </a:lnTo>
                <a:lnTo>
                  <a:pt x="130" y="138"/>
                </a:lnTo>
                <a:lnTo>
                  <a:pt x="119" y="153"/>
                </a:lnTo>
                <a:lnTo>
                  <a:pt x="110" y="166"/>
                </a:lnTo>
                <a:lnTo>
                  <a:pt x="105" y="171"/>
                </a:lnTo>
                <a:lnTo>
                  <a:pt x="104" y="171"/>
                </a:lnTo>
                <a:lnTo>
                  <a:pt x="104" y="170"/>
                </a:lnTo>
                <a:lnTo>
                  <a:pt x="82" y="171"/>
                </a:lnTo>
                <a:lnTo>
                  <a:pt x="61" y="173"/>
                </a:lnTo>
                <a:lnTo>
                  <a:pt x="55" y="177"/>
                </a:lnTo>
                <a:lnTo>
                  <a:pt x="52" y="181"/>
                </a:lnTo>
                <a:lnTo>
                  <a:pt x="50" y="182"/>
                </a:lnTo>
                <a:lnTo>
                  <a:pt x="45" y="175"/>
                </a:lnTo>
                <a:lnTo>
                  <a:pt x="43" y="168"/>
                </a:lnTo>
                <a:lnTo>
                  <a:pt x="43" y="164"/>
                </a:lnTo>
                <a:lnTo>
                  <a:pt x="38" y="163"/>
                </a:lnTo>
                <a:lnTo>
                  <a:pt x="30" y="164"/>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33" name="Freeform 752"/>
          <p:cNvSpPr>
            <a:spLocks/>
          </p:cNvSpPr>
          <p:nvPr/>
        </p:nvSpPr>
        <p:spPr bwMode="auto">
          <a:xfrm>
            <a:off x="4567610" y="2417083"/>
            <a:ext cx="192093" cy="489852"/>
          </a:xfrm>
          <a:custGeom>
            <a:avLst/>
            <a:gdLst>
              <a:gd name="T0" fmla="*/ 29 w 110"/>
              <a:gd name="T1" fmla="*/ 12 h 248"/>
              <a:gd name="T2" fmla="*/ 22 w 110"/>
              <a:gd name="T3" fmla="*/ 32 h 248"/>
              <a:gd name="T4" fmla="*/ 31 w 110"/>
              <a:gd name="T5" fmla="*/ 32 h 248"/>
              <a:gd name="T6" fmla="*/ 46 w 110"/>
              <a:gd name="T7" fmla="*/ 25 h 248"/>
              <a:gd name="T8" fmla="*/ 55 w 110"/>
              <a:gd name="T9" fmla="*/ 28 h 248"/>
              <a:gd name="T10" fmla="*/ 52 w 110"/>
              <a:gd name="T11" fmla="*/ 43 h 248"/>
              <a:gd name="T12" fmla="*/ 46 w 110"/>
              <a:gd name="T13" fmla="*/ 55 h 248"/>
              <a:gd name="T14" fmla="*/ 42 w 110"/>
              <a:gd name="T15" fmla="*/ 58 h 248"/>
              <a:gd name="T16" fmla="*/ 53 w 110"/>
              <a:gd name="T17" fmla="*/ 62 h 248"/>
              <a:gd name="T18" fmla="*/ 42 w 110"/>
              <a:gd name="T19" fmla="*/ 69 h 248"/>
              <a:gd name="T20" fmla="*/ 51 w 110"/>
              <a:gd name="T21" fmla="*/ 70 h 248"/>
              <a:gd name="T22" fmla="*/ 58 w 110"/>
              <a:gd name="T23" fmla="*/ 79 h 248"/>
              <a:gd name="T24" fmla="*/ 69 w 110"/>
              <a:gd name="T25" fmla="*/ 101 h 248"/>
              <a:gd name="T26" fmla="*/ 75 w 110"/>
              <a:gd name="T27" fmla="*/ 117 h 248"/>
              <a:gd name="T28" fmla="*/ 81 w 110"/>
              <a:gd name="T29" fmla="*/ 123 h 248"/>
              <a:gd name="T30" fmla="*/ 84 w 110"/>
              <a:gd name="T31" fmla="*/ 139 h 248"/>
              <a:gd name="T32" fmla="*/ 89 w 110"/>
              <a:gd name="T33" fmla="*/ 151 h 248"/>
              <a:gd name="T34" fmla="*/ 84 w 110"/>
              <a:gd name="T35" fmla="*/ 164 h 248"/>
              <a:gd name="T36" fmla="*/ 97 w 110"/>
              <a:gd name="T37" fmla="*/ 160 h 248"/>
              <a:gd name="T38" fmla="*/ 108 w 110"/>
              <a:gd name="T39" fmla="*/ 169 h 248"/>
              <a:gd name="T40" fmla="*/ 104 w 110"/>
              <a:gd name="T41" fmla="*/ 182 h 248"/>
              <a:gd name="T42" fmla="*/ 92 w 110"/>
              <a:gd name="T43" fmla="*/ 198 h 248"/>
              <a:gd name="T44" fmla="*/ 92 w 110"/>
              <a:gd name="T45" fmla="*/ 203 h 248"/>
              <a:gd name="T46" fmla="*/ 103 w 110"/>
              <a:gd name="T47" fmla="*/ 209 h 248"/>
              <a:gd name="T48" fmla="*/ 96 w 110"/>
              <a:gd name="T49" fmla="*/ 215 h 248"/>
              <a:gd name="T50" fmla="*/ 88 w 110"/>
              <a:gd name="T51" fmla="*/ 217 h 248"/>
              <a:gd name="T52" fmla="*/ 55 w 110"/>
              <a:gd name="T53" fmla="*/ 220 h 248"/>
              <a:gd name="T54" fmla="*/ 40 w 110"/>
              <a:gd name="T55" fmla="*/ 228 h 248"/>
              <a:gd name="T56" fmla="*/ 25 w 110"/>
              <a:gd name="T57" fmla="*/ 224 h 248"/>
              <a:gd name="T58" fmla="*/ 18 w 110"/>
              <a:gd name="T59" fmla="*/ 234 h 248"/>
              <a:gd name="T60" fmla="*/ 6 w 110"/>
              <a:gd name="T61" fmla="*/ 241 h 248"/>
              <a:gd name="T62" fmla="*/ 0 w 110"/>
              <a:gd name="T63" fmla="*/ 247 h 248"/>
              <a:gd name="T64" fmla="*/ 5 w 110"/>
              <a:gd name="T65" fmla="*/ 231 h 248"/>
              <a:gd name="T66" fmla="*/ 17 w 110"/>
              <a:gd name="T67" fmla="*/ 215 h 248"/>
              <a:gd name="T68" fmla="*/ 18 w 110"/>
              <a:gd name="T69" fmla="*/ 210 h 248"/>
              <a:gd name="T70" fmla="*/ 38 w 110"/>
              <a:gd name="T71" fmla="*/ 207 h 248"/>
              <a:gd name="T72" fmla="*/ 26 w 110"/>
              <a:gd name="T73" fmla="*/ 203 h 248"/>
              <a:gd name="T74" fmla="*/ 15 w 110"/>
              <a:gd name="T75" fmla="*/ 196 h 248"/>
              <a:gd name="T76" fmla="*/ 6 w 110"/>
              <a:gd name="T77" fmla="*/ 194 h 248"/>
              <a:gd name="T78" fmla="*/ 18 w 110"/>
              <a:gd name="T79" fmla="*/ 185 h 248"/>
              <a:gd name="T80" fmla="*/ 28 w 110"/>
              <a:gd name="T81" fmla="*/ 171 h 248"/>
              <a:gd name="T82" fmla="*/ 28 w 110"/>
              <a:gd name="T83" fmla="*/ 165 h 248"/>
              <a:gd name="T84" fmla="*/ 21 w 110"/>
              <a:gd name="T85" fmla="*/ 162 h 248"/>
              <a:gd name="T86" fmla="*/ 19 w 110"/>
              <a:gd name="T87" fmla="*/ 159 h 248"/>
              <a:gd name="T88" fmla="*/ 30 w 110"/>
              <a:gd name="T89" fmla="*/ 151 h 248"/>
              <a:gd name="T90" fmla="*/ 43 w 110"/>
              <a:gd name="T91" fmla="*/ 141 h 248"/>
              <a:gd name="T92" fmla="*/ 36 w 110"/>
              <a:gd name="T93" fmla="*/ 127 h 248"/>
              <a:gd name="T94" fmla="*/ 35 w 110"/>
              <a:gd name="T95" fmla="*/ 113 h 248"/>
              <a:gd name="T96" fmla="*/ 36 w 110"/>
              <a:gd name="T97" fmla="*/ 102 h 248"/>
              <a:gd name="T98" fmla="*/ 39 w 110"/>
              <a:gd name="T99" fmla="*/ 97 h 248"/>
              <a:gd name="T100" fmla="*/ 31 w 110"/>
              <a:gd name="T101" fmla="*/ 104 h 248"/>
              <a:gd name="T102" fmla="*/ 22 w 110"/>
              <a:gd name="T103" fmla="*/ 104 h 248"/>
              <a:gd name="T104" fmla="*/ 20 w 110"/>
              <a:gd name="T105" fmla="*/ 95 h 248"/>
              <a:gd name="T106" fmla="*/ 19 w 110"/>
              <a:gd name="T107" fmla="*/ 75 h 248"/>
              <a:gd name="T108" fmla="*/ 6 w 110"/>
              <a:gd name="T109" fmla="*/ 61 h 248"/>
              <a:gd name="T110" fmla="*/ 2 w 110"/>
              <a:gd name="T111" fmla="*/ 43 h 248"/>
              <a:gd name="T112" fmla="*/ 10 w 110"/>
              <a:gd name="T113" fmla="*/ 10 h 248"/>
              <a:gd name="T114" fmla="*/ 23 w 110"/>
              <a:gd name="T115" fmla="*/ 0 h 248"/>
              <a:gd name="T116" fmla="*/ 35 w 110"/>
              <a:gd name="T117" fmla="*/ 1 h 24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0"/>
              <a:gd name="T178" fmla="*/ 0 h 248"/>
              <a:gd name="T179" fmla="*/ 110 w 110"/>
              <a:gd name="T180" fmla="*/ 248 h 24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0" h="248">
                <a:moveTo>
                  <a:pt x="35" y="1"/>
                </a:moveTo>
                <a:lnTo>
                  <a:pt x="29" y="12"/>
                </a:lnTo>
                <a:lnTo>
                  <a:pt x="25" y="20"/>
                </a:lnTo>
                <a:lnTo>
                  <a:pt x="22" y="32"/>
                </a:lnTo>
                <a:lnTo>
                  <a:pt x="25" y="35"/>
                </a:lnTo>
                <a:lnTo>
                  <a:pt x="31" y="32"/>
                </a:lnTo>
                <a:lnTo>
                  <a:pt x="40" y="27"/>
                </a:lnTo>
                <a:lnTo>
                  <a:pt x="46" y="25"/>
                </a:lnTo>
                <a:lnTo>
                  <a:pt x="53" y="25"/>
                </a:lnTo>
                <a:lnTo>
                  <a:pt x="55" y="28"/>
                </a:lnTo>
                <a:lnTo>
                  <a:pt x="54" y="35"/>
                </a:lnTo>
                <a:lnTo>
                  <a:pt x="52" y="43"/>
                </a:lnTo>
                <a:lnTo>
                  <a:pt x="49" y="52"/>
                </a:lnTo>
                <a:lnTo>
                  <a:pt x="46" y="55"/>
                </a:lnTo>
                <a:lnTo>
                  <a:pt x="43" y="57"/>
                </a:lnTo>
                <a:lnTo>
                  <a:pt x="42" y="58"/>
                </a:lnTo>
                <a:lnTo>
                  <a:pt x="46" y="60"/>
                </a:lnTo>
                <a:lnTo>
                  <a:pt x="53" y="62"/>
                </a:lnTo>
                <a:lnTo>
                  <a:pt x="49" y="65"/>
                </a:lnTo>
                <a:lnTo>
                  <a:pt x="42" y="69"/>
                </a:lnTo>
                <a:lnTo>
                  <a:pt x="45" y="71"/>
                </a:lnTo>
                <a:lnTo>
                  <a:pt x="51" y="70"/>
                </a:lnTo>
                <a:lnTo>
                  <a:pt x="55" y="71"/>
                </a:lnTo>
                <a:lnTo>
                  <a:pt x="58" y="79"/>
                </a:lnTo>
                <a:lnTo>
                  <a:pt x="64" y="90"/>
                </a:lnTo>
                <a:lnTo>
                  <a:pt x="69" y="101"/>
                </a:lnTo>
                <a:lnTo>
                  <a:pt x="73" y="111"/>
                </a:lnTo>
                <a:lnTo>
                  <a:pt x="75" y="117"/>
                </a:lnTo>
                <a:lnTo>
                  <a:pt x="78" y="120"/>
                </a:lnTo>
                <a:lnTo>
                  <a:pt x="81" y="123"/>
                </a:lnTo>
                <a:lnTo>
                  <a:pt x="82" y="130"/>
                </a:lnTo>
                <a:lnTo>
                  <a:pt x="84" y="139"/>
                </a:lnTo>
                <a:lnTo>
                  <a:pt x="84" y="148"/>
                </a:lnTo>
                <a:lnTo>
                  <a:pt x="89" y="151"/>
                </a:lnTo>
                <a:lnTo>
                  <a:pt x="88" y="156"/>
                </a:lnTo>
                <a:lnTo>
                  <a:pt x="84" y="164"/>
                </a:lnTo>
                <a:lnTo>
                  <a:pt x="89" y="164"/>
                </a:lnTo>
                <a:lnTo>
                  <a:pt x="97" y="160"/>
                </a:lnTo>
                <a:lnTo>
                  <a:pt x="103" y="162"/>
                </a:lnTo>
                <a:lnTo>
                  <a:pt x="108" y="169"/>
                </a:lnTo>
                <a:lnTo>
                  <a:pt x="109" y="176"/>
                </a:lnTo>
                <a:lnTo>
                  <a:pt x="104" y="182"/>
                </a:lnTo>
                <a:lnTo>
                  <a:pt x="99" y="189"/>
                </a:lnTo>
                <a:lnTo>
                  <a:pt x="92" y="198"/>
                </a:lnTo>
                <a:lnTo>
                  <a:pt x="89" y="202"/>
                </a:lnTo>
                <a:lnTo>
                  <a:pt x="92" y="203"/>
                </a:lnTo>
                <a:lnTo>
                  <a:pt x="100" y="206"/>
                </a:lnTo>
                <a:lnTo>
                  <a:pt x="103" y="209"/>
                </a:lnTo>
                <a:lnTo>
                  <a:pt x="99" y="213"/>
                </a:lnTo>
                <a:lnTo>
                  <a:pt x="96" y="215"/>
                </a:lnTo>
                <a:lnTo>
                  <a:pt x="93" y="216"/>
                </a:lnTo>
                <a:lnTo>
                  <a:pt x="88" y="217"/>
                </a:lnTo>
                <a:lnTo>
                  <a:pt x="76" y="218"/>
                </a:lnTo>
                <a:lnTo>
                  <a:pt x="55" y="220"/>
                </a:lnTo>
                <a:lnTo>
                  <a:pt x="45" y="224"/>
                </a:lnTo>
                <a:lnTo>
                  <a:pt x="40" y="228"/>
                </a:lnTo>
                <a:lnTo>
                  <a:pt x="32" y="227"/>
                </a:lnTo>
                <a:lnTo>
                  <a:pt x="25" y="224"/>
                </a:lnTo>
                <a:lnTo>
                  <a:pt x="21" y="229"/>
                </a:lnTo>
                <a:lnTo>
                  <a:pt x="18" y="234"/>
                </a:lnTo>
                <a:lnTo>
                  <a:pt x="11" y="237"/>
                </a:lnTo>
                <a:lnTo>
                  <a:pt x="6" y="241"/>
                </a:lnTo>
                <a:lnTo>
                  <a:pt x="2" y="245"/>
                </a:lnTo>
                <a:lnTo>
                  <a:pt x="0" y="247"/>
                </a:lnTo>
                <a:lnTo>
                  <a:pt x="0" y="243"/>
                </a:lnTo>
                <a:lnTo>
                  <a:pt x="5" y="231"/>
                </a:lnTo>
                <a:lnTo>
                  <a:pt x="13" y="220"/>
                </a:lnTo>
                <a:lnTo>
                  <a:pt x="17" y="215"/>
                </a:lnTo>
                <a:lnTo>
                  <a:pt x="17" y="212"/>
                </a:lnTo>
                <a:lnTo>
                  <a:pt x="18" y="210"/>
                </a:lnTo>
                <a:lnTo>
                  <a:pt x="25" y="210"/>
                </a:lnTo>
                <a:lnTo>
                  <a:pt x="38" y="207"/>
                </a:lnTo>
                <a:lnTo>
                  <a:pt x="35" y="203"/>
                </a:lnTo>
                <a:lnTo>
                  <a:pt x="26" y="203"/>
                </a:lnTo>
                <a:lnTo>
                  <a:pt x="19" y="198"/>
                </a:lnTo>
                <a:lnTo>
                  <a:pt x="15" y="196"/>
                </a:lnTo>
                <a:lnTo>
                  <a:pt x="11" y="197"/>
                </a:lnTo>
                <a:lnTo>
                  <a:pt x="6" y="194"/>
                </a:lnTo>
                <a:lnTo>
                  <a:pt x="11" y="189"/>
                </a:lnTo>
                <a:lnTo>
                  <a:pt x="18" y="185"/>
                </a:lnTo>
                <a:lnTo>
                  <a:pt x="23" y="178"/>
                </a:lnTo>
                <a:lnTo>
                  <a:pt x="28" y="171"/>
                </a:lnTo>
                <a:lnTo>
                  <a:pt x="29" y="171"/>
                </a:lnTo>
                <a:lnTo>
                  <a:pt x="28" y="165"/>
                </a:lnTo>
                <a:lnTo>
                  <a:pt x="26" y="164"/>
                </a:lnTo>
                <a:lnTo>
                  <a:pt x="21" y="162"/>
                </a:lnTo>
                <a:lnTo>
                  <a:pt x="18" y="164"/>
                </a:lnTo>
                <a:lnTo>
                  <a:pt x="19" y="159"/>
                </a:lnTo>
                <a:lnTo>
                  <a:pt x="24" y="154"/>
                </a:lnTo>
                <a:lnTo>
                  <a:pt x="30" y="151"/>
                </a:lnTo>
                <a:lnTo>
                  <a:pt x="38" y="147"/>
                </a:lnTo>
                <a:lnTo>
                  <a:pt x="43" y="141"/>
                </a:lnTo>
                <a:lnTo>
                  <a:pt x="42" y="134"/>
                </a:lnTo>
                <a:lnTo>
                  <a:pt x="36" y="127"/>
                </a:lnTo>
                <a:lnTo>
                  <a:pt x="34" y="122"/>
                </a:lnTo>
                <a:lnTo>
                  <a:pt x="35" y="113"/>
                </a:lnTo>
                <a:lnTo>
                  <a:pt x="34" y="106"/>
                </a:lnTo>
                <a:lnTo>
                  <a:pt x="36" y="102"/>
                </a:lnTo>
                <a:lnTo>
                  <a:pt x="39" y="99"/>
                </a:lnTo>
                <a:lnTo>
                  <a:pt x="39" y="97"/>
                </a:lnTo>
                <a:lnTo>
                  <a:pt x="37" y="99"/>
                </a:lnTo>
                <a:lnTo>
                  <a:pt x="31" y="104"/>
                </a:lnTo>
                <a:lnTo>
                  <a:pt x="26" y="108"/>
                </a:lnTo>
                <a:lnTo>
                  <a:pt x="22" y="104"/>
                </a:lnTo>
                <a:lnTo>
                  <a:pt x="19" y="99"/>
                </a:lnTo>
                <a:lnTo>
                  <a:pt x="20" y="95"/>
                </a:lnTo>
                <a:lnTo>
                  <a:pt x="22" y="86"/>
                </a:lnTo>
                <a:lnTo>
                  <a:pt x="19" y="75"/>
                </a:lnTo>
                <a:lnTo>
                  <a:pt x="13" y="69"/>
                </a:lnTo>
                <a:lnTo>
                  <a:pt x="6" y="61"/>
                </a:lnTo>
                <a:lnTo>
                  <a:pt x="2" y="52"/>
                </a:lnTo>
                <a:lnTo>
                  <a:pt x="2" y="43"/>
                </a:lnTo>
                <a:lnTo>
                  <a:pt x="4" y="27"/>
                </a:lnTo>
                <a:lnTo>
                  <a:pt x="10" y="10"/>
                </a:lnTo>
                <a:lnTo>
                  <a:pt x="15" y="2"/>
                </a:lnTo>
                <a:lnTo>
                  <a:pt x="23" y="0"/>
                </a:lnTo>
                <a:lnTo>
                  <a:pt x="31" y="0"/>
                </a:lnTo>
                <a:lnTo>
                  <a:pt x="35" y="1"/>
                </a:lnTo>
              </a:path>
            </a:pathLst>
          </a:custGeom>
          <a:solidFill>
            <a:srgbClr val="FDE3BA"/>
          </a:solidFill>
          <a:ln w="12700" cap="rnd">
            <a:solidFill>
              <a:srgbClr val="EF91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34" name="Freeform 753"/>
          <p:cNvSpPr>
            <a:spLocks/>
          </p:cNvSpPr>
          <p:nvPr/>
        </p:nvSpPr>
        <p:spPr bwMode="auto">
          <a:xfrm>
            <a:off x="4448862" y="2616578"/>
            <a:ext cx="122241" cy="195546"/>
          </a:xfrm>
          <a:custGeom>
            <a:avLst/>
            <a:gdLst>
              <a:gd name="T0" fmla="*/ 59 w 70"/>
              <a:gd name="T1" fmla="*/ 0 h 99"/>
              <a:gd name="T2" fmla="*/ 63 w 70"/>
              <a:gd name="T3" fmla="*/ 5 h 99"/>
              <a:gd name="T4" fmla="*/ 66 w 70"/>
              <a:gd name="T5" fmla="*/ 9 h 99"/>
              <a:gd name="T6" fmla="*/ 69 w 70"/>
              <a:gd name="T7" fmla="*/ 15 h 99"/>
              <a:gd name="T8" fmla="*/ 67 w 70"/>
              <a:gd name="T9" fmla="*/ 20 h 99"/>
              <a:gd name="T10" fmla="*/ 63 w 70"/>
              <a:gd name="T11" fmla="*/ 24 h 99"/>
              <a:gd name="T12" fmla="*/ 59 w 70"/>
              <a:gd name="T13" fmla="*/ 25 h 99"/>
              <a:gd name="T14" fmla="*/ 55 w 70"/>
              <a:gd name="T15" fmla="*/ 25 h 99"/>
              <a:gd name="T16" fmla="*/ 53 w 70"/>
              <a:gd name="T17" fmla="*/ 28 h 99"/>
              <a:gd name="T18" fmla="*/ 52 w 70"/>
              <a:gd name="T19" fmla="*/ 33 h 99"/>
              <a:gd name="T20" fmla="*/ 53 w 70"/>
              <a:gd name="T21" fmla="*/ 40 h 99"/>
              <a:gd name="T22" fmla="*/ 55 w 70"/>
              <a:gd name="T23" fmla="*/ 44 h 99"/>
              <a:gd name="T24" fmla="*/ 55 w 70"/>
              <a:gd name="T25" fmla="*/ 46 h 99"/>
              <a:gd name="T26" fmla="*/ 55 w 70"/>
              <a:gd name="T27" fmla="*/ 50 h 99"/>
              <a:gd name="T28" fmla="*/ 55 w 70"/>
              <a:gd name="T29" fmla="*/ 58 h 99"/>
              <a:gd name="T30" fmla="*/ 55 w 70"/>
              <a:gd name="T31" fmla="*/ 66 h 99"/>
              <a:gd name="T32" fmla="*/ 53 w 70"/>
              <a:gd name="T33" fmla="*/ 70 h 99"/>
              <a:gd name="T34" fmla="*/ 52 w 70"/>
              <a:gd name="T35" fmla="*/ 73 h 99"/>
              <a:gd name="T36" fmla="*/ 52 w 70"/>
              <a:gd name="T37" fmla="*/ 77 h 99"/>
              <a:gd name="T38" fmla="*/ 52 w 70"/>
              <a:gd name="T39" fmla="*/ 81 h 99"/>
              <a:gd name="T40" fmla="*/ 52 w 70"/>
              <a:gd name="T41" fmla="*/ 83 h 99"/>
              <a:gd name="T42" fmla="*/ 49 w 70"/>
              <a:gd name="T43" fmla="*/ 85 h 99"/>
              <a:gd name="T44" fmla="*/ 45 w 70"/>
              <a:gd name="T45" fmla="*/ 85 h 99"/>
              <a:gd name="T46" fmla="*/ 40 w 70"/>
              <a:gd name="T47" fmla="*/ 85 h 99"/>
              <a:gd name="T48" fmla="*/ 37 w 70"/>
              <a:gd name="T49" fmla="*/ 87 h 99"/>
              <a:gd name="T50" fmla="*/ 30 w 70"/>
              <a:gd name="T51" fmla="*/ 90 h 99"/>
              <a:gd name="T52" fmla="*/ 18 w 70"/>
              <a:gd name="T53" fmla="*/ 98 h 99"/>
              <a:gd name="T54" fmla="*/ 10 w 70"/>
              <a:gd name="T55" fmla="*/ 98 h 99"/>
              <a:gd name="T56" fmla="*/ 3 w 70"/>
              <a:gd name="T57" fmla="*/ 92 h 99"/>
              <a:gd name="T58" fmla="*/ 0 w 70"/>
              <a:gd name="T59" fmla="*/ 85 h 99"/>
              <a:gd name="T60" fmla="*/ 0 w 70"/>
              <a:gd name="T61" fmla="*/ 79 h 99"/>
              <a:gd name="T62" fmla="*/ 4 w 70"/>
              <a:gd name="T63" fmla="*/ 74 h 99"/>
              <a:gd name="T64" fmla="*/ 9 w 70"/>
              <a:gd name="T65" fmla="*/ 73 h 99"/>
              <a:gd name="T66" fmla="*/ 9 w 70"/>
              <a:gd name="T67" fmla="*/ 66 h 99"/>
              <a:gd name="T68" fmla="*/ 9 w 70"/>
              <a:gd name="T69" fmla="*/ 58 h 99"/>
              <a:gd name="T70" fmla="*/ 4 w 70"/>
              <a:gd name="T71" fmla="*/ 54 h 99"/>
              <a:gd name="T72" fmla="*/ 0 w 70"/>
              <a:gd name="T73" fmla="*/ 50 h 99"/>
              <a:gd name="T74" fmla="*/ 2 w 70"/>
              <a:gd name="T75" fmla="*/ 44 h 99"/>
              <a:gd name="T76" fmla="*/ 2 w 70"/>
              <a:gd name="T77" fmla="*/ 37 h 99"/>
              <a:gd name="T78" fmla="*/ 4 w 70"/>
              <a:gd name="T79" fmla="*/ 32 h 99"/>
              <a:gd name="T80" fmla="*/ 8 w 70"/>
              <a:gd name="T81" fmla="*/ 30 h 99"/>
              <a:gd name="T82" fmla="*/ 12 w 70"/>
              <a:gd name="T83" fmla="*/ 29 h 99"/>
              <a:gd name="T84" fmla="*/ 16 w 70"/>
              <a:gd name="T85" fmla="*/ 28 h 99"/>
              <a:gd name="T86" fmla="*/ 21 w 70"/>
              <a:gd name="T87" fmla="*/ 25 h 99"/>
              <a:gd name="T88" fmla="*/ 28 w 70"/>
              <a:gd name="T89" fmla="*/ 22 h 99"/>
              <a:gd name="T90" fmla="*/ 32 w 70"/>
              <a:gd name="T91" fmla="*/ 19 h 99"/>
              <a:gd name="T92" fmla="*/ 33 w 70"/>
              <a:gd name="T93" fmla="*/ 15 h 99"/>
              <a:gd name="T94" fmla="*/ 31 w 70"/>
              <a:gd name="T95" fmla="*/ 14 h 99"/>
              <a:gd name="T96" fmla="*/ 24 w 70"/>
              <a:gd name="T97" fmla="*/ 14 h 99"/>
              <a:gd name="T98" fmla="*/ 24 w 70"/>
              <a:gd name="T99" fmla="*/ 9 h 99"/>
              <a:gd name="T100" fmla="*/ 27 w 70"/>
              <a:gd name="T101" fmla="*/ 5 h 99"/>
              <a:gd name="T102" fmla="*/ 32 w 70"/>
              <a:gd name="T103" fmla="*/ 3 h 99"/>
              <a:gd name="T104" fmla="*/ 38 w 70"/>
              <a:gd name="T105" fmla="*/ 0 h 99"/>
              <a:gd name="T106" fmla="*/ 45 w 70"/>
              <a:gd name="T107" fmla="*/ 0 h 99"/>
              <a:gd name="T108" fmla="*/ 55 w 70"/>
              <a:gd name="T109" fmla="*/ 0 h 99"/>
              <a:gd name="T110" fmla="*/ 59 w 70"/>
              <a:gd name="T111" fmla="*/ 0 h 9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0"/>
              <a:gd name="T169" fmla="*/ 0 h 99"/>
              <a:gd name="T170" fmla="*/ 70 w 70"/>
              <a:gd name="T171" fmla="*/ 99 h 9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0" h="99">
                <a:moveTo>
                  <a:pt x="59" y="0"/>
                </a:moveTo>
                <a:lnTo>
                  <a:pt x="63" y="5"/>
                </a:lnTo>
                <a:lnTo>
                  <a:pt x="66" y="9"/>
                </a:lnTo>
                <a:lnTo>
                  <a:pt x="69" y="15"/>
                </a:lnTo>
                <a:lnTo>
                  <a:pt x="67" y="20"/>
                </a:lnTo>
                <a:lnTo>
                  <a:pt x="63" y="24"/>
                </a:lnTo>
                <a:lnTo>
                  <a:pt x="59" y="25"/>
                </a:lnTo>
                <a:lnTo>
                  <a:pt x="55" y="25"/>
                </a:lnTo>
                <a:lnTo>
                  <a:pt x="53" y="28"/>
                </a:lnTo>
                <a:lnTo>
                  <a:pt x="52" y="33"/>
                </a:lnTo>
                <a:lnTo>
                  <a:pt x="53" y="40"/>
                </a:lnTo>
                <a:lnTo>
                  <a:pt x="55" y="44"/>
                </a:lnTo>
                <a:lnTo>
                  <a:pt x="55" y="46"/>
                </a:lnTo>
                <a:lnTo>
                  <a:pt x="55" y="50"/>
                </a:lnTo>
                <a:lnTo>
                  <a:pt x="55" y="58"/>
                </a:lnTo>
                <a:lnTo>
                  <a:pt x="55" y="66"/>
                </a:lnTo>
                <a:lnTo>
                  <a:pt x="53" y="70"/>
                </a:lnTo>
                <a:lnTo>
                  <a:pt x="52" y="73"/>
                </a:lnTo>
                <a:lnTo>
                  <a:pt x="52" y="77"/>
                </a:lnTo>
                <a:lnTo>
                  <a:pt x="52" y="81"/>
                </a:lnTo>
                <a:lnTo>
                  <a:pt x="52" y="83"/>
                </a:lnTo>
                <a:lnTo>
                  <a:pt x="49" y="85"/>
                </a:lnTo>
                <a:lnTo>
                  <a:pt x="45" y="85"/>
                </a:lnTo>
                <a:lnTo>
                  <a:pt x="40" y="85"/>
                </a:lnTo>
                <a:lnTo>
                  <a:pt x="37" y="87"/>
                </a:lnTo>
                <a:lnTo>
                  <a:pt x="30" y="90"/>
                </a:lnTo>
                <a:lnTo>
                  <a:pt x="18" y="98"/>
                </a:lnTo>
                <a:lnTo>
                  <a:pt x="10" y="98"/>
                </a:lnTo>
                <a:lnTo>
                  <a:pt x="3" y="92"/>
                </a:lnTo>
                <a:lnTo>
                  <a:pt x="0" y="85"/>
                </a:lnTo>
                <a:lnTo>
                  <a:pt x="0" y="79"/>
                </a:lnTo>
                <a:lnTo>
                  <a:pt x="4" y="74"/>
                </a:lnTo>
                <a:lnTo>
                  <a:pt x="9" y="73"/>
                </a:lnTo>
                <a:lnTo>
                  <a:pt x="9" y="66"/>
                </a:lnTo>
                <a:lnTo>
                  <a:pt x="9" y="58"/>
                </a:lnTo>
                <a:lnTo>
                  <a:pt x="4" y="54"/>
                </a:lnTo>
                <a:lnTo>
                  <a:pt x="0" y="50"/>
                </a:lnTo>
                <a:lnTo>
                  <a:pt x="2" y="44"/>
                </a:lnTo>
                <a:lnTo>
                  <a:pt x="2" y="37"/>
                </a:lnTo>
                <a:lnTo>
                  <a:pt x="4" y="32"/>
                </a:lnTo>
                <a:lnTo>
                  <a:pt x="8" y="30"/>
                </a:lnTo>
                <a:lnTo>
                  <a:pt x="12" y="29"/>
                </a:lnTo>
                <a:lnTo>
                  <a:pt x="16" y="28"/>
                </a:lnTo>
                <a:lnTo>
                  <a:pt x="21" y="25"/>
                </a:lnTo>
                <a:lnTo>
                  <a:pt x="28" y="22"/>
                </a:lnTo>
                <a:lnTo>
                  <a:pt x="32" y="19"/>
                </a:lnTo>
                <a:lnTo>
                  <a:pt x="33" y="15"/>
                </a:lnTo>
                <a:lnTo>
                  <a:pt x="31" y="14"/>
                </a:lnTo>
                <a:lnTo>
                  <a:pt x="24" y="14"/>
                </a:lnTo>
                <a:lnTo>
                  <a:pt x="24" y="9"/>
                </a:lnTo>
                <a:lnTo>
                  <a:pt x="27" y="5"/>
                </a:lnTo>
                <a:lnTo>
                  <a:pt x="32" y="3"/>
                </a:lnTo>
                <a:lnTo>
                  <a:pt x="38" y="0"/>
                </a:lnTo>
                <a:lnTo>
                  <a:pt x="45" y="0"/>
                </a:lnTo>
                <a:lnTo>
                  <a:pt x="55" y="0"/>
                </a:lnTo>
                <a:lnTo>
                  <a:pt x="59" y="0"/>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35" name="Freeform 754"/>
          <p:cNvSpPr>
            <a:spLocks/>
          </p:cNvSpPr>
          <p:nvPr/>
        </p:nvSpPr>
        <p:spPr bwMode="auto">
          <a:xfrm>
            <a:off x="4855749" y="1599346"/>
            <a:ext cx="646131" cy="983654"/>
          </a:xfrm>
          <a:custGeom>
            <a:avLst/>
            <a:gdLst>
              <a:gd name="T0" fmla="*/ 334 w 370"/>
              <a:gd name="T1" fmla="*/ 346 h 498"/>
              <a:gd name="T2" fmla="*/ 306 w 370"/>
              <a:gd name="T3" fmla="*/ 351 h 498"/>
              <a:gd name="T4" fmla="*/ 271 w 370"/>
              <a:gd name="T5" fmla="*/ 349 h 498"/>
              <a:gd name="T6" fmla="*/ 252 w 370"/>
              <a:gd name="T7" fmla="*/ 340 h 498"/>
              <a:gd name="T8" fmla="*/ 230 w 370"/>
              <a:gd name="T9" fmla="*/ 325 h 498"/>
              <a:gd name="T10" fmla="*/ 230 w 370"/>
              <a:gd name="T11" fmla="*/ 294 h 498"/>
              <a:gd name="T12" fmla="*/ 233 w 370"/>
              <a:gd name="T13" fmla="*/ 278 h 498"/>
              <a:gd name="T14" fmla="*/ 254 w 370"/>
              <a:gd name="T15" fmla="*/ 254 h 498"/>
              <a:gd name="T16" fmla="*/ 280 w 370"/>
              <a:gd name="T17" fmla="*/ 223 h 498"/>
              <a:gd name="T18" fmla="*/ 287 w 370"/>
              <a:gd name="T19" fmla="*/ 193 h 498"/>
              <a:gd name="T20" fmla="*/ 254 w 370"/>
              <a:gd name="T21" fmla="*/ 177 h 498"/>
              <a:gd name="T22" fmla="*/ 234 w 370"/>
              <a:gd name="T23" fmla="*/ 199 h 498"/>
              <a:gd name="T24" fmla="*/ 233 w 370"/>
              <a:gd name="T25" fmla="*/ 237 h 498"/>
              <a:gd name="T26" fmla="*/ 198 w 370"/>
              <a:gd name="T27" fmla="*/ 267 h 498"/>
              <a:gd name="T28" fmla="*/ 185 w 370"/>
              <a:gd name="T29" fmla="*/ 296 h 498"/>
              <a:gd name="T30" fmla="*/ 180 w 370"/>
              <a:gd name="T31" fmla="*/ 339 h 498"/>
              <a:gd name="T32" fmla="*/ 198 w 370"/>
              <a:gd name="T33" fmla="*/ 365 h 498"/>
              <a:gd name="T34" fmla="*/ 184 w 370"/>
              <a:gd name="T35" fmla="*/ 392 h 498"/>
              <a:gd name="T36" fmla="*/ 169 w 370"/>
              <a:gd name="T37" fmla="*/ 445 h 498"/>
              <a:gd name="T38" fmla="*/ 137 w 370"/>
              <a:gd name="T39" fmla="*/ 495 h 498"/>
              <a:gd name="T40" fmla="*/ 130 w 370"/>
              <a:gd name="T41" fmla="*/ 495 h 498"/>
              <a:gd name="T42" fmla="*/ 119 w 370"/>
              <a:gd name="T43" fmla="*/ 465 h 498"/>
              <a:gd name="T44" fmla="*/ 115 w 370"/>
              <a:gd name="T45" fmla="*/ 441 h 498"/>
              <a:gd name="T46" fmla="*/ 97 w 370"/>
              <a:gd name="T47" fmla="*/ 420 h 498"/>
              <a:gd name="T48" fmla="*/ 96 w 370"/>
              <a:gd name="T49" fmla="*/ 394 h 498"/>
              <a:gd name="T50" fmla="*/ 92 w 370"/>
              <a:gd name="T51" fmla="*/ 370 h 498"/>
              <a:gd name="T52" fmla="*/ 78 w 370"/>
              <a:gd name="T53" fmla="*/ 396 h 498"/>
              <a:gd name="T54" fmla="*/ 62 w 370"/>
              <a:gd name="T55" fmla="*/ 418 h 498"/>
              <a:gd name="T56" fmla="*/ 40 w 370"/>
              <a:gd name="T57" fmla="*/ 424 h 498"/>
              <a:gd name="T58" fmla="*/ 22 w 370"/>
              <a:gd name="T59" fmla="*/ 399 h 498"/>
              <a:gd name="T60" fmla="*/ 21 w 370"/>
              <a:gd name="T61" fmla="*/ 372 h 498"/>
              <a:gd name="T62" fmla="*/ 14 w 370"/>
              <a:gd name="T63" fmla="*/ 363 h 498"/>
              <a:gd name="T64" fmla="*/ 5 w 370"/>
              <a:gd name="T65" fmla="*/ 331 h 498"/>
              <a:gd name="T66" fmla="*/ 12 w 370"/>
              <a:gd name="T67" fmla="*/ 307 h 498"/>
              <a:gd name="T68" fmla="*/ 37 w 370"/>
              <a:gd name="T69" fmla="*/ 280 h 498"/>
              <a:gd name="T70" fmla="*/ 71 w 370"/>
              <a:gd name="T71" fmla="*/ 258 h 498"/>
              <a:gd name="T72" fmla="*/ 105 w 370"/>
              <a:gd name="T73" fmla="*/ 210 h 498"/>
              <a:gd name="T74" fmla="*/ 123 w 370"/>
              <a:gd name="T75" fmla="*/ 166 h 498"/>
              <a:gd name="T76" fmla="*/ 146 w 370"/>
              <a:gd name="T77" fmla="*/ 127 h 498"/>
              <a:gd name="T78" fmla="*/ 157 w 370"/>
              <a:gd name="T79" fmla="*/ 104 h 498"/>
              <a:gd name="T80" fmla="*/ 196 w 370"/>
              <a:gd name="T81" fmla="*/ 57 h 498"/>
              <a:gd name="T82" fmla="*/ 217 w 370"/>
              <a:gd name="T83" fmla="*/ 52 h 498"/>
              <a:gd name="T84" fmla="*/ 260 w 370"/>
              <a:gd name="T85" fmla="*/ 14 h 498"/>
              <a:gd name="T86" fmla="*/ 275 w 370"/>
              <a:gd name="T87" fmla="*/ 15 h 498"/>
              <a:gd name="T88" fmla="*/ 275 w 370"/>
              <a:gd name="T89" fmla="*/ 35 h 498"/>
              <a:gd name="T90" fmla="*/ 277 w 370"/>
              <a:gd name="T91" fmla="*/ 33 h 498"/>
              <a:gd name="T92" fmla="*/ 292 w 370"/>
              <a:gd name="T93" fmla="*/ 18 h 498"/>
              <a:gd name="T94" fmla="*/ 304 w 370"/>
              <a:gd name="T95" fmla="*/ 18 h 498"/>
              <a:gd name="T96" fmla="*/ 309 w 370"/>
              <a:gd name="T97" fmla="*/ 17 h 498"/>
              <a:gd name="T98" fmla="*/ 316 w 370"/>
              <a:gd name="T99" fmla="*/ 0 h 498"/>
              <a:gd name="T100" fmla="*/ 342 w 370"/>
              <a:gd name="T101" fmla="*/ 18 h 498"/>
              <a:gd name="T102" fmla="*/ 350 w 370"/>
              <a:gd name="T103" fmla="*/ 25 h 498"/>
              <a:gd name="T104" fmla="*/ 342 w 370"/>
              <a:gd name="T105" fmla="*/ 63 h 498"/>
              <a:gd name="T106" fmla="*/ 322 w 370"/>
              <a:gd name="T107" fmla="*/ 98 h 498"/>
              <a:gd name="T108" fmla="*/ 334 w 370"/>
              <a:gd name="T109" fmla="*/ 107 h 498"/>
              <a:gd name="T110" fmla="*/ 345 w 370"/>
              <a:gd name="T111" fmla="*/ 143 h 498"/>
              <a:gd name="T112" fmla="*/ 349 w 370"/>
              <a:gd name="T113" fmla="*/ 191 h 498"/>
              <a:gd name="T114" fmla="*/ 362 w 370"/>
              <a:gd name="T115" fmla="*/ 219 h 498"/>
              <a:gd name="T116" fmla="*/ 369 w 370"/>
              <a:gd name="T117" fmla="*/ 267 h 498"/>
              <a:gd name="T118" fmla="*/ 362 w 370"/>
              <a:gd name="T119" fmla="*/ 298 h 4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70"/>
              <a:gd name="T181" fmla="*/ 0 h 498"/>
              <a:gd name="T182" fmla="*/ 370 w 370"/>
              <a:gd name="T183" fmla="*/ 498 h 49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70" h="498">
                <a:moveTo>
                  <a:pt x="346" y="327"/>
                </a:moveTo>
                <a:lnTo>
                  <a:pt x="341" y="335"/>
                </a:lnTo>
                <a:lnTo>
                  <a:pt x="334" y="346"/>
                </a:lnTo>
                <a:lnTo>
                  <a:pt x="326" y="354"/>
                </a:lnTo>
                <a:lnTo>
                  <a:pt x="319" y="356"/>
                </a:lnTo>
                <a:lnTo>
                  <a:pt x="306" y="351"/>
                </a:lnTo>
                <a:lnTo>
                  <a:pt x="285" y="351"/>
                </a:lnTo>
                <a:lnTo>
                  <a:pt x="275" y="351"/>
                </a:lnTo>
                <a:lnTo>
                  <a:pt x="271" y="349"/>
                </a:lnTo>
                <a:lnTo>
                  <a:pt x="268" y="346"/>
                </a:lnTo>
                <a:lnTo>
                  <a:pt x="263" y="342"/>
                </a:lnTo>
                <a:lnTo>
                  <a:pt x="252" y="340"/>
                </a:lnTo>
                <a:lnTo>
                  <a:pt x="243" y="342"/>
                </a:lnTo>
                <a:lnTo>
                  <a:pt x="235" y="338"/>
                </a:lnTo>
                <a:lnTo>
                  <a:pt x="230" y="325"/>
                </a:lnTo>
                <a:lnTo>
                  <a:pt x="228" y="317"/>
                </a:lnTo>
                <a:lnTo>
                  <a:pt x="230" y="307"/>
                </a:lnTo>
                <a:lnTo>
                  <a:pt x="230" y="294"/>
                </a:lnTo>
                <a:lnTo>
                  <a:pt x="230" y="283"/>
                </a:lnTo>
                <a:lnTo>
                  <a:pt x="230" y="280"/>
                </a:lnTo>
                <a:lnTo>
                  <a:pt x="233" y="278"/>
                </a:lnTo>
                <a:lnTo>
                  <a:pt x="235" y="274"/>
                </a:lnTo>
                <a:lnTo>
                  <a:pt x="241" y="270"/>
                </a:lnTo>
                <a:lnTo>
                  <a:pt x="254" y="254"/>
                </a:lnTo>
                <a:lnTo>
                  <a:pt x="260" y="241"/>
                </a:lnTo>
                <a:lnTo>
                  <a:pt x="266" y="232"/>
                </a:lnTo>
                <a:lnTo>
                  <a:pt x="280" y="223"/>
                </a:lnTo>
                <a:lnTo>
                  <a:pt x="285" y="215"/>
                </a:lnTo>
                <a:lnTo>
                  <a:pt x="289" y="205"/>
                </a:lnTo>
                <a:lnTo>
                  <a:pt x="287" y="193"/>
                </a:lnTo>
                <a:lnTo>
                  <a:pt x="280" y="183"/>
                </a:lnTo>
                <a:lnTo>
                  <a:pt x="267" y="177"/>
                </a:lnTo>
                <a:lnTo>
                  <a:pt x="254" y="177"/>
                </a:lnTo>
                <a:lnTo>
                  <a:pt x="243" y="181"/>
                </a:lnTo>
                <a:lnTo>
                  <a:pt x="235" y="188"/>
                </a:lnTo>
                <a:lnTo>
                  <a:pt x="234" y="199"/>
                </a:lnTo>
                <a:lnTo>
                  <a:pt x="234" y="214"/>
                </a:lnTo>
                <a:lnTo>
                  <a:pt x="234" y="227"/>
                </a:lnTo>
                <a:lnTo>
                  <a:pt x="233" y="237"/>
                </a:lnTo>
                <a:lnTo>
                  <a:pt x="222" y="250"/>
                </a:lnTo>
                <a:lnTo>
                  <a:pt x="207" y="262"/>
                </a:lnTo>
                <a:lnTo>
                  <a:pt x="198" y="267"/>
                </a:lnTo>
                <a:lnTo>
                  <a:pt x="192" y="271"/>
                </a:lnTo>
                <a:lnTo>
                  <a:pt x="187" y="280"/>
                </a:lnTo>
                <a:lnTo>
                  <a:pt x="185" y="296"/>
                </a:lnTo>
                <a:lnTo>
                  <a:pt x="182" y="315"/>
                </a:lnTo>
                <a:lnTo>
                  <a:pt x="179" y="328"/>
                </a:lnTo>
                <a:lnTo>
                  <a:pt x="180" y="339"/>
                </a:lnTo>
                <a:lnTo>
                  <a:pt x="185" y="349"/>
                </a:lnTo>
                <a:lnTo>
                  <a:pt x="191" y="357"/>
                </a:lnTo>
                <a:lnTo>
                  <a:pt x="198" y="365"/>
                </a:lnTo>
                <a:lnTo>
                  <a:pt x="200" y="370"/>
                </a:lnTo>
                <a:lnTo>
                  <a:pt x="198" y="377"/>
                </a:lnTo>
                <a:lnTo>
                  <a:pt x="184" y="392"/>
                </a:lnTo>
                <a:lnTo>
                  <a:pt x="172" y="407"/>
                </a:lnTo>
                <a:lnTo>
                  <a:pt x="171" y="426"/>
                </a:lnTo>
                <a:lnTo>
                  <a:pt x="169" y="445"/>
                </a:lnTo>
                <a:lnTo>
                  <a:pt x="159" y="471"/>
                </a:lnTo>
                <a:lnTo>
                  <a:pt x="146" y="488"/>
                </a:lnTo>
                <a:lnTo>
                  <a:pt x="137" y="495"/>
                </a:lnTo>
                <a:lnTo>
                  <a:pt x="133" y="497"/>
                </a:lnTo>
                <a:lnTo>
                  <a:pt x="132" y="497"/>
                </a:lnTo>
                <a:lnTo>
                  <a:pt x="130" y="495"/>
                </a:lnTo>
                <a:lnTo>
                  <a:pt x="127" y="491"/>
                </a:lnTo>
                <a:lnTo>
                  <a:pt x="123" y="482"/>
                </a:lnTo>
                <a:lnTo>
                  <a:pt x="119" y="465"/>
                </a:lnTo>
                <a:lnTo>
                  <a:pt x="118" y="450"/>
                </a:lnTo>
                <a:lnTo>
                  <a:pt x="117" y="443"/>
                </a:lnTo>
                <a:lnTo>
                  <a:pt x="115" y="441"/>
                </a:lnTo>
                <a:lnTo>
                  <a:pt x="110" y="438"/>
                </a:lnTo>
                <a:lnTo>
                  <a:pt x="103" y="431"/>
                </a:lnTo>
                <a:lnTo>
                  <a:pt x="97" y="420"/>
                </a:lnTo>
                <a:lnTo>
                  <a:pt x="94" y="413"/>
                </a:lnTo>
                <a:lnTo>
                  <a:pt x="95" y="405"/>
                </a:lnTo>
                <a:lnTo>
                  <a:pt x="96" y="394"/>
                </a:lnTo>
                <a:lnTo>
                  <a:pt x="96" y="374"/>
                </a:lnTo>
                <a:lnTo>
                  <a:pt x="94" y="370"/>
                </a:lnTo>
                <a:lnTo>
                  <a:pt x="92" y="370"/>
                </a:lnTo>
                <a:lnTo>
                  <a:pt x="89" y="374"/>
                </a:lnTo>
                <a:lnTo>
                  <a:pt x="85" y="382"/>
                </a:lnTo>
                <a:lnTo>
                  <a:pt x="78" y="396"/>
                </a:lnTo>
                <a:lnTo>
                  <a:pt x="71" y="402"/>
                </a:lnTo>
                <a:lnTo>
                  <a:pt x="66" y="408"/>
                </a:lnTo>
                <a:lnTo>
                  <a:pt x="62" y="418"/>
                </a:lnTo>
                <a:lnTo>
                  <a:pt x="53" y="426"/>
                </a:lnTo>
                <a:lnTo>
                  <a:pt x="46" y="426"/>
                </a:lnTo>
                <a:lnTo>
                  <a:pt x="40" y="424"/>
                </a:lnTo>
                <a:lnTo>
                  <a:pt x="30" y="413"/>
                </a:lnTo>
                <a:lnTo>
                  <a:pt x="25" y="405"/>
                </a:lnTo>
                <a:lnTo>
                  <a:pt x="22" y="399"/>
                </a:lnTo>
                <a:lnTo>
                  <a:pt x="21" y="392"/>
                </a:lnTo>
                <a:lnTo>
                  <a:pt x="21" y="380"/>
                </a:lnTo>
                <a:lnTo>
                  <a:pt x="21" y="372"/>
                </a:lnTo>
                <a:lnTo>
                  <a:pt x="21" y="368"/>
                </a:lnTo>
                <a:lnTo>
                  <a:pt x="18" y="366"/>
                </a:lnTo>
                <a:lnTo>
                  <a:pt x="14" y="363"/>
                </a:lnTo>
                <a:lnTo>
                  <a:pt x="9" y="351"/>
                </a:lnTo>
                <a:lnTo>
                  <a:pt x="8" y="338"/>
                </a:lnTo>
                <a:lnTo>
                  <a:pt x="5" y="331"/>
                </a:lnTo>
                <a:lnTo>
                  <a:pt x="0" y="327"/>
                </a:lnTo>
                <a:lnTo>
                  <a:pt x="3" y="318"/>
                </a:lnTo>
                <a:lnTo>
                  <a:pt x="12" y="307"/>
                </a:lnTo>
                <a:lnTo>
                  <a:pt x="18" y="299"/>
                </a:lnTo>
                <a:lnTo>
                  <a:pt x="27" y="289"/>
                </a:lnTo>
                <a:lnTo>
                  <a:pt x="37" y="280"/>
                </a:lnTo>
                <a:lnTo>
                  <a:pt x="46" y="276"/>
                </a:lnTo>
                <a:lnTo>
                  <a:pt x="60" y="272"/>
                </a:lnTo>
                <a:lnTo>
                  <a:pt x="71" y="258"/>
                </a:lnTo>
                <a:lnTo>
                  <a:pt x="80" y="241"/>
                </a:lnTo>
                <a:lnTo>
                  <a:pt x="94" y="226"/>
                </a:lnTo>
                <a:lnTo>
                  <a:pt x="105" y="210"/>
                </a:lnTo>
                <a:lnTo>
                  <a:pt x="110" y="193"/>
                </a:lnTo>
                <a:lnTo>
                  <a:pt x="115" y="181"/>
                </a:lnTo>
                <a:lnTo>
                  <a:pt x="123" y="166"/>
                </a:lnTo>
                <a:lnTo>
                  <a:pt x="132" y="148"/>
                </a:lnTo>
                <a:lnTo>
                  <a:pt x="142" y="134"/>
                </a:lnTo>
                <a:lnTo>
                  <a:pt x="146" y="127"/>
                </a:lnTo>
                <a:lnTo>
                  <a:pt x="148" y="122"/>
                </a:lnTo>
                <a:lnTo>
                  <a:pt x="148" y="116"/>
                </a:lnTo>
                <a:lnTo>
                  <a:pt x="157" y="104"/>
                </a:lnTo>
                <a:lnTo>
                  <a:pt x="179" y="79"/>
                </a:lnTo>
                <a:lnTo>
                  <a:pt x="191" y="64"/>
                </a:lnTo>
                <a:lnTo>
                  <a:pt x="196" y="57"/>
                </a:lnTo>
                <a:lnTo>
                  <a:pt x="203" y="55"/>
                </a:lnTo>
                <a:lnTo>
                  <a:pt x="212" y="54"/>
                </a:lnTo>
                <a:lnTo>
                  <a:pt x="217" y="52"/>
                </a:lnTo>
                <a:lnTo>
                  <a:pt x="226" y="39"/>
                </a:lnTo>
                <a:lnTo>
                  <a:pt x="240" y="27"/>
                </a:lnTo>
                <a:lnTo>
                  <a:pt x="260" y="14"/>
                </a:lnTo>
                <a:lnTo>
                  <a:pt x="274" y="2"/>
                </a:lnTo>
                <a:lnTo>
                  <a:pt x="278" y="5"/>
                </a:lnTo>
                <a:lnTo>
                  <a:pt x="275" y="15"/>
                </a:lnTo>
                <a:lnTo>
                  <a:pt x="275" y="22"/>
                </a:lnTo>
                <a:lnTo>
                  <a:pt x="275" y="29"/>
                </a:lnTo>
                <a:lnTo>
                  <a:pt x="275" y="35"/>
                </a:lnTo>
                <a:lnTo>
                  <a:pt x="275" y="38"/>
                </a:lnTo>
                <a:lnTo>
                  <a:pt x="275" y="37"/>
                </a:lnTo>
                <a:lnTo>
                  <a:pt x="277" y="33"/>
                </a:lnTo>
                <a:lnTo>
                  <a:pt x="282" y="25"/>
                </a:lnTo>
                <a:lnTo>
                  <a:pt x="287" y="19"/>
                </a:lnTo>
                <a:lnTo>
                  <a:pt x="292" y="18"/>
                </a:lnTo>
                <a:lnTo>
                  <a:pt x="296" y="18"/>
                </a:lnTo>
                <a:lnTo>
                  <a:pt x="301" y="17"/>
                </a:lnTo>
                <a:lnTo>
                  <a:pt x="304" y="18"/>
                </a:lnTo>
                <a:lnTo>
                  <a:pt x="304" y="25"/>
                </a:lnTo>
                <a:lnTo>
                  <a:pt x="306" y="26"/>
                </a:lnTo>
                <a:lnTo>
                  <a:pt x="309" y="17"/>
                </a:lnTo>
                <a:lnTo>
                  <a:pt x="310" y="9"/>
                </a:lnTo>
                <a:lnTo>
                  <a:pt x="312" y="2"/>
                </a:lnTo>
                <a:lnTo>
                  <a:pt x="316" y="0"/>
                </a:lnTo>
                <a:lnTo>
                  <a:pt x="319" y="4"/>
                </a:lnTo>
                <a:lnTo>
                  <a:pt x="328" y="15"/>
                </a:lnTo>
                <a:lnTo>
                  <a:pt x="342" y="18"/>
                </a:lnTo>
                <a:lnTo>
                  <a:pt x="344" y="18"/>
                </a:lnTo>
                <a:lnTo>
                  <a:pt x="348" y="20"/>
                </a:lnTo>
                <a:lnTo>
                  <a:pt x="350" y="25"/>
                </a:lnTo>
                <a:lnTo>
                  <a:pt x="351" y="33"/>
                </a:lnTo>
                <a:lnTo>
                  <a:pt x="353" y="47"/>
                </a:lnTo>
                <a:lnTo>
                  <a:pt x="342" y="63"/>
                </a:lnTo>
                <a:lnTo>
                  <a:pt x="331" y="77"/>
                </a:lnTo>
                <a:lnTo>
                  <a:pt x="324" y="90"/>
                </a:lnTo>
                <a:lnTo>
                  <a:pt x="322" y="98"/>
                </a:lnTo>
                <a:lnTo>
                  <a:pt x="324" y="102"/>
                </a:lnTo>
                <a:lnTo>
                  <a:pt x="329" y="104"/>
                </a:lnTo>
                <a:lnTo>
                  <a:pt x="334" y="107"/>
                </a:lnTo>
                <a:lnTo>
                  <a:pt x="340" y="113"/>
                </a:lnTo>
                <a:lnTo>
                  <a:pt x="344" y="124"/>
                </a:lnTo>
                <a:lnTo>
                  <a:pt x="345" y="143"/>
                </a:lnTo>
                <a:lnTo>
                  <a:pt x="345" y="165"/>
                </a:lnTo>
                <a:lnTo>
                  <a:pt x="347" y="180"/>
                </a:lnTo>
                <a:lnTo>
                  <a:pt x="349" y="191"/>
                </a:lnTo>
                <a:lnTo>
                  <a:pt x="352" y="200"/>
                </a:lnTo>
                <a:lnTo>
                  <a:pt x="357" y="208"/>
                </a:lnTo>
                <a:lnTo>
                  <a:pt x="362" y="219"/>
                </a:lnTo>
                <a:lnTo>
                  <a:pt x="364" y="230"/>
                </a:lnTo>
                <a:lnTo>
                  <a:pt x="367" y="247"/>
                </a:lnTo>
                <a:lnTo>
                  <a:pt x="369" y="267"/>
                </a:lnTo>
                <a:lnTo>
                  <a:pt x="367" y="280"/>
                </a:lnTo>
                <a:lnTo>
                  <a:pt x="366" y="290"/>
                </a:lnTo>
                <a:lnTo>
                  <a:pt x="362" y="298"/>
                </a:lnTo>
                <a:lnTo>
                  <a:pt x="355" y="311"/>
                </a:lnTo>
                <a:lnTo>
                  <a:pt x="346" y="327"/>
                </a:lnTo>
              </a:path>
            </a:pathLst>
          </a:custGeom>
          <a:solidFill>
            <a:schemeClr val="tx1"/>
          </a:solidFill>
          <a:ln w="12700" cap="rnd">
            <a:solidFill>
              <a:srgbClr val="EF91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36" name="Freeform 755"/>
          <p:cNvSpPr>
            <a:spLocks/>
          </p:cNvSpPr>
          <p:nvPr/>
        </p:nvSpPr>
        <p:spPr bwMode="auto">
          <a:xfrm>
            <a:off x="4899407" y="3043224"/>
            <a:ext cx="90808" cy="82959"/>
          </a:xfrm>
          <a:custGeom>
            <a:avLst/>
            <a:gdLst>
              <a:gd name="T0" fmla="*/ 51 w 52"/>
              <a:gd name="T1" fmla="*/ 18 h 42"/>
              <a:gd name="T2" fmla="*/ 46 w 52"/>
              <a:gd name="T3" fmla="*/ 23 h 42"/>
              <a:gd name="T4" fmla="*/ 43 w 52"/>
              <a:gd name="T5" fmla="*/ 29 h 42"/>
              <a:gd name="T6" fmla="*/ 43 w 52"/>
              <a:gd name="T7" fmla="*/ 31 h 42"/>
              <a:gd name="T8" fmla="*/ 34 w 52"/>
              <a:gd name="T9" fmla="*/ 29 h 42"/>
              <a:gd name="T10" fmla="*/ 30 w 52"/>
              <a:gd name="T11" fmla="*/ 40 h 42"/>
              <a:gd name="T12" fmla="*/ 30 w 52"/>
              <a:gd name="T13" fmla="*/ 38 h 42"/>
              <a:gd name="T14" fmla="*/ 30 w 52"/>
              <a:gd name="T15" fmla="*/ 35 h 42"/>
              <a:gd name="T16" fmla="*/ 28 w 52"/>
              <a:gd name="T17" fmla="*/ 32 h 42"/>
              <a:gd name="T18" fmla="*/ 26 w 52"/>
              <a:gd name="T19" fmla="*/ 35 h 42"/>
              <a:gd name="T20" fmla="*/ 23 w 52"/>
              <a:gd name="T21" fmla="*/ 38 h 42"/>
              <a:gd name="T22" fmla="*/ 19 w 52"/>
              <a:gd name="T23" fmla="*/ 40 h 42"/>
              <a:gd name="T24" fmla="*/ 18 w 52"/>
              <a:gd name="T25" fmla="*/ 41 h 42"/>
              <a:gd name="T26" fmla="*/ 10 w 52"/>
              <a:gd name="T27" fmla="*/ 41 h 42"/>
              <a:gd name="T28" fmla="*/ 3 w 52"/>
              <a:gd name="T29" fmla="*/ 40 h 42"/>
              <a:gd name="T30" fmla="*/ 2 w 52"/>
              <a:gd name="T31" fmla="*/ 35 h 42"/>
              <a:gd name="T32" fmla="*/ 1 w 52"/>
              <a:gd name="T33" fmla="*/ 31 h 42"/>
              <a:gd name="T34" fmla="*/ 0 w 52"/>
              <a:gd name="T35" fmla="*/ 25 h 42"/>
              <a:gd name="T36" fmla="*/ 1 w 52"/>
              <a:gd name="T37" fmla="*/ 14 h 42"/>
              <a:gd name="T38" fmla="*/ 10 w 52"/>
              <a:gd name="T39" fmla="*/ 6 h 42"/>
              <a:gd name="T40" fmla="*/ 16 w 52"/>
              <a:gd name="T41" fmla="*/ 1 h 42"/>
              <a:gd name="T42" fmla="*/ 18 w 52"/>
              <a:gd name="T43" fmla="*/ 0 h 42"/>
              <a:gd name="T44" fmla="*/ 19 w 52"/>
              <a:gd name="T45" fmla="*/ 1 h 42"/>
              <a:gd name="T46" fmla="*/ 19 w 52"/>
              <a:gd name="T47" fmla="*/ 2 h 42"/>
              <a:gd name="T48" fmla="*/ 24 w 52"/>
              <a:gd name="T49" fmla="*/ 2 h 42"/>
              <a:gd name="T50" fmla="*/ 34 w 52"/>
              <a:gd name="T51" fmla="*/ 0 h 42"/>
              <a:gd name="T52" fmla="*/ 42 w 52"/>
              <a:gd name="T53" fmla="*/ 2 h 42"/>
              <a:gd name="T54" fmla="*/ 44 w 52"/>
              <a:gd name="T55" fmla="*/ 6 h 42"/>
              <a:gd name="T56" fmla="*/ 42 w 52"/>
              <a:gd name="T57" fmla="*/ 16 h 42"/>
              <a:gd name="T58" fmla="*/ 51 w 52"/>
              <a:gd name="T59" fmla="*/ 18 h 4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
              <a:gd name="T91" fmla="*/ 0 h 42"/>
              <a:gd name="T92" fmla="*/ 52 w 52"/>
              <a:gd name="T93" fmla="*/ 42 h 4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 h="42">
                <a:moveTo>
                  <a:pt x="51" y="18"/>
                </a:moveTo>
                <a:lnTo>
                  <a:pt x="46" y="23"/>
                </a:lnTo>
                <a:lnTo>
                  <a:pt x="43" y="29"/>
                </a:lnTo>
                <a:lnTo>
                  <a:pt x="43" y="31"/>
                </a:lnTo>
                <a:lnTo>
                  <a:pt x="34" y="29"/>
                </a:lnTo>
                <a:lnTo>
                  <a:pt x="30" y="40"/>
                </a:lnTo>
                <a:lnTo>
                  <a:pt x="30" y="38"/>
                </a:lnTo>
                <a:lnTo>
                  <a:pt x="30" y="35"/>
                </a:lnTo>
                <a:lnTo>
                  <a:pt x="28" y="32"/>
                </a:lnTo>
                <a:lnTo>
                  <a:pt x="26" y="35"/>
                </a:lnTo>
                <a:lnTo>
                  <a:pt x="23" y="38"/>
                </a:lnTo>
                <a:lnTo>
                  <a:pt x="19" y="40"/>
                </a:lnTo>
                <a:lnTo>
                  <a:pt x="18" y="41"/>
                </a:lnTo>
                <a:lnTo>
                  <a:pt x="10" y="41"/>
                </a:lnTo>
                <a:lnTo>
                  <a:pt x="3" y="40"/>
                </a:lnTo>
                <a:lnTo>
                  <a:pt x="2" y="35"/>
                </a:lnTo>
                <a:lnTo>
                  <a:pt x="1" y="31"/>
                </a:lnTo>
                <a:lnTo>
                  <a:pt x="0" y="25"/>
                </a:lnTo>
                <a:lnTo>
                  <a:pt x="1" y="14"/>
                </a:lnTo>
                <a:lnTo>
                  <a:pt x="10" y="6"/>
                </a:lnTo>
                <a:lnTo>
                  <a:pt x="16" y="1"/>
                </a:lnTo>
                <a:lnTo>
                  <a:pt x="18" y="0"/>
                </a:lnTo>
                <a:lnTo>
                  <a:pt x="19" y="1"/>
                </a:lnTo>
                <a:lnTo>
                  <a:pt x="19" y="2"/>
                </a:lnTo>
                <a:lnTo>
                  <a:pt x="24" y="2"/>
                </a:lnTo>
                <a:lnTo>
                  <a:pt x="34" y="0"/>
                </a:lnTo>
                <a:lnTo>
                  <a:pt x="42" y="2"/>
                </a:lnTo>
                <a:lnTo>
                  <a:pt x="44" y="6"/>
                </a:lnTo>
                <a:lnTo>
                  <a:pt x="42" y="16"/>
                </a:lnTo>
                <a:lnTo>
                  <a:pt x="51" y="18"/>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37" name="Freeform 756"/>
          <p:cNvSpPr>
            <a:spLocks/>
          </p:cNvSpPr>
          <p:nvPr/>
        </p:nvSpPr>
        <p:spPr bwMode="auto">
          <a:xfrm>
            <a:off x="5229457" y="1694156"/>
            <a:ext cx="729953" cy="1742135"/>
          </a:xfrm>
          <a:custGeom>
            <a:avLst/>
            <a:gdLst>
              <a:gd name="T0" fmla="*/ 394 w 418"/>
              <a:gd name="T1" fmla="*/ 81 h 882"/>
              <a:gd name="T2" fmla="*/ 360 w 418"/>
              <a:gd name="T3" fmla="*/ 95 h 882"/>
              <a:gd name="T4" fmla="*/ 361 w 418"/>
              <a:gd name="T5" fmla="*/ 48 h 882"/>
              <a:gd name="T6" fmla="*/ 329 w 418"/>
              <a:gd name="T7" fmla="*/ 35 h 882"/>
              <a:gd name="T8" fmla="*/ 332 w 418"/>
              <a:gd name="T9" fmla="*/ 56 h 882"/>
              <a:gd name="T10" fmla="*/ 336 w 418"/>
              <a:gd name="T11" fmla="*/ 88 h 882"/>
              <a:gd name="T12" fmla="*/ 340 w 418"/>
              <a:gd name="T13" fmla="*/ 109 h 882"/>
              <a:gd name="T14" fmla="*/ 320 w 418"/>
              <a:gd name="T15" fmla="*/ 109 h 882"/>
              <a:gd name="T16" fmla="*/ 287 w 418"/>
              <a:gd name="T17" fmla="*/ 137 h 882"/>
              <a:gd name="T18" fmla="*/ 290 w 418"/>
              <a:gd name="T19" fmla="*/ 159 h 882"/>
              <a:gd name="T20" fmla="*/ 259 w 418"/>
              <a:gd name="T21" fmla="*/ 153 h 882"/>
              <a:gd name="T22" fmla="*/ 238 w 418"/>
              <a:gd name="T23" fmla="*/ 164 h 882"/>
              <a:gd name="T24" fmla="*/ 260 w 418"/>
              <a:gd name="T25" fmla="*/ 195 h 882"/>
              <a:gd name="T26" fmla="*/ 220 w 418"/>
              <a:gd name="T27" fmla="*/ 181 h 882"/>
              <a:gd name="T28" fmla="*/ 200 w 418"/>
              <a:gd name="T29" fmla="*/ 127 h 882"/>
              <a:gd name="T30" fmla="*/ 183 w 418"/>
              <a:gd name="T31" fmla="*/ 102 h 882"/>
              <a:gd name="T32" fmla="*/ 208 w 418"/>
              <a:gd name="T33" fmla="*/ 100 h 882"/>
              <a:gd name="T34" fmla="*/ 285 w 418"/>
              <a:gd name="T35" fmla="*/ 113 h 882"/>
              <a:gd name="T36" fmla="*/ 274 w 418"/>
              <a:gd name="T37" fmla="*/ 60 h 882"/>
              <a:gd name="T38" fmla="*/ 206 w 418"/>
              <a:gd name="T39" fmla="*/ 26 h 882"/>
              <a:gd name="T40" fmla="*/ 176 w 418"/>
              <a:gd name="T41" fmla="*/ 17 h 882"/>
              <a:gd name="T42" fmla="*/ 176 w 418"/>
              <a:gd name="T43" fmla="*/ 0 h 882"/>
              <a:gd name="T44" fmla="*/ 154 w 418"/>
              <a:gd name="T45" fmla="*/ 7 h 882"/>
              <a:gd name="T46" fmla="*/ 117 w 418"/>
              <a:gd name="T47" fmla="*/ 31 h 882"/>
              <a:gd name="T48" fmla="*/ 116 w 418"/>
              <a:gd name="T49" fmla="*/ 58 h 882"/>
              <a:gd name="T50" fmla="*/ 131 w 418"/>
              <a:gd name="T51" fmla="*/ 97 h 882"/>
              <a:gd name="T52" fmla="*/ 140 w 418"/>
              <a:gd name="T53" fmla="*/ 155 h 882"/>
              <a:gd name="T54" fmla="*/ 156 w 418"/>
              <a:gd name="T55" fmla="*/ 204 h 882"/>
              <a:gd name="T56" fmla="*/ 149 w 418"/>
              <a:gd name="T57" fmla="*/ 254 h 882"/>
              <a:gd name="T58" fmla="*/ 116 w 418"/>
              <a:gd name="T59" fmla="*/ 310 h 882"/>
              <a:gd name="T60" fmla="*/ 154 w 418"/>
              <a:gd name="T61" fmla="*/ 321 h 882"/>
              <a:gd name="T62" fmla="*/ 125 w 418"/>
              <a:gd name="T63" fmla="*/ 330 h 882"/>
              <a:gd name="T64" fmla="*/ 87 w 418"/>
              <a:gd name="T65" fmla="*/ 334 h 882"/>
              <a:gd name="T66" fmla="*/ 62 w 418"/>
              <a:gd name="T67" fmla="*/ 359 h 882"/>
              <a:gd name="T68" fmla="*/ 71 w 418"/>
              <a:gd name="T69" fmla="*/ 397 h 882"/>
              <a:gd name="T70" fmla="*/ 41 w 418"/>
              <a:gd name="T71" fmla="*/ 388 h 882"/>
              <a:gd name="T72" fmla="*/ 21 w 418"/>
              <a:gd name="T73" fmla="*/ 415 h 882"/>
              <a:gd name="T74" fmla="*/ 10 w 418"/>
              <a:gd name="T75" fmla="*/ 469 h 882"/>
              <a:gd name="T76" fmla="*/ 62 w 418"/>
              <a:gd name="T77" fmla="*/ 499 h 882"/>
              <a:gd name="T78" fmla="*/ 70 w 418"/>
              <a:gd name="T79" fmla="*/ 545 h 882"/>
              <a:gd name="T80" fmla="*/ 73 w 418"/>
              <a:gd name="T81" fmla="*/ 597 h 882"/>
              <a:gd name="T82" fmla="*/ 53 w 418"/>
              <a:gd name="T83" fmla="*/ 634 h 882"/>
              <a:gd name="T84" fmla="*/ 63 w 418"/>
              <a:gd name="T85" fmla="*/ 670 h 882"/>
              <a:gd name="T86" fmla="*/ 136 w 418"/>
              <a:gd name="T87" fmla="*/ 675 h 882"/>
              <a:gd name="T88" fmla="*/ 161 w 418"/>
              <a:gd name="T89" fmla="*/ 741 h 882"/>
              <a:gd name="T90" fmla="*/ 162 w 418"/>
              <a:gd name="T91" fmla="*/ 761 h 882"/>
              <a:gd name="T92" fmla="*/ 149 w 418"/>
              <a:gd name="T93" fmla="*/ 828 h 882"/>
              <a:gd name="T94" fmla="*/ 224 w 418"/>
              <a:gd name="T95" fmla="*/ 830 h 882"/>
              <a:gd name="T96" fmla="*/ 245 w 418"/>
              <a:gd name="T97" fmla="*/ 816 h 882"/>
              <a:gd name="T98" fmla="*/ 302 w 418"/>
              <a:gd name="T99" fmla="*/ 851 h 882"/>
              <a:gd name="T100" fmla="*/ 377 w 418"/>
              <a:gd name="T101" fmla="*/ 849 h 882"/>
              <a:gd name="T102" fmla="*/ 417 w 418"/>
              <a:gd name="T103" fmla="*/ 881 h 88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18"/>
              <a:gd name="T157" fmla="*/ 0 h 882"/>
              <a:gd name="T158" fmla="*/ 418 w 418"/>
              <a:gd name="T159" fmla="*/ 882 h 88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18" h="882">
                <a:moveTo>
                  <a:pt x="417" y="64"/>
                </a:moveTo>
                <a:lnTo>
                  <a:pt x="410" y="67"/>
                </a:lnTo>
                <a:lnTo>
                  <a:pt x="404" y="71"/>
                </a:lnTo>
                <a:lnTo>
                  <a:pt x="394" y="81"/>
                </a:lnTo>
                <a:lnTo>
                  <a:pt x="387" y="93"/>
                </a:lnTo>
                <a:lnTo>
                  <a:pt x="382" y="102"/>
                </a:lnTo>
                <a:lnTo>
                  <a:pt x="375" y="102"/>
                </a:lnTo>
                <a:lnTo>
                  <a:pt x="360" y="95"/>
                </a:lnTo>
                <a:lnTo>
                  <a:pt x="358" y="83"/>
                </a:lnTo>
                <a:lnTo>
                  <a:pt x="364" y="71"/>
                </a:lnTo>
                <a:lnTo>
                  <a:pt x="365" y="55"/>
                </a:lnTo>
                <a:lnTo>
                  <a:pt x="361" y="48"/>
                </a:lnTo>
                <a:lnTo>
                  <a:pt x="356" y="44"/>
                </a:lnTo>
                <a:lnTo>
                  <a:pt x="349" y="41"/>
                </a:lnTo>
                <a:lnTo>
                  <a:pt x="340" y="38"/>
                </a:lnTo>
                <a:lnTo>
                  <a:pt x="329" y="35"/>
                </a:lnTo>
                <a:lnTo>
                  <a:pt x="320" y="34"/>
                </a:lnTo>
                <a:lnTo>
                  <a:pt x="317" y="36"/>
                </a:lnTo>
                <a:lnTo>
                  <a:pt x="323" y="47"/>
                </a:lnTo>
                <a:lnTo>
                  <a:pt x="332" y="56"/>
                </a:lnTo>
                <a:lnTo>
                  <a:pt x="334" y="63"/>
                </a:lnTo>
                <a:lnTo>
                  <a:pt x="334" y="70"/>
                </a:lnTo>
                <a:lnTo>
                  <a:pt x="332" y="81"/>
                </a:lnTo>
                <a:lnTo>
                  <a:pt x="336" y="88"/>
                </a:lnTo>
                <a:lnTo>
                  <a:pt x="339" y="90"/>
                </a:lnTo>
                <a:lnTo>
                  <a:pt x="342" y="90"/>
                </a:lnTo>
                <a:lnTo>
                  <a:pt x="341" y="97"/>
                </a:lnTo>
                <a:lnTo>
                  <a:pt x="340" y="109"/>
                </a:lnTo>
                <a:lnTo>
                  <a:pt x="339" y="119"/>
                </a:lnTo>
                <a:lnTo>
                  <a:pt x="336" y="122"/>
                </a:lnTo>
                <a:lnTo>
                  <a:pt x="330" y="116"/>
                </a:lnTo>
                <a:lnTo>
                  <a:pt x="320" y="109"/>
                </a:lnTo>
                <a:lnTo>
                  <a:pt x="313" y="112"/>
                </a:lnTo>
                <a:lnTo>
                  <a:pt x="304" y="120"/>
                </a:lnTo>
                <a:lnTo>
                  <a:pt x="296" y="130"/>
                </a:lnTo>
                <a:lnTo>
                  <a:pt x="287" y="137"/>
                </a:lnTo>
                <a:lnTo>
                  <a:pt x="279" y="143"/>
                </a:lnTo>
                <a:lnTo>
                  <a:pt x="276" y="147"/>
                </a:lnTo>
                <a:lnTo>
                  <a:pt x="282" y="152"/>
                </a:lnTo>
                <a:lnTo>
                  <a:pt x="290" y="159"/>
                </a:lnTo>
                <a:lnTo>
                  <a:pt x="290" y="164"/>
                </a:lnTo>
                <a:lnTo>
                  <a:pt x="284" y="164"/>
                </a:lnTo>
                <a:lnTo>
                  <a:pt x="272" y="159"/>
                </a:lnTo>
                <a:lnTo>
                  <a:pt x="259" y="153"/>
                </a:lnTo>
                <a:lnTo>
                  <a:pt x="252" y="151"/>
                </a:lnTo>
                <a:lnTo>
                  <a:pt x="245" y="152"/>
                </a:lnTo>
                <a:lnTo>
                  <a:pt x="242" y="157"/>
                </a:lnTo>
                <a:lnTo>
                  <a:pt x="238" y="164"/>
                </a:lnTo>
                <a:lnTo>
                  <a:pt x="240" y="169"/>
                </a:lnTo>
                <a:lnTo>
                  <a:pt x="245" y="177"/>
                </a:lnTo>
                <a:lnTo>
                  <a:pt x="255" y="188"/>
                </a:lnTo>
                <a:lnTo>
                  <a:pt x="260" y="195"/>
                </a:lnTo>
                <a:lnTo>
                  <a:pt x="255" y="197"/>
                </a:lnTo>
                <a:lnTo>
                  <a:pt x="247" y="197"/>
                </a:lnTo>
                <a:lnTo>
                  <a:pt x="238" y="193"/>
                </a:lnTo>
                <a:lnTo>
                  <a:pt x="220" y="181"/>
                </a:lnTo>
                <a:lnTo>
                  <a:pt x="209" y="162"/>
                </a:lnTo>
                <a:lnTo>
                  <a:pt x="207" y="150"/>
                </a:lnTo>
                <a:lnTo>
                  <a:pt x="205" y="139"/>
                </a:lnTo>
                <a:lnTo>
                  <a:pt x="200" y="127"/>
                </a:lnTo>
                <a:lnTo>
                  <a:pt x="192" y="116"/>
                </a:lnTo>
                <a:lnTo>
                  <a:pt x="183" y="107"/>
                </a:lnTo>
                <a:lnTo>
                  <a:pt x="180" y="102"/>
                </a:lnTo>
                <a:lnTo>
                  <a:pt x="183" y="102"/>
                </a:lnTo>
                <a:lnTo>
                  <a:pt x="192" y="105"/>
                </a:lnTo>
                <a:lnTo>
                  <a:pt x="201" y="105"/>
                </a:lnTo>
                <a:lnTo>
                  <a:pt x="205" y="102"/>
                </a:lnTo>
                <a:lnTo>
                  <a:pt x="208" y="100"/>
                </a:lnTo>
                <a:lnTo>
                  <a:pt x="213" y="102"/>
                </a:lnTo>
                <a:lnTo>
                  <a:pt x="236" y="114"/>
                </a:lnTo>
                <a:lnTo>
                  <a:pt x="269" y="117"/>
                </a:lnTo>
                <a:lnTo>
                  <a:pt x="285" y="113"/>
                </a:lnTo>
                <a:lnTo>
                  <a:pt x="291" y="102"/>
                </a:lnTo>
                <a:lnTo>
                  <a:pt x="291" y="92"/>
                </a:lnTo>
                <a:lnTo>
                  <a:pt x="289" y="81"/>
                </a:lnTo>
                <a:lnTo>
                  <a:pt x="274" y="60"/>
                </a:lnTo>
                <a:lnTo>
                  <a:pt x="245" y="38"/>
                </a:lnTo>
                <a:lnTo>
                  <a:pt x="229" y="30"/>
                </a:lnTo>
                <a:lnTo>
                  <a:pt x="217" y="26"/>
                </a:lnTo>
                <a:lnTo>
                  <a:pt x="206" y="26"/>
                </a:lnTo>
                <a:lnTo>
                  <a:pt x="191" y="23"/>
                </a:lnTo>
                <a:lnTo>
                  <a:pt x="178" y="19"/>
                </a:lnTo>
                <a:lnTo>
                  <a:pt x="174" y="19"/>
                </a:lnTo>
                <a:lnTo>
                  <a:pt x="176" y="17"/>
                </a:lnTo>
                <a:lnTo>
                  <a:pt x="179" y="16"/>
                </a:lnTo>
                <a:lnTo>
                  <a:pt x="182" y="10"/>
                </a:lnTo>
                <a:lnTo>
                  <a:pt x="182" y="5"/>
                </a:lnTo>
                <a:lnTo>
                  <a:pt x="176" y="0"/>
                </a:lnTo>
                <a:lnTo>
                  <a:pt x="166" y="0"/>
                </a:lnTo>
                <a:lnTo>
                  <a:pt x="161" y="2"/>
                </a:lnTo>
                <a:lnTo>
                  <a:pt x="159" y="5"/>
                </a:lnTo>
                <a:lnTo>
                  <a:pt x="154" y="7"/>
                </a:lnTo>
                <a:lnTo>
                  <a:pt x="140" y="5"/>
                </a:lnTo>
                <a:lnTo>
                  <a:pt x="142" y="1"/>
                </a:lnTo>
                <a:lnTo>
                  <a:pt x="129" y="17"/>
                </a:lnTo>
                <a:lnTo>
                  <a:pt x="117" y="31"/>
                </a:lnTo>
                <a:lnTo>
                  <a:pt x="112" y="46"/>
                </a:lnTo>
                <a:lnTo>
                  <a:pt x="110" y="52"/>
                </a:lnTo>
                <a:lnTo>
                  <a:pt x="112" y="56"/>
                </a:lnTo>
                <a:lnTo>
                  <a:pt x="116" y="58"/>
                </a:lnTo>
                <a:lnTo>
                  <a:pt x="121" y="62"/>
                </a:lnTo>
                <a:lnTo>
                  <a:pt x="127" y="67"/>
                </a:lnTo>
                <a:lnTo>
                  <a:pt x="130" y="79"/>
                </a:lnTo>
                <a:lnTo>
                  <a:pt x="131" y="97"/>
                </a:lnTo>
                <a:lnTo>
                  <a:pt x="132" y="120"/>
                </a:lnTo>
                <a:lnTo>
                  <a:pt x="133" y="136"/>
                </a:lnTo>
                <a:lnTo>
                  <a:pt x="136" y="147"/>
                </a:lnTo>
                <a:lnTo>
                  <a:pt x="140" y="155"/>
                </a:lnTo>
                <a:lnTo>
                  <a:pt x="145" y="164"/>
                </a:lnTo>
                <a:lnTo>
                  <a:pt x="149" y="173"/>
                </a:lnTo>
                <a:lnTo>
                  <a:pt x="153" y="187"/>
                </a:lnTo>
                <a:lnTo>
                  <a:pt x="156" y="204"/>
                </a:lnTo>
                <a:lnTo>
                  <a:pt x="156" y="222"/>
                </a:lnTo>
                <a:lnTo>
                  <a:pt x="156" y="236"/>
                </a:lnTo>
                <a:lnTo>
                  <a:pt x="154" y="247"/>
                </a:lnTo>
                <a:lnTo>
                  <a:pt x="149" y="254"/>
                </a:lnTo>
                <a:lnTo>
                  <a:pt x="142" y="267"/>
                </a:lnTo>
                <a:lnTo>
                  <a:pt x="133" y="284"/>
                </a:lnTo>
                <a:lnTo>
                  <a:pt x="125" y="298"/>
                </a:lnTo>
                <a:lnTo>
                  <a:pt x="116" y="310"/>
                </a:lnTo>
                <a:lnTo>
                  <a:pt x="132" y="312"/>
                </a:lnTo>
                <a:lnTo>
                  <a:pt x="144" y="315"/>
                </a:lnTo>
                <a:lnTo>
                  <a:pt x="151" y="319"/>
                </a:lnTo>
                <a:lnTo>
                  <a:pt x="154" y="321"/>
                </a:lnTo>
                <a:lnTo>
                  <a:pt x="153" y="326"/>
                </a:lnTo>
                <a:lnTo>
                  <a:pt x="142" y="330"/>
                </a:lnTo>
                <a:lnTo>
                  <a:pt x="128" y="331"/>
                </a:lnTo>
                <a:lnTo>
                  <a:pt x="125" y="330"/>
                </a:lnTo>
                <a:lnTo>
                  <a:pt x="122" y="340"/>
                </a:lnTo>
                <a:lnTo>
                  <a:pt x="116" y="339"/>
                </a:lnTo>
                <a:lnTo>
                  <a:pt x="103" y="336"/>
                </a:lnTo>
                <a:lnTo>
                  <a:pt x="87" y="334"/>
                </a:lnTo>
                <a:lnTo>
                  <a:pt x="75" y="335"/>
                </a:lnTo>
                <a:lnTo>
                  <a:pt x="64" y="341"/>
                </a:lnTo>
                <a:lnTo>
                  <a:pt x="59" y="352"/>
                </a:lnTo>
                <a:lnTo>
                  <a:pt x="62" y="359"/>
                </a:lnTo>
                <a:lnTo>
                  <a:pt x="65" y="365"/>
                </a:lnTo>
                <a:lnTo>
                  <a:pt x="69" y="372"/>
                </a:lnTo>
                <a:lnTo>
                  <a:pt x="71" y="385"/>
                </a:lnTo>
                <a:lnTo>
                  <a:pt x="71" y="397"/>
                </a:lnTo>
                <a:lnTo>
                  <a:pt x="71" y="402"/>
                </a:lnTo>
                <a:lnTo>
                  <a:pt x="67" y="397"/>
                </a:lnTo>
                <a:lnTo>
                  <a:pt x="49" y="388"/>
                </a:lnTo>
                <a:lnTo>
                  <a:pt x="41" y="388"/>
                </a:lnTo>
                <a:lnTo>
                  <a:pt x="36" y="391"/>
                </a:lnTo>
                <a:lnTo>
                  <a:pt x="34" y="397"/>
                </a:lnTo>
                <a:lnTo>
                  <a:pt x="30" y="405"/>
                </a:lnTo>
                <a:lnTo>
                  <a:pt x="21" y="415"/>
                </a:lnTo>
                <a:lnTo>
                  <a:pt x="21" y="427"/>
                </a:lnTo>
                <a:lnTo>
                  <a:pt x="21" y="438"/>
                </a:lnTo>
                <a:lnTo>
                  <a:pt x="17" y="454"/>
                </a:lnTo>
                <a:lnTo>
                  <a:pt x="10" y="469"/>
                </a:lnTo>
                <a:lnTo>
                  <a:pt x="0" y="483"/>
                </a:lnTo>
                <a:lnTo>
                  <a:pt x="37" y="492"/>
                </a:lnTo>
                <a:lnTo>
                  <a:pt x="53" y="495"/>
                </a:lnTo>
                <a:lnTo>
                  <a:pt x="62" y="499"/>
                </a:lnTo>
                <a:lnTo>
                  <a:pt x="67" y="503"/>
                </a:lnTo>
                <a:lnTo>
                  <a:pt x="70" y="509"/>
                </a:lnTo>
                <a:lnTo>
                  <a:pt x="69" y="524"/>
                </a:lnTo>
                <a:lnTo>
                  <a:pt x="70" y="545"/>
                </a:lnTo>
                <a:lnTo>
                  <a:pt x="75" y="564"/>
                </a:lnTo>
                <a:lnTo>
                  <a:pt x="77" y="578"/>
                </a:lnTo>
                <a:lnTo>
                  <a:pt x="78" y="589"/>
                </a:lnTo>
                <a:lnTo>
                  <a:pt x="73" y="597"/>
                </a:lnTo>
                <a:lnTo>
                  <a:pt x="67" y="608"/>
                </a:lnTo>
                <a:lnTo>
                  <a:pt x="62" y="614"/>
                </a:lnTo>
                <a:lnTo>
                  <a:pt x="59" y="621"/>
                </a:lnTo>
                <a:lnTo>
                  <a:pt x="53" y="634"/>
                </a:lnTo>
                <a:lnTo>
                  <a:pt x="48" y="646"/>
                </a:lnTo>
                <a:lnTo>
                  <a:pt x="49" y="656"/>
                </a:lnTo>
                <a:lnTo>
                  <a:pt x="54" y="664"/>
                </a:lnTo>
                <a:lnTo>
                  <a:pt x="63" y="670"/>
                </a:lnTo>
                <a:lnTo>
                  <a:pt x="85" y="674"/>
                </a:lnTo>
                <a:lnTo>
                  <a:pt x="108" y="670"/>
                </a:lnTo>
                <a:lnTo>
                  <a:pt x="126" y="666"/>
                </a:lnTo>
                <a:lnTo>
                  <a:pt x="136" y="675"/>
                </a:lnTo>
                <a:lnTo>
                  <a:pt x="142" y="691"/>
                </a:lnTo>
                <a:lnTo>
                  <a:pt x="144" y="712"/>
                </a:lnTo>
                <a:lnTo>
                  <a:pt x="153" y="733"/>
                </a:lnTo>
                <a:lnTo>
                  <a:pt x="161" y="741"/>
                </a:lnTo>
                <a:lnTo>
                  <a:pt x="169" y="743"/>
                </a:lnTo>
                <a:lnTo>
                  <a:pt x="172" y="743"/>
                </a:lnTo>
                <a:lnTo>
                  <a:pt x="169" y="748"/>
                </a:lnTo>
                <a:lnTo>
                  <a:pt x="162" y="761"/>
                </a:lnTo>
                <a:lnTo>
                  <a:pt x="154" y="778"/>
                </a:lnTo>
                <a:lnTo>
                  <a:pt x="149" y="790"/>
                </a:lnTo>
                <a:lnTo>
                  <a:pt x="145" y="808"/>
                </a:lnTo>
                <a:lnTo>
                  <a:pt x="149" y="828"/>
                </a:lnTo>
                <a:lnTo>
                  <a:pt x="165" y="842"/>
                </a:lnTo>
                <a:lnTo>
                  <a:pt x="198" y="840"/>
                </a:lnTo>
                <a:lnTo>
                  <a:pt x="213" y="835"/>
                </a:lnTo>
                <a:lnTo>
                  <a:pt x="224" y="830"/>
                </a:lnTo>
                <a:lnTo>
                  <a:pt x="231" y="823"/>
                </a:lnTo>
                <a:lnTo>
                  <a:pt x="236" y="818"/>
                </a:lnTo>
                <a:lnTo>
                  <a:pt x="240" y="815"/>
                </a:lnTo>
                <a:lnTo>
                  <a:pt x="245" y="816"/>
                </a:lnTo>
                <a:lnTo>
                  <a:pt x="253" y="822"/>
                </a:lnTo>
                <a:lnTo>
                  <a:pt x="265" y="832"/>
                </a:lnTo>
                <a:lnTo>
                  <a:pt x="283" y="845"/>
                </a:lnTo>
                <a:lnTo>
                  <a:pt x="302" y="851"/>
                </a:lnTo>
                <a:lnTo>
                  <a:pt x="325" y="851"/>
                </a:lnTo>
                <a:lnTo>
                  <a:pt x="348" y="842"/>
                </a:lnTo>
                <a:lnTo>
                  <a:pt x="368" y="840"/>
                </a:lnTo>
                <a:lnTo>
                  <a:pt x="377" y="849"/>
                </a:lnTo>
                <a:lnTo>
                  <a:pt x="386" y="863"/>
                </a:lnTo>
                <a:lnTo>
                  <a:pt x="402" y="873"/>
                </a:lnTo>
                <a:lnTo>
                  <a:pt x="410" y="877"/>
                </a:lnTo>
                <a:lnTo>
                  <a:pt x="417" y="881"/>
                </a:lnTo>
                <a:lnTo>
                  <a:pt x="417" y="64"/>
                </a:lnTo>
              </a:path>
            </a:pathLst>
          </a:custGeom>
          <a:solidFill>
            <a:srgbClr val="FDE3BA"/>
          </a:solidFill>
          <a:ln w="12700" cap="rnd">
            <a:solidFill>
              <a:srgbClr val="EF91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38" name="Freeform 757"/>
          <p:cNvSpPr>
            <a:spLocks/>
          </p:cNvSpPr>
          <p:nvPr/>
        </p:nvSpPr>
        <p:spPr bwMode="auto">
          <a:xfrm>
            <a:off x="4015780" y="1484784"/>
            <a:ext cx="185108" cy="294306"/>
          </a:xfrm>
          <a:custGeom>
            <a:avLst/>
            <a:gdLst>
              <a:gd name="T0" fmla="*/ 0 w 106"/>
              <a:gd name="T1" fmla="*/ 148 h 149"/>
              <a:gd name="T2" fmla="*/ 17 w 106"/>
              <a:gd name="T3" fmla="*/ 141 h 149"/>
              <a:gd name="T4" fmla="*/ 34 w 106"/>
              <a:gd name="T5" fmla="*/ 131 h 149"/>
              <a:gd name="T6" fmla="*/ 52 w 106"/>
              <a:gd name="T7" fmla="*/ 120 h 149"/>
              <a:gd name="T8" fmla="*/ 74 w 106"/>
              <a:gd name="T9" fmla="*/ 107 h 149"/>
              <a:gd name="T10" fmla="*/ 87 w 106"/>
              <a:gd name="T11" fmla="*/ 100 h 149"/>
              <a:gd name="T12" fmla="*/ 94 w 106"/>
              <a:gd name="T13" fmla="*/ 95 h 149"/>
              <a:gd name="T14" fmla="*/ 96 w 106"/>
              <a:gd name="T15" fmla="*/ 93 h 149"/>
              <a:gd name="T16" fmla="*/ 95 w 106"/>
              <a:gd name="T17" fmla="*/ 91 h 149"/>
              <a:gd name="T18" fmla="*/ 80 w 106"/>
              <a:gd name="T19" fmla="*/ 91 h 149"/>
              <a:gd name="T20" fmla="*/ 53 w 106"/>
              <a:gd name="T21" fmla="*/ 88 h 149"/>
              <a:gd name="T22" fmla="*/ 31 w 106"/>
              <a:gd name="T23" fmla="*/ 84 h 149"/>
              <a:gd name="T24" fmla="*/ 21 w 106"/>
              <a:gd name="T25" fmla="*/ 83 h 149"/>
              <a:gd name="T26" fmla="*/ 19 w 106"/>
              <a:gd name="T27" fmla="*/ 82 h 149"/>
              <a:gd name="T28" fmla="*/ 20 w 106"/>
              <a:gd name="T29" fmla="*/ 82 h 149"/>
              <a:gd name="T30" fmla="*/ 27 w 106"/>
              <a:gd name="T31" fmla="*/ 79 h 149"/>
              <a:gd name="T32" fmla="*/ 46 w 106"/>
              <a:gd name="T33" fmla="*/ 74 h 149"/>
              <a:gd name="T34" fmla="*/ 68 w 106"/>
              <a:gd name="T35" fmla="*/ 70 h 149"/>
              <a:gd name="T36" fmla="*/ 87 w 106"/>
              <a:gd name="T37" fmla="*/ 69 h 149"/>
              <a:gd name="T38" fmla="*/ 100 w 106"/>
              <a:gd name="T39" fmla="*/ 69 h 149"/>
              <a:gd name="T40" fmla="*/ 105 w 106"/>
              <a:gd name="T41" fmla="*/ 64 h 149"/>
              <a:gd name="T42" fmla="*/ 100 w 106"/>
              <a:gd name="T43" fmla="*/ 52 h 149"/>
              <a:gd name="T44" fmla="*/ 84 w 106"/>
              <a:gd name="T45" fmla="*/ 35 h 149"/>
              <a:gd name="T46" fmla="*/ 71 w 106"/>
              <a:gd name="T47" fmla="*/ 19 h 149"/>
              <a:gd name="T48" fmla="*/ 72 w 106"/>
              <a:gd name="T49" fmla="*/ 11 h 149"/>
              <a:gd name="T50" fmla="*/ 82 w 106"/>
              <a:gd name="T51" fmla="*/ 9 h 149"/>
              <a:gd name="T52" fmla="*/ 95 w 106"/>
              <a:gd name="T53" fmla="*/ 9 h 149"/>
              <a:gd name="T54" fmla="*/ 99 w 106"/>
              <a:gd name="T55" fmla="*/ 7 h 149"/>
              <a:gd name="T56" fmla="*/ 96 w 106"/>
              <a:gd name="T57" fmla="*/ 0 h 149"/>
              <a:gd name="T58" fmla="*/ 0 w 106"/>
              <a:gd name="T59" fmla="*/ 0 h 149"/>
              <a:gd name="T60" fmla="*/ 0 w 106"/>
              <a:gd name="T61" fmla="*/ 148 h 1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6"/>
              <a:gd name="T94" fmla="*/ 0 h 149"/>
              <a:gd name="T95" fmla="*/ 106 w 106"/>
              <a:gd name="T96" fmla="*/ 149 h 14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6" h="149">
                <a:moveTo>
                  <a:pt x="0" y="148"/>
                </a:moveTo>
                <a:lnTo>
                  <a:pt x="17" y="141"/>
                </a:lnTo>
                <a:lnTo>
                  <a:pt x="34" y="131"/>
                </a:lnTo>
                <a:lnTo>
                  <a:pt x="52" y="120"/>
                </a:lnTo>
                <a:lnTo>
                  <a:pt x="74" y="107"/>
                </a:lnTo>
                <a:lnTo>
                  <a:pt x="87" y="100"/>
                </a:lnTo>
                <a:lnTo>
                  <a:pt x="94" y="95"/>
                </a:lnTo>
                <a:lnTo>
                  <a:pt x="96" y="93"/>
                </a:lnTo>
                <a:lnTo>
                  <a:pt x="95" y="91"/>
                </a:lnTo>
                <a:lnTo>
                  <a:pt x="80" y="91"/>
                </a:lnTo>
                <a:lnTo>
                  <a:pt x="53" y="88"/>
                </a:lnTo>
                <a:lnTo>
                  <a:pt x="31" y="84"/>
                </a:lnTo>
                <a:lnTo>
                  <a:pt x="21" y="83"/>
                </a:lnTo>
                <a:lnTo>
                  <a:pt x="19" y="82"/>
                </a:lnTo>
                <a:lnTo>
                  <a:pt x="20" y="82"/>
                </a:lnTo>
                <a:lnTo>
                  <a:pt x="27" y="79"/>
                </a:lnTo>
                <a:lnTo>
                  <a:pt x="46" y="74"/>
                </a:lnTo>
                <a:lnTo>
                  <a:pt x="68" y="70"/>
                </a:lnTo>
                <a:lnTo>
                  <a:pt x="87" y="69"/>
                </a:lnTo>
                <a:lnTo>
                  <a:pt x="100" y="69"/>
                </a:lnTo>
                <a:lnTo>
                  <a:pt x="105" y="64"/>
                </a:lnTo>
                <a:lnTo>
                  <a:pt x="100" y="52"/>
                </a:lnTo>
                <a:lnTo>
                  <a:pt x="84" y="35"/>
                </a:lnTo>
                <a:lnTo>
                  <a:pt x="71" y="19"/>
                </a:lnTo>
                <a:lnTo>
                  <a:pt x="72" y="11"/>
                </a:lnTo>
                <a:lnTo>
                  <a:pt x="82" y="9"/>
                </a:lnTo>
                <a:lnTo>
                  <a:pt x="95" y="9"/>
                </a:lnTo>
                <a:lnTo>
                  <a:pt x="99" y="7"/>
                </a:lnTo>
                <a:lnTo>
                  <a:pt x="96" y="0"/>
                </a:lnTo>
                <a:lnTo>
                  <a:pt x="0" y="0"/>
                </a:lnTo>
                <a:lnTo>
                  <a:pt x="0" y="148"/>
                </a:lnTo>
              </a:path>
            </a:pathLst>
          </a:custGeom>
          <a:solidFill>
            <a:srgbClr val="FDE3BA"/>
          </a:solidFill>
          <a:ln w="12700" cap="rnd">
            <a:solidFill>
              <a:srgbClr val="EF91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39" name="Freeform 758"/>
          <p:cNvSpPr>
            <a:spLocks/>
          </p:cNvSpPr>
          <p:nvPr/>
        </p:nvSpPr>
        <p:spPr bwMode="auto">
          <a:xfrm>
            <a:off x="4115318" y="1897602"/>
            <a:ext cx="258452" cy="193571"/>
          </a:xfrm>
          <a:custGeom>
            <a:avLst/>
            <a:gdLst>
              <a:gd name="T0" fmla="*/ 68 w 148"/>
              <a:gd name="T1" fmla="*/ 96 h 98"/>
              <a:gd name="T2" fmla="*/ 48 w 148"/>
              <a:gd name="T3" fmla="*/ 95 h 98"/>
              <a:gd name="T4" fmla="*/ 34 w 148"/>
              <a:gd name="T5" fmla="*/ 94 h 98"/>
              <a:gd name="T6" fmla="*/ 25 w 148"/>
              <a:gd name="T7" fmla="*/ 88 h 98"/>
              <a:gd name="T8" fmla="*/ 20 w 148"/>
              <a:gd name="T9" fmla="*/ 74 h 98"/>
              <a:gd name="T10" fmla="*/ 21 w 148"/>
              <a:gd name="T11" fmla="*/ 57 h 98"/>
              <a:gd name="T12" fmla="*/ 27 w 148"/>
              <a:gd name="T13" fmla="*/ 45 h 98"/>
              <a:gd name="T14" fmla="*/ 30 w 148"/>
              <a:gd name="T15" fmla="*/ 39 h 98"/>
              <a:gd name="T16" fmla="*/ 22 w 148"/>
              <a:gd name="T17" fmla="*/ 40 h 98"/>
              <a:gd name="T18" fmla="*/ 8 w 148"/>
              <a:gd name="T19" fmla="*/ 40 h 98"/>
              <a:gd name="T20" fmla="*/ 0 w 148"/>
              <a:gd name="T21" fmla="*/ 33 h 98"/>
              <a:gd name="T22" fmla="*/ 1 w 148"/>
              <a:gd name="T23" fmla="*/ 24 h 98"/>
              <a:gd name="T24" fmla="*/ 12 w 148"/>
              <a:gd name="T25" fmla="*/ 17 h 98"/>
              <a:gd name="T26" fmla="*/ 27 w 148"/>
              <a:gd name="T27" fmla="*/ 14 h 98"/>
              <a:gd name="T28" fmla="*/ 39 w 148"/>
              <a:gd name="T29" fmla="*/ 14 h 98"/>
              <a:gd name="T30" fmla="*/ 46 w 148"/>
              <a:gd name="T31" fmla="*/ 18 h 98"/>
              <a:gd name="T32" fmla="*/ 48 w 148"/>
              <a:gd name="T33" fmla="*/ 27 h 98"/>
              <a:gd name="T34" fmla="*/ 50 w 148"/>
              <a:gd name="T35" fmla="*/ 33 h 98"/>
              <a:gd name="T36" fmla="*/ 54 w 148"/>
              <a:gd name="T37" fmla="*/ 32 h 98"/>
              <a:gd name="T38" fmla="*/ 59 w 148"/>
              <a:gd name="T39" fmla="*/ 25 h 98"/>
              <a:gd name="T40" fmla="*/ 63 w 148"/>
              <a:gd name="T41" fmla="*/ 17 h 98"/>
              <a:gd name="T42" fmla="*/ 74 w 148"/>
              <a:gd name="T43" fmla="*/ 10 h 98"/>
              <a:gd name="T44" fmla="*/ 84 w 148"/>
              <a:gd name="T45" fmla="*/ 17 h 98"/>
              <a:gd name="T46" fmla="*/ 90 w 148"/>
              <a:gd name="T47" fmla="*/ 23 h 98"/>
              <a:gd name="T48" fmla="*/ 102 w 148"/>
              <a:gd name="T49" fmla="*/ 14 h 98"/>
              <a:gd name="T50" fmla="*/ 109 w 148"/>
              <a:gd name="T51" fmla="*/ 7 h 98"/>
              <a:gd name="T52" fmla="*/ 117 w 148"/>
              <a:gd name="T53" fmla="*/ 1 h 98"/>
              <a:gd name="T54" fmla="*/ 124 w 148"/>
              <a:gd name="T55" fmla="*/ 0 h 98"/>
              <a:gd name="T56" fmla="*/ 130 w 148"/>
              <a:gd name="T57" fmla="*/ 8 h 98"/>
              <a:gd name="T58" fmla="*/ 137 w 148"/>
              <a:gd name="T59" fmla="*/ 22 h 98"/>
              <a:gd name="T60" fmla="*/ 144 w 148"/>
              <a:gd name="T61" fmla="*/ 35 h 98"/>
              <a:gd name="T62" fmla="*/ 147 w 148"/>
              <a:gd name="T63" fmla="*/ 47 h 98"/>
              <a:gd name="T64" fmla="*/ 143 w 148"/>
              <a:gd name="T65" fmla="*/ 55 h 98"/>
              <a:gd name="T66" fmla="*/ 133 w 148"/>
              <a:gd name="T67" fmla="*/ 61 h 98"/>
              <a:gd name="T68" fmla="*/ 123 w 148"/>
              <a:gd name="T69" fmla="*/ 66 h 98"/>
              <a:gd name="T70" fmla="*/ 113 w 148"/>
              <a:gd name="T71" fmla="*/ 72 h 98"/>
              <a:gd name="T72" fmla="*/ 104 w 148"/>
              <a:gd name="T73" fmla="*/ 84 h 98"/>
              <a:gd name="T74" fmla="*/ 94 w 148"/>
              <a:gd name="T75" fmla="*/ 94 h 98"/>
              <a:gd name="T76" fmla="*/ 83 w 148"/>
              <a:gd name="T77" fmla="*/ 97 h 98"/>
              <a:gd name="T78" fmla="*/ 73 w 148"/>
              <a:gd name="T79" fmla="*/ 97 h 98"/>
              <a:gd name="T80" fmla="*/ 68 w 148"/>
              <a:gd name="T81" fmla="*/ 96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8"/>
              <a:gd name="T124" fmla="*/ 0 h 98"/>
              <a:gd name="T125" fmla="*/ 148 w 148"/>
              <a:gd name="T126" fmla="*/ 98 h 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8" h="98">
                <a:moveTo>
                  <a:pt x="68" y="96"/>
                </a:moveTo>
                <a:lnTo>
                  <a:pt x="48" y="95"/>
                </a:lnTo>
                <a:lnTo>
                  <a:pt x="34" y="94"/>
                </a:lnTo>
                <a:lnTo>
                  <a:pt x="25" y="88"/>
                </a:lnTo>
                <a:lnTo>
                  <a:pt x="20" y="74"/>
                </a:lnTo>
                <a:lnTo>
                  <a:pt x="21" y="57"/>
                </a:lnTo>
                <a:lnTo>
                  <a:pt x="27" y="45"/>
                </a:lnTo>
                <a:lnTo>
                  <a:pt x="30" y="39"/>
                </a:lnTo>
                <a:lnTo>
                  <a:pt x="22" y="40"/>
                </a:lnTo>
                <a:lnTo>
                  <a:pt x="8" y="40"/>
                </a:lnTo>
                <a:lnTo>
                  <a:pt x="0" y="33"/>
                </a:lnTo>
                <a:lnTo>
                  <a:pt x="1" y="24"/>
                </a:lnTo>
                <a:lnTo>
                  <a:pt x="12" y="17"/>
                </a:lnTo>
                <a:lnTo>
                  <a:pt x="27" y="14"/>
                </a:lnTo>
                <a:lnTo>
                  <a:pt x="39" y="14"/>
                </a:lnTo>
                <a:lnTo>
                  <a:pt x="46" y="18"/>
                </a:lnTo>
                <a:lnTo>
                  <a:pt x="48" y="27"/>
                </a:lnTo>
                <a:lnTo>
                  <a:pt x="50" y="33"/>
                </a:lnTo>
                <a:lnTo>
                  <a:pt x="54" y="32"/>
                </a:lnTo>
                <a:lnTo>
                  <a:pt x="59" y="25"/>
                </a:lnTo>
                <a:lnTo>
                  <a:pt x="63" y="17"/>
                </a:lnTo>
                <a:lnTo>
                  <a:pt x="74" y="10"/>
                </a:lnTo>
                <a:lnTo>
                  <a:pt x="84" y="17"/>
                </a:lnTo>
                <a:lnTo>
                  <a:pt x="90" y="23"/>
                </a:lnTo>
                <a:lnTo>
                  <a:pt x="102" y="14"/>
                </a:lnTo>
                <a:lnTo>
                  <a:pt x="109" y="7"/>
                </a:lnTo>
                <a:lnTo>
                  <a:pt x="117" y="1"/>
                </a:lnTo>
                <a:lnTo>
                  <a:pt x="124" y="0"/>
                </a:lnTo>
                <a:lnTo>
                  <a:pt x="130" y="8"/>
                </a:lnTo>
                <a:lnTo>
                  <a:pt x="137" y="22"/>
                </a:lnTo>
                <a:lnTo>
                  <a:pt x="144" y="35"/>
                </a:lnTo>
                <a:lnTo>
                  <a:pt x="147" y="47"/>
                </a:lnTo>
                <a:lnTo>
                  <a:pt x="143" y="55"/>
                </a:lnTo>
                <a:lnTo>
                  <a:pt x="133" y="61"/>
                </a:lnTo>
                <a:lnTo>
                  <a:pt x="123" y="66"/>
                </a:lnTo>
                <a:lnTo>
                  <a:pt x="113" y="72"/>
                </a:lnTo>
                <a:lnTo>
                  <a:pt x="104" y="84"/>
                </a:lnTo>
                <a:lnTo>
                  <a:pt x="94" y="94"/>
                </a:lnTo>
                <a:lnTo>
                  <a:pt x="83" y="97"/>
                </a:lnTo>
                <a:lnTo>
                  <a:pt x="73" y="97"/>
                </a:lnTo>
                <a:lnTo>
                  <a:pt x="68" y="96"/>
                </a:lnTo>
              </a:path>
            </a:pathLst>
          </a:custGeom>
          <a:solidFill>
            <a:srgbClr val="FDE3BA"/>
          </a:solidFill>
          <a:ln w="12700" cap="rnd">
            <a:solidFill>
              <a:srgbClr val="EF91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40" name="Freeform 759"/>
          <p:cNvSpPr>
            <a:spLocks/>
          </p:cNvSpPr>
          <p:nvPr/>
        </p:nvSpPr>
        <p:spPr bwMode="auto">
          <a:xfrm>
            <a:off x="4663656" y="3606159"/>
            <a:ext cx="396411" cy="138265"/>
          </a:xfrm>
          <a:custGeom>
            <a:avLst/>
            <a:gdLst>
              <a:gd name="T0" fmla="*/ 214 w 227"/>
              <a:gd name="T1" fmla="*/ 69 h 70"/>
              <a:gd name="T2" fmla="*/ 219 w 227"/>
              <a:gd name="T3" fmla="*/ 59 h 70"/>
              <a:gd name="T4" fmla="*/ 225 w 227"/>
              <a:gd name="T5" fmla="*/ 49 h 70"/>
              <a:gd name="T6" fmla="*/ 226 w 227"/>
              <a:gd name="T7" fmla="*/ 31 h 70"/>
              <a:gd name="T8" fmla="*/ 216 w 227"/>
              <a:gd name="T9" fmla="*/ 12 h 70"/>
              <a:gd name="T10" fmla="*/ 211 w 227"/>
              <a:gd name="T11" fmla="*/ 3 h 70"/>
              <a:gd name="T12" fmla="*/ 208 w 227"/>
              <a:gd name="T13" fmla="*/ 0 h 70"/>
              <a:gd name="T14" fmla="*/ 200 w 227"/>
              <a:gd name="T15" fmla="*/ 0 h 70"/>
              <a:gd name="T16" fmla="*/ 190 w 227"/>
              <a:gd name="T17" fmla="*/ 3 h 70"/>
              <a:gd name="T18" fmla="*/ 172 w 227"/>
              <a:gd name="T19" fmla="*/ 7 h 70"/>
              <a:gd name="T20" fmla="*/ 151 w 227"/>
              <a:gd name="T21" fmla="*/ 7 h 70"/>
              <a:gd name="T22" fmla="*/ 141 w 227"/>
              <a:gd name="T23" fmla="*/ 10 h 70"/>
              <a:gd name="T24" fmla="*/ 133 w 227"/>
              <a:gd name="T25" fmla="*/ 10 h 70"/>
              <a:gd name="T26" fmla="*/ 130 w 227"/>
              <a:gd name="T27" fmla="*/ 12 h 70"/>
              <a:gd name="T28" fmla="*/ 123 w 227"/>
              <a:gd name="T29" fmla="*/ 13 h 70"/>
              <a:gd name="T30" fmla="*/ 112 w 227"/>
              <a:gd name="T31" fmla="*/ 13 h 70"/>
              <a:gd name="T32" fmla="*/ 102 w 227"/>
              <a:gd name="T33" fmla="*/ 12 h 70"/>
              <a:gd name="T34" fmla="*/ 88 w 227"/>
              <a:gd name="T35" fmla="*/ 11 h 70"/>
              <a:gd name="T36" fmla="*/ 69 w 227"/>
              <a:gd name="T37" fmla="*/ 13 h 70"/>
              <a:gd name="T38" fmla="*/ 54 w 227"/>
              <a:gd name="T39" fmla="*/ 17 h 70"/>
              <a:gd name="T40" fmla="*/ 43 w 227"/>
              <a:gd name="T41" fmla="*/ 18 h 70"/>
              <a:gd name="T42" fmla="*/ 35 w 227"/>
              <a:gd name="T43" fmla="*/ 21 h 70"/>
              <a:gd name="T44" fmla="*/ 27 w 227"/>
              <a:gd name="T45" fmla="*/ 26 h 70"/>
              <a:gd name="T46" fmla="*/ 11 w 227"/>
              <a:gd name="T47" fmla="*/ 32 h 70"/>
              <a:gd name="T48" fmla="*/ 1 w 227"/>
              <a:gd name="T49" fmla="*/ 38 h 70"/>
              <a:gd name="T50" fmla="*/ 6 w 227"/>
              <a:gd name="T51" fmla="*/ 38 h 70"/>
              <a:gd name="T52" fmla="*/ 11 w 227"/>
              <a:gd name="T53" fmla="*/ 52 h 70"/>
              <a:gd name="T54" fmla="*/ 6 w 227"/>
              <a:gd name="T55" fmla="*/ 56 h 70"/>
              <a:gd name="T56" fmla="*/ 0 w 227"/>
              <a:gd name="T57" fmla="*/ 59 h 70"/>
              <a:gd name="T58" fmla="*/ 2 w 227"/>
              <a:gd name="T59" fmla="*/ 69 h 70"/>
              <a:gd name="T60" fmla="*/ 214 w 227"/>
              <a:gd name="T61" fmla="*/ 69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0"/>
              <a:gd name="T95" fmla="*/ 227 w 227"/>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0">
                <a:moveTo>
                  <a:pt x="214" y="69"/>
                </a:moveTo>
                <a:lnTo>
                  <a:pt x="219" y="59"/>
                </a:lnTo>
                <a:lnTo>
                  <a:pt x="225" y="49"/>
                </a:lnTo>
                <a:lnTo>
                  <a:pt x="226" y="31"/>
                </a:lnTo>
                <a:lnTo>
                  <a:pt x="216" y="12"/>
                </a:lnTo>
                <a:lnTo>
                  <a:pt x="211" y="3"/>
                </a:lnTo>
                <a:lnTo>
                  <a:pt x="208" y="0"/>
                </a:lnTo>
                <a:lnTo>
                  <a:pt x="200" y="0"/>
                </a:lnTo>
                <a:lnTo>
                  <a:pt x="190" y="3"/>
                </a:lnTo>
                <a:lnTo>
                  <a:pt x="172" y="7"/>
                </a:lnTo>
                <a:lnTo>
                  <a:pt x="151" y="7"/>
                </a:lnTo>
                <a:lnTo>
                  <a:pt x="141" y="10"/>
                </a:lnTo>
                <a:lnTo>
                  <a:pt x="133" y="10"/>
                </a:lnTo>
                <a:lnTo>
                  <a:pt x="130" y="12"/>
                </a:lnTo>
                <a:lnTo>
                  <a:pt x="123" y="13"/>
                </a:lnTo>
                <a:lnTo>
                  <a:pt x="112" y="13"/>
                </a:lnTo>
                <a:lnTo>
                  <a:pt x="102" y="12"/>
                </a:lnTo>
                <a:lnTo>
                  <a:pt x="88" y="11"/>
                </a:lnTo>
                <a:lnTo>
                  <a:pt x="69" y="13"/>
                </a:lnTo>
                <a:lnTo>
                  <a:pt x="54" y="17"/>
                </a:lnTo>
                <a:lnTo>
                  <a:pt x="43" y="18"/>
                </a:lnTo>
                <a:lnTo>
                  <a:pt x="35" y="21"/>
                </a:lnTo>
                <a:lnTo>
                  <a:pt x="27" y="26"/>
                </a:lnTo>
                <a:lnTo>
                  <a:pt x="11" y="32"/>
                </a:lnTo>
                <a:lnTo>
                  <a:pt x="1" y="38"/>
                </a:lnTo>
                <a:lnTo>
                  <a:pt x="6" y="38"/>
                </a:lnTo>
                <a:lnTo>
                  <a:pt x="11" y="52"/>
                </a:lnTo>
                <a:lnTo>
                  <a:pt x="6" y="56"/>
                </a:lnTo>
                <a:lnTo>
                  <a:pt x="0" y="59"/>
                </a:lnTo>
                <a:lnTo>
                  <a:pt x="2" y="69"/>
                </a:lnTo>
                <a:lnTo>
                  <a:pt x="214" y="69"/>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41" name="Freeform 760"/>
          <p:cNvSpPr>
            <a:spLocks/>
          </p:cNvSpPr>
          <p:nvPr/>
        </p:nvSpPr>
        <p:spPr bwMode="auto">
          <a:xfrm>
            <a:off x="4506489" y="3683192"/>
            <a:ext cx="139704" cy="63207"/>
          </a:xfrm>
          <a:custGeom>
            <a:avLst/>
            <a:gdLst>
              <a:gd name="T0" fmla="*/ 0 w 80"/>
              <a:gd name="T1" fmla="*/ 31 h 32"/>
              <a:gd name="T2" fmla="*/ 4 w 80"/>
              <a:gd name="T3" fmla="*/ 29 h 32"/>
              <a:gd name="T4" fmla="*/ 9 w 80"/>
              <a:gd name="T5" fmla="*/ 26 h 32"/>
              <a:gd name="T6" fmla="*/ 16 w 80"/>
              <a:gd name="T7" fmla="*/ 20 h 32"/>
              <a:gd name="T8" fmla="*/ 18 w 80"/>
              <a:gd name="T9" fmla="*/ 18 h 32"/>
              <a:gd name="T10" fmla="*/ 16 w 80"/>
              <a:gd name="T11" fmla="*/ 17 h 32"/>
              <a:gd name="T12" fmla="*/ 14 w 80"/>
              <a:gd name="T13" fmla="*/ 13 h 32"/>
              <a:gd name="T14" fmla="*/ 14 w 80"/>
              <a:gd name="T15" fmla="*/ 9 h 32"/>
              <a:gd name="T16" fmla="*/ 16 w 80"/>
              <a:gd name="T17" fmla="*/ 8 h 32"/>
              <a:gd name="T18" fmla="*/ 19 w 80"/>
              <a:gd name="T19" fmla="*/ 6 h 32"/>
              <a:gd name="T20" fmla="*/ 22 w 80"/>
              <a:gd name="T21" fmla="*/ 2 h 32"/>
              <a:gd name="T22" fmla="*/ 25 w 80"/>
              <a:gd name="T23" fmla="*/ 0 h 32"/>
              <a:gd name="T24" fmla="*/ 28 w 80"/>
              <a:gd name="T25" fmla="*/ 0 h 32"/>
              <a:gd name="T26" fmla="*/ 29 w 80"/>
              <a:gd name="T27" fmla="*/ 1 h 32"/>
              <a:gd name="T28" fmla="*/ 34 w 80"/>
              <a:gd name="T29" fmla="*/ 2 h 32"/>
              <a:gd name="T30" fmla="*/ 39 w 80"/>
              <a:gd name="T31" fmla="*/ 6 h 32"/>
              <a:gd name="T32" fmla="*/ 48 w 80"/>
              <a:gd name="T33" fmla="*/ 8 h 32"/>
              <a:gd name="T34" fmla="*/ 50 w 80"/>
              <a:gd name="T35" fmla="*/ 6 h 32"/>
              <a:gd name="T36" fmla="*/ 56 w 80"/>
              <a:gd name="T37" fmla="*/ 6 h 32"/>
              <a:gd name="T38" fmla="*/ 65 w 80"/>
              <a:gd name="T39" fmla="*/ 9 h 32"/>
              <a:gd name="T40" fmla="*/ 69 w 80"/>
              <a:gd name="T41" fmla="*/ 11 h 32"/>
              <a:gd name="T42" fmla="*/ 73 w 80"/>
              <a:gd name="T43" fmla="*/ 8 h 32"/>
              <a:gd name="T44" fmla="*/ 75 w 80"/>
              <a:gd name="T45" fmla="*/ 8 h 32"/>
              <a:gd name="T46" fmla="*/ 79 w 80"/>
              <a:gd name="T47" fmla="*/ 17 h 32"/>
              <a:gd name="T48" fmla="*/ 75 w 80"/>
              <a:gd name="T49" fmla="*/ 20 h 32"/>
              <a:gd name="T50" fmla="*/ 72 w 80"/>
              <a:gd name="T51" fmla="*/ 23 h 32"/>
              <a:gd name="T52" fmla="*/ 74 w 80"/>
              <a:gd name="T53" fmla="*/ 30 h 32"/>
              <a:gd name="T54" fmla="*/ 0 w 80"/>
              <a:gd name="T55" fmla="*/ 31 h 3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0"/>
              <a:gd name="T85" fmla="*/ 0 h 32"/>
              <a:gd name="T86" fmla="*/ 80 w 80"/>
              <a:gd name="T87" fmla="*/ 32 h 3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0" h="32">
                <a:moveTo>
                  <a:pt x="0" y="31"/>
                </a:moveTo>
                <a:lnTo>
                  <a:pt x="4" y="29"/>
                </a:lnTo>
                <a:lnTo>
                  <a:pt x="9" y="26"/>
                </a:lnTo>
                <a:lnTo>
                  <a:pt x="16" y="20"/>
                </a:lnTo>
                <a:lnTo>
                  <a:pt x="18" y="18"/>
                </a:lnTo>
                <a:lnTo>
                  <a:pt x="16" y="17"/>
                </a:lnTo>
                <a:lnTo>
                  <a:pt x="14" y="13"/>
                </a:lnTo>
                <a:lnTo>
                  <a:pt x="14" y="9"/>
                </a:lnTo>
                <a:lnTo>
                  <a:pt x="16" y="8"/>
                </a:lnTo>
                <a:lnTo>
                  <a:pt x="19" y="6"/>
                </a:lnTo>
                <a:lnTo>
                  <a:pt x="22" y="2"/>
                </a:lnTo>
                <a:lnTo>
                  <a:pt x="25" y="0"/>
                </a:lnTo>
                <a:lnTo>
                  <a:pt x="28" y="0"/>
                </a:lnTo>
                <a:lnTo>
                  <a:pt x="29" y="1"/>
                </a:lnTo>
                <a:lnTo>
                  <a:pt x="34" y="2"/>
                </a:lnTo>
                <a:lnTo>
                  <a:pt x="39" y="6"/>
                </a:lnTo>
                <a:lnTo>
                  <a:pt x="48" y="8"/>
                </a:lnTo>
                <a:lnTo>
                  <a:pt x="50" y="6"/>
                </a:lnTo>
                <a:lnTo>
                  <a:pt x="56" y="6"/>
                </a:lnTo>
                <a:lnTo>
                  <a:pt x="65" y="9"/>
                </a:lnTo>
                <a:lnTo>
                  <a:pt x="69" y="11"/>
                </a:lnTo>
                <a:lnTo>
                  <a:pt x="73" y="8"/>
                </a:lnTo>
                <a:lnTo>
                  <a:pt x="75" y="8"/>
                </a:lnTo>
                <a:lnTo>
                  <a:pt x="79" y="17"/>
                </a:lnTo>
                <a:lnTo>
                  <a:pt x="75" y="20"/>
                </a:lnTo>
                <a:lnTo>
                  <a:pt x="72" y="23"/>
                </a:lnTo>
                <a:lnTo>
                  <a:pt x="74" y="30"/>
                </a:lnTo>
                <a:lnTo>
                  <a:pt x="0" y="31"/>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42" name="Freeform 761"/>
          <p:cNvSpPr>
            <a:spLocks/>
          </p:cNvSpPr>
          <p:nvPr/>
        </p:nvSpPr>
        <p:spPr bwMode="auto">
          <a:xfrm>
            <a:off x="4019272" y="1488734"/>
            <a:ext cx="1950616" cy="2255689"/>
          </a:xfrm>
          <a:custGeom>
            <a:avLst/>
            <a:gdLst>
              <a:gd name="T0" fmla="*/ 1116 w 1117"/>
              <a:gd name="T1" fmla="*/ 1141 h 1142"/>
              <a:gd name="T2" fmla="*/ 1116 w 1117"/>
              <a:gd name="T3" fmla="*/ 0 h 1142"/>
              <a:gd name="T4" fmla="*/ 0 w 1117"/>
              <a:gd name="T5" fmla="*/ 0 h 1142"/>
              <a:gd name="T6" fmla="*/ 0 w 1117"/>
              <a:gd name="T7" fmla="*/ 1141 h 1142"/>
              <a:gd name="T8" fmla="*/ 1116 w 1117"/>
              <a:gd name="T9" fmla="*/ 1141 h 1142"/>
              <a:gd name="T10" fmla="*/ 0 60000 65536"/>
              <a:gd name="T11" fmla="*/ 0 60000 65536"/>
              <a:gd name="T12" fmla="*/ 0 60000 65536"/>
              <a:gd name="T13" fmla="*/ 0 60000 65536"/>
              <a:gd name="T14" fmla="*/ 0 60000 65536"/>
              <a:gd name="T15" fmla="*/ 0 w 1117"/>
              <a:gd name="T16" fmla="*/ 0 h 1142"/>
              <a:gd name="T17" fmla="*/ 1117 w 1117"/>
              <a:gd name="T18" fmla="*/ 1142 h 1142"/>
            </a:gdLst>
            <a:ahLst/>
            <a:cxnLst>
              <a:cxn ang="T10">
                <a:pos x="T0" y="T1"/>
              </a:cxn>
              <a:cxn ang="T11">
                <a:pos x="T2" y="T3"/>
              </a:cxn>
              <a:cxn ang="T12">
                <a:pos x="T4" y="T5"/>
              </a:cxn>
              <a:cxn ang="T13">
                <a:pos x="T6" y="T7"/>
              </a:cxn>
              <a:cxn ang="T14">
                <a:pos x="T8" y="T9"/>
              </a:cxn>
            </a:cxnLst>
            <a:rect l="T15" t="T16" r="T17" b="T18"/>
            <a:pathLst>
              <a:path w="1117" h="1142">
                <a:moveTo>
                  <a:pt x="1116" y="1141"/>
                </a:moveTo>
                <a:lnTo>
                  <a:pt x="1116" y="0"/>
                </a:lnTo>
                <a:lnTo>
                  <a:pt x="0" y="0"/>
                </a:lnTo>
                <a:lnTo>
                  <a:pt x="0" y="1141"/>
                </a:lnTo>
                <a:lnTo>
                  <a:pt x="1116" y="1141"/>
                </a:lnTo>
              </a:path>
            </a:pathLst>
          </a:custGeom>
          <a:noFill/>
          <a:ln w="12700" cap="rnd">
            <a:solidFill>
              <a:schemeClr val="tx1"/>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43" name="Freeform 762"/>
          <p:cNvSpPr>
            <a:spLocks/>
          </p:cNvSpPr>
          <p:nvPr/>
        </p:nvSpPr>
        <p:spPr bwMode="auto">
          <a:xfrm>
            <a:off x="5320265" y="2330174"/>
            <a:ext cx="153674" cy="82959"/>
          </a:xfrm>
          <a:custGeom>
            <a:avLst/>
            <a:gdLst>
              <a:gd name="T0" fmla="*/ 2 w 88"/>
              <a:gd name="T1" fmla="*/ 8 h 42"/>
              <a:gd name="T2" fmla="*/ 2 w 88"/>
              <a:gd name="T3" fmla="*/ 9 h 42"/>
              <a:gd name="T4" fmla="*/ 1 w 88"/>
              <a:gd name="T5" fmla="*/ 13 h 42"/>
              <a:gd name="T6" fmla="*/ 0 w 88"/>
              <a:gd name="T7" fmla="*/ 17 h 42"/>
              <a:gd name="T8" fmla="*/ 5 w 88"/>
              <a:gd name="T9" fmla="*/ 22 h 42"/>
              <a:gd name="T10" fmla="*/ 7 w 88"/>
              <a:gd name="T11" fmla="*/ 25 h 42"/>
              <a:gd name="T12" fmla="*/ 7 w 88"/>
              <a:gd name="T13" fmla="*/ 26 h 42"/>
              <a:gd name="T14" fmla="*/ 3 w 88"/>
              <a:gd name="T15" fmla="*/ 27 h 42"/>
              <a:gd name="T16" fmla="*/ 7 w 88"/>
              <a:gd name="T17" fmla="*/ 29 h 42"/>
              <a:gd name="T18" fmla="*/ 11 w 88"/>
              <a:gd name="T19" fmla="*/ 29 h 42"/>
              <a:gd name="T20" fmla="*/ 15 w 88"/>
              <a:gd name="T21" fmla="*/ 30 h 42"/>
              <a:gd name="T22" fmla="*/ 24 w 88"/>
              <a:gd name="T23" fmla="*/ 32 h 42"/>
              <a:gd name="T24" fmla="*/ 33 w 88"/>
              <a:gd name="T25" fmla="*/ 33 h 42"/>
              <a:gd name="T26" fmla="*/ 40 w 88"/>
              <a:gd name="T27" fmla="*/ 37 h 42"/>
              <a:gd name="T28" fmla="*/ 44 w 88"/>
              <a:gd name="T29" fmla="*/ 39 h 42"/>
              <a:gd name="T30" fmla="*/ 49 w 88"/>
              <a:gd name="T31" fmla="*/ 40 h 42"/>
              <a:gd name="T32" fmla="*/ 56 w 88"/>
              <a:gd name="T33" fmla="*/ 40 h 42"/>
              <a:gd name="T34" fmla="*/ 63 w 88"/>
              <a:gd name="T35" fmla="*/ 40 h 42"/>
              <a:gd name="T36" fmla="*/ 70 w 88"/>
              <a:gd name="T37" fmla="*/ 40 h 42"/>
              <a:gd name="T38" fmla="*/ 72 w 88"/>
              <a:gd name="T39" fmla="*/ 40 h 42"/>
              <a:gd name="T40" fmla="*/ 72 w 88"/>
              <a:gd name="T41" fmla="*/ 41 h 42"/>
              <a:gd name="T42" fmla="*/ 76 w 88"/>
              <a:gd name="T43" fmla="*/ 38 h 42"/>
              <a:gd name="T44" fmla="*/ 78 w 88"/>
              <a:gd name="T45" fmla="*/ 36 h 42"/>
              <a:gd name="T46" fmla="*/ 81 w 88"/>
              <a:gd name="T47" fmla="*/ 35 h 42"/>
              <a:gd name="T48" fmla="*/ 85 w 88"/>
              <a:gd name="T49" fmla="*/ 32 h 42"/>
              <a:gd name="T50" fmla="*/ 87 w 88"/>
              <a:gd name="T51" fmla="*/ 30 h 42"/>
              <a:gd name="T52" fmla="*/ 87 w 88"/>
              <a:gd name="T53" fmla="*/ 27 h 42"/>
              <a:gd name="T54" fmla="*/ 85 w 88"/>
              <a:gd name="T55" fmla="*/ 23 h 42"/>
              <a:gd name="T56" fmla="*/ 82 w 88"/>
              <a:gd name="T57" fmla="*/ 18 h 42"/>
              <a:gd name="T58" fmla="*/ 82 w 88"/>
              <a:gd name="T59" fmla="*/ 13 h 42"/>
              <a:gd name="T60" fmla="*/ 82 w 88"/>
              <a:gd name="T61" fmla="*/ 9 h 42"/>
              <a:gd name="T62" fmla="*/ 81 w 88"/>
              <a:gd name="T63" fmla="*/ 7 h 42"/>
              <a:gd name="T64" fmla="*/ 77 w 88"/>
              <a:gd name="T65" fmla="*/ 6 h 42"/>
              <a:gd name="T66" fmla="*/ 72 w 88"/>
              <a:gd name="T67" fmla="*/ 5 h 42"/>
              <a:gd name="T68" fmla="*/ 63 w 88"/>
              <a:gd name="T69" fmla="*/ 4 h 42"/>
              <a:gd name="T70" fmla="*/ 31 w 88"/>
              <a:gd name="T71" fmla="*/ 1 h 42"/>
              <a:gd name="T72" fmla="*/ 26 w 88"/>
              <a:gd name="T73" fmla="*/ 0 h 42"/>
              <a:gd name="T74" fmla="*/ 22 w 88"/>
              <a:gd name="T75" fmla="*/ 1 h 42"/>
              <a:gd name="T76" fmla="*/ 19 w 88"/>
              <a:gd name="T77" fmla="*/ 2 h 42"/>
              <a:gd name="T78" fmla="*/ 16 w 88"/>
              <a:gd name="T79" fmla="*/ 5 h 42"/>
              <a:gd name="T80" fmla="*/ 10 w 88"/>
              <a:gd name="T81" fmla="*/ 7 h 42"/>
              <a:gd name="T82" fmla="*/ 2 w 88"/>
              <a:gd name="T83" fmla="*/ 8 h 42"/>
              <a:gd name="T84" fmla="*/ 2 w 88"/>
              <a:gd name="T85" fmla="*/ 8 h 4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8"/>
              <a:gd name="T130" fmla="*/ 0 h 42"/>
              <a:gd name="T131" fmla="*/ 88 w 88"/>
              <a:gd name="T132" fmla="*/ 42 h 4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8" h="42">
                <a:moveTo>
                  <a:pt x="2" y="8"/>
                </a:moveTo>
                <a:lnTo>
                  <a:pt x="2" y="9"/>
                </a:lnTo>
                <a:lnTo>
                  <a:pt x="1" y="13"/>
                </a:lnTo>
                <a:lnTo>
                  <a:pt x="0" y="17"/>
                </a:lnTo>
                <a:lnTo>
                  <a:pt x="5" y="22"/>
                </a:lnTo>
                <a:lnTo>
                  <a:pt x="7" y="25"/>
                </a:lnTo>
                <a:lnTo>
                  <a:pt x="7" y="26"/>
                </a:lnTo>
                <a:lnTo>
                  <a:pt x="3" y="27"/>
                </a:lnTo>
                <a:lnTo>
                  <a:pt x="7" y="29"/>
                </a:lnTo>
                <a:lnTo>
                  <a:pt x="11" y="29"/>
                </a:lnTo>
                <a:lnTo>
                  <a:pt x="15" y="30"/>
                </a:lnTo>
                <a:lnTo>
                  <a:pt x="24" y="32"/>
                </a:lnTo>
                <a:lnTo>
                  <a:pt x="33" y="33"/>
                </a:lnTo>
                <a:lnTo>
                  <a:pt x="40" y="37"/>
                </a:lnTo>
                <a:lnTo>
                  <a:pt x="44" y="39"/>
                </a:lnTo>
                <a:lnTo>
                  <a:pt x="49" y="40"/>
                </a:lnTo>
                <a:lnTo>
                  <a:pt x="56" y="40"/>
                </a:lnTo>
                <a:lnTo>
                  <a:pt x="63" y="40"/>
                </a:lnTo>
                <a:lnTo>
                  <a:pt x="70" y="40"/>
                </a:lnTo>
                <a:lnTo>
                  <a:pt x="72" y="40"/>
                </a:lnTo>
                <a:lnTo>
                  <a:pt x="72" y="41"/>
                </a:lnTo>
                <a:lnTo>
                  <a:pt x="76" y="38"/>
                </a:lnTo>
                <a:lnTo>
                  <a:pt x="78" y="36"/>
                </a:lnTo>
                <a:lnTo>
                  <a:pt x="81" y="35"/>
                </a:lnTo>
                <a:lnTo>
                  <a:pt x="85" y="32"/>
                </a:lnTo>
                <a:lnTo>
                  <a:pt x="87" y="30"/>
                </a:lnTo>
                <a:lnTo>
                  <a:pt x="87" y="27"/>
                </a:lnTo>
                <a:lnTo>
                  <a:pt x="85" y="23"/>
                </a:lnTo>
                <a:lnTo>
                  <a:pt x="82" y="18"/>
                </a:lnTo>
                <a:lnTo>
                  <a:pt x="82" y="13"/>
                </a:lnTo>
                <a:lnTo>
                  <a:pt x="82" y="9"/>
                </a:lnTo>
                <a:lnTo>
                  <a:pt x="81" y="7"/>
                </a:lnTo>
                <a:lnTo>
                  <a:pt x="77" y="6"/>
                </a:lnTo>
                <a:lnTo>
                  <a:pt x="72" y="5"/>
                </a:lnTo>
                <a:lnTo>
                  <a:pt x="63" y="4"/>
                </a:lnTo>
                <a:lnTo>
                  <a:pt x="31" y="1"/>
                </a:lnTo>
                <a:lnTo>
                  <a:pt x="26" y="0"/>
                </a:lnTo>
                <a:lnTo>
                  <a:pt x="22" y="1"/>
                </a:lnTo>
                <a:lnTo>
                  <a:pt x="19" y="2"/>
                </a:lnTo>
                <a:lnTo>
                  <a:pt x="16" y="5"/>
                </a:lnTo>
                <a:lnTo>
                  <a:pt x="10" y="7"/>
                </a:lnTo>
                <a:lnTo>
                  <a:pt x="2" y="8"/>
                </a:lnTo>
              </a:path>
            </a:pathLst>
          </a:custGeom>
          <a:solidFill>
            <a:srgbClr val="FDE3BA"/>
          </a:solidFill>
          <a:ln w="12700" cap="rnd">
            <a:solidFill>
              <a:srgbClr val="EF91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44" name="Freeform 763"/>
          <p:cNvSpPr>
            <a:spLocks/>
          </p:cNvSpPr>
          <p:nvPr/>
        </p:nvSpPr>
        <p:spPr bwMode="auto">
          <a:xfrm>
            <a:off x="5110709" y="3098530"/>
            <a:ext cx="389425" cy="327885"/>
          </a:xfrm>
          <a:custGeom>
            <a:avLst/>
            <a:gdLst>
              <a:gd name="T0" fmla="*/ 184 w 223"/>
              <a:gd name="T1" fmla="*/ 112 h 166"/>
              <a:gd name="T2" fmla="*/ 211 w 223"/>
              <a:gd name="T3" fmla="*/ 108 h 166"/>
              <a:gd name="T4" fmla="*/ 211 w 223"/>
              <a:gd name="T5" fmla="*/ 89 h 166"/>
              <a:gd name="T6" fmla="*/ 222 w 223"/>
              <a:gd name="T7" fmla="*/ 65 h 166"/>
              <a:gd name="T8" fmla="*/ 220 w 223"/>
              <a:gd name="T9" fmla="*/ 64 h 166"/>
              <a:gd name="T10" fmla="*/ 218 w 223"/>
              <a:gd name="T11" fmla="*/ 63 h 166"/>
              <a:gd name="T12" fmla="*/ 211 w 223"/>
              <a:gd name="T13" fmla="*/ 61 h 166"/>
              <a:gd name="T14" fmla="*/ 199 w 223"/>
              <a:gd name="T15" fmla="*/ 56 h 166"/>
              <a:gd name="T16" fmla="*/ 188 w 223"/>
              <a:gd name="T17" fmla="*/ 54 h 166"/>
              <a:gd name="T18" fmla="*/ 178 w 223"/>
              <a:gd name="T19" fmla="*/ 59 h 166"/>
              <a:gd name="T20" fmla="*/ 166 w 223"/>
              <a:gd name="T21" fmla="*/ 64 h 166"/>
              <a:gd name="T22" fmla="*/ 145 w 223"/>
              <a:gd name="T23" fmla="*/ 68 h 166"/>
              <a:gd name="T24" fmla="*/ 136 w 223"/>
              <a:gd name="T25" fmla="*/ 68 h 166"/>
              <a:gd name="T26" fmla="*/ 131 w 223"/>
              <a:gd name="T27" fmla="*/ 71 h 166"/>
              <a:gd name="T28" fmla="*/ 129 w 223"/>
              <a:gd name="T29" fmla="*/ 71 h 166"/>
              <a:gd name="T30" fmla="*/ 129 w 223"/>
              <a:gd name="T31" fmla="*/ 72 h 166"/>
              <a:gd name="T32" fmla="*/ 129 w 223"/>
              <a:gd name="T33" fmla="*/ 68 h 166"/>
              <a:gd name="T34" fmla="*/ 132 w 223"/>
              <a:gd name="T35" fmla="*/ 58 h 166"/>
              <a:gd name="T36" fmla="*/ 133 w 223"/>
              <a:gd name="T37" fmla="*/ 53 h 166"/>
              <a:gd name="T38" fmla="*/ 129 w 223"/>
              <a:gd name="T39" fmla="*/ 50 h 166"/>
              <a:gd name="T40" fmla="*/ 121 w 223"/>
              <a:gd name="T41" fmla="*/ 45 h 166"/>
              <a:gd name="T42" fmla="*/ 100 w 223"/>
              <a:gd name="T43" fmla="*/ 33 h 166"/>
              <a:gd name="T44" fmla="*/ 94 w 223"/>
              <a:gd name="T45" fmla="*/ 19 h 166"/>
              <a:gd name="T46" fmla="*/ 92 w 223"/>
              <a:gd name="T47" fmla="*/ 20 h 166"/>
              <a:gd name="T48" fmla="*/ 81 w 223"/>
              <a:gd name="T49" fmla="*/ 20 h 166"/>
              <a:gd name="T50" fmla="*/ 69 w 223"/>
              <a:gd name="T51" fmla="*/ 19 h 166"/>
              <a:gd name="T52" fmla="*/ 55 w 223"/>
              <a:gd name="T53" fmla="*/ 15 h 166"/>
              <a:gd name="T54" fmla="*/ 39 w 223"/>
              <a:gd name="T55" fmla="*/ 8 h 166"/>
              <a:gd name="T56" fmla="*/ 28 w 223"/>
              <a:gd name="T57" fmla="*/ 0 h 166"/>
              <a:gd name="T58" fmla="*/ 12 w 223"/>
              <a:gd name="T59" fmla="*/ 8 h 166"/>
              <a:gd name="T60" fmla="*/ 8 w 223"/>
              <a:gd name="T61" fmla="*/ 8 h 166"/>
              <a:gd name="T62" fmla="*/ 1 w 223"/>
              <a:gd name="T63" fmla="*/ 11 h 166"/>
              <a:gd name="T64" fmla="*/ 0 w 223"/>
              <a:gd name="T65" fmla="*/ 23 h 166"/>
              <a:gd name="T66" fmla="*/ 5 w 223"/>
              <a:gd name="T67" fmla="*/ 35 h 166"/>
              <a:gd name="T68" fmla="*/ 5 w 223"/>
              <a:gd name="T69" fmla="*/ 40 h 166"/>
              <a:gd name="T70" fmla="*/ 5 w 223"/>
              <a:gd name="T71" fmla="*/ 45 h 166"/>
              <a:gd name="T72" fmla="*/ 9 w 223"/>
              <a:gd name="T73" fmla="*/ 54 h 166"/>
              <a:gd name="T74" fmla="*/ 18 w 223"/>
              <a:gd name="T75" fmla="*/ 68 h 166"/>
              <a:gd name="T76" fmla="*/ 28 w 223"/>
              <a:gd name="T77" fmla="*/ 82 h 166"/>
              <a:gd name="T78" fmla="*/ 35 w 223"/>
              <a:gd name="T79" fmla="*/ 88 h 166"/>
              <a:gd name="T80" fmla="*/ 42 w 223"/>
              <a:gd name="T81" fmla="*/ 93 h 166"/>
              <a:gd name="T82" fmla="*/ 55 w 223"/>
              <a:gd name="T83" fmla="*/ 100 h 166"/>
              <a:gd name="T84" fmla="*/ 67 w 223"/>
              <a:gd name="T85" fmla="*/ 106 h 166"/>
              <a:gd name="T86" fmla="*/ 74 w 223"/>
              <a:gd name="T87" fmla="*/ 111 h 166"/>
              <a:gd name="T88" fmla="*/ 76 w 223"/>
              <a:gd name="T89" fmla="*/ 116 h 166"/>
              <a:gd name="T90" fmla="*/ 77 w 223"/>
              <a:gd name="T91" fmla="*/ 126 h 166"/>
              <a:gd name="T92" fmla="*/ 78 w 223"/>
              <a:gd name="T93" fmla="*/ 137 h 166"/>
              <a:gd name="T94" fmla="*/ 78 w 223"/>
              <a:gd name="T95" fmla="*/ 145 h 166"/>
              <a:gd name="T96" fmla="*/ 82 w 223"/>
              <a:gd name="T97" fmla="*/ 154 h 166"/>
              <a:gd name="T98" fmla="*/ 90 w 223"/>
              <a:gd name="T99" fmla="*/ 165 h 166"/>
              <a:gd name="T100" fmla="*/ 162 w 223"/>
              <a:gd name="T101" fmla="*/ 130 h 166"/>
              <a:gd name="T102" fmla="*/ 184 w 223"/>
              <a:gd name="T103" fmla="*/ 112 h 16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23"/>
              <a:gd name="T157" fmla="*/ 0 h 166"/>
              <a:gd name="T158" fmla="*/ 223 w 223"/>
              <a:gd name="T159" fmla="*/ 166 h 16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23" h="166">
                <a:moveTo>
                  <a:pt x="184" y="112"/>
                </a:moveTo>
                <a:lnTo>
                  <a:pt x="211" y="108"/>
                </a:lnTo>
                <a:lnTo>
                  <a:pt x="211" y="89"/>
                </a:lnTo>
                <a:lnTo>
                  <a:pt x="222" y="65"/>
                </a:lnTo>
                <a:lnTo>
                  <a:pt x="220" y="64"/>
                </a:lnTo>
                <a:lnTo>
                  <a:pt x="218" y="63"/>
                </a:lnTo>
                <a:lnTo>
                  <a:pt x="211" y="61"/>
                </a:lnTo>
                <a:lnTo>
                  <a:pt x="199" y="56"/>
                </a:lnTo>
                <a:lnTo>
                  <a:pt x="188" y="54"/>
                </a:lnTo>
                <a:lnTo>
                  <a:pt x="178" y="59"/>
                </a:lnTo>
                <a:lnTo>
                  <a:pt x="166" y="64"/>
                </a:lnTo>
                <a:lnTo>
                  <a:pt x="145" y="68"/>
                </a:lnTo>
                <a:lnTo>
                  <a:pt x="136" y="68"/>
                </a:lnTo>
                <a:lnTo>
                  <a:pt x="131" y="71"/>
                </a:lnTo>
                <a:lnTo>
                  <a:pt x="129" y="71"/>
                </a:lnTo>
                <a:lnTo>
                  <a:pt x="129" y="72"/>
                </a:lnTo>
                <a:lnTo>
                  <a:pt x="129" y="68"/>
                </a:lnTo>
                <a:lnTo>
                  <a:pt x="132" y="58"/>
                </a:lnTo>
                <a:lnTo>
                  <a:pt x="133" y="53"/>
                </a:lnTo>
                <a:lnTo>
                  <a:pt x="129" y="50"/>
                </a:lnTo>
                <a:lnTo>
                  <a:pt x="121" y="45"/>
                </a:lnTo>
                <a:lnTo>
                  <a:pt x="100" y="33"/>
                </a:lnTo>
                <a:lnTo>
                  <a:pt x="94" y="19"/>
                </a:lnTo>
                <a:lnTo>
                  <a:pt x="92" y="20"/>
                </a:lnTo>
                <a:lnTo>
                  <a:pt x="81" y="20"/>
                </a:lnTo>
                <a:lnTo>
                  <a:pt x="69" y="19"/>
                </a:lnTo>
                <a:lnTo>
                  <a:pt x="55" y="15"/>
                </a:lnTo>
                <a:lnTo>
                  <a:pt x="39" y="8"/>
                </a:lnTo>
                <a:lnTo>
                  <a:pt x="28" y="0"/>
                </a:lnTo>
                <a:lnTo>
                  <a:pt x="12" y="8"/>
                </a:lnTo>
                <a:lnTo>
                  <a:pt x="8" y="8"/>
                </a:lnTo>
                <a:lnTo>
                  <a:pt x="1" y="11"/>
                </a:lnTo>
                <a:lnTo>
                  <a:pt x="0" y="23"/>
                </a:lnTo>
                <a:lnTo>
                  <a:pt x="5" y="35"/>
                </a:lnTo>
                <a:lnTo>
                  <a:pt x="5" y="40"/>
                </a:lnTo>
                <a:lnTo>
                  <a:pt x="5" y="45"/>
                </a:lnTo>
                <a:lnTo>
                  <a:pt x="9" y="54"/>
                </a:lnTo>
                <a:lnTo>
                  <a:pt x="18" y="68"/>
                </a:lnTo>
                <a:lnTo>
                  <a:pt x="28" y="82"/>
                </a:lnTo>
                <a:lnTo>
                  <a:pt x="35" y="88"/>
                </a:lnTo>
                <a:lnTo>
                  <a:pt x="42" y="93"/>
                </a:lnTo>
                <a:lnTo>
                  <a:pt x="55" y="100"/>
                </a:lnTo>
                <a:lnTo>
                  <a:pt x="67" y="106"/>
                </a:lnTo>
                <a:lnTo>
                  <a:pt x="74" y="111"/>
                </a:lnTo>
                <a:lnTo>
                  <a:pt x="76" y="116"/>
                </a:lnTo>
                <a:lnTo>
                  <a:pt x="77" y="126"/>
                </a:lnTo>
                <a:lnTo>
                  <a:pt x="78" y="137"/>
                </a:lnTo>
                <a:lnTo>
                  <a:pt x="78" y="145"/>
                </a:lnTo>
                <a:lnTo>
                  <a:pt x="82" y="154"/>
                </a:lnTo>
                <a:lnTo>
                  <a:pt x="90" y="165"/>
                </a:lnTo>
                <a:lnTo>
                  <a:pt x="162" y="130"/>
                </a:lnTo>
                <a:lnTo>
                  <a:pt x="184" y="112"/>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45" name="Freeform 764"/>
          <p:cNvSpPr>
            <a:spLocks/>
          </p:cNvSpPr>
          <p:nvPr/>
        </p:nvSpPr>
        <p:spPr bwMode="auto">
          <a:xfrm>
            <a:off x="5156113" y="3167663"/>
            <a:ext cx="117003" cy="104685"/>
          </a:xfrm>
          <a:custGeom>
            <a:avLst/>
            <a:gdLst>
              <a:gd name="T0" fmla="*/ 30 w 67"/>
              <a:gd name="T1" fmla="*/ 52 h 53"/>
              <a:gd name="T2" fmla="*/ 0 w 67"/>
              <a:gd name="T3" fmla="*/ 21 h 53"/>
              <a:gd name="T4" fmla="*/ 3 w 67"/>
              <a:gd name="T5" fmla="*/ 10 h 53"/>
              <a:gd name="T6" fmla="*/ 28 w 67"/>
              <a:gd name="T7" fmla="*/ 0 h 53"/>
              <a:gd name="T8" fmla="*/ 57 w 67"/>
              <a:gd name="T9" fmla="*/ 5 h 53"/>
              <a:gd name="T10" fmla="*/ 66 w 67"/>
              <a:gd name="T11" fmla="*/ 8 h 53"/>
              <a:gd name="T12" fmla="*/ 66 w 67"/>
              <a:gd name="T13" fmla="*/ 10 h 53"/>
              <a:gd name="T14" fmla="*/ 63 w 67"/>
              <a:gd name="T15" fmla="*/ 25 h 53"/>
              <a:gd name="T16" fmla="*/ 50 w 67"/>
              <a:gd name="T17" fmla="*/ 38 h 53"/>
              <a:gd name="T18" fmla="*/ 45 w 67"/>
              <a:gd name="T19" fmla="*/ 48 h 53"/>
              <a:gd name="T20" fmla="*/ 30 w 67"/>
              <a:gd name="T21" fmla="*/ 52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53"/>
              <a:gd name="T35" fmla="*/ 67 w 67"/>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53">
                <a:moveTo>
                  <a:pt x="30" y="52"/>
                </a:moveTo>
                <a:lnTo>
                  <a:pt x="0" y="21"/>
                </a:lnTo>
                <a:lnTo>
                  <a:pt x="3" y="10"/>
                </a:lnTo>
                <a:lnTo>
                  <a:pt x="28" y="0"/>
                </a:lnTo>
                <a:lnTo>
                  <a:pt x="57" y="5"/>
                </a:lnTo>
                <a:lnTo>
                  <a:pt x="66" y="8"/>
                </a:lnTo>
                <a:lnTo>
                  <a:pt x="66" y="10"/>
                </a:lnTo>
                <a:lnTo>
                  <a:pt x="63" y="25"/>
                </a:lnTo>
                <a:lnTo>
                  <a:pt x="50" y="38"/>
                </a:lnTo>
                <a:lnTo>
                  <a:pt x="45" y="48"/>
                </a:lnTo>
                <a:lnTo>
                  <a:pt x="30" y="52"/>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46" name="Freeform 765"/>
          <p:cNvSpPr>
            <a:spLocks/>
          </p:cNvSpPr>
          <p:nvPr/>
        </p:nvSpPr>
        <p:spPr bwMode="auto">
          <a:xfrm>
            <a:off x="5280101" y="3335555"/>
            <a:ext cx="153674" cy="266654"/>
          </a:xfrm>
          <a:custGeom>
            <a:avLst/>
            <a:gdLst>
              <a:gd name="T0" fmla="*/ 0 w 88"/>
              <a:gd name="T1" fmla="*/ 52 h 135"/>
              <a:gd name="T2" fmla="*/ 16 w 88"/>
              <a:gd name="T3" fmla="*/ 76 h 135"/>
              <a:gd name="T4" fmla="*/ 23 w 88"/>
              <a:gd name="T5" fmla="*/ 95 h 135"/>
              <a:gd name="T6" fmla="*/ 26 w 88"/>
              <a:gd name="T7" fmla="*/ 111 h 135"/>
              <a:gd name="T8" fmla="*/ 29 w 88"/>
              <a:gd name="T9" fmla="*/ 125 h 135"/>
              <a:gd name="T10" fmla="*/ 37 w 88"/>
              <a:gd name="T11" fmla="*/ 134 h 135"/>
              <a:gd name="T12" fmla="*/ 40 w 88"/>
              <a:gd name="T13" fmla="*/ 134 h 135"/>
              <a:gd name="T14" fmla="*/ 42 w 88"/>
              <a:gd name="T15" fmla="*/ 130 h 135"/>
              <a:gd name="T16" fmla="*/ 40 w 88"/>
              <a:gd name="T17" fmla="*/ 120 h 135"/>
              <a:gd name="T18" fmla="*/ 39 w 88"/>
              <a:gd name="T19" fmla="*/ 111 h 135"/>
              <a:gd name="T20" fmla="*/ 39 w 88"/>
              <a:gd name="T21" fmla="*/ 107 h 135"/>
              <a:gd name="T22" fmla="*/ 40 w 88"/>
              <a:gd name="T23" fmla="*/ 111 h 135"/>
              <a:gd name="T24" fmla="*/ 49 w 88"/>
              <a:gd name="T25" fmla="*/ 114 h 135"/>
              <a:gd name="T26" fmla="*/ 61 w 88"/>
              <a:gd name="T27" fmla="*/ 112 h 135"/>
              <a:gd name="T28" fmla="*/ 65 w 88"/>
              <a:gd name="T29" fmla="*/ 109 h 135"/>
              <a:gd name="T30" fmla="*/ 61 w 88"/>
              <a:gd name="T31" fmla="*/ 108 h 135"/>
              <a:gd name="T32" fmla="*/ 51 w 88"/>
              <a:gd name="T33" fmla="*/ 101 h 135"/>
              <a:gd name="T34" fmla="*/ 47 w 88"/>
              <a:gd name="T35" fmla="*/ 98 h 135"/>
              <a:gd name="T36" fmla="*/ 43 w 88"/>
              <a:gd name="T37" fmla="*/ 95 h 135"/>
              <a:gd name="T38" fmla="*/ 43 w 88"/>
              <a:gd name="T39" fmla="*/ 91 h 135"/>
              <a:gd name="T40" fmla="*/ 45 w 88"/>
              <a:gd name="T41" fmla="*/ 85 h 135"/>
              <a:gd name="T42" fmla="*/ 45 w 88"/>
              <a:gd name="T43" fmla="*/ 69 h 135"/>
              <a:gd name="T44" fmla="*/ 37 w 88"/>
              <a:gd name="T45" fmla="*/ 50 h 135"/>
              <a:gd name="T46" fmla="*/ 37 w 88"/>
              <a:gd name="T47" fmla="*/ 43 h 135"/>
              <a:gd name="T48" fmla="*/ 39 w 88"/>
              <a:gd name="T49" fmla="*/ 40 h 135"/>
              <a:gd name="T50" fmla="*/ 43 w 88"/>
              <a:gd name="T51" fmla="*/ 42 h 135"/>
              <a:gd name="T52" fmla="*/ 48 w 88"/>
              <a:gd name="T53" fmla="*/ 47 h 135"/>
              <a:gd name="T54" fmla="*/ 53 w 88"/>
              <a:gd name="T55" fmla="*/ 51 h 135"/>
              <a:gd name="T56" fmla="*/ 57 w 88"/>
              <a:gd name="T57" fmla="*/ 49 h 135"/>
              <a:gd name="T58" fmla="*/ 60 w 88"/>
              <a:gd name="T59" fmla="*/ 45 h 135"/>
              <a:gd name="T60" fmla="*/ 61 w 88"/>
              <a:gd name="T61" fmla="*/ 39 h 135"/>
              <a:gd name="T62" fmla="*/ 66 w 88"/>
              <a:gd name="T63" fmla="*/ 32 h 135"/>
              <a:gd name="T64" fmla="*/ 75 w 88"/>
              <a:gd name="T65" fmla="*/ 27 h 135"/>
              <a:gd name="T66" fmla="*/ 80 w 88"/>
              <a:gd name="T67" fmla="*/ 25 h 135"/>
              <a:gd name="T68" fmla="*/ 83 w 88"/>
              <a:gd name="T69" fmla="*/ 24 h 135"/>
              <a:gd name="T70" fmla="*/ 87 w 88"/>
              <a:gd name="T71" fmla="*/ 0 h 135"/>
              <a:gd name="T72" fmla="*/ 83 w 88"/>
              <a:gd name="T73" fmla="*/ 4 h 135"/>
              <a:gd name="T74" fmla="*/ 76 w 88"/>
              <a:gd name="T75" fmla="*/ 4 h 135"/>
              <a:gd name="T76" fmla="*/ 67 w 88"/>
              <a:gd name="T77" fmla="*/ 7 h 135"/>
              <a:gd name="T78" fmla="*/ 56 w 88"/>
              <a:gd name="T79" fmla="*/ 13 h 135"/>
              <a:gd name="T80" fmla="*/ 45 w 88"/>
              <a:gd name="T81" fmla="*/ 19 h 135"/>
              <a:gd name="T82" fmla="*/ 40 w 88"/>
              <a:gd name="T83" fmla="*/ 20 h 135"/>
              <a:gd name="T84" fmla="*/ 35 w 88"/>
              <a:gd name="T85" fmla="*/ 20 h 135"/>
              <a:gd name="T86" fmla="*/ 27 w 88"/>
              <a:gd name="T87" fmla="*/ 20 h 135"/>
              <a:gd name="T88" fmla="*/ 18 w 88"/>
              <a:gd name="T89" fmla="*/ 26 h 135"/>
              <a:gd name="T90" fmla="*/ 7 w 88"/>
              <a:gd name="T91" fmla="*/ 37 h 135"/>
              <a:gd name="T92" fmla="*/ 3 w 88"/>
              <a:gd name="T93" fmla="*/ 47 h 135"/>
              <a:gd name="T94" fmla="*/ 0 w 88"/>
              <a:gd name="T95" fmla="*/ 52 h 13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8"/>
              <a:gd name="T145" fmla="*/ 0 h 135"/>
              <a:gd name="T146" fmla="*/ 88 w 88"/>
              <a:gd name="T147" fmla="*/ 135 h 13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8" h="135">
                <a:moveTo>
                  <a:pt x="0" y="52"/>
                </a:moveTo>
                <a:lnTo>
                  <a:pt x="16" y="76"/>
                </a:lnTo>
                <a:lnTo>
                  <a:pt x="23" y="95"/>
                </a:lnTo>
                <a:lnTo>
                  <a:pt x="26" y="111"/>
                </a:lnTo>
                <a:lnTo>
                  <a:pt x="29" y="125"/>
                </a:lnTo>
                <a:lnTo>
                  <a:pt x="37" y="134"/>
                </a:lnTo>
                <a:lnTo>
                  <a:pt x="40" y="134"/>
                </a:lnTo>
                <a:lnTo>
                  <a:pt x="42" y="130"/>
                </a:lnTo>
                <a:lnTo>
                  <a:pt x="40" y="120"/>
                </a:lnTo>
                <a:lnTo>
                  <a:pt x="39" y="111"/>
                </a:lnTo>
                <a:lnTo>
                  <a:pt x="39" y="107"/>
                </a:lnTo>
                <a:lnTo>
                  <a:pt x="40" y="111"/>
                </a:lnTo>
                <a:lnTo>
                  <a:pt x="49" y="114"/>
                </a:lnTo>
                <a:lnTo>
                  <a:pt x="61" y="112"/>
                </a:lnTo>
                <a:lnTo>
                  <a:pt x="65" y="109"/>
                </a:lnTo>
                <a:lnTo>
                  <a:pt x="61" y="108"/>
                </a:lnTo>
                <a:lnTo>
                  <a:pt x="51" y="101"/>
                </a:lnTo>
                <a:lnTo>
                  <a:pt x="47" y="98"/>
                </a:lnTo>
                <a:lnTo>
                  <a:pt x="43" y="95"/>
                </a:lnTo>
                <a:lnTo>
                  <a:pt x="43" y="91"/>
                </a:lnTo>
                <a:lnTo>
                  <a:pt x="45" y="85"/>
                </a:lnTo>
                <a:lnTo>
                  <a:pt x="45" y="69"/>
                </a:lnTo>
                <a:lnTo>
                  <a:pt x="37" y="50"/>
                </a:lnTo>
                <a:lnTo>
                  <a:pt x="37" y="43"/>
                </a:lnTo>
                <a:lnTo>
                  <a:pt x="39" y="40"/>
                </a:lnTo>
                <a:lnTo>
                  <a:pt x="43" y="42"/>
                </a:lnTo>
                <a:lnTo>
                  <a:pt x="48" y="47"/>
                </a:lnTo>
                <a:lnTo>
                  <a:pt x="53" y="51"/>
                </a:lnTo>
                <a:lnTo>
                  <a:pt x="57" y="49"/>
                </a:lnTo>
                <a:lnTo>
                  <a:pt x="60" y="45"/>
                </a:lnTo>
                <a:lnTo>
                  <a:pt x="61" y="39"/>
                </a:lnTo>
                <a:lnTo>
                  <a:pt x="66" y="32"/>
                </a:lnTo>
                <a:lnTo>
                  <a:pt x="75" y="27"/>
                </a:lnTo>
                <a:lnTo>
                  <a:pt x="80" y="25"/>
                </a:lnTo>
                <a:lnTo>
                  <a:pt x="83" y="24"/>
                </a:lnTo>
                <a:lnTo>
                  <a:pt x="87" y="0"/>
                </a:lnTo>
                <a:lnTo>
                  <a:pt x="83" y="4"/>
                </a:lnTo>
                <a:lnTo>
                  <a:pt x="76" y="4"/>
                </a:lnTo>
                <a:lnTo>
                  <a:pt x="67" y="7"/>
                </a:lnTo>
                <a:lnTo>
                  <a:pt x="56" y="13"/>
                </a:lnTo>
                <a:lnTo>
                  <a:pt x="45" y="19"/>
                </a:lnTo>
                <a:lnTo>
                  <a:pt x="40" y="20"/>
                </a:lnTo>
                <a:lnTo>
                  <a:pt x="35" y="20"/>
                </a:lnTo>
                <a:lnTo>
                  <a:pt x="27" y="20"/>
                </a:lnTo>
                <a:lnTo>
                  <a:pt x="18" y="26"/>
                </a:lnTo>
                <a:lnTo>
                  <a:pt x="7" y="37"/>
                </a:lnTo>
                <a:lnTo>
                  <a:pt x="3" y="47"/>
                </a:lnTo>
                <a:lnTo>
                  <a:pt x="0" y="52"/>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47" name="Freeform 766"/>
          <p:cNvSpPr>
            <a:spLocks/>
          </p:cNvSpPr>
          <p:nvPr/>
        </p:nvSpPr>
        <p:spPr bwMode="auto">
          <a:xfrm>
            <a:off x="5253906" y="3290126"/>
            <a:ext cx="68106" cy="77033"/>
          </a:xfrm>
          <a:custGeom>
            <a:avLst/>
            <a:gdLst>
              <a:gd name="T0" fmla="*/ 17 w 39"/>
              <a:gd name="T1" fmla="*/ 38 h 39"/>
              <a:gd name="T2" fmla="*/ 0 w 39"/>
              <a:gd name="T3" fmla="*/ 15 h 39"/>
              <a:gd name="T4" fmla="*/ 2 w 39"/>
              <a:gd name="T5" fmla="*/ 7 h 39"/>
              <a:gd name="T6" fmla="*/ 16 w 39"/>
              <a:gd name="T7" fmla="*/ 0 h 39"/>
              <a:gd name="T8" fmla="*/ 33 w 39"/>
              <a:gd name="T9" fmla="*/ 4 h 39"/>
              <a:gd name="T10" fmla="*/ 38 w 39"/>
              <a:gd name="T11" fmla="*/ 6 h 39"/>
              <a:gd name="T12" fmla="*/ 38 w 39"/>
              <a:gd name="T13" fmla="*/ 7 h 39"/>
              <a:gd name="T14" fmla="*/ 36 w 39"/>
              <a:gd name="T15" fmla="*/ 18 h 39"/>
              <a:gd name="T16" fmla="*/ 29 w 39"/>
              <a:gd name="T17" fmla="*/ 28 h 39"/>
              <a:gd name="T18" fmla="*/ 26 w 39"/>
              <a:gd name="T19" fmla="*/ 35 h 39"/>
              <a:gd name="T20" fmla="*/ 17 w 39"/>
              <a:gd name="T21" fmla="*/ 38 h 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39"/>
              <a:gd name="T35" fmla="*/ 39 w 39"/>
              <a:gd name="T36" fmla="*/ 39 h 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39">
                <a:moveTo>
                  <a:pt x="17" y="38"/>
                </a:moveTo>
                <a:lnTo>
                  <a:pt x="0" y="15"/>
                </a:lnTo>
                <a:lnTo>
                  <a:pt x="2" y="7"/>
                </a:lnTo>
                <a:lnTo>
                  <a:pt x="16" y="0"/>
                </a:lnTo>
                <a:lnTo>
                  <a:pt x="33" y="4"/>
                </a:lnTo>
                <a:lnTo>
                  <a:pt x="38" y="6"/>
                </a:lnTo>
                <a:lnTo>
                  <a:pt x="38" y="7"/>
                </a:lnTo>
                <a:lnTo>
                  <a:pt x="36" y="18"/>
                </a:lnTo>
                <a:lnTo>
                  <a:pt x="29" y="28"/>
                </a:lnTo>
                <a:lnTo>
                  <a:pt x="26" y="35"/>
                </a:lnTo>
                <a:lnTo>
                  <a:pt x="17" y="38"/>
                </a:lnTo>
              </a:path>
            </a:pathLst>
          </a:custGeom>
          <a:solidFill>
            <a:srgbClr val="FDE3BA"/>
          </a:solidFill>
          <a:ln w="12700" cap="rnd">
            <a:solidFill>
              <a:srgbClr val="EF9100"/>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48" name="Freeform 767"/>
          <p:cNvSpPr>
            <a:spLocks/>
          </p:cNvSpPr>
          <p:nvPr/>
        </p:nvSpPr>
        <p:spPr bwMode="auto">
          <a:xfrm>
            <a:off x="4328367" y="3918242"/>
            <a:ext cx="132719" cy="144190"/>
          </a:xfrm>
          <a:custGeom>
            <a:avLst/>
            <a:gdLst>
              <a:gd name="T0" fmla="*/ 75 w 76"/>
              <a:gd name="T1" fmla="*/ 13 h 73"/>
              <a:gd name="T2" fmla="*/ 58 w 76"/>
              <a:gd name="T3" fmla="*/ 0 h 73"/>
              <a:gd name="T4" fmla="*/ 58 w 76"/>
              <a:gd name="T5" fmla="*/ 0 h 73"/>
              <a:gd name="T6" fmla="*/ 21 w 76"/>
              <a:gd name="T7" fmla="*/ 23 h 73"/>
              <a:gd name="T8" fmla="*/ 0 w 76"/>
              <a:gd name="T9" fmla="*/ 66 h 73"/>
              <a:gd name="T10" fmla="*/ 39 w 76"/>
              <a:gd name="T11" fmla="*/ 72 h 73"/>
              <a:gd name="T12" fmla="*/ 37 w 76"/>
              <a:gd name="T13" fmla="*/ 42 h 73"/>
              <a:gd name="T14" fmla="*/ 75 w 76"/>
              <a:gd name="T15" fmla="*/ 39 h 73"/>
              <a:gd name="T16" fmla="*/ 75 w 76"/>
              <a:gd name="T17" fmla="*/ 13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
              <a:gd name="T28" fmla="*/ 0 h 73"/>
              <a:gd name="T29" fmla="*/ 76 w 76"/>
              <a:gd name="T30" fmla="*/ 73 h 7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 h="73">
                <a:moveTo>
                  <a:pt x="75" y="13"/>
                </a:moveTo>
                <a:lnTo>
                  <a:pt x="58" y="0"/>
                </a:lnTo>
                <a:lnTo>
                  <a:pt x="21" y="23"/>
                </a:lnTo>
                <a:lnTo>
                  <a:pt x="0" y="66"/>
                </a:lnTo>
                <a:lnTo>
                  <a:pt x="39" y="72"/>
                </a:lnTo>
                <a:lnTo>
                  <a:pt x="37" y="42"/>
                </a:lnTo>
                <a:lnTo>
                  <a:pt x="75" y="39"/>
                </a:lnTo>
                <a:lnTo>
                  <a:pt x="75" y="13"/>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449" name="Freeform 768"/>
          <p:cNvSpPr>
            <a:spLocks/>
          </p:cNvSpPr>
          <p:nvPr/>
        </p:nvSpPr>
        <p:spPr bwMode="auto">
          <a:xfrm>
            <a:off x="5025141" y="1686255"/>
            <a:ext cx="433082" cy="703175"/>
          </a:xfrm>
          <a:custGeom>
            <a:avLst/>
            <a:gdLst>
              <a:gd name="T0" fmla="*/ 0 w 248"/>
              <a:gd name="T1" fmla="*/ 353 h 356"/>
              <a:gd name="T2" fmla="*/ 8 w 248"/>
              <a:gd name="T3" fmla="*/ 355 h 356"/>
              <a:gd name="T4" fmla="*/ 8 w 248"/>
              <a:gd name="T5" fmla="*/ 350 h 356"/>
              <a:gd name="T6" fmla="*/ 14 w 248"/>
              <a:gd name="T7" fmla="*/ 332 h 356"/>
              <a:gd name="T8" fmla="*/ 19 w 248"/>
              <a:gd name="T9" fmla="*/ 313 h 356"/>
              <a:gd name="T10" fmla="*/ 19 w 248"/>
              <a:gd name="T11" fmla="*/ 295 h 356"/>
              <a:gd name="T12" fmla="*/ 21 w 248"/>
              <a:gd name="T13" fmla="*/ 286 h 356"/>
              <a:gd name="T14" fmla="*/ 24 w 248"/>
              <a:gd name="T15" fmla="*/ 281 h 356"/>
              <a:gd name="T16" fmla="*/ 24 w 248"/>
              <a:gd name="T17" fmla="*/ 276 h 356"/>
              <a:gd name="T18" fmla="*/ 19 w 248"/>
              <a:gd name="T19" fmla="*/ 268 h 356"/>
              <a:gd name="T20" fmla="*/ 14 w 248"/>
              <a:gd name="T21" fmla="*/ 262 h 356"/>
              <a:gd name="T22" fmla="*/ 13 w 248"/>
              <a:gd name="T23" fmla="*/ 258 h 356"/>
              <a:gd name="T24" fmla="*/ 15 w 248"/>
              <a:gd name="T25" fmla="*/ 251 h 356"/>
              <a:gd name="T26" fmla="*/ 17 w 248"/>
              <a:gd name="T27" fmla="*/ 239 h 356"/>
              <a:gd name="T28" fmla="*/ 17 w 248"/>
              <a:gd name="T29" fmla="*/ 223 h 356"/>
              <a:gd name="T30" fmla="*/ 17 w 248"/>
              <a:gd name="T31" fmla="*/ 211 h 356"/>
              <a:gd name="T32" fmla="*/ 21 w 248"/>
              <a:gd name="T33" fmla="*/ 203 h 356"/>
              <a:gd name="T34" fmla="*/ 28 w 248"/>
              <a:gd name="T35" fmla="*/ 201 h 356"/>
              <a:gd name="T36" fmla="*/ 37 w 248"/>
              <a:gd name="T37" fmla="*/ 201 h 356"/>
              <a:gd name="T38" fmla="*/ 42 w 248"/>
              <a:gd name="T39" fmla="*/ 201 h 356"/>
              <a:gd name="T40" fmla="*/ 43 w 248"/>
              <a:gd name="T41" fmla="*/ 197 h 356"/>
              <a:gd name="T42" fmla="*/ 40 w 248"/>
              <a:gd name="T43" fmla="*/ 190 h 356"/>
              <a:gd name="T44" fmla="*/ 36 w 248"/>
              <a:gd name="T45" fmla="*/ 182 h 356"/>
              <a:gd name="T46" fmla="*/ 38 w 248"/>
              <a:gd name="T47" fmla="*/ 178 h 356"/>
              <a:gd name="T48" fmla="*/ 41 w 248"/>
              <a:gd name="T49" fmla="*/ 173 h 356"/>
              <a:gd name="T50" fmla="*/ 45 w 248"/>
              <a:gd name="T51" fmla="*/ 165 h 356"/>
              <a:gd name="T52" fmla="*/ 44 w 248"/>
              <a:gd name="T53" fmla="*/ 154 h 356"/>
              <a:gd name="T54" fmla="*/ 40 w 248"/>
              <a:gd name="T55" fmla="*/ 145 h 356"/>
              <a:gd name="T56" fmla="*/ 39 w 248"/>
              <a:gd name="T57" fmla="*/ 136 h 356"/>
              <a:gd name="T58" fmla="*/ 46 w 248"/>
              <a:gd name="T59" fmla="*/ 128 h 356"/>
              <a:gd name="T60" fmla="*/ 55 w 248"/>
              <a:gd name="T61" fmla="*/ 121 h 356"/>
              <a:gd name="T62" fmla="*/ 60 w 248"/>
              <a:gd name="T63" fmla="*/ 115 h 356"/>
              <a:gd name="T64" fmla="*/ 62 w 248"/>
              <a:gd name="T65" fmla="*/ 108 h 356"/>
              <a:gd name="T66" fmla="*/ 64 w 248"/>
              <a:gd name="T67" fmla="*/ 97 h 356"/>
              <a:gd name="T68" fmla="*/ 67 w 248"/>
              <a:gd name="T69" fmla="*/ 87 h 356"/>
              <a:gd name="T70" fmla="*/ 71 w 248"/>
              <a:gd name="T71" fmla="*/ 80 h 356"/>
              <a:gd name="T72" fmla="*/ 76 w 248"/>
              <a:gd name="T73" fmla="*/ 75 h 356"/>
              <a:gd name="T74" fmla="*/ 85 w 248"/>
              <a:gd name="T75" fmla="*/ 67 h 356"/>
              <a:gd name="T76" fmla="*/ 105 w 248"/>
              <a:gd name="T77" fmla="*/ 57 h 356"/>
              <a:gd name="T78" fmla="*/ 122 w 248"/>
              <a:gd name="T79" fmla="*/ 54 h 356"/>
              <a:gd name="T80" fmla="*/ 128 w 248"/>
              <a:gd name="T81" fmla="*/ 48 h 356"/>
              <a:gd name="T82" fmla="*/ 129 w 248"/>
              <a:gd name="T83" fmla="*/ 35 h 356"/>
              <a:gd name="T84" fmla="*/ 137 w 248"/>
              <a:gd name="T85" fmla="*/ 28 h 356"/>
              <a:gd name="T86" fmla="*/ 147 w 248"/>
              <a:gd name="T87" fmla="*/ 35 h 356"/>
              <a:gd name="T88" fmla="*/ 152 w 248"/>
              <a:gd name="T89" fmla="*/ 42 h 356"/>
              <a:gd name="T90" fmla="*/ 155 w 248"/>
              <a:gd name="T91" fmla="*/ 46 h 356"/>
              <a:gd name="T92" fmla="*/ 159 w 248"/>
              <a:gd name="T93" fmla="*/ 46 h 356"/>
              <a:gd name="T94" fmla="*/ 169 w 248"/>
              <a:gd name="T95" fmla="*/ 45 h 356"/>
              <a:gd name="T96" fmla="*/ 181 w 248"/>
              <a:gd name="T97" fmla="*/ 43 h 356"/>
              <a:gd name="T98" fmla="*/ 188 w 248"/>
              <a:gd name="T99" fmla="*/ 40 h 356"/>
              <a:gd name="T100" fmla="*/ 193 w 248"/>
              <a:gd name="T101" fmla="*/ 35 h 356"/>
              <a:gd name="T102" fmla="*/ 194 w 248"/>
              <a:gd name="T103" fmla="*/ 24 h 356"/>
              <a:gd name="T104" fmla="*/ 195 w 248"/>
              <a:gd name="T105" fmla="*/ 13 h 356"/>
              <a:gd name="T106" fmla="*/ 199 w 248"/>
              <a:gd name="T107" fmla="*/ 4 h 356"/>
              <a:gd name="T108" fmla="*/ 206 w 248"/>
              <a:gd name="T109" fmla="*/ 0 h 356"/>
              <a:gd name="T110" fmla="*/ 217 w 248"/>
              <a:gd name="T111" fmla="*/ 1 h 356"/>
              <a:gd name="T112" fmla="*/ 229 w 248"/>
              <a:gd name="T113" fmla="*/ 6 h 356"/>
              <a:gd name="T114" fmla="*/ 239 w 248"/>
              <a:gd name="T115" fmla="*/ 13 h 356"/>
              <a:gd name="T116" fmla="*/ 244 w 248"/>
              <a:gd name="T117" fmla="*/ 19 h 356"/>
              <a:gd name="T118" fmla="*/ 247 w 248"/>
              <a:gd name="T119" fmla="*/ 21 h 3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48"/>
              <a:gd name="T181" fmla="*/ 0 h 356"/>
              <a:gd name="T182" fmla="*/ 248 w 248"/>
              <a:gd name="T183" fmla="*/ 356 h 35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48" h="356">
                <a:moveTo>
                  <a:pt x="0" y="353"/>
                </a:moveTo>
                <a:lnTo>
                  <a:pt x="8" y="355"/>
                </a:lnTo>
                <a:lnTo>
                  <a:pt x="8" y="350"/>
                </a:lnTo>
                <a:lnTo>
                  <a:pt x="14" y="332"/>
                </a:lnTo>
                <a:lnTo>
                  <a:pt x="19" y="313"/>
                </a:lnTo>
                <a:lnTo>
                  <a:pt x="19" y="295"/>
                </a:lnTo>
                <a:lnTo>
                  <a:pt x="21" y="286"/>
                </a:lnTo>
                <a:lnTo>
                  <a:pt x="24" y="281"/>
                </a:lnTo>
                <a:lnTo>
                  <a:pt x="24" y="276"/>
                </a:lnTo>
                <a:lnTo>
                  <a:pt x="19" y="268"/>
                </a:lnTo>
                <a:lnTo>
                  <a:pt x="14" y="262"/>
                </a:lnTo>
                <a:lnTo>
                  <a:pt x="13" y="258"/>
                </a:lnTo>
                <a:lnTo>
                  <a:pt x="15" y="251"/>
                </a:lnTo>
                <a:lnTo>
                  <a:pt x="17" y="239"/>
                </a:lnTo>
                <a:lnTo>
                  <a:pt x="17" y="223"/>
                </a:lnTo>
                <a:lnTo>
                  <a:pt x="17" y="211"/>
                </a:lnTo>
                <a:lnTo>
                  <a:pt x="21" y="203"/>
                </a:lnTo>
                <a:lnTo>
                  <a:pt x="28" y="201"/>
                </a:lnTo>
                <a:lnTo>
                  <a:pt x="37" y="201"/>
                </a:lnTo>
                <a:lnTo>
                  <a:pt x="42" y="201"/>
                </a:lnTo>
                <a:lnTo>
                  <a:pt x="43" y="197"/>
                </a:lnTo>
                <a:lnTo>
                  <a:pt x="40" y="190"/>
                </a:lnTo>
                <a:lnTo>
                  <a:pt x="36" y="182"/>
                </a:lnTo>
                <a:lnTo>
                  <a:pt x="38" y="178"/>
                </a:lnTo>
                <a:lnTo>
                  <a:pt x="41" y="173"/>
                </a:lnTo>
                <a:lnTo>
                  <a:pt x="45" y="165"/>
                </a:lnTo>
                <a:lnTo>
                  <a:pt x="44" y="154"/>
                </a:lnTo>
                <a:lnTo>
                  <a:pt x="40" y="145"/>
                </a:lnTo>
                <a:lnTo>
                  <a:pt x="39" y="136"/>
                </a:lnTo>
                <a:lnTo>
                  <a:pt x="46" y="128"/>
                </a:lnTo>
                <a:lnTo>
                  <a:pt x="55" y="121"/>
                </a:lnTo>
                <a:lnTo>
                  <a:pt x="60" y="115"/>
                </a:lnTo>
                <a:lnTo>
                  <a:pt x="62" y="108"/>
                </a:lnTo>
                <a:lnTo>
                  <a:pt x="64" y="97"/>
                </a:lnTo>
                <a:lnTo>
                  <a:pt x="67" y="87"/>
                </a:lnTo>
                <a:lnTo>
                  <a:pt x="71" y="80"/>
                </a:lnTo>
                <a:lnTo>
                  <a:pt x="76" y="75"/>
                </a:lnTo>
                <a:lnTo>
                  <a:pt x="85" y="67"/>
                </a:lnTo>
                <a:lnTo>
                  <a:pt x="105" y="57"/>
                </a:lnTo>
                <a:lnTo>
                  <a:pt x="122" y="54"/>
                </a:lnTo>
                <a:lnTo>
                  <a:pt x="128" y="48"/>
                </a:lnTo>
                <a:lnTo>
                  <a:pt x="129" y="35"/>
                </a:lnTo>
                <a:lnTo>
                  <a:pt x="137" y="28"/>
                </a:lnTo>
                <a:lnTo>
                  <a:pt x="147" y="35"/>
                </a:lnTo>
                <a:lnTo>
                  <a:pt x="152" y="42"/>
                </a:lnTo>
                <a:lnTo>
                  <a:pt x="155" y="46"/>
                </a:lnTo>
                <a:lnTo>
                  <a:pt x="159" y="46"/>
                </a:lnTo>
                <a:lnTo>
                  <a:pt x="169" y="45"/>
                </a:lnTo>
                <a:lnTo>
                  <a:pt x="181" y="43"/>
                </a:lnTo>
                <a:lnTo>
                  <a:pt x="188" y="40"/>
                </a:lnTo>
                <a:lnTo>
                  <a:pt x="193" y="35"/>
                </a:lnTo>
                <a:lnTo>
                  <a:pt x="194" y="24"/>
                </a:lnTo>
                <a:lnTo>
                  <a:pt x="195" y="13"/>
                </a:lnTo>
                <a:lnTo>
                  <a:pt x="199" y="4"/>
                </a:lnTo>
                <a:lnTo>
                  <a:pt x="206" y="0"/>
                </a:lnTo>
                <a:lnTo>
                  <a:pt x="217" y="1"/>
                </a:lnTo>
                <a:lnTo>
                  <a:pt x="229" y="6"/>
                </a:lnTo>
                <a:lnTo>
                  <a:pt x="239" y="13"/>
                </a:lnTo>
                <a:lnTo>
                  <a:pt x="244" y="19"/>
                </a:lnTo>
                <a:lnTo>
                  <a:pt x="247" y="21"/>
                </a:lnTo>
              </a:path>
            </a:pathLst>
          </a:custGeom>
          <a:solidFill>
            <a:srgbClr val="FDE3BA"/>
          </a:solidFill>
          <a:ln w="12700" cap="rnd">
            <a:solidFill>
              <a:srgbClr val="EF91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50" name="Freeform 769"/>
          <p:cNvSpPr>
            <a:spLocks/>
          </p:cNvSpPr>
          <p:nvPr/>
        </p:nvSpPr>
        <p:spPr bwMode="auto">
          <a:xfrm>
            <a:off x="5288832" y="1775139"/>
            <a:ext cx="38419" cy="179745"/>
          </a:xfrm>
          <a:custGeom>
            <a:avLst/>
            <a:gdLst>
              <a:gd name="T0" fmla="*/ 5 w 22"/>
              <a:gd name="T1" fmla="*/ 0 h 91"/>
              <a:gd name="T2" fmla="*/ 4 w 22"/>
              <a:gd name="T3" fmla="*/ 0 h 91"/>
              <a:gd name="T4" fmla="*/ 1 w 22"/>
              <a:gd name="T5" fmla="*/ 2 h 91"/>
              <a:gd name="T6" fmla="*/ 0 w 22"/>
              <a:gd name="T7" fmla="*/ 7 h 91"/>
              <a:gd name="T8" fmla="*/ 3 w 22"/>
              <a:gd name="T9" fmla="*/ 17 h 91"/>
              <a:gd name="T10" fmla="*/ 12 w 22"/>
              <a:gd name="T11" fmla="*/ 35 h 91"/>
              <a:gd name="T12" fmla="*/ 11 w 22"/>
              <a:gd name="T13" fmla="*/ 49 h 91"/>
              <a:gd name="T14" fmla="*/ 10 w 22"/>
              <a:gd name="T15" fmla="*/ 56 h 91"/>
              <a:gd name="T16" fmla="*/ 14 w 22"/>
              <a:gd name="T17" fmla="*/ 63 h 91"/>
              <a:gd name="T18" fmla="*/ 19 w 22"/>
              <a:gd name="T19" fmla="*/ 71 h 91"/>
              <a:gd name="T20" fmla="*/ 21 w 22"/>
              <a:gd name="T21" fmla="*/ 80 h 91"/>
              <a:gd name="T22" fmla="*/ 21 w 22"/>
              <a:gd name="T23" fmla="*/ 88 h 91"/>
              <a:gd name="T24" fmla="*/ 20 w 22"/>
              <a:gd name="T25" fmla="*/ 90 h 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91"/>
              <a:gd name="T41" fmla="*/ 22 w 22"/>
              <a:gd name="T42" fmla="*/ 91 h 9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91">
                <a:moveTo>
                  <a:pt x="5" y="0"/>
                </a:moveTo>
                <a:lnTo>
                  <a:pt x="4" y="0"/>
                </a:lnTo>
                <a:lnTo>
                  <a:pt x="1" y="2"/>
                </a:lnTo>
                <a:lnTo>
                  <a:pt x="0" y="7"/>
                </a:lnTo>
                <a:lnTo>
                  <a:pt x="3" y="17"/>
                </a:lnTo>
                <a:lnTo>
                  <a:pt x="12" y="35"/>
                </a:lnTo>
                <a:lnTo>
                  <a:pt x="11" y="49"/>
                </a:lnTo>
                <a:lnTo>
                  <a:pt x="10" y="56"/>
                </a:lnTo>
                <a:lnTo>
                  <a:pt x="14" y="63"/>
                </a:lnTo>
                <a:lnTo>
                  <a:pt x="19" y="71"/>
                </a:lnTo>
                <a:lnTo>
                  <a:pt x="21" y="80"/>
                </a:lnTo>
                <a:lnTo>
                  <a:pt x="21" y="88"/>
                </a:lnTo>
                <a:lnTo>
                  <a:pt x="20" y="90"/>
                </a:lnTo>
              </a:path>
            </a:pathLst>
          </a:custGeom>
          <a:solidFill>
            <a:srgbClr val="FFFFFF"/>
          </a:solidFill>
          <a:ln w="12700" cap="rnd">
            <a:solidFill>
              <a:srgbClr val="0000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51" name="Freeform 770"/>
          <p:cNvSpPr>
            <a:spLocks/>
          </p:cNvSpPr>
          <p:nvPr/>
        </p:nvSpPr>
        <p:spPr bwMode="auto">
          <a:xfrm>
            <a:off x="6431567" y="3876762"/>
            <a:ext cx="216541" cy="209372"/>
          </a:xfrm>
          <a:custGeom>
            <a:avLst/>
            <a:gdLst>
              <a:gd name="T0" fmla="*/ 0 w 124"/>
              <a:gd name="T1" fmla="*/ 16 h 106"/>
              <a:gd name="T2" fmla="*/ 8 w 124"/>
              <a:gd name="T3" fmla="*/ 18 h 106"/>
              <a:gd name="T4" fmla="*/ 14 w 124"/>
              <a:gd name="T5" fmla="*/ 29 h 106"/>
              <a:gd name="T6" fmla="*/ 16 w 124"/>
              <a:gd name="T7" fmla="*/ 32 h 106"/>
              <a:gd name="T8" fmla="*/ 18 w 124"/>
              <a:gd name="T9" fmla="*/ 38 h 106"/>
              <a:gd name="T10" fmla="*/ 16 w 124"/>
              <a:gd name="T11" fmla="*/ 40 h 106"/>
              <a:gd name="T12" fmla="*/ 28 w 124"/>
              <a:gd name="T13" fmla="*/ 49 h 106"/>
              <a:gd name="T14" fmla="*/ 31 w 124"/>
              <a:gd name="T15" fmla="*/ 54 h 106"/>
              <a:gd name="T16" fmla="*/ 32 w 124"/>
              <a:gd name="T17" fmla="*/ 52 h 106"/>
              <a:gd name="T18" fmla="*/ 42 w 124"/>
              <a:gd name="T19" fmla="*/ 56 h 106"/>
              <a:gd name="T20" fmla="*/ 51 w 124"/>
              <a:gd name="T21" fmla="*/ 56 h 106"/>
              <a:gd name="T22" fmla="*/ 56 w 124"/>
              <a:gd name="T23" fmla="*/ 56 h 106"/>
              <a:gd name="T24" fmla="*/ 62 w 124"/>
              <a:gd name="T25" fmla="*/ 56 h 106"/>
              <a:gd name="T26" fmla="*/ 62 w 124"/>
              <a:gd name="T27" fmla="*/ 60 h 106"/>
              <a:gd name="T28" fmla="*/ 54 w 124"/>
              <a:gd name="T29" fmla="*/ 79 h 106"/>
              <a:gd name="T30" fmla="*/ 56 w 124"/>
              <a:gd name="T31" fmla="*/ 85 h 106"/>
              <a:gd name="T32" fmla="*/ 68 w 124"/>
              <a:gd name="T33" fmla="*/ 81 h 106"/>
              <a:gd name="T34" fmla="*/ 73 w 124"/>
              <a:gd name="T35" fmla="*/ 85 h 106"/>
              <a:gd name="T36" fmla="*/ 72 w 124"/>
              <a:gd name="T37" fmla="*/ 95 h 106"/>
              <a:gd name="T38" fmla="*/ 70 w 124"/>
              <a:gd name="T39" fmla="*/ 97 h 106"/>
              <a:gd name="T40" fmla="*/ 75 w 124"/>
              <a:gd name="T41" fmla="*/ 105 h 106"/>
              <a:gd name="T42" fmla="*/ 78 w 124"/>
              <a:gd name="T43" fmla="*/ 93 h 106"/>
              <a:gd name="T44" fmla="*/ 82 w 124"/>
              <a:gd name="T45" fmla="*/ 89 h 106"/>
              <a:gd name="T46" fmla="*/ 92 w 124"/>
              <a:gd name="T47" fmla="*/ 69 h 106"/>
              <a:gd name="T48" fmla="*/ 97 w 124"/>
              <a:gd name="T49" fmla="*/ 44 h 106"/>
              <a:gd name="T50" fmla="*/ 123 w 124"/>
              <a:gd name="T51" fmla="*/ 22 h 106"/>
              <a:gd name="T52" fmla="*/ 117 w 124"/>
              <a:gd name="T53" fmla="*/ 10 h 106"/>
              <a:gd name="T54" fmla="*/ 112 w 124"/>
              <a:gd name="T55" fmla="*/ 6 h 106"/>
              <a:gd name="T56" fmla="*/ 102 w 124"/>
              <a:gd name="T57" fmla="*/ 0 h 106"/>
              <a:gd name="T58" fmla="*/ 90 w 124"/>
              <a:gd name="T59" fmla="*/ 0 h 106"/>
              <a:gd name="T60" fmla="*/ 72 w 124"/>
              <a:gd name="T61" fmla="*/ 10 h 106"/>
              <a:gd name="T62" fmla="*/ 58 w 124"/>
              <a:gd name="T63" fmla="*/ 16 h 106"/>
              <a:gd name="T64" fmla="*/ 70 w 124"/>
              <a:gd name="T65" fmla="*/ 16 h 106"/>
              <a:gd name="T66" fmla="*/ 73 w 124"/>
              <a:gd name="T67" fmla="*/ 26 h 106"/>
              <a:gd name="T68" fmla="*/ 66 w 124"/>
              <a:gd name="T69" fmla="*/ 34 h 106"/>
              <a:gd name="T70" fmla="*/ 54 w 124"/>
              <a:gd name="T71" fmla="*/ 36 h 106"/>
              <a:gd name="T72" fmla="*/ 32 w 124"/>
              <a:gd name="T73" fmla="*/ 34 h 106"/>
              <a:gd name="T74" fmla="*/ 28 w 124"/>
              <a:gd name="T75" fmla="*/ 27 h 106"/>
              <a:gd name="T76" fmla="*/ 26 w 124"/>
              <a:gd name="T77" fmla="*/ 22 h 106"/>
              <a:gd name="T78" fmla="*/ 28 w 124"/>
              <a:gd name="T79" fmla="*/ 18 h 106"/>
              <a:gd name="T80" fmla="*/ 31 w 124"/>
              <a:gd name="T81" fmla="*/ 16 h 106"/>
              <a:gd name="T82" fmla="*/ 10 w 124"/>
              <a:gd name="T83" fmla="*/ 16 h 106"/>
              <a:gd name="T84" fmla="*/ 0 w 124"/>
              <a:gd name="T85" fmla="*/ 16 h 10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24"/>
              <a:gd name="T130" fmla="*/ 0 h 106"/>
              <a:gd name="T131" fmla="*/ 124 w 124"/>
              <a:gd name="T132" fmla="*/ 106 h 10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24" h="106">
                <a:moveTo>
                  <a:pt x="0" y="16"/>
                </a:moveTo>
                <a:lnTo>
                  <a:pt x="8" y="18"/>
                </a:lnTo>
                <a:lnTo>
                  <a:pt x="14" y="29"/>
                </a:lnTo>
                <a:lnTo>
                  <a:pt x="16" y="32"/>
                </a:lnTo>
                <a:lnTo>
                  <a:pt x="18" y="38"/>
                </a:lnTo>
                <a:lnTo>
                  <a:pt x="16" y="40"/>
                </a:lnTo>
                <a:lnTo>
                  <a:pt x="28" y="49"/>
                </a:lnTo>
                <a:lnTo>
                  <a:pt x="31" y="54"/>
                </a:lnTo>
                <a:lnTo>
                  <a:pt x="32" y="52"/>
                </a:lnTo>
                <a:lnTo>
                  <a:pt x="42" y="56"/>
                </a:lnTo>
                <a:lnTo>
                  <a:pt x="51" y="56"/>
                </a:lnTo>
                <a:lnTo>
                  <a:pt x="56" y="56"/>
                </a:lnTo>
                <a:lnTo>
                  <a:pt x="62" y="56"/>
                </a:lnTo>
                <a:lnTo>
                  <a:pt x="62" y="60"/>
                </a:lnTo>
                <a:lnTo>
                  <a:pt x="54" y="79"/>
                </a:lnTo>
                <a:lnTo>
                  <a:pt x="56" y="85"/>
                </a:lnTo>
                <a:lnTo>
                  <a:pt x="68" y="81"/>
                </a:lnTo>
                <a:lnTo>
                  <a:pt x="73" y="85"/>
                </a:lnTo>
                <a:lnTo>
                  <a:pt x="72" y="95"/>
                </a:lnTo>
                <a:lnTo>
                  <a:pt x="70" y="97"/>
                </a:lnTo>
                <a:lnTo>
                  <a:pt x="75" y="105"/>
                </a:lnTo>
                <a:lnTo>
                  <a:pt x="78" y="93"/>
                </a:lnTo>
                <a:lnTo>
                  <a:pt x="82" y="89"/>
                </a:lnTo>
                <a:lnTo>
                  <a:pt x="92" y="69"/>
                </a:lnTo>
                <a:lnTo>
                  <a:pt x="97" y="44"/>
                </a:lnTo>
                <a:lnTo>
                  <a:pt x="123" y="22"/>
                </a:lnTo>
                <a:lnTo>
                  <a:pt x="117" y="10"/>
                </a:lnTo>
                <a:lnTo>
                  <a:pt x="112" y="6"/>
                </a:lnTo>
                <a:lnTo>
                  <a:pt x="102" y="0"/>
                </a:lnTo>
                <a:lnTo>
                  <a:pt x="90" y="0"/>
                </a:lnTo>
                <a:lnTo>
                  <a:pt x="72" y="10"/>
                </a:lnTo>
                <a:lnTo>
                  <a:pt x="58" y="16"/>
                </a:lnTo>
                <a:lnTo>
                  <a:pt x="70" y="16"/>
                </a:lnTo>
                <a:lnTo>
                  <a:pt x="73" y="26"/>
                </a:lnTo>
                <a:lnTo>
                  <a:pt x="66" y="34"/>
                </a:lnTo>
                <a:lnTo>
                  <a:pt x="54" y="36"/>
                </a:lnTo>
                <a:lnTo>
                  <a:pt x="32" y="34"/>
                </a:lnTo>
                <a:lnTo>
                  <a:pt x="28" y="27"/>
                </a:lnTo>
                <a:lnTo>
                  <a:pt x="26" y="22"/>
                </a:lnTo>
                <a:lnTo>
                  <a:pt x="28" y="18"/>
                </a:lnTo>
                <a:lnTo>
                  <a:pt x="31" y="16"/>
                </a:lnTo>
                <a:lnTo>
                  <a:pt x="10" y="16"/>
                </a:lnTo>
                <a:lnTo>
                  <a:pt x="0" y="16"/>
                </a:lnTo>
              </a:path>
            </a:pathLst>
          </a:custGeom>
          <a:solidFill>
            <a:srgbClr val="FDE3BA"/>
          </a:solidFill>
          <a:ln w="12700" cap="rnd">
            <a:solidFill>
              <a:schemeClr val="tx1"/>
            </a:solidFill>
            <a:round/>
            <a:headEnd/>
            <a:tailEnd/>
          </a:ln>
        </p:spPr>
        <p:txBody>
          <a:bodyPr/>
          <a:lstStyle/>
          <a:p>
            <a:endParaRPr lang="en-US"/>
          </a:p>
        </p:txBody>
      </p:sp>
      <p:sp>
        <p:nvSpPr>
          <p:cNvPr id="6452" name="Freeform 771"/>
          <p:cNvSpPr>
            <a:spLocks/>
          </p:cNvSpPr>
          <p:nvPr/>
        </p:nvSpPr>
        <p:spPr bwMode="auto">
          <a:xfrm>
            <a:off x="6431567" y="3876762"/>
            <a:ext cx="227019" cy="221223"/>
          </a:xfrm>
          <a:custGeom>
            <a:avLst/>
            <a:gdLst>
              <a:gd name="T0" fmla="*/ 0 w 130"/>
              <a:gd name="T1" fmla="*/ 17 h 112"/>
              <a:gd name="T2" fmla="*/ 8 w 130"/>
              <a:gd name="T3" fmla="*/ 19 h 112"/>
              <a:gd name="T4" fmla="*/ 15 w 130"/>
              <a:gd name="T5" fmla="*/ 31 h 112"/>
              <a:gd name="T6" fmla="*/ 17 w 130"/>
              <a:gd name="T7" fmla="*/ 34 h 112"/>
              <a:gd name="T8" fmla="*/ 19 w 130"/>
              <a:gd name="T9" fmla="*/ 40 h 112"/>
              <a:gd name="T10" fmla="*/ 17 w 130"/>
              <a:gd name="T11" fmla="*/ 42 h 112"/>
              <a:gd name="T12" fmla="*/ 29 w 130"/>
              <a:gd name="T13" fmla="*/ 52 h 112"/>
              <a:gd name="T14" fmla="*/ 32 w 130"/>
              <a:gd name="T15" fmla="*/ 57 h 112"/>
              <a:gd name="T16" fmla="*/ 34 w 130"/>
              <a:gd name="T17" fmla="*/ 55 h 112"/>
              <a:gd name="T18" fmla="*/ 44 w 130"/>
              <a:gd name="T19" fmla="*/ 59 h 112"/>
              <a:gd name="T20" fmla="*/ 54 w 130"/>
              <a:gd name="T21" fmla="*/ 59 h 112"/>
              <a:gd name="T22" fmla="*/ 59 w 130"/>
              <a:gd name="T23" fmla="*/ 59 h 112"/>
              <a:gd name="T24" fmla="*/ 65 w 130"/>
              <a:gd name="T25" fmla="*/ 59 h 112"/>
              <a:gd name="T26" fmla="*/ 65 w 130"/>
              <a:gd name="T27" fmla="*/ 63 h 112"/>
              <a:gd name="T28" fmla="*/ 57 w 130"/>
              <a:gd name="T29" fmla="*/ 84 h 112"/>
              <a:gd name="T30" fmla="*/ 59 w 130"/>
              <a:gd name="T31" fmla="*/ 90 h 112"/>
              <a:gd name="T32" fmla="*/ 71 w 130"/>
              <a:gd name="T33" fmla="*/ 86 h 112"/>
              <a:gd name="T34" fmla="*/ 77 w 130"/>
              <a:gd name="T35" fmla="*/ 90 h 112"/>
              <a:gd name="T36" fmla="*/ 75 w 130"/>
              <a:gd name="T37" fmla="*/ 100 h 112"/>
              <a:gd name="T38" fmla="*/ 73 w 130"/>
              <a:gd name="T39" fmla="*/ 103 h 112"/>
              <a:gd name="T40" fmla="*/ 79 w 130"/>
              <a:gd name="T41" fmla="*/ 111 h 112"/>
              <a:gd name="T42" fmla="*/ 82 w 130"/>
              <a:gd name="T43" fmla="*/ 98 h 112"/>
              <a:gd name="T44" fmla="*/ 86 w 130"/>
              <a:gd name="T45" fmla="*/ 94 h 112"/>
              <a:gd name="T46" fmla="*/ 96 w 130"/>
              <a:gd name="T47" fmla="*/ 73 h 112"/>
              <a:gd name="T48" fmla="*/ 102 w 130"/>
              <a:gd name="T49" fmla="*/ 46 h 112"/>
              <a:gd name="T50" fmla="*/ 129 w 130"/>
              <a:gd name="T51" fmla="*/ 23 h 112"/>
              <a:gd name="T52" fmla="*/ 123 w 130"/>
              <a:gd name="T53" fmla="*/ 11 h 112"/>
              <a:gd name="T54" fmla="*/ 117 w 130"/>
              <a:gd name="T55" fmla="*/ 6 h 112"/>
              <a:gd name="T56" fmla="*/ 107 w 130"/>
              <a:gd name="T57" fmla="*/ 0 h 112"/>
              <a:gd name="T58" fmla="*/ 94 w 130"/>
              <a:gd name="T59" fmla="*/ 0 h 112"/>
              <a:gd name="T60" fmla="*/ 75 w 130"/>
              <a:gd name="T61" fmla="*/ 11 h 112"/>
              <a:gd name="T62" fmla="*/ 61 w 130"/>
              <a:gd name="T63" fmla="*/ 17 h 112"/>
              <a:gd name="T64" fmla="*/ 73 w 130"/>
              <a:gd name="T65" fmla="*/ 17 h 112"/>
              <a:gd name="T66" fmla="*/ 77 w 130"/>
              <a:gd name="T67" fmla="*/ 27 h 112"/>
              <a:gd name="T68" fmla="*/ 69 w 130"/>
              <a:gd name="T69" fmla="*/ 36 h 112"/>
              <a:gd name="T70" fmla="*/ 57 w 130"/>
              <a:gd name="T71" fmla="*/ 38 h 112"/>
              <a:gd name="T72" fmla="*/ 34 w 130"/>
              <a:gd name="T73" fmla="*/ 36 h 112"/>
              <a:gd name="T74" fmla="*/ 29 w 130"/>
              <a:gd name="T75" fmla="*/ 29 h 112"/>
              <a:gd name="T76" fmla="*/ 27 w 130"/>
              <a:gd name="T77" fmla="*/ 23 h 112"/>
              <a:gd name="T78" fmla="*/ 29 w 130"/>
              <a:gd name="T79" fmla="*/ 19 h 112"/>
              <a:gd name="T80" fmla="*/ 32 w 130"/>
              <a:gd name="T81" fmla="*/ 17 h 112"/>
              <a:gd name="T82" fmla="*/ 11 w 130"/>
              <a:gd name="T83" fmla="*/ 17 h 112"/>
              <a:gd name="T84" fmla="*/ 0 w 130"/>
              <a:gd name="T85" fmla="*/ 17 h 1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0"/>
              <a:gd name="T130" fmla="*/ 0 h 112"/>
              <a:gd name="T131" fmla="*/ 130 w 130"/>
              <a:gd name="T132" fmla="*/ 112 h 11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0" h="112">
                <a:moveTo>
                  <a:pt x="0" y="17"/>
                </a:moveTo>
                <a:lnTo>
                  <a:pt x="8" y="19"/>
                </a:lnTo>
                <a:lnTo>
                  <a:pt x="15" y="31"/>
                </a:lnTo>
                <a:lnTo>
                  <a:pt x="17" y="34"/>
                </a:lnTo>
                <a:lnTo>
                  <a:pt x="19" y="40"/>
                </a:lnTo>
                <a:lnTo>
                  <a:pt x="17" y="42"/>
                </a:lnTo>
                <a:lnTo>
                  <a:pt x="29" y="52"/>
                </a:lnTo>
                <a:lnTo>
                  <a:pt x="32" y="57"/>
                </a:lnTo>
                <a:lnTo>
                  <a:pt x="34" y="55"/>
                </a:lnTo>
                <a:lnTo>
                  <a:pt x="44" y="59"/>
                </a:lnTo>
                <a:lnTo>
                  <a:pt x="54" y="59"/>
                </a:lnTo>
                <a:lnTo>
                  <a:pt x="59" y="59"/>
                </a:lnTo>
                <a:lnTo>
                  <a:pt x="65" y="59"/>
                </a:lnTo>
                <a:lnTo>
                  <a:pt x="65" y="63"/>
                </a:lnTo>
                <a:lnTo>
                  <a:pt x="57" y="84"/>
                </a:lnTo>
                <a:lnTo>
                  <a:pt x="59" y="90"/>
                </a:lnTo>
                <a:lnTo>
                  <a:pt x="71" y="86"/>
                </a:lnTo>
                <a:lnTo>
                  <a:pt x="77" y="90"/>
                </a:lnTo>
                <a:lnTo>
                  <a:pt x="75" y="100"/>
                </a:lnTo>
                <a:lnTo>
                  <a:pt x="73" y="103"/>
                </a:lnTo>
                <a:lnTo>
                  <a:pt x="79" y="111"/>
                </a:lnTo>
                <a:lnTo>
                  <a:pt x="82" y="98"/>
                </a:lnTo>
                <a:lnTo>
                  <a:pt x="86" y="94"/>
                </a:lnTo>
                <a:lnTo>
                  <a:pt x="96" y="73"/>
                </a:lnTo>
                <a:lnTo>
                  <a:pt x="102" y="46"/>
                </a:lnTo>
                <a:lnTo>
                  <a:pt x="129" y="23"/>
                </a:lnTo>
                <a:lnTo>
                  <a:pt x="123" y="11"/>
                </a:lnTo>
                <a:lnTo>
                  <a:pt x="117" y="6"/>
                </a:lnTo>
                <a:lnTo>
                  <a:pt x="107" y="0"/>
                </a:lnTo>
                <a:lnTo>
                  <a:pt x="94" y="0"/>
                </a:lnTo>
                <a:lnTo>
                  <a:pt x="75" y="11"/>
                </a:lnTo>
                <a:lnTo>
                  <a:pt x="61" y="17"/>
                </a:lnTo>
                <a:lnTo>
                  <a:pt x="73" y="17"/>
                </a:lnTo>
                <a:lnTo>
                  <a:pt x="77" y="27"/>
                </a:lnTo>
                <a:lnTo>
                  <a:pt x="69" y="36"/>
                </a:lnTo>
                <a:lnTo>
                  <a:pt x="57" y="38"/>
                </a:lnTo>
                <a:lnTo>
                  <a:pt x="34" y="36"/>
                </a:lnTo>
                <a:lnTo>
                  <a:pt x="29" y="29"/>
                </a:lnTo>
                <a:lnTo>
                  <a:pt x="27" y="23"/>
                </a:lnTo>
                <a:lnTo>
                  <a:pt x="29" y="19"/>
                </a:lnTo>
                <a:lnTo>
                  <a:pt x="32" y="17"/>
                </a:lnTo>
                <a:lnTo>
                  <a:pt x="11" y="17"/>
                </a:lnTo>
                <a:lnTo>
                  <a:pt x="0" y="17"/>
                </a:lnTo>
              </a:path>
            </a:pathLst>
          </a:custGeom>
          <a:solidFill>
            <a:srgbClr val="FDE3BA"/>
          </a:solidFill>
          <a:ln w="12700" cap="rnd">
            <a:solidFill>
              <a:schemeClr val="tx1"/>
            </a:solidFill>
            <a:round/>
            <a:headEnd/>
            <a:tailEnd/>
          </a:ln>
        </p:spPr>
        <p:txBody>
          <a:bodyPr/>
          <a:lstStyle/>
          <a:p>
            <a:endParaRPr lang="en-US"/>
          </a:p>
        </p:txBody>
      </p:sp>
      <p:sp>
        <p:nvSpPr>
          <p:cNvPr id="6453" name="Freeform 772"/>
          <p:cNvSpPr>
            <a:spLocks/>
          </p:cNvSpPr>
          <p:nvPr/>
        </p:nvSpPr>
        <p:spPr bwMode="auto">
          <a:xfrm>
            <a:off x="6111994" y="3112357"/>
            <a:ext cx="1218917" cy="1015258"/>
          </a:xfrm>
          <a:custGeom>
            <a:avLst/>
            <a:gdLst>
              <a:gd name="T0" fmla="*/ 438 w 698"/>
              <a:gd name="T1" fmla="*/ 490 h 514"/>
              <a:gd name="T2" fmla="*/ 403 w 698"/>
              <a:gd name="T3" fmla="*/ 475 h 514"/>
              <a:gd name="T4" fmla="*/ 374 w 698"/>
              <a:gd name="T5" fmla="*/ 486 h 514"/>
              <a:gd name="T6" fmla="*/ 353 w 698"/>
              <a:gd name="T7" fmla="*/ 482 h 514"/>
              <a:gd name="T8" fmla="*/ 328 w 698"/>
              <a:gd name="T9" fmla="*/ 455 h 514"/>
              <a:gd name="T10" fmla="*/ 326 w 698"/>
              <a:gd name="T11" fmla="*/ 409 h 514"/>
              <a:gd name="T12" fmla="*/ 305 w 698"/>
              <a:gd name="T13" fmla="*/ 397 h 514"/>
              <a:gd name="T14" fmla="*/ 242 w 698"/>
              <a:gd name="T15" fmla="*/ 399 h 514"/>
              <a:gd name="T16" fmla="*/ 166 w 698"/>
              <a:gd name="T17" fmla="*/ 393 h 514"/>
              <a:gd name="T18" fmla="*/ 95 w 698"/>
              <a:gd name="T19" fmla="*/ 360 h 514"/>
              <a:gd name="T20" fmla="*/ 86 w 698"/>
              <a:gd name="T21" fmla="*/ 337 h 514"/>
              <a:gd name="T22" fmla="*/ 76 w 698"/>
              <a:gd name="T23" fmla="*/ 321 h 514"/>
              <a:gd name="T24" fmla="*/ 84 w 698"/>
              <a:gd name="T25" fmla="*/ 286 h 514"/>
              <a:gd name="T26" fmla="*/ 54 w 698"/>
              <a:gd name="T27" fmla="*/ 288 h 514"/>
              <a:gd name="T28" fmla="*/ 21 w 698"/>
              <a:gd name="T29" fmla="*/ 265 h 514"/>
              <a:gd name="T30" fmla="*/ 0 w 698"/>
              <a:gd name="T31" fmla="*/ 221 h 514"/>
              <a:gd name="T32" fmla="*/ 45 w 698"/>
              <a:gd name="T33" fmla="*/ 212 h 514"/>
              <a:gd name="T34" fmla="*/ 82 w 698"/>
              <a:gd name="T35" fmla="*/ 159 h 514"/>
              <a:gd name="T36" fmla="*/ 90 w 698"/>
              <a:gd name="T37" fmla="*/ 143 h 514"/>
              <a:gd name="T38" fmla="*/ 99 w 698"/>
              <a:gd name="T39" fmla="*/ 114 h 514"/>
              <a:gd name="T40" fmla="*/ 134 w 698"/>
              <a:gd name="T41" fmla="*/ 94 h 514"/>
              <a:gd name="T42" fmla="*/ 161 w 698"/>
              <a:gd name="T43" fmla="*/ 93 h 514"/>
              <a:gd name="T44" fmla="*/ 187 w 698"/>
              <a:gd name="T45" fmla="*/ 96 h 514"/>
              <a:gd name="T46" fmla="*/ 219 w 698"/>
              <a:gd name="T47" fmla="*/ 143 h 514"/>
              <a:gd name="T48" fmla="*/ 265 w 698"/>
              <a:gd name="T49" fmla="*/ 174 h 514"/>
              <a:gd name="T50" fmla="*/ 343 w 698"/>
              <a:gd name="T51" fmla="*/ 184 h 514"/>
              <a:gd name="T52" fmla="*/ 403 w 698"/>
              <a:gd name="T53" fmla="*/ 185 h 514"/>
              <a:gd name="T54" fmla="*/ 448 w 698"/>
              <a:gd name="T55" fmla="*/ 155 h 514"/>
              <a:gd name="T56" fmla="*/ 463 w 698"/>
              <a:gd name="T57" fmla="*/ 141 h 514"/>
              <a:gd name="T58" fmla="*/ 513 w 698"/>
              <a:gd name="T59" fmla="*/ 114 h 514"/>
              <a:gd name="T60" fmla="*/ 511 w 698"/>
              <a:gd name="T61" fmla="*/ 85 h 514"/>
              <a:gd name="T62" fmla="*/ 477 w 698"/>
              <a:gd name="T63" fmla="*/ 68 h 514"/>
              <a:gd name="T64" fmla="*/ 509 w 698"/>
              <a:gd name="T65" fmla="*/ 54 h 514"/>
              <a:gd name="T66" fmla="*/ 519 w 698"/>
              <a:gd name="T67" fmla="*/ 30 h 514"/>
              <a:gd name="T68" fmla="*/ 533 w 698"/>
              <a:gd name="T69" fmla="*/ 0 h 514"/>
              <a:gd name="T70" fmla="*/ 595 w 698"/>
              <a:gd name="T71" fmla="*/ 34 h 514"/>
              <a:gd name="T72" fmla="*/ 627 w 698"/>
              <a:gd name="T73" fmla="*/ 64 h 514"/>
              <a:gd name="T74" fmla="*/ 674 w 698"/>
              <a:gd name="T75" fmla="*/ 87 h 514"/>
              <a:gd name="T76" fmla="*/ 674 w 698"/>
              <a:gd name="T77" fmla="*/ 132 h 514"/>
              <a:gd name="T78" fmla="*/ 672 w 698"/>
              <a:gd name="T79" fmla="*/ 170 h 514"/>
              <a:gd name="T80" fmla="*/ 646 w 698"/>
              <a:gd name="T81" fmla="*/ 189 h 514"/>
              <a:gd name="T82" fmla="*/ 604 w 698"/>
              <a:gd name="T83" fmla="*/ 219 h 514"/>
              <a:gd name="T84" fmla="*/ 566 w 698"/>
              <a:gd name="T85" fmla="*/ 227 h 514"/>
              <a:gd name="T86" fmla="*/ 568 w 698"/>
              <a:gd name="T87" fmla="*/ 203 h 514"/>
              <a:gd name="T88" fmla="*/ 547 w 698"/>
              <a:gd name="T89" fmla="*/ 230 h 514"/>
              <a:gd name="T90" fmla="*/ 539 w 698"/>
              <a:gd name="T91" fmla="*/ 250 h 514"/>
              <a:gd name="T92" fmla="*/ 564 w 698"/>
              <a:gd name="T93" fmla="*/ 253 h 514"/>
              <a:gd name="T94" fmla="*/ 591 w 698"/>
              <a:gd name="T95" fmla="*/ 263 h 514"/>
              <a:gd name="T96" fmla="*/ 568 w 698"/>
              <a:gd name="T97" fmla="*/ 288 h 514"/>
              <a:gd name="T98" fmla="*/ 572 w 698"/>
              <a:gd name="T99" fmla="*/ 304 h 514"/>
              <a:gd name="T100" fmla="*/ 600 w 698"/>
              <a:gd name="T101" fmla="*/ 352 h 514"/>
              <a:gd name="T102" fmla="*/ 608 w 698"/>
              <a:gd name="T103" fmla="*/ 375 h 514"/>
              <a:gd name="T104" fmla="*/ 579 w 698"/>
              <a:gd name="T105" fmla="*/ 443 h 514"/>
              <a:gd name="T106" fmla="*/ 533 w 698"/>
              <a:gd name="T107" fmla="*/ 481 h 514"/>
              <a:gd name="T108" fmla="*/ 503 w 698"/>
              <a:gd name="T109" fmla="*/ 494 h 514"/>
              <a:gd name="T110" fmla="*/ 477 w 698"/>
              <a:gd name="T111" fmla="*/ 513 h 514"/>
              <a:gd name="T112" fmla="*/ 459 w 698"/>
              <a:gd name="T113" fmla="*/ 494 h 51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98"/>
              <a:gd name="T172" fmla="*/ 0 h 514"/>
              <a:gd name="T173" fmla="*/ 698 w 698"/>
              <a:gd name="T174" fmla="*/ 514 h 51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98" h="514">
                <a:moveTo>
                  <a:pt x="442" y="502"/>
                </a:moveTo>
                <a:lnTo>
                  <a:pt x="442" y="500"/>
                </a:lnTo>
                <a:lnTo>
                  <a:pt x="442" y="502"/>
                </a:lnTo>
                <a:lnTo>
                  <a:pt x="442" y="500"/>
                </a:lnTo>
                <a:lnTo>
                  <a:pt x="438" y="490"/>
                </a:lnTo>
                <a:lnTo>
                  <a:pt x="432" y="481"/>
                </a:lnTo>
                <a:lnTo>
                  <a:pt x="425" y="470"/>
                </a:lnTo>
                <a:lnTo>
                  <a:pt x="415" y="466"/>
                </a:lnTo>
                <a:lnTo>
                  <a:pt x="409" y="470"/>
                </a:lnTo>
                <a:lnTo>
                  <a:pt x="403" y="475"/>
                </a:lnTo>
                <a:lnTo>
                  <a:pt x="391" y="479"/>
                </a:lnTo>
                <a:lnTo>
                  <a:pt x="380" y="479"/>
                </a:lnTo>
                <a:lnTo>
                  <a:pt x="374" y="479"/>
                </a:lnTo>
                <a:lnTo>
                  <a:pt x="370" y="479"/>
                </a:lnTo>
                <a:lnTo>
                  <a:pt x="374" y="486"/>
                </a:lnTo>
                <a:lnTo>
                  <a:pt x="378" y="498"/>
                </a:lnTo>
                <a:lnTo>
                  <a:pt x="364" y="500"/>
                </a:lnTo>
                <a:lnTo>
                  <a:pt x="357" y="498"/>
                </a:lnTo>
                <a:lnTo>
                  <a:pt x="353" y="490"/>
                </a:lnTo>
                <a:lnTo>
                  <a:pt x="353" y="482"/>
                </a:lnTo>
                <a:lnTo>
                  <a:pt x="349" y="479"/>
                </a:lnTo>
                <a:lnTo>
                  <a:pt x="339" y="471"/>
                </a:lnTo>
                <a:lnTo>
                  <a:pt x="335" y="460"/>
                </a:lnTo>
                <a:lnTo>
                  <a:pt x="332" y="457"/>
                </a:lnTo>
                <a:lnTo>
                  <a:pt x="328" y="455"/>
                </a:lnTo>
                <a:lnTo>
                  <a:pt x="324" y="453"/>
                </a:lnTo>
                <a:lnTo>
                  <a:pt x="324" y="445"/>
                </a:lnTo>
                <a:lnTo>
                  <a:pt x="330" y="430"/>
                </a:lnTo>
                <a:lnTo>
                  <a:pt x="330" y="414"/>
                </a:lnTo>
                <a:lnTo>
                  <a:pt x="326" y="409"/>
                </a:lnTo>
                <a:lnTo>
                  <a:pt x="322" y="405"/>
                </a:lnTo>
                <a:lnTo>
                  <a:pt x="318" y="405"/>
                </a:lnTo>
                <a:lnTo>
                  <a:pt x="312" y="409"/>
                </a:lnTo>
                <a:lnTo>
                  <a:pt x="310" y="405"/>
                </a:lnTo>
                <a:lnTo>
                  <a:pt x="305" y="397"/>
                </a:lnTo>
                <a:lnTo>
                  <a:pt x="297" y="388"/>
                </a:lnTo>
                <a:lnTo>
                  <a:pt x="288" y="383"/>
                </a:lnTo>
                <a:lnTo>
                  <a:pt x="275" y="383"/>
                </a:lnTo>
                <a:lnTo>
                  <a:pt x="260" y="391"/>
                </a:lnTo>
                <a:lnTo>
                  <a:pt x="242" y="399"/>
                </a:lnTo>
                <a:lnTo>
                  <a:pt x="227" y="399"/>
                </a:lnTo>
                <a:lnTo>
                  <a:pt x="210" y="399"/>
                </a:lnTo>
                <a:lnTo>
                  <a:pt x="192" y="399"/>
                </a:lnTo>
                <a:lnTo>
                  <a:pt x="179" y="397"/>
                </a:lnTo>
                <a:lnTo>
                  <a:pt x="166" y="393"/>
                </a:lnTo>
                <a:lnTo>
                  <a:pt x="155" y="386"/>
                </a:lnTo>
                <a:lnTo>
                  <a:pt x="143" y="383"/>
                </a:lnTo>
                <a:lnTo>
                  <a:pt x="130" y="377"/>
                </a:lnTo>
                <a:lnTo>
                  <a:pt x="113" y="369"/>
                </a:lnTo>
                <a:lnTo>
                  <a:pt x="95" y="360"/>
                </a:lnTo>
                <a:lnTo>
                  <a:pt x="82" y="352"/>
                </a:lnTo>
                <a:lnTo>
                  <a:pt x="74" y="348"/>
                </a:lnTo>
                <a:lnTo>
                  <a:pt x="72" y="344"/>
                </a:lnTo>
                <a:lnTo>
                  <a:pt x="78" y="341"/>
                </a:lnTo>
                <a:lnTo>
                  <a:pt x="86" y="337"/>
                </a:lnTo>
                <a:lnTo>
                  <a:pt x="95" y="331"/>
                </a:lnTo>
                <a:lnTo>
                  <a:pt x="90" y="325"/>
                </a:lnTo>
                <a:lnTo>
                  <a:pt x="84" y="321"/>
                </a:lnTo>
                <a:lnTo>
                  <a:pt x="78" y="321"/>
                </a:lnTo>
                <a:lnTo>
                  <a:pt x="76" y="321"/>
                </a:lnTo>
                <a:lnTo>
                  <a:pt x="82" y="316"/>
                </a:lnTo>
                <a:lnTo>
                  <a:pt x="90" y="308"/>
                </a:lnTo>
                <a:lnTo>
                  <a:pt x="92" y="300"/>
                </a:lnTo>
                <a:lnTo>
                  <a:pt x="90" y="292"/>
                </a:lnTo>
                <a:lnTo>
                  <a:pt x="84" y="286"/>
                </a:lnTo>
                <a:lnTo>
                  <a:pt x="74" y="284"/>
                </a:lnTo>
                <a:lnTo>
                  <a:pt x="63" y="288"/>
                </a:lnTo>
                <a:lnTo>
                  <a:pt x="56" y="292"/>
                </a:lnTo>
                <a:lnTo>
                  <a:pt x="54" y="294"/>
                </a:lnTo>
                <a:lnTo>
                  <a:pt x="54" y="288"/>
                </a:lnTo>
                <a:lnTo>
                  <a:pt x="46" y="282"/>
                </a:lnTo>
                <a:lnTo>
                  <a:pt x="39" y="276"/>
                </a:lnTo>
                <a:lnTo>
                  <a:pt x="29" y="273"/>
                </a:lnTo>
                <a:lnTo>
                  <a:pt x="23" y="269"/>
                </a:lnTo>
                <a:lnTo>
                  <a:pt x="21" y="265"/>
                </a:lnTo>
                <a:lnTo>
                  <a:pt x="21" y="261"/>
                </a:lnTo>
                <a:lnTo>
                  <a:pt x="20" y="253"/>
                </a:lnTo>
                <a:lnTo>
                  <a:pt x="8" y="234"/>
                </a:lnTo>
                <a:lnTo>
                  <a:pt x="2" y="227"/>
                </a:lnTo>
                <a:lnTo>
                  <a:pt x="0" y="221"/>
                </a:lnTo>
                <a:lnTo>
                  <a:pt x="2" y="219"/>
                </a:lnTo>
                <a:lnTo>
                  <a:pt x="8" y="219"/>
                </a:lnTo>
                <a:lnTo>
                  <a:pt x="16" y="219"/>
                </a:lnTo>
                <a:lnTo>
                  <a:pt x="29" y="217"/>
                </a:lnTo>
                <a:lnTo>
                  <a:pt x="45" y="212"/>
                </a:lnTo>
                <a:lnTo>
                  <a:pt x="61" y="201"/>
                </a:lnTo>
                <a:lnTo>
                  <a:pt x="76" y="187"/>
                </a:lnTo>
                <a:lnTo>
                  <a:pt x="84" y="176"/>
                </a:lnTo>
                <a:lnTo>
                  <a:pt x="84" y="168"/>
                </a:lnTo>
                <a:lnTo>
                  <a:pt x="82" y="159"/>
                </a:lnTo>
                <a:lnTo>
                  <a:pt x="76" y="155"/>
                </a:lnTo>
                <a:lnTo>
                  <a:pt x="74" y="149"/>
                </a:lnTo>
                <a:lnTo>
                  <a:pt x="72" y="147"/>
                </a:lnTo>
                <a:lnTo>
                  <a:pt x="78" y="145"/>
                </a:lnTo>
                <a:lnTo>
                  <a:pt x="90" y="143"/>
                </a:lnTo>
                <a:lnTo>
                  <a:pt x="97" y="141"/>
                </a:lnTo>
                <a:lnTo>
                  <a:pt x="101" y="138"/>
                </a:lnTo>
                <a:lnTo>
                  <a:pt x="101" y="128"/>
                </a:lnTo>
                <a:lnTo>
                  <a:pt x="99" y="117"/>
                </a:lnTo>
                <a:lnTo>
                  <a:pt x="99" y="114"/>
                </a:lnTo>
                <a:lnTo>
                  <a:pt x="105" y="112"/>
                </a:lnTo>
                <a:lnTo>
                  <a:pt x="118" y="114"/>
                </a:lnTo>
                <a:lnTo>
                  <a:pt x="130" y="112"/>
                </a:lnTo>
                <a:lnTo>
                  <a:pt x="132" y="106"/>
                </a:lnTo>
                <a:lnTo>
                  <a:pt x="134" y="94"/>
                </a:lnTo>
                <a:lnTo>
                  <a:pt x="145" y="77"/>
                </a:lnTo>
                <a:lnTo>
                  <a:pt x="147" y="79"/>
                </a:lnTo>
                <a:lnTo>
                  <a:pt x="153" y="85"/>
                </a:lnTo>
                <a:lnTo>
                  <a:pt x="157" y="91"/>
                </a:lnTo>
                <a:lnTo>
                  <a:pt x="161" y="93"/>
                </a:lnTo>
                <a:lnTo>
                  <a:pt x="161" y="87"/>
                </a:lnTo>
                <a:lnTo>
                  <a:pt x="168" y="87"/>
                </a:lnTo>
                <a:lnTo>
                  <a:pt x="175" y="89"/>
                </a:lnTo>
                <a:lnTo>
                  <a:pt x="181" y="91"/>
                </a:lnTo>
                <a:lnTo>
                  <a:pt x="187" y="96"/>
                </a:lnTo>
                <a:lnTo>
                  <a:pt x="189" y="108"/>
                </a:lnTo>
                <a:lnTo>
                  <a:pt x="192" y="121"/>
                </a:lnTo>
                <a:lnTo>
                  <a:pt x="198" y="130"/>
                </a:lnTo>
                <a:lnTo>
                  <a:pt x="206" y="138"/>
                </a:lnTo>
                <a:lnTo>
                  <a:pt x="219" y="143"/>
                </a:lnTo>
                <a:lnTo>
                  <a:pt x="235" y="147"/>
                </a:lnTo>
                <a:lnTo>
                  <a:pt x="240" y="149"/>
                </a:lnTo>
                <a:lnTo>
                  <a:pt x="246" y="153"/>
                </a:lnTo>
                <a:lnTo>
                  <a:pt x="254" y="161"/>
                </a:lnTo>
                <a:lnTo>
                  <a:pt x="265" y="174"/>
                </a:lnTo>
                <a:lnTo>
                  <a:pt x="277" y="180"/>
                </a:lnTo>
                <a:lnTo>
                  <a:pt x="288" y="180"/>
                </a:lnTo>
                <a:lnTo>
                  <a:pt x="307" y="180"/>
                </a:lnTo>
                <a:lnTo>
                  <a:pt x="328" y="180"/>
                </a:lnTo>
                <a:lnTo>
                  <a:pt x="343" y="184"/>
                </a:lnTo>
                <a:lnTo>
                  <a:pt x="355" y="187"/>
                </a:lnTo>
                <a:lnTo>
                  <a:pt x="360" y="191"/>
                </a:lnTo>
                <a:lnTo>
                  <a:pt x="370" y="191"/>
                </a:lnTo>
                <a:lnTo>
                  <a:pt x="387" y="187"/>
                </a:lnTo>
                <a:lnTo>
                  <a:pt x="403" y="185"/>
                </a:lnTo>
                <a:lnTo>
                  <a:pt x="407" y="182"/>
                </a:lnTo>
                <a:lnTo>
                  <a:pt x="413" y="182"/>
                </a:lnTo>
                <a:lnTo>
                  <a:pt x="423" y="180"/>
                </a:lnTo>
                <a:lnTo>
                  <a:pt x="438" y="172"/>
                </a:lnTo>
                <a:lnTo>
                  <a:pt x="448" y="155"/>
                </a:lnTo>
                <a:lnTo>
                  <a:pt x="440" y="147"/>
                </a:lnTo>
                <a:lnTo>
                  <a:pt x="442" y="139"/>
                </a:lnTo>
                <a:lnTo>
                  <a:pt x="450" y="138"/>
                </a:lnTo>
                <a:lnTo>
                  <a:pt x="457" y="139"/>
                </a:lnTo>
                <a:lnTo>
                  <a:pt x="463" y="141"/>
                </a:lnTo>
                <a:lnTo>
                  <a:pt x="469" y="139"/>
                </a:lnTo>
                <a:lnTo>
                  <a:pt x="477" y="132"/>
                </a:lnTo>
                <a:lnTo>
                  <a:pt x="484" y="125"/>
                </a:lnTo>
                <a:lnTo>
                  <a:pt x="500" y="116"/>
                </a:lnTo>
                <a:lnTo>
                  <a:pt x="513" y="114"/>
                </a:lnTo>
                <a:lnTo>
                  <a:pt x="524" y="110"/>
                </a:lnTo>
                <a:lnTo>
                  <a:pt x="523" y="102"/>
                </a:lnTo>
                <a:lnTo>
                  <a:pt x="519" y="98"/>
                </a:lnTo>
                <a:lnTo>
                  <a:pt x="515" y="91"/>
                </a:lnTo>
                <a:lnTo>
                  <a:pt x="511" y="85"/>
                </a:lnTo>
                <a:lnTo>
                  <a:pt x="503" y="87"/>
                </a:lnTo>
                <a:lnTo>
                  <a:pt x="486" y="93"/>
                </a:lnTo>
                <a:lnTo>
                  <a:pt x="475" y="81"/>
                </a:lnTo>
                <a:lnTo>
                  <a:pt x="473" y="73"/>
                </a:lnTo>
                <a:lnTo>
                  <a:pt x="477" y="68"/>
                </a:lnTo>
                <a:lnTo>
                  <a:pt x="482" y="62"/>
                </a:lnTo>
                <a:lnTo>
                  <a:pt x="490" y="56"/>
                </a:lnTo>
                <a:lnTo>
                  <a:pt x="502" y="60"/>
                </a:lnTo>
                <a:lnTo>
                  <a:pt x="511" y="58"/>
                </a:lnTo>
                <a:lnTo>
                  <a:pt x="509" y="54"/>
                </a:lnTo>
                <a:lnTo>
                  <a:pt x="505" y="50"/>
                </a:lnTo>
                <a:lnTo>
                  <a:pt x="505" y="43"/>
                </a:lnTo>
                <a:lnTo>
                  <a:pt x="511" y="40"/>
                </a:lnTo>
                <a:lnTo>
                  <a:pt x="517" y="36"/>
                </a:lnTo>
                <a:lnTo>
                  <a:pt x="519" y="30"/>
                </a:lnTo>
                <a:lnTo>
                  <a:pt x="515" y="19"/>
                </a:lnTo>
                <a:lnTo>
                  <a:pt x="509" y="9"/>
                </a:lnTo>
                <a:lnTo>
                  <a:pt x="507" y="3"/>
                </a:lnTo>
                <a:lnTo>
                  <a:pt x="515" y="0"/>
                </a:lnTo>
                <a:lnTo>
                  <a:pt x="533" y="0"/>
                </a:lnTo>
                <a:lnTo>
                  <a:pt x="541" y="0"/>
                </a:lnTo>
                <a:lnTo>
                  <a:pt x="556" y="0"/>
                </a:lnTo>
                <a:lnTo>
                  <a:pt x="574" y="5"/>
                </a:lnTo>
                <a:lnTo>
                  <a:pt x="591" y="28"/>
                </a:lnTo>
                <a:lnTo>
                  <a:pt x="595" y="34"/>
                </a:lnTo>
                <a:lnTo>
                  <a:pt x="597" y="40"/>
                </a:lnTo>
                <a:lnTo>
                  <a:pt x="602" y="50"/>
                </a:lnTo>
                <a:lnTo>
                  <a:pt x="610" y="58"/>
                </a:lnTo>
                <a:lnTo>
                  <a:pt x="620" y="62"/>
                </a:lnTo>
                <a:lnTo>
                  <a:pt x="627" y="64"/>
                </a:lnTo>
                <a:lnTo>
                  <a:pt x="629" y="64"/>
                </a:lnTo>
                <a:lnTo>
                  <a:pt x="646" y="68"/>
                </a:lnTo>
                <a:lnTo>
                  <a:pt x="649" y="77"/>
                </a:lnTo>
                <a:lnTo>
                  <a:pt x="657" y="85"/>
                </a:lnTo>
                <a:lnTo>
                  <a:pt x="674" y="87"/>
                </a:lnTo>
                <a:lnTo>
                  <a:pt x="692" y="91"/>
                </a:lnTo>
                <a:lnTo>
                  <a:pt x="697" y="108"/>
                </a:lnTo>
                <a:lnTo>
                  <a:pt x="695" y="125"/>
                </a:lnTo>
                <a:lnTo>
                  <a:pt x="688" y="132"/>
                </a:lnTo>
                <a:lnTo>
                  <a:pt x="674" y="132"/>
                </a:lnTo>
                <a:lnTo>
                  <a:pt x="671" y="134"/>
                </a:lnTo>
                <a:lnTo>
                  <a:pt x="671" y="139"/>
                </a:lnTo>
                <a:lnTo>
                  <a:pt x="674" y="151"/>
                </a:lnTo>
                <a:lnTo>
                  <a:pt x="674" y="161"/>
                </a:lnTo>
                <a:lnTo>
                  <a:pt x="672" y="170"/>
                </a:lnTo>
                <a:lnTo>
                  <a:pt x="667" y="170"/>
                </a:lnTo>
                <a:lnTo>
                  <a:pt x="659" y="176"/>
                </a:lnTo>
                <a:lnTo>
                  <a:pt x="657" y="182"/>
                </a:lnTo>
                <a:lnTo>
                  <a:pt x="649" y="187"/>
                </a:lnTo>
                <a:lnTo>
                  <a:pt x="646" y="189"/>
                </a:lnTo>
                <a:lnTo>
                  <a:pt x="629" y="193"/>
                </a:lnTo>
                <a:lnTo>
                  <a:pt x="616" y="201"/>
                </a:lnTo>
                <a:lnTo>
                  <a:pt x="608" y="210"/>
                </a:lnTo>
                <a:lnTo>
                  <a:pt x="604" y="214"/>
                </a:lnTo>
                <a:lnTo>
                  <a:pt x="604" y="219"/>
                </a:lnTo>
                <a:lnTo>
                  <a:pt x="599" y="219"/>
                </a:lnTo>
                <a:lnTo>
                  <a:pt x="591" y="225"/>
                </a:lnTo>
                <a:lnTo>
                  <a:pt x="583" y="230"/>
                </a:lnTo>
                <a:lnTo>
                  <a:pt x="572" y="229"/>
                </a:lnTo>
                <a:lnTo>
                  <a:pt x="566" y="227"/>
                </a:lnTo>
                <a:lnTo>
                  <a:pt x="566" y="223"/>
                </a:lnTo>
                <a:lnTo>
                  <a:pt x="572" y="219"/>
                </a:lnTo>
                <a:lnTo>
                  <a:pt x="577" y="214"/>
                </a:lnTo>
                <a:lnTo>
                  <a:pt x="577" y="207"/>
                </a:lnTo>
                <a:lnTo>
                  <a:pt x="568" y="203"/>
                </a:lnTo>
                <a:lnTo>
                  <a:pt x="560" y="205"/>
                </a:lnTo>
                <a:lnTo>
                  <a:pt x="554" y="214"/>
                </a:lnTo>
                <a:lnTo>
                  <a:pt x="550" y="219"/>
                </a:lnTo>
                <a:lnTo>
                  <a:pt x="549" y="225"/>
                </a:lnTo>
                <a:lnTo>
                  <a:pt x="547" y="230"/>
                </a:lnTo>
                <a:lnTo>
                  <a:pt x="539" y="234"/>
                </a:lnTo>
                <a:lnTo>
                  <a:pt x="533" y="234"/>
                </a:lnTo>
                <a:lnTo>
                  <a:pt x="529" y="240"/>
                </a:lnTo>
                <a:lnTo>
                  <a:pt x="531" y="248"/>
                </a:lnTo>
                <a:lnTo>
                  <a:pt x="539" y="250"/>
                </a:lnTo>
                <a:lnTo>
                  <a:pt x="543" y="252"/>
                </a:lnTo>
                <a:lnTo>
                  <a:pt x="547" y="255"/>
                </a:lnTo>
                <a:lnTo>
                  <a:pt x="550" y="261"/>
                </a:lnTo>
                <a:lnTo>
                  <a:pt x="558" y="257"/>
                </a:lnTo>
                <a:lnTo>
                  <a:pt x="564" y="253"/>
                </a:lnTo>
                <a:lnTo>
                  <a:pt x="570" y="252"/>
                </a:lnTo>
                <a:lnTo>
                  <a:pt x="579" y="253"/>
                </a:lnTo>
                <a:lnTo>
                  <a:pt x="589" y="257"/>
                </a:lnTo>
                <a:lnTo>
                  <a:pt x="591" y="257"/>
                </a:lnTo>
                <a:lnTo>
                  <a:pt x="591" y="263"/>
                </a:lnTo>
                <a:lnTo>
                  <a:pt x="589" y="265"/>
                </a:lnTo>
                <a:lnTo>
                  <a:pt x="579" y="271"/>
                </a:lnTo>
                <a:lnTo>
                  <a:pt x="574" y="276"/>
                </a:lnTo>
                <a:lnTo>
                  <a:pt x="570" y="284"/>
                </a:lnTo>
                <a:lnTo>
                  <a:pt x="568" y="288"/>
                </a:lnTo>
                <a:lnTo>
                  <a:pt x="562" y="290"/>
                </a:lnTo>
                <a:lnTo>
                  <a:pt x="554" y="294"/>
                </a:lnTo>
                <a:lnTo>
                  <a:pt x="558" y="298"/>
                </a:lnTo>
                <a:lnTo>
                  <a:pt x="566" y="299"/>
                </a:lnTo>
                <a:lnTo>
                  <a:pt x="572" y="304"/>
                </a:lnTo>
                <a:lnTo>
                  <a:pt x="577" y="316"/>
                </a:lnTo>
                <a:lnTo>
                  <a:pt x="593" y="331"/>
                </a:lnTo>
                <a:lnTo>
                  <a:pt x="600" y="339"/>
                </a:lnTo>
                <a:lnTo>
                  <a:pt x="602" y="346"/>
                </a:lnTo>
                <a:lnTo>
                  <a:pt x="600" y="352"/>
                </a:lnTo>
                <a:lnTo>
                  <a:pt x="599" y="358"/>
                </a:lnTo>
                <a:lnTo>
                  <a:pt x="595" y="364"/>
                </a:lnTo>
                <a:lnTo>
                  <a:pt x="599" y="367"/>
                </a:lnTo>
                <a:lnTo>
                  <a:pt x="604" y="371"/>
                </a:lnTo>
                <a:lnTo>
                  <a:pt x="608" y="375"/>
                </a:lnTo>
                <a:lnTo>
                  <a:pt x="606" y="390"/>
                </a:lnTo>
                <a:lnTo>
                  <a:pt x="599" y="405"/>
                </a:lnTo>
                <a:lnTo>
                  <a:pt x="581" y="424"/>
                </a:lnTo>
                <a:lnTo>
                  <a:pt x="581" y="432"/>
                </a:lnTo>
                <a:lnTo>
                  <a:pt x="579" y="443"/>
                </a:lnTo>
                <a:lnTo>
                  <a:pt x="574" y="453"/>
                </a:lnTo>
                <a:lnTo>
                  <a:pt x="562" y="460"/>
                </a:lnTo>
                <a:lnTo>
                  <a:pt x="550" y="471"/>
                </a:lnTo>
                <a:lnTo>
                  <a:pt x="543" y="479"/>
                </a:lnTo>
                <a:lnTo>
                  <a:pt x="533" y="481"/>
                </a:lnTo>
                <a:lnTo>
                  <a:pt x="519" y="481"/>
                </a:lnTo>
                <a:lnTo>
                  <a:pt x="513" y="482"/>
                </a:lnTo>
                <a:lnTo>
                  <a:pt x="511" y="486"/>
                </a:lnTo>
                <a:lnTo>
                  <a:pt x="509" y="490"/>
                </a:lnTo>
                <a:lnTo>
                  <a:pt x="503" y="494"/>
                </a:lnTo>
                <a:lnTo>
                  <a:pt x="492" y="498"/>
                </a:lnTo>
                <a:lnTo>
                  <a:pt x="486" y="498"/>
                </a:lnTo>
                <a:lnTo>
                  <a:pt x="482" y="504"/>
                </a:lnTo>
                <a:lnTo>
                  <a:pt x="480" y="511"/>
                </a:lnTo>
                <a:lnTo>
                  <a:pt x="477" y="513"/>
                </a:lnTo>
                <a:lnTo>
                  <a:pt x="471" y="505"/>
                </a:lnTo>
                <a:lnTo>
                  <a:pt x="469" y="502"/>
                </a:lnTo>
                <a:lnTo>
                  <a:pt x="469" y="498"/>
                </a:lnTo>
                <a:lnTo>
                  <a:pt x="467" y="496"/>
                </a:lnTo>
                <a:lnTo>
                  <a:pt x="459" y="494"/>
                </a:lnTo>
                <a:lnTo>
                  <a:pt x="442" y="500"/>
                </a:lnTo>
                <a:lnTo>
                  <a:pt x="442" y="502"/>
                </a:lnTo>
              </a:path>
            </a:pathLst>
          </a:custGeom>
          <a:solidFill>
            <a:srgbClr val="FDE3BA"/>
          </a:solidFill>
          <a:ln w="12700" cap="rnd">
            <a:solidFill>
              <a:schemeClr val="tx1"/>
            </a:solidFill>
            <a:round/>
            <a:headEnd/>
            <a:tailEnd/>
          </a:ln>
        </p:spPr>
        <p:txBody>
          <a:bodyPr/>
          <a:lstStyle/>
          <a:p>
            <a:endParaRPr lang="en-US"/>
          </a:p>
        </p:txBody>
      </p:sp>
      <p:sp>
        <p:nvSpPr>
          <p:cNvPr id="6454" name="Line 773"/>
          <p:cNvSpPr>
            <a:spLocks noChangeShapeType="1"/>
          </p:cNvSpPr>
          <p:nvPr/>
        </p:nvSpPr>
        <p:spPr bwMode="auto">
          <a:xfrm flipV="1">
            <a:off x="6890843" y="4103912"/>
            <a:ext cx="0" cy="19752"/>
          </a:xfrm>
          <a:prstGeom prst="line">
            <a:avLst/>
          </a:prstGeom>
          <a:noFill/>
          <a:ln w="12700">
            <a:solidFill>
              <a:schemeClr val="tx1"/>
            </a:solidFill>
            <a:round/>
            <a:headEnd/>
            <a:tailEnd/>
          </a:ln>
        </p:spPr>
        <p:txBody>
          <a:bodyPr wrap="none" anchor="ctr"/>
          <a:lstStyle/>
          <a:p>
            <a:endParaRPr lang="ko-KR" altLang="en-US"/>
          </a:p>
        </p:txBody>
      </p:sp>
      <p:sp>
        <p:nvSpPr>
          <p:cNvPr id="6455" name="Freeform 774"/>
          <p:cNvSpPr>
            <a:spLocks/>
          </p:cNvSpPr>
          <p:nvPr/>
        </p:nvSpPr>
        <p:spPr bwMode="auto">
          <a:xfrm>
            <a:off x="7236611" y="3596282"/>
            <a:ext cx="61121" cy="106661"/>
          </a:xfrm>
          <a:custGeom>
            <a:avLst/>
            <a:gdLst>
              <a:gd name="T0" fmla="*/ 7 w 35"/>
              <a:gd name="T1" fmla="*/ 49 h 54"/>
              <a:gd name="T2" fmla="*/ 8 w 35"/>
              <a:gd name="T3" fmla="*/ 51 h 54"/>
              <a:gd name="T4" fmla="*/ 11 w 35"/>
              <a:gd name="T5" fmla="*/ 53 h 54"/>
              <a:gd name="T6" fmla="*/ 26 w 35"/>
              <a:gd name="T7" fmla="*/ 51 h 54"/>
              <a:gd name="T8" fmla="*/ 32 w 35"/>
              <a:gd name="T9" fmla="*/ 47 h 54"/>
              <a:gd name="T10" fmla="*/ 34 w 35"/>
              <a:gd name="T11" fmla="*/ 34 h 54"/>
              <a:gd name="T12" fmla="*/ 32 w 35"/>
              <a:gd name="T13" fmla="*/ 21 h 54"/>
              <a:gd name="T14" fmla="*/ 28 w 35"/>
              <a:gd name="T15" fmla="*/ 12 h 54"/>
              <a:gd name="T16" fmla="*/ 16 w 35"/>
              <a:gd name="T17" fmla="*/ 0 h 54"/>
              <a:gd name="T18" fmla="*/ 16 w 35"/>
              <a:gd name="T19" fmla="*/ 2 h 54"/>
              <a:gd name="T20" fmla="*/ 3 w 35"/>
              <a:gd name="T21" fmla="*/ 0 h 54"/>
              <a:gd name="T22" fmla="*/ 0 w 35"/>
              <a:gd name="T23" fmla="*/ 5 h 54"/>
              <a:gd name="T24" fmla="*/ 0 w 35"/>
              <a:gd name="T25" fmla="*/ 7 h 54"/>
              <a:gd name="T26" fmla="*/ 2 w 35"/>
              <a:gd name="T27" fmla="*/ 7 h 54"/>
              <a:gd name="T28" fmla="*/ 2 w 35"/>
              <a:gd name="T29" fmla="*/ 12 h 54"/>
              <a:gd name="T30" fmla="*/ 0 w 35"/>
              <a:gd name="T31" fmla="*/ 15 h 54"/>
              <a:gd name="T32" fmla="*/ 0 w 35"/>
              <a:gd name="T33" fmla="*/ 19 h 54"/>
              <a:gd name="T34" fmla="*/ 9 w 35"/>
              <a:gd name="T35" fmla="*/ 32 h 54"/>
              <a:gd name="T36" fmla="*/ 7 w 35"/>
              <a:gd name="T37" fmla="*/ 49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5"/>
              <a:gd name="T58" fmla="*/ 0 h 54"/>
              <a:gd name="T59" fmla="*/ 35 w 35"/>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5" h="54">
                <a:moveTo>
                  <a:pt x="7" y="49"/>
                </a:moveTo>
                <a:lnTo>
                  <a:pt x="8" y="51"/>
                </a:lnTo>
                <a:lnTo>
                  <a:pt x="11" y="53"/>
                </a:lnTo>
                <a:lnTo>
                  <a:pt x="26" y="51"/>
                </a:lnTo>
                <a:lnTo>
                  <a:pt x="32" y="47"/>
                </a:lnTo>
                <a:lnTo>
                  <a:pt x="34" y="34"/>
                </a:lnTo>
                <a:lnTo>
                  <a:pt x="32" y="21"/>
                </a:lnTo>
                <a:lnTo>
                  <a:pt x="28" y="12"/>
                </a:lnTo>
                <a:lnTo>
                  <a:pt x="16" y="0"/>
                </a:lnTo>
                <a:lnTo>
                  <a:pt x="16" y="2"/>
                </a:lnTo>
                <a:lnTo>
                  <a:pt x="3" y="0"/>
                </a:lnTo>
                <a:lnTo>
                  <a:pt x="0" y="5"/>
                </a:lnTo>
                <a:lnTo>
                  <a:pt x="0" y="7"/>
                </a:lnTo>
                <a:lnTo>
                  <a:pt x="2" y="7"/>
                </a:lnTo>
                <a:lnTo>
                  <a:pt x="2" y="12"/>
                </a:lnTo>
                <a:lnTo>
                  <a:pt x="0" y="15"/>
                </a:lnTo>
                <a:lnTo>
                  <a:pt x="0" y="19"/>
                </a:lnTo>
                <a:lnTo>
                  <a:pt x="9" y="32"/>
                </a:lnTo>
                <a:lnTo>
                  <a:pt x="7" y="49"/>
                </a:lnTo>
              </a:path>
            </a:pathLst>
          </a:custGeom>
          <a:solidFill>
            <a:srgbClr val="FDE3BA"/>
          </a:solidFill>
          <a:ln w="12700" cap="rnd">
            <a:solidFill>
              <a:schemeClr val="tx1"/>
            </a:solidFill>
            <a:round/>
            <a:headEnd/>
            <a:tailEnd/>
          </a:ln>
        </p:spPr>
        <p:txBody>
          <a:bodyPr/>
          <a:lstStyle/>
          <a:p>
            <a:endParaRPr lang="en-US"/>
          </a:p>
        </p:txBody>
      </p:sp>
      <p:sp>
        <p:nvSpPr>
          <p:cNvPr id="6456" name="Freeform 775"/>
          <p:cNvSpPr>
            <a:spLocks/>
          </p:cNvSpPr>
          <p:nvPr/>
        </p:nvSpPr>
        <p:spPr bwMode="auto">
          <a:xfrm>
            <a:off x="7175491" y="3448142"/>
            <a:ext cx="111763" cy="150116"/>
          </a:xfrm>
          <a:custGeom>
            <a:avLst/>
            <a:gdLst>
              <a:gd name="T0" fmla="*/ 32 w 64"/>
              <a:gd name="T1" fmla="*/ 75 h 76"/>
              <a:gd name="T2" fmla="*/ 32 w 64"/>
              <a:gd name="T3" fmla="*/ 73 h 76"/>
              <a:gd name="T4" fmla="*/ 36 w 64"/>
              <a:gd name="T5" fmla="*/ 71 h 76"/>
              <a:gd name="T6" fmla="*/ 49 w 64"/>
              <a:gd name="T7" fmla="*/ 71 h 76"/>
              <a:gd name="T8" fmla="*/ 49 w 64"/>
              <a:gd name="T9" fmla="*/ 69 h 76"/>
              <a:gd name="T10" fmla="*/ 44 w 64"/>
              <a:gd name="T11" fmla="*/ 64 h 76"/>
              <a:gd name="T12" fmla="*/ 40 w 64"/>
              <a:gd name="T13" fmla="*/ 54 h 76"/>
              <a:gd name="T14" fmla="*/ 44 w 64"/>
              <a:gd name="T15" fmla="*/ 43 h 76"/>
              <a:gd name="T16" fmla="*/ 57 w 64"/>
              <a:gd name="T17" fmla="*/ 37 h 76"/>
              <a:gd name="T18" fmla="*/ 55 w 64"/>
              <a:gd name="T19" fmla="*/ 31 h 76"/>
              <a:gd name="T20" fmla="*/ 63 w 64"/>
              <a:gd name="T21" fmla="*/ 0 h 76"/>
              <a:gd name="T22" fmla="*/ 58 w 64"/>
              <a:gd name="T23" fmla="*/ 2 h 76"/>
              <a:gd name="T24" fmla="*/ 51 w 64"/>
              <a:gd name="T25" fmla="*/ 7 h 76"/>
              <a:gd name="T26" fmla="*/ 49 w 64"/>
              <a:gd name="T27" fmla="*/ 13 h 76"/>
              <a:gd name="T28" fmla="*/ 40 w 64"/>
              <a:gd name="T29" fmla="*/ 18 h 76"/>
              <a:gd name="T30" fmla="*/ 37 w 64"/>
              <a:gd name="T31" fmla="*/ 19 h 76"/>
              <a:gd name="T32" fmla="*/ 21 w 64"/>
              <a:gd name="T33" fmla="*/ 23 h 76"/>
              <a:gd name="T34" fmla="*/ 13 w 64"/>
              <a:gd name="T35" fmla="*/ 31 h 76"/>
              <a:gd name="T36" fmla="*/ 2 w 64"/>
              <a:gd name="T37" fmla="*/ 39 h 76"/>
              <a:gd name="T38" fmla="*/ 0 w 64"/>
              <a:gd name="T39" fmla="*/ 43 h 76"/>
              <a:gd name="T40" fmla="*/ 0 w 64"/>
              <a:gd name="T41" fmla="*/ 48 h 76"/>
              <a:gd name="T42" fmla="*/ 4 w 64"/>
              <a:gd name="T43" fmla="*/ 50 h 76"/>
              <a:gd name="T44" fmla="*/ 17 w 64"/>
              <a:gd name="T45" fmla="*/ 54 h 76"/>
              <a:gd name="T46" fmla="*/ 16 w 64"/>
              <a:gd name="T47" fmla="*/ 60 h 76"/>
              <a:gd name="T48" fmla="*/ 9 w 64"/>
              <a:gd name="T49" fmla="*/ 68 h 76"/>
              <a:gd name="T50" fmla="*/ 15 w 64"/>
              <a:gd name="T51" fmla="*/ 73 h 76"/>
              <a:gd name="T52" fmla="*/ 28 w 64"/>
              <a:gd name="T53" fmla="*/ 73 h 76"/>
              <a:gd name="T54" fmla="*/ 32 w 64"/>
              <a:gd name="T55" fmla="*/ 75 h 7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4"/>
              <a:gd name="T85" fmla="*/ 0 h 76"/>
              <a:gd name="T86" fmla="*/ 64 w 64"/>
              <a:gd name="T87" fmla="*/ 76 h 7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4" h="76">
                <a:moveTo>
                  <a:pt x="32" y="75"/>
                </a:moveTo>
                <a:lnTo>
                  <a:pt x="32" y="73"/>
                </a:lnTo>
                <a:lnTo>
                  <a:pt x="36" y="71"/>
                </a:lnTo>
                <a:lnTo>
                  <a:pt x="49" y="71"/>
                </a:lnTo>
                <a:lnTo>
                  <a:pt x="49" y="69"/>
                </a:lnTo>
                <a:lnTo>
                  <a:pt x="44" y="64"/>
                </a:lnTo>
                <a:lnTo>
                  <a:pt x="40" y="54"/>
                </a:lnTo>
                <a:lnTo>
                  <a:pt x="44" y="43"/>
                </a:lnTo>
                <a:lnTo>
                  <a:pt x="57" y="37"/>
                </a:lnTo>
                <a:lnTo>
                  <a:pt x="55" y="31"/>
                </a:lnTo>
                <a:lnTo>
                  <a:pt x="63" y="0"/>
                </a:lnTo>
                <a:lnTo>
                  <a:pt x="58" y="2"/>
                </a:lnTo>
                <a:lnTo>
                  <a:pt x="51" y="7"/>
                </a:lnTo>
                <a:lnTo>
                  <a:pt x="49" y="13"/>
                </a:lnTo>
                <a:lnTo>
                  <a:pt x="40" y="18"/>
                </a:lnTo>
                <a:lnTo>
                  <a:pt x="37" y="19"/>
                </a:lnTo>
                <a:lnTo>
                  <a:pt x="21" y="23"/>
                </a:lnTo>
                <a:lnTo>
                  <a:pt x="13" y="31"/>
                </a:lnTo>
                <a:lnTo>
                  <a:pt x="2" y="39"/>
                </a:lnTo>
                <a:lnTo>
                  <a:pt x="0" y="43"/>
                </a:lnTo>
                <a:lnTo>
                  <a:pt x="0" y="48"/>
                </a:lnTo>
                <a:lnTo>
                  <a:pt x="4" y="50"/>
                </a:lnTo>
                <a:lnTo>
                  <a:pt x="17" y="54"/>
                </a:lnTo>
                <a:lnTo>
                  <a:pt x="16" y="60"/>
                </a:lnTo>
                <a:lnTo>
                  <a:pt x="9" y="68"/>
                </a:lnTo>
                <a:lnTo>
                  <a:pt x="15" y="73"/>
                </a:lnTo>
                <a:lnTo>
                  <a:pt x="28" y="73"/>
                </a:lnTo>
                <a:lnTo>
                  <a:pt x="32" y="75"/>
                </a:lnTo>
              </a:path>
            </a:pathLst>
          </a:custGeom>
          <a:solidFill>
            <a:srgbClr val="FDE3BA"/>
          </a:solidFill>
          <a:ln w="12700" cap="rnd">
            <a:solidFill>
              <a:schemeClr val="tx1"/>
            </a:solidFill>
            <a:round/>
            <a:headEnd/>
            <a:tailEnd/>
          </a:ln>
        </p:spPr>
        <p:txBody>
          <a:bodyPr/>
          <a:lstStyle/>
          <a:p>
            <a:endParaRPr lang="en-US"/>
          </a:p>
        </p:txBody>
      </p:sp>
      <p:sp>
        <p:nvSpPr>
          <p:cNvPr id="6457" name="Freeform 776"/>
          <p:cNvSpPr>
            <a:spLocks/>
          </p:cNvSpPr>
          <p:nvPr/>
        </p:nvSpPr>
        <p:spPr bwMode="auto">
          <a:xfrm>
            <a:off x="6784320" y="4042680"/>
            <a:ext cx="160660" cy="414794"/>
          </a:xfrm>
          <a:custGeom>
            <a:avLst/>
            <a:gdLst>
              <a:gd name="T0" fmla="*/ 36 w 92"/>
              <a:gd name="T1" fmla="*/ 191 h 210"/>
              <a:gd name="T2" fmla="*/ 38 w 92"/>
              <a:gd name="T3" fmla="*/ 194 h 210"/>
              <a:gd name="T4" fmla="*/ 41 w 92"/>
              <a:gd name="T5" fmla="*/ 201 h 210"/>
              <a:gd name="T6" fmla="*/ 41 w 92"/>
              <a:gd name="T7" fmla="*/ 207 h 210"/>
              <a:gd name="T8" fmla="*/ 41 w 92"/>
              <a:gd name="T9" fmla="*/ 209 h 210"/>
              <a:gd name="T10" fmla="*/ 45 w 92"/>
              <a:gd name="T11" fmla="*/ 205 h 210"/>
              <a:gd name="T12" fmla="*/ 53 w 92"/>
              <a:gd name="T13" fmla="*/ 197 h 210"/>
              <a:gd name="T14" fmla="*/ 65 w 92"/>
              <a:gd name="T15" fmla="*/ 194 h 210"/>
              <a:gd name="T16" fmla="*/ 67 w 92"/>
              <a:gd name="T17" fmla="*/ 192 h 210"/>
              <a:gd name="T18" fmla="*/ 67 w 92"/>
              <a:gd name="T19" fmla="*/ 187 h 210"/>
              <a:gd name="T20" fmla="*/ 65 w 92"/>
              <a:gd name="T21" fmla="*/ 189 h 210"/>
              <a:gd name="T22" fmla="*/ 67 w 92"/>
              <a:gd name="T23" fmla="*/ 187 h 210"/>
              <a:gd name="T24" fmla="*/ 73 w 92"/>
              <a:gd name="T25" fmla="*/ 183 h 210"/>
              <a:gd name="T26" fmla="*/ 86 w 92"/>
              <a:gd name="T27" fmla="*/ 172 h 210"/>
              <a:gd name="T28" fmla="*/ 90 w 92"/>
              <a:gd name="T29" fmla="*/ 160 h 210"/>
              <a:gd name="T30" fmla="*/ 91 w 92"/>
              <a:gd name="T31" fmla="*/ 144 h 210"/>
              <a:gd name="T32" fmla="*/ 90 w 92"/>
              <a:gd name="T33" fmla="*/ 130 h 210"/>
              <a:gd name="T34" fmla="*/ 83 w 92"/>
              <a:gd name="T35" fmla="*/ 118 h 210"/>
              <a:gd name="T36" fmla="*/ 75 w 92"/>
              <a:gd name="T37" fmla="*/ 106 h 210"/>
              <a:gd name="T38" fmla="*/ 71 w 92"/>
              <a:gd name="T39" fmla="*/ 105 h 210"/>
              <a:gd name="T40" fmla="*/ 67 w 92"/>
              <a:gd name="T41" fmla="*/ 97 h 210"/>
              <a:gd name="T42" fmla="*/ 57 w 92"/>
              <a:gd name="T43" fmla="*/ 87 h 210"/>
              <a:gd name="T44" fmla="*/ 50 w 92"/>
              <a:gd name="T45" fmla="*/ 77 h 210"/>
              <a:gd name="T46" fmla="*/ 45 w 92"/>
              <a:gd name="T47" fmla="*/ 65 h 210"/>
              <a:gd name="T48" fmla="*/ 45 w 92"/>
              <a:gd name="T49" fmla="*/ 54 h 210"/>
              <a:gd name="T50" fmla="*/ 50 w 92"/>
              <a:gd name="T51" fmla="*/ 45 h 210"/>
              <a:gd name="T52" fmla="*/ 57 w 92"/>
              <a:gd name="T53" fmla="*/ 36 h 210"/>
              <a:gd name="T54" fmla="*/ 53 w 92"/>
              <a:gd name="T55" fmla="*/ 24 h 210"/>
              <a:gd name="T56" fmla="*/ 48 w 92"/>
              <a:gd name="T57" fmla="*/ 16 h 210"/>
              <a:gd name="T58" fmla="*/ 41 w 92"/>
              <a:gd name="T59" fmla="*/ 4 h 210"/>
              <a:gd name="T60" fmla="*/ 32 w 92"/>
              <a:gd name="T61" fmla="*/ 0 h 210"/>
              <a:gd name="T62" fmla="*/ 26 w 92"/>
              <a:gd name="T63" fmla="*/ 4 h 210"/>
              <a:gd name="T64" fmla="*/ 20 w 92"/>
              <a:gd name="T65" fmla="*/ 10 h 210"/>
              <a:gd name="T66" fmla="*/ 8 w 92"/>
              <a:gd name="T67" fmla="*/ 14 h 210"/>
              <a:gd name="T68" fmla="*/ 0 w 92"/>
              <a:gd name="T69" fmla="*/ 14 h 210"/>
              <a:gd name="T70" fmla="*/ 0 w 92"/>
              <a:gd name="T71" fmla="*/ 17 h 210"/>
              <a:gd name="T72" fmla="*/ 3 w 92"/>
              <a:gd name="T73" fmla="*/ 24 h 210"/>
              <a:gd name="T74" fmla="*/ 8 w 92"/>
              <a:gd name="T75" fmla="*/ 34 h 210"/>
              <a:gd name="T76" fmla="*/ 16 w 92"/>
              <a:gd name="T77" fmla="*/ 41 h 210"/>
              <a:gd name="T78" fmla="*/ 30 w 92"/>
              <a:gd name="T79" fmla="*/ 54 h 210"/>
              <a:gd name="T80" fmla="*/ 30 w 92"/>
              <a:gd name="T81" fmla="*/ 58 h 210"/>
              <a:gd name="T82" fmla="*/ 28 w 92"/>
              <a:gd name="T83" fmla="*/ 61 h 210"/>
              <a:gd name="T84" fmla="*/ 39 w 92"/>
              <a:gd name="T85" fmla="*/ 81 h 210"/>
              <a:gd name="T86" fmla="*/ 59 w 92"/>
              <a:gd name="T87" fmla="*/ 106 h 210"/>
              <a:gd name="T88" fmla="*/ 68 w 92"/>
              <a:gd name="T89" fmla="*/ 132 h 210"/>
              <a:gd name="T90" fmla="*/ 71 w 92"/>
              <a:gd name="T91" fmla="*/ 140 h 210"/>
              <a:gd name="T92" fmla="*/ 73 w 92"/>
              <a:gd name="T93" fmla="*/ 160 h 210"/>
              <a:gd name="T94" fmla="*/ 69 w 92"/>
              <a:gd name="T95" fmla="*/ 162 h 210"/>
              <a:gd name="T96" fmla="*/ 61 w 92"/>
              <a:gd name="T97" fmla="*/ 162 h 210"/>
              <a:gd name="T98" fmla="*/ 55 w 92"/>
              <a:gd name="T99" fmla="*/ 166 h 210"/>
              <a:gd name="T100" fmla="*/ 55 w 92"/>
              <a:gd name="T101" fmla="*/ 170 h 210"/>
              <a:gd name="T102" fmla="*/ 53 w 92"/>
              <a:gd name="T103" fmla="*/ 175 h 210"/>
              <a:gd name="T104" fmla="*/ 48 w 92"/>
              <a:gd name="T105" fmla="*/ 185 h 210"/>
              <a:gd name="T106" fmla="*/ 43 w 92"/>
              <a:gd name="T107" fmla="*/ 189 h 210"/>
              <a:gd name="T108" fmla="*/ 38 w 92"/>
              <a:gd name="T109" fmla="*/ 192 h 210"/>
              <a:gd name="T110" fmla="*/ 36 w 92"/>
              <a:gd name="T111" fmla="*/ 191 h 21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2"/>
              <a:gd name="T169" fmla="*/ 0 h 210"/>
              <a:gd name="T170" fmla="*/ 92 w 92"/>
              <a:gd name="T171" fmla="*/ 210 h 21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2" h="210">
                <a:moveTo>
                  <a:pt x="36" y="191"/>
                </a:moveTo>
                <a:lnTo>
                  <a:pt x="38" y="194"/>
                </a:lnTo>
                <a:lnTo>
                  <a:pt x="41" y="201"/>
                </a:lnTo>
                <a:lnTo>
                  <a:pt x="41" y="207"/>
                </a:lnTo>
                <a:lnTo>
                  <a:pt x="41" y="209"/>
                </a:lnTo>
                <a:lnTo>
                  <a:pt x="45" y="205"/>
                </a:lnTo>
                <a:lnTo>
                  <a:pt x="53" y="197"/>
                </a:lnTo>
                <a:lnTo>
                  <a:pt x="65" y="194"/>
                </a:lnTo>
                <a:lnTo>
                  <a:pt x="67" y="192"/>
                </a:lnTo>
                <a:lnTo>
                  <a:pt x="67" y="187"/>
                </a:lnTo>
                <a:lnTo>
                  <a:pt x="65" y="189"/>
                </a:lnTo>
                <a:lnTo>
                  <a:pt x="67" y="187"/>
                </a:lnTo>
                <a:lnTo>
                  <a:pt x="73" y="183"/>
                </a:lnTo>
                <a:lnTo>
                  <a:pt x="86" y="172"/>
                </a:lnTo>
                <a:lnTo>
                  <a:pt x="90" y="160"/>
                </a:lnTo>
                <a:lnTo>
                  <a:pt x="91" y="144"/>
                </a:lnTo>
                <a:lnTo>
                  <a:pt x="90" y="130"/>
                </a:lnTo>
                <a:lnTo>
                  <a:pt x="83" y="118"/>
                </a:lnTo>
                <a:lnTo>
                  <a:pt x="75" y="106"/>
                </a:lnTo>
                <a:lnTo>
                  <a:pt x="71" y="105"/>
                </a:lnTo>
                <a:lnTo>
                  <a:pt x="67" y="97"/>
                </a:lnTo>
                <a:lnTo>
                  <a:pt x="57" y="87"/>
                </a:lnTo>
                <a:lnTo>
                  <a:pt x="50" y="77"/>
                </a:lnTo>
                <a:lnTo>
                  <a:pt x="45" y="65"/>
                </a:lnTo>
                <a:lnTo>
                  <a:pt x="45" y="54"/>
                </a:lnTo>
                <a:lnTo>
                  <a:pt x="50" y="45"/>
                </a:lnTo>
                <a:lnTo>
                  <a:pt x="57" y="36"/>
                </a:lnTo>
                <a:lnTo>
                  <a:pt x="53" y="24"/>
                </a:lnTo>
                <a:lnTo>
                  <a:pt x="48" y="16"/>
                </a:lnTo>
                <a:lnTo>
                  <a:pt x="41" y="4"/>
                </a:lnTo>
                <a:lnTo>
                  <a:pt x="32" y="0"/>
                </a:lnTo>
                <a:lnTo>
                  <a:pt x="26" y="4"/>
                </a:lnTo>
                <a:lnTo>
                  <a:pt x="20" y="10"/>
                </a:lnTo>
                <a:lnTo>
                  <a:pt x="8" y="14"/>
                </a:lnTo>
                <a:lnTo>
                  <a:pt x="0" y="14"/>
                </a:lnTo>
                <a:lnTo>
                  <a:pt x="0" y="17"/>
                </a:lnTo>
                <a:lnTo>
                  <a:pt x="3" y="24"/>
                </a:lnTo>
                <a:lnTo>
                  <a:pt x="8" y="34"/>
                </a:lnTo>
                <a:lnTo>
                  <a:pt x="16" y="41"/>
                </a:lnTo>
                <a:lnTo>
                  <a:pt x="30" y="54"/>
                </a:lnTo>
                <a:lnTo>
                  <a:pt x="30" y="58"/>
                </a:lnTo>
                <a:lnTo>
                  <a:pt x="28" y="61"/>
                </a:lnTo>
                <a:lnTo>
                  <a:pt x="39" y="81"/>
                </a:lnTo>
                <a:lnTo>
                  <a:pt x="59" y="106"/>
                </a:lnTo>
                <a:lnTo>
                  <a:pt x="68" y="132"/>
                </a:lnTo>
                <a:lnTo>
                  <a:pt x="71" y="140"/>
                </a:lnTo>
                <a:lnTo>
                  <a:pt x="73" y="160"/>
                </a:lnTo>
                <a:lnTo>
                  <a:pt x="69" y="162"/>
                </a:lnTo>
                <a:lnTo>
                  <a:pt x="61" y="162"/>
                </a:lnTo>
                <a:lnTo>
                  <a:pt x="55" y="166"/>
                </a:lnTo>
                <a:lnTo>
                  <a:pt x="55" y="170"/>
                </a:lnTo>
                <a:lnTo>
                  <a:pt x="53" y="175"/>
                </a:lnTo>
                <a:lnTo>
                  <a:pt x="48" y="185"/>
                </a:lnTo>
                <a:lnTo>
                  <a:pt x="43" y="189"/>
                </a:lnTo>
                <a:lnTo>
                  <a:pt x="38" y="192"/>
                </a:lnTo>
                <a:lnTo>
                  <a:pt x="36" y="191"/>
                </a:lnTo>
              </a:path>
            </a:pathLst>
          </a:custGeom>
          <a:solidFill>
            <a:srgbClr val="FDE3BA"/>
          </a:solidFill>
          <a:ln w="12700" cap="rnd">
            <a:solidFill>
              <a:schemeClr val="tx1"/>
            </a:solidFill>
            <a:round/>
            <a:headEnd/>
            <a:tailEnd/>
          </a:ln>
        </p:spPr>
        <p:txBody>
          <a:bodyPr/>
          <a:lstStyle/>
          <a:p>
            <a:endParaRPr lang="en-US"/>
          </a:p>
        </p:txBody>
      </p:sp>
      <p:sp>
        <p:nvSpPr>
          <p:cNvPr id="6458" name="Freeform 777"/>
          <p:cNvSpPr>
            <a:spLocks/>
          </p:cNvSpPr>
          <p:nvPr/>
        </p:nvSpPr>
        <p:spPr bwMode="auto">
          <a:xfrm>
            <a:off x="6737169" y="4070333"/>
            <a:ext cx="165899" cy="231100"/>
          </a:xfrm>
          <a:custGeom>
            <a:avLst/>
            <a:gdLst>
              <a:gd name="T0" fmla="*/ 2 w 95"/>
              <a:gd name="T1" fmla="*/ 34 h 117"/>
              <a:gd name="T2" fmla="*/ 5 w 95"/>
              <a:gd name="T3" fmla="*/ 34 h 117"/>
              <a:gd name="T4" fmla="*/ 8 w 95"/>
              <a:gd name="T5" fmla="*/ 40 h 117"/>
              <a:gd name="T6" fmla="*/ 8 w 95"/>
              <a:gd name="T7" fmla="*/ 46 h 117"/>
              <a:gd name="T8" fmla="*/ 12 w 95"/>
              <a:gd name="T9" fmla="*/ 48 h 117"/>
              <a:gd name="T10" fmla="*/ 18 w 95"/>
              <a:gd name="T11" fmla="*/ 52 h 117"/>
              <a:gd name="T12" fmla="*/ 20 w 95"/>
              <a:gd name="T13" fmla="*/ 56 h 117"/>
              <a:gd name="T14" fmla="*/ 25 w 95"/>
              <a:gd name="T15" fmla="*/ 60 h 117"/>
              <a:gd name="T16" fmla="*/ 26 w 95"/>
              <a:gd name="T17" fmla="*/ 66 h 117"/>
              <a:gd name="T18" fmla="*/ 32 w 95"/>
              <a:gd name="T19" fmla="*/ 66 h 117"/>
              <a:gd name="T20" fmla="*/ 38 w 95"/>
              <a:gd name="T21" fmla="*/ 66 h 117"/>
              <a:gd name="T22" fmla="*/ 43 w 95"/>
              <a:gd name="T23" fmla="*/ 62 h 117"/>
              <a:gd name="T24" fmla="*/ 47 w 95"/>
              <a:gd name="T25" fmla="*/ 62 h 117"/>
              <a:gd name="T26" fmla="*/ 52 w 95"/>
              <a:gd name="T27" fmla="*/ 62 h 117"/>
              <a:gd name="T28" fmla="*/ 57 w 95"/>
              <a:gd name="T29" fmla="*/ 66 h 117"/>
              <a:gd name="T30" fmla="*/ 57 w 95"/>
              <a:gd name="T31" fmla="*/ 70 h 117"/>
              <a:gd name="T32" fmla="*/ 57 w 95"/>
              <a:gd name="T33" fmla="*/ 74 h 117"/>
              <a:gd name="T34" fmla="*/ 57 w 95"/>
              <a:gd name="T35" fmla="*/ 80 h 117"/>
              <a:gd name="T36" fmla="*/ 59 w 95"/>
              <a:gd name="T37" fmla="*/ 86 h 117"/>
              <a:gd name="T38" fmla="*/ 65 w 95"/>
              <a:gd name="T39" fmla="*/ 90 h 117"/>
              <a:gd name="T40" fmla="*/ 71 w 95"/>
              <a:gd name="T41" fmla="*/ 94 h 117"/>
              <a:gd name="T42" fmla="*/ 73 w 95"/>
              <a:gd name="T43" fmla="*/ 100 h 117"/>
              <a:gd name="T44" fmla="*/ 77 w 95"/>
              <a:gd name="T45" fmla="*/ 107 h 117"/>
              <a:gd name="T46" fmla="*/ 79 w 95"/>
              <a:gd name="T47" fmla="*/ 112 h 117"/>
              <a:gd name="T48" fmla="*/ 94 w 95"/>
              <a:gd name="T49" fmla="*/ 116 h 117"/>
              <a:gd name="T50" fmla="*/ 85 w 95"/>
              <a:gd name="T51" fmla="*/ 90 h 117"/>
              <a:gd name="T52" fmla="*/ 65 w 95"/>
              <a:gd name="T53" fmla="*/ 66 h 117"/>
              <a:gd name="T54" fmla="*/ 54 w 95"/>
              <a:gd name="T55" fmla="*/ 47 h 117"/>
              <a:gd name="T56" fmla="*/ 55 w 95"/>
              <a:gd name="T57" fmla="*/ 44 h 117"/>
              <a:gd name="T58" fmla="*/ 55 w 95"/>
              <a:gd name="T59" fmla="*/ 40 h 117"/>
              <a:gd name="T60" fmla="*/ 41 w 95"/>
              <a:gd name="T61" fmla="*/ 27 h 117"/>
              <a:gd name="T62" fmla="*/ 34 w 95"/>
              <a:gd name="T63" fmla="*/ 20 h 117"/>
              <a:gd name="T64" fmla="*/ 28 w 95"/>
              <a:gd name="T65" fmla="*/ 10 h 117"/>
              <a:gd name="T66" fmla="*/ 25 w 95"/>
              <a:gd name="T67" fmla="*/ 3 h 117"/>
              <a:gd name="T68" fmla="*/ 25 w 95"/>
              <a:gd name="T69" fmla="*/ 0 h 117"/>
              <a:gd name="T70" fmla="*/ 18 w 95"/>
              <a:gd name="T71" fmla="*/ 0 h 117"/>
              <a:gd name="T72" fmla="*/ 16 w 95"/>
              <a:gd name="T73" fmla="*/ 0 h 117"/>
              <a:gd name="T74" fmla="*/ 18 w 95"/>
              <a:gd name="T75" fmla="*/ 5 h 117"/>
              <a:gd name="T76" fmla="*/ 20 w 95"/>
              <a:gd name="T77" fmla="*/ 18 h 117"/>
              <a:gd name="T78" fmla="*/ 8 w 95"/>
              <a:gd name="T79" fmla="*/ 20 h 117"/>
              <a:gd name="T80" fmla="*/ 2 w 95"/>
              <a:gd name="T81" fmla="*/ 18 h 117"/>
              <a:gd name="T82" fmla="*/ 3 w 95"/>
              <a:gd name="T83" fmla="*/ 20 h 117"/>
              <a:gd name="T84" fmla="*/ 2 w 95"/>
              <a:gd name="T85" fmla="*/ 22 h 117"/>
              <a:gd name="T86" fmla="*/ 0 w 95"/>
              <a:gd name="T87" fmla="*/ 27 h 117"/>
              <a:gd name="T88" fmla="*/ 2 w 95"/>
              <a:gd name="T89" fmla="*/ 34 h 1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5"/>
              <a:gd name="T136" fmla="*/ 0 h 117"/>
              <a:gd name="T137" fmla="*/ 95 w 95"/>
              <a:gd name="T138" fmla="*/ 117 h 11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5" h="117">
                <a:moveTo>
                  <a:pt x="2" y="34"/>
                </a:moveTo>
                <a:lnTo>
                  <a:pt x="5" y="34"/>
                </a:lnTo>
                <a:lnTo>
                  <a:pt x="8" y="40"/>
                </a:lnTo>
                <a:lnTo>
                  <a:pt x="8" y="46"/>
                </a:lnTo>
                <a:lnTo>
                  <a:pt x="12" y="48"/>
                </a:lnTo>
                <a:lnTo>
                  <a:pt x="18" y="52"/>
                </a:lnTo>
                <a:lnTo>
                  <a:pt x="20" y="56"/>
                </a:lnTo>
                <a:lnTo>
                  <a:pt x="25" y="60"/>
                </a:lnTo>
                <a:lnTo>
                  <a:pt x="26" y="66"/>
                </a:lnTo>
                <a:lnTo>
                  <a:pt x="32" y="66"/>
                </a:lnTo>
                <a:lnTo>
                  <a:pt x="38" y="66"/>
                </a:lnTo>
                <a:lnTo>
                  <a:pt x="43" y="62"/>
                </a:lnTo>
                <a:lnTo>
                  <a:pt x="47" y="62"/>
                </a:lnTo>
                <a:lnTo>
                  <a:pt x="52" y="62"/>
                </a:lnTo>
                <a:lnTo>
                  <a:pt x="57" y="66"/>
                </a:lnTo>
                <a:lnTo>
                  <a:pt x="57" y="70"/>
                </a:lnTo>
                <a:lnTo>
                  <a:pt x="57" y="74"/>
                </a:lnTo>
                <a:lnTo>
                  <a:pt x="57" y="80"/>
                </a:lnTo>
                <a:lnTo>
                  <a:pt x="59" y="86"/>
                </a:lnTo>
                <a:lnTo>
                  <a:pt x="65" y="90"/>
                </a:lnTo>
                <a:lnTo>
                  <a:pt x="71" y="94"/>
                </a:lnTo>
                <a:lnTo>
                  <a:pt x="73" y="100"/>
                </a:lnTo>
                <a:lnTo>
                  <a:pt x="77" y="107"/>
                </a:lnTo>
                <a:lnTo>
                  <a:pt x="79" y="112"/>
                </a:lnTo>
                <a:lnTo>
                  <a:pt x="94" y="116"/>
                </a:lnTo>
                <a:lnTo>
                  <a:pt x="85" y="90"/>
                </a:lnTo>
                <a:lnTo>
                  <a:pt x="65" y="66"/>
                </a:lnTo>
                <a:lnTo>
                  <a:pt x="54" y="47"/>
                </a:lnTo>
                <a:lnTo>
                  <a:pt x="55" y="44"/>
                </a:lnTo>
                <a:lnTo>
                  <a:pt x="55" y="40"/>
                </a:lnTo>
                <a:lnTo>
                  <a:pt x="41" y="27"/>
                </a:lnTo>
                <a:lnTo>
                  <a:pt x="34" y="20"/>
                </a:lnTo>
                <a:lnTo>
                  <a:pt x="28" y="10"/>
                </a:lnTo>
                <a:lnTo>
                  <a:pt x="25" y="3"/>
                </a:lnTo>
                <a:lnTo>
                  <a:pt x="25" y="0"/>
                </a:lnTo>
                <a:lnTo>
                  <a:pt x="18" y="0"/>
                </a:lnTo>
                <a:lnTo>
                  <a:pt x="16" y="0"/>
                </a:lnTo>
                <a:lnTo>
                  <a:pt x="18" y="5"/>
                </a:lnTo>
                <a:lnTo>
                  <a:pt x="20" y="18"/>
                </a:lnTo>
                <a:lnTo>
                  <a:pt x="8" y="20"/>
                </a:lnTo>
                <a:lnTo>
                  <a:pt x="2" y="18"/>
                </a:lnTo>
                <a:lnTo>
                  <a:pt x="3" y="20"/>
                </a:lnTo>
                <a:lnTo>
                  <a:pt x="2" y="22"/>
                </a:lnTo>
                <a:lnTo>
                  <a:pt x="0" y="27"/>
                </a:lnTo>
                <a:lnTo>
                  <a:pt x="2" y="34"/>
                </a:lnTo>
              </a:path>
            </a:pathLst>
          </a:custGeom>
          <a:solidFill>
            <a:srgbClr val="FDE3BA"/>
          </a:solidFill>
          <a:ln w="12700" cap="rnd">
            <a:solidFill>
              <a:schemeClr val="tx1"/>
            </a:solidFill>
            <a:round/>
            <a:headEnd/>
            <a:tailEnd/>
          </a:ln>
        </p:spPr>
        <p:txBody>
          <a:bodyPr/>
          <a:lstStyle/>
          <a:p>
            <a:endParaRPr lang="en-US"/>
          </a:p>
        </p:txBody>
      </p:sp>
      <p:sp>
        <p:nvSpPr>
          <p:cNvPr id="6459" name="Freeform 778"/>
          <p:cNvSpPr>
            <a:spLocks/>
          </p:cNvSpPr>
          <p:nvPr/>
        </p:nvSpPr>
        <p:spPr bwMode="auto">
          <a:xfrm>
            <a:off x="6793051" y="4303407"/>
            <a:ext cx="118748" cy="120488"/>
          </a:xfrm>
          <a:custGeom>
            <a:avLst/>
            <a:gdLst>
              <a:gd name="T0" fmla="*/ 0 w 68"/>
              <a:gd name="T1" fmla="*/ 32 h 61"/>
              <a:gd name="T2" fmla="*/ 6 w 68"/>
              <a:gd name="T3" fmla="*/ 35 h 61"/>
              <a:gd name="T4" fmla="*/ 13 w 68"/>
              <a:gd name="T5" fmla="*/ 49 h 61"/>
              <a:gd name="T6" fmla="*/ 23 w 68"/>
              <a:gd name="T7" fmla="*/ 51 h 61"/>
              <a:gd name="T8" fmla="*/ 30 w 68"/>
              <a:gd name="T9" fmla="*/ 55 h 61"/>
              <a:gd name="T10" fmla="*/ 30 w 68"/>
              <a:gd name="T11" fmla="*/ 58 h 61"/>
              <a:gd name="T12" fmla="*/ 32 w 68"/>
              <a:gd name="T13" fmla="*/ 60 h 61"/>
              <a:gd name="T14" fmla="*/ 38 w 68"/>
              <a:gd name="T15" fmla="*/ 56 h 61"/>
              <a:gd name="T16" fmla="*/ 42 w 68"/>
              <a:gd name="T17" fmla="*/ 53 h 61"/>
              <a:gd name="T18" fmla="*/ 50 w 68"/>
              <a:gd name="T19" fmla="*/ 44 h 61"/>
              <a:gd name="T20" fmla="*/ 50 w 68"/>
              <a:gd name="T21" fmla="*/ 39 h 61"/>
              <a:gd name="T22" fmla="*/ 50 w 68"/>
              <a:gd name="T23" fmla="*/ 35 h 61"/>
              <a:gd name="T24" fmla="*/ 55 w 68"/>
              <a:gd name="T25" fmla="*/ 32 h 61"/>
              <a:gd name="T26" fmla="*/ 63 w 68"/>
              <a:gd name="T27" fmla="*/ 32 h 61"/>
              <a:gd name="T28" fmla="*/ 67 w 68"/>
              <a:gd name="T29" fmla="*/ 30 h 61"/>
              <a:gd name="T30" fmla="*/ 65 w 68"/>
              <a:gd name="T31" fmla="*/ 13 h 61"/>
              <a:gd name="T32" fmla="*/ 62 w 68"/>
              <a:gd name="T33" fmla="*/ 4 h 61"/>
              <a:gd name="T34" fmla="*/ 48 w 68"/>
              <a:gd name="T35" fmla="*/ 0 h 61"/>
              <a:gd name="T36" fmla="*/ 44 w 68"/>
              <a:gd name="T37" fmla="*/ 2 h 61"/>
              <a:gd name="T38" fmla="*/ 39 w 68"/>
              <a:gd name="T39" fmla="*/ 4 h 61"/>
              <a:gd name="T40" fmla="*/ 34 w 68"/>
              <a:gd name="T41" fmla="*/ 4 h 61"/>
              <a:gd name="T42" fmla="*/ 30 w 68"/>
              <a:gd name="T43" fmla="*/ 5 h 61"/>
              <a:gd name="T44" fmla="*/ 25 w 68"/>
              <a:gd name="T45" fmla="*/ 5 h 61"/>
              <a:gd name="T46" fmla="*/ 19 w 68"/>
              <a:gd name="T47" fmla="*/ 5 h 61"/>
              <a:gd name="T48" fmla="*/ 15 w 68"/>
              <a:gd name="T49" fmla="*/ 5 h 61"/>
              <a:gd name="T50" fmla="*/ 9 w 68"/>
              <a:gd name="T51" fmla="*/ 15 h 61"/>
              <a:gd name="T52" fmla="*/ 9 w 68"/>
              <a:gd name="T53" fmla="*/ 20 h 61"/>
              <a:gd name="T54" fmla="*/ 6 w 68"/>
              <a:gd name="T55" fmla="*/ 30 h 61"/>
              <a:gd name="T56" fmla="*/ 0 w 68"/>
              <a:gd name="T57" fmla="*/ 32 h 6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8"/>
              <a:gd name="T88" fmla="*/ 0 h 61"/>
              <a:gd name="T89" fmla="*/ 68 w 68"/>
              <a:gd name="T90" fmla="*/ 61 h 6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8" h="61">
                <a:moveTo>
                  <a:pt x="0" y="32"/>
                </a:moveTo>
                <a:lnTo>
                  <a:pt x="6" y="35"/>
                </a:lnTo>
                <a:lnTo>
                  <a:pt x="13" y="49"/>
                </a:lnTo>
                <a:lnTo>
                  <a:pt x="23" y="51"/>
                </a:lnTo>
                <a:lnTo>
                  <a:pt x="30" y="55"/>
                </a:lnTo>
                <a:lnTo>
                  <a:pt x="30" y="58"/>
                </a:lnTo>
                <a:lnTo>
                  <a:pt x="32" y="60"/>
                </a:lnTo>
                <a:lnTo>
                  <a:pt x="38" y="56"/>
                </a:lnTo>
                <a:lnTo>
                  <a:pt x="42" y="53"/>
                </a:lnTo>
                <a:lnTo>
                  <a:pt x="50" y="44"/>
                </a:lnTo>
                <a:lnTo>
                  <a:pt x="50" y="39"/>
                </a:lnTo>
                <a:lnTo>
                  <a:pt x="50" y="35"/>
                </a:lnTo>
                <a:lnTo>
                  <a:pt x="55" y="32"/>
                </a:lnTo>
                <a:lnTo>
                  <a:pt x="63" y="32"/>
                </a:lnTo>
                <a:lnTo>
                  <a:pt x="67" y="30"/>
                </a:lnTo>
                <a:lnTo>
                  <a:pt x="65" y="13"/>
                </a:lnTo>
                <a:lnTo>
                  <a:pt x="62" y="4"/>
                </a:lnTo>
                <a:lnTo>
                  <a:pt x="48" y="0"/>
                </a:lnTo>
                <a:lnTo>
                  <a:pt x="44" y="2"/>
                </a:lnTo>
                <a:lnTo>
                  <a:pt x="39" y="4"/>
                </a:lnTo>
                <a:lnTo>
                  <a:pt x="34" y="4"/>
                </a:lnTo>
                <a:lnTo>
                  <a:pt x="30" y="5"/>
                </a:lnTo>
                <a:lnTo>
                  <a:pt x="25" y="5"/>
                </a:lnTo>
                <a:lnTo>
                  <a:pt x="19" y="5"/>
                </a:lnTo>
                <a:lnTo>
                  <a:pt x="15" y="5"/>
                </a:lnTo>
                <a:lnTo>
                  <a:pt x="9" y="15"/>
                </a:lnTo>
                <a:lnTo>
                  <a:pt x="9" y="20"/>
                </a:lnTo>
                <a:lnTo>
                  <a:pt x="6" y="30"/>
                </a:lnTo>
                <a:lnTo>
                  <a:pt x="0" y="32"/>
                </a:lnTo>
              </a:path>
            </a:pathLst>
          </a:custGeom>
          <a:solidFill>
            <a:srgbClr val="FDE3BA"/>
          </a:solidFill>
          <a:ln w="12700" cap="rnd">
            <a:solidFill>
              <a:schemeClr val="tx1"/>
            </a:solidFill>
            <a:round/>
            <a:headEnd/>
            <a:tailEnd/>
          </a:ln>
        </p:spPr>
        <p:txBody>
          <a:bodyPr/>
          <a:lstStyle/>
          <a:p>
            <a:endParaRPr lang="en-US"/>
          </a:p>
        </p:txBody>
      </p:sp>
      <p:sp>
        <p:nvSpPr>
          <p:cNvPr id="6460" name="Freeform 779"/>
          <p:cNvSpPr>
            <a:spLocks/>
          </p:cNvSpPr>
          <p:nvPr/>
        </p:nvSpPr>
        <p:spPr bwMode="auto">
          <a:xfrm>
            <a:off x="6780827" y="4538458"/>
            <a:ext cx="78583" cy="122463"/>
          </a:xfrm>
          <a:custGeom>
            <a:avLst/>
            <a:gdLst>
              <a:gd name="T0" fmla="*/ 11 w 45"/>
              <a:gd name="T1" fmla="*/ 0 h 62"/>
              <a:gd name="T2" fmla="*/ 11 w 45"/>
              <a:gd name="T3" fmla="*/ 5 h 62"/>
              <a:gd name="T4" fmla="*/ 8 w 45"/>
              <a:gd name="T5" fmla="*/ 11 h 62"/>
              <a:gd name="T6" fmla="*/ 4 w 45"/>
              <a:gd name="T7" fmla="*/ 11 h 62"/>
              <a:gd name="T8" fmla="*/ 3 w 45"/>
              <a:gd name="T9" fmla="*/ 21 h 62"/>
              <a:gd name="T10" fmla="*/ 0 w 45"/>
              <a:gd name="T11" fmla="*/ 15 h 62"/>
              <a:gd name="T12" fmla="*/ 0 w 45"/>
              <a:gd name="T13" fmla="*/ 26 h 62"/>
              <a:gd name="T14" fmla="*/ 6 w 45"/>
              <a:gd name="T15" fmla="*/ 42 h 62"/>
              <a:gd name="T16" fmla="*/ 17 w 45"/>
              <a:gd name="T17" fmla="*/ 51 h 62"/>
              <a:gd name="T18" fmla="*/ 25 w 45"/>
              <a:gd name="T19" fmla="*/ 58 h 62"/>
              <a:gd name="T20" fmla="*/ 33 w 45"/>
              <a:gd name="T21" fmla="*/ 61 h 62"/>
              <a:gd name="T22" fmla="*/ 40 w 45"/>
              <a:gd name="T23" fmla="*/ 61 h 62"/>
              <a:gd name="T24" fmla="*/ 44 w 45"/>
              <a:gd name="T25" fmla="*/ 61 h 62"/>
              <a:gd name="T26" fmla="*/ 35 w 45"/>
              <a:gd name="T27" fmla="*/ 51 h 62"/>
              <a:gd name="T28" fmla="*/ 30 w 45"/>
              <a:gd name="T29" fmla="*/ 42 h 62"/>
              <a:gd name="T30" fmla="*/ 30 w 45"/>
              <a:gd name="T31" fmla="*/ 32 h 62"/>
              <a:gd name="T32" fmla="*/ 28 w 45"/>
              <a:gd name="T33" fmla="*/ 23 h 62"/>
              <a:gd name="T34" fmla="*/ 24 w 45"/>
              <a:gd name="T35" fmla="*/ 15 h 62"/>
              <a:gd name="T36" fmla="*/ 17 w 45"/>
              <a:gd name="T37" fmla="*/ 5 h 62"/>
              <a:gd name="T38" fmla="*/ 11 w 45"/>
              <a:gd name="T39" fmla="*/ 0 h 6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5"/>
              <a:gd name="T61" fmla="*/ 0 h 62"/>
              <a:gd name="T62" fmla="*/ 45 w 45"/>
              <a:gd name="T63" fmla="*/ 62 h 6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5" h="62">
                <a:moveTo>
                  <a:pt x="11" y="0"/>
                </a:moveTo>
                <a:lnTo>
                  <a:pt x="11" y="5"/>
                </a:lnTo>
                <a:lnTo>
                  <a:pt x="8" y="11"/>
                </a:lnTo>
                <a:lnTo>
                  <a:pt x="4" y="11"/>
                </a:lnTo>
                <a:lnTo>
                  <a:pt x="3" y="21"/>
                </a:lnTo>
                <a:lnTo>
                  <a:pt x="0" y="15"/>
                </a:lnTo>
                <a:lnTo>
                  <a:pt x="0" y="26"/>
                </a:lnTo>
                <a:lnTo>
                  <a:pt x="6" y="42"/>
                </a:lnTo>
                <a:lnTo>
                  <a:pt x="17" y="51"/>
                </a:lnTo>
                <a:lnTo>
                  <a:pt x="25" y="58"/>
                </a:lnTo>
                <a:lnTo>
                  <a:pt x="33" y="61"/>
                </a:lnTo>
                <a:lnTo>
                  <a:pt x="40" y="61"/>
                </a:lnTo>
                <a:lnTo>
                  <a:pt x="44" y="61"/>
                </a:lnTo>
                <a:lnTo>
                  <a:pt x="35" y="51"/>
                </a:lnTo>
                <a:lnTo>
                  <a:pt x="30" y="42"/>
                </a:lnTo>
                <a:lnTo>
                  <a:pt x="30" y="32"/>
                </a:lnTo>
                <a:lnTo>
                  <a:pt x="28" y="23"/>
                </a:lnTo>
                <a:lnTo>
                  <a:pt x="24" y="15"/>
                </a:lnTo>
                <a:lnTo>
                  <a:pt x="17" y="5"/>
                </a:lnTo>
                <a:lnTo>
                  <a:pt x="11" y="0"/>
                </a:lnTo>
              </a:path>
            </a:pathLst>
          </a:custGeom>
          <a:solidFill>
            <a:srgbClr val="FDE3BA"/>
          </a:solidFill>
          <a:ln w="12700" cap="rnd">
            <a:solidFill>
              <a:schemeClr val="tx1"/>
            </a:solidFill>
            <a:round/>
            <a:headEnd/>
            <a:tailEnd/>
          </a:ln>
        </p:spPr>
        <p:txBody>
          <a:bodyPr/>
          <a:lstStyle/>
          <a:p>
            <a:endParaRPr lang="en-US"/>
          </a:p>
        </p:txBody>
      </p:sp>
      <p:sp>
        <p:nvSpPr>
          <p:cNvPr id="6461" name="Freeform 780"/>
          <p:cNvSpPr>
            <a:spLocks/>
          </p:cNvSpPr>
          <p:nvPr/>
        </p:nvSpPr>
        <p:spPr bwMode="auto">
          <a:xfrm>
            <a:off x="6780827" y="4538458"/>
            <a:ext cx="89061" cy="134314"/>
          </a:xfrm>
          <a:custGeom>
            <a:avLst/>
            <a:gdLst>
              <a:gd name="T0" fmla="*/ 13 w 51"/>
              <a:gd name="T1" fmla="*/ 0 h 68"/>
              <a:gd name="T2" fmla="*/ 13 w 51"/>
              <a:gd name="T3" fmla="*/ 6 h 68"/>
              <a:gd name="T4" fmla="*/ 9 w 51"/>
              <a:gd name="T5" fmla="*/ 12 h 68"/>
              <a:gd name="T6" fmla="*/ 5 w 51"/>
              <a:gd name="T7" fmla="*/ 12 h 68"/>
              <a:gd name="T8" fmla="*/ 3 w 51"/>
              <a:gd name="T9" fmla="*/ 23 h 68"/>
              <a:gd name="T10" fmla="*/ 0 w 51"/>
              <a:gd name="T11" fmla="*/ 16 h 68"/>
              <a:gd name="T12" fmla="*/ 0 w 51"/>
              <a:gd name="T13" fmla="*/ 29 h 68"/>
              <a:gd name="T14" fmla="*/ 7 w 51"/>
              <a:gd name="T15" fmla="*/ 46 h 68"/>
              <a:gd name="T16" fmla="*/ 19 w 51"/>
              <a:gd name="T17" fmla="*/ 56 h 68"/>
              <a:gd name="T18" fmla="*/ 28 w 51"/>
              <a:gd name="T19" fmla="*/ 64 h 68"/>
              <a:gd name="T20" fmla="*/ 38 w 51"/>
              <a:gd name="T21" fmla="*/ 67 h 68"/>
              <a:gd name="T22" fmla="*/ 46 w 51"/>
              <a:gd name="T23" fmla="*/ 67 h 68"/>
              <a:gd name="T24" fmla="*/ 50 w 51"/>
              <a:gd name="T25" fmla="*/ 67 h 68"/>
              <a:gd name="T26" fmla="*/ 40 w 51"/>
              <a:gd name="T27" fmla="*/ 56 h 68"/>
              <a:gd name="T28" fmla="*/ 34 w 51"/>
              <a:gd name="T29" fmla="*/ 46 h 68"/>
              <a:gd name="T30" fmla="*/ 34 w 51"/>
              <a:gd name="T31" fmla="*/ 35 h 68"/>
              <a:gd name="T32" fmla="*/ 32 w 51"/>
              <a:gd name="T33" fmla="*/ 25 h 68"/>
              <a:gd name="T34" fmla="*/ 27 w 51"/>
              <a:gd name="T35" fmla="*/ 16 h 68"/>
              <a:gd name="T36" fmla="*/ 19 w 51"/>
              <a:gd name="T37" fmla="*/ 6 h 68"/>
              <a:gd name="T38" fmla="*/ 13 w 51"/>
              <a:gd name="T39" fmla="*/ 0 h 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68"/>
              <a:gd name="T62" fmla="*/ 51 w 51"/>
              <a:gd name="T63" fmla="*/ 68 h 6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68">
                <a:moveTo>
                  <a:pt x="13" y="0"/>
                </a:moveTo>
                <a:lnTo>
                  <a:pt x="13" y="6"/>
                </a:lnTo>
                <a:lnTo>
                  <a:pt x="9" y="12"/>
                </a:lnTo>
                <a:lnTo>
                  <a:pt x="5" y="12"/>
                </a:lnTo>
                <a:lnTo>
                  <a:pt x="3" y="23"/>
                </a:lnTo>
                <a:lnTo>
                  <a:pt x="0" y="16"/>
                </a:lnTo>
                <a:lnTo>
                  <a:pt x="0" y="29"/>
                </a:lnTo>
                <a:lnTo>
                  <a:pt x="7" y="46"/>
                </a:lnTo>
                <a:lnTo>
                  <a:pt x="19" y="56"/>
                </a:lnTo>
                <a:lnTo>
                  <a:pt x="28" y="64"/>
                </a:lnTo>
                <a:lnTo>
                  <a:pt x="38" y="67"/>
                </a:lnTo>
                <a:lnTo>
                  <a:pt x="46" y="67"/>
                </a:lnTo>
                <a:lnTo>
                  <a:pt x="50" y="67"/>
                </a:lnTo>
                <a:lnTo>
                  <a:pt x="40" y="56"/>
                </a:lnTo>
                <a:lnTo>
                  <a:pt x="34" y="46"/>
                </a:lnTo>
                <a:lnTo>
                  <a:pt x="34" y="35"/>
                </a:lnTo>
                <a:lnTo>
                  <a:pt x="32" y="25"/>
                </a:lnTo>
                <a:lnTo>
                  <a:pt x="27" y="16"/>
                </a:lnTo>
                <a:lnTo>
                  <a:pt x="19" y="6"/>
                </a:lnTo>
                <a:lnTo>
                  <a:pt x="13" y="0"/>
                </a:lnTo>
              </a:path>
            </a:pathLst>
          </a:custGeom>
          <a:solidFill>
            <a:srgbClr val="FDE3BA"/>
          </a:solidFill>
          <a:ln w="12700" cap="rnd">
            <a:solidFill>
              <a:schemeClr val="tx1"/>
            </a:solidFill>
            <a:round/>
            <a:headEnd/>
            <a:tailEnd/>
          </a:ln>
        </p:spPr>
        <p:txBody>
          <a:bodyPr/>
          <a:lstStyle/>
          <a:p>
            <a:endParaRPr lang="en-US"/>
          </a:p>
        </p:txBody>
      </p:sp>
      <p:sp>
        <p:nvSpPr>
          <p:cNvPr id="6462" name="Freeform 781"/>
          <p:cNvSpPr>
            <a:spLocks/>
          </p:cNvSpPr>
          <p:nvPr/>
        </p:nvSpPr>
        <p:spPr bwMode="auto">
          <a:xfrm>
            <a:off x="6566032" y="3922193"/>
            <a:ext cx="167645" cy="557009"/>
          </a:xfrm>
          <a:custGeom>
            <a:avLst/>
            <a:gdLst>
              <a:gd name="T0" fmla="*/ 0 w 96"/>
              <a:gd name="T1" fmla="*/ 90 h 282"/>
              <a:gd name="T2" fmla="*/ 4 w 96"/>
              <a:gd name="T3" fmla="*/ 99 h 282"/>
              <a:gd name="T4" fmla="*/ 10 w 96"/>
              <a:gd name="T5" fmla="*/ 109 h 282"/>
              <a:gd name="T6" fmla="*/ 22 w 96"/>
              <a:gd name="T7" fmla="*/ 118 h 282"/>
              <a:gd name="T8" fmla="*/ 26 w 96"/>
              <a:gd name="T9" fmla="*/ 127 h 282"/>
              <a:gd name="T10" fmla="*/ 28 w 96"/>
              <a:gd name="T11" fmla="*/ 144 h 282"/>
              <a:gd name="T12" fmla="*/ 30 w 96"/>
              <a:gd name="T13" fmla="*/ 156 h 282"/>
              <a:gd name="T14" fmla="*/ 28 w 96"/>
              <a:gd name="T15" fmla="*/ 166 h 282"/>
              <a:gd name="T16" fmla="*/ 43 w 96"/>
              <a:gd name="T17" fmla="*/ 168 h 282"/>
              <a:gd name="T18" fmla="*/ 55 w 96"/>
              <a:gd name="T19" fmla="*/ 164 h 282"/>
              <a:gd name="T20" fmla="*/ 69 w 96"/>
              <a:gd name="T21" fmla="*/ 165 h 282"/>
              <a:gd name="T22" fmla="*/ 81 w 96"/>
              <a:gd name="T23" fmla="*/ 193 h 282"/>
              <a:gd name="T24" fmla="*/ 81 w 96"/>
              <a:gd name="T25" fmla="*/ 262 h 282"/>
              <a:gd name="T26" fmla="*/ 81 w 96"/>
              <a:gd name="T27" fmla="*/ 279 h 282"/>
              <a:gd name="T28" fmla="*/ 85 w 96"/>
              <a:gd name="T29" fmla="*/ 276 h 282"/>
              <a:gd name="T30" fmla="*/ 92 w 96"/>
              <a:gd name="T31" fmla="*/ 266 h 282"/>
              <a:gd name="T32" fmla="*/ 95 w 96"/>
              <a:gd name="T33" fmla="*/ 256 h 282"/>
              <a:gd name="T34" fmla="*/ 95 w 96"/>
              <a:gd name="T35" fmla="*/ 242 h 282"/>
              <a:gd name="T36" fmla="*/ 94 w 96"/>
              <a:gd name="T37" fmla="*/ 233 h 282"/>
              <a:gd name="T38" fmla="*/ 92 w 96"/>
              <a:gd name="T39" fmla="*/ 221 h 282"/>
              <a:gd name="T40" fmla="*/ 90 w 96"/>
              <a:gd name="T41" fmla="*/ 211 h 282"/>
              <a:gd name="T42" fmla="*/ 90 w 96"/>
              <a:gd name="T43" fmla="*/ 201 h 282"/>
              <a:gd name="T44" fmla="*/ 88 w 96"/>
              <a:gd name="T45" fmla="*/ 189 h 282"/>
              <a:gd name="T46" fmla="*/ 87 w 96"/>
              <a:gd name="T47" fmla="*/ 180 h 282"/>
              <a:gd name="T48" fmla="*/ 90 w 96"/>
              <a:gd name="T49" fmla="*/ 168 h 282"/>
              <a:gd name="T50" fmla="*/ 83 w 96"/>
              <a:gd name="T51" fmla="*/ 158 h 282"/>
              <a:gd name="T52" fmla="*/ 79 w 96"/>
              <a:gd name="T53" fmla="*/ 148 h 282"/>
              <a:gd name="T54" fmla="*/ 72 w 96"/>
              <a:gd name="T55" fmla="*/ 141 h 282"/>
              <a:gd name="T56" fmla="*/ 72 w 96"/>
              <a:gd name="T57" fmla="*/ 129 h 282"/>
              <a:gd name="T58" fmla="*/ 79 w 96"/>
              <a:gd name="T59" fmla="*/ 121 h 282"/>
              <a:gd name="T60" fmla="*/ 85 w 96"/>
              <a:gd name="T61" fmla="*/ 111 h 282"/>
              <a:gd name="T62" fmla="*/ 92 w 96"/>
              <a:gd name="T63" fmla="*/ 101 h 282"/>
              <a:gd name="T64" fmla="*/ 95 w 96"/>
              <a:gd name="T65" fmla="*/ 94 h 282"/>
              <a:gd name="T66" fmla="*/ 90 w 96"/>
              <a:gd name="T67" fmla="*/ 84 h 282"/>
              <a:gd name="T68" fmla="*/ 87 w 96"/>
              <a:gd name="T69" fmla="*/ 73 h 282"/>
              <a:gd name="T70" fmla="*/ 73 w 96"/>
              <a:gd name="T71" fmla="*/ 54 h 282"/>
              <a:gd name="T72" fmla="*/ 67 w 96"/>
              <a:gd name="T73" fmla="*/ 49 h 282"/>
              <a:gd name="T74" fmla="*/ 63 w 96"/>
              <a:gd name="T75" fmla="*/ 39 h 282"/>
              <a:gd name="T76" fmla="*/ 69 w 96"/>
              <a:gd name="T77" fmla="*/ 9 h 282"/>
              <a:gd name="T78" fmla="*/ 61 w 96"/>
              <a:gd name="T79" fmla="*/ 0 h 282"/>
              <a:gd name="T80" fmla="*/ 52 w 96"/>
              <a:gd name="T81" fmla="*/ 4 h 282"/>
              <a:gd name="T82" fmla="*/ 49 w 96"/>
              <a:gd name="T83" fmla="*/ 0 h 282"/>
              <a:gd name="T84" fmla="*/ 18 w 96"/>
              <a:gd name="T85" fmla="*/ 45 h 282"/>
              <a:gd name="T86" fmla="*/ 7 w 96"/>
              <a:gd name="T87" fmla="*/ 71 h 28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6"/>
              <a:gd name="T133" fmla="*/ 0 h 282"/>
              <a:gd name="T134" fmla="*/ 96 w 96"/>
              <a:gd name="T135" fmla="*/ 282 h 28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6" h="282">
                <a:moveTo>
                  <a:pt x="4" y="84"/>
                </a:moveTo>
                <a:lnTo>
                  <a:pt x="0" y="90"/>
                </a:lnTo>
                <a:lnTo>
                  <a:pt x="4" y="96"/>
                </a:lnTo>
                <a:lnTo>
                  <a:pt x="4" y="99"/>
                </a:lnTo>
                <a:lnTo>
                  <a:pt x="5" y="103"/>
                </a:lnTo>
                <a:lnTo>
                  <a:pt x="10" y="109"/>
                </a:lnTo>
                <a:lnTo>
                  <a:pt x="18" y="115"/>
                </a:lnTo>
                <a:lnTo>
                  <a:pt x="22" y="118"/>
                </a:lnTo>
                <a:lnTo>
                  <a:pt x="24" y="121"/>
                </a:lnTo>
                <a:lnTo>
                  <a:pt x="26" y="127"/>
                </a:lnTo>
                <a:lnTo>
                  <a:pt x="30" y="141"/>
                </a:lnTo>
                <a:lnTo>
                  <a:pt x="28" y="144"/>
                </a:lnTo>
                <a:lnTo>
                  <a:pt x="32" y="152"/>
                </a:lnTo>
                <a:lnTo>
                  <a:pt x="30" y="156"/>
                </a:lnTo>
                <a:lnTo>
                  <a:pt x="28" y="162"/>
                </a:lnTo>
                <a:lnTo>
                  <a:pt x="28" y="166"/>
                </a:lnTo>
                <a:lnTo>
                  <a:pt x="32" y="170"/>
                </a:lnTo>
                <a:lnTo>
                  <a:pt x="43" y="168"/>
                </a:lnTo>
                <a:lnTo>
                  <a:pt x="50" y="165"/>
                </a:lnTo>
                <a:lnTo>
                  <a:pt x="55" y="164"/>
                </a:lnTo>
                <a:lnTo>
                  <a:pt x="63" y="160"/>
                </a:lnTo>
                <a:lnTo>
                  <a:pt x="69" y="165"/>
                </a:lnTo>
                <a:lnTo>
                  <a:pt x="73" y="178"/>
                </a:lnTo>
                <a:lnTo>
                  <a:pt x="81" y="193"/>
                </a:lnTo>
                <a:lnTo>
                  <a:pt x="83" y="254"/>
                </a:lnTo>
                <a:lnTo>
                  <a:pt x="81" y="262"/>
                </a:lnTo>
                <a:lnTo>
                  <a:pt x="81" y="272"/>
                </a:lnTo>
                <a:lnTo>
                  <a:pt x="81" y="279"/>
                </a:lnTo>
                <a:lnTo>
                  <a:pt x="83" y="281"/>
                </a:lnTo>
                <a:lnTo>
                  <a:pt x="85" y="276"/>
                </a:lnTo>
                <a:lnTo>
                  <a:pt x="87" y="270"/>
                </a:lnTo>
                <a:lnTo>
                  <a:pt x="92" y="266"/>
                </a:lnTo>
                <a:lnTo>
                  <a:pt x="95" y="260"/>
                </a:lnTo>
                <a:lnTo>
                  <a:pt x="95" y="256"/>
                </a:lnTo>
                <a:lnTo>
                  <a:pt x="95" y="250"/>
                </a:lnTo>
                <a:lnTo>
                  <a:pt x="95" y="242"/>
                </a:lnTo>
                <a:lnTo>
                  <a:pt x="94" y="236"/>
                </a:lnTo>
                <a:lnTo>
                  <a:pt x="94" y="233"/>
                </a:lnTo>
                <a:lnTo>
                  <a:pt x="94" y="227"/>
                </a:lnTo>
                <a:lnTo>
                  <a:pt x="92" y="221"/>
                </a:lnTo>
                <a:lnTo>
                  <a:pt x="90" y="215"/>
                </a:lnTo>
                <a:lnTo>
                  <a:pt x="90" y="211"/>
                </a:lnTo>
                <a:lnTo>
                  <a:pt x="90" y="205"/>
                </a:lnTo>
                <a:lnTo>
                  <a:pt x="90" y="201"/>
                </a:lnTo>
                <a:lnTo>
                  <a:pt x="90" y="195"/>
                </a:lnTo>
                <a:lnTo>
                  <a:pt x="88" y="189"/>
                </a:lnTo>
                <a:lnTo>
                  <a:pt x="87" y="186"/>
                </a:lnTo>
                <a:lnTo>
                  <a:pt x="87" y="180"/>
                </a:lnTo>
                <a:lnTo>
                  <a:pt x="88" y="174"/>
                </a:lnTo>
                <a:lnTo>
                  <a:pt x="90" y="168"/>
                </a:lnTo>
                <a:lnTo>
                  <a:pt x="88" y="165"/>
                </a:lnTo>
                <a:lnTo>
                  <a:pt x="83" y="158"/>
                </a:lnTo>
                <a:lnTo>
                  <a:pt x="81" y="154"/>
                </a:lnTo>
                <a:lnTo>
                  <a:pt x="79" y="148"/>
                </a:lnTo>
                <a:lnTo>
                  <a:pt x="73" y="146"/>
                </a:lnTo>
                <a:lnTo>
                  <a:pt x="72" y="141"/>
                </a:lnTo>
                <a:lnTo>
                  <a:pt x="72" y="135"/>
                </a:lnTo>
                <a:lnTo>
                  <a:pt x="72" y="129"/>
                </a:lnTo>
                <a:lnTo>
                  <a:pt x="73" y="125"/>
                </a:lnTo>
                <a:lnTo>
                  <a:pt x="79" y="121"/>
                </a:lnTo>
                <a:lnTo>
                  <a:pt x="81" y="117"/>
                </a:lnTo>
                <a:lnTo>
                  <a:pt x="85" y="111"/>
                </a:lnTo>
                <a:lnTo>
                  <a:pt x="94" y="109"/>
                </a:lnTo>
                <a:lnTo>
                  <a:pt x="92" y="101"/>
                </a:lnTo>
                <a:lnTo>
                  <a:pt x="94" y="96"/>
                </a:lnTo>
                <a:lnTo>
                  <a:pt x="95" y="94"/>
                </a:lnTo>
                <a:lnTo>
                  <a:pt x="94" y="92"/>
                </a:lnTo>
                <a:lnTo>
                  <a:pt x="90" y="84"/>
                </a:lnTo>
                <a:lnTo>
                  <a:pt x="90" y="76"/>
                </a:lnTo>
                <a:lnTo>
                  <a:pt x="87" y="73"/>
                </a:lnTo>
                <a:lnTo>
                  <a:pt x="77" y="66"/>
                </a:lnTo>
                <a:lnTo>
                  <a:pt x="73" y="54"/>
                </a:lnTo>
                <a:lnTo>
                  <a:pt x="71" y="51"/>
                </a:lnTo>
                <a:lnTo>
                  <a:pt x="67" y="49"/>
                </a:lnTo>
                <a:lnTo>
                  <a:pt x="63" y="47"/>
                </a:lnTo>
                <a:lnTo>
                  <a:pt x="63" y="39"/>
                </a:lnTo>
                <a:lnTo>
                  <a:pt x="69" y="24"/>
                </a:lnTo>
                <a:lnTo>
                  <a:pt x="69" y="9"/>
                </a:lnTo>
                <a:lnTo>
                  <a:pt x="65" y="4"/>
                </a:lnTo>
                <a:lnTo>
                  <a:pt x="61" y="0"/>
                </a:lnTo>
                <a:lnTo>
                  <a:pt x="57" y="0"/>
                </a:lnTo>
                <a:lnTo>
                  <a:pt x="52" y="4"/>
                </a:lnTo>
                <a:lnTo>
                  <a:pt x="50" y="0"/>
                </a:lnTo>
                <a:lnTo>
                  <a:pt x="49" y="0"/>
                </a:lnTo>
                <a:lnTo>
                  <a:pt x="22" y="23"/>
                </a:lnTo>
                <a:lnTo>
                  <a:pt x="18" y="45"/>
                </a:lnTo>
                <a:lnTo>
                  <a:pt x="10" y="70"/>
                </a:lnTo>
                <a:lnTo>
                  <a:pt x="7" y="71"/>
                </a:lnTo>
                <a:lnTo>
                  <a:pt x="4" y="84"/>
                </a:lnTo>
              </a:path>
            </a:pathLst>
          </a:custGeom>
          <a:solidFill>
            <a:srgbClr val="FDE3BA"/>
          </a:solidFill>
          <a:ln w="12700" cap="rnd">
            <a:solidFill>
              <a:schemeClr val="tx1"/>
            </a:solidFill>
            <a:round/>
            <a:headEnd/>
            <a:tailEnd/>
          </a:ln>
        </p:spPr>
        <p:txBody>
          <a:bodyPr/>
          <a:lstStyle/>
          <a:p>
            <a:endParaRPr lang="en-US"/>
          </a:p>
        </p:txBody>
      </p:sp>
      <p:sp>
        <p:nvSpPr>
          <p:cNvPr id="6463" name="Freeform 782"/>
          <p:cNvSpPr>
            <a:spLocks/>
          </p:cNvSpPr>
          <p:nvPr/>
        </p:nvSpPr>
        <p:spPr bwMode="auto">
          <a:xfrm>
            <a:off x="6700497" y="4141440"/>
            <a:ext cx="174630" cy="414794"/>
          </a:xfrm>
          <a:custGeom>
            <a:avLst/>
            <a:gdLst>
              <a:gd name="T0" fmla="*/ 20 w 100"/>
              <a:gd name="T1" fmla="*/ 0 h 210"/>
              <a:gd name="T2" fmla="*/ 28 w 100"/>
              <a:gd name="T3" fmla="*/ 6 h 210"/>
              <a:gd name="T4" fmla="*/ 32 w 100"/>
              <a:gd name="T5" fmla="*/ 15 h 210"/>
              <a:gd name="T6" fmla="*/ 40 w 100"/>
              <a:gd name="T7" fmla="*/ 22 h 210"/>
              <a:gd name="T8" fmla="*/ 46 w 100"/>
              <a:gd name="T9" fmla="*/ 32 h 210"/>
              <a:gd name="T10" fmla="*/ 58 w 100"/>
              <a:gd name="T11" fmla="*/ 32 h 210"/>
              <a:gd name="T12" fmla="*/ 67 w 100"/>
              <a:gd name="T13" fmla="*/ 28 h 210"/>
              <a:gd name="T14" fmla="*/ 77 w 100"/>
              <a:gd name="T15" fmla="*/ 32 h 210"/>
              <a:gd name="T16" fmla="*/ 77 w 100"/>
              <a:gd name="T17" fmla="*/ 41 h 210"/>
              <a:gd name="T18" fmla="*/ 79 w 100"/>
              <a:gd name="T19" fmla="*/ 52 h 210"/>
              <a:gd name="T20" fmla="*/ 91 w 100"/>
              <a:gd name="T21" fmla="*/ 61 h 210"/>
              <a:gd name="T22" fmla="*/ 97 w 100"/>
              <a:gd name="T23" fmla="*/ 75 h 210"/>
              <a:gd name="T24" fmla="*/ 95 w 100"/>
              <a:gd name="T25" fmla="*/ 82 h 210"/>
              <a:gd name="T26" fmla="*/ 87 w 100"/>
              <a:gd name="T27" fmla="*/ 84 h 210"/>
              <a:gd name="T28" fmla="*/ 75 w 100"/>
              <a:gd name="T29" fmla="*/ 86 h 210"/>
              <a:gd name="T30" fmla="*/ 65 w 100"/>
              <a:gd name="T31" fmla="*/ 86 h 210"/>
              <a:gd name="T32" fmla="*/ 59 w 100"/>
              <a:gd name="T33" fmla="*/ 95 h 210"/>
              <a:gd name="T34" fmla="*/ 58 w 100"/>
              <a:gd name="T35" fmla="*/ 106 h 210"/>
              <a:gd name="T36" fmla="*/ 50 w 100"/>
              <a:gd name="T37" fmla="*/ 114 h 210"/>
              <a:gd name="T38" fmla="*/ 45 w 100"/>
              <a:gd name="T39" fmla="*/ 106 h 210"/>
              <a:gd name="T40" fmla="*/ 38 w 100"/>
              <a:gd name="T41" fmla="*/ 95 h 210"/>
              <a:gd name="T42" fmla="*/ 28 w 100"/>
              <a:gd name="T43" fmla="*/ 106 h 210"/>
              <a:gd name="T44" fmla="*/ 28 w 100"/>
              <a:gd name="T45" fmla="*/ 116 h 210"/>
              <a:gd name="T46" fmla="*/ 28 w 100"/>
              <a:gd name="T47" fmla="*/ 126 h 210"/>
              <a:gd name="T48" fmla="*/ 28 w 100"/>
              <a:gd name="T49" fmla="*/ 136 h 210"/>
              <a:gd name="T50" fmla="*/ 28 w 100"/>
              <a:gd name="T51" fmla="*/ 147 h 210"/>
              <a:gd name="T52" fmla="*/ 28 w 100"/>
              <a:gd name="T53" fmla="*/ 158 h 210"/>
              <a:gd name="T54" fmla="*/ 32 w 100"/>
              <a:gd name="T55" fmla="*/ 168 h 210"/>
              <a:gd name="T56" fmla="*/ 34 w 100"/>
              <a:gd name="T57" fmla="*/ 179 h 210"/>
              <a:gd name="T58" fmla="*/ 43 w 100"/>
              <a:gd name="T59" fmla="*/ 187 h 210"/>
              <a:gd name="T60" fmla="*/ 52 w 100"/>
              <a:gd name="T61" fmla="*/ 192 h 210"/>
              <a:gd name="T62" fmla="*/ 56 w 100"/>
              <a:gd name="T63" fmla="*/ 201 h 210"/>
              <a:gd name="T64" fmla="*/ 48 w 100"/>
              <a:gd name="T65" fmla="*/ 207 h 210"/>
              <a:gd name="T66" fmla="*/ 40 w 100"/>
              <a:gd name="T67" fmla="*/ 205 h 210"/>
              <a:gd name="T68" fmla="*/ 34 w 100"/>
              <a:gd name="T69" fmla="*/ 195 h 210"/>
              <a:gd name="T70" fmla="*/ 25 w 100"/>
              <a:gd name="T71" fmla="*/ 191 h 210"/>
              <a:gd name="T72" fmla="*/ 18 w 100"/>
              <a:gd name="T73" fmla="*/ 181 h 210"/>
              <a:gd name="T74" fmla="*/ 12 w 100"/>
              <a:gd name="T75" fmla="*/ 171 h 210"/>
              <a:gd name="T76" fmla="*/ 14 w 100"/>
              <a:gd name="T77" fmla="*/ 160 h 210"/>
              <a:gd name="T78" fmla="*/ 23 w 100"/>
              <a:gd name="T79" fmla="*/ 151 h 210"/>
              <a:gd name="T80" fmla="*/ 23 w 100"/>
              <a:gd name="T81" fmla="*/ 140 h 210"/>
              <a:gd name="T82" fmla="*/ 22 w 100"/>
              <a:gd name="T83" fmla="*/ 126 h 210"/>
              <a:gd name="T84" fmla="*/ 22 w 100"/>
              <a:gd name="T85" fmla="*/ 118 h 210"/>
              <a:gd name="T86" fmla="*/ 18 w 100"/>
              <a:gd name="T87" fmla="*/ 106 h 210"/>
              <a:gd name="T88" fmla="*/ 18 w 100"/>
              <a:gd name="T89" fmla="*/ 95 h 210"/>
              <a:gd name="T90" fmla="*/ 18 w 100"/>
              <a:gd name="T91" fmla="*/ 86 h 210"/>
              <a:gd name="T92" fmla="*/ 14 w 100"/>
              <a:gd name="T93" fmla="*/ 77 h 210"/>
              <a:gd name="T94" fmla="*/ 16 w 100"/>
              <a:gd name="T95" fmla="*/ 65 h 210"/>
              <a:gd name="T96" fmla="*/ 16 w 100"/>
              <a:gd name="T97" fmla="*/ 56 h 210"/>
              <a:gd name="T98" fmla="*/ 8 w 100"/>
              <a:gd name="T99" fmla="*/ 45 h 210"/>
              <a:gd name="T100" fmla="*/ 1 w 100"/>
              <a:gd name="T101" fmla="*/ 37 h 210"/>
              <a:gd name="T102" fmla="*/ 0 w 100"/>
              <a:gd name="T103" fmla="*/ 26 h 210"/>
              <a:gd name="T104" fmla="*/ 1 w 100"/>
              <a:gd name="T105" fmla="*/ 17 h 210"/>
              <a:gd name="T106" fmla="*/ 8 w 100"/>
              <a:gd name="T107" fmla="*/ 8 h 210"/>
              <a:gd name="T108" fmla="*/ 16 w 100"/>
              <a:gd name="T109" fmla="*/ 0 h 21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0"/>
              <a:gd name="T166" fmla="*/ 0 h 210"/>
              <a:gd name="T167" fmla="*/ 100 w 100"/>
              <a:gd name="T168" fmla="*/ 210 h 21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0" h="210">
                <a:moveTo>
                  <a:pt x="16" y="0"/>
                </a:moveTo>
                <a:lnTo>
                  <a:pt x="20" y="0"/>
                </a:lnTo>
                <a:lnTo>
                  <a:pt x="25" y="0"/>
                </a:lnTo>
                <a:lnTo>
                  <a:pt x="28" y="6"/>
                </a:lnTo>
                <a:lnTo>
                  <a:pt x="28" y="12"/>
                </a:lnTo>
                <a:lnTo>
                  <a:pt x="32" y="15"/>
                </a:lnTo>
                <a:lnTo>
                  <a:pt x="38" y="18"/>
                </a:lnTo>
                <a:lnTo>
                  <a:pt x="40" y="22"/>
                </a:lnTo>
                <a:lnTo>
                  <a:pt x="45" y="26"/>
                </a:lnTo>
                <a:lnTo>
                  <a:pt x="46" y="32"/>
                </a:lnTo>
                <a:lnTo>
                  <a:pt x="52" y="32"/>
                </a:lnTo>
                <a:lnTo>
                  <a:pt x="58" y="32"/>
                </a:lnTo>
                <a:lnTo>
                  <a:pt x="63" y="28"/>
                </a:lnTo>
                <a:lnTo>
                  <a:pt x="67" y="28"/>
                </a:lnTo>
                <a:lnTo>
                  <a:pt x="72" y="28"/>
                </a:lnTo>
                <a:lnTo>
                  <a:pt x="77" y="32"/>
                </a:lnTo>
                <a:lnTo>
                  <a:pt x="77" y="37"/>
                </a:lnTo>
                <a:lnTo>
                  <a:pt x="77" y="41"/>
                </a:lnTo>
                <a:lnTo>
                  <a:pt x="77" y="47"/>
                </a:lnTo>
                <a:lnTo>
                  <a:pt x="79" y="52"/>
                </a:lnTo>
                <a:lnTo>
                  <a:pt x="85" y="57"/>
                </a:lnTo>
                <a:lnTo>
                  <a:pt x="91" y="61"/>
                </a:lnTo>
                <a:lnTo>
                  <a:pt x="93" y="67"/>
                </a:lnTo>
                <a:lnTo>
                  <a:pt x="97" y="75"/>
                </a:lnTo>
                <a:lnTo>
                  <a:pt x="99" y="80"/>
                </a:lnTo>
                <a:lnTo>
                  <a:pt x="95" y="82"/>
                </a:lnTo>
                <a:lnTo>
                  <a:pt x="91" y="84"/>
                </a:lnTo>
                <a:lnTo>
                  <a:pt x="87" y="84"/>
                </a:lnTo>
                <a:lnTo>
                  <a:pt x="79" y="86"/>
                </a:lnTo>
                <a:lnTo>
                  <a:pt x="75" y="86"/>
                </a:lnTo>
                <a:lnTo>
                  <a:pt x="70" y="86"/>
                </a:lnTo>
                <a:lnTo>
                  <a:pt x="65" y="86"/>
                </a:lnTo>
                <a:lnTo>
                  <a:pt x="63" y="91"/>
                </a:lnTo>
                <a:lnTo>
                  <a:pt x="59" y="95"/>
                </a:lnTo>
                <a:lnTo>
                  <a:pt x="59" y="101"/>
                </a:lnTo>
                <a:lnTo>
                  <a:pt x="58" y="106"/>
                </a:lnTo>
                <a:lnTo>
                  <a:pt x="56" y="112"/>
                </a:lnTo>
                <a:lnTo>
                  <a:pt x="50" y="114"/>
                </a:lnTo>
                <a:lnTo>
                  <a:pt x="45" y="112"/>
                </a:lnTo>
                <a:lnTo>
                  <a:pt x="45" y="106"/>
                </a:lnTo>
                <a:lnTo>
                  <a:pt x="41" y="102"/>
                </a:lnTo>
                <a:lnTo>
                  <a:pt x="38" y="95"/>
                </a:lnTo>
                <a:lnTo>
                  <a:pt x="32" y="99"/>
                </a:lnTo>
                <a:lnTo>
                  <a:pt x="28" y="106"/>
                </a:lnTo>
                <a:lnTo>
                  <a:pt x="28" y="112"/>
                </a:lnTo>
                <a:lnTo>
                  <a:pt x="28" y="116"/>
                </a:lnTo>
                <a:lnTo>
                  <a:pt x="28" y="122"/>
                </a:lnTo>
                <a:lnTo>
                  <a:pt x="28" y="126"/>
                </a:lnTo>
                <a:lnTo>
                  <a:pt x="28" y="132"/>
                </a:lnTo>
                <a:lnTo>
                  <a:pt x="28" y="136"/>
                </a:lnTo>
                <a:lnTo>
                  <a:pt x="28" y="144"/>
                </a:lnTo>
                <a:lnTo>
                  <a:pt x="28" y="147"/>
                </a:lnTo>
                <a:lnTo>
                  <a:pt x="28" y="153"/>
                </a:lnTo>
                <a:lnTo>
                  <a:pt x="28" y="158"/>
                </a:lnTo>
                <a:lnTo>
                  <a:pt x="32" y="162"/>
                </a:lnTo>
                <a:lnTo>
                  <a:pt x="32" y="168"/>
                </a:lnTo>
                <a:lnTo>
                  <a:pt x="34" y="173"/>
                </a:lnTo>
                <a:lnTo>
                  <a:pt x="34" y="179"/>
                </a:lnTo>
                <a:lnTo>
                  <a:pt x="38" y="183"/>
                </a:lnTo>
                <a:lnTo>
                  <a:pt x="43" y="187"/>
                </a:lnTo>
                <a:lnTo>
                  <a:pt x="46" y="191"/>
                </a:lnTo>
                <a:lnTo>
                  <a:pt x="52" y="192"/>
                </a:lnTo>
                <a:lnTo>
                  <a:pt x="56" y="197"/>
                </a:lnTo>
                <a:lnTo>
                  <a:pt x="56" y="201"/>
                </a:lnTo>
                <a:lnTo>
                  <a:pt x="52" y="207"/>
                </a:lnTo>
                <a:lnTo>
                  <a:pt x="48" y="207"/>
                </a:lnTo>
                <a:lnTo>
                  <a:pt x="43" y="209"/>
                </a:lnTo>
                <a:lnTo>
                  <a:pt x="40" y="205"/>
                </a:lnTo>
                <a:lnTo>
                  <a:pt x="38" y="199"/>
                </a:lnTo>
                <a:lnTo>
                  <a:pt x="34" y="195"/>
                </a:lnTo>
                <a:lnTo>
                  <a:pt x="30" y="192"/>
                </a:lnTo>
                <a:lnTo>
                  <a:pt x="25" y="191"/>
                </a:lnTo>
                <a:lnTo>
                  <a:pt x="20" y="187"/>
                </a:lnTo>
                <a:lnTo>
                  <a:pt x="18" y="181"/>
                </a:lnTo>
                <a:lnTo>
                  <a:pt x="12" y="177"/>
                </a:lnTo>
                <a:lnTo>
                  <a:pt x="12" y="171"/>
                </a:lnTo>
                <a:lnTo>
                  <a:pt x="12" y="166"/>
                </a:lnTo>
                <a:lnTo>
                  <a:pt x="14" y="160"/>
                </a:lnTo>
                <a:lnTo>
                  <a:pt x="20" y="157"/>
                </a:lnTo>
                <a:lnTo>
                  <a:pt x="23" y="151"/>
                </a:lnTo>
                <a:lnTo>
                  <a:pt x="23" y="146"/>
                </a:lnTo>
                <a:lnTo>
                  <a:pt x="23" y="140"/>
                </a:lnTo>
                <a:lnTo>
                  <a:pt x="23" y="132"/>
                </a:lnTo>
                <a:lnTo>
                  <a:pt x="22" y="126"/>
                </a:lnTo>
                <a:lnTo>
                  <a:pt x="22" y="123"/>
                </a:lnTo>
                <a:lnTo>
                  <a:pt x="22" y="118"/>
                </a:lnTo>
                <a:lnTo>
                  <a:pt x="20" y="112"/>
                </a:lnTo>
                <a:lnTo>
                  <a:pt x="18" y="106"/>
                </a:lnTo>
                <a:lnTo>
                  <a:pt x="18" y="102"/>
                </a:lnTo>
                <a:lnTo>
                  <a:pt x="18" y="95"/>
                </a:lnTo>
                <a:lnTo>
                  <a:pt x="18" y="91"/>
                </a:lnTo>
                <a:lnTo>
                  <a:pt x="18" y="86"/>
                </a:lnTo>
                <a:lnTo>
                  <a:pt x="16" y="80"/>
                </a:lnTo>
                <a:lnTo>
                  <a:pt x="14" y="77"/>
                </a:lnTo>
                <a:lnTo>
                  <a:pt x="14" y="71"/>
                </a:lnTo>
                <a:lnTo>
                  <a:pt x="16" y="65"/>
                </a:lnTo>
                <a:lnTo>
                  <a:pt x="18" y="59"/>
                </a:lnTo>
                <a:lnTo>
                  <a:pt x="16" y="56"/>
                </a:lnTo>
                <a:lnTo>
                  <a:pt x="10" y="49"/>
                </a:lnTo>
                <a:lnTo>
                  <a:pt x="8" y="45"/>
                </a:lnTo>
                <a:lnTo>
                  <a:pt x="7" y="39"/>
                </a:lnTo>
                <a:lnTo>
                  <a:pt x="1" y="37"/>
                </a:lnTo>
                <a:lnTo>
                  <a:pt x="0" y="32"/>
                </a:lnTo>
                <a:lnTo>
                  <a:pt x="0" y="26"/>
                </a:lnTo>
                <a:lnTo>
                  <a:pt x="0" y="20"/>
                </a:lnTo>
                <a:lnTo>
                  <a:pt x="1" y="17"/>
                </a:lnTo>
                <a:lnTo>
                  <a:pt x="7" y="13"/>
                </a:lnTo>
                <a:lnTo>
                  <a:pt x="8" y="8"/>
                </a:lnTo>
                <a:lnTo>
                  <a:pt x="12" y="2"/>
                </a:lnTo>
                <a:lnTo>
                  <a:pt x="16" y="0"/>
                </a:lnTo>
              </a:path>
            </a:pathLst>
          </a:custGeom>
          <a:solidFill>
            <a:srgbClr val="FDE3BA"/>
          </a:solidFill>
          <a:ln w="12700" cap="rnd">
            <a:solidFill>
              <a:schemeClr val="tx1"/>
            </a:solidFill>
            <a:round/>
            <a:headEnd/>
            <a:tailEnd/>
          </a:ln>
        </p:spPr>
        <p:txBody>
          <a:bodyPr/>
          <a:lstStyle/>
          <a:p>
            <a:endParaRPr lang="en-US"/>
          </a:p>
        </p:txBody>
      </p:sp>
      <p:sp>
        <p:nvSpPr>
          <p:cNvPr id="6464" name="Freeform 783"/>
          <p:cNvSpPr>
            <a:spLocks/>
          </p:cNvSpPr>
          <p:nvPr/>
        </p:nvSpPr>
        <p:spPr bwMode="auto">
          <a:xfrm>
            <a:off x="6319148" y="3857010"/>
            <a:ext cx="165899" cy="100736"/>
          </a:xfrm>
          <a:custGeom>
            <a:avLst/>
            <a:gdLst>
              <a:gd name="T0" fmla="*/ 39 w 95"/>
              <a:gd name="T1" fmla="*/ 31 h 51"/>
              <a:gd name="T2" fmla="*/ 20 w 95"/>
              <a:gd name="T3" fmla="*/ 29 h 51"/>
              <a:gd name="T4" fmla="*/ 8 w 95"/>
              <a:gd name="T5" fmla="*/ 24 h 51"/>
              <a:gd name="T6" fmla="*/ 0 w 95"/>
              <a:gd name="T7" fmla="*/ 19 h 51"/>
              <a:gd name="T8" fmla="*/ 0 w 95"/>
              <a:gd name="T9" fmla="*/ 11 h 51"/>
              <a:gd name="T10" fmla="*/ 4 w 95"/>
              <a:gd name="T11" fmla="*/ 0 h 51"/>
              <a:gd name="T12" fmla="*/ 16 w 95"/>
              <a:gd name="T13" fmla="*/ 2 h 51"/>
              <a:gd name="T14" fmla="*/ 38 w 95"/>
              <a:gd name="T15" fmla="*/ 9 h 51"/>
              <a:gd name="T16" fmla="*/ 56 w 95"/>
              <a:gd name="T17" fmla="*/ 16 h 51"/>
              <a:gd name="T18" fmla="*/ 63 w 95"/>
              <a:gd name="T19" fmla="*/ 21 h 51"/>
              <a:gd name="T20" fmla="*/ 72 w 95"/>
              <a:gd name="T21" fmla="*/ 22 h 51"/>
              <a:gd name="T22" fmla="*/ 80 w 95"/>
              <a:gd name="T23" fmla="*/ 24 h 51"/>
              <a:gd name="T24" fmla="*/ 82 w 95"/>
              <a:gd name="T25" fmla="*/ 26 h 51"/>
              <a:gd name="T26" fmla="*/ 82 w 95"/>
              <a:gd name="T27" fmla="*/ 28 h 51"/>
              <a:gd name="T28" fmla="*/ 86 w 95"/>
              <a:gd name="T29" fmla="*/ 35 h 51"/>
              <a:gd name="T30" fmla="*/ 92 w 95"/>
              <a:gd name="T31" fmla="*/ 39 h 51"/>
              <a:gd name="T32" fmla="*/ 94 w 95"/>
              <a:gd name="T33" fmla="*/ 45 h 51"/>
              <a:gd name="T34" fmla="*/ 90 w 95"/>
              <a:gd name="T35" fmla="*/ 48 h 51"/>
              <a:gd name="T36" fmla="*/ 83 w 95"/>
              <a:gd name="T37" fmla="*/ 50 h 51"/>
              <a:gd name="T38" fmla="*/ 71 w 95"/>
              <a:gd name="T39" fmla="*/ 48 h 51"/>
              <a:gd name="T40" fmla="*/ 56 w 95"/>
              <a:gd name="T41" fmla="*/ 41 h 51"/>
              <a:gd name="T42" fmla="*/ 45 w 95"/>
              <a:gd name="T43" fmla="*/ 35 h 51"/>
              <a:gd name="T44" fmla="*/ 39 w 95"/>
              <a:gd name="T45" fmla="*/ 31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5"/>
              <a:gd name="T70" fmla="*/ 0 h 51"/>
              <a:gd name="T71" fmla="*/ 95 w 95"/>
              <a:gd name="T72" fmla="*/ 51 h 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5" h="51">
                <a:moveTo>
                  <a:pt x="39" y="31"/>
                </a:moveTo>
                <a:lnTo>
                  <a:pt x="20" y="29"/>
                </a:lnTo>
                <a:lnTo>
                  <a:pt x="8" y="24"/>
                </a:lnTo>
                <a:lnTo>
                  <a:pt x="0" y="19"/>
                </a:lnTo>
                <a:lnTo>
                  <a:pt x="0" y="11"/>
                </a:lnTo>
                <a:lnTo>
                  <a:pt x="4" y="0"/>
                </a:lnTo>
                <a:lnTo>
                  <a:pt x="16" y="2"/>
                </a:lnTo>
                <a:lnTo>
                  <a:pt x="38" y="9"/>
                </a:lnTo>
                <a:lnTo>
                  <a:pt x="56" y="16"/>
                </a:lnTo>
                <a:lnTo>
                  <a:pt x="63" y="21"/>
                </a:lnTo>
                <a:lnTo>
                  <a:pt x="72" y="22"/>
                </a:lnTo>
                <a:lnTo>
                  <a:pt x="80" y="24"/>
                </a:lnTo>
                <a:lnTo>
                  <a:pt x="82" y="26"/>
                </a:lnTo>
                <a:lnTo>
                  <a:pt x="82" y="28"/>
                </a:lnTo>
                <a:lnTo>
                  <a:pt x="86" y="35"/>
                </a:lnTo>
                <a:lnTo>
                  <a:pt x="92" y="39"/>
                </a:lnTo>
                <a:lnTo>
                  <a:pt x="94" y="45"/>
                </a:lnTo>
                <a:lnTo>
                  <a:pt x="90" y="48"/>
                </a:lnTo>
                <a:lnTo>
                  <a:pt x="83" y="50"/>
                </a:lnTo>
                <a:lnTo>
                  <a:pt x="71" y="48"/>
                </a:lnTo>
                <a:lnTo>
                  <a:pt x="56" y="41"/>
                </a:lnTo>
                <a:lnTo>
                  <a:pt x="45" y="35"/>
                </a:lnTo>
                <a:lnTo>
                  <a:pt x="39" y="31"/>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465" name="Freeform 784"/>
          <p:cNvSpPr>
            <a:spLocks/>
          </p:cNvSpPr>
          <p:nvPr/>
        </p:nvSpPr>
        <p:spPr bwMode="auto">
          <a:xfrm>
            <a:off x="6319148" y="3857010"/>
            <a:ext cx="176377" cy="112588"/>
          </a:xfrm>
          <a:custGeom>
            <a:avLst/>
            <a:gdLst>
              <a:gd name="T0" fmla="*/ 42 w 101"/>
              <a:gd name="T1" fmla="*/ 35 h 57"/>
              <a:gd name="T2" fmla="*/ 21 w 101"/>
              <a:gd name="T3" fmla="*/ 33 h 57"/>
              <a:gd name="T4" fmla="*/ 8 w 101"/>
              <a:gd name="T5" fmla="*/ 27 h 57"/>
              <a:gd name="T6" fmla="*/ 0 w 101"/>
              <a:gd name="T7" fmla="*/ 21 h 57"/>
              <a:gd name="T8" fmla="*/ 0 w 101"/>
              <a:gd name="T9" fmla="*/ 12 h 57"/>
              <a:gd name="T10" fmla="*/ 4 w 101"/>
              <a:gd name="T11" fmla="*/ 0 h 57"/>
              <a:gd name="T12" fmla="*/ 17 w 101"/>
              <a:gd name="T13" fmla="*/ 2 h 57"/>
              <a:gd name="T14" fmla="*/ 40 w 101"/>
              <a:gd name="T15" fmla="*/ 10 h 57"/>
              <a:gd name="T16" fmla="*/ 60 w 101"/>
              <a:gd name="T17" fmla="*/ 18 h 57"/>
              <a:gd name="T18" fmla="*/ 67 w 101"/>
              <a:gd name="T19" fmla="*/ 23 h 57"/>
              <a:gd name="T20" fmla="*/ 77 w 101"/>
              <a:gd name="T21" fmla="*/ 25 h 57"/>
              <a:gd name="T22" fmla="*/ 85 w 101"/>
              <a:gd name="T23" fmla="*/ 27 h 57"/>
              <a:gd name="T24" fmla="*/ 87 w 101"/>
              <a:gd name="T25" fmla="*/ 29 h 57"/>
              <a:gd name="T26" fmla="*/ 87 w 101"/>
              <a:gd name="T27" fmla="*/ 31 h 57"/>
              <a:gd name="T28" fmla="*/ 92 w 101"/>
              <a:gd name="T29" fmla="*/ 39 h 57"/>
              <a:gd name="T30" fmla="*/ 98 w 101"/>
              <a:gd name="T31" fmla="*/ 44 h 57"/>
              <a:gd name="T32" fmla="*/ 100 w 101"/>
              <a:gd name="T33" fmla="*/ 50 h 57"/>
              <a:gd name="T34" fmla="*/ 96 w 101"/>
              <a:gd name="T35" fmla="*/ 54 h 57"/>
              <a:gd name="T36" fmla="*/ 88 w 101"/>
              <a:gd name="T37" fmla="*/ 56 h 57"/>
              <a:gd name="T38" fmla="*/ 75 w 101"/>
              <a:gd name="T39" fmla="*/ 54 h 57"/>
              <a:gd name="T40" fmla="*/ 60 w 101"/>
              <a:gd name="T41" fmla="*/ 46 h 57"/>
              <a:gd name="T42" fmla="*/ 48 w 101"/>
              <a:gd name="T43" fmla="*/ 39 h 57"/>
              <a:gd name="T44" fmla="*/ 42 w 101"/>
              <a:gd name="T45" fmla="*/ 35 h 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1"/>
              <a:gd name="T70" fmla="*/ 0 h 57"/>
              <a:gd name="T71" fmla="*/ 101 w 101"/>
              <a:gd name="T72" fmla="*/ 57 h 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1" h="57">
                <a:moveTo>
                  <a:pt x="42" y="35"/>
                </a:moveTo>
                <a:lnTo>
                  <a:pt x="21" y="33"/>
                </a:lnTo>
                <a:lnTo>
                  <a:pt x="8" y="27"/>
                </a:lnTo>
                <a:lnTo>
                  <a:pt x="0" y="21"/>
                </a:lnTo>
                <a:lnTo>
                  <a:pt x="0" y="12"/>
                </a:lnTo>
                <a:lnTo>
                  <a:pt x="4" y="0"/>
                </a:lnTo>
                <a:lnTo>
                  <a:pt x="17" y="2"/>
                </a:lnTo>
                <a:lnTo>
                  <a:pt x="40" y="10"/>
                </a:lnTo>
                <a:lnTo>
                  <a:pt x="60" y="18"/>
                </a:lnTo>
                <a:lnTo>
                  <a:pt x="67" y="23"/>
                </a:lnTo>
                <a:lnTo>
                  <a:pt x="77" y="25"/>
                </a:lnTo>
                <a:lnTo>
                  <a:pt x="85" y="27"/>
                </a:lnTo>
                <a:lnTo>
                  <a:pt x="87" y="29"/>
                </a:lnTo>
                <a:lnTo>
                  <a:pt x="87" y="31"/>
                </a:lnTo>
                <a:lnTo>
                  <a:pt x="92" y="39"/>
                </a:lnTo>
                <a:lnTo>
                  <a:pt x="98" y="44"/>
                </a:lnTo>
                <a:lnTo>
                  <a:pt x="100" y="50"/>
                </a:lnTo>
                <a:lnTo>
                  <a:pt x="96" y="54"/>
                </a:lnTo>
                <a:lnTo>
                  <a:pt x="88" y="56"/>
                </a:lnTo>
                <a:lnTo>
                  <a:pt x="75" y="54"/>
                </a:lnTo>
                <a:lnTo>
                  <a:pt x="60" y="46"/>
                </a:lnTo>
                <a:lnTo>
                  <a:pt x="48" y="39"/>
                </a:lnTo>
                <a:lnTo>
                  <a:pt x="42" y="35"/>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466" name="Freeform 785"/>
          <p:cNvSpPr>
            <a:spLocks/>
          </p:cNvSpPr>
          <p:nvPr/>
        </p:nvSpPr>
        <p:spPr bwMode="auto">
          <a:xfrm>
            <a:off x="6478717" y="3910341"/>
            <a:ext cx="78584" cy="31603"/>
          </a:xfrm>
          <a:custGeom>
            <a:avLst/>
            <a:gdLst>
              <a:gd name="T0" fmla="*/ 6 w 45"/>
              <a:gd name="T1" fmla="*/ 14 h 16"/>
              <a:gd name="T2" fmla="*/ 2 w 45"/>
              <a:gd name="T3" fmla="*/ 10 h 16"/>
              <a:gd name="T4" fmla="*/ 0 w 45"/>
              <a:gd name="T5" fmla="*/ 4 h 16"/>
              <a:gd name="T6" fmla="*/ 2 w 45"/>
              <a:gd name="T7" fmla="*/ 0 h 16"/>
              <a:gd name="T8" fmla="*/ 6 w 45"/>
              <a:gd name="T9" fmla="*/ 0 h 16"/>
              <a:gd name="T10" fmla="*/ 20 w 45"/>
              <a:gd name="T11" fmla="*/ 1 h 16"/>
              <a:gd name="T12" fmla="*/ 32 w 45"/>
              <a:gd name="T13" fmla="*/ 0 h 16"/>
              <a:gd name="T14" fmla="*/ 40 w 45"/>
              <a:gd name="T15" fmla="*/ 0 h 16"/>
              <a:gd name="T16" fmla="*/ 44 w 45"/>
              <a:gd name="T17" fmla="*/ 7 h 16"/>
              <a:gd name="T18" fmla="*/ 39 w 45"/>
              <a:gd name="T19" fmla="*/ 14 h 16"/>
              <a:gd name="T20" fmla="*/ 26 w 45"/>
              <a:gd name="T21" fmla="*/ 15 h 16"/>
              <a:gd name="T22" fmla="*/ 15 w 45"/>
              <a:gd name="T23" fmla="*/ 14 h 16"/>
              <a:gd name="T24" fmla="*/ 6 w 45"/>
              <a:gd name="T25" fmla="*/ 14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16"/>
              <a:gd name="T41" fmla="*/ 45 w 45"/>
              <a:gd name="T42" fmla="*/ 16 h 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16">
                <a:moveTo>
                  <a:pt x="6" y="14"/>
                </a:moveTo>
                <a:lnTo>
                  <a:pt x="2" y="10"/>
                </a:lnTo>
                <a:lnTo>
                  <a:pt x="0" y="4"/>
                </a:lnTo>
                <a:lnTo>
                  <a:pt x="2" y="0"/>
                </a:lnTo>
                <a:lnTo>
                  <a:pt x="6" y="0"/>
                </a:lnTo>
                <a:lnTo>
                  <a:pt x="20" y="1"/>
                </a:lnTo>
                <a:lnTo>
                  <a:pt x="32" y="0"/>
                </a:lnTo>
                <a:lnTo>
                  <a:pt x="40" y="0"/>
                </a:lnTo>
                <a:lnTo>
                  <a:pt x="44" y="7"/>
                </a:lnTo>
                <a:lnTo>
                  <a:pt x="39" y="14"/>
                </a:lnTo>
                <a:lnTo>
                  <a:pt x="26" y="15"/>
                </a:lnTo>
                <a:lnTo>
                  <a:pt x="15" y="14"/>
                </a:lnTo>
                <a:lnTo>
                  <a:pt x="6" y="14"/>
                </a:lnTo>
              </a:path>
            </a:pathLst>
          </a:custGeom>
          <a:solidFill>
            <a:srgbClr val="FDE3BA"/>
          </a:solidFill>
          <a:ln w="12700" cap="rnd">
            <a:solidFill>
              <a:schemeClr val="tx1"/>
            </a:solidFill>
            <a:round/>
            <a:headEnd/>
            <a:tailEnd/>
          </a:ln>
        </p:spPr>
        <p:txBody>
          <a:bodyPr/>
          <a:lstStyle/>
          <a:p>
            <a:endParaRPr lang="en-US"/>
          </a:p>
        </p:txBody>
      </p:sp>
      <p:sp>
        <p:nvSpPr>
          <p:cNvPr id="6467" name="Freeform 786"/>
          <p:cNvSpPr>
            <a:spLocks/>
          </p:cNvSpPr>
          <p:nvPr/>
        </p:nvSpPr>
        <p:spPr bwMode="auto">
          <a:xfrm>
            <a:off x="5870350" y="3618010"/>
            <a:ext cx="309094" cy="260728"/>
          </a:xfrm>
          <a:custGeom>
            <a:avLst/>
            <a:gdLst>
              <a:gd name="T0" fmla="*/ 25 w 177"/>
              <a:gd name="T1" fmla="*/ 129 h 132"/>
              <a:gd name="T2" fmla="*/ 32 w 177"/>
              <a:gd name="T3" fmla="*/ 129 h 132"/>
              <a:gd name="T4" fmla="*/ 50 w 177"/>
              <a:gd name="T5" fmla="*/ 131 h 132"/>
              <a:gd name="T6" fmla="*/ 71 w 177"/>
              <a:gd name="T7" fmla="*/ 129 h 132"/>
              <a:gd name="T8" fmla="*/ 84 w 177"/>
              <a:gd name="T9" fmla="*/ 121 h 132"/>
              <a:gd name="T10" fmla="*/ 90 w 177"/>
              <a:gd name="T11" fmla="*/ 112 h 132"/>
              <a:gd name="T12" fmla="*/ 94 w 177"/>
              <a:gd name="T13" fmla="*/ 104 h 132"/>
              <a:gd name="T14" fmla="*/ 98 w 177"/>
              <a:gd name="T15" fmla="*/ 96 h 132"/>
              <a:gd name="T16" fmla="*/ 109 w 177"/>
              <a:gd name="T17" fmla="*/ 94 h 132"/>
              <a:gd name="T18" fmla="*/ 117 w 177"/>
              <a:gd name="T19" fmla="*/ 94 h 132"/>
              <a:gd name="T20" fmla="*/ 121 w 177"/>
              <a:gd name="T21" fmla="*/ 92 h 132"/>
              <a:gd name="T22" fmla="*/ 123 w 177"/>
              <a:gd name="T23" fmla="*/ 89 h 132"/>
              <a:gd name="T24" fmla="*/ 121 w 177"/>
              <a:gd name="T25" fmla="*/ 81 h 132"/>
              <a:gd name="T26" fmla="*/ 126 w 177"/>
              <a:gd name="T27" fmla="*/ 66 h 132"/>
              <a:gd name="T28" fmla="*/ 138 w 177"/>
              <a:gd name="T29" fmla="*/ 54 h 132"/>
              <a:gd name="T30" fmla="*/ 140 w 177"/>
              <a:gd name="T31" fmla="*/ 46 h 132"/>
              <a:gd name="T32" fmla="*/ 138 w 177"/>
              <a:gd name="T33" fmla="*/ 41 h 132"/>
              <a:gd name="T34" fmla="*/ 140 w 177"/>
              <a:gd name="T35" fmla="*/ 33 h 132"/>
              <a:gd name="T36" fmla="*/ 148 w 177"/>
              <a:gd name="T37" fmla="*/ 27 h 132"/>
              <a:gd name="T38" fmla="*/ 169 w 177"/>
              <a:gd name="T39" fmla="*/ 22 h 132"/>
              <a:gd name="T40" fmla="*/ 176 w 177"/>
              <a:gd name="T41" fmla="*/ 16 h 132"/>
              <a:gd name="T42" fmla="*/ 176 w 177"/>
              <a:gd name="T43" fmla="*/ 8 h 132"/>
              <a:gd name="T44" fmla="*/ 176 w 177"/>
              <a:gd name="T45" fmla="*/ 6 h 132"/>
              <a:gd name="T46" fmla="*/ 174 w 177"/>
              <a:gd name="T47" fmla="*/ 8 h 132"/>
              <a:gd name="T48" fmla="*/ 169 w 177"/>
              <a:gd name="T49" fmla="*/ 12 h 132"/>
              <a:gd name="T50" fmla="*/ 153 w 177"/>
              <a:gd name="T51" fmla="*/ 14 h 132"/>
              <a:gd name="T52" fmla="*/ 138 w 177"/>
              <a:gd name="T53" fmla="*/ 10 h 132"/>
              <a:gd name="T54" fmla="*/ 130 w 177"/>
              <a:gd name="T55" fmla="*/ 4 h 132"/>
              <a:gd name="T56" fmla="*/ 125 w 177"/>
              <a:gd name="T57" fmla="*/ 0 h 132"/>
              <a:gd name="T58" fmla="*/ 115 w 177"/>
              <a:gd name="T59" fmla="*/ 4 h 132"/>
              <a:gd name="T60" fmla="*/ 107 w 177"/>
              <a:gd name="T61" fmla="*/ 12 h 132"/>
              <a:gd name="T62" fmla="*/ 103 w 177"/>
              <a:gd name="T63" fmla="*/ 16 h 132"/>
              <a:gd name="T64" fmla="*/ 96 w 177"/>
              <a:gd name="T65" fmla="*/ 16 h 132"/>
              <a:gd name="T66" fmla="*/ 80 w 177"/>
              <a:gd name="T67" fmla="*/ 14 h 132"/>
              <a:gd name="T68" fmla="*/ 65 w 177"/>
              <a:gd name="T69" fmla="*/ 12 h 132"/>
              <a:gd name="T70" fmla="*/ 63 w 177"/>
              <a:gd name="T71" fmla="*/ 14 h 132"/>
              <a:gd name="T72" fmla="*/ 61 w 177"/>
              <a:gd name="T73" fmla="*/ 20 h 132"/>
              <a:gd name="T74" fmla="*/ 48 w 177"/>
              <a:gd name="T75" fmla="*/ 31 h 132"/>
              <a:gd name="T76" fmla="*/ 34 w 177"/>
              <a:gd name="T77" fmla="*/ 43 h 132"/>
              <a:gd name="T78" fmla="*/ 30 w 177"/>
              <a:gd name="T79" fmla="*/ 45 h 132"/>
              <a:gd name="T80" fmla="*/ 27 w 177"/>
              <a:gd name="T81" fmla="*/ 41 h 132"/>
              <a:gd name="T82" fmla="*/ 13 w 177"/>
              <a:gd name="T83" fmla="*/ 29 h 132"/>
              <a:gd name="T84" fmla="*/ 5 w 177"/>
              <a:gd name="T85" fmla="*/ 23 h 132"/>
              <a:gd name="T86" fmla="*/ 0 w 177"/>
              <a:gd name="T87" fmla="*/ 22 h 132"/>
              <a:gd name="T88" fmla="*/ 0 w 177"/>
              <a:gd name="T89" fmla="*/ 25 h 132"/>
              <a:gd name="T90" fmla="*/ 4 w 177"/>
              <a:gd name="T91" fmla="*/ 31 h 132"/>
              <a:gd name="T92" fmla="*/ 11 w 177"/>
              <a:gd name="T93" fmla="*/ 50 h 132"/>
              <a:gd name="T94" fmla="*/ 13 w 177"/>
              <a:gd name="T95" fmla="*/ 73 h 132"/>
              <a:gd name="T96" fmla="*/ 11 w 177"/>
              <a:gd name="T97" fmla="*/ 85 h 132"/>
              <a:gd name="T98" fmla="*/ 11 w 177"/>
              <a:gd name="T99" fmla="*/ 92 h 132"/>
              <a:gd name="T100" fmla="*/ 13 w 177"/>
              <a:gd name="T101" fmla="*/ 98 h 132"/>
              <a:gd name="T102" fmla="*/ 23 w 177"/>
              <a:gd name="T103" fmla="*/ 104 h 132"/>
              <a:gd name="T104" fmla="*/ 30 w 177"/>
              <a:gd name="T105" fmla="*/ 110 h 132"/>
              <a:gd name="T106" fmla="*/ 28 w 177"/>
              <a:gd name="T107" fmla="*/ 115 h 132"/>
              <a:gd name="T108" fmla="*/ 23 w 177"/>
              <a:gd name="T109" fmla="*/ 119 h 132"/>
              <a:gd name="T110" fmla="*/ 25 w 177"/>
              <a:gd name="T111" fmla="*/ 129 h 1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77"/>
              <a:gd name="T169" fmla="*/ 0 h 132"/>
              <a:gd name="T170" fmla="*/ 177 w 177"/>
              <a:gd name="T171" fmla="*/ 132 h 13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77" h="132">
                <a:moveTo>
                  <a:pt x="25" y="129"/>
                </a:moveTo>
                <a:lnTo>
                  <a:pt x="32" y="129"/>
                </a:lnTo>
                <a:lnTo>
                  <a:pt x="50" y="131"/>
                </a:lnTo>
                <a:lnTo>
                  <a:pt x="71" y="129"/>
                </a:lnTo>
                <a:lnTo>
                  <a:pt x="84" y="121"/>
                </a:lnTo>
                <a:lnTo>
                  <a:pt x="90" y="112"/>
                </a:lnTo>
                <a:lnTo>
                  <a:pt x="94" y="104"/>
                </a:lnTo>
                <a:lnTo>
                  <a:pt x="98" y="96"/>
                </a:lnTo>
                <a:lnTo>
                  <a:pt x="109" y="94"/>
                </a:lnTo>
                <a:lnTo>
                  <a:pt x="117" y="94"/>
                </a:lnTo>
                <a:lnTo>
                  <a:pt x="121" y="92"/>
                </a:lnTo>
                <a:lnTo>
                  <a:pt x="123" y="89"/>
                </a:lnTo>
                <a:lnTo>
                  <a:pt x="121" y="81"/>
                </a:lnTo>
                <a:lnTo>
                  <a:pt x="126" y="66"/>
                </a:lnTo>
                <a:lnTo>
                  <a:pt x="138" y="54"/>
                </a:lnTo>
                <a:lnTo>
                  <a:pt x="140" y="46"/>
                </a:lnTo>
                <a:lnTo>
                  <a:pt x="138" y="41"/>
                </a:lnTo>
                <a:lnTo>
                  <a:pt x="140" y="33"/>
                </a:lnTo>
                <a:lnTo>
                  <a:pt x="148" y="27"/>
                </a:lnTo>
                <a:lnTo>
                  <a:pt x="169" y="22"/>
                </a:lnTo>
                <a:lnTo>
                  <a:pt x="176" y="16"/>
                </a:lnTo>
                <a:lnTo>
                  <a:pt x="176" y="8"/>
                </a:lnTo>
                <a:lnTo>
                  <a:pt x="176" y="6"/>
                </a:lnTo>
                <a:lnTo>
                  <a:pt x="174" y="8"/>
                </a:lnTo>
                <a:lnTo>
                  <a:pt x="169" y="12"/>
                </a:lnTo>
                <a:lnTo>
                  <a:pt x="153" y="14"/>
                </a:lnTo>
                <a:lnTo>
                  <a:pt x="138" y="10"/>
                </a:lnTo>
                <a:lnTo>
                  <a:pt x="130" y="4"/>
                </a:lnTo>
                <a:lnTo>
                  <a:pt x="125" y="0"/>
                </a:lnTo>
                <a:lnTo>
                  <a:pt x="115" y="4"/>
                </a:lnTo>
                <a:lnTo>
                  <a:pt x="107" y="12"/>
                </a:lnTo>
                <a:lnTo>
                  <a:pt x="103" y="16"/>
                </a:lnTo>
                <a:lnTo>
                  <a:pt x="96" y="16"/>
                </a:lnTo>
                <a:lnTo>
                  <a:pt x="80" y="14"/>
                </a:lnTo>
                <a:lnTo>
                  <a:pt x="65" y="12"/>
                </a:lnTo>
                <a:lnTo>
                  <a:pt x="63" y="14"/>
                </a:lnTo>
                <a:lnTo>
                  <a:pt x="61" y="20"/>
                </a:lnTo>
                <a:lnTo>
                  <a:pt x="48" y="31"/>
                </a:lnTo>
                <a:lnTo>
                  <a:pt x="34" y="43"/>
                </a:lnTo>
                <a:lnTo>
                  <a:pt x="30" y="45"/>
                </a:lnTo>
                <a:lnTo>
                  <a:pt x="27" y="41"/>
                </a:lnTo>
                <a:lnTo>
                  <a:pt x="13" y="29"/>
                </a:lnTo>
                <a:lnTo>
                  <a:pt x="5" y="23"/>
                </a:lnTo>
                <a:lnTo>
                  <a:pt x="0" y="22"/>
                </a:lnTo>
                <a:lnTo>
                  <a:pt x="0" y="25"/>
                </a:lnTo>
                <a:lnTo>
                  <a:pt x="4" y="31"/>
                </a:lnTo>
                <a:lnTo>
                  <a:pt x="11" y="50"/>
                </a:lnTo>
                <a:lnTo>
                  <a:pt x="13" y="73"/>
                </a:lnTo>
                <a:lnTo>
                  <a:pt x="11" y="85"/>
                </a:lnTo>
                <a:lnTo>
                  <a:pt x="11" y="92"/>
                </a:lnTo>
                <a:lnTo>
                  <a:pt x="13" y="98"/>
                </a:lnTo>
                <a:lnTo>
                  <a:pt x="23" y="104"/>
                </a:lnTo>
                <a:lnTo>
                  <a:pt x="30" y="110"/>
                </a:lnTo>
                <a:lnTo>
                  <a:pt x="28" y="115"/>
                </a:lnTo>
                <a:lnTo>
                  <a:pt x="23" y="119"/>
                </a:lnTo>
                <a:lnTo>
                  <a:pt x="25" y="129"/>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latin typeface="Times New Roman" pitchFamily="18" charset="0"/>
              <a:cs typeface="Times New Roman" pitchFamily="18" charset="0"/>
            </a:endParaRPr>
          </a:p>
        </p:txBody>
      </p:sp>
      <p:sp>
        <p:nvSpPr>
          <p:cNvPr id="6468" name="Freeform 787"/>
          <p:cNvSpPr>
            <a:spLocks/>
          </p:cNvSpPr>
          <p:nvPr/>
        </p:nvSpPr>
        <p:spPr bwMode="auto">
          <a:xfrm>
            <a:off x="5914007" y="3629862"/>
            <a:ext cx="309096" cy="402943"/>
          </a:xfrm>
          <a:custGeom>
            <a:avLst/>
            <a:gdLst>
              <a:gd name="T0" fmla="*/ 146 w 177"/>
              <a:gd name="T1" fmla="*/ 0 h 204"/>
              <a:gd name="T2" fmla="*/ 146 w 177"/>
              <a:gd name="T3" fmla="*/ 0 h 204"/>
              <a:gd name="T4" fmla="*/ 146 w 177"/>
              <a:gd name="T5" fmla="*/ 0 h 204"/>
              <a:gd name="T6" fmla="*/ 146 w 177"/>
              <a:gd name="T7" fmla="*/ 10 h 204"/>
              <a:gd name="T8" fmla="*/ 119 w 177"/>
              <a:gd name="T9" fmla="*/ 20 h 204"/>
              <a:gd name="T10" fmla="*/ 109 w 177"/>
              <a:gd name="T11" fmla="*/ 34 h 204"/>
              <a:gd name="T12" fmla="*/ 109 w 177"/>
              <a:gd name="T13" fmla="*/ 47 h 204"/>
              <a:gd name="T14" fmla="*/ 93 w 177"/>
              <a:gd name="T15" fmla="*/ 73 h 204"/>
              <a:gd name="T16" fmla="*/ 93 w 177"/>
              <a:gd name="T17" fmla="*/ 84 h 204"/>
              <a:gd name="T18" fmla="*/ 81 w 177"/>
              <a:gd name="T19" fmla="*/ 85 h 204"/>
              <a:gd name="T20" fmla="*/ 67 w 177"/>
              <a:gd name="T21" fmla="*/ 95 h 204"/>
              <a:gd name="T22" fmla="*/ 57 w 177"/>
              <a:gd name="T23" fmla="*/ 112 h 204"/>
              <a:gd name="T24" fmla="*/ 24 w 177"/>
              <a:gd name="T25" fmla="*/ 121 h 204"/>
              <a:gd name="T26" fmla="*/ 0 w 177"/>
              <a:gd name="T27" fmla="*/ 119 h 204"/>
              <a:gd name="T28" fmla="*/ 7 w 177"/>
              <a:gd name="T29" fmla="*/ 134 h 204"/>
              <a:gd name="T30" fmla="*/ 16 w 177"/>
              <a:gd name="T31" fmla="*/ 152 h 204"/>
              <a:gd name="T32" fmla="*/ 29 w 177"/>
              <a:gd name="T33" fmla="*/ 164 h 204"/>
              <a:gd name="T34" fmla="*/ 15 w 177"/>
              <a:gd name="T35" fmla="*/ 177 h 204"/>
              <a:gd name="T36" fmla="*/ 22 w 177"/>
              <a:gd name="T37" fmla="*/ 192 h 204"/>
              <a:gd name="T38" fmla="*/ 41 w 177"/>
              <a:gd name="T39" fmla="*/ 185 h 204"/>
              <a:gd name="T40" fmla="*/ 57 w 177"/>
              <a:gd name="T41" fmla="*/ 181 h 204"/>
              <a:gd name="T42" fmla="*/ 63 w 177"/>
              <a:gd name="T43" fmla="*/ 188 h 204"/>
              <a:gd name="T44" fmla="*/ 75 w 177"/>
              <a:gd name="T45" fmla="*/ 194 h 204"/>
              <a:gd name="T46" fmla="*/ 85 w 177"/>
              <a:gd name="T47" fmla="*/ 201 h 204"/>
              <a:gd name="T48" fmla="*/ 87 w 177"/>
              <a:gd name="T49" fmla="*/ 203 h 204"/>
              <a:gd name="T50" fmla="*/ 102 w 177"/>
              <a:gd name="T51" fmla="*/ 199 h 204"/>
              <a:gd name="T52" fmla="*/ 115 w 177"/>
              <a:gd name="T53" fmla="*/ 196 h 204"/>
              <a:gd name="T54" fmla="*/ 117 w 177"/>
              <a:gd name="T55" fmla="*/ 185 h 204"/>
              <a:gd name="T56" fmla="*/ 105 w 177"/>
              <a:gd name="T57" fmla="*/ 168 h 204"/>
              <a:gd name="T58" fmla="*/ 98 w 177"/>
              <a:gd name="T59" fmla="*/ 148 h 204"/>
              <a:gd name="T60" fmla="*/ 111 w 177"/>
              <a:gd name="T61" fmla="*/ 142 h 204"/>
              <a:gd name="T62" fmla="*/ 124 w 177"/>
              <a:gd name="T63" fmla="*/ 144 h 204"/>
              <a:gd name="T64" fmla="*/ 132 w 177"/>
              <a:gd name="T65" fmla="*/ 132 h 204"/>
              <a:gd name="T66" fmla="*/ 152 w 177"/>
              <a:gd name="T67" fmla="*/ 103 h 204"/>
              <a:gd name="T68" fmla="*/ 163 w 177"/>
              <a:gd name="T69" fmla="*/ 77 h 204"/>
              <a:gd name="T70" fmla="*/ 148 w 177"/>
              <a:gd name="T71" fmla="*/ 61 h 204"/>
              <a:gd name="T72" fmla="*/ 150 w 177"/>
              <a:gd name="T73" fmla="*/ 49 h 204"/>
              <a:gd name="T74" fmla="*/ 165 w 177"/>
              <a:gd name="T75" fmla="*/ 45 h 204"/>
              <a:gd name="T76" fmla="*/ 176 w 177"/>
              <a:gd name="T77" fmla="*/ 34 h 204"/>
              <a:gd name="T78" fmla="*/ 168 w 177"/>
              <a:gd name="T79" fmla="*/ 22 h 204"/>
              <a:gd name="T80" fmla="*/ 152 w 177"/>
              <a:gd name="T81" fmla="*/ 14 h 204"/>
              <a:gd name="T82" fmla="*/ 144 w 177"/>
              <a:gd name="T83" fmla="*/ 2 h 2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7"/>
              <a:gd name="T127" fmla="*/ 0 h 204"/>
              <a:gd name="T128" fmla="*/ 177 w 177"/>
              <a:gd name="T129" fmla="*/ 204 h 20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7" h="204">
                <a:moveTo>
                  <a:pt x="144" y="2"/>
                </a:moveTo>
                <a:lnTo>
                  <a:pt x="146" y="0"/>
                </a:lnTo>
                <a:lnTo>
                  <a:pt x="144" y="2"/>
                </a:lnTo>
                <a:lnTo>
                  <a:pt x="146" y="0"/>
                </a:lnTo>
                <a:lnTo>
                  <a:pt x="146" y="2"/>
                </a:lnTo>
                <a:lnTo>
                  <a:pt x="146" y="0"/>
                </a:lnTo>
                <a:lnTo>
                  <a:pt x="146" y="6"/>
                </a:lnTo>
                <a:lnTo>
                  <a:pt x="146" y="10"/>
                </a:lnTo>
                <a:lnTo>
                  <a:pt x="139" y="16"/>
                </a:lnTo>
                <a:lnTo>
                  <a:pt x="119" y="20"/>
                </a:lnTo>
                <a:lnTo>
                  <a:pt x="111" y="26"/>
                </a:lnTo>
                <a:lnTo>
                  <a:pt x="109" y="34"/>
                </a:lnTo>
                <a:lnTo>
                  <a:pt x="111" y="39"/>
                </a:lnTo>
                <a:lnTo>
                  <a:pt x="109" y="47"/>
                </a:lnTo>
                <a:lnTo>
                  <a:pt x="98" y="58"/>
                </a:lnTo>
                <a:lnTo>
                  <a:pt x="93" y="73"/>
                </a:lnTo>
                <a:lnTo>
                  <a:pt x="95" y="81"/>
                </a:lnTo>
                <a:lnTo>
                  <a:pt x="93" y="84"/>
                </a:lnTo>
                <a:lnTo>
                  <a:pt x="89" y="85"/>
                </a:lnTo>
                <a:lnTo>
                  <a:pt x="81" y="85"/>
                </a:lnTo>
                <a:lnTo>
                  <a:pt x="71" y="87"/>
                </a:lnTo>
                <a:lnTo>
                  <a:pt x="67" y="95"/>
                </a:lnTo>
                <a:lnTo>
                  <a:pt x="63" y="103"/>
                </a:lnTo>
                <a:lnTo>
                  <a:pt x="57" y="112"/>
                </a:lnTo>
                <a:lnTo>
                  <a:pt x="44" y="119"/>
                </a:lnTo>
                <a:lnTo>
                  <a:pt x="24" y="121"/>
                </a:lnTo>
                <a:lnTo>
                  <a:pt x="7" y="119"/>
                </a:lnTo>
                <a:lnTo>
                  <a:pt x="0" y="119"/>
                </a:lnTo>
                <a:lnTo>
                  <a:pt x="7" y="129"/>
                </a:lnTo>
                <a:lnTo>
                  <a:pt x="7" y="134"/>
                </a:lnTo>
                <a:lnTo>
                  <a:pt x="9" y="140"/>
                </a:lnTo>
                <a:lnTo>
                  <a:pt x="16" y="152"/>
                </a:lnTo>
                <a:lnTo>
                  <a:pt x="26" y="160"/>
                </a:lnTo>
                <a:lnTo>
                  <a:pt x="29" y="164"/>
                </a:lnTo>
                <a:lnTo>
                  <a:pt x="26" y="166"/>
                </a:lnTo>
                <a:lnTo>
                  <a:pt x="15" y="177"/>
                </a:lnTo>
                <a:lnTo>
                  <a:pt x="11" y="190"/>
                </a:lnTo>
                <a:lnTo>
                  <a:pt x="22" y="192"/>
                </a:lnTo>
                <a:lnTo>
                  <a:pt x="33" y="188"/>
                </a:lnTo>
                <a:lnTo>
                  <a:pt x="41" y="185"/>
                </a:lnTo>
                <a:lnTo>
                  <a:pt x="48" y="181"/>
                </a:lnTo>
                <a:lnTo>
                  <a:pt x="57" y="181"/>
                </a:lnTo>
                <a:lnTo>
                  <a:pt x="61" y="185"/>
                </a:lnTo>
                <a:lnTo>
                  <a:pt x="63" y="188"/>
                </a:lnTo>
                <a:lnTo>
                  <a:pt x="67" y="192"/>
                </a:lnTo>
                <a:lnTo>
                  <a:pt x="75" y="194"/>
                </a:lnTo>
                <a:lnTo>
                  <a:pt x="83" y="199"/>
                </a:lnTo>
                <a:lnTo>
                  <a:pt x="85" y="201"/>
                </a:lnTo>
                <a:lnTo>
                  <a:pt x="83" y="199"/>
                </a:lnTo>
                <a:lnTo>
                  <a:pt x="87" y="203"/>
                </a:lnTo>
                <a:lnTo>
                  <a:pt x="95" y="199"/>
                </a:lnTo>
                <a:lnTo>
                  <a:pt x="102" y="199"/>
                </a:lnTo>
                <a:lnTo>
                  <a:pt x="109" y="197"/>
                </a:lnTo>
                <a:lnTo>
                  <a:pt x="115" y="196"/>
                </a:lnTo>
                <a:lnTo>
                  <a:pt x="117" y="190"/>
                </a:lnTo>
                <a:lnTo>
                  <a:pt x="117" y="185"/>
                </a:lnTo>
                <a:lnTo>
                  <a:pt x="111" y="177"/>
                </a:lnTo>
                <a:lnTo>
                  <a:pt x="105" y="168"/>
                </a:lnTo>
                <a:lnTo>
                  <a:pt x="100" y="156"/>
                </a:lnTo>
                <a:lnTo>
                  <a:pt x="98" y="148"/>
                </a:lnTo>
                <a:lnTo>
                  <a:pt x="102" y="142"/>
                </a:lnTo>
                <a:lnTo>
                  <a:pt x="111" y="142"/>
                </a:lnTo>
                <a:lnTo>
                  <a:pt x="119" y="144"/>
                </a:lnTo>
                <a:lnTo>
                  <a:pt x="124" y="144"/>
                </a:lnTo>
                <a:lnTo>
                  <a:pt x="128" y="140"/>
                </a:lnTo>
                <a:lnTo>
                  <a:pt x="132" y="132"/>
                </a:lnTo>
                <a:lnTo>
                  <a:pt x="139" y="119"/>
                </a:lnTo>
                <a:lnTo>
                  <a:pt x="152" y="103"/>
                </a:lnTo>
                <a:lnTo>
                  <a:pt x="161" y="87"/>
                </a:lnTo>
                <a:lnTo>
                  <a:pt x="163" y="77"/>
                </a:lnTo>
                <a:lnTo>
                  <a:pt x="158" y="69"/>
                </a:lnTo>
                <a:lnTo>
                  <a:pt x="148" y="61"/>
                </a:lnTo>
                <a:lnTo>
                  <a:pt x="143" y="54"/>
                </a:lnTo>
                <a:lnTo>
                  <a:pt x="150" y="49"/>
                </a:lnTo>
                <a:lnTo>
                  <a:pt x="161" y="47"/>
                </a:lnTo>
                <a:lnTo>
                  <a:pt x="165" y="45"/>
                </a:lnTo>
                <a:lnTo>
                  <a:pt x="168" y="41"/>
                </a:lnTo>
                <a:lnTo>
                  <a:pt x="176" y="34"/>
                </a:lnTo>
                <a:lnTo>
                  <a:pt x="176" y="28"/>
                </a:lnTo>
                <a:lnTo>
                  <a:pt x="168" y="22"/>
                </a:lnTo>
                <a:lnTo>
                  <a:pt x="161" y="17"/>
                </a:lnTo>
                <a:lnTo>
                  <a:pt x="152" y="14"/>
                </a:lnTo>
                <a:lnTo>
                  <a:pt x="146" y="6"/>
                </a:lnTo>
                <a:lnTo>
                  <a:pt x="144" y="2"/>
                </a:lnTo>
              </a:path>
            </a:pathLst>
          </a:custGeom>
          <a:solidFill>
            <a:srgbClr val="FDE3BA"/>
          </a:solidFill>
          <a:ln w="12700" cap="rnd">
            <a:solidFill>
              <a:schemeClr val="tx1"/>
            </a:solidFill>
            <a:round/>
            <a:headEnd/>
            <a:tailEnd/>
          </a:ln>
        </p:spPr>
        <p:txBody>
          <a:bodyPr/>
          <a:lstStyle/>
          <a:p>
            <a:endParaRPr lang="en-US">
              <a:solidFill>
                <a:schemeClr val="bg1">
                  <a:lumMod val="50000"/>
                </a:schemeClr>
              </a:solidFill>
            </a:endParaRPr>
          </a:p>
        </p:txBody>
      </p:sp>
      <p:sp>
        <p:nvSpPr>
          <p:cNvPr id="6469" name="Line 788"/>
          <p:cNvSpPr>
            <a:spLocks noChangeShapeType="1"/>
          </p:cNvSpPr>
          <p:nvPr/>
        </p:nvSpPr>
        <p:spPr bwMode="auto">
          <a:xfrm flipV="1">
            <a:off x="6174206" y="3621961"/>
            <a:ext cx="3493" cy="19752"/>
          </a:xfrm>
          <a:prstGeom prst="line">
            <a:avLst/>
          </a:prstGeom>
          <a:noFill/>
          <a:ln w="12700">
            <a:solidFill>
              <a:schemeClr val="tx1"/>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470" name="Line 789"/>
          <p:cNvSpPr>
            <a:spLocks noChangeShapeType="1"/>
          </p:cNvSpPr>
          <p:nvPr/>
        </p:nvSpPr>
        <p:spPr bwMode="auto">
          <a:xfrm>
            <a:off x="6177699" y="3629862"/>
            <a:ext cx="0" cy="3950"/>
          </a:xfrm>
          <a:prstGeom prst="line">
            <a:avLst/>
          </a:prstGeom>
          <a:noFill/>
          <a:ln w="12700">
            <a:solidFill>
              <a:schemeClr val="tx1"/>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471" name="Freeform 790"/>
          <p:cNvSpPr>
            <a:spLocks/>
          </p:cNvSpPr>
          <p:nvPr/>
        </p:nvSpPr>
        <p:spPr bwMode="auto">
          <a:xfrm>
            <a:off x="6045634" y="3679241"/>
            <a:ext cx="436575" cy="803911"/>
          </a:xfrm>
          <a:custGeom>
            <a:avLst/>
            <a:gdLst>
              <a:gd name="T0" fmla="*/ 79 w 250"/>
              <a:gd name="T1" fmla="*/ 21 h 407"/>
              <a:gd name="T2" fmla="*/ 57 w 250"/>
              <a:gd name="T3" fmla="*/ 31 h 407"/>
              <a:gd name="T4" fmla="*/ 77 w 250"/>
              <a:gd name="T5" fmla="*/ 53 h 407"/>
              <a:gd name="T6" fmla="*/ 53 w 250"/>
              <a:gd name="T7" fmla="*/ 97 h 407"/>
              <a:gd name="T8" fmla="*/ 37 w 250"/>
              <a:gd name="T9" fmla="*/ 121 h 407"/>
              <a:gd name="T10" fmla="*/ 15 w 250"/>
              <a:gd name="T11" fmla="*/ 119 h 407"/>
              <a:gd name="T12" fmla="*/ 19 w 250"/>
              <a:gd name="T13" fmla="*/ 146 h 407"/>
              <a:gd name="T14" fmla="*/ 30 w 250"/>
              <a:gd name="T15" fmla="*/ 169 h 407"/>
              <a:gd name="T16" fmla="*/ 15 w 250"/>
              <a:gd name="T17" fmla="*/ 177 h 407"/>
              <a:gd name="T18" fmla="*/ 6 w 250"/>
              <a:gd name="T19" fmla="*/ 191 h 407"/>
              <a:gd name="T20" fmla="*/ 32 w 250"/>
              <a:gd name="T21" fmla="*/ 200 h 407"/>
              <a:gd name="T22" fmla="*/ 13 w 250"/>
              <a:gd name="T23" fmla="*/ 210 h 407"/>
              <a:gd name="T24" fmla="*/ 34 w 250"/>
              <a:gd name="T25" fmla="*/ 227 h 407"/>
              <a:gd name="T26" fmla="*/ 51 w 250"/>
              <a:gd name="T27" fmla="*/ 210 h 407"/>
              <a:gd name="T28" fmla="*/ 57 w 250"/>
              <a:gd name="T29" fmla="*/ 220 h 407"/>
              <a:gd name="T30" fmla="*/ 57 w 250"/>
              <a:gd name="T31" fmla="*/ 249 h 407"/>
              <a:gd name="T32" fmla="*/ 63 w 250"/>
              <a:gd name="T33" fmla="*/ 270 h 407"/>
              <a:gd name="T34" fmla="*/ 67 w 250"/>
              <a:gd name="T35" fmla="*/ 280 h 407"/>
              <a:gd name="T36" fmla="*/ 77 w 250"/>
              <a:gd name="T37" fmla="*/ 311 h 407"/>
              <a:gd name="T38" fmla="*/ 88 w 250"/>
              <a:gd name="T39" fmla="*/ 331 h 407"/>
              <a:gd name="T40" fmla="*/ 105 w 250"/>
              <a:gd name="T41" fmla="*/ 371 h 407"/>
              <a:gd name="T42" fmla="*/ 105 w 250"/>
              <a:gd name="T43" fmla="*/ 369 h 407"/>
              <a:gd name="T44" fmla="*/ 112 w 250"/>
              <a:gd name="T45" fmla="*/ 391 h 407"/>
              <a:gd name="T46" fmla="*/ 133 w 250"/>
              <a:gd name="T47" fmla="*/ 402 h 407"/>
              <a:gd name="T48" fmla="*/ 146 w 250"/>
              <a:gd name="T49" fmla="*/ 379 h 407"/>
              <a:gd name="T50" fmla="*/ 145 w 250"/>
              <a:gd name="T51" fmla="*/ 379 h 407"/>
              <a:gd name="T52" fmla="*/ 152 w 250"/>
              <a:gd name="T53" fmla="*/ 363 h 407"/>
              <a:gd name="T54" fmla="*/ 153 w 250"/>
              <a:gd name="T55" fmla="*/ 329 h 407"/>
              <a:gd name="T56" fmla="*/ 155 w 250"/>
              <a:gd name="T57" fmla="*/ 303 h 407"/>
              <a:gd name="T58" fmla="*/ 165 w 250"/>
              <a:gd name="T59" fmla="*/ 293 h 407"/>
              <a:gd name="T60" fmla="*/ 175 w 250"/>
              <a:gd name="T61" fmla="*/ 284 h 407"/>
              <a:gd name="T62" fmla="*/ 214 w 250"/>
              <a:gd name="T63" fmla="*/ 240 h 407"/>
              <a:gd name="T64" fmla="*/ 234 w 250"/>
              <a:gd name="T65" fmla="*/ 216 h 407"/>
              <a:gd name="T66" fmla="*/ 242 w 250"/>
              <a:gd name="T67" fmla="*/ 177 h 407"/>
              <a:gd name="T68" fmla="*/ 249 w 250"/>
              <a:gd name="T69" fmla="*/ 163 h 407"/>
              <a:gd name="T70" fmla="*/ 232 w 250"/>
              <a:gd name="T71" fmla="*/ 140 h 407"/>
              <a:gd name="T72" fmla="*/ 197 w 250"/>
              <a:gd name="T73" fmla="*/ 134 h 407"/>
              <a:gd name="T74" fmla="*/ 159 w 250"/>
              <a:gd name="T75" fmla="*/ 121 h 407"/>
              <a:gd name="T76" fmla="*/ 139 w 250"/>
              <a:gd name="T77" fmla="*/ 101 h 407"/>
              <a:gd name="T78" fmla="*/ 148 w 250"/>
              <a:gd name="T79" fmla="*/ 85 h 407"/>
              <a:gd name="T80" fmla="*/ 110 w 250"/>
              <a:gd name="T81" fmla="*/ 64 h 407"/>
              <a:gd name="T82" fmla="*/ 122 w 250"/>
              <a:gd name="T83" fmla="*/ 53 h 407"/>
              <a:gd name="T84" fmla="*/ 120 w 250"/>
              <a:gd name="T85" fmla="*/ 37 h 407"/>
              <a:gd name="T86" fmla="*/ 118 w 250"/>
              <a:gd name="T87" fmla="*/ 33 h 407"/>
              <a:gd name="T88" fmla="*/ 126 w 250"/>
              <a:gd name="T89" fmla="*/ 8 h 407"/>
              <a:gd name="T90" fmla="*/ 100 w 250"/>
              <a:gd name="T91" fmla="*/ 4 h 40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50"/>
              <a:gd name="T139" fmla="*/ 0 h 407"/>
              <a:gd name="T140" fmla="*/ 250 w 250"/>
              <a:gd name="T141" fmla="*/ 407 h 40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50" h="407">
                <a:moveTo>
                  <a:pt x="90" y="10"/>
                </a:moveTo>
                <a:lnTo>
                  <a:pt x="82" y="17"/>
                </a:lnTo>
                <a:lnTo>
                  <a:pt x="79" y="21"/>
                </a:lnTo>
                <a:lnTo>
                  <a:pt x="75" y="23"/>
                </a:lnTo>
                <a:lnTo>
                  <a:pt x="63" y="25"/>
                </a:lnTo>
                <a:lnTo>
                  <a:pt x="57" y="31"/>
                </a:lnTo>
                <a:lnTo>
                  <a:pt x="62" y="37"/>
                </a:lnTo>
                <a:lnTo>
                  <a:pt x="71" y="45"/>
                </a:lnTo>
                <a:lnTo>
                  <a:pt x="77" y="53"/>
                </a:lnTo>
                <a:lnTo>
                  <a:pt x="75" y="64"/>
                </a:lnTo>
                <a:lnTo>
                  <a:pt x="65" y="80"/>
                </a:lnTo>
                <a:lnTo>
                  <a:pt x="53" y="97"/>
                </a:lnTo>
                <a:lnTo>
                  <a:pt x="45" y="109"/>
                </a:lnTo>
                <a:lnTo>
                  <a:pt x="41" y="117"/>
                </a:lnTo>
                <a:lnTo>
                  <a:pt x="37" y="121"/>
                </a:lnTo>
                <a:lnTo>
                  <a:pt x="32" y="121"/>
                </a:lnTo>
                <a:lnTo>
                  <a:pt x="24" y="119"/>
                </a:lnTo>
                <a:lnTo>
                  <a:pt x="15" y="119"/>
                </a:lnTo>
                <a:lnTo>
                  <a:pt x="11" y="125"/>
                </a:lnTo>
                <a:lnTo>
                  <a:pt x="13" y="134"/>
                </a:lnTo>
                <a:lnTo>
                  <a:pt x="19" y="146"/>
                </a:lnTo>
                <a:lnTo>
                  <a:pt x="24" y="155"/>
                </a:lnTo>
                <a:lnTo>
                  <a:pt x="30" y="163"/>
                </a:lnTo>
                <a:lnTo>
                  <a:pt x="30" y="169"/>
                </a:lnTo>
                <a:lnTo>
                  <a:pt x="28" y="174"/>
                </a:lnTo>
                <a:lnTo>
                  <a:pt x="22" y="175"/>
                </a:lnTo>
                <a:lnTo>
                  <a:pt x="15" y="177"/>
                </a:lnTo>
                <a:lnTo>
                  <a:pt x="8" y="177"/>
                </a:lnTo>
                <a:lnTo>
                  <a:pt x="0" y="181"/>
                </a:lnTo>
                <a:lnTo>
                  <a:pt x="6" y="191"/>
                </a:lnTo>
                <a:lnTo>
                  <a:pt x="17" y="198"/>
                </a:lnTo>
                <a:lnTo>
                  <a:pt x="28" y="200"/>
                </a:lnTo>
                <a:lnTo>
                  <a:pt x="32" y="200"/>
                </a:lnTo>
                <a:lnTo>
                  <a:pt x="26" y="200"/>
                </a:lnTo>
                <a:lnTo>
                  <a:pt x="17" y="206"/>
                </a:lnTo>
                <a:lnTo>
                  <a:pt x="13" y="210"/>
                </a:lnTo>
                <a:lnTo>
                  <a:pt x="17" y="218"/>
                </a:lnTo>
                <a:lnTo>
                  <a:pt x="24" y="223"/>
                </a:lnTo>
                <a:lnTo>
                  <a:pt x="34" y="227"/>
                </a:lnTo>
                <a:lnTo>
                  <a:pt x="41" y="227"/>
                </a:lnTo>
                <a:lnTo>
                  <a:pt x="47" y="220"/>
                </a:lnTo>
                <a:lnTo>
                  <a:pt x="51" y="210"/>
                </a:lnTo>
                <a:lnTo>
                  <a:pt x="53" y="206"/>
                </a:lnTo>
                <a:lnTo>
                  <a:pt x="53" y="208"/>
                </a:lnTo>
                <a:lnTo>
                  <a:pt x="57" y="220"/>
                </a:lnTo>
                <a:lnTo>
                  <a:pt x="62" y="227"/>
                </a:lnTo>
                <a:lnTo>
                  <a:pt x="58" y="233"/>
                </a:lnTo>
                <a:lnTo>
                  <a:pt x="57" y="249"/>
                </a:lnTo>
                <a:lnTo>
                  <a:pt x="62" y="268"/>
                </a:lnTo>
                <a:lnTo>
                  <a:pt x="63" y="272"/>
                </a:lnTo>
                <a:lnTo>
                  <a:pt x="63" y="270"/>
                </a:lnTo>
                <a:lnTo>
                  <a:pt x="62" y="266"/>
                </a:lnTo>
                <a:lnTo>
                  <a:pt x="62" y="268"/>
                </a:lnTo>
                <a:lnTo>
                  <a:pt x="67" y="280"/>
                </a:lnTo>
                <a:lnTo>
                  <a:pt x="71" y="291"/>
                </a:lnTo>
                <a:lnTo>
                  <a:pt x="73" y="301"/>
                </a:lnTo>
                <a:lnTo>
                  <a:pt x="77" y="311"/>
                </a:lnTo>
                <a:lnTo>
                  <a:pt x="84" y="317"/>
                </a:lnTo>
                <a:lnTo>
                  <a:pt x="88" y="323"/>
                </a:lnTo>
                <a:lnTo>
                  <a:pt x="88" y="331"/>
                </a:lnTo>
                <a:lnTo>
                  <a:pt x="90" y="338"/>
                </a:lnTo>
                <a:lnTo>
                  <a:pt x="98" y="354"/>
                </a:lnTo>
                <a:lnTo>
                  <a:pt x="105" y="371"/>
                </a:lnTo>
                <a:lnTo>
                  <a:pt x="106" y="374"/>
                </a:lnTo>
                <a:lnTo>
                  <a:pt x="106" y="372"/>
                </a:lnTo>
                <a:lnTo>
                  <a:pt x="105" y="369"/>
                </a:lnTo>
                <a:lnTo>
                  <a:pt x="105" y="371"/>
                </a:lnTo>
                <a:lnTo>
                  <a:pt x="108" y="381"/>
                </a:lnTo>
                <a:lnTo>
                  <a:pt x="112" y="391"/>
                </a:lnTo>
                <a:lnTo>
                  <a:pt x="118" y="402"/>
                </a:lnTo>
                <a:lnTo>
                  <a:pt x="128" y="406"/>
                </a:lnTo>
                <a:lnTo>
                  <a:pt x="133" y="402"/>
                </a:lnTo>
                <a:lnTo>
                  <a:pt x="139" y="395"/>
                </a:lnTo>
                <a:lnTo>
                  <a:pt x="143" y="387"/>
                </a:lnTo>
                <a:lnTo>
                  <a:pt x="146" y="379"/>
                </a:lnTo>
                <a:lnTo>
                  <a:pt x="146" y="376"/>
                </a:lnTo>
                <a:lnTo>
                  <a:pt x="145" y="378"/>
                </a:lnTo>
                <a:lnTo>
                  <a:pt x="145" y="379"/>
                </a:lnTo>
                <a:lnTo>
                  <a:pt x="146" y="379"/>
                </a:lnTo>
                <a:lnTo>
                  <a:pt x="148" y="372"/>
                </a:lnTo>
                <a:lnTo>
                  <a:pt x="152" y="363"/>
                </a:lnTo>
                <a:lnTo>
                  <a:pt x="155" y="352"/>
                </a:lnTo>
                <a:lnTo>
                  <a:pt x="155" y="344"/>
                </a:lnTo>
                <a:lnTo>
                  <a:pt x="153" y="329"/>
                </a:lnTo>
                <a:lnTo>
                  <a:pt x="152" y="315"/>
                </a:lnTo>
                <a:lnTo>
                  <a:pt x="152" y="306"/>
                </a:lnTo>
                <a:lnTo>
                  <a:pt x="155" y="303"/>
                </a:lnTo>
                <a:lnTo>
                  <a:pt x="161" y="301"/>
                </a:lnTo>
                <a:lnTo>
                  <a:pt x="165" y="299"/>
                </a:lnTo>
                <a:lnTo>
                  <a:pt x="165" y="293"/>
                </a:lnTo>
                <a:lnTo>
                  <a:pt x="167" y="291"/>
                </a:lnTo>
                <a:lnTo>
                  <a:pt x="171" y="289"/>
                </a:lnTo>
                <a:lnTo>
                  <a:pt x="175" y="284"/>
                </a:lnTo>
                <a:lnTo>
                  <a:pt x="175" y="276"/>
                </a:lnTo>
                <a:lnTo>
                  <a:pt x="176" y="274"/>
                </a:lnTo>
                <a:lnTo>
                  <a:pt x="214" y="240"/>
                </a:lnTo>
                <a:lnTo>
                  <a:pt x="220" y="237"/>
                </a:lnTo>
                <a:lnTo>
                  <a:pt x="227" y="225"/>
                </a:lnTo>
                <a:lnTo>
                  <a:pt x="234" y="216"/>
                </a:lnTo>
                <a:lnTo>
                  <a:pt x="238" y="212"/>
                </a:lnTo>
                <a:lnTo>
                  <a:pt x="240" y="177"/>
                </a:lnTo>
                <a:lnTo>
                  <a:pt x="242" y="177"/>
                </a:lnTo>
                <a:lnTo>
                  <a:pt x="246" y="174"/>
                </a:lnTo>
                <a:lnTo>
                  <a:pt x="249" y="170"/>
                </a:lnTo>
                <a:lnTo>
                  <a:pt x="249" y="163"/>
                </a:lnTo>
                <a:lnTo>
                  <a:pt x="247" y="157"/>
                </a:lnTo>
                <a:lnTo>
                  <a:pt x="247" y="155"/>
                </a:lnTo>
                <a:lnTo>
                  <a:pt x="232" y="140"/>
                </a:lnTo>
                <a:lnTo>
                  <a:pt x="225" y="144"/>
                </a:lnTo>
                <a:lnTo>
                  <a:pt x="212" y="142"/>
                </a:lnTo>
                <a:lnTo>
                  <a:pt x="197" y="134"/>
                </a:lnTo>
                <a:lnTo>
                  <a:pt x="186" y="127"/>
                </a:lnTo>
                <a:lnTo>
                  <a:pt x="180" y="123"/>
                </a:lnTo>
                <a:lnTo>
                  <a:pt x="159" y="121"/>
                </a:lnTo>
                <a:lnTo>
                  <a:pt x="146" y="115"/>
                </a:lnTo>
                <a:lnTo>
                  <a:pt x="139" y="109"/>
                </a:lnTo>
                <a:lnTo>
                  <a:pt x="139" y="101"/>
                </a:lnTo>
                <a:lnTo>
                  <a:pt x="143" y="89"/>
                </a:lnTo>
                <a:lnTo>
                  <a:pt x="161" y="91"/>
                </a:lnTo>
                <a:lnTo>
                  <a:pt x="148" y="85"/>
                </a:lnTo>
                <a:lnTo>
                  <a:pt x="131" y="76"/>
                </a:lnTo>
                <a:lnTo>
                  <a:pt x="118" y="68"/>
                </a:lnTo>
                <a:lnTo>
                  <a:pt x="110" y="64"/>
                </a:lnTo>
                <a:lnTo>
                  <a:pt x="108" y="60"/>
                </a:lnTo>
                <a:lnTo>
                  <a:pt x="114" y="57"/>
                </a:lnTo>
                <a:lnTo>
                  <a:pt x="122" y="53"/>
                </a:lnTo>
                <a:lnTo>
                  <a:pt x="131" y="47"/>
                </a:lnTo>
                <a:lnTo>
                  <a:pt x="126" y="41"/>
                </a:lnTo>
                <a:lnTo>
                  <a:pt x="120" y="37"/>
                </a:lnTo>
                <a:lnTo>
                  <a:pt x="114" y="37"/>
                </a:lnTo>
                <a:lnTo>
                  <a:pt x="112" y="37"/>
                </a:lnTo>
                <a:lnTo>
                  <a:pt x="118" y="33"/>
                </a:lnTo>
                <a:lnTo>
                  <a:pt x="126" y="25"/>
                </a:lnTo>
                <a:lnTo>
                  <a:pt x="128" y="17"/>
                </a:lnTo>
                <a:lnTo>
                  <a:pt x="126" y="8"/>
                </a:lnTo>
                <a:lnTo>
                  <a:pt x="120" y="2"/>
                </a:lnTo>
                <a:lnTo>
                  <a:pt x="110" y="0"/>
                </a:lnTo>
                <a:lnTo>
                  <a:pt x="100" y="4"/>
                </a:lnTo>
                <a:lnTo>
                  <a:pt x="92" y="8"/>
                </a:lnTo>
                <a:lnTo>
                  <a:pt x="90" y="10"/>
                </a:lnTo>
              </a:path>
            </a:pathLst>
          </a:custGeom>
          <a:solidFill>
            <a:srgbClr val="FFFFCC"/>
          </a:solidFill>
          <a:ln w="12700" cap="rnd">
            <a:solidFill>
              <a:schemeClr val="tx1"/>
            </a:solidFill>
            <a:round/>
            <a:headEnd/>
            <a:tailEnd/>
          </a:ln>
        </p:spPr>
        <p:txBody>
          <a:bodyPr/>
          <a:lstStyle/>
          <a:p>
            <a:endParaRPr lang="en-US"/>
          </a:p>
        </p:txBody>
      </p:sp>
      <p:sp>
        <p:nvSpPr>
          <p:cNvPr id="6472" name="Freeform 791"/>
          <p:cNvSpPr>
            <a:spLocks/>
          </p:cNvSpPr>
          <p:nvPr/>
        </p:nvSpPr>
        <p:spPr bwMode="auto">
          <a:xfrm>
            <a:off x="6366953" y="3149885"/>
            <a:ext cx="660101" cy="333811"/>
          </a:xfrm>
          <a:custGeom>
            <a:avLst/>
            <a:gdLst>
              <a:gd name="T0" fmla="*/ 335 w 378"/>
              <a:gd name="T1" fmla="*/ 42 h 169"/>
              <a:gd name="T2" fmla="*/ 326 w 378"/>
              <a:gd name="T3" fmla="*/ 53 h 169"/>
              <a:gd name="T4" fmla="*/ 339 w 378"/>
              <a:gd name="T5" fmla="*/ 72 h 169"/>
              <a:gd name="T6" fmla="*/ 363 w 378"/>
              <a:gd name="T7" fmla="*/ 65 h 169"/>
              <a:gd name="T8" fmla="*/ 371 w 378"/>
              <a:gd name="T9" fmla="*/ 77 h 169"/>
              <a:gd name="T10" fmla="*/ 377 w 378"/>
              <a:gd name="T11" fmla="*/ 89 h 169"/>
              <a:gd name="T12" fmla="*/ 352 w 378"/>
              <a:gd name="T13" fmla="*/ 95 h 169"/>
              <a:gd name="T14" fmla="*/ 330 w 378"/>
              <a:gd name="T15" fmla="*/ 111 h 169"/>
              <a:gd name="T16" fmla="*/ 316 w 378"/>
              <a:gd name="T17" fmla="*/ 120 h 169"/>
              <a:gd name="T18" fmla="*/ 303 w 378"/>
              <a:gd name="T19" fmla="*/ 117 h 169"/>
              <a:gd name="T20" fmla="*/ 293 w 378"/>
              <a:gd name="T21" fmla="*/ 126 h 169"/>
              <a:gd name="T22" fmla="*/ 291 w 378"/>
              <a:gd name="T23" fmla="*/ 150 h 169"/>
              <a:gd name="T24" fmla="*/ 267 w 378"/>
              <a:gd name="T25" fmla="*/ 159 h 169"/>
              <a:gd name="T26" fmla="*/ 256 w 378"/>
              <a:gd name="T27" fmla="*/ 162 h 169"/>
              <a:gd name="T28" fmla="*/ 223 w 378"/>
              <a:gd name="T29" fmla="*/ 168 h 169"/>
              <a:gd name="T30" fmla="*/ 209 w 378"/>
              <a:gd name="T31" fmla="*/ 164 h 169"/>
              <a:gd name="T32" fmla="*/ 182 w 378"/>
              <a:gd name="T33" fmla="*/ 157 h 169"/>
              <a:gd name="T34" fmla="*/ 142 w 378"/>
              <a:gd name="T35" fmla="*/ 157 h 169"/>
              <a:gd name="T36" fmla="*/ 119 w 378"/>
              <a:gd name="T37" fmla="*/ 152 h 169"/>
              <a:gd name="T38" fmla="*/ 100 w 378"/>
              <a:gd name="T39" fmla="*/ 131 h 169"/>
              <a:gd name="T40" fmla="*/ 90 w 378"/>
              <a:gd name="T41" fmla="*/ 126 h 169"/>
              <a:gd name="T42" fmla="*/ 61 w 378"/>
              <a:gd name="T43" fmla="*/ 117 h 169"/>
              <a:gd name="T44" fmla="*/ 47 w 378"/>
              <a:gd name="T45" fmla="*/ 99 h 169"/>
              <a:gd name="T46" fmla="*/ 42 w 378"/>
              <a:gd name="T47" fmla="*/ 75 h 169"/>
              <a:gd name="T48" fmla="*/ 31 w 378"/>
              <a:gd name="T49" fmla="*/ 69 h 169"/>
              <a:gd name="T50" fmla="*/ 16 w 378"/>
              <a:gd name="T51" fmla="*/ 67 h 169"/>
              <a:gd name="T52" fmla="*/ 12 w 378"/>
              <a:gd name="T53" fmla="*/ 70 h 169"/>
              <a:gd name="T54" fmla="*/ 2 w 378"/>
              <a:gd name="T55" fmla="*/ 59 h 169"/>
              <a:gd name="T56" fmla="*/ 12 w 378"/>
              <a:gd name="T57" fmla="*/ 46 h 169"/>
              <a:gd name="T58" fmla="*/ 14 w 378"/>
              <a:gd name="T59" fmla="*/ 44 h 169"/>
              <a:gd name="T60" fmla="*/ 21 w 378"/>
              <a:gd name="T61" fmla="*/ 39 h 169"/>
              <a:gd name="T62" fmla="*/ 45 w 378"/>
              <a:gd name="T63" fmla="*/ 22 h 169"/>
              <a:gd name="T64" fmla="*/ 61 w 378"/>
              <a:gd name="T65" fmla="*/ 18 h 169"/>
              <a:gd name="T66" fmla="*/ 72 w 378"/>
              <a:gd name="T67" fmla="*/ 28 h 169"/>
              <a:gd name="T68" fmla="*/ 106 w 378"/>
              <a:gd name="T69" fmla="*/ 37 h 169"/>
              <a:gd name="T70" fmla="*/ 121 w 378"/>
              <a:gd name="T71" fmla="*/ 33 h 169"/>
              <a:gd name="T72" fmla="*/ 116 w 378"/>
              <a:gd name="T73" fmla="*/ 6 h 169"/>
              <a:gd name="T74" fmla="*/ 129 w 378"/>
              <a:gd name="T75" fmla="*/ 0 h 169"/>
              <a:gd name="T76" fmla="*/ 163 w 378"/>
              <a:gd name="T77" fmla="*/ 14 h 169"/>
              <a:gd name="T78" fmla="*/ 174 w 378"/>
              <a:gd name="T79" fmla="*/ 28 h 169"/>
              <a:gd name="T80" fmla="*/ 188 w 378"/>
              <a:gd name="T81" fmla="*/ 33 h 169"/>
              <a:gd name="T82" fmla="*/ 233 w 378"/>
              <a:gd name="T83" fmla="*/ 37 h 169"/>
              <a:gd name="T84" fmla="*/ 279 w 378"/>
              <a:gd name="T85" fmla="*/ 42 h 169"/>
              <a:gd name="T86" fmla="*/ 322 w 378"/>
              <a:gd name="T87" fmla="*/ 26 h 169"/>
              <a:gd name="T88" fmla="*/ 343 w 378"/>
              <a:gd name="T89" fmla="*/ 37 h 16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78"/>
              <a:gd name="T136" fmla="*/ 0 h 169"/>
              <a:gd name="T137" fmla="*/ 378 w 378"/>
              <a:gd name="T138" fmla="*/ 169 h 16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78" h="169">
                <a:moveTo>
                  <a:pt x="343" y="37"/>
                </a:moveTo>
                <a:lnTo>
                  <a:pt x="335" y="42"/>
                </a:lnTo>
                <a:lnTo>
                  <a:pt x="330" y="48"/>
                </a:lnTo>
                <a:lnTo>
                  <a:pt x="326" y="53"/>
                </a:lnTo>
                <a:lnTo>
                  <a:pt x="328" y="61"/>
                </a:lnTo>
                <a:lnTo>
                  <a:pt x="339" y="72"/>
                </a:lnTo>
                <a:lnTo>
                  <a:pt x="355" y="67"/>
                </a:lnTo>
                <a:lnTo>
                  <a:pt x="363" y="65"/>
                </a:lnTo>
                <a:lnTo>
                  <a:pt x="367" y="70"/>
                </a:lnTo>
                <a:lnTo>
                  <a:pt x="371" y="77"/>
                </a:lnTo>
                <a:lnTo>
                  <a:pt x="375" y="81"/>
                </a:lnTo>
                <a:lnTo>
                  <a:pt x="377" y="89"/>
                </a:lnTo>
                <a:lnTo>
                  <a:pt x="365" y="93"/>
                </a:lnTo>
                <a:lnTo>
                  <a:pt x="352" y="95"/>
                </a:lnTo>
                <a:lnTo>
                  <a:pt x="337" y="103"/>
                </a:lnTo>
                <a:lnTo>
                  <a:pt x="330" y="111"/>
                </a:lnTo>
                <a:lnTo>
                  <a:pt x="322" y="118"/>
                </a:lnTo>
                <a:lnTo>
                  <a:pt x="316" y="120"/>
                </a:lnTo>
                <a:lnTo>
                  <a:pt x="310" y="118"/>
                </a:lnTo>
                <a:lnTo>
                  <a:pt x="303" y="117"/>
                </a:lnTo>
                <a:lnTo>
                  <a:pt x="295" y="118"/>
                </a:lnTo>
                <a:lnTo>
                  <a:pt x="293" y="126"/>
                </a:lnTo>
                <a:lnTo>
                  <a:pt x="301" y="133"/>
                </a:lnTo>
                <a:lnTo>
                  <a:pt x="291" y="150"/>
                </a:lnTo>
                <a:lnTo>
                  <a:pt x="277" y="157"/>
                </a:lnTo>
                <a:lnTo>
                  <a:pt x="267" y="159"/>
                </a:lnTo>
                <a:lnTo>
                  <a:pt x="261" y="159"/>
                </a:lnTo>
                <a:lnTo>
                  <a:pt x="256" y="162"/>
                </a:lnTo>
                <a:lnTo>
                  <a:pt x="240" y="164"/>
                </a:lnTo>
                <a:lnTo>
                  <a:pt x="223" y="168"/>
                </a:lnTo>
                <a:lnTo>
                  <a:pt x="214" y="168"/>
                </a:lnTo>
                <a:lnTo>
                  <a:pt x="209" y="164"/>
                </a:lnTo>
                <a:lnTo>
                  <a:pt x="197" y="161"/>
                </a:lnTo>
                <a:lnTo>
                  <a:pt x="182" y="157"/>
                </a:lnTo>
                <a:lnTo>
                  <a:pt x="161" y="157"/>
                </a:lnTo>
                <a:lnTo>
                  <a:pt x="142" y="157"/>
                </a:lnTo>
                <a:lnTo>
                  <a:pt x="131" y="157"/>
                </a:lnTo>
                <a:lnTo>
                  <a:pt x="119" y="152"/>
                </a:lnTo>
                <a:lnTo>
                  <a:pt x="108" y="139"/>
                </a:lnTo>
                <a:lnTo>
                  <a:pt x="100" y="131"/>
                </a:lnTo>
                <a:lnTo>
                  <a:pt x="94" y="127"/>
                </a:lnTo>
                <a:lnTo>
                  <a:pt x="90" y="126"/>
                </a:lnTo>
                <a:lnTo>
                  <a:pt x="74" y="122"/>
                </a:lnTo>
                <a:lnTo>
                  <a:pt x="61" y="117"/>
                </a:lnTo>
                <a:lnTo>
                  <a:pt x="53" y="109"/>
                </a:lnTo>
                <a:lnTo>
                  <a:pt x="47" y="99"/>
                </a:lnTo>
                <a:lnTo>
                  <a:pt x="44" y="87"/>
                </a:lnTo>
                <a:lnTo>
                  <a:pt x="42" y="75"/>
                </a:lnTo>
                <a:lnTo>
                  <a:pt x="36" y="70"/>
                </a:lnTo>
                <a:lnTo>
                  <a:pt x="31" y="69"/>
                </a:lnTo>
                <a:lnTo>
                  <a:pt x="23" y="67"/>
                </a:lnTo>
                <a:lnTo>
                  <a:pt x="16" y="67"/>
                </a:lnTo>
                <a:lnTo>
                  <a:pt x="16" y="72"/>
                </a:lnTo>
                <a:lnTo>
                  <a:pt x="12" y="70"/>
                </a:lnTo>
                <a:lnTo>
                  <a:pt x="8" y="65"/>
                </a:lnTo>
                <a:lnTo>
                  <a:pt x="2" y="59"/>
                </a:lnTo>
                <a:lnTo>
                  <a:pt x="0" y="57"/>
                </a:lnTo>
                <a:lnTo>
                  <a:pt x="12" y="46"/>
                </a:lnTo>
                <a:lnTo>
                  <a:pt x="12" y="44"/>
                </a:lnTo>
                <a:lnTo>
                  <a:pt x="14" y="44"/>
                </a:lnTo>
                <a:lnTo>
                  <a:pt x="16" y="44"/>
                </a:lnTo>
                <a:lnTo>
                  <a:pt x="21" y="39"/>
                </a:lnTo>
                <a:lnTo>
                  <a:pt x="34" y="31"/>
                </a:lnTo>
                <a:lnTo>
                  <a:pt x="45" y="22"/>
                </a:lnTo>
                <a:lnTo>
                  <a:pt x="55" y="18"/>
                </a:lnTo>
                <a:lnTo>
                  <a:pt x="61" y="18"/>
                </a:lnTo>
                <a:lnTo>
                  <a:pt x="65" y="20"/>
                </a:lnTo>
                <a:lnTo>
                  <a:pt x="72" y="28"/>
                </a:lnTo>
                <a:lnTo>
                  <a:pt x="90" y="35"/>
                </a:lnTo>
                <a:lnTo>
                  <a:pt x="106" y="37"/>
                </a:lnTo>
                <a:lnTo>
                  <a:pt x="117" y="37"/>
                </a:lnTo>
                <a:lnTo>
                  <a:pt x="121" y="33"/>
                </a:lnTo>
                <a:lnTo>
                  <a:pt x="119" y="20"/>
                </a:lnTo>
                <a:lnTo>
                  <a:pt x="116" y="6"/>
                </a:lnTo>
                <a:lnTo>
                  <a:pt x="117" y="0"/>
                </a:lnTo>
                <a:lnTo>
                  <a:pt x="129" y="0"/>
                </a:lnTo>
                <a:lnTo>
                  <a:pt x="146" y="6"/>
                </a:lnTo>
                <a:lnTo>
                  <a:pt x="163" y="14"/>
                </a:lnTo>
                <a:lnTo>
                  <a:pt x="170" y="24"/>
                </a:lnTo>
                <a:lnTo>
                  <a:pt x="174" y="28"/>
                </a:lnTo>
                <a:lnTo>
                  <a:pt x="180" y="31"/>
                </a:lnTo>
                <a:lnTo>
                  <a:pt x="188" y="33"/>
                </a:lnTo>
                <a:lnTo>
                  <a:pt x="199" y="33"/>
                </a:lnTo>
                <a:lnTo>
                  <a:pt x="233" y="37"/>
                </a:lnTo>
                <a:lnTo>
                  <a:pt x="256" y="42"/>
                </a:lnTo>
                <a:lnTo>
                  <a:pt x="279" y="42"/>
                </a:lnTo>
                <a:lnTo>
                  <a:pt x="308" y="31"/>
                </a:lnTo>
                <a:lnTo>
                  <a:pt x="322" y="26"/>
                </a:lnTo>
                <a:lnTo>
                  <a:pt x="331" y="31"/>
                </a:lnTo>
                <a:lnTo>
                  <a:pt x="343" y="37"/>
                </a:lnTo>
              </a:path>
            </a:pathLst>
          </a:custGeom>
          <a:solidFill>
            <a:srgbClr val="FDE3BA"/>
          </a:solidFill>
          <a:ln w="12700" cap="rnd">
            <a:solidFill>
              <a:schemeClr val="tx1"/>
            </a:solidFill>
            <a:round/>
            <a:headEnd/>
            <a:tailEnd/>
          </a:ln>
        </p:spPr>
        <p:txBody>
          <a:bodyPr/>
          <a:lstStyle/>
          <a:p>
            <a:endParaRPr lang="en-US"/>
          </a:p>
        </p:txBody>
      </p:sp>
      <p:sp>
        <p:nvSpPr>
          <p:cNvPr id="6473" name="Freeform 792"/>
          <p:cNvSpPr>
            <a:spLocks/>
          </p:cNvSpPr>
          <p:nvPr/>
        </p:nvSpPr>
        <p:spPr bwMode="auto">
          <a:xfrm>
            <a:off x="6471731" y="3985399"/>
            <a:ext cx="89062" cy="108636"/>
          </a:xfrm>
          <a:custGeom>
            <a:avLst/>
            <a:gdLst>
              <a:gd name="T0" fmla="*/ 0 w 51"/>
              <a:gd name="T1" fmla="*/ 52 h 55"/>
              <a:gd name="T2" fmla="*/ 19 w 51"/>
              <a:gd name="T3" fmla="*/ 50 h 55"/>
              <a:gd name="T4" fmla="*/ 22 w 51"/>
              <a:gd name="T5" fmla="*/ 47 h 55"/>
              <a:gd name="T6" fmla="*/ 28 w 51"/>
              <a:gd name="T7" fmla="*/ 45 h 55"/>
              <a:gd name="T8" fmla="*/ 43 w 51"/>
              <a:gd name="T9" fmla="*/ 47 h 55"/>
              <a:gd name="T10" fmla="*/ 48 w 51"/>
              <a:gd name="T11" fmla="*/ 54 h 55"/>
              <a:gd name="T12" fmla="*/ 50 w 51"/>
              <a:gd name="T13" fmla="*/ 49 h 55"/>
              <a:gd name="T14" fmla="*/ 45 w 51"/>
              <a:gd name="T15" fmla="*/ 45 h 55"/>
              <a:gd name="T16" fmla="*/ 46 w 51"/>
              <a:gd name="T17" fmla="*/ 41 h 55"/>
              <a:gd name="T18" fmla="*/ 46 w 51"/>
              <a:gd name="T19" fmla="*/ 32 h 55"/>
              <a:gd name="T20" fmla="*/ 43 w 51"/>
              <a:gd name="T21" fmla="*/ 28 h 55"/>
              <a:gd name="T22" fmla="*/ 30 w 51"/>
              <a:gd name="T23" fmla="*/ 32 h 55"/>
              <a:gd name="T24" fmla="*/ 30 w 51"/>
              <a:gd name="T25" fmla="*/ 26 h 55"/>
              <a:gd name="T26" fmla="*/ 38 w 51"/>
              <a:gd name="T27" fmla="*/ 9 h 55"/>
              <a:gd name="T28" fmla="*/ 38 w 51"/>
              <a:gd name="T29" fmla="*/ 4 h 55"/>
              <a:gd name="T30" fmla="*/ 32 w 51"/>
              <a:gd name="T31" fmla="*/ 2 h 55"/>
              <a:gd name="T32" fmla="*/ 28 w 51"/>
              <a:gd name="T33" fmla="*/ 4 h 55"/>
              <a:gd name="T34" fmla="*/ 22 w 51"/>
              <a:gd name="T35" fmla="*/ 2 h 55"/>
              <a:gd name="T36" fmla="*/ 17 w 51"/>
              <a:gd name="T37" fmla="*/ 2 h 55"/>
              <a:gd name="T38" fmla="*/ 8 w 51"/>
              <a:gd name="T39" fmla="*/ 0 h 55"/>
              <a:gd name="T40" fmla="*/ 8 w 51"/>
              <a:gd name="T41" fmla="*/ 2 h 55"/>
              <a:gd name="T42" fmla="*/ 10 w 51"/>
              <a:gd name="T43" fmla="*/ 9 h 55"/>
              <a:gd name="T44" fmla="*/ 12 w 51"/>
              <a:gd name="T45" fmla="*/ 16 h 55"/>
              <a:gd name="T46" fmla="*/ 4 w 51"/>
              <a:gd name="T47" fmla="*/ 23 h 55"/>
              <a:gd name="T48" fmla="*/ 2 w 51"/>
              <a:gd name="T49" fmla="*/ 23 h 55"/>
              <a:gd name="T50" fmla="*/ 0 w 51"/>
              <a:gd name="T51" fmla="*/ 52 h 5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1"/>
              <a:gd name="T79" fmla="*/ 0 h 55"/>
              <a:gd name="T80" fmla="*/ 51 w 51"/>
              <a:gd name="T81" fmla="*/ 55 h 5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1" h="55">
                <a:moveTo>
                  <a:pt x="0" y="52"/>
                </a:moveTo>
                <a:lnTo>
                  <a:pt x="19" y="50"/>
                </a:lnTo>
                <a:lnTo>
                  <a:pt x="22" y="47"/>
                </a:lnTo>
                <a:lnTo>
                  <a:pt x="28" y="45"/>
                </a:lnTo>
                <a:lnTo>
                  <a:pt x="43" y="47"/>
                </a:lnTo>
                <a:lnTo>
                  <a:pt x="48" y="54"/>
                </a:lnTo>
                <a:lnTo>
                  <a:pt x="50" y="49"/>
                </a:lnTo>
                <a:lnTo>
                  <a:pt x="45" y="45"/>
                </a:lnTo>
                <a:lnTo>
                  <a:pt x="46" y="41"/>
                </a:lnTo>
                <a:lnTo>
                  <a:pt x="46" y="32"/>
                </a:lnTo>
                <a:lnTo>
                  <a:pt x="43" y="28"/>
                </a:lnTo>
                <a:lnTo>
                  <a:pt x="30" y="32"/>
                </a:lnTo>
                <a:lnTo>
                  <a:pt x="30" y="26"/>
                </a:lnTo>
                <a:lnTo>
                  <a:pt x="38" y="9"/>
                </a:lnTo>
                <a:lnTo>
                  <a:pt x="38" y="4"/>
                </a:lnTo>
                <a:lnTo>
                  <a:pt x="32" y="2"/>
                </a:lnTo>
                <a:lnTo>
                  <a:pt x="28" y="4"/>
                </a:lnTo>
                <a:lnTo>
                  <a:pt x="22" y="2"/>
                </a:lnTo>
                <a:lnTo>
                  <a:pt x="17" y="2"/>
                </a:lnTo>
                <a:lnTo>
                  <a:pt x="8" y="0"/>
                </a:lnTo>
                <a:lnTo>
                  <a:pt x="8" y="2"/>
                </a:lnTo>
                <a:lnTo>
                  <a:pt x="10" y="9"/>
                </a:lnTo>
                <a:lnTo>
                  <a:pt x="12" y="16"/>
                </a:lnTo>
                <a:lnTo>
                  <a:pt x="4" y="23"/>
                </a:lnTo>
                <a:lnTo>
                  <a:pt x="2" y="23"/>
                </a:lnTo>
                <a:lnTo>
                  <a:pt x="0" y="52"/>
                </a:lnTo>
              </a:path>
            </a:pathLst>
          </a:custGeom>
          <a:solidFill>
            <a:srgbClr val="FDE3BA"/>
          </a:solidFill>
          <a:ln w="12700" cap="rnd">
            <a:solidFill>
              <a:schemeClr val="tx1"/>
            </a:solidFill>
            <a:round/>
            <a:headEnd/>
            <a:tailEnd/>
          </a:ln>
        </p:spPr>
        <p:txBody>
          <a:bodyPr/>
          <a:lstStyle/>
          <a:p>
            <a:endParaRPr lang="en-US"/>
          </a:p>
        </p:txBody>
      </p:sp>
      <p:sp>
        <p:nvSpPr>
          <p:cNvPr id="6474" name="Freeform 793"/>
          <p:cNvSpPr>
            <a:spLocks/>
          </p:cNvSpPr>
          <p:nvPr/>
        </p:nvSpPr>
        <p:spPr bwMode="auto">
          <a:xfrm>
            <a:off x="7626036" y="4767582"/>
            <a:ext cx="165898" cy="215297"/>
          </a:xfrm>
          <a:custGeom>
            <a:avLst/>
            <a:gdLst>
              <a:gd name="T0" fmla="*/ 0 w 95"/>
              <a:gd name="T1" fmla="*/ 0 h 109"/>
              <a:gd name="T2" fmla="*/ 0 w 95"/>
              <a:gd name="T3" fmla="*/ 94 h 109"/>
              <a:gd name="T4" fmla="*/ 16 w 95"/>
              <a:gd name="T5" fmla="*/ 96 h 109"/>
              <a:gd name="T6" fmla="*/ 20 w 95"/>
              <a:gd name="T7" fmla="*/ 86 h 109"/>
              <a:gd name="T8" fmla="*/ 42 w 95"/>
              <a:gd name="T9" fmla="*/ 74 h 109"/>
              <a:gd name="T10" fmla="*/ 62 w 95"/>
              <a:gd name="T11" fmla="*/ 76 h 109"/>
              <a:gd name="T12" fmla="*/ 82 w 95"/>
              <a:gd name="T13" fmla="*/ 106 h 109"/>
              <a:gd name="T14" fmla="*/ 94 w 95"/>
              <a:gd name="T15" fmla="*/ 108 h 109"/>
              <a:gd name="T16" fmla="*/ 92 w 95"/>
              <a:gd name="T17" fmla="*/ 88 h 109"/>
              <a:gd name="T18" fmla="*/ 82 w 95"/>
              <a:gd name="T19" fmla="*/ 76 h 109"/>
              <a:gd name="T20" fmla="*/ 82 w 95"/>
              <a:gd name="T21" fmla="*/ 54 h 109"/>
              <a:gd name="T22" fmla="*/ 60 w 95"/>
              <a:gd name="T23" fmla="*/ 42 h 109"/>
              <a:gd name="T24" fmla="*/ 58 w 95"/>
              <a:gd name="T25" fmla="*/ 22 h 109"/>
              <a:gd name="T26" fmla="*/ 14 w 95"/>
              <a:gd name="T27" fmla="*/ 4 h 109"/>
              <a:gd name="T28" fmla="*/ 0 w 95"/>
              <a:gd name="T29" fmla="*/ 0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5"/>
              <a:gd name="T46" fmla="*/ 0 h 109"/>
              <a:gd name="T47" fmla="*/ 95 w 95"/>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5" h="109">
                <a:moveTo>
                  <a:pt x="0" y="0"/>
                </a:moveTo>
                <a:lnTo>
                  <a:pt x="0" y="94"/>
                </a:lnTo>
                <a:lnTo>
                  <a:pt x="16" y="96"/>
                </a:lnTo>
                <a:lnTo>
                  <a:pt x="20" y="86"/>
                </a:lnTo>
                <a:lnTo>
                  <a:pt x="42" y="74"/>
                </a:lnTo>
                <a:lnTo>
                  <a:pt x="62" y="76"/>
                </a:lnTo>
                <a:lnTo>
                  <a:pt x="82" y="106"/>
                </a:lnTo>
                <a:lnTo>
                  <a:pt x="94" y="108"/>
                </a:lnTo>
                <a:lnTo>
                  <a:pt x="92" y="88"/>
                </a:lnTo>
                <a:lnTo>
                  <a:pt x="82" y="76"/>
                </a:lnTo>
                <a:lnTo>
                  <a:pt x="82" y="54"/>
                </a:lnTo>
                <a:lnTo>
                  <a:pt x="60" y="42"/>
                </a:lnTo>
                <a:lnTo>
                  <a:pt x="58" y="22"/>
                </a:lnTo>
                <a:lnTo>
                  <a:pt x="14" y="4"/>
                </a:lnTo>
                <a:lnTo>
                  <a:pt x="0" y="0"/>
                </a:lnTo>
              </a:path>
            </a:pathLst>
          </a:custGeom>
          <a:solidFill>
            <a:srgbClr val="FDE3BA"/>
          </a:solidFill>
          <a:ln w="12700" cap="rnd">
            <a:solidFill>
              <a:schemeClr val="tx1"/>
            </a:solidFill>
            <a:round/>
            <a:headEnd/>
            <a:tailEnd/>
          </a:ln>
        </p:spPr>
        <p:txBody>
          <a:bodyPr/>
          <a:lstStyle/>
          <a:p>
            <a:endParaRPr lang="en-US"/>
          </a:p>
        </p:txBody>
      </p:sp>
      <p:sp>
        <p:nvSpPr>
          <p:cNvPr id="6475" name="Freeform 794"/>
          <p:cNvSpPr>
            <a:spLocks/>
          </p:cNvSpPr>
          <p:nvPr/>
        </p:nvSpPr>
        <p:spPr bwMode="auto">
          <a:xfrm>
            <a:off x="5243428" y="1688230"/>
            <a:ext cx="253214" cy="612315"/>
          </a:xfrm>
          <a:custGeom>
            <a:avLst/>
            <a:gdLst>
              <a:gd name="T0" fmla="*/ 24 w 145"/>
              <a:gd name="T1" fmla="*/ 45 h 310"/>
              <a:gd name="T2" fmla="*/ 36 w 145"/>
              <a:gd name="T3" fmla="*/ 81 h 310"/>
              <a:gd name="T4" fmla="*/ 36 w 145"/>
              <a:gd name="T5" fmla="*/ 105 h 310"/>
              <a:gd name="T6" fmla="*/ 48 w 145"/>
              <a:gd name="T7" fmla="*/ 129 h 310"/>
              <a:gd name="T8" fmla="*/ 60 w 145"/>
              <a:gd name="T9" fmla="*/ 153 h 310"/>
              <a:gd name="T10" fmla="*/ 60 w 145"/>
              <a:gd name="T11" fmla="*/ 171 h 310"/>
              <a:gd name="T12" fmla="*/ 36 w 145"/>
              <a:gd name="T13" fmla="*/ 195 h 310"/>
              <a:gd name="T14" fmla="*/ 30 w 145"/>
              <a:gd name="T15" fmla="*/ 210 h 310"/>
              <a:gd name="T16" fmla="*/ 6 w 145"/>
              <a:gd name="T17" fmla="*/ 225 h 310"/>
              <a:gd name="T18" fmla="*/ 6 w 145"/>
              <a:gd name="T19" fmla="*/ 249 h 310"/>
              <a:gd name="T20" fmla="*/ 6 w 145"/>
              <a:gd name="T21" fmla="*/ 264 h 310"/>
              <a:gd name="T22" fmla="*/ 0 w 145"/>
              <a:gd name="T23" fmla="*/ 285 h 310"/>
              <a:gd name="T24" fmla="*/ 12 w 145"/>
              <a:gd name="T25" fmla="*/ 300 h 310"/>
              <a:gd name="T26" fmla="*/ 30 w 145"/>
              <a:gd name="T27" fmla="*/ 300 h 310"/>
              <a:gd name="T28" fmla="*/ 63 w 145"/>
              <a:gd name="T29" fmla="*/ 309 h 310"/>
              <a:gd name="T30" fmla="*/ 99 w 145"/>
              <a:gd name="T31" fmla="*/ 309 h 310"/>
              <a:gd name="T32" fmla="*/ 144 w 145"/>
              <a:gd name="T33" fmla="*/ 243 h 310"/>
              <a:gd name="T34" fmla="*/ 144 w 145"/>
              <a:gd name="T35" fmla="*/ 192 h 310"/>
              <a:gd name="T36" fmla="*/ 120 w 145"/>
              <a:gd name="T37" fmla="*/ 138 h 310"/>
              <a:gd name="T38" fmla="*/ 120 w 145"/>
              <a:gd name="T39" fmla="*/ 93 h 310"/>
              <a:gd name="T40" fmla="*/ 114 w 145"/>
              <a:gd name="T41" fmla="*/ 84 h 310"/>
              <a:gd name="T42" fmla="*/ 99 w 145"/>
              <a:gd name="T43" fmla="*/ 60 h 310"/>
              <a:gd name="T44" fmla="*/ 105 w 145"/>
              <a:gd name="T45" fmla="*/ 30 h 310"/>
              <a:gd name="T46" fmla="*/ 123 w 145"/>
              <a:gd name="T47" fmla="*/ 12 h 310"/>
              <a:gd name="T48" fmla="*/ 93 w 145"/>
              <a:gd name="T49" fmla="*/ 0 h 310"/>
              <a:gd name="T50" fmla="*/ 72 w 145"/>
              <a:gd name="T51" fmla="*/ 0 h 310"/>
              <a:gd name="T52" fmla="*/ 63 w 145"/>
              <a:gd name="T53" fmla="*/ 3 h 310"/>
              <a:gd name="T54" fmla="*/ 60 w 145"/>
              <a:gd name="T55" fmla="*/ 42 h 310"/>
              <a:gd name="T56" fmla="*/ 24 w 145"/>
              <a:gd name="T57" fmla="*/ 45 h 31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5"/>
              <a:gd name="T88" fmla="*/ 0 h 310"/>
              <a:gd name="T89" fmla="*/ 145 w 145"/>
              <a:gd name="T90" fmla="*/ 310 h 31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5" h="310">
                <a:moveTo>
                  <a:pt x="24" y="45"/>
                </a:moveTo>
                <a:lnTo>
                  <a:pt x="36" y="81"/>
                </a:lnTo>
                <a:lnTo>
                  <a:pt x="36" y="105"/>
                </a:lnTo>
                <a:lnTo>
                  <a:pt x="48" y="129"/>
                </a:lnTo>
                <a:lnTo>
                  <a:pt x="60" y="153"/>
                </a:lnTo>
                <a:lnTo>
                  <a:pt x="60" y="171"/>
                </a:lnTo>
                <a:lnTo>
                  <a:pt x="36" y="195"/>
                </a:lnTo>
                <a:lnTo>
                  <a:pt x="30" y="210"/>
                </a:lnTo>
                <a:lnTo>
                  <a:pt x="6" y="225"/>
                </a:lnTo>
                <a:lnTo>
                  <a:pt x="6" y="249"/>
                </a:lnTo>
                <a:lnTo>
                  <a:pt x="6" y="264"/>
                </a:lnTo>
                <a:lnTo>
                  <a:pt x="0" y="285"/>
                </a:lnTo>
                <a:lnTo>
                  <a:pt x="12" y="300"/>
                </a:lnTo>
                <a:lnTo>
                  <a:pt x="30" y="300"/>
                </a:lnTo>
                <a:lnTo>
                  <a:pt x="63" y="309"/>
                </a:lnTo>
                <a:lnTo>
                  <a:pt x="99" y="309"/>
                </a:lnTo>
                <a:lnTo>
                  <a:pt x="144" y="243"/>
                </a:lnTo>
                <a:lnTo>
                  <a:pt x="144" y="192"/>
                </a:lnTo>
                <a:lnTo>
                  <a:pt x="120" y="138"/>
                </a:lnTo>
                <a:lnTo>
                  <a:pt x="120" y="93"/>
                </a:lnTo>
                <a:lnTo>
                  <a:pt x="114" y="84"/>
                </a:lnTo>
                <a:lnTo>
                  <a:pt x="99" y="60"/>
                </a:lnTo>
                <a:lnTo>
                  <a:pt x="105" y="30"/>
                </a:lnTo>
                <a:lnTo>
                  <a:pt x="123" y="12"/>
                </a:lnTo>
                <a:lnTo>
                  <a:pt x="93" y="0"/>
                </a:lnTo>
                <a:lnTo>
                  <a:pt x="72" y="0"/>
                </a:lnTo>
                <a:lnTo>
                  <a:pt x="63" y="3"/>
                </a:lnTo>
                <a:lnTo>
                  <a:pt x="60" y="42"/>
                </a:lnTo>
                <a:lnTo>
                  <a:pt x="24" y="45"/>
                </a:lnTo>
              </a:path>
            </a:pathLst>
          </a:custGeom>
          <a:solidFill>
            <a:srgbClr val="FDE3BA"/>
          </a:solidFill>
          <a:ln w="12700" cap="rnd">
            <a:solidFill>
              <a:srgbClr val="EF9100"/>
            </a:solidFill>
            <a:round/>
            <a:headEnd/>
            <a:tailEnd/>
          </a:ln>
        </p:spPr>
        <p:txBody>
          <a:bodyPr/>
          <a:lstStyle/>
          <a:p>
            <a:endParaRPr lang="en-US" b="1">
              <a:solidFill>
                <a:schemeClr val="bg1">
                  <a:lumMod val="50000"/>
                </a:schemeClr>
              </a:solidFill>
              <a:latin typeface="Times New Roman" pitchFamily="18" charset="0"/>
              <a:cs typeface="Times New Roman" pitchFamily="18" charset="0"/>
            </a:endParaRPr>
          </a:p>
        </p:txBody>
      </p:sp>
      <p:sp>
        <p:nvSpPr>
          <p:cNvPr id="6476" name="Line 795"/>
          <p:cNvSpPr>
            <a:spLocks noChangeShapeType="1"/>
          </p:cNvSpPr>
          <p:nvPr/>
        </p:nvSpPr>
        <p:spPr bwMode="auto">
          <a:xfrm>
            <a:off x="4867974" y="2934588"/>
            <a:ext cx="48896" cy="7901"/>
          </a:xfrm>
          <a:prstGeom prst="line">
            <a:avLst/>
          </a:prstGeom>
          <a:noFill/>
          <a:ln w="12700">
            <a:solidFill>
              <a:srgbClr val="EF9100"/>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477" name="Line 796"/>
          <p:cNvSpPr>
            <a:spLocks noChangeShapeType="1"/>
          </p:cNvSpPr>
          <p:nvPr/>
        </p:nvSpPr>
        <p:spPr bwMode="auto">
          <a:xfrm flipH="1">
            <a:off x="4901153" y="2952364"/>
            <a:ext cx="19210" cy="84935"/>
          </a:xfrm>
          <a:prstGeom prst="line">
            <a:avLst/>
          </a:prstGeom>
          <a:noFill/>
          <a:ln w="12700">
            <a:solidFill>
              <a:srgbClr val="EF9100"/>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478" name="Oval 797"/>
          <p:cNvSpPr>
            <a:spLocks noChangeArrowheads="1"/>
          </p:cNvSpPr>
          <p:nvPr/>
        </p:nvSpPr>
        <p:spPr bwMode="auto">
          <a:xfrm>
            <a:off x="4981483" y="2818050"/>
            <a:ext cx="76837" cy="86909"/>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479" name="Oval 798"/>
          <p:cNvSpPr>
            <a:spLocks noChangeArrowheads="1"/>
          </p:cNvSpPr>
          <p:nvPr/>
        </p:nvSpPr>
        <p:spPr bwMode="auto">
          <a:xfrm>
            <a:off x="4943064" y="2995819"/>
            <a:ext cx="104778" cy="118513"/>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480" name="Rectangle 799"/>
          <p:cNvSpPr>
            <a:spLocks noChangeArrowheads="1"/>
          </p:cNvSpPr>
          <p:nvPr/>
        </p:nvSpPr>
        <p:spPr bwMode="auto">
          <a:xfrm>
            <a:off x="4633970" y="2689662"/>
            <a:ext cx="113509" cy="128388"/>
          </a:xfrm>
          <a:prstGeom prst="rect">
            <a:avLst/>
          </a:prstGeom>
          <a:solidFill>
            <a:schemeClr val="hlink"/>
          </a:solidFill>
          <a:ln w="12700">
            <a:noFill/>
            <a:miter lim="800000"/>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481" name="Oval 800"/>
          <p:cNvSpPr>
            <a:spLocks noChangeArrowheads="1"/>
          </p:cNvSpPr>
          <p:nvPr/>
        </p:nvSpPr>
        <p:spPr bwMode="auto">
          <a:xfrm>
            <a:off x="4936079" y="2891133"/>
            <a:ext cx="104778" cy="118513"/>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482" name="Oval 801"/>
          <p:cNvSpPr>
            <a:spLocks noChangeArrowheads="1"/>
          </p:cNvSpPr>
          <p:nvPr/>
        </p:nvSpPr>
        <p:spPr bwMode="auto">
          <a:xfrm>
            <a:off x="3558904" y="5480632"/>
            <a:ext cx="76837" cy="86909"/>
          </a:xfrm>
          <a:prstGeom prst="ellipse">
            <a:avLst/>
          </a:prstGeom>
          <a:solidFill>
            <a:srgbClr val="FF3300"/>
          </a:solidFill>
          <a:ln w="12700">
            <a:noFill/>
            <a:round/>
            <a:headEnd/>
            <a:tailEnd/>
          </a:ln>
        </p:spPr>
        <p:txBody>
          <a:bodyPr wrap="none" anchor="ctr"/>
          <a:lstStyle/>
          <a:p>
            <a:endParaRPr lang="en-US"/>
          </a:p>
        </p:txBody>
      </p:sp>
      <p:sp>
        <p:nvSpPr>
          <p:cNvPr id="6483" name="Rectangle 802"/>
          <p:cNvSpPr>
            <a:spLocks noChangeArrowheads="1"/>
          </p:cNvSpPr>
          <p:nvPr/>
        </p:nvSpPr>
        <p:spPr bwMode="auto">
          <a:xfrm>
            <a:off x="2966909" y="3590357"/>
            <a:ext cx="113509" cy="128388"/>
          </a:xfrm>
          <a:prstGeom prst="rect">
            <a:avLst/>
          </a:prstGeom>
          <a:solidFill>
            <a:srgbClr val="FF3300"/>
          </a:solidFill>
          <a:ln w="12700">
            <a:noFill/>
            <a:miter lim="800000"/>
            <a:headEnd/>
            <a:tailEnd/>
          </a:ln>
        </p:spPr>
        <p:txBody>
          <a:bodyPr wrap="none" anchor="ctr"/>
          <a:lstStyle/>
          <a:p>
            <a:endParaRPr lang="en-US"/>
          </a:p>
        </p:txBody>
      </p:sp>
      <p:sp>
        <p:nvSpPr>
          <p:cNvPr id="6484" name="Oval 803"/>
          <p:cNvSpPr>
            <a:spLocks noChangeArrowheads="1"/>
          </p:cNvSpPr>
          <p:nvPr/>
        </p:nvSpPr>
        <p:spPr bwMode="auto">
          <a:xfrm>
            <a:off x="2776561" y="3521224"/>
            <a:ext cx="76837" cy="86909"/>
          </a:xfrm>
          <a:prstGeom prst="ellipse">
            <a:avLst/>
          </a:prstGeom>
          <a:solidFill>
            <a:srgbClr val="FF3300"/>
          </a:solidFill>
          <a:ln w="12700">
            <a:noFill/>
            <a:round/>
            <a:headEnd/>
            <a:tailEnd/>
          </a:ln>
        </p:spPr>
        <p:txBody>
          <a:bodyPr wrap="none" anchor="ctr"/>
          <a:lstStyle/>
          <a:p>
            <a:endParaRPr lang="en-US"/>
          </a:p>
        </p:txBody>
      </p:sp>
      <p:sp>
        <p:nvSpPr>
          <p:cNvPr id="6485" name="Oval 804"/>
          <p:cNvSpPr>
            <a:spLocks noChangeArrowheads="1"/>
          </p:cNvSpPr>
          <p:nvPr/>
        </p:nvSpPr>
        <p:spPr bwMode="auto">
          <a:xfrm>
            <a:off x="2092012" y="3544927"/>
            <a:ext cx="76837" cy="86909"/>
          </a:xfrm>
          <a:prstGeom prst="ellipse">
            <a:avLst/>
          </a:prstGeom>
          <a:solidFill>
            <a:srgbClr val="FF3300"/>
          </a:solidFill>
          <a:ln w="12700">
            <a:noFill/>
            <a:round/>
            <a:headEnd/>
            <a:tailEnd/>
          </a:ln>
        </p:spPr>
        <p:txBody>
          <a:bodyPr wrap="none" anchor="ctr"/>
          <a:lstStyle/>
          <a:p>
            <a:endParaRPr lang="en-US"/>
          </a:p>
        </p:txBody>
      </p:sp>
      <p:sp>
        <p:nvSpPr>
          <p:cNvPr id="6486" name="Oval 805"/>
          <p:cNvSpPr>
            <a:spLocks noChangeArrowheads="1"/>
          </p:cNvSpPr>
          <p:nvPr/>
        </p:nvSpPr>
        <p:spPr bwMode="auto">
          <a:xfrm>
            <a:off x="2483183" y="4113787"/>
            <a:ext cx="76837" cy="86909"/>
          </a:xfrm>
          <a:prstGeom prst="ellipse">
            <a:avLst/>
          </a:prstGeom>
          <a:solidFill>
            <a:srgbClr val="FF3300"/>
          </a:solidFill>
          <a:ln w="12700">
            <a:noFill/>
            <a:round/>
            <a:headEnd/>
            <a:tailEnd/>
          </a:ln>
        </p:spPr>
        <p:txBody>
          <a:bodyPr wrap="none" anchor="ctr"/>
          <a:lstStyle/>
          <a:p>
            <a:endParaRPr lang="en-US"/>
          </a:p>
        </p:txBody>
      </p:sp>
      <p:sp>
        <p:nvSpPr>
          <p:cNvPr id="6487" name="Oval 806"/>
          <p:cNvSpPr>
            <a:spLocks noChangeArrowheads="1"/>
          </p:cNvSpPr>
          <p:nvPr/>
        </p:nvSpPr>
        <p:spPr bwMode="auto">
          <a:xfrm>
            <a:off x="2902295" y="3300001"/>
            <a:ext cx="76837" cy="86909"/>
          </a:xfrm>
          <a:prstGeom prst="ellipse">
            <a:avLst/>
          </a:prstGeom>
          <a:solidFill>
            <a:srgbClr val="FF3300"/>
          </a:solidFill>
          <a:ln w="12700">
            <a:noFill/>
            <a:round/>
            <a:headEnd/>
            <a:tailEnd/>
          </a:ln>
        </p:spPr>
        <p:txBody>
          <a:bodyPr wrap="none" anchor="ctr"/>
          <a:lstStyle/>
          <a:p>
            <a:endParaRPr lang="en-US"/>
          </a:p>
        </p:txBody>
      </p:sp>
      <p:sp>
        <p:nvSpPr>
          <p:cNvPr id="6488" name="Oval 807"/>
          <p:cNvSpPr>
            <a:spLocks noChangeArrowheads="1"/>
          </p:cNvSpPr>
          <p:nvPr/>
        </p:nvSpPr>
        <p:spPr bwMode="auto">
          <a:xfrm>
            <a:off x="5009424" y="2723240"/>
            <a:ext cx="76837" cy="86909"/>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489" name="Oval 808"/>
          <p:cNvSpPr>
            <a:spLocks noChangeArrowheads="1"/>
          </p:cNvSpPr>
          <p:nvPr/>
        </p:nvSpPr>
        <p:spPr bwMode="auto">
          <a:xfrm>
            <a:off x="4838286" y="2685711"/>
            <a:ext cx="104778" cy="118513"/>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490" name="Oval 809"/>
          <p:cNvSpPr>
            <a:spLocks noChangeArrowheads="1"/>
          </p:cNvSpPr>
          <p:nvPr/>
        </p:nvSpPr>
        <p:spPr bwMode="auto">
          <a:xfrm>
            <a:off x="4799868" y="2794347"/>
            <a:ext cx="76837" cy="86909"/>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491" name="Oval 810"/>
          <p:cNvSpPr>
            <a:spLocks noChangeArrowheads="1"/>
          </p:cNvSpPr>
          <p:nvPr/>
        </p:nvSpPr>
        <p:spPr bwMode="auto">
          <a:xfrm>
            <a:off x="7446167" y="3578506"/>
            <a:ext cx="104778" cy="118513"/>
          </a:xfrm>
          <a:prstGeom prst="ellipse">
            <a:avLst/>
          </a:prstGeom>
          <a:solidFill>
            <a:srgbClr val="FF3300"/>
          </a:solidFill>
          <a:ln w="12700">
            <a:noFill/>
            <a:round/>
            <a:headEnd/>
            <a:tailEnd/>
          </a:ln>
        </p:spPr>
        <p:txBody>
          <a:bodyPr wrap="none" anchor="ctr"/>
          <a:lstStyle/>
          <a:p>
            <a:endParaRPr lang="en-US"/>
          </a:p>
        </p:txBody>
      </p:sp>
      <p:sp>
        <p:nvSpPr>
          <p:cNvPr id="6492" name="Oval 811"/>
          <p:cNvSpPr>
            <a:spLocks noChangeArrowheads="1"/>
          </p:cNvSpPr>
          <p:nvPr/>
        </p:nvSpPr>
        <p:spPr bwMode="auto">
          <a:xfrm>
            <a:off x="6925769" y="4066382"/>
            <a:ext cx="76837" cy="86909"/>
          </a:xfrm>
          <a:prstGeom prst="ellipse">
            <a:avLst/>
          </a:prstGeom>
          <a:solidFill>
            <a:srgbClr val="FF3300"/>
          </a:solidFill>
          <a:ln w="12700">
            <a:solidFill>
              <a:schemeClr val="tx1"/>
            </a:solidFill>
            <a:round/>
            <a:headEnd/>
            <a:tailEnd/>
          </a:ln>
        </p:spPr>
        <p:txBody>
          <a:bodyPr wrap="none" anchor="ctr"/>
          <a:lstStyle/>
          <a:p>
            <a:endParaRPr lang="en-US"/>
          </a:p>
        </p:txBody>
      </p:sp>
      <p:sp>
        <p:nvSpPr>
          <p:cNvPr id="6493" name="Oval 812"/>
          <p:cNvSpPr>
            <a:spLocks noChangeArrowheads="1"/>
          </p:cNvSpPr>
          <p:nvPr/>
        </p:nvSpPr>
        <p:spPr bwMode="auto">
          <a:xfrm>
            <a:off x="6171368" y="4216498"/>
            <a:ext cx="76837" cy="86909"/>
          </a:xfrm>
          <a:prstGeom prst="ellipse">
            <a:avLst/>
          </a:prstGeom>
          <a:solidFill>
            <a:srgbClr val="FF3300"/>
          </a:solidFill>
          <a:ln w="12700">
            <a:noFill/>
            <a:round/>
            <a:headEnd/>
            <a:tailEnd/>
          </a:ln>
        </p:spPr>
        <p:txBody>
          <a:bodyPr wrap="none" anchor="ctr"/>
          <a:lstStyle/>
          <a:p>
            <a:endParaRPr lang="en-US"/>
          </a:p>
        </p:txBody>
      </p:sp>
      <p:sp>
        <p:nvSpPr>
          <p:cNvPr id="6494" name="Oval 813"/>
          <p:cNvSpPr>
            <a:spLocks noChangeArrowheads="1"/>
          </p:cNvSpPr>
          <p:nvPr/>
        </p:nvSpPr>
        <p:spPr bwMode="auto">
          <a:xfrm>
            <a:off x="6800036" y="4587838"/>
            <a:ext cx="76837" cy="86909"/>
          </a:xfrm>
          <a:prstGeom prst="ellipse">
            <a:avLst/>
          </a:prstGeom>
          <a:solidFill>
            <a:srgbClr val="FF3300"/>
          </a:solidFill>
          <a:ln w="12700">
            <a:noFill/>
            <a:round/>
            <a:headEnd/>
            <a:tailEnd/>
          </a:ln>
        </p:spPr>
        <p:txBody>
          <a:bodyPr wrap="none" anchor="ctr"/>
          <a:lstStyle/>
          <a:p>
            <a:endParaRPr lang="en-US"/>
          </a:p>
        </p:txBody>
      </p:sp>
      <p:sp>
        <p:nvSpPr>
          <p:cNvPr id="6495" name="Oval 814"/>
          <p:cNvSpPr>
            <a:spLocks noChangeArrowheads="1"/>
          </p:cNvSpPr>
          <p:nvPr/>
        </p:nvSpPr>
        <p:spPr bwMode="auto">
          <a:xfrm>
            <a:off x="7561422" y="5709757"/>
            <a:ext cx="76837" cy="86909"/>
          </a:xfrm>
          <a:prstGeom prst="ellipse">
            <a:avLst/>
          </a:prstGeom>
          <a:solidFill>
            <a:srgbClr val="FF3300"/>
          </a:solidFill>
          <a:ln w="12700">
            <a:noFill/>
            <a:round/>
            <a:headEnd/>
            <a:tailEnd/>
          </a:ln>
        </p:spPr>
        <p:txBody>
          <a:bodyPr wrap="none" anchor="ctr"/>
          <a:lstStyle/>
          <a:p>
            <a:endParaRPr lang="en-US"/>
          </a:p>
        </p:txBody>
      </p:sp>
      <p:sp>
        <p:nvSpPr>
          <p:cNvPr id="6496" name="Oval 815"/>
          <p:cNvSpPr>
            <a:spLocks noChangeArrowheads="1"/>
          </p:cNvSpPr>
          <p:nvPr/>
        </p:nvSpPr>
        <p:spPr bwMode="auto">
          <a:xfrm>
            <a:off x="7736052" y="5559641"/>
            <a:ext cx="76837" cy="86909"/>
          </a:xfrm>
          <a:prstGeom prst="ellipse">
            <a:avLst/>
          </a:prstGeom>
          <a:solidFill>
            <a:srgbClr val="FF3300"/>
          </a:solidFill>
          <a:ln w="12700">
            <a:noFill/>
            <a:round/>
            <a:headEnd/>
            <a:tailEnd/>
          </a:ln>
        </p:spPr>
        <p:txBody>
          <a:bodyPr wrap="none" anchor="ctr"/>
          <a:lstStyle/>
          <a:p>
            <a:endParaRPr lang="en-US"/>
          </a:p>
        </p:txBody>
      </p:sp>
      <p:sp>
        <p:nvSpPr>
          <p:cNvPr id="6497" name="Oval 816"/>
          <p:cNvSpPr>
            <a:spLocks noChangeArrowheads="1"/>
          </p:cNvSpPr>
          <p:nvPr/>
        </p:nvSpPr>
        <p:spPr bwMode="auto">
          <a:xfrm>
            <a:off x="3628756" y="5338417"/>
            <a:ext cx="76837" cy="86909"/>
          </a:xfrm>
          <a:prstGeom prst="ellipse">
            <a:avLst/>
          </a:prstGeom>
          <a:solidFill>
            <a:srgbClr val="FF3300"/>
          </a:solidFill>
          <a:ln w="12700">
            <a:noFill/>
            <a:round/>
            <a:headEnd/>
            <a:tailEnd/>
          </a:ln>
        </p:spPr>
        <p:txBody>
          <a:bodyPr wrap="none" anchor="ctr"/>
          <a:lstStyle/>
          <a:p>
            <a:endParaRPr lang="en-US"/>
          </a:p>
        </p:txBody>
      </p:sp>
      <p:sp>
        <p:nvSpPr>
          <p:cNvPr id="9009" name="Rectangle 817"/>
          <p:cNvSpPr>
            <a:spLocks noChangeArrowheads="1"/>
          </p:cNvSpPr>
          <p:nvPr/>
        </p:nvSpPr>
        <p:spPr bwMode="auto">
          <a:xfrm>
            <a:off x="3457618" y="5934931"/>
            <a:ext cx="905698" cy="305212"/>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a:latin typeface="Times New Roman" charset="0"/>
              </a:rPr>
              <a:t>São Paulo</a:t>
            </a:r>
          </a:p>
        </p:txBody>
      </p:sp>
      <p:sp>
        <p:nvSpPr>
          <p:cNvPr id="9010" name="Rectangle 818"/>
          <p:cNvSpPr>
            <a:spLocks noChangeArrowheads="1"/>
          </p:cNvSpPr>
          <p:nvPr/>
        </p:nvSpPr>
        <p:spPr bwMode="auto">
          <a:xfrm>
            <a:off x="3808625" y="5628774"/>
            <a:ext cx="1221489" cy="305212"/>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dirty="0">
                <a:latin typeface="Times New Roman" charset="0"/>
              </a:rPr>
              <a:t>Rio de </a:t>
            </a:r>
            <a:r>
              <a:rPr kumimoji="0" lang="en-US" altLang="ko-KR" sz="1400" dirty="0" err="1">
                <a:latin typeface="Times New Roman" charset="0"/>
              </a:rPr>
              <a:t>Janiero</a:t>
            </a:r>
            <a:endParaRPr kumimoji="0" lang="en-US" altLang="ko-KR" sz="1400" dirty="0">
              <a:latin typeface="Times New Roman" charset="0"/>
            </a:endParaRPr>
          </a:p>
        </p:txBody>
      </p:sp>
      <p:sp>
        <p:nvSpPr>
          <p:cNvPr id="9011" name="Rectangle 819"/>
          <p:cNvSpPr>
            <a:spLocks noChangeArrowheads="1"/>
          </p:cNvSpPr>
          <p:nvPr/>
        </p:nvSpPr>
        <p:spPr bwMode="auto">
          <a:xfrm>
            <a:off x="874842" y="4396243"/>
            <a:ext cx="742192" cy="520655"/>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a:latin typeface="Times New Roman" charset="0"/>
              </a:rPr>
              <a:t>Mexico</a:t>
            </a:r>
          </a:p>
          <a:p>
            <a:pPr eaLnBrk="0" latinLnBrk="0" hangingPunct="0">
              <a:defRPr/>
            </a:pPr>
            <a:r>
              <a:rPr kumimoji="0" lang="en-US" altLang="ko-KR" sz="1400">
                <a:latin typeface="Times New Roman" charset="0"/>
              </a:rPr>
              <a:t>City</a:t>
            </a:r>
          </a:p>
        </p:txBody>
      </p:sp>
      <p:sp>
        <p:nvSpPr>
          <p:cNvPr id="9012" name="Rectangle 820"/>
          <p:cNvSpPr>
            <a:spLocks noChangeArrowheads="1"/>
          </p:cNvSpPr>
          <p:nvPr/>
        </p:nvSpPr>
        <p:spPr bwMode="auto">
          <a:xfrm>
            <a:off x="539552" y="3258522"/>
            <a:ext cx="881653" cy="520655"/>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a:latin typeface="Times New Roman" charset="0"/>
              </a:rPr>
              <a:t>San</a:t>
            </a:r>
          </a:p>
          <a:p>
            <a:pPr eaLnBrk="0" latinLnBrk="0" hangingPunct="0">
              <a:defRPr/>
            </a:pPr>
            <a:r>
              <a:rPr kumimoji="0" lang="en-US" altLang="ko-KR" sz="1400">
                <a:latin typeface="Times New Roman" charset="0"/>
              </a:rPr>
              <a:t>Francisco</a:t>
            </a:r>
          </a:p>
        </p:txBody>
      </p:sp>
      <p:sp>
        <p:nvSpPr>
          <p:cNvPr id="9013" name="Rectangle 821"/>
          <p:cNvSpPr>
            <a:spLocks noChangeArrowheads="1"/>
          </p:cNvSpPr>
          <p:nvPr/>
        </p:nvSpPr>
        <p:spPr bwMode="auto">
          <a:xfrm>
            <a:off x="3087403" y="3479746"/>
            <a:ext cx="583815" cy="582211"/>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600">
                <a:latin typeface="Times New Roman" charset="0"/>
              </a:rPr>
              <a:t>New</a:t>
            </a:r>
          </a:p>
          <a:p>
            <a:pPr eaLnBrk="0" latinLnBrk="0" hangingPunct="0">
              <a:defRPr/>
            </a:pPr>
            <a:r>
              <a:rPr kumimoji="0" lang="en-US" altLang="ko-KR" sz="1600">
                <a:latin typeface="Times New Roman" charset="0"/>
              </a:rPr>
              <a:t>York</a:t>
            </a:r>
          </a:p>
        </p:txBody>
      </p:sp>
      <p:sp>
        <p:nvSpPr>
          <p:cNvPr id="6503" name="Rectangle 822"/>
          <p:cNvSpPr>
            <a:spLocks noChangeArrowheads="1"/>
          </p:cNvSpPr>
          <p:nvPr/>
        </p:nvSpPr>
        <p:spPr bwMode="auto">
          <a:xfrm>
            <a:off x="2051720" y="2905231"/>
            <a:ext cx="747257"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dirty="0">
                <a:solidFill>
                  <a:schemeClr val="bg1">
                    <a:lumMod val="50000"/>
                  </a:schemeClr>
                </a:solidFill>
                <a:latin typeface="Times New Roman" pitchFamily="18" charset="0"/>
                <a:cs typeface="Times New Roman" pitchFamily="18" charset="0"/>
              </a:rPr>
              <a:t>Toronto</a:t>
            </a:r>
          </a:p>
        </p:txBody>
      </p:sp>
      <p:sp>
        <p:nvSpPr>
          <p:cNvPr id="9015" name="Rectangle 823"/>
          <p:cNvSpPr>
            <a:spLocks noChangeArrowheads="1"/>
          </p:cNvSpPr>
          <p:nvPr/>
        </p:nvSpPr>
        <p:spPr bwMode="auto">
          <a:xfrm>
            <a:off x="5630015" y="4536482"/>
            <a:ext cx="820739" cy="305212"/>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a:latin typeface="Times New Roman" charset="0"/>
              </a:rPr>
              <a:t>Bombay</a:t>
            </a:r>
          </a:p>
        </p:txBody>
      </p:sp>
      <p:sp>
        <p:nvSpPr>
          <p:cNvPr id="9016" name="Rectangle 824"/>
          <p:cNvSpPr>
            <a:spLocks noChangeArrowheads="1"/>
          </p:cNvSpPr>
          <p:nvPr/>
        </p:nvSpPr>
        <p:spPr bwMode="auto">
          <a:xfrm>
            <a:off x="6407119" y="5818394"/>
            <a:ext cx="971421" cy="305212"/>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a:latin typeface="Times New Roman" charset="0"/>
              </a:rPr>
              <a:t>Melbourne</a:t>
            </a:r>
          </a:p>
        </p:txBody>
      </p:sp>
      <p:sp>
        <p:nvSpPr>
          <p:cNvPr id="9017" name="Rectangle 825"/>
          <p:cNvSpPr>
            <a:spLocks noChangeArrowheads="1"/>
          </p:cNvSpPr>
          <p:nvPr/>
        </p:nvSpPr>
        <p:spPr bwMode="auto">
          <a:xfrm>
            <a:off x="7861786" y="5330516"/>
            <a:ext cx="740588" cy="305212"/>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a:latin typeface="Times New Roman" charset="0"/>
              </a:rPr>
              <a:t>Sydney</a:t>
            </a:r>
          </a:p>
        </p:txBody>
      </p:sp>
      <p:sp>
        <p:nvSpPr>
          <p:cNvPr id="9018" name="Rectangle 826"/>
          <p:cNvSpPr>
            <a:spLocks noChangeArrowheads="1"/>
          </p:cNvSpPr>
          <p:nvPr/>
        </p:nvSpPr>
        <p:spPr bwMode="auto">
          <a:xfrm>
            <a:off x="7505541" y="3452093"/>
            <a:ext cx="721737" cy="335989"/>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600">
                <a:latin typeface="Times New Roman" charset="0"/>
              </a:rPr>
              <a:t>Tokyo</a:t>
            </a:r>
          </a:p>
        </p:txBody>
      </p:sp>
      <p:sp>
        <p:nvSpPr>
          <p:cNvPr id="9019" name="Rectangle 827"/>
          <p:cNvSpPr>
            <a:spLocks noChangeArrowheads="1"/>
          </p:cNvSpPr>
          <p:nvPr/>
        </p:nvSpPr>
        <p:spPr bwMode="auto">
          <a:xfrm>
            <a:off x="7275029" y="3932068"/>
            <a:ext cx="1064395" cy="305212"/>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a:latin typeface="Times New Roman" charset="0"/>
              </a:rPr>
              <a:t>Hong Kong</a:t>
            </a:r>
          </a:p>
        </p:txBody>
      </p:sp>
      <p:sp>
        <p:nvSpPr>
          <p:cNvPr id="9020" name="Rectangle 828"/>
          <p:cNvSpPr>
            <a:spLocks noChangeArrowheads="1"/>
          </p:cNvSpPr>
          <p:nvPr/>
        </p:nvSpPr>
        <p:spPr bwMode="auto">
          <a:xfrm>
            <a:off x="5891960" y="5057938"/>
            <a:ext cx="910507" cy="305212"/>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noFill/>
            <a:miter lim="800000"/>
            <a:headEnd/>
            <a:tailEnd/>
          </a:ln>
          <a:effectLst/>
        </p:spPr>
        <p:txBody>
          <a:bodyPr wrap="none" lIns="90488" tIns="44450" rIns="90488" bIns="44450">
            <a:spAutoFit/>
          </a:bodyPr>
          <a:lstStyle/>
          <a:p>
            <a:pPr eaLnBrk="0" latinLnBrk="0" hangingPunct="0">
              <a:defRPr/>
            </a:pPr>
            <a:r>
              <a:rPr kumimoji="0" lang="en-US" altLang="ko-KR" sz="1400">
                <a:latin typeface="Times New Roman" charset="0"/>
              </a:rPr>
              <a:t>Singapore</a:t>
            </a:r>
          </a:p>
        </p:txBody>
      </p:sp>
      <p:sp>
        <p:nvSpPr>
          <p:cNvPr id="6510" name="Line 829"/>
          <p:cNvSpPr>
            <a:spLocks noChangeShapeType="1"/>
          </p:cNvSpPr>
          <p:nvPr/>
        </p:nvSpPr>
        <p:spPr bwMode="auto">
          <a:xfrm flipH="1">
            <a:off x="6993876" y="4111813"/>
            <a:ext cx="310841" cy="0"/>
          </a:xfrm>
          <a:prstGeom prst="line">
            <a:avLst/>
          </a:prstGeom>
          <a:noFill/>
          <a:ln w="12700">
            <a:solidFill>
              <a:schemeClr val="tx1"/>
            </a:solidFill>
            <a:round/>
            <a:headEnd/>
            <a:tailEnd/>
          </a:ln>
        </p:spPr>
        <p:txBody>
          <a:bodyPr wrap="none" anchor="ctr"/>
          <a:lstStyle/>
          <a:p>
            <a:endParaRPr lang="ko-KR" altLang="en-US"/>
          </a:p>
        </p:txBody>
      </p:sp>
      <p:sp>
        <p:nvSpPr>
          <p:cNvPr id="6511" name="Line 830"/>
          <p:cNvSpPr>
            <a:spLocks noChangeShapeType="1"/>
          </p:cNvSpPr>
          <p:nvPr/>
        </p:nvSpPr>
        <p:spPr bwMode="auto">
          <a:xfrm flipH="1" flipV="1">
            <a:off x="3675906" y="5407550"/>
            <a:ext cx="150182" cy="264678"/>
          </a:xfrm>
          <a:prstGeom prst="line">
            <a:avLst/>
          </a:prstGeom>
          <a:noFill/>
          <a:ln w="12700">
            <a:solidFill>
              <a:schemeClr val="bg1"/>
            </a:solidFill>
            <a:round/>
            <a:headEnd/>
            <a:tailEnd/>
          </a:ln>
        </p:spPr>
        <p:txBody>
          <a:bodyPr wrap="none" anchor="ctr"/>
          <a:lstStyle/>
          <a:p>
            <a:endParaRPr lang="ko-KR" altLang="en-US"/>
          </a:p>
        </p:txBody>
      </p:sp>
      <p:sp>
        <p:nvSpPr>
          <p:cNvPr id="6512" name="Line 831"/>
          <p:cNvSpPr>
            <a:spLocks noChangeShapeType="1"/>
          </p:cNvSpPr>
          <p:nvPr/>
        </p:nvSpPr>
        <p:spPr bwMode="auto">
          <a:xfrm flipH="1" flipV="1">
            <a:off x="3640980" y="5533964"/>
            <a:ext cx="122241" cy="446397"/>
          </a:xfrm>
          <a:prstGeom prst="line">
            <a:avLst/>
          </a:prstGeom>
          <a:noFill/>
          <a:ln w="12700">
            <a:solidFill>
              <a:schemeClr val="bg1"/>
            </a:solidFill>
            <a:round/>
            <a:headEnd/>
            <a:tailEnd/>
          </a:ln>
        </p:spPr>
        <p:txBody>
          <a:bodyPr wrap="none" anchor="ctr"/>
          <a:lstStyle/>
          <a:p>
            <a:endParaRPr lang="ko-KR" altLang="en-US"/>
          </a:p>
        </p:txBody>
      </p:sp>
      <p:sp>
        <p:nvSpPr>
          <p:cNvPr id="6513" name="Rectangle 832"/>
          <p:cNvSpPr>
            <a:spLocks noChangeArrowheads="1"/>
          </p:cNvSpPr>
          <p:nvPr/>
        </p:nvSpPr>
        <p:spPr bwMode="auto">
          <a:xfrm>
            <a:off x="3926718" y="2124752"/>
            <a:ext cx="780664"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b="1">
                <a:solidFill>
                  <a:schemeClr val="bg1">
                    <a:lumMod val="50000"/>
                  </a:schemeClr>
                </a:solidFill>
                <a:latin typeface="Times New Roman" pitchFamily="18" charset="0"/>
                <a:cs typeface="Times New Roman" pitchFamily="18" charset="0"/>
              </a:rPr>
              <a:t>London</a:t>
            </a:r>
          </a:p>
        </p:txBody>
      </p:sp>
      <p:sp>
        <p:nvSpPr>
          <p:cNvPr id="6514" name="Line 833"/>
          <p:cNvSpPr>
            <a:spLocks noChangeShapeType="1"/>
          </p:cNvSpPr>
          <p:nvPr/>
        </p:nvSpPr>
        <p:spPr bwMode="auto">
          <a:xfrm>
            <a:off x="4406951" y="2413133"/>
            <a:ext cx="206063" cy="233075"/>
          </a:xfrm>
          <a:prstGeom prst="line">
            <a:avLst/>
          </a:prstGeom>
          <a:noFill/>
          <a:ln w="12700">
            <a:solidFill>
              <a:schemeClr val="hlink"/>
            </a:solidFill>
            <a:round/>
            <a:headEnd/>
            <a:tailEnd/>
          </a:ln>
        </p:spPr>
        <p:txBody>
          <a:bodyPr wrap="none" anchor="ctr"/>
          <a:lstStyle/>
          <a:p>
            <a:endParaRPr lang="ko-KR" altLang="en-US" b="1">
              <a:solidFill>
                <a:schemeClr val="bg1">
                  <a:lumMod val="50000"/>
                </a:schemeClr>
              </a:solidFill>
              <a:latin typeface="Times New Roman" pitchFamily="18" charset="0"/>
              <a:cs typeface="Times New Roman" pitchFamily="18" charset="0"/>
            </a:endParaRPr>
          </a:p>
        </p:txBody>
      </p:sp>
      <p:sp>
        <p:nvSpPr>
          <p:cNvPr id="6515" name="Oval 834"/>
          <p:cNvSpPr>
            <a:spLocks noChangeArrowheads="1"/>
          </p:cNvSpPr>
          <p:nvPr/>
        </p:nvSpPr>
        <p:spPr bwMode="auto">
          <a:xfrm>
            <a:off x="4743986" y="2958290"/>
            <a:ext cx="104778" cy="118513"/>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516" name="Rectangle 835"/>
          <p:cNvSpPr>
            <a:spLocks noChangeArrowheads="1"/>
          </p:cNvSpPr>
          <p:nvPr/>
        </p:nvSpPr>
        <p:spPr bwMode="auto">
          <a:xfrm>
            <a:off x="3937196" y="2829901"/>
            <a:ext cx="541816"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a:solidFill>
                  <a:schemeClr val="bg1">
                    <a:lumMod val="50000"/>
                  </a:schemeClr>
                </a:solidFill>
                <a:latin typeface="Times New Roman" pitchFamily="18" charset="0"/>
                <a:cs typeface="Times New Roman" pitchFamily="18" charset="0"/>
              </a:rPr>
              <a:t>Paris</a:t>
            </a:r>
          </a:p>
        </p:txBody>
      </p:sp>
      <p:sp>
        <p:nvSpPr>
          <p:cNvPr id="6517" name="Line 836"/>
          <p:cNvSpPr>
            <a:spLocks noChangeShapeType="1"/>
          </p:cNvSpPr>
          <p:nvPr/>
        </p:nvSpPr>
        <p:spPr bwMode="auto">
          <a:xfrm>
            <a:off x="4532684" y="3033348"/>
            <a:ext cx="195586" cy="0"/>
          </a:xfrm>
          <a:prstGeom prst="line">
            <a:avLst/>
          </a:prstGeom>
          <a:noFill/>
          <a:ln w="12700">
            <a:solidFill>
              <a:schemeClr val="hlink"/>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518" name="Rectangle 837"/>
          <p:cNvSpPr>
            <a:spLocks noChangeArrowheads="1"/>
          </p:cNvSpPr>
          <p:nvPr/>
        </p:nvSpPr>
        <p:spPr bwMode="auto">
          <a:xfrm>
            <a:off x="5372434" y="2835756"/>
            <a:ext cx="660438"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dirty="0">
                <a:solidFill>
                  <a:schemeClr val="bg1">
                    <a:lumMod val="50000"/>
                  </a:schemeClr>
                </a:solidFill>
                <a:latin typeface="Times New Roman" pitchFamily="18" charset="0"/>
                <a:cs typeface="Times New Roman" pitchFamily="18" charset="0"/>
              </a:rPr>
              <a:t>Zurich</a:t>
            </a:r>
          </a:p>
        </p:txBody>
      </p:sp>
      <p:sp>
        <p:nvSpPr>
          <p:cNvPr id="6519" name="Line 838"/>
          <p:cNvSpPr>
            <a:spLocks noChangeShapeType="1"/>
          </p:cNvSpPr>
          <p:nvPr/>
        </p:nvSpPr>
        <p:spPr bwMode="auto">
          <a:xfrm flipH="1">
            <a:off x="5063559" y="2946439"/>
            <a:ext cx="359738" cy="102711"/>
          </a:xfrm>
          <a:prstGeom prst="line">
            <a:avLst/>
          </a:prstGeom>
          <a:noFill/>
          <a:ln w="12700">
            <a:solidFill>
              <a:schemeClr val="hlink"/>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520" name="Rectangle 839"/>
          <p:cNvSpPr>
            <a:spLocks noChangeArrowheads="1"/>
          </p:cNvSpPr>
          <p:nvPr/>
        </p:nvSpPr>
        <p:spPr bwMode="auto">
          <a:xfrm>
            <a:off x="5148064" y="2492896"/>
            <a:ext cx="859211"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dirty="0">
                <a:solidFill>
                  <a:schemeClr val="bg1">
                    <a:lumMod val="50000"/>
                  </a:schemeClr>
                </a:solidFill>
                <a:latin typeface="Times New Roman" pitchFamily="18" charset="0"/>
                <a:cs typeface="Times New Roman" pitchFamily="18" charset="0"/>
              </a:rPr>
              <a:t>Frankfurt</a:t>
            </a:r>
          </a:p>
        </p:txBody>
      </p:sp>
      <p:sp>
        <p:nvSpPr>
          <p:cNvPr id="6521" name="Oval 840"/>
          <p:cNvSpPr>
            <a:spLocks noChangeArrowheads="1"/>
          </p:cNvSpPr>
          <p:nvPr/>
        </p:nvSpPr>
        <p:spPr bwMode="auto">
          <a:xfrm>
            <a:off x="4588566" y="3357283"/>
            <a:ext cx="76837" cy="86909"/>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522" name="Line 841"/>
          <p:cNvSpPr>
            <a:spLocks noChangeShapeType="1"/>
          </p:cNvSpPr>
          <p:nvPr/>
        </p:nvSpPr>
        <p:spPr bwMode="auto">
          <a:xfrm flipH="1">
            <a:off x="5016409" y="2697563"/>
            <a:ext cx="370216" cy="227148"/>
          </a:xfrm>
          <a:prstGeom prst="line">
            <a:avLst/>
          </a:prstGeom>
          <a:noFill/>
          <a:ln w="12700">
            <a:solidFill>
              <a:schemeClr val="hlink"/>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523" name="Rectangle 842"/>
          <p:cNvSpPr>
            <a:spLocks noChangeArrowheads="1"/>
          </p:cNvSpPr>
          <p:nvPr/>
        </p:nvSpPr>
        <p:spPr bwMode="auto">
          <a:xfrm>
            <a:off x="4104840" y="1573668"/>
            <a:ext cx="1221489" cy="335989"/>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600" b="1">
                <a:solidFill>
                  <a:schemeClr val="bg1">
                    <a:lumMod val="50000"/>
                  </a:schemeClr>
                </a:solidFill>
                <a:latin typeface="Times New Roman" pitchFamily="18" charset="0"/>
                <a:cs typeface="Times New Roman" pitchFamily="18" charset="0"/>
              </a:rPr>
              <a:t>Amsterdam</a:t>
            </a:r>
          </a:p>
        </p:txBody>
      </p:sp>
      <p:sp>
        <p:nvSpPr>
          <p:cNvPr id="6524" name="Line 843"/>
          <p:cNvSpPr>
            <a:spLocks noChangeShapeType="1"/>
          </p:cNvSpPr>
          <p:nvPr/>
        </p:nvSpPr>
        <p:spPr bwMode="auto">
          <a:xfrm>
            <a:off x="4689851" y="1897602"/>
            <a:ext cx="185108" cy="790084"/>
          </a:xfrm>
          <a:prstGeom prst="line">
            <a:avLst/>
          </a:prstGeom>
          <a:noFill/>
          <a:ln w="12700">
            <a:solidFill>
              <a:schemeClr val="hlink"/>
            </a:solidFill>
            <a:round/>
            <a:headEnd/>
            <a:tailEnd/>
          </a:ln>
        </p:spPr>
        <p:txBody>
          <a:bodyPr wrap="none" anchor="ctr"/>
          <a:lstStyle/>
          <a:p>
            <a:endParaRPr lang="ko-KR" altLang="en-US" b="1">
              <a:solidFill>
                <a:schemeClr val="bg1">
                  <a:lumMod val="50000"/>
                </a:schemeClr>
              </a:solidFill>
              <a:latin typeface="Times New Roman" pitchFamily="18" charset="0"/>
              <a:cs typeface="Times New Roman" pitchFamily="18" charset="0"/>
            </a:endParaRPr>
          </a:p>
        </p:txBody>
      </p:sp>
      <p:sp>
        <p:nvSpPr>
          <p:cNvPr id="6525" name="Line 844"/>
          <p:cNvSpPr>
            <a:spLocks noChangeShapeType="1"/>
          </p:cNvSpPr>
          <p:nvPr/>
        </p:nvSpPr>
        <p:spPr bwMode="auto">
          <a:xfrm flipV="1">
            <a:off x="6078815" y="4261929"/>
            <a:ext cx="83822" cy="347637"/>
          </a:xfrm>
          <a:prstGeom prst="line">
            <a:avLst/>
          </a:prstGeom>
          <a:noFill/>
          <a:ln w="12700">
            <a:solidFill>
              <a:schemeClr val="bg1"/>
            </a:solidFill>
            <a:round/>
            <a:headEnd/>
            <a:tailEnd/>
          </a:ln>
        </p:spPr>
        <p:txBody>
          <a:bodyPr wrap="none" anchor="ctr"/>
          <a:lstStyle/>
          <a:p>
            <a:endParaRPr lang="ko-KR" altLang="en-US"/>
          </a:p>
        </p:txBody>
      </p:sp>
      <p:sp>
        <p:nvSpPr>
          <p:cNvPr id="6526" name="Line 845"/>
          <p:cNvSpPr>
            <a:spLocks noChangeShapeType="1"/>
          </p:cNvSpPr>
          <p:nvPr/>
        </p:nvSpPr>
        <p:spPr bwMode="auto">
          <a:xfrm flipV="1">
            <a:off x="6456015" y="4704376"/>
            <a:ext cx="321319" cy="442447"/>
          </a:xfrm>
          <a:prstGeom prst="line">
            <a:avLst/>
          </a:prstGeom>
          <a:noFill/>
          <a:ln w="12700">
            <a:solidFill>
              <a:schemeClr val="bg1"/>
            </a:solidFill>
            <a:round/>
            <a:headEnd/>
            <a:tailEnd/>
          </a:ln>
        </p:spPr>
        <p:txBody>
          <a:bodyPr wrap="none" anchor="ctr"/>
          <a:lstStyle/>
          <a:p>
            <a:endParaRPr lang="ko-KR" altLang="en-US"/>
          </a:p>
        </p:txBody>
      </p:sp>
      <p:sp>
        <p:nvSpPr>
          <p:cNvPr id="6527" name="Rectangle 846"/>
          <p:cNvSpPr>
            <a:spLocks noChangeArrowheads="1"/>
          </p:cNvSpPr>
          <p:nvPr/>
        </p:nvSpPr>
        <p:spPr bwMode="auto">
          <a:xfrm>
            <a:off x="4670641" y="3307902"/>
            <a:ext cx="691344"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a:solidFill>
                  <a:schemeClr val="bg1">
                    <a:lumMod val="50000"/>
                  </a:schemeClr>
                </a:solidFill>
                <a:latin typeface="Times New Roman" pitchFamily="18" charset="0"/>
                <a:cs typeface="Times New Roman" pitchFamily="18" charset="0"/>
              </a:rPr>
              <a:t>Vienna</a:t>
            </a:r>
            <a:endParaRPr kumimoji="0" lang="en-US" altLang="ko-KR" sz="1200">
              <a:solidFill>
                <a:schemeClr val="bg1">
                  <a:lumMod val="50000"/>
                </a:schemeClr>
              </a:solidFill>
              <a:latin typeface="Times New Roman" pitchFamily="18" charset="0"/>
              <a:cs typeface="Times New Roman" pitchFamily="18" charset="0"/>
            </a:endParaRPr>
          </a:p>
        </p:txBody>
      </p:sp>
      <p:sp>
        <p:nvSpPr>
          <p:cNvPr id="6528" name="Rectangle 847"/>
          <p:cNvSpPr>
            <a:spLocks noChangeArrowheads="1"/>
          </p:cNvSpPr>
          <p:nvPr/>
        </p:nvSpPr>
        <p:spPr bwMode="auto">
          <a:xfrm>
            <a:off x="3965136" y="3205191"/>
            <a:ext cx="711734"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a:solidFill>
                  <a:schemeClr val="bg1">
                    <a:lumMod val="50000"/>
                  </a:schemeClr>
                </a:solidFill>
                <a:latin typeface="Times New Roman" pitchFamily="18" charset="0"/>
                <a:cs typeface="Times New Roman" pitchFamily="18" charset="0"/>
              </a:rPr>
              <a:t>Madrid</a:t>
            </a:r>
          </a:p>
        </p:txBody>
      </p:sp>
      <p:sp>
        <p:nvSpPr>
          <p:cNvPr id="6529" name="Line 848"/>
          <p:cNvSpPr>
            <a:spLocks noChangeShapeType="1"/>
          </p:cNvSpPr>
          <p:nvPr/>
        </p:nvSpPr>
        <p:spPr bwMode="auto">
          <a:xfrm flipH="1" flipV="1">
            <a:off x="4965767" y="3076803"/>
            <a:ext cx="41911" cy="339736"/>
          </a:xfrm>
          <a:prstGeom prst="line">
            <a:avLst/>
          </a:prstGeom>
          <a:noFill/>
          <a:ln w="12700">
            <a:solidFill>
              <a:schemeClr val="hlink"/>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530" name="Oval 849"/>
          <p:cNvSpPr>
            <a:spLocks noChangeArrowheads="1"/>
          </p:cNvSpPr>
          <p:nvPr/>
        </p:nvSpPr>
        <p:spPr bwMode="auto">
          <a:xfrm>
            <a:off x="5016409" y="3055075"/>
            <a:ext cx="76837" cy="86909"/>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531" name="Rectangle 850"/>
          <p:cNvSpPr>
            <a:spLocks noChangeArrowheads="1"/>
          </p:cNvSpPr>
          <p:nvPr/>
        </p:nvSpPr>
        <p:spPr bwMode="auto">
          <a:xfrm>
            <a:off x="5072672" y="1943321"/>
            <a:ext cx="1011496" cy="477567"/>
          </a:xfrm>
          <a:prstGeom prst="rect">
            <a:avLst/>
          </a:prstGeom>
          <a:noFill/>
          <a:ln w="12700">
            <a:noFill/>
            <a:miter lim="800000"/>
            <a:headEnd/>
            <a:tailEnd/>
          </a:ln>
        </p:spPr>
        <p:txBody>
          <a:bodyPr wrap="none" lIns="90488" tIns="44450" rIns="90488" bIns="44450">
            <a:spAutoFit/>
          </a:bodyPr>
          <a:lstStyle/>
          <a:p>
            <a:pPr eaLnBrk="0" latinLnBrk="0" hangingPunct="0">
              <a:lnSpc>
                <a:spcPct val="90000"/>
              </a:lnSpc>
            </a:pPr>
            <a:r>
              <a:rPr kumimoji="0" lang="en-US" altLang="ko-KR" sz="1400" b="1" dirty="0">
                <a:solidFill>
                  <a:schemeClr val="bg1">
                    <a:lumMod val="50000"/>
                  </a:schemeClr>
                </a:solidFill>
                <a:latin typeface="Times New Roman" pitchFamily="18" charset="0"/>
                <a:cs typeface="Times New Roman" pitchFamily="18" charset="0"/>
              </a:rPr>
              <a:t>Hamburg</a:t>
            </a:r>
          </a:p>
          <a:p>
            <a:pPr eaLnBrk="0" latinLnBrk="0" hangingPunct="0">
              <a:lnSpc>
                <a:spcPct val="90000"/>
              </a:lnSpc>
            </a:pPr>
            <a:r>
              <a:rPr kumimoji="0" lang="en-US" altLang="ko-KR" sz="1400" b="1" dirty="0">
                <a:solidFill>
                  <a:schemeClr val="bg1">
                    <a:lumMod val="50000"/>
                  </a:schemeClr>
                </a:solidFill>
                <a:latin typeface="Times New Roman" pitchFamily="18" charset="0"/>
                <a:cs typeface="Times New Roman" pitchFamily="18" charset="0"/>
              </a:rPr>
              <a:t>Dusseldorf</a:t>
            </a:r>
            <a:endParaRPr kumimoji="0" lang="en-US" altLang="ko-KR" sz="1200" b="1" dirty="0">
              <a:solidFill>
                <a:schemeClr val="bg1">
                  <a:lumMod val="50000"/>
                </a:schemeClr>
              </a:solidFill>
              <a:latin typeface="Times New Roman" pitchFamily="18" charset="0"/>
              <a:cs typeface="Times New Roman" pitchFamily="18" charset="0"/>
            </a:endParaRPr>
          </a:p>
        </p:txBody>
      </p:sp>
      <p:sp>
        <p:nvSpPr>
          <p:cNvPr id="6532" name="Line 851"/>
          <p:cNvSpPr>
            <a:spLocks noChangeShapeType="1"/>
          </p:cNvSpPr>
          <p:nvPr/>
        </p:nvSpPr>
        <p:spPr bwMode="auto">
          <a:xfrm flipH="1">
            <a:off x="5056574" y="2413133"/>
            <a:ext cx="220034" cy="450348"/>
          </a:xfrm>
          <a:prstGeom prst="line">
            <a:avLst/>
          </a:prstGeom>
          <a:noFill/>
          <a:ln w="12700">
            <a:solidFill>
              <a:schemeClr val="hlink"/>
            </a:solidFill>
            <a:round/>
            <a:headEnd/>
            <a:tailEnd/>
          </a:ln>
        </p:spPr>
        <p:txBody>
          <a:bodyPr wrap="none" anchor="ctr"/>
          <a:lstStyle/>
          <a:p>
            <a:endParaRPr lang="ko-KR" altLang="en-US" b="1">
              <a:solidFill>
                <a:schemeClr val="bg1">
                  <a:lumMod val="50000"/>
                </a:schemeClr>
              </a:solidFill>
              <a:latin typeface="Times New Roman" pitchFamily="18" charset="0"/>
              <a:cs typeface="Times New Roman" pitchFamily="18" charset="0"/>
            </a:endParaRPr>
          </a:p>
        </p:txBody>
      </p:sp>
      <p:sp>
        <p:nvSpPr>
          <p:cNvPr id="6533" name="Line 852"/>
          <p:cNvSpPr>
            <a:spLocks noChangeShapeType="1"/>
          </p:cNvSpPr>
          <p:nvPr/>
        </p:nvSpPr>
        <p:spPr bwMode="auto">
          <a:xfrm flipH="1">
            <a:off x="5028633" y="2176107"/>
            <a:ext cx="139704" cy="537257"/>
          </a:xfrm>
          <a:prstGeom prst="line">
            <a:avLst/>
          </a:prstGeom>
          <a:noFill/>
          <a:ln w="12700">
            <a:solidFill>
              <a:schemeClr val="hlink"/>
            </a:solidFill>
            <a:round/>
            <a:headEnd/>
            <a:tailEnd/>
          </a:ln>
        </p:spPr>
        <p:txBody>
          <a:bodyPr wrap="none" anchor="ctr"/>
          <a:lstStyle/>
          <a:p>
            <a:endParaRPr lang="ko-KR" altLang="en-US" b="1">
              <a:solidFill>
                <a:schemeClr val="bg1">
                  <a:lumMod val="50000"/>
                </a:schemeClr>
              </a:solidFill>
              <a:latin typeface="Times New Roman" pitchFamily="18" charset="0"/>
              <a:cs typeface="Times New Roman" pitchFamily="18" charset="0"/>
            </a:endParaRPr>
          </a:p>
        </p:txBody>
      </p:sp>
      <p:sp>
        <p:nvSpPr>
          <p:cNvPr id="6534" name="Oval 853"/>
          <p:cNvSpPr>
            <a:spLocks noChangeArrowheads="1"/>
          </p:cNvSpPr>
          <p:nvPr/>
        </p:nvSpPr>
        <p:spPr bwMode="auto">
          <a:xfrm>
            <a:off x="5037364" y="3228893"/>
            <a:ext cx="76837" cy="86909"/>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535" name="Rectangle 854"/>
          <p:cNvSpPr>
            <a:spLocks noChangeArrowheads="1"/>
          </p:cNvSpPr>
          <p:nvPr/>
        </p:nvSpPr>
        <p:spPr bwMode="auto">
          <a:xfrm>
            <a:off x="5005931" y="3086678"/>
            <a:ext cx="631584"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a:solidFill>
                  <a:schemeClr val="bg1">
                    <a:lumMod val="50000"/>
                  </a:schemeClr>
                </a:solidFill>
                <a:latin typeface="Times New Roman" pitchFamily="18" charset="0"/>
                <a:cs typeface="Times New Roman" pitchFamily="18" charset="0"/>
              </a:rPr>
              <a:t>Rome</a:t>
            </a:r>
            <a:endParaRPr kumimoji="0" lang="en-US" altLang="ko-KR" sz="1200">
              <a:solidFill>
                <a:schemeClr val="bg1">
                  <a:lumMod val="50000"/>
                </a:schemeClr>
              </a:solidFill>
              <a:latin typeface="Times New Roman" pitchFamily="18" charset="0"/>
              <a:cs typeface="Times New Roman" pitchFamily="18" charset="0"/>
            </a:endParaRPr>
          </a:p>
        </p:txBody>
      </p:sp>
      <p:sp>
        <p:nvSpPr>
          <p:cNvPr id="6536" name="Rectangle 855"/>
          <p:cNvSpPr>
            <a:spLocks noChangeArrowheads="1"/>
          </p:cNvSpPr>
          <p:nvPr/>
        </p:nvSpPr>
        <p:spPr bwMode="auto">
          <a:xfrm>
            <a:off x="4321381" y="2991868"/>
            <a:ext cx="593112"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a:solidFill>
                  <a:schemeClr val="bg1">
                    <a:lumMod val="50000"/>
                  </a:schemeClr>
                </a:solidFill>
                <a:latin typeface="Times New Roman" pitchFamily="18" charset="0"/>
                <a:cs typeface="Times New Roman" pitchFamily="18" charset="0"/>
              </a:rPr>
              <a:t>Basel</a:t>
            </a:r>
            <a:endParaRPr kumimoji="0" lang="en-US" altLang="ko-KR" sz="1200">
              <a:solidFill>
                <a:schemeClr val="bg1">
                  <a:lumMod val="50000"/>
                </a:schemeClr>
              </a:solidFill>
              <a:latin typeface="Times New Roman" pitchFamily="18" charset="0"/>
              <a:cs typeface="Times New Roman" pitchFamily="18" charset="0"/>
            </a:endParaRPr>
          </a:p>
        </p:txBody>
      </p:sp>
      <p:sp>
        <p:nvSpPr>
          <p:cNvPr id="6537" name="Oval 856"/>
          <p:cNvSpPr>
            <a:spLocks noChangeArrowheads="1"/>
          </p:cNvSpPr>
          <p:nvPr/>
        </p:nvSpPr>
        <p:spPr bwMode="auto">
          <a:xfrm>
            <a:off x="4881944" y="3049150"/>
            <a:ext cx="76837" cy="86909"/>
          </a:xfrm>
          <a:prstGeom prst="ellipse">
            <a:avLst/>
          </a:prstGeom>
          <a:solidFill>
            <a:schemeClr val="hlink"/>
          </a:solidFill>
          <a:ln w="12700">
            <a:noFill/>
            <a:round/>
            <a:headEnd/>
            <a:tailEnd/>
          </a:ln>
        </p:spPr>
        <p:txBody>
          <a:bodyPr wrap="none" anchor="ctr"/>
          <a:lstStyle/>
          <a:p>
            <a:endParaRPr lang="en-US">
              <a:solidFill>
                <a:schemeClr val="bg1">
                  <a:lumMod val="50000"/>
                </a:schemeClr>
              </a:solidFill>
              <a:latin typeface="Times New Roman" pitchFamily="18" charset="0"/>
              <a:cs typeface="Times New Roman" pitchFamily="18" charset="0"/>
            </a:endParaRPr>
          </a:p>
        </p:txBody>
      </p:sp>
      <p:sp>
        <p:nvSpPr>
          <p:cNvPr id="6538" name="Line 857"/>
          <p:cNvSpPr>
            <a:spLocks noChangeShapeType="1"/>
          </p:cNvSpPr>
          <p:nvPr/>
        </p:nvSpPr>
        <p:spPr bwMode="auto">
          <a:xfrm flipV="1">
            <a:off x="4812092" y="3084704"/>
            <a:ext cx="90808" cy="86909"/>
          </a:xfrm>
          <a:prstGeom prst="line">
            <a:avLst/>
          </a:prstGeom>
          <a:noFill/>
          <a:ln w="12700">
            <a:solidFill>
              <a:schemeClr val="hlink"/>
            </a:solidFill>
            <a:round/>
            <a:headEnd/>
            <a:tailEnd/>
          </a:ln>
        </p:spPr>
        <p:txBody>
          <a:bodyPr wrap="none" anchor="ctr"/>
          <a:lstStyle/>
          <a:p>
            <a:endParaRPr lang="ko-KR" altLang="en-US">
              <a:solidFill>
                <a:schemeClr val="bg1">
                  <a:lumMod val="50000"/>
                </a:schemeClr>
              </a:solidFill>
              <a:latin typeface="Times New Roman" pitchFamily="18" charset="0"/>
              <a:cs typeface="Times New Roman" pitchFamily="18" charset="0"/>
            </a:endParaRPr>
          </a:p>
        </p:txBody>
      </p:sp>
      <p:sp>
        <p:nvSpPr>
          <p:cNvPr id="6539" name="Rectangle 858"/>
          <p:cNvSpPr>
            <a:spLocks noChangeArrowheads="1"/>
          </p:cNvSpPr>
          <p:nvPr/>
        </p:nvSpPr>
        <p:spPr bwMode="auto">
          <a:xfrm>
            <a:off x="4021018" y="1901553"/>
            <a:ext cx="823945"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b="1">
                <a:solidFill>
                  <a:schemeClr val="bg1">
                    <a:lumMod val="50000"/>
                  </a:schemeClr>
                </a:solidFill>
                <a:latin typeface="Times New Roman" pitchFamily="18" charset="0"/>
                <a:cs typeface="Times New Roman" pitchFamily="18" charset="0"/>
              </a:rPr>
              <a:t>Brussels</a:t>
            </a:r>
            <a:endParaRPr kumimoji="0" lang="en-US" altLang="ko-KR" sz="1200" b="1">
              <a:solidFill>
                <a:schemeClr val="bg1">
                  <a:lumMod val="50000"/>
                </a:schemeClr>
              </a:solidFill>
              <a:latin typeface="Times New Roman" pitchFamily="18" charset="0"/>
              <a:cs typeface="Times New Roman" pitchFamily="18" charset="0"/>
            </a:endParaRPr>
          </a:p>
        </p:txBody>
      </p:sp>
      <p:sp>
        <p:nvSpPr>
          <p:cNvPr id="6540" name="Line 859"/>
          <p:cNvSpPr>
            <a:spLocks noChangeShapeType="1"/>
          </p:cNvSpPr>
          <p:nvPr/>
        </p:nvSpPr>
        <p:spPr bwMode="auto">
          <a:xfrm>
            <a:off x="4679373" y="2211661"/>
            <a:ext cx="132719" cy="576761"/>
          </a:xfrm>
          <a:prstGeom prst="line">
            <a:avLst/>
          </a:prstGeom>
          <a:noFill/>
          <a:ln w="12700">
            <a:solidFill>
              <a:schemeClr val="hlink"/>
            </a:solidFill>
            <a:round/>
            <a:headEnd/>
            <a:tailEnd/>
          </a:ln>
        </p:spPr>
        <p:txBody>
          <a:bodyPr wrap="none" anchor="ctr"/>
          <a:lstStyle/>
          <a:p>
            <a:endParaRPr lang="ko-KR" altLang="en-US" b="1">
              <a:solidFill>
                <a:schemeClr val="bg1">
                  <a:lumMod val="50000"/>
                </a:schemeClr>
              </a:solidFill>
              <a:latin typeface="Times New Roman" pitchFamily="18" charset="0"/>
              <a:cs typeface="Times New Roman" pitchFamily="18" charset="0"/>
            </a:endParaRPr>
          </a:p>
        </p:txBody>
      </p:sp>
      <p:sp>
        <p:nvSpPr>
          <p:cNvPr id="6541" name="Rectangle 860"/>
          <p:cNvSpPr>
            <a:spLocks noChangeArrowheads="1"/>
          </p:cNvSpPr>
          <p:nvPr/>
        </p:nvSpPr>
        <p:spPr bwMode="auto">
          <a:xfrm>
            <a:off x="2123728" y="3267804"/>
            <a:ext cx="811120" cy="305212"/>
          </a:xfrm>
          <a:prstGeom prst="rect">
            <a:avLst/>
          </a:prstGeom>
          <a:noFill/>
          <a:ln w="12700">
            <a:noFill/>
            <a:miter lim="800000"/>
            <a:headEnd/>
            <a:tailEnd/>
          </a:ln>
        </p:spPr>
        <p:txBody>
          <a:bodyPr wrap="none" lIns="90488" tIns="44450" rIns="90488" bIns="44450">
            <a:spAutoFit/>
          </a:bodyPr>
          <a:lstStyle/>
          <a:p>
            <a:pPr eaLnBrk="0" latinLnBrk="0" hangingPunct="0"/>
            <a:r>
              <a:rPr kumimoji="0" lang="en-US" altLang="ko-KR" sz="1400" dirty="0">
                <a:solidFill>
                  <a:schemeClr val="bg1">
                    <a:lumMod val="50000"/>
                  </a:schemeClr>
                </a:solidFill>
                <a:latin typeface="Times New Roman" pitchFamily="18" charset="0"/>
                <a:cs typeface="Times New Roman" pitchFamily="18" charset="0"/>
              </a:rPr>
              <a:t>Chicago</a:t>
            </a:r>
          </a:p>
        </p:txBody>
      </p:sp>
      <p:sp>
        <p:nvSpPr>
          <p:cNvPr id="6542" name="Line 861"/>
          <p:cNvSpPr>
            <a:spLocks noChangeShapeType="1"/>
          </p:cNvSpPr>
          <p:nvPr/>
        </p:nvSpPr>
        <p:spPr bwMode="auto">
          <a:xfrm>
            <a:off x="2778308" y="3136059"/>
            <a:ext cx="153674" cy="185670"/>
          </a:xfrm>
          <a:prstGeom prst="line">
            <a:avLst/>
          </a:prstGeom>
          <a:noFill/>
          <a:ln w="12700">
            <a:solidFill>
              <a:srgbClr val="FF3300"/>
            </a:solidFill>
            <a:round/>
            <a:headEnd/>
            <a:tailEnd/>
          </a:ln>
        </p:spPr>
        <p:txBody>
          <a:bodyPr wrap="none" anchor="ctr"/>
          <a:lstStyle/>
          <a:p>
            <a:endParaRPr lang="ko-KR" altLang="en-US"/>
          </a:p>
        </p:txBody>
      </p:sp>
      <p:sp>
        <p:nvSpPr>
          <p:cNvPr id="6543" name="Line 862"/>
          <p:cNvSpPr>
            <a:spLocks noChangeShapeType="1"/>
          </p:cNvSpPr>
          <p:nvPr/>
        </p:nvSpPr>
        <p:spPr bwMode="auto">
          <a:xfrm flipV="1">
            <a:off x="1796888" y="4206623"/>
            <a:ext cx="670579" cy="379240"/>
          </a:xfrm>
          <a:prstGeom prst="line">
            <a:avLst/>
          </a:prstGeom>
          <a:noFill/>
          <a:ln w="9525">
            <a:solidFill>
              <a:schemeClr val="bg1"/>
            </a:solidFill>
            <a:round/>
            <a:headEnd/>
            <a:tailEnd/>
          </a:ln>
        </p:spPr>
        <p:txBody>
          <a:bodyPr wrap="none" anchor="ctr"/>
          <a:lstStyle/>
          <a:p>
            <a:endParaRPr lang="ko-KR" altLang="en-US"/>
          </a:p>
        </p:txBody>
      </p:sp>
      <p:sp>
        <p:nvSpPr>
          <p:cNvPr id="6544" name="Line 863"/>
          <p:cNvSpPr>
            <a:spLocks noChangeShapeType="1"/>
          </p:cNvSpPr>
          <p:nvPr/>
        </p:nvSpPr>
        <p:spPr bwMode="auto">
          <a:xfrm>
            <a:off x="1545421" y="3542952"/>
            <a:ext cx="586757" cy="0"/>
          </a:xfrm>
          <a:prstGeom prst="line">
            <a:avLst/>
          </a:prstGeom>
          <a:noFill/>
          <a:ln w="9525">
            <a:solidFill>
              <a:schemeClr val="bg1"/>
            </a:solidFill>
            <a:round/>
            <a:headEnd/>
            <a:tailEnd/>
          </a:ln>
        </p:spPr>
        <p:txBody>
          <a:bodyPr wrap="none" anchor="ctr"/>
          <a:lstStyle/>
          <a:p>
            <a:endParaRPr lang="ko-KR" altLang="en-US"/>
          </a:p>
        </p:txBody>
      </p:sp>
      <p:sp>
        <p:nvSpPr>
          <p:cNvPr id="434" name="TextBox 433"/>
          <p:cNvSpPr txBox="1"/>
          <p:nvPr/>
        </p:nvSpPr>
        <p:spPr>
          <a:xfrm>
            <a:off x="179512" y="1124744"/>
            <a:ext cx="1831079" cy="1631216"/>
          </a:xfrm>
          <a:prstGeom prst="rect">
            <a:avLst/>
          </a:prstGeom>
          <a:noFill/>
          <a:ln>
            <a:solidFill>
              <a:schemeClr val="tx2"/>
            </a:solidFill>
          </a:ln>
        </p:spPr>
        <p:txBody>
          <a:bodyPr wrap="none" rtlCol="0">
            <a:spAutoFit/>
          </a:bodyPr>
          <a:lstStyle/>
          <a:p>
            <a:r>
              <a:rPr lang="en-US" sz="2000" dirty="0">
                <a:latin typeface="Times New Roman" pitchFamily="18" charset="0"/>
                <a:cs typeface="Times New Roman" pitchFamily="18" charset="0"/>
              </a:rPr>
              <a:t>London: 34%</a:t>
            </a:r>
          </a:p>
          <a:p>
            <a:r>
              <a:rPr lang="en-US" sz="2000" dirty="0">
                <a:latin typeface="Times New Roman" pitchFamily="18" charset="0"/>
                <a:cs typeface="Times New Roman" pitchFamily="18" charset="0"/>
              </a:rPr>
              <a:t>New York: 16%</a:t>
            </a:r>
          </a:p>
          <a:p>
            <a:r>
              <a:rPr lang="en-US" sz="2000" dirty="0">
                <a:latin typeface="Times New Roman" pitchFamily="18" charset="0"/>
                <a:cs typeface="Times New Roman" pitchFamily="18" charset="0"/>
              </a:rPr>
              <a:t>Tokyo: 6%</a:t>
            </a:r>
          </a:p>
          <a:p>
            <a:r>
              <a:rPr lang="en-US" sz="2000" dirty="0">
                <a:latin typeface="Times New Roman" pitchFamily="18" charset="0"/>
                <a:cs typeface="Times New Roman" pitchFamily="18" charset="0"/>
              </a:rPr>
              <a:t>Singapore: 6%</a:t>
            </a:r>
          </a:p>
          <a:p>
            <a:r>
              <a:rPr lang="en-US" sz="2000" dirty="0">
                <a:latin typeface="Times New Roman" pitchFamily="18" charset="0"/>
                <a:cs typeface="Times New Roman" pitchFamily="18" charset="0"/>
              </a:rPr>
              <a:t>as of 2009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descr="Large confetti"/>
          <p:cNvSpPr>
            <a:spLocks noGrp="1" noChangeArrowheads="1"/>
          </p:cNvSpPr>
          <p:nvPr>
            <p:ph type="title"/>
          </p:nvPr>
        </p:nvSpPr>
        <p:spPr>
          <a:xfrm>
            <a:off x="0" y="26064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Determinants/Theories of </a:t>
            </a:r>
            <a:br>
              <a:rPr lang="en-US" altLang="ko-KR" sz="3600" b="1" dirty="0">
                <a:solidFill>
                  <a:srgbClr val="FFC000"/>
                </a:solidFill>
                <a:latin typeface="Times New Roman" pitchFamily="18" charset="0"/>
                <a:cs typeface="Times New Roman" pitchFamily="18" charset="0"/>
              </a:rPr>
            </a:br>
            <a:r>
              <a:rPr lang="en-US" altLang="ko-KR" sz="3600" b="1" dirty="0">
                <a:solidFill>
                  <a:srgbClr val="FFC000"/>
                </a:solidFill>
                <a:latin typeface="Times New Roman" pitchFamily="18" charset="0"/>
                <a:cs typeface="Times New Roman" pitchFamily="18" charset="0"/>
              </a:rPr>
              <a:t>Exchange Rate Changes</a:t>
            </a:r>
          </a:p>
        </p:txBody>
      </p:sp>
      <p:sp>
        <p:nvSpPr>
          <p:cNvPr id="7171" name="Rectangle 3"/>
          <p:cNvSpPr>
            <a:spLocks noGrp="1" noChangeArrowheads="1"/>
          </p:cNvSpPr>
          <p:nvPr>
            <p:ph type="body" idx="1"/>
          </p:nvPr>
        </p:nvSpPr>
        <p:spPr>
          <a:xfrm>
            <a:off x="251520" y="1196752"/>
            <a:ext cx="8568952" cy="5351115"/>
          </a:xfrm>
        </p:spPr>
        <p:txBody>
          <a:bodyPr/>
          <a:lstStyle/>
          <a:p>
            <a:pPr eaLnBrk="1" hangingPunct="1">
              <a:lnSpc>
                <a:spcPts val="3600"/>
              </a:lnSpc>
              <a:buFont typeface="Arial" pitchFamily="34" charset="0"/>
              <a:buChar char="•"/>
            </a:pPr>
            <a:r>
              <a:rPr lang="en-US" altLang="ko-KR" sz="2800" dirty="0">
                <a:solidFill>
                  <a:schemeClr val="bg2">
                    <a:lumMod val="20000"/>
                    <a:lumOff val="80000"/>
                  </a:schemeClr>
                </a:solidFill>
                <a:latin typeface="Times New Roman" pitchFamily="18" charset="0"/>
                <a:cs typeface="Times New Roman" pitchFamily="18" charset="0"/>
              </a:rPr>
              <a:t>Exchange Rate</a:t>
            </a:r>
            <a:r>
              <a:rPr lang="en-US" altLang="ko-KR" b="0" dirty="0">
                <a:solidFill>
                  <a:schemeClr val="bg2">
                    <a:lumMod val="20000"/>
                    <a:lumOff val="80000"/>
                  </a:schemeClr>
                </a:solidFill>
                <a:latin typeface="Times New Roman" pitchFamily="18" charset="0"/>
                <a:cs typeface="Times New Roman" pitchFamily="18" charset="0"/>
              </a:rPr>
              <a:t>:</a:t>
            </a:r>
            <a:r>
              <a:rPr lang="en-US" altLang="ko-KR" sz="2800" b="0" dirty="0">
                <a:solidFill>
                  <a:schemeClr val="bg2">
                    <a:lumMod val="20000"/>
                    <a:lumOff val="80000"/>
                  </a:schemeClr>
                </a:solidFill>
                <a:latin typeface="Times New Roman" pitchFamily="18" charset="0"/>
                <a:cs typeface="Times New Roman" pitchFamily="18" charset="0"/>
              </a:rPr>
              <a:t> </a:t>
            </a:r>
          </a:p>
          <a:p>
            <a:pPr eaLnBrk="1" hangingPunct="1">
              <a:lnSpc>
                <a:spcPts val="3600"/>
              </a:lnSpc>
              <a:buNone/>
            </a:pPr>
            <a:r>
              <a:rPr lang="en-US" b="0" dirty="0">
                <a:solidFill>
                  <a:schemeClr val="bg2">
                    <a:lumMod val="20000"/>
                    <a:lumOff val="80000"/>
                  </a:schemeClr>
                </a:solidFill>
                <a:latin typeface="Times New Roman" pitchFamily="18" charset="0"/>
                <a:cs typeface="Times New Roman" pitchFamily="18" charset="0"/>
              </a:rPr>
              <a:t>	The rate at which one currency is converted into another</a:t>
            </a:r>
            <a:endParaRPr lang="en-US" altLang="ko-KR" sz="2800" b="0" dirty="0">
              <a:solidFill>
                <a:schemeClr val="bg2">
                  <a:lumMod val="20000"/>
                  <a:lumOff val="80000"/>
                </a:schemeClr>
              </a:solidFill>
              <a:latin typeface="Times New Roman" pitchFamily="18" charset="0"/>
              <a:cs typeface="Times New Roman" pitchFamily="18" charset="0"/>
            </a:endParaRPr>
          </a:p>
          <a:p>
            <a:pPr eaLnBrk="1" hangingPunct="1">
              <a:lnSpc>
                <a:spcPts val="3600"/>
              </a:lnSpc>
              <a:buFont typeface="Arial" pitchFamily="34" charset="0"/>
              <a:buChar char="•"/>
            </a:pPr>
            <a:r>
              <a:rPr lang="en-US" altLang="ko-KR" sz="2800" dirty="0">
                <a:solidFill>
                  <a:schemeClr val="bg2">
                    <a:lumMod val="20000"/>
                    <a:lumOff val="80000"/>
                  </a:schemeClr>
                </a:solidFill>
                <a:latin typeface="Times New Roman" pitchFamily="18" charset="0"/>
                <a:cs typeface="Times New Roman" pitchFamily="18" charset="0"/>
              </a:rPr>
              <a:t>Basic Rule of Exchange </a:t>
            </a:r>
            <a:r>
              <a:rPr lang="en-US" altLang="ko-KR" dirty="0">
                <a:solidFill>
                  <a:schemeClr val="bg2">
                    <a:lumMod val="20000"/>
                    <a:lumOff val="80000"/>
                  </a:schemeClr>
                </a:solidFill>
                <a:latin typeface="Times New Roman" pitchFamily="18" charset="0"/>
                <a:cs typeface="Times New Roman" pitchFamily="18" charset="0"/>
              </a:rPr>
              <a:t>R</a:t>
            </a:r>
            <a:r>
              <a:rPr lang="en-US" altLang="ko-KR" sz="2800" dirty="0">
                <a:solidFill>
                  <a:schemeClr val="bg2">
                    <a:lumMod val="20000"/>
                    <a:lumOff val="80000"/>
                  </a:schemeClr>
                </a:solidFill>
                <a:latin typeface="Times New Roman" pitchFamily="18" charset="0"/>
                <a:cs typeface="Times New Roman" pitchFamily="18" charset="0"/>
              </a:rPr>
              <a:t>ate </a:t>
            </a:r>
            <a:r>
              <a:rPr lang="en-US" altLang="ko-KR" dirty="0">
                <a:solidFill>
                  <a:schemeClr val="bg2">
                    <a:lumMod val="20000"/>
                    <a:lumOff val="80000"/>
                  </a:schemeClr>
                </a:solidFill>
                <a:latin typeface="Times New Roman" pitchFamily="18" charset="0"/>
                <a:cs typeface="Times New Roman" pitchFamily="18" charset="0"/>
              </a:rPr>
              <a:t>D</a:t>
            </a:r>
            <a:r>
              <a:rPr lang="en-US" altLang="ko-KR" sz="2800" dirty="0">
                <a:solidFill>
                  <a:schemeClr val="bg2">
                    <a:lumMod val="20000"/>
                    <a:lumOff val="80000"/>
                  </a:schemeClr>
                </a:solidFill>
                <a:latin typeface="Times New Roman" pitchFamily="18" charset="0"/>
                <a:cs typeface="Times New Roman" pitchFamily="18" charset="0"/>
              </a:rPr>
              <a:t>eterminants:</a:t>
            </a:r>
          </a:p>
          <a:p>
            <a:pPr eaLnBrk="1" hangingPunct="1">
              <a:lnSpc>
                <a:spcPts val="3600"/>
              </a:lnSpc>
              <a:buNone/>
            </a:pPr>
            <a:r>
              <a:rPr lang="en-US" altLang="ko-KR" dirty="0">
                <a:solidFill>
                  <a:schemeClr val="bg2">
                    <a:lumMod val="20000"/>
                    <a:lumOff val="80000"/>
                  </a:schemeClr>
                </a:solidFill>
                <a:latin typeface="Times New Roman" pitchFamily="18" charset="0"/>
                <a:cs typeface="Times New Roman" pitchFamily="18" charset="0"/>
              </a:rPr>
              <a:t>	</a:t>
            </a:r>
            <a:r>
              <a:rPr lang="en-US" altLang="ko-KR" b="0" dirty="0">
                <a:solidFill>
                  <a:schemeClr val="bg2">
                    <a:lumMod val="20000"/>
                    <a:lumOff val="80000"/>
                  </a:schemeClr>
                </a:solidFill>
                <a:latin typeface="Times New Roman" pitchFamily="18" charset="0"/>
                <a:cs typeface="Times New Roman" pitchFamily="18" charset="0"/>
              </a:rPr>
              <a:t>The </a:t>
            </a:r>
            <a:r>
              <a:rPr lang="en-US" altLang="ko-KR" b="0" i="1" dirty="0">
                <a:solidFill>
                  <a:schemeClr val="bg2">
                    <a:lumMod val="20000"/>
                    <a:lumOff val="80000"/>
                  </a:schemeClr>
                </a:solidFill>
                <a:latin typeface="Times New Roman" pitchFamily="18" charset="0"/>
                <a:cs typeface="Times New Roman" pitchFamily="18" charset="0"/>
              </a:rPr>
              <a:t>demand and supply </a:t>
            </a:r>
            <a:r>
              <a:rPr lang="en-US" altLang="ko-KR" b="0" dirty="0">
                <a:solidFill>
                  <a:schemeClr val="bg2">
                    <a:lumMod val="20000"/>
                    <a:lumOff val="80000"/>
                  </a:schemeClr>
                </a:solidFill>
                <a:latin typeface="Times New Roman" pitchFamily="18" charset="0"/>
                <a:cs typeface="Times New Roman" pitchFamily="18" charset="0"/>
              </a:rPr>
              <a:t>of one currency relative to the </a:t>
            </a:r>
            <a:r>
              <a:rPr lang="en-US" altLang="ko-KR" b="0" i="1" dirty="0">
                <a:solidFill>
                  <a:schemeClr val="bg2">
                    <a:lumMod val="20000"/>
                    <a:lumOff val="80000"/>
                  </a:schemeClr>
                </a:solidFill>
                <a:latin typeface="Times New Roman" pitchFamily="18" charset="0"/>
                <a:cs typeface="Times New Roman" pitchFamily="18" charset="0"/>
              </a:rPr>
              <a:t>demand and supply </a:t>
            </a:r>
            <a:r>
              <a:rPr lang="en-US" altLang="ko-KR" b="0" dirty="0">
                <a:solidFill>
                  <a:schemeClr val="bg2">
                    <a:lumMod val="20000"/>
                    <a:lumOff val="80000"/>
                  </a:schemeClr>
                </a:solidFill>
                <a:latin typeface="Times New Roman" pitchFamily="18" charset="0"/>
                <a:cs typeface="Times New Roman" pitchFamily="18" charset="0"/>
              </a:rPr>
              <a:t>of another</a:t>
            </a:r>
          </a:p>
          <a:p>
            <a:pPr eaLnBrk="1" hangingPunct="1">
              <a:lnSpc>
                <a:spcPts val="3600"/>
              </a:lnSpc>
              <a:buFont typeface="Arial" pitchFamily="34" charset="0"/>
              <a:buChar char="•"/>
            </a:pPr>
            <a:r>
              <a:rPr lang="en-US" b="0" dirty="0">
                <a:solidFill>
                  <a:schemeClr val="bg2">
                    <a:lumMod val="20000"/>
                    <a:lumOff val="80000"/>
                  </a:schemeClr>
                </a:solidFill>
                <a:latin typeface="Times New Roman" pitchFamily="18" charset="0"/>
                <a:cs typeface="Times New Roman" pitchFamily="18" charset="0"/>
              </a:rPr>
              <a:t>Three factors that have an important impact on future    exchange rate movements are:</a:t>
            </a:r>
          </a:p>
          <a:p>
            <a:pPr marL="990600" lvl="1" indent="-533400" eaLnBrk="1" hangingPunct="1">
              <a:lnSpc>
                <a:spcPts val="3600"/>
              </a:lnSpc>
              <a:buNone/>
            </a:pPr>
            <a:r>
              <a:rPr lang="en-US" dirty="0">
                <a:solidFill>
                  <a:schemeClr val="bg2">
                    <a:lumMod val="20000"/>
                    <a:lumOff val="80000"/>
                  </a:schemeClr>
                </a:solidFill>
                <a:latin typeface="Times New Roman" pitchFamily="18" charset="0"/>
                <a:cs typeface="Times New Roman" pitchFamily="18" charset="0"/>
              </a:rPr>
              <a:t>1) a country’s price inflation </a:t>
            </a:r>
          </a:p>
          <a:p>
            <a:pPr marL="990600" lvl="1" indent="-533400" eaLnBrk="1" hangingPunct="1">
              <a:lnSpc>
                <a:spcPts val="3600"/>
              </a:lnSpc>
              <a:buNone/>
            </a:pPr>
            <a:r>
              <a:rPr lang="en-US" dirty="0">
                <a:solidFill>
                  <a:schemeClr val="bg2">
                    <a:lumMod val="20000"/>
                    <a:lumOff val="80000"/>
                  </a:schemeClr>
                </a:solidFill>
                <a:latin typeface="Times New Roman" pitchFamily="18" charset="0"/>
                <a:cs typeface="Times New Roman" pitchFamily="18" charset="0"/>
              </a:rPr>
              <a:t>2) a country’s interest rate</a:t>
            </a:r>
          </a:p>
          <a:p>
            <a:pPr marL="990600" lvl="1" indent="-533400" eaLnBrk="1" hangingPunct="1">
              <a:lnSpc>
                <a:spcPts val="3600"/>
              </a:lnSpc>
              <a:buNone/>
            </a:pPr>
            <a:r>
              <a:rPr lang="en-US" dirty="0">
                <a:solidFill>
                  <a:schemeClr val="bg2">
                    <a:lumMod val="20000"/>
                    <a:lumOff val="80000"/>
                  </a:schemeClr>
                </a:solidFill>
                <a:latin typeface="Times New Roman" pitchFamily="18" charset="0"/>
                <a:cs typeface="Times New Roman" pitchFamily="18" charset="0"/>
              </a:rPr>
              <a:t>3) market psychology</a:t>
            </a:r>
          </a:p>
          <a:p>
            <a:pPr eaLnBrk="1" hangingPunct="1">
              <a:lnSpc>
                <a:spcPct val="90000"/>
              </a:lnSpc>
              <a:buNone/>
            </a:pPr>
            <a:endParaRPr lang="en-US" altLang="ko-KR" sz="28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descr="Large confetti"/>
          <p:cNvSpPr>
            <a:spLocks noGrp="1" noChangeArrowheads="1"/>
          </p:cNvSpPr>
          <p:nvPr>
            <p:ph type="title"/>
          </p:nvPr>
        </p:nvSpPr>
        <p:spPr>
          <a:xfrm>
            <a:off x="0" y="26064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Prices and Exchange Rates</a:t>
            </a:r>
          </a:p>
        </p:txBody>
      </p:sp>
      <p:sp>
        <p:nvSpPr>
          <p:cNvPr id="7171" name="Rectangle 3"/>
          <p:cNvSpPr>
            <a:spLocks noGrp="1" noChangeArrowheads="1"/>
          </p:cNvSpPr>
          <p:nvPr>
            <p:ph type="body" idx="1"/>
          </p:nvPr>
        </p:nvSpPr>
        <p:spPr>
          <a:xfrm>
            <a:off x="251520" y="1224136"/>
            <a:ext cx="8568952" cy="5661248"/>
          </a:xfrm>
        </p:spPr>
        <p:txBody>
          <a:bodyPr/>
          <a:lstStyle/>
          <a:p>
            <a:pPr eaLnBrk="1" hangingPunct="1">
              <a:lnSpc>
                <a:spcPts val="2700"/>
              </a:lnSpc>
              <a:buFont typeface="Arial" pitchFamily="34" charset="0"/>
              <a:buChar char="•"/>
            </a:pPr>
            <a:r>
              <a:rPr lang="en-US" altLang="ko-KR" dirty="0">
                <a:solidFill>
                  <a:schemeClr val="bg2">
                    <a:lumMod val="20000"/>
                    <a:lumOff val="80000"/>
                  </a:schemeClr>
                </a:solidFill>
                <a:latin typeface="Times New Roman" pitchFamily="18" charset="0"/>
                <a:cs typeface="Times New Roman" pitchFamily="18" charset="0"/>
              </a:rPr>
              <a:t>The law of one price</a:t>
            </a:r>
          </a:p>
          <a:p>
            <a:pPr eaLnBrk="1" hangingPunct="1">
              <a:lnSpc>
                <a:spcPts val="2700"/>
              </a:lnSpc>
              <a:buNone/>
            </a:pPr>
            <a:r>
              <a:rPr lang="en-US" b="0" dirty="0">
                <a:solidFill>
                  <a:schemeClr val="bg2">
                    <a:lumMod val="20000"/>
                    <a:lumOff val="80000"/>
                  </a:schemeClr>
                </a:solidFill>
                <a:latin typeface="Times New Roman" pitchFamily="18" charset="0"/>
                <a:cs typeface="Times New Roman" pitchFamily="18" charset="0"/>
              </a:rPr>
              <a:t>	I</a:t>
            </a:r>
            <a:r>
              <a:rPr lang="en-US" sz="2400" b="0" dirty="0">
                <a:solidFill>
                  <a:schemeClr val="bg2">
                    <a:lumMod val="20000"/>
                    <a:lumOff val="80000"/>
                  </a:schemeClr>
                </a:solidFill>
                <a:latin typeface="Times New Roman" pitchFamily="18" charset="0"/>
                <a:cs typeface="Times New Roman" pitchFamily="18" charset="0"/>
              </a:rPr>
              <a:t>n competitive markets free of transportation costs and trade        barriers, identical products sold in different countries must sell     for the same price when their price is expressed in terms of the    same currency</a:t>
            </a:r>
            <a:endParaRPr lang="en-US" altLang="ko-KR" sz="2400" b="0" dirty="0">
              <a:solidFill>
                <a:schemeClr val="bg2">
                  <a:lumMod val="20000"/>
                  <a:lumOff val="80000"/>
                </a:schemeClr>
              </a:solidFill>
              <a:latin typeface="Times New Roman" pitchFamily="18" charset="0"/>
              <a:cs typeface="Times New Roman" pitchFamily="18" charset="0"/>
            </a:endParaRPr>
          </a:p>
          <a:p>
            <a:pPr eaLnBrk="1" hangingPunct="1">
              <a:lnSpc>
                <a:spcPts val="2700"/>
              </a:lnSpc>
              <a:buFont typeface="Arial" pitchFamily="34" charset="0"/>
              <a:buChar char="•"/>
            </a:pPr>
            <a:r>
              <a:rPr lang="en-US" altLang="ko-KR" dirty="0">
                <a:solidFill>
                  <a:schemeClr val="bg2">
                    <a:lumMod val="20000"/>
                    <a:lumOff val="80000"/>
                  </a:schemeClr>
                </a:solidFill>
                <a:latin typeface="Times New Roman" pitchFamily="18" charset="0"/>
                <a:cs typeface="Times New Roman" pitchFamily="18" charset="0"/>
              </a:rPr>
              <a:t>Purchasing power parity(PPP)</a:t>
            </a:r>
          </a:p>
          <a:p>
            <a:pPr eaLnBrk="1" hangingPunct="1">
              <a:lnSpc>
                <a:spcPts val="2700"/>
              </a:lnSpc>
              <a:buFont typeface="Wingdings" pitchFamily="2" charset="2"/>
              <a:buNone/>
            </a:pPr>
            <a:r>
              <a:rPr lang="en-US" altLang="ko-KR" b="0" dirty="0">
                <a:solidFill>
                  <a:schemeClr val="bg2">
                    <a:lumMod val="20000"/>
                    <a:lumOff val="80000"/>
                  </a:schemeClr>
                </a:solidFill>
                <a:latin typeface="Times New Roman" pitchFamily="18" charset="0"/>
                <a:cs typeface="Times New Roman" pitchFamily="18" charset="0"/>
              </a:rPr>
              <a:t>	- </a:t>
            </a:r>
            <a:r>
              <a:rPr lang="en-US" altLang="ko-KR" sz="2400" b="0" dirty="0">
                <a:solidFill>
                  <a:schemeClr val="bg2">
                    <a:lumMod val="20000"/>
                    <a:lumOff val="80000"/>
                  </a:schemeClr>
                </a:solidFill>
                <a:latin typeface="Times New Roman" pitchFamily="18" charset="0"/>
                <a:cs typeface="Times New Roman" pitchFamily="18" charset="0"/>
              </a:rPr>
              <a:t>Given efficient markets, the price of identical products should be equivalent in each country.</a:t>
            </a:r>
          </a:p>
          <a:p>
            <a:pPr eaLnBrk="1" hangingPunct="1">
              <a:lnSpc>
                <a:spcPts val="2700"/>
              </a:lnSpc>
              <a:buFont typeface="Wingdings" pitchFamily="2" charset="2"/>
              <a:buNone/>
            </a:pPr>
            <a:r>
              <a:rPr lang="en-US" altLang="ko-KR" sz="2400" b="0" dirty="0">
                <a:solidFill>
                  <a:schemeClr val="bg2">
                    <a:lumMod val="20000"/>
                    <a:lumOff val="80000"/>
                  </a:schemeClr>
                </a:solidFill>
                <a:latin typeface="Times New Roman" pitchFamily="18" charset="0"/>
                <a:cs typeface="Times New Roman" pitchFamily="18" charset="0"/>
              </a:rPr>
              <a:t>	- $10 in US and 10,000 won in Korea </a:t>
            </a:r>
            <a:r>
              <a:rPr lang="en-US" altLang="ko-KR" sz="2400" b="0" dirty="0">
                <a:solidFill>
                  <a:schemeClr val="bg2">
                    <a:lumMod val="20000"/>
                    <a:lumOff val="80000"/>
                  </a:schemeClr>
                </a:solidFill>
                <a:latin typeface="Times New Roman" pitchFamily="18" charset="0"/>
                <a:cs typeface="Times New Roman" pitchFamily="18" charset="0"/>
                <a:sym typeface="Wingdings" pitchFamily="2" charset="2"/>
              </a:rPr>
              <a:t> EX rate: $1=1,000 won</a:t>
            </a:r>
          </a:p>
          <a:p>
            <a:pPr eaLnBrk="1" hangingPunct="1">
              <a:lnSpc>
                <a:spcPts val="2700"/>
              </a:lnSpc>
              <a:buFont typeface="Arial" pitchFamily="34" charset="0"/>
              <a:buChar char="•"/>
            </a:pPr>
            <a:r>
              <a:rPr lang="en-US" altLang="ko-KR" b="0" dirty="0">
                <a:solidFill>
                  <a:schemeClr val="bg2">
                    <a:lumMod val="20000"/>
                    <a:lumOff val="80000"/>
                  </a:schemeClr>
                </a:solidFill>
                <a:latin typeface="Times New Roman" pitchFamily="18" charset="0"/>
                <a:cs typeface="Times New Roman" pitchFamily="18" charset="0"/>
              </a:rPr>
              <a:t>PPP theory predicts that changes in relative prices will result in a change in exchange rates.</a:t>
            </a:r>
          </a:p>
          <a:p>
            <a:pPr eaLnBrk="1" hangingPunct="1">
              <a:lnSpc>
                <a:spcPts val="2700"/>
              </a:lnSpc>
              <a:buNone/>
            </a:pPr>
            <a:r>
              <a:rPr lang="en-US" altLang="ko-KR" b="0" dirty="0">
                <a:solidFill>
                  <a:schemeClr val="bg2">
                    <a:lumMod val="20000"/>
                    <a:lumOff val="80000"/>
                  </a:schemeClr>
                </a:solidFill>
                <a:latin typeface="Times New Roman" pitchFamily="18" charset="0"/>
                <a:cs typeface="Times New Roman" pitchFamily="18" charset="0"/>
              </a:rPr>
              <a:t>	</a:t>
            </a:r>
            <a:r>
              <a:rPr lang="en-US" altLang="ko-KR" sz="2400" b="0" dirty="0">
                <a:solidFill>
                  <a:schemeClr val="bg2">
                    <a:lumMod val="20000"/>
                    <a:lumOff val="80000"/>
                  </a:schemeClr>
                </a:solidFill>
                <a:latin typeface="Times New Roman" pitchFamily="18" charset="0"/>
                <a:cs typeface="Times New Roman" pitchFamily="18" charset="0"/>
              </a:rPr>
              <a:t>- $10 in US and 12,000 won in Korea </a:t>
            </a:r>
            <a:r>
              <a:rPr lang="en-US" altLang="ko-KR" sz="2400" b="0" dirty="0">
                <a:solidFill>
                  <a:schemeClr val="bg2">
                    <a:lumMod val="20000"/>
                    <a:lumOff val="80000"/>
                  </a:schemeClr>
                </a:solidFill>
                <a:latin typeface="Times New Roman" pitchFamily="18" charset="0"/>
                <a:cs typeface="Times New Roman" pitchFamily="18" charset="0"/>
                <a:sym typeface="Wingdings" pitchFamily="2" charset="2"/>
              </a:rPr>
              <a:t> EX rate: $1=1,200 won</a:t>
            </a:r>
          </a:p>
          <a:p>
            <a:pPr eaLnBrk="1" hangingPunct="1">
              <a:lnSpc>
                <a:spcPts val="2700"/>
              </a:lnSpc>
              <a:buNone/>
            </a:pPr>
            <a:r>
              <a:rPr lang="en-US" altLang="ko-KR" sz="2400" b="0" dirty="0">
                <a:solidFill>
                  <a:schemeClr val="bg2">
                    <a:lumMod val="20000"/>
                    <a:lumOff val="80000"/>
                  </a:schemeClr>
                </a:solidFill>
                <a:latin typeface="Times New Roman" pitchFamily="18" charset="0"/>
                <a:cs typeface="Times New Roman" pitchFamily="18" charset="0"/>
                <a:sym typeface="Wingdings" pitchFamily="2" charset="2"/>
              </a:rPr>
              <a:t>	- Price inflation (an increase in money supply) in a country depreciates its currency by the same percentage.</a:t>
            </a:r>
            <a:endParaRPr lang="en-US" altLang="ko-KR" sz="2400" b="0" dirty="0">
              <a:solidFill>
                <a:schemeClr val="bg2">
                  <a:lumMod val="20000"/>
                  <a:lumOff val="80000"/>
                </a:schemeClr>
              </a:solidFill>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descr="Large confetti"/>
          <p:cNvSpPr>
            <a:spLocks noGrp="1" noChangeArrowheads="1"/>
          </p:cNvSpPr>
          <p:nvPr>
            <p:ph type="title"/>
          </p:nvPr>
        </p:nvSpPr>
        <p:spPr>
          <a:xfrm>
            <a:off x="0" y="26064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The Big Mac Index</a:t>
            </a:r>
          </a:p>
        </p:txBody>
      </p:sp>
      <p:pic>
        <p:nvPicPr>
          <p:cNvPr id="5" name="Picture 4" descr="Table 7"/>
          <p:cNvPicPr>
            <a:picLocks noChangeAspect="1" noChangeArrowheads="1"/>
          </p:cNvPicPr>
          <p:nvPr/>
        </p:nvPicPr>
        <p:blipFill>
          <a:blip r:embed="rId2" cstate="print"/>
          <a:srcRect/>
          <a:stretch>
            <a:fillRect/>
          </a:stretch>
        </p:blipFill>
        <p:spPr bwMode="auto">
          <a:xfrm>
            <a:off x="0" y="1124744"/>
            <a:ext cx="9144000" cy="5733256"/>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descr="Large confetti"/>
          <p:cNvSpPr>
            <a:spLocks noGrp="1" noChangeArrowheads="1"/>
          </p:cNvSpPr>
          <p:nvPr>
            <p:ph type="title"/>
          </p:nvPr>
        </p:nvSpPr>
        <p:spPr>
          <a:xfrm>
            <a:off x="0" y="26064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Interest Rates and Exchange Rates</a:t>
            </a:r>
          </a:p>
        </p:txBody>
      </p:sp>
      <p:sp>
        <p:nvSpPr>
          <p:cNvPr id="4" name="Rectangle 3"/>
          <p:cNvSpPr txBox="1">
            <a:spLocks noChangeArrowheads="1"/>
          </p:cNvSpPr>
          <p:nvPr/>
        </p:nvSpPr>
        <p:spPr bwMode="auto">
          <a:xfrm>
            <a:off x="251520" y="1268760"/>
            <a:ext cx="8568952" cy="54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a:lnSpc>
                <a:spcPts val="3000"/>
              </a:lnSpc>
              <a:spcBef>
                <a:spcPct val="20000"/>
              </a:spcBef>
              <a:buClr>
                <a:schemeClr val="hlink"/>
              </a:buClr>
              <a:buFont typeface="Arial" pitchFamily="34" charset="0"/>
              <a:buChar char="•"/>
            </a:pPr>
            <a:r>
              <a:rPr kumimoji="0" lang="en-US" sz="2400" i="1"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Fisher Effect: </a:t>
            </a:r>
            <a:r>
              <a:rPr kumimoji="0" lang="en-US" sz="2400" kern="0" dirty="0" err="1">
                <a:solidFill>
                  <a:schemeClr val="bg2">
                    <a:lumMod val="20000"/>
                    <a:lumOff val="80000"/>
                  </a:schemeClr>
                </a:solidFill>
                <a:latin typeface="Times New Roman" pitchFamily="18" charset="0"/>
                <a:cs typeface="Times New Roman" pitchFamily="18" charset="0"/>
              </a:rPr>
              <a:t>i</a:t>
            </a:r>
            <a:r>
              <a:rPr kumimoji="0" lang="en-US" sz="2400" kern="0" dirty="0">
                <a:solidFill>
                  <a:schemeClr val="bg2">
                    <a:lumMod val="20000"/>
                    <a:lumOff val="80000"/>
                  </a:schemeClr>
                </a:solidFill>
                <a:latin typeface="Times New Roman" pitchFamily="18" charset="0"/>
                <a:cs typeface="Times New Roman" pitchFamily="18" charset="0"/>
              </a:rPr>
              <a:t> = r + I</a:t>
            </a:r>
            <a:endParaRPr kumimoji="0" lang="en-US" sz="2400" i="1"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endParaRPr>
          </a:p>
          <a:p>
            <a:pPr marL="342900" lvl="0" indent="-342900">
              <a:lnSpc>
                <a:spcPts val="3000"/>
              </a:lnSpc>
              <a:spcBef>
                <a:spcPct val="20000"/>
              </a:spcBef>
              <a:buClr>
                <a:schemeClr val="hlink"/>
              </a:buClr>
            </a:pPr>
            <a:r>
              <a:rPr kumimoji="0" lang="en-US" sz="2400" i="1" kern="0" dirty="0">
                <a:solidFill>
                  <a:schemeClr val="bg2">
                    <a:lumMod val="20000"/>
                    <a:lumOff val="80000"/>
                  </a:schemeClr>
                </a:solidFill>
                <a:latin typeface="Times New Roman" pitchFamily="18" charset="0"/>
                <a:ea typeface="+mn-ea"/>
                <a:cs typeface="Times New Roman" pitchFamily="18" charset="0"/>
              </a:rPr>
              <a:t>	- </a:t>
            </a:r>
            <a:r>
              <a:rPr kumimoji="0" lang="en-US" sz="2400" kern="0" dirty="0">
                <a:solidFill>
                  <a:schemeClr val="bg2">
                    <a:lumMod val="20000"/>
                    <a:lumOff val="80000"/>
                  </a:schemeClr>
                </a:solidFill>
                <a:latin typeface="Times New Roman" pitchFamily="18" charset="0"/>
                <a:ea typeface="+mn-ea"/>
                <a:cs typeface="Times New Roman" pitchFamily="18" charset="0"/>
              </a:rPr>
              <a:t>(</a:t>
            </a:r>
            <a:r>
              <a:rPr kumimoji="0" lang="en-US" sz="2400" kern="0" dirty="0" err="1">
                <a:solidFill>
                  <a:schemeClr val="bg2">
                    <a:lumMod val="20000"/>
                    <a:lumOff val="80000"/>
                  </a:schemeClr>
                </a:solidFill>
                <a:latin typeface="Times New Roman" pitchFamily="18" charset="0"/>
                <a:ea typeface="+mn-ea"/>
                <a:cs typeface="Times New Roman" pitchFamily="18" charset="0"/>
              </a:rPr>
              <a:t>i</a:t>
            </a:r>
            <a:r>
              <a:rPr kumimoji="0" lang="en-US" sz="2400" kern="0" dirty="0">
                <a:solidFill>
                  <a:schemeClr val="bg2">
                    <a:lumMod val="20000"/>
                    <a:lumOff val="80000"/>
                  </a:schemeClr>
                </a:solidFill>
                <a:latin typeface="Times New Roman" pitchFamily="18" charset="0"/>
                <a:ea typeface="+mn-ea"/>
                <a:cs typeface="Times New Roman" pitchFamily="18" charset="0"/>
              </a:rPr>
              <a:t>): </a:t>
            </a: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nominal interest rate</a:t>
            </a:r>
            <a:r>
              <a:rPr kumimoji="0" lang="en-US" sz="2400" kern="0" dirty="0">
                <a:solidFill>
                  <a:schemeClr val="bg2">
                    <a:lumMod val="20000"/>
                    <a:lumOff val="80000"/>
                  </a:schemeClr>
                </a:solidFill>
                <a:latin typeface="Times New Roman" pitchFamily="18" charset="0"/>
                <a:ea typeface="+mn-ea"/>
                <a:cs typeface="Times New Roman" pitchFamily="18" charset="0"/>
              </a:rPr>
              <a:t>; (r): </a:t>
            </a: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real interest rate; (I): expected </a:t>
            </a:r>
          </a:p>
          <a:p>
            <a:pPr marL="342900" lvl="0" indent="-342900">
              <a:lnSpc>
                <a:spcPts val="3000"/>
              </a:lnSpc>
              <a:spcBef>
                <a:spcPct val="20000"/>
              </a:spcBef>
              <a:buClr>
                <a:schemeClr val="hlink"/>
              </a:buClr>
            </a:pPr>
            <a:r>
              <a:rPr kumimoji="0" lang="en-US" sz="2400" kern="0" dirty="0">
                <a:solidFill>
                  <a:schemeClr val="bg2">
                    <a:lumMod val="20000"/>
                    <a:lumOff val="80000"/>
                  </a:schemeClr>
                </a:solidFill>
                <a:latin typeface="Times New Roman" pitchFamily="18" charset="0"/>
                <a:ea typeface="+mn-ea"/>
                <a:cs typeface="Times New Roman" pitchFamily="18" charset="0"/>
              </a:rPr>
              <a:t>  </a:t>
            </a: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     inflation rate over the period for which the funds are to be lent</a:t>
            </a:r>
          </a:p>
          <a:p>
            <a:pPr marL="342900" lvl="0" indent="-342900">
              <a:lnSpc>
                <a:spcPts val="3000"/>
              </a:lnSpc>
              <a:spcBef>
                <a:spcPct val="20000"/>
              </a:spcBef>
              <a:buClr>
                <a:schemeClr val="hlink"/>
              </a:buClr>
            </a:pP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	- Given </a:t>
            </a:r>
            <a:r>
              <a:rPr kumimoji="0" lang="en-US" sz="2400" kern="0" dirty="0">
                <a:solidFill>
                  <a:schemeClr val="bg2">
                    <a:lumMod val="20000"/>
                    <a:lumOff val="80000"/>
                  </a:schemeClr>
                </a:solidFill>
                <a:latin typeface="Times New Roman" pitchFamily="18" charset="0"/>
                <a:ea typeface="+mn-ea"/>
                <a:cs typeface="Times New Roman" pitchFamily="18" charset="0"/>
              </a:rPr>
              <a:t>efficient markets, </a:t>
            </a: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any difference in interest rates between</a:t>
            </a:r>
          </a:p>
          <a:p>
            <a:pPr marL="342900" lvl="0" indent="-342900">
              <a:lnSpc>
                <a:spcPts val="3000"/>
              </a:lnSpc>
              <a:spcBef>
                <a:spcPct val="20000"/>
              </a:spcBef>
              <a:buClr>
                <a:schemeClr val="hlink"/>
              </a:buClr>
            </a:pPr>
            <a:r>
              <a:rPr kumimoji="0" lang="en-US" sz="2400" kern="0" dirty="0">
                <a:solidFill>
                  <a:schemeClr val="bg2">
                    <a:lumMod val="20000"/>
                    <a:lumOff val="80000"/>
                  </a:schemeClr>
                </a:solidFill>
                <a:latin typeface="Times New Roman" pitchFamily="18" charset="0"/>
                <a:ea typeface="+mn-ea"/>
                <a:cs typeface="Times New Roman" pitchFamily="18" charset="0"/>
              </a:rPr>
              <a:t>      </a:t>
            </a: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 countries reflects differing expectations about inflation rates</a:t>
            </a:r>
            <a:endParaRPr lang="en-US" sz="800" b="1" dirty="0">
              <a:solidFill>
                <a:schemeClr val="bg2">
                  <a:lumMod val="20000"/>
                  <a:lumOff val="80000"/>
                </a:schemeClr>
              </a:solidFill>
              <a:latin typeface="Times New Roman" pitchFamily="18" charset="0"/>
              <a:cs typeface="Times New Roman" pitchFamily="18" charset="0"/>
            </a:endParaRPr>
          </a:p>
          <a:p>
            <a:pPr eaLnBrk="1" hangingPunct="1">
              <a:lnSpc>
                <a:spcPts val="3400"/>
              </a:lnSpc>
              <a:buFont typeface="Arial" pitchFamily="34" charset="0"/>
              <a:buChar char="•"/>
            </a:pPr>
            <a:r>
              <a:rPr lang="en-US" sz="2800" b="1" dirty="0">
                <a:solidFill>
                  <a:schemeClr val="bg2">
                    <a:lumMod val="20000"/>
                    <a:lumOff val="80000"/>
                  </a:schemeClr>
                </a:solidFill>
                <a:latin typeface="Times New Roman" pitchFamily="18" charset="0"/>
                <a:cs typeface="Times New Roman" pitchFamily="18" charset="0"/>
              </a:rPr>
              <a:t>  International Fisher Effect</a:t>
            </a:r>
          </a:p>
          <a:p>
            <a:pPr eaLnBrk="1" hangingPunct="1">
              <a:lnSpc>
                <a:spcPts val="3400"/>
              </a:lnSpc>
            </a:pPr>
            <a:r>
              <a:rPr lang="en-US" sz="2400" dirty="0">
                <a:solidFill>
                  <a:schemeClr val="bg2">
                    <a:lumMod val="20000"/>
                    <a:lumOff val="80000"/>
                  </a:schemeClr>
                </a:solidFill>
                <a:latin typeface="Times New Roman" pitchFamily="18" charset="0"/>
                <a:cs typeface="Times New Roman" pitchFamily="18" charset="0"/>
              </a:rPr>
              <a:t>    - For any two countries, the spot exchange rate should change in</a:t>
            </a:r>
          </a:p>
          <a:p>
            <a:pPr eaLnBrk="1" hangingPunct="1">
              <a:lnSpc>
                <a:spcPts val="3400"/>
              </a:lnSpc>
            </a:pPr>
            <a:r>
              <a:rPr lang="en-US" sz="2400" dirty="0">
                <a:solidFill>
                  <a:schemeClr val="bg2">
                    <a:lumMod val="20000"/>
                    <a:lumOff val="80000"/>
                  </a:schemeClr>
                </a:solidFill>
                <a:latin typeface="Times New Roman" pitchFamily="18" charset="0"/>
                <a:cs typeface="Times New Roman" pitchFamily="18" charset="0"/>
              </a:rPr>
              <a:t>      an equal amount but in the opposite direction to the difference</a:t>
            </a:r>
          </a:p>
          <a:p>
            <a:pPr eaLnBrk="1" hangingPunct="1">
              <a:lnSpc>
                <a:spcPts val="3400"/>
              </a:lnSpc>
            </a:pPr>
            <a:r>
              <a:rPr lang="en-US" sz="2400" dirty="0">
                <a:solidFill>
                  <a:schemeClr val="bg2">
                    <a:lumMod val="20000"/>
                    <a:lumOff val="80000"/>
                  </a:schemeClr>
                </a:solidFill>
                <a:latin typeface="Times New Roman" pitchFamily="18" charset="0"/>
                <a:cs typeface="Times New Roman" pitchFamily="18" charset="0"/>
              </a:rPr>
              <a:t>      in nominal interest rates between the two countries</a:t>
            </a:r>
          </a:p>
          <a:p>
            <a:pPr eaLnBrk="1" hangingPunct="1">
              <a:lnSpc>
                <a:spcPts val="3400"/>
              </a:lnSpc>
            </a:pPr>
            <a:r>
              <a:rPr lang="en-US" sz="2400" dirty="0">
                <a:solidFill>
                  <a:schemeClr val="bg2">
                    <a:lumMod val="20000"/>
                    <a:lumOff val="80000"/>
                  </a:schemeClr>
                </a:solidFill>
                <a:latin typeface="Times New Roman" pitchFamily="18" charset="0"/>
                <a:cs typeface="Times New Roman" pitchFamily="18" charset="0"/>
              </a:rPr>
              <a:t>    - For example, if </a:t>
            </a:r>
            <a:r>
              <a:rPr lang="en-US" sz="2400" dirty="0" err="1">
                <a:solidFill>
                  <a:schemeClr val="bg2">
                    <a:lumMod val="20000"/>
                    <a:lumOff val="80000"/>
                  </a:schemeClr>
                </a:solidFill>
                <a:latin typeface="Times New Roman" pitchFamily="18" charset="0"/>
                <a:cs typeface="Times New Roman" pitchFamily="18" charset="0"/>
              </a:rPr>
              <a:t>i</a:t>
            </a:r>
            <a:r>
              <a:rPr lang="en-US" sz="2400" dirty="0">
                <a:solidFill>
                  <a:schemeClr val="bg2">
                    <a:lumMod val="20000"/>
                    <a:lumOff val="80000"/>
                  </a:schemeClr>
                </a:solidFill>
                <a:latin typeface="Times New Roman" pitchFamily="18" charset="0"/>
                <a:cs typeface="Times New Roman" pitchFamily="18" charset="0"/>
              </a:rPr>
              <a:t>=5% in US and </a:t>
            </a:r>
            <a:r>
              <a:rPr lang="en-US" sz="2400" dirty="0" err="1">
                <a:solidFill>
                  <a:schemeClr val="bg2">
                    <a:lumMod val="20000"/>
                    <a:lumOff val="80000"/>
                  </a:schemeClr>
                </a:solidFill>
                <a:latin typeface="Times New Roman" pitchFamily="18" charset="0"/>
                <a:cs typeface="Times New Roman" pitchFamily="18" charset="0"/>
              </a:rPr>
              <a:t>i</a:t>
            </a:r>
            <a:r>
              <a:rPr lang="en-US" sz="2400" dirty="0">
                <a:solidFill>
                  <a:schemeClr val="bg2">
                    <a:lumMod val="20000"/>
                    <a:lumOff val="80000"/>
                  </a:schemeClr>
                </a:solidFill>
                <a:latin typeface="Times New Roman" pitchFamily="18" charset="0"/>
                <a:cs typeface="Times New Roman" pitchFamily="18" charset="0"/>
              </a:rPr>
              <a:t>=10% in Korea, the Korean </a:t>
            </a:r>
          </a:p>
          <a:p>
            <a:pPr eaLnBrk="1" hangingPunct="1">
              <a:lnSpc>
                <a:spcPts val="3400"/>
              </a:lnSpc>
            </a:pPr>
            <a:r>
              <a:rPr lang="en-US" sz="2400" dirty="0">
                <a:solidFill>
                  <a:schemeClr val="bg2">
                    <a:lumMod val="20000"/>
                    <a:lumOff val="80000"/>
                  </a:schemeClr>
                </a:solidFill>
                <a:latin typeface="Times New Roman" pitchFamily="18" charset="0"/>
                <a:cs typeface="Times New Roman" pitchFamily="18" charset="0"/>
              </a:rPr>
              <a:t>       Won will depreciate by 5% over time</a:t>
            </a:r>
            <a:endPar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endParaRPr>
          </a:p>
          <a:p>
            <a:pPr marL="342900" marR="0" lvl="0" indent="-342900" algn="l" defTabSz="914400" rtl="0" eaLnBrk="1" fontAlgn="base" latinLnBrk="1" hangingPunct="1">
              <a:lnSpc>
                <a:spcPts val="3400"/>
              </a:lnSpc>
              <a:spcBef>
                <a:spcPct val="20000"/>
              </a:spcBef>
              <a:spcAft>
                <a:spcPct val="0"/>
              </a:spcAft>
              <a:buClr>
                <a:schemeClr val="hlink"/>
              </a:buClr>
              <a:buSzTx/>
              <a:buFont typeface="Wingdings" pitchFamily="2" charset="2"/>
              <a:buChar char="v"/>
              <a:tabLst/>
              <a:defRPr/>
            </a:pPr>
            <a:endPar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base" latinLnBrk="1" hangingPunct="1">
              <a:lnSpc>
                <a:spcPts val="3400"/>
              </a:lnSpc>
              <a:spcBef>
                <a:spcPct val="20000"/>
              </a:spcBef>
              <a:spcAft>
                <a:spcPct val="0"/>
              </a:spcAft>
              <a:buClr>
                <a:schemeClr val="hlink"/>
              </a:buClr>
              <a:buSzTx/>
              <a:buFont typeface="Wingdings" pitchFamily="2" charset="2"/>
              <a:buChar char="v"/>
              <a:tabLst/>
              <a:defRPr/>
            </a:pPr>
            <a:endParaRPr kumimoji="0" lang="en-US"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descr="Large confetti"/>
          <p:cNvSpPr>
            <a:spLocks noGrp="1" noChangeArrowheads="1"/>
          </p:cNvSpPr>
          <p:nvPr>
            <p:ph type="title"/>
          </p:nvPr>
        </p:nvSpPr>
        <p:spPr>
          <a:xfrm>
            <a:off x="0" y="26064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Investor Psychology and Exchange Rates</a:t>
            </a:r>
          </a:p>
        </p:txBody>
      </p:sp>
      <p:sp>
        <p:nvSpPr>
          <p:cNvPr id="5" name="Rectangle 3"/>
          <p:cNvSpPr txBox="1">
            <a:spLocks noChangeArrowheads="1"/>
          </p:cNvSpPr>
          <p:nvPr/>
        </p:nvSpPr>
        <p:spPr bwMode="auto">
          <a:xfrm>
            <a:off x="395536" y="980728"/>
            <a:ext cx="8280920" cy="57332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1" hangingPunct="1">
              <a:lnSpc>
                <a:spcPct val="80000"/>
              </a:lnSpc>
              <a:spcBef>
                <a:spcPct val="20000"/>
              </a:spcBef>
              <a:spcAft>
                <a:spcPct val="0"/>
              </a:spcAft>
              <a:buClr>
                <a:schemeClr val="hlink"/>
              </a:buClr>
              <a:buSzTx/>
              <a:buFont typeface="Wingdings" pitchFamily="2" charset="2"/>
              <a:buNone/>
              <a:tabLst/>
              <a:defRPr/>
            </a:pPr>
            <a:endPar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base" latinLnBrk="1" hangingPunct="1">
              <a:lnSpc>
                <a:spcPts val="3000"/>
              </a:lnSpc>
              <a:spcBef>
                <a:spcPct val="20000"/>
              </a:spcBef>
              <a:spcAft>
                <a:spcPct val="0"/>
              </a:spcAft>
              <a:buClr>
                <a:schemeClr val="hlink"/>
              </a:buClr>
              <a:buSzTx/>
              <a:buFont typeface="Arial" pitchFamily="34" charset="0"/>
              <a:buChar char="•"/>
              <a:tabLst/>
              <a:defRPr/>
            </a:pP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The </a:t>
            </a:r>
            <a:r>
              <a:rPr kumimoji="0" lang="en-US" sz="2400" i="1"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bandwagon effect</a:t>
            </a: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 occurs when expectations on the part of traders turn into self-fulfilling prophecies, and traders join the bandwagon and move exchange rates based on group               expectations</a:t>
            </a:r>
          </a:p>
          <a:p>
            <a:pPr marL="342900" marR="0" lvl="0" indent="-342900" algn="l" defTabSz="914400" rtl="0" eaLnBrk="1" fontAlgn="base" latinLnBrk="1" hangingPunct="1">
              <a:lnSpc>
                <a:spcPts val="3000"/>
              </a:lnSpc>
              <a:spcBef>
                <a:spcPct val="20000"/>
              </a:spcBef>
              <a:spcAft>
                <a:spcPct val="0"/>
              </a:spcAft>
              <a:buClr>
                <a:schemeClr val="hlink"/>
              </a:buClr>
              <a:buSzTx/>
              <a:buFont typeface="Arial" pitchFamily="34" charset="0"/>
              <a:buChar char="•"/>
              <a:tabLst/>
              <a:defRPr/>
            </a:pP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Governmental intervention can prevent the bandwagon from     starting, but is not always effective</a:t>
            </a:r>
          </a:p>
          <a:p>
            <a:pPr marL="342900" marR="0" lvl="0" indent="-342900" algn="l" defTabSz="914400" rtl="0" eaLnBrk="1" fontAlgn="base" latinLnBrk="1" hangingPunct="1">
              <a:lnSpc>
                <a:spcPts val="3000"/>
              </a:lnSpc>
              <a:spcBef>
                <a:spcPct val="20000"/>
              </a:spcBef>
              <a:spcAft>
                <a:spcPct val="0"/>
              </a:spcAft>
              <a:buClr>
                <a:schemeClr val="hlink"/>
              </a:buClr>
              <a:buSzTx/>
              <a:buFont typeface="Arial" pitchFamily="34" charset="0"/>
              <a:buChar char="•"/>
              <a:tabLst/>
              <a:defRPr/>
            </a:pPr>
            <a:r>
              <a:rPr kumimoji="0" lang="en-US" sz="2400" kern="0" dirty="0">
                <a:solidFill>
                  <a:schemeClr val="bg2">
                    <a:lumMod val="20000"/>
                    <a:lumOff val="80000"/>
                  </a:schemeClr>
                </a:solidFill>
                <a:latin typeface="Times New Roman" pitchFamily="18" charset="0"/>
                <a:ea typeface="+mn-ea"/>
                <a:cs typeface="Times New Roman" pitchFamily="18" charset="0"/>
              </a:rPr>
              <a:t>George Soros during the Asian economic crisis</a:t>
            </a:r>
          </a:p>
          <a:p>
            <a:pPr marL="342900" marR="0" lvl="0" indent="-342900" algn="l" defTabSz="914400" rtl="0" eaLnBrk="1" fontAlgn="base" latinLnBrk="1" hangingPunct="1">
              <a:lnSpc>
                <a:spcPts val="3000"/>
              </a:lnSpc>
              <a:spcBef>
                <a:spcPct val="20000"/>
              </a:spcBef>
              <a:spcAft>
                <a:spcPct val="0"/>
              </a:spcAft>
              <a:buClr>
                <a:schemeClr val="hlink"/>
              </a:buClr>
              <a:buSzTx/>
              <a:buFont typeface="Arial" pitchFamily="34" charset="0"/>
              <a:buChar char="•"/>
              <a:tabLst/>
              <a:defRPr/>
            </a:pPr>
            <a:r>
              <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Relative monetary</a:t>
            </a:r>
            <a:r>
              <a:rPr kumimoji="0" lang="en-US" sz="2400" i="0" u="none" strike="noStrike" kern="0" cap="none" spc="0" normalizeH="0" noProof="0" dirty="0">
                <a:ln>
                  <a:noFill/>
                </a:ln>
                <a:solidFill>
                  <a:schemeClr val="bg2">
                    <a:lumMod val="20000"/>
                    <a:lumOff val="80000"/>
                  </a:schemeClr>
                </a:solidFill>
                <a:effectLst/>
                <a:uLnTx/>
                <a:uFillTx/>
                <a:latin typeface="Times New Roman" pitchFamily="18" charset="0"/>
                <a:ea typeface="+mn-ea"/>
                <a:cs typeface="Times New Roman" pitchFamily="18" charset="0"/>
              </a:rPr>
              <a:t> growth, relative inflation rates, and nominal interest rate differentials are good predictors of long-run           changes of </a:t>
            </a:r>
            <a:r>
              <a:rPr kumimoji="0" lang="en-US" sz="2400" kern="0" dirty="0">
                <a:solidFill>
                  <a:schemeClr val="bg2">
                    <a:lumMod val="20000"/>
                    <a:lumOff val="80000"/>
                  </a:schemeClr>
                </a:solidFill>
                <a:latin typeface="Times New Roman" pitchFamily="18" charset="0"/>
                <a:ea typeface="+mn-ea"/>
                <a:cs typeface="Times New Roman" pitchFamily="18" charset="0"/>
              </a:rPr>
              <a:t>exchange rates, and psychological factors, investor expectations and bandwagon effects are good predictors  of      short-run changes of exchange rates.</a:t>
            </a:r>
            <a:endParaRPr kumimoji="0" lang="en-US" sz="24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endParaRPr>
          </a:p>
          <a:p>
            <a:pPr marL="342900" marR="0" lvl="0" indent="-342900" algn="l" defTabSz="914400" rtl="0" eaLnBrk="1" fontAlgn="base" latinLnBrk="1" hangingPunct="1">
              <a:lnSpc>
                <a:spcPct val="80000"/>
              </a:lnSpc>
              <a:spcBef>
                <a:spcPct val="20000"/>
              </a:spcBef>
              <a:spcAft>
                <a:spcPct val="0"/>
              </a:spcAft>
              <a:buClr>
                <a:schemeClr val="hlink"/>
              </a:buClr>
              <a:buSzTx/>
              <a:buFont typeface="Wingdings" pitchFamily="2" charset="2"/>
              <a:buChar char="v"/>
              <a:tabLst/>
              <a:defRPr/>
            </a:pPr>
            <a:endParaRPr kumimoji="0" lang="en-US"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Currency Convertibility</a:t>
            </a:r>
          </a:p>
        </p:txBody>
      </p:sp>
      <p:sp>
        <p:nvSpPr>
          <p:cNvPr id="8195" name="Rectangle 3"/>
          <p:cNvSpPr>
            <a:spLocks noGrp="1" noChangeArrowheads="1"/>
          </p:cNvSpPr>
          <p:nvPr>
            <p:ph type="body" idx="1"/>
          </p:nvPr>
        </p:nvSpPr>
        <p:spPr>
          <a:xfrm>
            <a:off x="323528" y="1196752"/>
            <a:ext cx="8496944" cy="5589240"/>
          </a:xfrm>
        </p:spPr>
        <p:txBody>
          <a:bodyPr/>
          <a:lstStyle/>
          <a:p>
            <a:pPr eaLnBrk="1" hangingPunct="1">
              <a:buFont typeface="Arial" pitchFamily="34" charset="0"/>
              <a:buChar char="•"/>
            </a:pPr>
            <a:r>
              <a:rPr lang="en-US" altLang="ko-KR" b="0" dirty="0">
                <a:solidFill>
                  <a:schemeClr val="bg2">
                    <a:lumMod val="20000"/>
                    <a:lumOff val="80000"/>
                  </a:schemeClr>
                </a:solidFill>
                <a:latin typeface="Times New Roman" pitchFamily="18" charset="0"/>
                <a:cs typeface="Times New Roman" pitchFamily="18" charset="0"/>
              </a:rPr>
              <a:t>Freely convertible</a:t>
            </a:r>
          </a:p>
          <a:p>
            <a:pPr eaLnBrk="1" hangingPunct="1">
              <a:buNone/>
            </a:pPr>
            <a:r>
              <a:rPr lang="en-US" altLang="ko-KR" sz="2400" b="0" dirty="0">
                <a:solidFill>
                  <a:schemeClr val="bg2">
                    <a:lumMod val="20000"/>
                    <a:lumOff val="80000"/>
                  </a:schemeClr>
                </a:solidFill>
                <a:latin typeface="Times New Roman" pitchFamily="18" charset="0"/>
                <a:cs typeface="Times New Roman" pitchFamily="18" charset="0"/>
              </a:rPr>
              <a:t>	- Both residents and nonresidents are allowed to purchase unlimited amounts of a foreign currency.</a:t>
            </a:r>
          </a:p>
          <a:p>
            <a:pPr eaLnBrk="1" hangingPunct="1">
              <a:buFont typeface="Arial" pitchFamily="34" charset="0"/>
              <a:buChar char="•"/>
            </a:pPr>
            <a:r>
              <a:rPr lang="en-US" altLang="ko-KR" b="0" dirty="0">
                <a:solidFill>
                  <a:schemeClr val="bg2">
                    <a:lumMod val="20000"/>
                    <a:lumOff val="80000"/>
                  </a:schemeClr>
                </a:solidFill>
                <a:latin typeface="Times New Roman" pitchFamily="18" charset="0"/>
                <a:cs typeface="Times New Roman" pitchFamily="18" charset="0"/>
              </a:rPr>
              <a:t>Externally convertible</a:t>
            </a:r>
          </a:p>
          <a:p>
            <a:pPr eaLnBrk="1" hangingPunct="1">
              <a:buNone/>
            </a:pPr>
            <a:r>
              <a:rPr lang="en-US" altLang="ko-KR" sz="2400" b="0" dirty="0">
                <a:solidFill>
                  <a:schemeClr val="bg2">
                    <a:lumMod val="20000"/>
                    <a:lumOff val="80000"/>
                  </a:schemeClr>
                </a:solidFill>
                <a:latin typeface="Times New Roman" pitchFamily="18" charset="0"/>
                <a:cs typeface="Times New Roman" pitchFamily="18" charset="0"/>
              </a:rPr>
              <a:t>	- Nonresidents can freely convert a local currency into a foreign currency, but residents are limited in doing so.</a:t>
            </a:r>
          </a:p>
          <a:p>
            <a:pPr eaLnBrk="1" hangingPunct="1">
              <a:buFont typeface="Arial" pitchFamily="34" charset="0"/>
              <a:buChar char="•"/>
            </a:pPr>
            <a:r>
              <a:rPr lang="en-US" altLang="ko-KR" b="0" dirty="0">
                <a:solidFill>
                  <a:schemeClr val="bg2">
                    <a:lumMod val="20000"/>
                    <a:lumOff val="80000"/>
                  </a:schemeClr>
                </a:solidFill>
                <a:latin typeface="Times New Roman" pitchFamily="18" charset="0"/>
                <a:cs typeface="Times New Roman" pitchFamily="18" charset="0"/>
              </a:rPr>
              <a:t>Nonconvertible</a:t>
            </a:r>
          </a:p>
          <a:p>
            <a:pPr eaLnBrk="1" hangingPunct="1">
              <a:buNone/>
            </a:pPr>
            <a:r>
              <a:rPr lang="en-US" altLang="ko-KR" b="0" dirty="0">
                <a:solidFill>
                  <a:schemeClr val="bg2">
                    <a:lumMod val="20000"/>
                    <a:lumOff val="80000"/>
                  </a:schemeClr>
                </a:solidFill>
                <a:latin typeface="Times New Roman" pitchFamily="18" charset="0"/>
                <a:cs typeface="Times New Roman" pitchFamily="18" charset="0"/>
              </a:rPr>
              <a:t>	</a:t>
            </a:r>
            <a:r>
              <a:rPr lang="en-US" altLang="ko-KR" sz="2400" b="0" dirty="0">
                <a:solidFill>
                  <a:schemeClr val="bg2">
                    <a:lumMod val="20000"/>
                    <a:lumOff val="80000"/>
                  </a:schemeClr>
                </a:solidFill>
                <a:latin typeface="Times New Roman" pitchFamily="18" charset="0"/>
                <a:cs typeface="Times New Roman" pitchFamily="18" charset="0"/>
              </a:rPr>
              <a:t>- Neither residents nor nonresidents are allowed to convert it into a foreign currency.</a:t>
            </a:r>
            <a:endParaRPr lang="en-US" altLang="ko-KR" b="0" dirty="0">
              <a:solidFill>
                <a:schemeClr val="bg2">
                  <a:lumMod val="20000"/>
                  <a:lumOff val="80000"/>
                </a:schemeClr>
              </a:solidFill>
              <a:latin typeface="Times New Roman" pitchFamily="18" charset="0"/>
              <a:cs typeface="Times New Roman" pitchFamily="18" charset="0"/>
            </a:endParaRPr>
          </a:p>
          <a:p>
            <a:pPr eaLnBrk="1" hangingPunct="1">
              <a:buFont typeface="Arial" pitchFamily="34" charset="0"/>
              <a:buChar char="•"/>
            </a:pPr>
            <a:r>
              <a:rPr lang="en-US" altLang="ko-KR" b="0" dirty="0">
                <a:solidFill>
                  <a:schemeClr val="bg2">
                    <a:lumMod val="20000"/>
                    <a:lumOff val="80000"/>
                  </a:schemeClr>
                </a:solidFill>
                <a:latin typeface="Times New Roman" pitchFamily="18" charset="0"/>
                <a:cs typeface="Times New Roman" pitchFamily="18" charset="0"/>
              </a:rPr>
              <a:t>Countertrade</a:t>
            </a:r>
          </a:p>
          <a:p>
            <a:pPr eaLnBrk="1" hangingPunct="1">
              <a:buNone/>
            </a:pPr>
            <a:r>
              <a:rPr lang="en-US" altLang="ko-KR" b="0" dirty="0">
                <a:solidFill>
                  <a:schemeClr val="bg2">
                    <a:lumMod val="20000"/>
                    <a:lumOff val="80000"/>
                  </a:schemeClr>
                </a:solidFill>
                <a:latin typeface="Times New Roman" pitchFamily="18" charset="0"/>
                <a:cs typeface="Times New Roman" pitchFamily="18" charset="0"/>
              </a:rPr>
              <a:t>	</a:t>
            </a:r>
            <a:r>
              <a:rPr lang="en-US" altLang="ko-KR" sz="2400" b="0" dirty="0">
                <a:solidFill>
                  <a:schemeClr val="bg2">
                    <a:lumMod val="20000"/>
                    <a:lumOff val="80000"/>
                  </a:schemeClr>
                </a:solidFill>
                <a:latin typeface="Times New Roman" pitchFamily="18" charset="0"/>
                <a:cs typeface="Times New Roman" pitchFamily="18" charset="0"/>
              </a:rPr>
              <a:t>- The trade of goods and services produced in one country for those of another country</a:t>
            </a:r>
            <a:endParaRPr lang="en-US" altLang="ko-KR" b="0" dirty="0">
              <a:solidFill>
                <a:schemeClr val="bg2">
                  <a:lumMod val="20000"/>
                  <a:lumOff val="80000"/>
                </a:schemeClr>
              </a:solidFill>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 name="WordArt 3"/>
          <p:cNvSpPr>
            <a:spLocks noChangeArrowheads="1" noChangeShapeType="1" noTextEdit="1"/>
          </p:cNvSpPr>
          <p:nvPr/>
        </p:nvSpPr>
        <p:spPr bwMode="auto">
          <a:xfrm>
            <a:off x="611560" y="1196753"/>
            <a:ext cx="7920880" cy="2880319"/>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Global Monetary System</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Global Monetary System</a:t>
            </a:r>
          </a:p>
        </p:txBody>
      </p:sp>
      <p:sp>
        <p:nvSpPr>
          <p:cNvPr id="5" name="Rectangle 5"/>
          <p:cNvSpPr txBox="1">
            <a:spLocks noChangeArrowheads="1"/>
          </p:cNvSpPr>
          <p:nvPr/>
        </p:nvSpPr>
        <p:spPr bwMode="auto">
          <a:xfrm>
            <a:off x="395536" y="1124744"/>
            <a:ext cx="8064896"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1" hangingPunct="1">
              <a:lnSpc>
                <a:spcPct val="100000"/>
              </a:lnSpc>
              <a:spcBef>
                <a:spcPct val="20000"/>
              </a:spcBef>
              <a:spcAft>
                <a:spcPct val="0"/>
              </a:spcAft>
              <a:buClr>
                <a:schemeClr val="hlink"/>
              </a:buClr>
              <a:buSzTx/>
              <a:buFont typeface="Wingdings" pitchFamily="2" charset="2"/>
              <a:buNone/>
              <a:tabLst/>
              <a:defRPr/>
            </a:pPr>
            <a:r>
              <a:rPr kumimoji="0" lang="en-US" sz="2800" b="1" i="0" u="none" strike="noStrike" kern="0" cap="none" spc="0" normalizeH="0" baseline="0" noProof="0" dirty="0">
                <a:ln>
                  <a:noFill/>
                </a:ln>
                <a:solidFill>
                  <a:srgbClr val="6A96D3"/>
                </a:solidFill>
                <a:effectLst/>
                <a:uLnTx/>
                <a:uFillTx/>
                <a:latin typeface="+mn-lt"/>
                <a:ea typeface="+mn-ea"/>
                <a:cs typeface="+mn-cs"/>
              </a:rPr>
              <a:t> </a:t>
            </a:r>
            <a:endParaRPr kumimoji="0" 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1" hangingPunct="1">
              <a:lnSpc>
                <a:spcPts val="4200"/>
              </a:lnSpc>
              <a:spcBef>
                <a:spcPct val="20000"/>
              </a:spcBef>
              <a:spcAft>
                <a:spcPct val="0"/>
              </a:spcAft>
              <a:buClr>
                <a:schemeClr val="hlink"/>
              </a:buClr>
              <a:buSzTx/>
              <a:buFont typeface="Arial" pitchFamily="34" charset="0"/>
              <a:buChar char="•"/>
              <a:tabLst/>
              <a:defRPr/>
            </a:pPr>
            <a:r>
              <a:rPr kumimoji="0" lang="en-US" sz="28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The global institutional arrangements that govern      exchange rates</a:t>
            </a:r>
          </a:p>
          <a:p>
            <a:pPr marL="342900" marR="0" lvl="0" indent="-342900" algn="l" defTabSz="914400" rtl="0" eaLnBrk="1" fontAlgn="base" latinLnBrk="1" hangingPunct="1">
              <a:lnSpc>
                <a:spcPts val="4200"/>
              </a:lnSpc>
              <a:spcBef>
                <a:spcPct val="20000"/>
              </a:spcBef>
              <a:spcAft>
                <a:spcPct val="0"/>
              </a:spcAft>
              <a:buClr>
                <a:schemeClr val="hlink"/>
              </a:buClr>
              <a:buSzTx/>
              <a:buFont typeface="Arial" pitchFamily="34" charset="0"/>
              <a:buChar char="•"/>
              <a:tabLst/>
              <a:defRPr/>
            </a:pPr>
            <a:r>
              <a:rPr kumimoji="0" lang="en-US" sz="28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Evolution</a:t>
            </a:r>
            <a:r>
              <a:rPr kumimoji="0" lang="en-US" sz="2800" i="0" u="none" strike="noStrike" kern="0" cap="none" spc="0" normalizeH="0" noProof="0" dirty="0">
                <a:ln>
                  <a:noFill/>
                </a:ln>
                <a:solidFill>
                  <a:schemeClr val="bg2">
                    <a:lumMod val="20000"/>
                    <a:lumOff val="80000"/>
                  </a:schemeClr>
                </a:solidFill>
                <a:effectLst/>
                <a:uLnTx/>
                <a:uFillTx/>
                <a:latin typeface="Times New Roman" pitchFamily="18" charset="0"/>
                <a:ea typeface="+mn-ea"/>
                <a:cs typeface="Times New Roman" pitchFamily="18" charset="0"/>
              </a:rPr>
              <a:t> of the global monetary system</a:t>
            </a:r>
          </a:p>
          <a:p>
            <a:pPr marL="342900" marR="0" lvl="0" indent="-342900" algn="l" defTabSz="914400" rtl="0" eaLnBrk="1" fontAlgn="base" latinLnBrk="1" hangingPunct="1">
              <a:lnSpc>
                <a:spcPts val="4200"/>
              </a:lnSpc>
              <a:spcBef>
                <a:spcPct val="20000"/>
              </a:spcBef>
              <a:spcAft>
                <a:spcPct val="0"/>
              </a:spcAft>
              <a:buClr>
                <a:schemeClr val="hlink"/>
              </a:buClr>
              <a:buSzTx/>
              <a:tabLst/>
              <a:defRPr/>
            </a:pPr>
            <a:r>
              <a:rPr kumimoji="0" lang="en-US" sz="2800" kern="0" baseline="0" dirty="0">
                <a:solidFill>
                  <a:schemeClr val="bg2">
                    <a:lumMod val="20000"/>
                    <a:lumOff val="80000"/>
                  </a:schemeClr>
                </a:solidFill>
                <a:latin typeface="Times New Roman" pitchFamily="18" charset="0"/>
                <a:ea typeface="+mn-ea"/>
                <a:cs typeface="Times New Roman" pitchFamily="18" charset="0"/>
              </a:rPr>
              <a:t>	   -</a:t>
            </a:r>
            <a:r>
              <a:rPr kumimoji="0" lang="en-US" sz="2800" kern="0" dirty="0">
                <a:solidFill>
                  <a:schemeClr val="bg2">
                    <a:lumMod val="20000"/>
                    <a:lumOff val="80000"/>
                  </a:schemeClr>
                </a:solidFill>
                <a:latin typeface="Times New Roman" pitchFamily="18" charset="0"/>
                <a:ea typeface="+mn-ea"/>
                <a:cs typeface="Times New Roman" pitchFamily="18" charset="0"/>
              </a:rPr>
              <a:t> The gold standard</a:t>
            </a:r>
          </a:p>
          <a:p>
            <a:pPr marL="342900" marR="0" lvl="0" indent="-342900" algn="l" defTabSz="914400" rtl="0" eaLnBrk="1" fontAlgn="base" latinLnBrk="1" hangingPunct="1">
              <a:lnSpc>
                <a:spcPts val="4200"/>
              </a:lnSpc>
              <a:spcBef>
                <a:spcPct val="20000"/>
              </a:spcBef>
              <a:spcAft>
                <a:spcPct val="0"/>
              </a:spcAft>
              <a:buClr>
                <a:schemeClr val="hlink"/>
              </a:buClr>
              <a:buSzTx/>
              <a:tabLst/>
              <a:defRPr/>
            </a:pPr>
            <a:r>
              <a:rPr kumimoji="0" lang="en-US" sz="28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	   -</a:t>
            </a:r>
            <a:r>
              <a:rPr kumimoji="0" lang="en-US" sz="2800" kern="0" dirty="0">
                <a:solidFill>
                  <a:schemeClr val="bg2">
                    <a:lumMod val="20000"/>
                    <a:lumOff val="80000"/>
                  </a:schemeClr>
                </a:solidFill>
                <a:latin typeface="Times New Roman" pitchFamily="18" charset="0"/>
                <a:ea typeface="+mn-ea"/>
                <a:cs typeface="Times New Roman" pitchFamily="18" charset="0"/>
              </a:rPr>
              <a:t> The </a:t>
            </a:r>
            <a:r>
              <a:rPr kumimoji="0" lang="en-US" sz="2800" kern="0" dirty="0" err="1">
                <a:solidFill>
                  <a:schemeClr val="bg2">
                    <a:lumMod val="20000"/>
                    <a:lumOff val="80000"/>
                  </a:schemeClr>
                </a:solidFill>
                <a:latin typeface="Times New Roman" pitchFamily="18" charset="0"/>
                <a:ea typeface="+mn-ea"/>
                <a:cs typeface="Times New Roman" pitchFamily="18" charset="0"/>
              </a:rPr>
              <a:t>Bretton</a:t>
            </a:r>
            <a:r>
              <a:rPr kumimoji="0" lang="en-US" sz="2800" kern="0" dirty="0">
                <a:solidFill>
                  <a:schemeClr val="bg2">
                    <a:lumMod val="20000"/>
                    <a:lumOff val="80000"/>
                  </a:schemeClr>
                </a:solidFill>
                <a:latin typeface="Times New Roman" pitchFamily="18" charset="0"/>
                <a:ea typeface="+mn-ea"/>
                <a:cs typeface="Times New Roman" pitchFamily="18" charset="0"/>
              </a:rPr>
              <a:t> Woods System</a:t>
            </a:r>
          </a:p>
          <a:p>
            <a:pPr marL="342900" marR="0" lvl="0" indent="-342900" algn="l" defTabSz="914400" rtl="0" eaLnBrk="1" fontAlgn="base" latinLnBrk="1" hangingPunct="1">
              <a:lnSpc>
                <a:spcPts val="4200"/>
              </a:lnSpc>
              <a:spcBef>
                <a:spcPct val="20000"/>
              </a:spcBef>
              <a:spcAft>
                <a:spcPct val="0"/>
              </a:spcAft>
              <a:buClr>
                <a:schemeClr val="hlink"/>
              </a:buClr>
              <a:buSzTx/>
              <a:tabLst/>
              <a:defRPr/>
            </a:pPr>
            <a:r>
              <a:rPr kumimoji="0" lang="en-US" sz="28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rPr>
              <a:t>	   </a:t>
            </a:r>
            <a:r>
              <a:rPr kumimoji="0" lang="en-US" sz="2800" kern="0" dirty="0">
                <a:solidFill>
                  <a:schemeClr val="bg2">
                    <a:lumMod val="20000"/>
                    <a:lumOff val="80000"/>
                  </a:schemeClr>
                </a:solidFill>
                <a:latin typeface="Times New Roman" pitchFamily="18" charset="0"/>
                <a:ea typeface="+mn-ea"/>
                <a:cs typeface="Times New Roman" pitchFamily="18" charset="0"/>
              </a:rPr>
              <a:t>- The floating exchange rate System</a:t>
            </a:r>
            <a:endParaRPr kumimoji="0" lang="en-US" sz="2800" i="0" u="none" strike="noStrike" kern="0" cap="none" spc="0" normalizeH="0" baseline="0" noProof="0" dirty="0">
              <a:ln>
                <a:noFill/>
              </a:ln>
              <a:solidFill>
                <a:schemeClr val="bg2">
                  <a:lumMod val="20000"/>
                  <a:lumOff val="80000"/>
                </a:schemeClr>
              </a:solidFill>
              <a:effectLst/>
              <a:uLnTx/>
              <a:uFillTx/>
              <a:latin typeface="Times New Roman" pitchFamily="18" charset="0"/>
              <a:ea typeface="+mn-ea"/>
              <a:cs typeface="Times New Roman" pitchFamily="18" charset="0"/>
            </a:endParaRPr>
          </a:p>
          <a:p>
            <a:pPr marL="342900" marR="0" lvl="0" indent="-342900" algn="l" defTabSz="914400" rtl="0" eaLnBrk="1" fontAlgn="base" latinLnBrk="1" hangingPunct="1">
              <a:lnSpc>
                <a:spcPct val="100000"/>
              </a:lnSpc>
              <a:spcBef>
                <a:spcPct val="20000"/>
              </a:spcBef>
              <a:spcAft>
                <a:spcPct val="0"/>
              </a:spcAft>
              <a:buClr>
                <a:schemeClr val="hlink"/>
              </a:buClr>
              <a:buSzTx/>
              <a:buFont typeface="Wingdings" pitchFamily="2" charset="2"/>
              <a:buNone/>
              <a:tabLst/>
              <a:defRPr/>
            </a:pPr>
            <a:endParaRPr kumimoji="0" lang="en-US" sz="28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Gold Standard</a:t>
            </a:r>
          </a:p>
        </p:txBody>
      </p:sp>
      <p:sp>
        <p:nvSpPr>
          <p:cNvPr id="10243" name="Rectangle 3"/>
          <p:cNvSpPr>
            <a:spLocks noGrp="1" noChangeArrowheads="1"/>
          </p:cNvSpPr>
          <p:nvPr>
            <p:ph type="body" idx="1"/>
          </p:nvPr>
        </p:nvSpPr>
        <p:spPr>
          <a:xfrm>
            <a:off x="395536" y="1268760"/>
            <a:ext cx="8352928" cy="5400600"/>
          </a:xfrm>
        </p:spPr>
        <p:txBody>
          <a:bodyPr/>
          <a:lstStyle/>
          <a:p>
            <a:pPr eaLnBrk="1" hangingPunct="1">
              <a:lnSpc>
                <a:spcPts val="34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Inconvenient to ship gold coins for exports / imports</a:t>
            </a:r>
          </a:p>
          <a:p>
            <a:pPr eaLnBrk="1" hangingPunct="1">
              <a:lnSpc>
                <a:spcPts val="34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Pegging paper currencies to gold and guaranteeing convertibility at a fixed rate (1870 - 1914)</a:t>
            </a:r>
          </a:p>
          <a:p>
            <a:pPr eaLnBrk="1" hangingPunct="1">
              <a:lnSpc>
                <a:spcPts val="34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Strength: Achieve balance-of-trade equilibrium:</a:t>
            </a:r>
          </a:p>
          <a:p>
            <a:pPr eaLnBrk="1" hangingPunct="1">
              <a:lnSpc>
                <a:spcPts val="3400"/>
              </a:lnSpc>
              <a:buFontTx/>
              <a:buNone/>
            </a:pPr>
            <a:r>
              <a:rPr lang="en-US" altLang="ko-KR" sz="2400" b="0" dirty="0">
                <a:solidFill>
                  <a:schemeClr val="bg2">
                    <a:lumMod val="20000"/>
                    <a:lumOff val="80000"/>
                  </a:schemeClr>
                </a:solidFill>
                <a:latin typeface="Times New Roman" pitchFamily="18" charset="0"/>
                <a:cs typeface="Times New Roman" pitchFamily="18" charset="0"/>
              </a:rPr>
              <a:t>	Excess export - gold inflow – money supply – inflation (more expensive) – reduced export</a:t>
            </a:r>
          </a:p>
          <a:p>
            <a:pPr eaLnBrk="1" hangingPunct="1">
              <a:lnSpc>
                <a:spcPts val="34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Key assumption: Money supply based on gold in each nation</a:t>
            </a:r>
          </a:p>
          <a:p>
            <a:pPr eaLnBrk="1" hangingPunct="1">
              <a:lnSpc>
                <a:spcPts val="34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Failed during the period of the two world wars:</a:t>
            </a:r>
          </a:p>
          <a:p>
            <a:pPr eaLnBrk="1" hangingPunct="1">
              <a:lnSpc>
                <a:spcPts val="3400"/>
              </a:lnSpc>
              <a:buFontTx/>
              <a:buNone/>
            </a:pPr>
            <a:r>
              <a:rPr lang="en-US" altLang="ko-KR" sz="2400" b="0" dirty="0">
                <a:solidFill>
                  <a:schemeClr val="bg2">
                    <a:lumMod val="20000"/>
                    <a:lumOff val="80000"/>
                  </a:schemeClr>
                </a:solidFill>
                <a:latin typeface="Times New Roman" pitchFamily="18" charset="0"/>
                <a:cs typeface="Times New Roman" pitchFamily="18" charset="0"/>
              </a:rPr>
              <a:t>	Money supply not based on gold – Countries suspended convertibility and devalued currencies competitively (Britain, US, German, and others)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err="1">
                <a:solidFill>
                  <a:srgbClr val="FFC000"/>
                </a:solidFill>
                <a:latin typeface="Times New Roman" pitchFamily="18" charset="0"/>
                <a:cs typeface="Times New Roman" pitchFamily="18" charset="0"/>
              </a:rPr>
              <a:t>Bretton</a:t>
            </a:r>
            <a:r>
              <a:rPr lang="en-US" altLang="ko-KR" sz="3600" b="1" dirty="0">
                <a:solidFill>
                  <a:srgbClr val="FFC000"/>
                </a:solidFill>
                <a:latin typeface="Times New Roman" pitchFamily="18" charset="0"/>
                <a:cs typeface="Times New Roman" pitchFamily="18" charset="0"/>
              </a:rPr>
              <a:t> Woods System</a:t>
            </a:r>
          </a:p>
        </p:txBody>
      </p:sp>
      <p:sp>
        <p:nvSpPr>
          <p:cNvPr id="11267" name="Rectangle 3"/>
          <p:cNvSpPr>
            <a:spLocks noGrp="1" noChangeArrowheads="1"/>
          </p:cNvSpPr>
          <p:nvPr>
            <p:ph type="body" idx="1"/>
          </p:nvPr>
        </p:nvSpPr>
        <p:spPr>
          <a:xfrm>
            <a:off x="307032" y="1196752"/>
            <a:ext cx="8657456" cy="5472608"/>
          </a:xfrm>
        </p:spPr>
        <p:txBody>
          <a:bodyPr/>
          <a:lstStyle/>
          <a:p>
            <a:pPr eaLnBrk="1" hangingPunct="1">
              <a:lnSpc>
                <a:spcPts val="29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Fixed exchange rate system adopted in 1944 (1944 – 1973)</a:t>
            </a:r>
          </a:p>
          <a:p>
            <a:pPr eaLnBrk="1" hangingPunct="1">
              <a:lnSpc>
                <a:spcPts val="29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Peg individual currencies to $US which only was convertible to gold at $35/oz</a:t>
            </a:r>
          </a:p>
          <a:p>
            <a:pPr eaLnBrk="1" hangingPunct="1">
              <a:lnSpc>
                <a:spcPts val="29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Each country agreed not to engage in competitive devaluations and to defend their currencies</a:t>
            </a:r>
          </a:p>
          <a:p>
            <a:pPr eaLnBrk="1" hangingPunct="1">
              <a:lnSpc>
                <a:spcPts val="29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Created the IMF and the world bank</a:t>
            </a:r>
          </a:p>
          <a:p>
            <a:pPr eaLnBrk="1" hangingPunct="1">
              <a:lnSpc>
                <a:spcPts val="2900"/>
              </a:lnSpc>
              <a:buFontTx/>
              <a:buNone/>
            </a:pPr>
            <a:r>
              <a:rPr lang="en-US" altLang="ko-KR" sz="2400" b="0" dirty="0">
                <a:solidFill>
                  <a:schemeClr val="bg2">
                    <a:lumMod val="20000"/>
                    <a:lumOff val="80000"/>
                  </a:schemeClr>
                </a:solidFill>
                <a:latin typeface="Times New Roman" pitchFamily="18" charset="0"/>
                <a:cs typeface="Times New Roman" pitchFamily="18" charset="0"/>
              </a:rPr>
              <a:t>	 - IMF: Lend money to members short-term to adjust their BOP 	position and maintain their exchange rates</a:t>
            </a:r>
          </a:p>
          <a:p>
            <a:pPr eaLnBrk="1" hangingPunct="1">
              <a:lnSpc>
                <a:spcPts val="2900"/>
              </a:lnSpc>
              <a:buFontTx/>
              <a:buNone/>
            </a:pPr>
            <a:r>
              <a:rPr lang="en-US" altLang="ko-KR" sz="2400" b="0" dirty="0">
                <a:solidFill>
                  <a:schemeClr val="bg2">
                    <a:lumMod val="20000"/>
                    <a:lumOff val="80000"/>
                  </a:schemeClr>
                </a:solidFill>
                <a:latin typeface="Times New Roman" pitchFamily="18" charset="0"/>
                <a:cs typeface="Times New Roman" pitchFamily="18" charset="0"/>
              </a:rPr>
              <a:t>	 - WB: Promote general economic development</a:t>
            </a:r>
          </a:p>
          <a:p>
            <a:pPr eaLnBrk="1" hangingPunct="1">
              <a:lnSpc>
                <a:spcPts val="29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Key assumption: US money supply based on gold</a:t>
            </a:r>
          </a:p>
          <a:p>
            <a:pPr eaLnBrk="1" hangingPunct="1">
              <a:lnSpc>
                <a:spcPts val="29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In 1973, the system collapsed – too much supply of $US (Vietnam War and welfare) / US inflation &amp; trade deficit - downward pressure on $US – US stopped converting $US into gold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Floating Exchange Rate System</a:t>
            </a:r>
          </a:p>
        </p:txBody>
      </p:sp>
      <p:sp>
        <p:nvSpPr>
          <p:cNvPr id="12291" name="Rectangle 3"/>
          <p:cNvSpPr>
            <a:spLocks noGrp="1" noChangeArrowheads="1"/>
          </p:cNvSpPr>
          <p:nvPr>
            <p:ph type="body" idx="1"/>
          </p:nvPr>
        </p:nvSpPr>
        <p:spPr>
          <a:xfrm>
            <a:off x="323528" y="1205061"/>
            <a:ext cx="8496944" cy="5248275"/>
          </a:xfrm>
        </p:spPr>
        <p:txBody>
          <a:bodyPr/>
          <a:lstStyle/>
          <a:p>
            <a:pPr eaLnBrk="1" hangingPunct="1">
              <a:lnSpc>
                <a:spcPts val="3200"/>
              </a:lnSpc>
              <a:buFont typeface="Arial" pitchFamily="34" charset="0"/>
              <a:buChar char="•"/>
            </a:pPr>
            <a:r>
              <a:rPr lang="en-US" sz="2400" b="0" dirty="0">
                <a:solidFill>
                  <a:schemeClr val="bg2">
                    <a:lumMod val="20000"/>
                    <a:lumOff val="80000"/>
                  </a:schemeClr>
                </a:solidFill>
                <a:latin typeface="Times New Roman" pitchFamily="18" charset="0"/>
                <a:cs typeface="Times New Roman" pitchFamily="18" charset="0"/>
              </a:rPr>
              <a:t>The Jamaica Agreement:</a:t>
            </a:r>
          </a:p>
          <a:p>
            <a:pPr eaLnBrk="1" hangingPunct="1">
              <a:lnSpc>
                <a:spcPts val="3200"/>
              </a:lnSpc>
              <a:buNone/>
            </a:pPr>
            <a:r>
              <a:rPr lang="en-US" sz="2400" b="0" dirty="0">
                <a:solidFill>
                  <a:schemeClr val="bg2">
                    <a:lumMod val="20000"/>
                    <a:lumOff val="80000"/>
                  </a:schemeClr>
                </a:solidFill>
                <a:latin typeface="Times New Roman" pitchFamily="18" charset="0"/>
                <a:cs typeface="Times New Roman" pitchFamily="18" charset="0"/>
              </a:rPr>
              <a:t>	  - A floating exchange rate regime was setup in 1976.</a:t>
            </a:r>
          </a:p>
          <a:p>
            <a:pPr eaLnBrk="1" hangingPunct="1">
              <a:lnSpc>
                <a:spcPts val="3200"/>
              </a:lnSpc>
              <a:buFont typeface="Arial" pitchFamily="34" charset="0"/>
              <a:buChar char="•"/>
            </a:pPr>
            <a:r>
              <a:rPr lang="en-US" sz="2400" b="0" dirty="0">
                <a:solidFill>
                  <a:schemeClr val="bg2">
                    <a:lumMod val="20000"/>
                    <a:lumOff val="80000"/>
                  </a:schemeClr>
                </a:solidFill>
                <a:latin typeface="Times New Roman" pitchFamily="18" charset="0"/>
                <a:cs typeface="Times New Roman" pitchFamily="18" charset="0"/>
              </a:rPr>
              <a:t>The rules for the global monetary system that were agreed upon at the meeting are still in place today</a:t>
            </a:r>
          </a:p>
          <a:p>
            <a:pPr eaLnBrk="1" hangingPunct="1">
              <a:lnSpc>
                <a:spcPts val="3200"/>
              </a:lnSpc>
              <a:buFont typeface="Arial" pitchFamily="34" charset="0"/>
              <a:buChar char="•"/>
            </a:pPr>
            <a:r>
              <a:rPr lang="en-US" sz="2400" b="0" dirty="0">
                <a:solidFill>
                  <a:schemeClr val="bg2">
                    <a:lumMod val="20000"/>
                    <a:lumOff val="80000"/>
                  </a:schemeClr>
                </a:solidFill>
                <a:latin typeface="Times New Roman" pitchFamily="18" charset="0"/>
                <a:cs typeface="Times New Roman" pitchFamily="18" charset="0"/>
              </a:rPr>
              <a:t>Under the Jamaican agreement,</a:t>
            </a:r>
          </a:p>
          <a:p>
            <a:pPr lvl="1" eaLnBrk="1" hangingPunct="1">
              <a:lnSpc>
                <a:spcPts val="3200"/>
              </a:lnSpc>
              <a:buNone/>
            </a:pPr>
            <a:r>
              <a:rPr lang="en-US" sz="2400" dirty="0">
                <a:solidFill>
                  <a:schemeClr val="bg2">
                    <a:lumMod val="20000"/>
                    <a:lumOff val="80000"/>
                  </a:schemeClr>
                </a:solidFill>
                <a:latin typeface="Times New Roman" pitchFamily="18" charset="0"/>
                <a:cs typeface="Times New Roman" pitchFamily="18" charset="0"/>
              </a:rPr>
              <a:t>- floating rates were declared acceptable</a:t>
            </a:r>
          </a:p>
          <a:p>
            <a:pPr lvl="1" eaLnBrk="1" hangingPunct="1">
              <a:lnSpc>
                <a:spcPts val="3200"/>
              </a:lnSpc>
              <a:buNone/>
            </a:pPr>
            <a:r>
              <a:rPr lang="en-US" sz="2400" dirty="0">
                <a:solidFill>
                  <a:schemeClr val="bg2">
                    <a:lumMod val="20000"/>
                    <a:lumOff val="80000"/>
                  </a:schemeClr>
                </a:solidFill>
                <a:latin typeface="Times New Roman" pitchFamily="18" charset="0"/>
                <a:cs typeface="Times New Roman" pitchFamily="18" charset="0"/>
              </a:rPr>
              <a:t>- gold was abandoned as a reserve asset</a:t>
            </a:r>
          </a:p>
          <a:p>
            <a:pPr eaLnBrk="1" hangingPunct="1">
              <a:lnSpc>
                <a:spcPts val="3200"/>
              </a:lnSpc>
              <a:buFont typeface="Arial" pitchFamily="34" charset="0"/>
              <a:buChar char="•"/>
            </a:pPr>
            <a:r>
              <a:rPr lang="en-US" sz="2400" b="0" dirty="0">
                <a:solidFill>
                  <a:schemeClr val="bg2">
                    <a:lumMod val="20000"/>
                    <a:lumOff val="80000"/>
                  </a:schemeClr>
                </a:solidFill>
                <a:latin typeface="Times New Roman" pitchFamily="18" charset="0"/>
                <a:cs typeface="Times New Roman" pitchFamily="18" charset="0"/>
              </a:rPr>
              <a:t>The exchange rate is determined primarily by </a:t>
            </a:r>
            <a:r>
              <a:rPr lang="en-US" altLang="ko-KR" sz="2400" b="0" dirty="0">
                <a:solidFill>
                  <a:schemeClr val="bg2">
                    <a:lumMod val="20000"/>
                    <a:lumOff val="80000"/>
                  </a:schemeClr>
                </a:solidFill>
                <a:latin typeface="Times New Roman" pitchFamily="18" charset="0"/>
                <a:cs typeface="Times New Roman" pitchFamily="18" charset="0"/>
              </a:rPr>
              <a:t>supply/demand</a:t>
            </a:r>
          </a:p>
          <a:p>
            <a:pPr eaLnBrk="1" hangingPunct="1">
              <a:lnSpc>
                <a:spcPts val="32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Since 1973, exchange rates have been floating and much more volatile and less predictable</a:t>
            </a:r>
          </a:p>
          <a:p>
            <a:pPr eaLnBrk="1" hangingPunct="1">
              <a:lnSpc>
                <a:spcPts val="3200"/>
              </a:lnSpc>
              <a:buNone/>
            </a:pPr>
            <a:r>
              <a:rPr lang="en-US" altLang="ko-KR" sz="2400" b="0" dirty="0">
                <a:solidFill>
                  <a:schemeClr val="bg2">
                    <a:lumMod val="20000"/>
                    <a:lumOff val="80000"/>
                  </a:schemeClr>
                </a:solidFill>
                <a:latin typeface="Times New Roman" pitchFamily="18" charset="0"/>
                <a:cs typeface="Times New Roman" pitchFamily="18" charset="0"/>
              </a:rPr>
              <a:t>	  - Asian currency crisis, recent financial crisis, etc.</a:t>
            </a:r>
          </a:p>
          <a:p>
            <a:pPr eaLnBrk="1" hangingPunct="1">
              <a:buFontTx/>
              <a:buNone/>
            </a:pPr>
            <a:r>
              <a:rPr lang="en-US" altLang="ko-KR" b="0" dirty="0">
                <a:solidFill>
                  <a:schemeClr val="tx2"/>
                </a:solidFill>
                <a:latin typeface="Times New Roman" pitchFamily="18" charset="0"/>
                <a:cs typeface="Times New Roman" pitchFamily="18" charset="0"/>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Fixed vs. Floating: Pros</a:t>
            </a:r>
          </a:p>
        </p:txBody>
      </p:sp>
      <p:sp>
        <p:nvSpPr>
          <p:cNvPr id="13315" name="Rectangle 3"/>
          <p:cNvSpPr>
            <a:spLocks noGrp="1" noChangeArrowheads="1"/>
          </p:cNvSpPr>
          <p:nvPr>
            <p:ph type="body" idx="1"/>
          </p:nvPr>
        </p:nvSpPr>
        <p:spPr>
          <a:xfrm>
            <a:off x="1619672" y="1421085"/>
            <a:ext cx="6768752" cy="5248275"/>
          </a:xfrm>
        </p:spPr>
        <p:txBody>
          <a:bodyPr/>
          <a:lstStyle/>
          <a:p>
            <a:pPr eaLnBrk="1" hangingPunct="1">
              <a:lnSpc>
                <a:spcPts val="4000"/>
              </a:lnSpc>
              <a:buFont typeface="Arial" pitchFamily="34" charset="0"/>
              <a:buChar char="•"/>
            </a:pPr>
            <a:r>
              <a:rPr lang="en-US" altLang="ko-KR" b="0" dirty="0">
                <a:solidFill>
                  <a:schemeClr val="bg2">
                    <a:lumMod val="20000"/>
                    <a:lumOff val="80000"/>
                  </a:schemeClr>
                </a:solidFill>
                <a:latin typeface="Times New Roman" pitchFamily="18" charset="0"/>
                <a:cs typeface="Times New Roman" pitchFamily="18" charset="0"/>
              </a:rPr>
              <a:t>Floating:</a:t>
            </a:r>
          </a:p>
          <a:p>
            <a:pPr eaLnBrk="1" hangingPunct="1">
              <a:lnSpc>
                <a:spcPts val="4000"/>
              </a:lnSpc>
              <a:buFontTx/>
              <a:buNone/>
            </a:pPr>
            <a:r>
              <a:rPr lang="en-US" altLang="ko-KR" b="0" dirty="0">
                <a:solidFill>
                  <a:schemeClr val="bg2">
                    <a:lumMod val="20000"/>
                    <a:lumOff val="80000"/>
                  </a:schemeClr>
                </a:solidFill>
                <a:latin typeface="Times New Roman" pitchFamily="18" charset="0"/>
                <a:cs typeface="Times New Roman" pitchFamily="18" charset="0"/>
              </a:rPr>
              <a:t>	   - </a:t>
            </a:r>
            <a:r>
              <a:rPr lang="en-US" altLang="ko-KR" sz="2800" b="0" dirty="0">
                <a:solidFill>
                  <a:schemeClr val="bg2">
                    <a:lumMod val="20000"/>
                    <a:lumOff val="80000"/>
                  </a:schemeClr>
                </a:solidFill>
                <a:latin typeface="Times New Roman" pitchFamily="18" charset="0"/>
                <a:cs typeface="Times New Roman" pitchFamily="18" charset="0"/>
              </a:rPr>
              <a:t>Monetary policy autonomy</a:t>
            </a:r>
          </a:p>
          <a:p>
            <a:pPr eaLnBrk="1" hangingPunct="1">
              <a:lnSpc>
                <a:spcPts val="4000"/>
              </a:lnSpc>
              <a:buFontTx/>
              <a:buNone/>
            </a:pPr>
            <a:r>
              <a:rPr lang="en-US" altLang="ko-KR" sz="2800" b="0" dirty="0">
                <a:solidFill>
                  <a:schemeClr val="bg2">
                    <a:lumMod val="20000"/>
                    <a:lumOff val="80000"/>
                  </a:schemeClr>
                </a:solidFill>
                <a:latin typeface="Times New Roman" pitchFamily="18" charset="0"/>
                <a:cs typeface="Times New Roman" pitchFamily="18" charset="0"/>
              </a:rPr>
              <a:t>	   - Trade balance adjustments</a:t>
            </a:r>
          </a:p>
          <a:p>
            <a:pPr eaLnBrk="1" hangingPunct="1">
              <a:lnSpc>
                <a:spcPts val="4000"/>
              </a:lnSpc>
              <a:buFont typeface="Arial" pitchFamily="34" charset="0"/>
              <a:buChar char="•"/>
            </a:pPr>
            <a:r>
              <a:rPr lang="en-US" altLang="ko-KR" b="0" dirty="0">
                <a:solidFill>
                  <a:schemeClr val="bg2">
                    <a:lumMod val="20000"/>
                    <a:lumOff val="80000"/>
                  </a:schemeClr>
                </a:solidFill>
                <a:latin typeface="Times New Roman" pitchFamily="18" charset="0"/>
                <a:cs typeface="Times New Roman" pitchFamily="18" charset="0"/>
              </a:rPr>
              <a:t>Fixed:</a:t>
            </a:r>
          </a:p>
          <a:p>
            <a:pPr eaLnBrk="1" hangingPunct="1">
              <a:lnSpc>
                <a:spcPts val="4000"/>
              </a:lnSpc>
              <a:buFontTx/>
              <a:buNone/>
            </a:pPr>
            <a:r>
              <a:rPr lang="en-US" altLang="ko-KR" b="0" dirty="0">
                <a:solidFill>
                  <a:schemeClr val="bg2">
                    <a:lumMod val="20000"/>
                    <a:lumOff val="80000"/>
                  </a:schemeClr>
                </a:solidFill>
                <a:latin typeface="Times New Roman" pitchFamily="18" charset="0"/>
                <a:cs typeface="Times New Roman" pitchFamily="18" charset="0"/>
              </a:rPr>
              <a:t>	   - </a:t>
            </a:r>
            <a:r>
              <a:rPr lang="en-US" altLang="ko-KR" sz="2800" b="0" dirty="0">
                <a:solidFill>
                  <a:schemeClr val="bg2">
                    <a:lumMod val="20000"/>
                    <a:lumOff val="80000"/>
                  </a:schemeClr>
                </a:solidFill>
                <a:latin typeface="Times New Roman" pitchFamily="18" charset="0"/>
                <a:cs typeface="Times New Roman" pitchFamily="18" charset="0"/>
              </a:rPr>
              <a:t>Monetary discipline</a:t>
            </a:r>
          </a:p>
          <a:p>
            <a:pPr eaLnBrk="1" hangingPunct="1">
              <a:lnSpc>
                <a:spcPts val="4000"/>
              </a:lnSpc>
              <a:buFontTx/>
              <a:buNone/>
            </a:pPr>
            <a:r>
              <a:rPr lang="en-US" altLang="ko-KR" sz="2800" b="0" dirty="0">
                <a:solidFill>
                  <a:schemeClr val="bg2">
                    <a:lumMod val="20000"/>
                    <a:lumOff val="80000"/>
                  </a:schemeClr>
                </a:solidFill>
                <a:latin typeface="Times New Roman" pitchFamily="18" charset="0"/>
                <a:cs typeface="Times New Roman" pitchFamily="18" charset="0"/>
              </a:rPr>
              <a:t>	   - Speculation</a:t>
            </a:r>
          </a:p>
          <a:p>
            <a:pPr eaLnBrk="1" hangingPunct="1">
              <a:lnSpc>
                <a:spcPts val="4000"/>
              </a:lnSpc>
              <a:buFontTx/>
              <a:buNone/>
            </a:pPr>
            <a:r>
              <a:rPr lang="en-US" altLang="ko-KR" sz="2800" b="0" dirty="0">
                <a:solidFill>
                  <a:schemeClr val="bg2">
                    <a:lumMod val="20000"/>
                    <a:lumOff val="80000"/>
                  </a:schemeClr>
                </a:solidFill>
                <a:latin typeface="Times New Roman" pitchFamily="18" charset="0"/>
                <a:cs typeface="Times New Roman" pitchFamily="18" charset="0"/>
              </a:rPr>
              <a:t>	   - Uncertainty</a:t>
            </a:r>
          </a:p>
          <a:p>
            <a:pPr eaLnBrk="1" hangingPunct="1">
              <a:lnSpc>
                <a:spcPct val="90000"/>
              </a:lnSpc>
              <a:buFontTx/>
              <a:buNone/>
            </a:pPr>
            <a:r>
              <a:rPr lang="en-US" altLang="ko-KR" sz="2800" dirty="0">
                <a:solidFill>
                  <a:schemeClr val="tx2"/>
                </a:solidFill>
                <a:latin typeface="Times New Roman" pitchFamily="18" charset="0"/>
                <a:cs typeface="Times New Roman" pitchFamily="18" charset="0"/>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Current Exchange Rate Regimes</a:t>
            </a:r>
          </a:p>
        </p:txBody>
      </p:sp>
      <p:sp>
        <p:nvSpPr>
          <p:cNvPr id="6" name="Rectangle 3"/>
          <p:cNvSpPr txBox="1">
            <a:spLocks noChangeArrowheads="1"/>
          </p:cNvSpPr>
          <p:nvPr/>
        </p:nvSpPr>
        <p:spPr bwMode="auto">
          <a:xfrm>
            <a:off x="997347" y="1196752"/>
            <a:ext cx="7031037" cy="4320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1" hangingPunct="1">
              <a:lnSpc>
                <a:spcPct val="80000"/>
              </a:lnSpc>
              <a:spcBef>
                <a:spcPct val="20000"/>
              </a:spcBef>
              <a:spcAft>
                <a:spcPct val="0"/>
              </a:spcAft>
              <a:buClr>
                <a:schemeClr val="hlink"/>
              </a:buClr>
              <a:buSzTx/>
              <a:buFont typeface="Wingdings" pitchFamily="2" charset="2"/>
              <a:buNone/>
              <a:tabLst/>
              <a:defRPr/>
            </a:pPr>
            <a:r>
              <a:rPr kumimoji="0" lang="en-US" sz="240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rPr>
              <a:t>Exchange Rate Policies, IMF Members, 2006</a:t>
            </a:r>
          </a:p>
        </p:txBody>
      </p:sp>
      <p:pic>
        <p:nvPicPr>
          <p:cNvPr id="7" name="Picture 4" descr="hiL84115_1002"/>
          <p:cNvPicPr>
            <a:picLocks noChangeAspect="1" noChangeArrowheads="1"/>
          </p:cNvPicPr>
          <p:nvPr/>
        </p:nvPicPr>
        <p:blipFill>
          <a:blip r:embed="rId3" cstate="print"/>
          <a:srcRect/>
          <a:stretch>
            <a:fillRect/>
          </a:stretch>
        </p:blipFill>
        <p:spPr bwMode="auto">
          <a:xfrm>
            <a:off x="0" y="1628800"/>
            <a:ext cx="9144000" cy="52292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 name="WordArt 3"/>
          <p:cNvSpPr>
            <a:spLocks noChangeArrowheads="1" noChangeShapeType="1" noTextEdit="1"/>
          </p:cNvSpPr>
          <p:nvPr/>
        </p:nvSpPr>
        <p:spPr bwMode="auto">
          <a:xfrm>
            <a:off x="395536" y="1196753"/>
            <a:ext cx="8280920" cy="2880319"/>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Responses To</a:t>
            </a:r>
          </a:p>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Foreign Exchange Movements</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b="1" dirty="0">
                <a:solidFill>
                  <a:srgbClr val="FFC000"/>
                </a:solidFill>
                <a:latin typeface="Times New Roman" pitchFamily="18" charset="0"/>
                <a:cs typeface="Times New Roman" pitchFamily="18" charset="0"/>
              </a:rPr>
              <a:t>Foreign Exchange</a:t>
            </a:r>
            <a:r>
              <a:rPr lang="en-US" altLang="ko-KR" sz="3600" b="1" dirty="0">
                <a:solidFill>
                  <a:srgbClr val="FFC000"/>
                </a:solidFill>
                <a:latin typeface="Times New Roman" pitchFamily="18" charset="0"/>
                <a:cs typeface="Times New Roman" pitchFamily="18" charset="0"/>
              </a:rPr>
              <a:t> Risk Exposure</a:t>
            </a:r>
          </a:p>
        </p:txBody>
      </p:sp>
      <p:sp>
        <p:nvSpPr>
          <p:cNvPr id="5123" name="Rectangle 3"/>
          <p:cNvSpPr>
            <a:spLocks noGrp="1" noChangeArrowheads="1"/>
          </p:cNvSpPr>
          <p:nvPr>
            <p:ph type="body" idx="1"/>
          </p:nvPr>
        </p:nvSpPr>
        <p:spPr>
          <a:xfrm>
            <a:off x="395536" y="1161256"/>
            <a:ext cx="8280920" cy="5508104"/>
          </a:xfrm>
        </p:spPr>
        <p:txBody>
          <a:bodyPr/>
          <a:lstStyle/>
          <a:p>
            <a:pPr eaLnBrk="1" hangingPunct="1">
              <a:lnSpc>
                <a:spcPct val="90000"/>
              </a:lnSpc>
              <a:buFont typeface="Arial" pitchFamily="34" charset="0"/>
              <a:buChar char="•"/>
            </a:pPr>
            <a:r>
              <a:rPr lang="en-US" altLang="ko-KR" dirty="0">
                <a:solidFill>
                  <a:schemeClr val="bg2">
                    <a:lumMod val="20000"/>
                    <a:lumOff val="80000"/>
                  </a:schemeClr>
                </a:solidFill>
                <a:latin typeface="Times New Roman" pitchFamily="18" charset="0"/>
                <a:cs typeface="Times New Roman" pitchFamily="18" charset="0"/>
              </a:rPr>
              <a:t>Transaction exposure: </a:t>
            </a:r>
          </a:p>
          <a:p>
            <a:pPr eaLnBrk="1" hangingPunct="1">
              <a:buNone/>
            </a:pPr>
            <a:r>
              <a:rPr lang="en-US" sz="2400" b="0" dirty="0">
                <a:solidFill>
                  <a:schemeClr val="bg2">
                    <a:lumMod val="20000"/>
                    <a:lumOff val="80000"/>
                  </a:schemeClr>
                </a:solidFill>
                <a:latin typeface="Times New Roman" pitchFamily="18" charset="0"/>
                <a:cs typeface="Times New Roman" pitchFamily="18" charset="0"/>
              </a:rPr>
              <a:t>	Degree to which the income from individual transactions is       influenced by changes in exchange rates. This can lead to a real monetary loss </a:t>
            </a:r>
          </a:p>
          <a:p>
            <a:pPr eaLnBrk="1" hangingPunct="1">
              <a:lnSpc>
                <a:spcPct val="90000"/>
              </a:lnSpc>
              <a:buFont typeface="Arial" pitchFamily="34" charset="0"/>
              <a:buChar char="•"/>
            </a:pPr>
            <a:r>
              <a:rPr lang="en-US" altLang="ko-KR" dirty="0">
                <a:solidFill>
                  <a:schemeClr val="bg2">
                    <a:lumMod val="20000"/>
                    <a:lumOff val="80000"/>
                  </a:schemeClr>
                </a:solidFill>
                <a:latin typeface="Times New Roman" pitchFamily="18" charset="0"/>
                <a:cs typeface="Times New Roman" pitchFamily="18" charset="0"/>
              </a:rPr>
              <a:t>Translation exposure: </a:t>
            </a:r>
          </a:p>
          <a:p>
            <a:pPr eaLnBrk="1" hangingPunct="1">
              <a:lnSpc>
                <a:spcPct val="90000"/>
              </a:lnSpc>
              <a:buNone/>
            </a:pPr>
            <a:r>
              <a:rPr lang="en-US" dirty="0">
                <a:solidFill>
                  <a:schemeClr val="bg2">
                    <a:lumMod val="20000"/>
                    <a:lumOff val="80000"/>
                  </a:schemeClr>
                </a:solidFill>
              </a:rPr>
              <a:t>	</a:t>
            </a:r>
            <a:r>
              <a:rPr lang="en-US" sz="2400" b="0" dirty="0">
                <a:solidFill>
                  <a:schemeClr val="bg2">
                    <a:lumMod val="20000"/>
                    <a:lumOff val="80000"/>
                  </a:schemeClr>
                </a:solidFill>
                <a:latin typeface="Times New Roman" pitchFamily="18" charset="0"/>
                <a:cs typeface="Times New Roman" pitchFamily="18" charset="0"/>
              </a:rPr>
              <a:t>Effect of changes in exchange rates on the reported financial    statements of a company. Gains and losses from translation         exposure are reflected only on paper</a:t>
            </a:r>
          </a:p>
          <a:p>
            <a:pPr eaLnBrk="1" hangingPunct="1">
              <a:lnSpc>
                <a:spcPct val="90000"/>
              </a:lnSpc>
              <a:buFont typeface="Arial" pitchFamily="34" charset="0"/>
              <a:buChar char="•"/>
            </a:pPr>
            <a:r>
              <a:rPr lang="en-US" altLang="ko-KR" dirty="0">
                <a:solidFill>
                  <a:schemeClr val="bg2">
                    <a:lumMod val="20000"/>
                    <a:lumOff val="80000"/>
                  </a:schemeClr>
                </a:solidFill>
                <a:latin typeface="Times New Roman" pitchFamily="18" charset="0"/>
                <a:cs typeface="Times New Roman" pitchFamily="18" charset="0"/>
              </a:rPr>
              <a:t>Economic exposure:  </a:t>
            </a:r>
          </a:p>
          <a:p>
            <a:pPr eaLnBrk="1" hangingPunct="1">
              <a:buNone/>
            </a:pPr>
            <a:r>
              <a:rPr lang="en-US" dirty="0">
                <a:solidFill>
                  <a:schemeClr val="bg2">
                    <a:lumMod val="20000"/>
                    <a:lumOff val="80000"/>
                  </a:schemeClr>
                </a:solidFill>
              </a:rPr>
              <a:t>	</a:t>
            </a:r>
            <a:r>
              <a:rPr lang="en-US" sz="2400" b="0" dirty="0">
                <a:solidFill>
                  <a:schemeClr val="bg2">
                    <a:lumMod val="20000"/>
                    <a:lumOff val="80000"/>
                  </a:schemeClr>
                </a:solidFill>
                <a:latin typeface="Times New Roman" pitchFamily="18" charset="0"/>
                <a:cs typeface="Times New Roman" pitchFamily="18" charset="0"/>
              </a:rPr>
              <a:t>Extent to which a firm’s future international earning power is         influenced by exchange rate changes. This is related with the    long-term effect of exchange rate changes on future prices,       sales, and costs (competitive position)</a:t>
            </a:r>
          </a:p>
          <a:p>
            <a:pPr eaLnBrk="1" hangingPunct="1">
              <a:lnSpc>
                <a:spcPct val="90000"/>
              </a:lnSpc>
              <a:buFont typeface="Arial" pitchFamily="34" charset="0"/>
              <a:buChar char="•"/>
            </a:pPr>
            <a:endParaRPr lang="en-US" altLang="ko-KR" b="0" dirty="0">
              <a:solidFill>
                <a:schemeClr val="bg2">
                  <a:lumMod val="20000"/>
                  <a:lumOff val="80000"/>
                </a:schemeClr>
              </a:solidFill>
              <a:latin typeface="Times New Roman" pitchFamily="18" charset="0"/>
              <a:cs typeface="Times New Roman" pitchFamily="18" charset="0"/>
            </a:endParaRPr>
          </a:p>
          <a:p>
            <a:pPr eaLnBrk="1" hangingPunct="1">
              <a:lnSpc>
                <a:spcPct val="90000"/>
              </a:lnSpc>
              <a:buFontTx/>
              <a:buNone/>
            </a:pPr>
            <a:r>
              <a:rPr lang="en-US" altLang="ko-KR" b="0" dirty="0">
                <a:solidFill>
                  <a:schemeClr val="bg2">
                    <a:lumMod val="20000"/>
                    <a:lumOff val="80000"/>
                  </a:schemeClr>
                </a:solidFill>
                <a:latin typeface="Times New Roman" pitchFamily="18" charset="0"/>
                <a:cs typeface="Times New Roman" pitchFamily="18" charset="0"/>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Managing Transaction Risks</a:t>
            </a:r>
          </a:p>
        </p:txBody>
      </p:sp>
      <p:sp>
        <p:nvSpPr>
          <p:cNvPr id="5123" name="Rectangle 3"/>
          <p:cNvSpPr>
            <a:spLocks noGrp="1" noChangeArrowheads="1"/>
          </p:cNvSpPr>
          <p:nvPr>
            <p:ph type="body" idx="1"/>
          </p:nvPr>
        </p:nvSpPr>
        <p:spPr>
          <a:xfrm>
            <a:off x="395536" y="1238088"/>
            <a:ext cx="8352928" cy="5719304"/>
          </a:xfrm>
        </p:spPr>
        <p:txBody>
          <a:bodyPr/>
          <a:lstStyle/>
          <a:p>
            <a:pPr eaLnBrk="1" hangingPunct="1">
              <a:lnSpc>
                <a:spcPts val="23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Hedging through foreign exchange market contracts</a:t>
            </a:r>
          </a:p>
          <a:p>
            <a:pPr eaLnBrk="1" hangingPunct="1">
              <a:lnSpc>
                <a:spcPts val="2300"/>
              </a:lnSpc>
              <a:buNone/>
            </a:pPr>
            <a:r>
              <a:rPr lang="en-US" altLang="ko-KR" sz="2400" b="0" dirty="0">
                <a:solidFill>
                  <a:schemeClr val="bg2">
                    <a:lumMod val="20000"/>
                    <a:lumOff val="80000"/>
                  </a:schemeClr>
                </a:solidFill>
                <a:latin typeface="Times New Roman" pitchFamily="18" charset="0"/>
                <a:cs typeface="Times New Roman" pitchFamily="18" charset="0"/>
              </a:rPr>
              <a:t>	- Forward contact (forward exchange rates) - two parties agree 	to exchange currency and execute the deal at some specific 	future date and exchange rate.</a:t>
            </a:r>
          </a:p>
          <a:p>
            <a:pPr eaLnBrk="1" hangingPunct="1">
              <a:lnSpc>
                <a:spcPts val="2300"/>
              </a:lnSpc>
              <a:buNone/>
            </a:pPr>
            <a:r>
              <a:rPr lang="en-US" altLang="ko-KR" sz="2400" b="0" dirty="0">
                <a:solidFill>
                  <a:schemeClr val="bg2">
                    <a:lumMod val="20000"/>
                    <a:lumOff val="80000"/>
                  </a:schemeClr>
                </a:solidFill>
                <a:latin typeface="Times New Roman" pitchFamily="18" charset="0"/>
                <a:cs typeface="Times New Roman" pitchFamily="18" charset="0"/>
              </a:rPr>
              <a:t>	- Futures contract (futures exchange rates) – Organized markets 	for trading contracts for the future delivery of currency at a 	specific date and exchange rate.</a:t>
            </a:r>
          </a:p>
          <a:p>
            <a:pPr eaLnBrk="1" hangingPunct="1">
              <a:lnSpc>
                <a:spcPts val="2300"/>
              </a:lnSpc>
              <a:buNone/>
            </a:pPr>
            <a:r>
              <a:rPr lang="en-US" altLang="ko-KR" sz="2400" b="0" dirty="0">
                <a:solidFill>
                  <a:schemeClr val="bg2">
                    <a:lumMod val="20000"/>
                    <a:lumOff val="80000"/>
                  </a:schemeClr>
                </a:solidFill>
                <a:latin typeface="Times New Roman" pitchFamily="18" charset="0"/>
                <a:cs typeface="Times New Roman" pitchFamily="18" charset="0"/>
              </a:rPr>
              <a:t> 	- Options  – contract to buy the right to buy(call) or to 	sell(put) currency at a specific date and exchange rate.</a:t>
            </a:r>
          </a:p>
          <a:p>
            <a:pPr eaLnBrk="1" hangingPunct="1">
              <a:lnSpc>
                <a:spcPts val="23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Hedging through money market loans - Spot market conversion 	of loaned funds (spot exchange rate)</a:t>
            </a:r>
          </a:p>
          <a:p>
            <a:pPr eaLnBrk="1" hangingPunct="1">
              <a:lnSpc>
                <a:spcPts val="23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Leading and lagging - the timing of cash exchanges</a:t>
            </a:r>
          </a:p>
          <a:p>
            <a:pPr eaLnBrk="1" hangingPunct="1">
              <a:lnSpc>
                <a:spcPts val="23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Invoicing currency: bill customers in a currency other than their 	local currency (customers and suppliers in different nations)</a:t>
            </a:r>
          </a:p>
          <a:p>
            <a:pPr eaLnBrk="1" hangingPunct="1">
              <a:lnSpc>
                <a:spcPts val="23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Currency swap - the simultaneous purchase and sale of a given 	amount of foreign exchange for two different value dates at 	some specified exchange rate.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395536" y="1196752"/>
            <a:ext cx="8352928" cy="5400600"/>
          </a:xfrm>
        </p:spPr>
        <p:txBody>
          <a:bodyPr/>
          <a:lstStyle/>
          <a:p>
            <a:pPr eaLnBrk="1" hangingPunct="1">
              <a:lnSpc>
                <a:spcPts val="32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Balance sheet adjustments</a:t>
            </a:r>
          </a:p>
          <a:p>
            <a:pPr eaLnBrk="1" hangingPunct="1">
              <a:lnSpc>
                <a:spcPts val="3200"/>
              </a:lnSpc>
              <a:buNone/>
            </a:pPr>
            <a:r>
              <a:rPr lang="en-US" altLang="ko-KR" sz="2400" b="0" dirty="0">
                <a:solidFill>
                  <a:schemeClr val="bg2">
                    <a:lumMod val="20000"/>
                    <a:lumOff val="80000"/>
                  </a:schemeClr>
                </a:solidFill>
                <a:latin typeface="Times New Roman" pitchFamily="18" charset="0"/>
                <a:cs typeface="Times New Roman" pitchFamily="18" charset="0"/>
              </a:rPr>
              <a:t>	- involves maintaining a net zero exposure (or a net asset or liability exposure) through the management of account balances</a:t>
            </a:r>
          </a:p>
          <a:p>
            <a:pPr eaLnBrk="1" hangingPunct="1">
              <a:lnSpc>
                <a:spcPts val="32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Licensing/outsourcing</a:t>
            </a:r>
          </a:p>
          <a:p>
            <a:pPr eaLnBrk="1" hangingPunct="1">
              <a:lnSpc>
                <a:spcPts val="3200"/>
              </a:lnSpc>
              <a:buNone/>
            </a:pPr>
            <a:r>
              <a:rPr lang="en-US" altLang="ko-KR" sz="2400" b="0" dirty="0">
                <a:solidFill>
                  <a:schemeClr val="bg2">
                    <a:lumMod val="20000"/>
                    <a:lumOff val="80000"/>
                  </a:schemeClr>
                </a:solidFill>
                <a:latin typeface="Times New Roman" pitchFamily="18" charset="0"/>
                <a:cs typeface="Times New Roman" pitchFamily="18" charset="0"/>
              </a:rPr>
              <a:t>	- Licensing its product to an independent foreign company         - Licensing eliminates all translation exposure since there is no foreign affiliate to consolidate</a:t>
            </a:r>
          </a:p>
          <a:p>
            <a:pPr eaLnBrk="1" hangingPunct="1">
              <a:lnSpc>
                <a:spcPts val="3200"/>
              </a:lnSpc>
              <a:buFont typeface="Arial" pitchFamily="34" charset="0"/>
              <a:buChar char="•"/>
            </a:pPr>
            <a:r>
              <a:rPr lang="en-US" altLang="ko-KR" sz="2400" b="0" dirty="0">
                <a:solidFill>
                  <a:schemeClr val="bg2">
                    <a:lumMod val="20000"/>
                    <a:lumOff val="80000"/>
                  </a:schemeClr>
                </a:solidFill>
                <a:latin typeface="Times New Roman" pitchFamily="18" charset="0"/>
                <a:cs typeface="Times New Roman" pitchFamily="18" charset="0"/>
              </a:rPr>
              <a:t>Distribution of firms’ productive assets to various locations worldwide</a:t>
            </a:r>
          </a:p>
          <a:p>
            <a:pPr eaLnBrk="1" hangingPunct="1">
              <a:lnSpc>
                <a:spcPts val="3200"/>
              </a:lnSpc>
              <a:buNone/>
            </a:pPr>
            <a:r>
              <a:rPr lang="en-US" altLang="ko-KR" sz="2400" b="0" dirty="0">
                <a:solidFill>
                  <a:schemeClr val="bg2">
                    <a:lumMod val="20000"/>
                    <a:lumOff val="80000"/>
                  </a:schemeClr>
                </a:solidFill>
                <a:latin typeface="Times New Roman" pitchFamily="18" charset="0"/>
                <a:cs typeface="Times New Roman" pitchFamily="18" charset="0"/>
              </a:rPr>
              <a:t>	- This way firms’ long-run financial well-being is not severely affected by adverse exchange rate changes </a:t>
            </a:r>
          </a:p>
        </p:txBody>
      </p:sp>
      <p:sp>
        <p:nvSpPr>
          <p:cNvPr id="5"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Managing Translation/Economic Risks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 name="WordArt 3"/>
          <p:cNvSpPr>
            <a:spLocks noChangeArrowheads="1" noChangeShapeType="1" noTextEdit="1"/>
          </p:cNvSpPr>
          <p:nvPr/>
        </p:nvSpPr>
        <p:spPr bwMode="auto">
          <a:xfrm>
            <a:off x="395536" y="1196753"/>
            <a:ext cx="8280920" cy="2880319"/>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Implications for Businesses</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descr="Large confetti"/>
          <p:cNvSpPr>
            <a:spLocks noGrp="1" noChangeArrowheads="1"/>
          </p:cNvSpPr>
          <p:nvPr>
            <p:ph type="title"/>
          </p:nvPr>
        </p:nvSpPr>
        <p:spPr/>
        <p:txBody>
          <a:bodyPr/>
          <a:lstStyle/>
          <a:p>
            <a:pPr algn="ctr" eaLnBrk="1" hangingPunct="1"/>
            <a:r>
              <a:rPr lang="en-US" altLang="ko-KR" sz="3600" b="1" dirty="0">
                <a:solidFill>
                  <a:srgbClr val="FFC000"/>
                </a:solidFill>
                <a:latin typeface="Times New Roman" pitchFamily="18" charset="0"/>
                <a:cs typeface="Times New Roman" pitchFamily="18" charset="0"/>
              </a:rPr>
              <a:t>Implications for Businesses</a:t>
            </a:r>
            <a:endParaRPr lang="en-US" altLang="ko-KR" sz="3600" b="1" dirty="0">
              <a:solidFill>
                <a:srgbClr val="FFC000"/>
              </a:solidFill>
            </a:endParaRPr>
          </a:p>
        </p:txBody>
      </p:sp>
      <p:sp>
        <p:nvSpPr>
          <p:cNvPr id="19459" name="Rectangle 3"/>
          <p:cNvSpPr>
            <a:spLocks noGrp="1" noChangeArrowheads="1"/>
          </p:cNvSpPr>
          <p:nvPr>
            <p:ph type="body" idx="1"/>
          </p:nvPr>
        </p:nvSpPr>
        <p:spPr>
          <a:xfrm>
            <a:off x="395536" y="1196752"/>
            <a:ext cx="8229600" cy="5248275"/>
          </a:xfrm>
        </p:spPr>
        <p:txBody>
          <a:bodyPr/>
          <a:lstStyle/>
          <a:p>
            <a:pPr eaLnBrk="1" hangingPunct="1">
              <a:lnSpc>
                <a:spcPts val="3400"/>
              </a:lnSpc>
              <a:buFont typeface="Arial" pitchFamily="34" charset="0"/>
              <a:buChar char="•"/>
            </a:pPr>
            <a:r>
              <a:rPr lang="en-US" altLang="ko-KR" sz="2400" b="0" dirty="0">
                <a:latin typeface="Times New Roman" pitchFamily="18" charset="0"/>
                <a:cs typeface="Times New Roman" pitchFamily="18" charset="0"/>
              </a:rPr>
              <a:t>Firms need to understand the importance of foreign exchange environment  for business operations</a:t>
            </a:r>
          </a:p>
          <a:p>
            <a:pPr eaLnBrk="1" hangingPunct="1">
              <a:lnSpc>
                <a:spcPts val="3400"/>
              </a:lnSpc>
              <a:buFont typeface="Arial" pitchFamily="34" charset="0"/>
              <a:buChar char="•"/>
            </a:pPr>
            <a:r>
              <a:rPr lang="en-US" altLang="ko-KR" sz="2400" b="0" dirty="0">
                <a:latin typeface="Times New Roman" pitchFamily="18" charset="0"/>
                <a:cs typeface="Times New Roman" pitchFamily="18" charset="0"/>
              </a:rPr>
              <a:t>Firms should be aware of the forces that influence exchange rates – prices, inflation rate, interest rate, investor psychology, productivity, balance of payments, etc.</a:t>
            </a:r>
          </a:p>
          <a:p>
            <a:pPr eaLnBrk="1" hangingPunct="1">
              <a:lnSpc>
                <a:spcPts val="3400"/>
              </a:lnSpc>
              <a:buFont typeface="Arial" pitchFamily="34" charset="0"/>
              <a:buChar char="•"/>
            </a:pPr>
            <a:r>
              <a:rPr lang="en-US" altLang="ko-KR" sz="2400" b="0" dirty="0">
                <a:latin typeface="Times New Roman" pitchFamily="18" charset="0"/>
                <a:cs typeface="Times New Roman" pitchFamily="18" charset="0"/>
              </a:rPr>
              <a:t>Firms also need to understand the influence of exchange rate changes on the profitability of trade and investment. </a:t>
            </a:r>
          </a:p>
          <a:p>
            <a:pPr eaLnBrk="1" hangingPunct="1">
              <a:lnSpc>
                <a:spcPts val="3400"/>
              </a:lnSpc>
              <a:buFont typeface="Arial" pitchFamily="34" charset="0"/>
              <a:buChar char="•"/>
            </a:pPr>
            <a:r>
              <a:rPr lang="en-US" altLang="ko-KR" sz="2400" b="0" dirty="0">
                <a:latin typeface="Times New Roman" pitchFamily="18" charset="0"/>
                <a:cs typeface="Times New Roman" pitchFamily="18" charset="0"/>
              </a:rPr>
              <a:t>Firms need to understand foreign exchange risks (transaction, translation, economic exposure) and risk management (spot market, forward contract, futures contract, leading &amp; lagging, etc.)</a:t>
            </a:r>
          </a:p>
          <a:p>
            <a:pPr eaLnBrk="1" hangingPunct="1">
              <a:buFontTx/>
              <a:buNone/>
            </a:pPr>
            <a:endParaRPr lang="en-US" altLang="ko-KR" sz="2400" dirty="0">
              <a:solidFill>
                <a:schemeClr val="tx2"/>
              </a:solidFill>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Implications for Business</a:t>
            </a:r>
          </a:p>
        </p:txBody>
      </p:sp>
      <p:sp>
        <p:nvSpPr>
          <p:cNvPr id="20483" name="Rectangle 3"/>
          <p:cNvSpPr>
            <a:spLocks noGrp="1" noChangeArrowheads="1"/>
          </p:cNvSpPr>
          <p:nvPr>
            <p:ph type="body" idx="1"/>
          </p:nvPr>
        </p:nvSpPr>
        <p:spPr>
          <a:xfrm>
            <a:off x="251520" y="1277069"/>
            <a:ext cx="8568952" cy="5248275"/>
          </a:xfrm>
        </p:spPr>
        <p:txBody>
          <a:bodyPr/>
          <a:lstStyle/>
          <a:p>
            <a:pPr eaLnBrk="1" hangingPunct="1">
              <a:lnSpc>
                <a:spcPts val="3300"/>
              </a:lnSpc>
              <a:buFont typeface="Arial" pitchFamily="34" charset="0"/>
              <a:buChar char="•"/>
            </a:pPr>
            <a:r>
              <a:rPr lang="en-US" altLang="ko-KR" sz="2400" b="0" dirty="0">
                <a:latin typeface="Times New Roman" pitchFamily="18" charset="0"/>
                <a:cs typeface="Times New Roman" pitchFamily="18" charset="0"/>
              </a:rPr>
              <a:t>Firms need to understand that government intervention, along with economic reasons, can drive the foreign exchange market.</a:t>
            </a:r>
          </a:p>
          <a:p>
            <a:pPr eaLnBrk="1" hangingPunct="1">
              <a:lnSpc>
                <a:spcPts val="3300"/>
              </a:lnSpc>
              <a:buFont typeface="Arial" pitchFamily="34" charset="0"/>
              <a:buChar char="•"/>
            </a:pPr>
            <a:r>
              <a:rPr lang="en-US" altLang="ko-KR" sz="2400" b="0" dirty="0">
                <a:latin typeface="Times New Roman" pitchFamily="18" charset="0"/>
                <a:cs typeface="Times New Roman" pitchFamily="18" charset="0"/>
              </a:rPr>
              <a:t>The foreign exchange market does not always provide flexibility (currency convertibility) necessary to make international trade and investment possible.</a:t>
            </a:r>
          </a:p>
          <a:p>
            <a:pPr eaLnBrk="1" hangingPunct="1">
              <a:lnSpc>
                <a:spcPts val="3300"/>
              </a:lnSpc>
              <a:buFont typeface="Arial" pitchFamily="34" charset="0"/>
              <a:buChar char="•"/>
            </a:pPr>
            <a:r>
              <a:rPr lang="en-US" sz="2400" b="0" dirty="0">
                <a:latin typeface="Times New Roman" pitchFamily="18" charset="0"/>
                <a:cs typeface="Times New Roman" pitchFamily="18" charset="0"/>
              </a:rPr>
              <a:t>Firms can influence government policy towards the international         monetary system. Firms should focus their efforts on encouraging the government to: </a:t>
            </a:r>
          </a:p>
          <a:p>
            <a:pPr lvl="1" eaLnBrk="1" hangingPunct="1">
              <a:lnSpc>
                <a:spcPts val="3300"/>
              </a:lnSpc>
              <a:buNone/>
            </a:pPr>
            <a:r>
              <a:rPr lang="en-US" sz="2400" dirty="0">
                <a:solidFill>
                  <a:schemeClr val="tx1"/>
                </a:solidFill>
                <a:latin typeface="Times New Roman" pitchFamily="18" charset="0"/>
                <a:cs typeface="Times New Roman" pitchFamily="18" charset="0"/>
              </a:rPr>
              <a:t>- promote the growth of international trade and investment</a:t>
            </a:r>
          </a:p>
          <a:p>
            <a:pPr lvl="1" eaLnBrk="1" hangingPunct="1">
              <a:lnSpc>
                <a:spcPts val="3300"/>
              </a:lnSpc>
              <a:buNone/>
            </a:pPr>
            <a:r>
              <a:rPr lang="en-US" sz="2400" dirty="0">
                <a:solidFill>
                  <a:schemeClr val="tx1"/>
                </a:solidFill>
                <a:latin typeface="Times New Roman" pitchFamily="18" charset="0"/>
                <a:cs typeface="Times New Roman" pitchFamily="18" charset="0"/>
              </a:rPr>
              <a:t>- adopt an international monetary system that minimizes volatile exchange rates </a:t>
            </a:r>
          </a:p>
          <a:p>
            <a:pPr eaLnBrk="1" hangingPunct="1">
              <a:buFont typeface="Arial" pitchFamily="34" charset="0"/>
              <a:buChar char="•"/>
            </a:pPr>
            <a:endParaRPr lang="en-US" altLang="ko-KR" sz="2400" b="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600" b="1" dirty="0">
                <a:solidFill>
                  <a:srgbClr val="FFC000"/>
                </a:solidFill>
                <a:latin typeface="Times New Roman" pitchFamily="18" charset="0"/>
                <a:cs typeface="Times New Roman" pitchFamily="18" charset="0"/>
              </a:rPr>
              <a:t>Implications for Business</a:t>
            </a:r>
          </a:p>
        </p:txBody>
      </p:sp>
      <p:sp>
        <p:nvSpPr>
          <p:cNvPr id="21507" name="Rectangle 3"/>
          <p:cNvSpPr>
            <a:spLocks noGrp="1" noChangeArrowheads="1"/>
          </p:cNvSpPr>
          <p:nvPr>
            <p:ph type="body" idx="1"/>
          </p:nvPr>
        </p:nvSpPr>
        <p:spPr>
          <a:xfrm>
            <a:off x="323528" y="1371600"/>
            <a:ext cx="8424936" cy="5248275"/>
          </a:xfrm>
        </p:spPr>
        <p:txBody>
          <a:bodyPr/>
          <a:lstStyle/>
          <a:p>
            <a:pPr eaLnBrk="1" hangingPunct="1">
              <a:lnSpc>
                <a:spcPts val="3500"/>
              </a:lnSpc>
              <a:buFont typeface="Arial" pitchFamily="34" charset="0"/>
              <a:buChar char="•"/>
            </a:pPr>
            <a:r>
              <a:rPr lang="en-US" altLang="ko-KR" sz="2400" b="0" dirty="0">
                <a:latin typeface="Times New Roman" pitchFamily="18" charset="0"/>
                <a:cs typeface="Times New Roman" pitchFamily="18" charset="0"/>
              </a:rPr>
              <a:t>Firms need to pursue strategies that will increase strategic flexibility in the face of unpredictable exchange rate movements:</a:t>
            </a:r>
          </a:p>
          <a:p>
            <a:pPr eaLnBrk="1" hangingPunct="1">
              <a:lnSpc>
                <a:spcPts val="3500"/>
              </a:lnSpc>
              <a:buFontTx/>
              <a:buNone/>
            </a:pPr>
            <a:r>
              <a:rPr lang="en-US" altLang="ko-KR" sz="2400" b="0" dirty="0">
                <a:latin typeface="Times New Roman" pitchFamily="18" charset="0"/>
                <a:cs typeface="Times New Roman" pitchFamily="18" charset="0"/>
              </a:rPr>
              <a:t>	- Dispersing production around the globe for hedging</a:t>
            </a:r>
          </a:p>
          <a:p>
            <a:pPr eaLnBrk="1" hangingPunct="1">
              <a:lnSpc>
                <a:spcPts val="3500"/>
              </a:lnSpc>
              <a:buFontTx/>
              <a:buNone/>
            </a:pPr>
            <a:r>
              <a:rPr lang="en-US" altLang="ko-KR" sz="2400" b="0" dirty="0">
                <a:latin typeface="Times New Roman" pitchFamily="18" charset="0"/>
                <a:cs typeface="Times New Roman" pitchFamily="18" charset="0"/>
              </a:rPr>
              <a:t>	- Contracting out manufacturing activities – shift suppliers</a:t>
            </a:r>
          </a:p>
          <a:p>
            <a:pPr eaLnBrk="1" hangingPunct="1">
              <a:lnSpc>
                <a:spcPts val="3500"/>
              </a:lnSpc>
              <a:buFont typeface="Arial" pitchFamily="34" charset="0"/>
              <a:buChar char="•"/>
            </a:pPr>
            <a:r>
              <a:rPr lang="en-US" altLang="ko-KR" sz="2400" b="0" dirty="0">
                <a:latin typeface="Times New Roman" pitchFamily="18" charset="0"/>
                <a:cs typeface="Times New Roman" pitchFamily="18" charset="0"/>
              </a:rPr>
              <a:t>All these factors eventually promote globalization.</a:t>
            </a:r>
          </a:p>
        </p:txBody>
      </p:sp>
    </p:spTree>
  </p:cSld>
  <p:clrMapOvr>
    <a:masterClrMapping/>
  </p:clrMapOvr>
</p:sld>
</file>

<file path=ppt/theme/theme1.xml><?xml version="1.0" encoding="utf-8"?>
<a:theme xmlns:a="http://schemas.openxmlformats.org/drawingml/2006/main" name="1">
  <a:themeElements>
    <a:clrScheme name="sample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sample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sample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Template>
  <TotalTime>6969</TotalTime>
  <Words>1896</Words>
  <Application>Microsoft Office PowerPoint</Application>
  <PresentationFormat>화면 슬라이드 쇼(4:3)</PresentationFormat>
  <Paragraphs>212</Paragraphs>
  <Slides>28</Slides>
  <Notes>8</Notes>
  <HiddenSlides>0</HiddenSlides>
  <MMClips>0</MMClips>
  <ScaleCrop>false</ScaleCrop>
  <HeadingPairs>
    <vt:vector size="8" baseType="variant">
      <vt:variant>
        <vt:lpstr>사용한 글꼴</vt:lpstr>
      </vt:variant>
      <vt:variant>
        <vt:i4>8</vt:i4>
      </vt:variant>
      <vt:variant>
        <vt:lpstr>테마</vt:lpstr>
      </vt:variant>
      <vt:variant>
        <vt:i4>1</vt:i4>
      </vt:variant>
      <vt:variant>
        <vt:lpstr>포함된 OLE 서버</vt:lpstr>
      </vt:variant>
      <vt:variant>
        <vt:i4>2</vt:i4>
      </vt:variant>
      <vt:variant>
        <vt:lpstr>슬라이드 제목</vt:lpstr>
      </vt:variant>
      <vt:variant>
        <vt:i4>28</vt:i4>
      </vt:variant>
    </vt:vector>
  </HeadingPairs>
  <TitlesOfParts>
    <vt:vector size="39" baseType="lpstr">
      <vt:lpstr>HY헤드라인M</vt:lpstr>
      <vt:lpstr>맑은 고딕</vt:lpstr>
      <vt:lpstr>Arial</vt:lpstr>
      <vt:lpstr>Franklin Gothic Heavy</vt:lpstr>
      <vt:lpstr>Impact</vt:lpstr>
      <vt:lpstr>Times New Roman</vt:lpstr>
      <vt:lpstr>Verdana</vt:lpstr>
      <vt:lpstr>Wingdings</vt:lpstr>
      <vt:lpstr>1</vt:lpstr>
      <vt:lpstr>Image</vt:lpstr>
      <vt:lpstr>Clip</vt:lpstr>
      <vt:lpstr>Foreign Exchange Environment</vt:lpstr>
      <vt:lpstr>PowerPoint 프레젠테이션</vt:lpstr>
      <vt:lpstr>PowerPoint 프레젠테이션</vt:lpstr>
      <vt:lpstr>Foreign Exchange Market</vt:lpstr>
      <vt:lpstr>Functions</vt:lpstr>
      <vt:lpstr>Currency Conversion</vt:lpstr>
      <vt:lpstr>Global Financial Centers</vt:lpstr>
      <vt:lpstr>Determinants/Theories of  Exchange Rate Changes</vt:lpstr>
      <vt:lpstr>Prices and Exchange Rates</vt:lpstr>
      <vt:lpstr>The Big Mac Index</vt:lpstr>
      <vt:lpstr>Interest Rates and Exchange Rates</vt:lpstr>
      <vt:lpstr>Investor Psychology and Exchange Rates</vt:lpstr>
      <vt:lpstr>Currency Convertibility</vt:lpstr>
      <vt:lpstr>PowerPoint 프레젠테이션</vt:lpstr>
      <vt:lpstr>Global Monetary System</vt:lpstr>
      <vt:lpstr>Gold Standard</vt:lpstr>
      <vt:lpstr>Bretton Woods System</vt:lpstr>
      <vt:lpstr>Floating Exchange Rate System</vt:lpstr>
      <vt:lpstr>Fixed vs. Floating: Pros</vt:lpstr>
      <vt:lpstr>Current Exchange Rate Regimes</vt:lpstr>
      <vt:lpstr>PowerPoint 프레젠테이션</vt:lpstr>
      <vt:lpstr>Foreign Exchange Risk Exposure</vt:lpstr>
      <vt:lpstr>Managing Transaction Risks</vt:lpstr>
      <vt:lpstr>Managing Translation/Economic Risks</vt:lpstr>
      <vt:lpstr>PowerPoint 프레젠테이션</vt:lpstr>
      <vt:lpstr>Implications for Businesses</vt:lpstr>
      <vt:lpstr>Implications for Business</vt:lpstr>
      <vt:lpstr>Implications for Business</vt:lpstr>
    </vt:vector>
  </TitlesOfParts>
  <Company>건국대학교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엄기룡</dc:creator>
  <cp:lastModifiedBy>김광수</cp:lastModifiedBy>
  <cp:revision>634</cp:revision>
  <dcterms:created xsi:type="dcterms:W3CDTF">2007-10-09T12:42:30Z</dcterms:created>
  <dcterms:modified xsi:type="dcterms:W3CDTF">2024-07-14T04:11:46Z</dcterms:modified>
</cp:coreProperties>
</file>