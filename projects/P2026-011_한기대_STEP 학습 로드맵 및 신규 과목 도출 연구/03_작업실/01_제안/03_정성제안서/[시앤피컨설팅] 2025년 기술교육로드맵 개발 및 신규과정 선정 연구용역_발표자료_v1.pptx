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bookmarkIdSeed="2">
  <p:sldMasterIdLst>
    <p:sldMasterId id="2147484366" r:id="rId1"/>
  </p:sldMasterIdLst>
  <p:notesMasterIdLst>
    <p:notesMasterId r:id="rId39"/>
  </p:notesMasterIdLst>
  <p:handoutMasterIdLst>
    <p:handoutMasterId r:id="rId40"/>
  </p:handoutMasterIdLst>
  <p:sldIdLst>
    <p:sldId id="5392" r:id="rId2"/>
    <p:sldId id="5465" r:id="rId3"/>
    <p:sldId id="5600" r:id="rId4"/>
    <p:sldId id="5663" r:id="rId5"/>
    <p:sldId id="5664" r:id="rId6"/>
    <p:sldId id="5665" r:id="rId7"/>
    <p:sldId id="5666" r:id="rId8"/>
    <p:sldId id="5667" r:id="rId9"/>
    <p:sldId id="5668" r:id="rId10"/>
    <p:sldId id="5602" r:id="rId11"/>
    <p:sldId id="5669" r:id="rId12"/>
    <p:sldId id="5670" r:id="rId13"/>
    <p:sldId id="5603" r:id="rId14"/>
    <p:sldId id="5614" r:id="rId15"/>
    <p:sldId id="5615" r:id="rId16"/>
    <p:sldId id="5640" r:id="rId17"/>
    <p:sldId id="5620" r:id="rId18"/>
    <p:sldId id="5619" r:id="rId19"/>
    <p:sldId id="5623" r:id="rId20"/>
    <p:sldId id="5624" r:id="rId21"/>
    <p:sldId id="5627" r:id="rId22"/>
    <p:sldId id="5635" r:id="rId23"/>
    <p:sldId id="5642" r:id="rId24"/>
    <p:sldId id="5644" r:id="rId25"/>
    <p:sldId id="5648" r:id="rId26"/>
    <p:sldId id="5637" r:id="rId27"/>
    <p:sldId id="5638" r:id="rId28"/>
    <p:sldId id="5652" r:id="rId29"/>
    <p:sldId id="5653" r:id="rId30"/>
    <p:sldId id="5655" r:id="rId31"/>
    <p:sldId id="5554" r:id="rId32"/>
    <p:sldId id="5352" r:id="rId33"/>
    <p:sldId id="5659" r:id="rId34"/>
    <p:sldId id="5660" r:id="rId35"/>
    <p:sldId id="5661" r:id="rId36"/>
    <p:sldId id="5555" r:id="rId37"/>
    <p:sldId id="5662" r:id="rId38"/>
  </p:sldIdLst>
  <p:sldSz cx="9906000" cy="6858000" type="A4"/>
  <p:notesSz cx="6797675" cy="9926638"/>
  <p:custDataLst>
    <p:tags r:id="rId41"/>
  </p:custDataLst>
  <p:defaultTextStyle>
    <a:defPPr>
      <a:defRPr lang="en-US"/>
    </a:defPPr>
    <a:lvl1pPr algn="ctr" rtl="0" eaLnBrk="0" fontAlgn="base" latinLnBrk="1" hangingPunct="0">
      <a:spcBef>
        <a:spcPct val="0"/>
      </a:spcBef>
      <a:spcAft>
        <a:spcPct val="0"/>
      </a:spcAft>
      <a:buFont typeface="Wingdings" pitchFamily="2" charset="2"/>
      <a:buChar char="§"/>
      <a:defRPr sz="1200" kern="1200">
        <a:solidFill>
          <a:schemeClr val="tx1"/>
        </a:solidFill>
        <a:latin typeface="맑은 고딕" pitchFamily="50" charset="-127"/>
        <a:ea typeface="맑은 고딕" pitchFamily="50" charset="-127"/>
        <a:cs typeface="+mn-cs"/>
      </a:defRPr>
    </a:lvl1pPr>
    <a:lvl2pPr marL="457200" algn="ctr" rtl="0" eaLnBrk="0" fontAlgn="base" latinLnBrk="1" hangingPunct="0">
      <a:spcBef>
        <a:spcPct val="0"/>
      </a:spcBef>
      <a:spcAft>
        <a:spcPct val="0"/>
      </a:spcAft>
      <a:buFont typeface="Wingdings" pitchFamily="2" charset="2"/>
      <a:buChar char="§"/>
      <a:defRPr sz="1200" kern="1200">
        <a:solidFill>
          <a:schemeClr val="tx1"/>
        </a:solidFill>
        <a:latin typeface="맑은 고딕" pitchFamily="50" charset="-127"/>
        <a:ea typeface="맑은 고딕" pitchFamily="50" charset="-127"/>
        <a:cs typeface="+mn-cs"/>
      </a:defRPr>
    </a:lvl2pPr>
    <a:lvl3pPr marL="914400" algn="ctr" rtl="0" eaLnBrk="0" fontAlgn="base" latinLnBrk="1" hangingPunct="0">
      <a:spcBef>
        <a:spcPct val="0"/>
      </a:spcBef>
      <a:spcAft>
        <a:spcPct val="0"/>
      </a:spcAft>
      <a:buFont typeface="Wingdings" pitchFamily="2" charset="2"/>
      <a:buChar char="§"/>
      <a:defRPr sz="1200" kern="1200">
        <a:solidFill>
          <a:schemeClr val="tx1"/>
        </a:solidFill>
        <a:latin typeface="맑은 고딕" pitchFamily="50" charset="-127"/>
        <a:ea typeface="맑은 고딕" pitchFamily="50" charset="-127"/>
        <a:cs typeface="+mn-cs"/>
      </a:defRPr>
    </a:lvl3pPr>
    <a:lvl4pPr marL="1371600" algn="ctr" rtl="0" eaLnBrk="0" fontAlgn="base" latinLnBrk="1" hangingPunct="0">
      <a:spcBef>
        <a:spcPct val="0"/>
      </a:spcBef>
      <a:spcAft>
        <a:spcPct val="0"/>
      </a:spcAft>
      <a:buFont typeface="Wingdings" pitchFamily="2" charset="2"/>
      <a:buChar char="§"/>
      <a:defRPr sz="1200" kern="1200">
        <a:solidFill>
          <a:schemeClr val="tx1"/>
        </a:solidFill>
        <a:latin typeface="맑은 고딕" pitchFamily="50" charset="-127"/>
        <a:ea typeface="맑은 고딕" pitchFamily="50" charset="-127"/>
        <a:cs typeface="+mn-cs"/>
      </a:defRPr>
    </a:lvl4pPr>
    <a:lvl5pPr marL="1828800" algn="ctr" rtl="0" eaLnBrk="0" fontAlgn="base" latinLnBrk="1" hangingPunct="0">
      <a:spcBef>
        <a:spcPct val="0"/>
      </a:spcBef>
      <a:spcAft>
        <a:spcPct val="0"/>
      </a:spcAft>
      <a:buFont typeface="Wingdings" pitchFamily="2" charset="2"/>
      <a:buChar char="§"/>
      <a:defRPr sz="1200" kern="1200">
        <a:solidFill>
          <a:schemeClr val="tx1"/>
        </a:solidFill>
        <a:latin typeface="맑은 고딕" pitchFamily="50" charset="-127"/>
        <a:ea typeface="맑은 고딕" pitchFamily="50" charset="-127"/>
        <a:cs typeface="+mn-cs"/>
      </a:defRPr>
    </a:lvl5pPr>
    <a:lvl6pPr marL="2286000" algn="l" defTabSz="914400" rtl="0" eaLnBrk="1" latinLnBrk="1" hangingPunct="1">
      <a:defRPr sz="1200" kern="1200">
        <a:solidFill>
          <a:schemeClr val="tx1"/>
        </a:solidFill>
        <a:latin typeface="맑은 고딕" pitchFamily="50" charset="-127"/>
        <a:ea typeface="맑은 고딕" pitchFamily="50" charset="-127"/>
        <a:cs typeface="+mn-cs"/>
      </a:defRPr>
    </a:lvl6pPr>
    <a:lvl7pPr marL="2743200" algn="l" defTabSz="914400" rtl="0" eaLnBrk="1" latinLnBrk="1" hangingPunct="1">
      <a:defRPr sz="1200" kern="1200">
        <a:solidFill>
          <a:schemeClr val="tx1"/>
        </a:solidFill>
        <a:latin typeface="맑은 고딕" pitchFamily="50" charset="-127"/>
        <a:ea typeface="맑은 고딕" pitchFamily="50" charset="-127"/>
        <a:cs typeface="+mn-cs"/>
      </a:defRPr>
    </a:lvl7pPr>
    <a:lvl8pPr marL="3200400" algn="l" defTabSz="914400" rtl="0" eaLnBrk="1" latinLnBrk="1" hangingPunct="1">
      <a:defRPr sz="1200" kern="1200">
        <a:solidFill>
          <a:schemeClr val="tx1"/>
        </a:solidFill>
        <a:latin typeface="맑은 고딕" pitchFamily="50" charset="-127"/>
        <a:ea typeface="맑은 고딕" pitchFamily="50" charset="-127"/>
        <a:cs typeface="+mn-cs"/>
      </a:defRPr>
    </a:lvl8pPr>
    <a:lvl9pPr marL="3657600" algn="l" defTabSz="914400" rtl="0" eaLnBrk="1" latinLnBrk="1" hangingPunct="1">
      <a:defRPr sz="1200" kern="1200">
        <a:solidFill>
          <a:schemeClr val="tx1"/>
        </a:solidFill>
        <a:latin typeface="맑은 고딕" pitchFamily="50" charset="-127"/>
        <a:ea typeface="맑은 고딕" pitchFamily="50" charset="-127"/>
        <a:cs typeface="+mn-cs"/>
      </a:defRPr>
    </a:lvl9pPr>
  </p:defaultTextStyle>
  <p:extLst>
    <p:ext uri="{521415D9-36F7-43E2-AB2F-B90AF26B5E84}">
      <p14:sectionLst xmlns:p14="http://schemas.microsoft.com/office/powerpoint/2010/main">
        <p14:section name="기본 구역" id="{AA3CC9E5-8D80-4DB1-8A65-433D1802B4CD}">
          <p14:sldIdLst>
            <p14:sldId id="5392"/>
            <p14:sldId id="5465"/>
          </p14:sldIdLst>
        </p14:section>
        <p14:section name="Ⅰ. 제안개요" id="{5B50240C-65C1-431E-B0B5-D2E4D9C8F299}">
          <p14:sldIdLst>
            <p14:sldId id="5600"/>
            <p14:sldId id="5663"/>
            <p14:sldId id="5664"/>
            <p14:sldId id="5665"/>
            <p14:sldId id="5666"/>
          </p14:sldIdLst>
        </p14:section>
        <p14:section name="Ⅱ. 제안 내용" id="{28CCB4CD-9E9B-425B-B19C-1A7B43782A46}">
          <p14:sldIdLst>
            <p14:sldId id="5667"/>
            <p14:sldId id="5668"/>
            <p14:sldId id="5602"/>
            <p14:sldId id="5669"/>
            <p14:sldId id="5670"/>
            <p14:sldId id="5603"/>
            <p14:sldId id="5614"/>
            <p14:sldId id="5615"/>
            <p14:sldId id="5640"/>
            <p14:sldId id="5620"/>
            <p14:sldId id="5619"/>
            <p14:sldId id="5623"/>
            <p14:sldId id="5624"/>
            <p14:sldId id="5627"/>
            <p14:sldId id="5635"/>
            <p14:sldId id="5642"/>
            <p14:sldId id="5644"/>
            <p14:sldId id="5648"/>
            <p14:sldId id="5637"/>
            <p14:sldId id="5638"/>
            <p14:sldId id="5652"/>
            <p14:sldId id="5653"/>
            <p14:sldId id="5655"/>
            <p14:sldId id="5554"/>
          </p14:sldIdLst>
        </p14:section>
        <p14:section name="Ⅲ. 수행조직 및 업무분장" id="{3E55C46D-37CA-4BEB-8E45-FD1AC1DBF063}">
          <p14:sldIdLst/>
        </p14:section>
        <p14:section name="Ⅳ. 제안업체 일반" id="{C147B914-FB8A-4C39-B769-44D6A2DFE8E5}">
          <p14:sldIdLst/>
        </p14:section>
        <p14:section name="[부록]" id="{D411A901-74F7-4D4F-A324-8936445F4D93}">
          <p14:sldIdLst>
            <p14:sldId id="5352"/>
            <p14:sldId id="5659"/>
            <p14:sldId id="5660"/>
            <p14:sldId id="5661"/>
            <p14:sldId id="5555"/>
            <p14:sldId id="5662"/>
          </p14:sldIdLst>
        </p14:section>
      </p14:sectionLst>
    </p:ext>
    <p:ext uri="{EFAFB233-063F-42B5-8137-9DF3F51BA10A}">
      <p15:sldGuideLst xmlns:p15="http://schemas.microsoft.com/office/powerpoint/2012/main">
        <p15:guide id="10" pos="3007" userDrawn="1">
          <p15:clr>
            <a:srgbClr val="A4A3A4"/>
          </p15:clr>
        </p15:guide>
        <p15:guide id="11" pos="3233" userDrawn="1">
          <p15:clr>
            <a:srgbClr val="A4A3A4"/>
          </p15:clr>
        </p15:guide>
        <p15:guide id="12" orient="horz" pos="2183" userDrawn="1">
          <p15:clr>
            <a:srgbClr val="A4A3A4"/>
          </p15:clr>
        </p15:guide>
        <p15:guide id="13" orient="horz" pos="1321"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2"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이 나강" initials="이나"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2E55"/>
    <a:srgbClr val="A4A3A4"/>
    <a:srgbClr val="3061A3"/>
    <a:srgbClr val="DBEEF4"/>
    <a:srgbClr val="F2F2F2"/>
    <a:srgbClr val="9D9C9D"/>
    <a:srgbClr val="DCF1F9"/>
    <a:srgbClr val="287CF8"/>
    <a:srgbClr val="13C2E8"/>
    <a:srgbClr val="82B5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799F6E-A953-45B8-AE01-7081EE295E56}" v="22" dt="2026-05-11T22:58:55.226"/>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462" autoAdjust="0"/>
    <p:restoredTop sz="96400" autoAdjust="0"/>
  </p:normalViewPr>
  <p:slideViewPr>
    <p:cSldViewPr snapToObjects="1" showGuides="1">
      <p:cViewPr>
        <p:scale>
          <a:sx n="100" d="100"/>
          <a:sy n="100" d="100"/>
        </p:scale>
        <p:origin x="1248" y="1308"/>
      </p:cViewPr>
      <p:guideLst>
        <p:guide pos="3007"/>
        <p:guide pos="3233"/>
        <p:guide orient="horz" pos="2183"/>
        <p:guide orient="horz" pos="1321"/>
      </p:guideLst>
    </p:cSldViewPr>
  </p:slideViewPr>
  <p:outlineViewPr>
    <p:cViewPr>
      <p:scale>
        <a:sx n="33" d="100"/>
        <a:sy n="33" d="100"/>
      </p:scale>
      <p:origin x="0" y="-19062"/>
    </p:cViewPr>
  </p:outlineViewPr>
  <p:notesTextViewPr>
    <p:cViewPr>
      <p:scale>
        <a:sx n="3" d="2"/>
        <a:sy n="3" d="2"/>
      </p:scale>
      <p:origin x="0" y="0"/>
    </p:cViewPr>
  </p:notesTextViewPr>
  <p:sorterViewPr>
    <p:cViewPr>
      <p:scale>
        <a:sx n="66" d="100"/>
        <a:sy n="66" d="100"/>
      </p:scale>
      <p:origin x="0" y="0"/>
    </p:cViewPr>
  </p:sorterViewPr>
  <p:notesViewPr>
    <p:cSldViewPr snapToObjects="1" showGuides="1">
      <p:cViewPr varScale="1">
        <p:scale>
          <a:sx n="77" d="100"/>
          <a:sy n="77" d="100"/>
        </p:scale>
        <p:origin x="4002" y="102"/>
      </p:cViewPr>
      <p:guideLst>
        <p:guide orient="horz" pos="3127"/>
        <p:guide pos="2142"/>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석주 이" userId="b6553f64e91d015d" providerId="LiveId" clId="{0BC1CC68-5FB1-45E5-A6E2-A4614C9CFE72}"/>
    <pc:docChg chg="undo custSel addSld delSld modSld sldOrd modMainMaster modSection">
      <pc:chgData name="석주 이" userId="b6553f64e91d015d" providerId="LiveId" clId="{0BC1CC68-5FB1-45E5-A6E2-A4614C9CFE72}" dt="2026-05-11T23:02:00.214" v="599" actId="1076"/>
      <pc:docMkLst>
        <pc:docMk/>
      </pc:docMkLst>
      <pc:sldChg chg="del">
        <pc:chgData name="석주 이" userId="b6553f64e91d015d" providerId="LiveId" clId="{0BC1CC68-5FB1-45E5-A6E2-A4614C9CFE72}" dt="2026-05-11T22:35:28.075" v="94" actId="47"/>
        <pc:sldMkLst>
          <pc:docMk/>
          <pc:sldMk cId="1457435095" sldId="3308"/>
        </pc:sldMkLst>
      </pc:sldChg>
      <pc:sldChg chg="del">
        <pc:chgData name="석주 이" userId="b6553f64e91d015d" providerId="LiveId" clId="{0BC1CC68-5FB1-45E5-A6E2-A4614C9CFE72}" dt="2026-05-11T22:50:07.092" v="204" actId="2696"/>
        <pc:sldMkLst>
          <pc:docMk/>
          <pc:sldMk cId="3126886702" sldId="5352"/>
        </pc:sldMkLst>
      </pc:sldChg>
      <pc:sldChg chg="modSp add mod">
        <pc:chgData name="석주 이" userId="b6553f64e91d015d" providerId="LiveId" clId="{0BC1CC68-5FB1-45E5-A6E2-A4614C9CFE72}" dt="2026-05-11T22:50:24.590" v="216" actId="20577"/>
        <pc:sldMkLst>
          <pc:docMk/>
          <pc:sldMk cId="4191572043" sldId="5352"/>
        </pc:sldMkLst>
        <pc:spChg chg="mod">
          <ac:chgData name="석주 이" userId="b6553f64e91d015d" providerId="LiveId" clId="{0BC1CC68-5FB1-45E5-A6E2-A4614C9CFE72}" dt="2026-05-11T22:50:24.590" v="216" actId="20577"/>
          <ac:spMkLst>
            <pc:docMk/>
            <pc:sldMk cId="4191572043" sldId="5352"/>
            <ac:spMk id="10" creationId="{1443B975-AAA4-30EE-D241-A50BCD719787}"/>
          </ac:spMkLst>
        </pc:spChg>
      </pc:sldChg>
      <pc:sldChg chg="del">
        <pc:chgData name="석주 이" userId="b6553f64e91d015d" providerId="LiveId" clId="{0BC1CC68-5FB1-45E5-A6E2-A4614C9CFE72}" dt="2026-05-11T22:35:28.075" v="94" actId="47"/>
        <pc:sldMkLst>
          <pc:docMk/>
          <pc:sldMk cId="2751305484" sldId="5353"/>
        </pc:sldMkLst>
      </pc:sldChg>
      <pc:sldChg chg="del">
        <pc:chgData name="석주 이" userId="b6553f64e91d015d" providerId="LiveId" clId="{0BC1CC68-5FB1-45E5-A6E2-A4614C9CFE72}" dt="2026-05-11T22:39:56.671" v="98" actId="47"/>
        <pc:sldMkLst>
          <pc:docMk/>
          <pc:sldMk cId="1990048895" sldId="5354"/>
        </pc:sldMkLst>
      </pc:sldChg>
      <pc:sldChg chg="del">
        <pc:chgData name="석주 이" userId="b6553f64e91d015d" providerId="LiveId" clId="{0BC1CC68-5FB1-45E5-A6E2-A4614C9CFE72}" dt="2026-05-11T22:39:56.671" v="98" actId="47"/>
        <pc:sldMkLst>
          <pc:docMk/>
          <pc:sldMk cId="2494013909" sldId="5363"/>
        </pc:sldMkLst>
      </pc:sldChg>
      <pc:sldChg chg="del">
        <pc:chgData name="석주 이" userId="b6553f64e91d015d" providerId="LiveId" clId="{0BC1CC68-5FB1-45E5-A6E2-A4614C9CFE72}" dt="2026-05-11T22:35:28.075" v="94" actId="47"/>
        <pc:sldMkLst>
          <pc:docMk/>
          <pc:sldMk cId="3370483228" sldId="5377"/>
        </pc:sldMkLst>
      </pc:sldChg>
      <pc:sldChg chg="del">
        <pc:chgData name="석주 이" userId="b6553f64e91d015d" providerId="LiveId" clId="{0BC1CC68-5FB1-45E5-A6E2-A4614C9CFE72}" dt="2026-05-11T22:35:28.075" v="94" actId="47"/>
        <pc:sldMkLst>
          <pc:docMk/>
          <pc:sldMk cId="1292799938" sldId="5378"/>
        </pc:sldMkLst>
      </pc:sldChg>
      <pc:sldChg chg="del">
        <pc:chgData name="석주 이" userId="b6553f64e91d015d" providerId="LiveId" clId="{0BC1CC68-5FB1-45E5-A6E2-A4614C9CFE72}" dt="2026-05-11T22:35:28.075" v="94" actId="47"/>
        <pc:sldMkLst>
          <pc:docMk/>
          <pc:sldMk cId="2912352315" sldId="5379"/>
        </pc:sldMkLst>
      </pc:sldChg>
      <pc:sldChg chg="del">
        <pc:chgData name="석주 이" userId="b6553f64e91d015d" providerId="LiveId" clId="{0BC1CC68-5FB1-45E5-A6E2-A4614C9CFE72}" dt="2026-05-11T22:35:28.075" v="94" actId="47"/>
        <pc:sldMkLst>
          <pc:docMk/>
          <pc:sldMk cId="269495046" sldId="5380"/>
        </pc:sldMkLst>
      </pc:sldChg>
      <pc:sldChg chg="modSp mod">
        <pc:chgData name="석주 이" userId="b6553f64e91d015d" providerId="LiveId" clId="{0BC1CC68-5FB1-45E5-A6E2-A4614C9CFE72}" dt="2026-05-11T22:34:42.167" v="90" actId="1076"/>
        <pc:sldMkLst>
          <pc:docMk/>
          <pc:sldMk cId="2362860923" sldId="5392"/>
        </pc:sldMkLst>
        <pc:spChg chg="mod">
          <ac:chgData name="석주 이" userId="b6553f64e91d015d" providerId="LiveId" clId="{0BC1CC68-5FB1-45E5-A6E2-A4614C9CFE72}" dt="2026-05-11T22:34:25.808" v="81" actId="1076"/>
          <ac:spMkLst>
            <pc:docMk/>
            <pc:sldMk cId="2362860923" sldId="5392"/>
            <ac:spMk id="12" creationId="{726706FB-8FA8-5F80-4E6B-51D4FDE67A92}"/>
          </ac:spMkLst>
        </pc:spChg>
        <pc:spChg chg="mod">
          <ac:chgData name="석주 이" userId="b6553f64e91d015d" providerId="LiveId" clId="{0BC1CC68-5FB1-45E5-A6E2-A4614C9CFE72}" dt="2026-05-11T22:34:42.167" v="90" actId="1076"/>
          <ac:spMkLst>
            <pc:docMk/>
            <pc:sldMk cId="2362860923" sldId="5392"/>
            <ac:spMk id="14" creationId="{1F6F1583-DA55-03E1-22A0-B273541190CF}"/>
          </ac:spMkLst>
        </pc:spChg>
        <pc:picChg chg="mod">
          <ac:chgData name="석주 이" userId="b6553f64e91d015d" providerId="LiveId" clId="{0BC1CC68-5FB1-45E5-A6E2-A4614C9CFE72}" dt="2026-05-11T22:34:39.393" v="89" actId="1076"/>
          <ac:picMkLst>
            <pc:docMk/>
            <pc:sldMk cId="2362860923" sldId="5392"/>
            <ac:picMk id="8" creationId="{886FF014-3707-48AB-AF3A-55BF4E078BAC}"/>
          </ac:picMkLst>
        </pc:picChg>
      </pc:sldChg>
      <pc:sldChg chg="del">
        <pc:chgData name="석주 이" userId="b6553f64e91d015d" providerId="LiveId" clId="{0BC1CC68-5FB1-45E5-A6E2-A4614C9CFE72}" dt="2026-05-11T22:35:28.075" v="94" actId="47"/>
        <pc:sldMkLst>
          <pc:docMk/>
          <pc:sldMk cId="967287220" sldId="5398"/>
        </pc:sldMkLst>
      </pc:sldChg>
      <pc:sldChg chg="del">
        <pc:chgData name="석주 이" userId="b6553f64e91d015d" providerId="LiveId" clId="{0BC1CC68-5FB1-45E5-A6E2-A4614C9CFE72}" dt="2026-05-11T22:47:48.657" v="196" actId="47"/>
        <pc:sldMkLst>
          <pc:docMk/>
          <pc:sldMk cId="332618258" sldId="5401"/>
        </pc:sldMkLst>
      </pc:sldChg>
      <pc:sldChg chg="del">
        <pc:chgData name="석주 이" userId="b6553f64e91d015d" providerId="LiveId" clId="{0BC1CC68-5FB1-45E5-A6E2-A4614C9CFE72}" dt="2026-05-11T22:47:48.657" v="196" actId="47"/>
        <pc:sldMkLst>
          <pc:docMk/>
          <pc:sldMk cId="2550354243" sldId="5405"/>
        </pc:sldMkLst>
      </pc:sldChg>
      <pc:sldChg chg="del">
        <pc:chgData name="석주 이" userId="b6553f64e91d015d" providerId="LiveId" clId="{0BC1CC68-5FB1-45E5-A6E2-A4614C9CFE72}" dt="2026-05-11T22:47:48.657" v="196" actId="47"/>
        <pc:sldMkLst>
          <pc:docMk/>
          <pc:sldMk cId="288777317" sldId="5406"/>
        </pc:sldMkLst>
      </pc:sldChg>
      <pc:sldChg chg="del">
        <pc:chgData name="석주 이" userId="b6553f64e91d015d" providerId="LiveId" clId="{0BC1CC68-5FB1-45E5-A6E2-A4614C9CFE72}" dt="2026-05-11T22:47:48.657" v="196" actId="47"/>
        <pc:sldMkLst>
          <pc:docMk/>
          <pc:sldMk cId="895092594" sldId="5408"/>
        </pc:sldMkLst>
      </pc:sldChg>
      <pc:sldChg chg="del">
        <pc:chgData name="석주 이" userId="b6553f64e91d015d" providerId="LiveId" clId="{0BC1CC68-5FB1-45E5-A6E2-A4614C9CFE72}" dt="2026-05-11T22:47:48.657" v="196" actId="47"/>
        <pc:sldMkLst>
          <pc:docMk/>
          <pc:sldMk cId="37910446" sldId="5409"/>
        </pc:sldMkLst>
      </pc:sldChg>
      <pc:sldChg chg="del">
        <pc:chgData name="석주 이" userId="b6553f64e91d015d" providerId="LiveId" clId="{0BC1CC68-5FB1-45E5-A6E2-A4614C9CFE72}" dt="2026-05-11T22:47:48.657" v="196" actId="47"/>
        <pc:sldMkLst>
          <pc:docMk/>
          <pc:sldMk cId="2078206514" sldId="5414"/>
        </pc:sldMkLst>
      </pc:sldChg>
      <pc:sldChg chg="del">
        <pc:chgData name="석주 이" userId="b6553f64e91d015d" providerId="LiveId" clId="{0BC1CC68-5FB1-45E5-A6E2-A4614C9CFE72}" dt="2026-05-11T22:47:48.657" v="196" actId="47"/>
        <pc:sldMkLst>
          <pc:docMk/>
          <pc:sldMk cId="3043054506" sldId="5416"/>
        </pc:sldMkLst>
      </pc:sldChg>
      <pc:sldChg chg="del">
        <pc:chgData name="석주 이" userId="b6553f64e91d015d" providerId="LiveId" clId="{0BC1CC68-5FB1-45E5-A6E2-A4614C9CFE72}" dt="2026-05-11T22:47:48.657" v="196" actId="47"/>
        <pc:sldMkLst>
          <pc:docMk/>
          <pc:sldMk cId="1606831721" sldId="5417"/>
        </pc:sldMkLst>
      </pc:sldChg>
      <pc:sldChg chg="del">
        <pc:chgData name="석주 이" userId="b6553f64e91d015d" providerId="LiveId" clId="{0BC1CC68-5FB1-45E5-A6E2-A4614C9CFE72}" dt="2026-05-11T22:46:54.797" v="190" actId="47"/>
        <pc:sldMkLst>
          <pc:docMk/>
          <pc:sldMk cId="813875922" sldId="5418"/>
        </pc:sldMkLst>
      </pc:sldChg>
      <pc:sldChg chg="del">
        <pc:chgData name="석주 이" userId="b6553f64e91d015d" providerId="LiveId" clId="{0BC1CC68-5FB1-45E5-A6E2-A4614C9CFE72}" dt="2026-05-11T22:47:48.657" v="196" actId="47"/>
        <pc:sldMkLst>
          <pc:docMk/>
          <pc:sldMk cId="1079921220" sldId="5422"/>
        </pc:sldMkLst>
      </pc:sldChg>
      <pc:sldChg chg="del">
        <pc:chgData name="석주 이" userId="b6553f64e91d015d" providerId="LiveId" clId="{0BC1CC68-5FB1-45E5-A6E2-A4614C9CFE72}" dt="2026-05-11T22:47:22.824" v="192" actId="47"/>
        <pc:sldMkLst>
          <pc:docMk/>
          <pc:sldMk cId="1486725119" sldId="5423"/>
        </pc:sldMkLst>
      </pc:sldChg>
      <pc:sldChg chg="del">
        <pc:chgData name="석주 이" userId="b6553f64e91d015d" providerId="LiveId" clId="{0BC1CC68-5FB1-45E5-A6E2-A4614C9CFE72}" dt="2026-05-11T22:47:22.824" v="192" actId="47"/>
        <pc:sldMkLst>
          <pc:docMk/>
          <pc:sldMk cId="4106743075" sldId="5424"/>
        </pc:sldMkLst>
      </pc:sldChg>
      <pc:sldChg chg="del">
        <pc:chgData name="석주 이" userId="b6553f64e91d015d" providerId="LiveId" clId="{0BC1CC68-5FB1-45E5-A6E2-A4614C9CFE72}" dt="2026-05-11T22:47:48.657" v="196" actId="47"/>
        <pc:sldMkLst>
          <pc:docMk/>
          <pc:sldMk cId="1483571857" sldId="5425"/>
        </pc:sldMkLst>
      </pc:sldChg>
      <pc:sldChg chg="del">
        <pc:chgData name="석주 이" userId="b6553f64e91d015d" providerId="LiveId" clId="{0BC1CC68-5FB1-45E5-A6E2-A4614C9CFE72}" dt="2026-05-11T22:47:22.824" v="192" actId="47"/>
        <pc:sldMkLst>
          <pc:docMk/>
          <pc:sldMk cId="3815697333" sldId="5427"/>
        </pc:sldMkLst>
      </pc:sldChg>
      <pc:sldChg chg="del">
        <pc:chgData name="석주 이" userId="b6553f64e91d015d" providerId="LiveId" clId="{0BC1CC68-5FB1-45E5-A6E2-A4614C9CFE72}" dt="2026-05-11T22:35:28.075" v="94" actId="47"/>
        <pc:sldMkLst>
          <pc:docMk/>
          <pc:sldMk cId="1931616549" sldId="5428"/>
        </pc:sldMkLst>
      </pc:sldChg>
      <pc:sldChg chg="del">
        <pc:chgData name="석주 이" userId="b6553f64e91d015d" providerId="LiveId" clId="{0BC1CC68-5FB1-45E5-A6E2-A4614C9CFE72}" dt="2026-05-11T22:39:56.671" v="98" actId="47"/>
        <pc:sldMkLst>
          <pc:docMk/>
          <pc:sldMk cId="2527891343" sldId="5429"/>
        </pc:sldMkLst>
      </pc:sldChg>
      <pc:sldChg chg="del">
        <pc:chgData name="석주 이" userId="b6553f64e91d015d" providerId="LiveId" clId="{0BC1CC68-5FB1-45E5-A6E2-A4614C9CFE72}" dt="2026-05-11T22:39:56.671" v="98" actId="47"/>
        <pc:sldMkLst>
          <pc:docMk/>
          <pc:sldMk cId="2165924728" sldId="5445"/>
        </pc:sldMkLst>
      </pc:sldChg>
      <pc:sldChg chg="del">
        <pc:chgData name="석주 이" userId="b6553f64e91d015d" providerId="LiveId" clId="{0BC1CC68-5FB1-45E5-A6E2-A4614C9CFE72}" dt="2026-05-11T22:46:54.797" v="190" actId="47"/>
        <pc:sldMkLst>
          <pc:docMk/>
          <pc:sldMk cId="1233934244" sldId="5446"/>
        </pc:sldMkLst>
      </pc:sldChg>
      <pc:sldChg chg="del">
        <pc:chgData name="석주 이" userId="b6553f64e91d015d" providerId="LiveId" clId="{0BC1CC68-5FB1-45E5-A6E2-A4614C9CFE72}" dt="2026-05-11T22:46:54.797" v="190" actId="47"/>
        <pc:sldMkLst>
          <pc:docMk/>
          <pc:sldMk cId="643601653" sldId="5447"/>
        </pc:sldMkLst>
      </pc:sldChg>
      <pc:sldChg chg="del">
        <pc:chgData name="석주 이" userId="b6553f64e91d015d" providerId="LiveId" clId="{0BC1CC68-5FB1-45E5-A6E2-A4614C9CFE72}" dt="2026-05-11T22:47:22.824" v="192" actId="47"/>
        <pc:sldMkLst>
          <pc:docMk/>
          <pc:sldMk cId="131090347" sldId="5448"/>
        </pc:sldMkLst>
      </pc:sldChg>
      <pc:sldChg chg="del">
        <pc:chgData name="석주 이" userId="b6553f64e91d015d" providerId="LiveId" clId="{0BC1CC68-5FB1-45E5-A6E2-A4614C9CFE72}" dt="2026-05-11T22:47:22.824" v="192" actId="47"/>
        <pc:sldMkLst>
          <pc:docMk/>
          <pc:sldMk cId="1462675085" sldId="5449"/>
        </pc:sldMkLst>
      </pc:sldChg>
      <pc:sldChg chg="del">
        <pc:chgData name="석주 이" userId="b6553f64e91d015d" providerId="LiveId" clId="{0BC1CC68-5FB1-45E5-A6E2-A4614C9CFE72}" dt="2026-05-11T22:47:48.657" v="196" actId="47"/>
        <pc:sldMkLst>
          <pc:docMk/>
          <pc:sldMk cId="857102921" sldId="5450"/>
        </pc:sldMkLst>
      </pc:sldChg>
      <pc:sldChg chg="del">
        <pc:chgData name="석주 이" userId="b6553f64e91d015d" providerId="LiveId" clId="{0BC1CC68-5FB1-45E5-A6E2-A4614C9CFE72}" dt="2026-05-11T22:47:48.657" v="196" actId="47"/>
        <pc:sldMkLst>
          <pc:docMk/>
          <pc:sldMk cId="1230662063" sldId="5451"/>
        </pc:sldMkLst>
      </pc:sldChg>
      <pc:sldChg chg="del">
        <pc:chgData name="석주 이" userId="b6553f64e91d015d" providerId="LiveId" clId="{0BC1CC68-5FB1-45E5-A6E2-A4614C9CFE72}" dt="2026-05-11T22:47:48.657" v="196" actId="47"/>
        <pc:sldMkLst>
          <pc:docMk/>
          <pc:sldMk cId="2877161177" sldId="5452"/>
        </pc:sldMkLst>
      </pc:sldChg>
      <pc:sldChg chg="del">
        <pc:chgData name="석주 이" userId="b6553f64e91d015d" providerId="LiveId" clId="{0BC1CC68-5FB1-45E5-A6E2-A4614C9CFE72}" dt="2026-05-11T22:47:48.657" v="196" actId="47"/>
        <pc:sldMkLst>
          <pc:docMk/>
          <pc:sldMk cId="1699615598" sldId="5453"/>
        </pc:sldMkLst>
      </pc:sldChg>
      <pc:sldChg chg="del">
        <pc:chgData name="석주 이" userId="b6553f64e91d015d" providerId="LiveId" clId="{0BC1CC68-5FB1-45E5-A6E2-A4614C9CFE72}" dt="2026-05-11T22:47:48.657" v="196" actId="47"/>
        <pc:sldMkLst>
          <pc:docMk/>
          <pc:sldMk cId="1047282430" sldId="5454"/>
        </pc:sldMkLst>
      </pc:sldChg>
      <pc:sldChg chg="del">
        <pc:chgData name="석주 이" userId="b6553f64e91d015d" providerId="LiveId" clId="{0BC1CC68-5FB1-45E5-A6E2-A4614C9CFE72}" dt="2026-05-11T22:47:48.657" v="196" actId="47"/>
        <pc:sldMkLst>
          <pc:docMk/>
          <pc:sldMk cId="3067994936" sldId="5455"/>
        </pc:sldMkLst>
      </pc:sldChg>
      <pc:sldChg chg="del">
        <pc:chgData name="석주 이" userId="b6553f64e91d015d" providerId="LiveId" clId="{0BC1CC68-5FB1-45E5-A6E2-A4614C9CFE72}" dt="2026-05-11T22:47:48.657" v="196" actId="47"/>
        <pc:sldMkLst>
          <pc:docMk/>
          <pc:sldMk cId="619192575" sldId="5456"/>
        </pc:sldMkLst>
      </pc:sldChg>
      <pc:sldChg chg="del">
        <pc:chgData name="석주 이" userId="b6553f64e91d015d" providerId="LiveId" clId="{0BC1CC68-5FB1-45E5-A6E2-A4614C9CFE72}" dt="2026-05-11T22:47:48.657" v="196" actId="47"/>
        <pc:sldMkLst>
          <pc:docMk/>
          <pc:sldMk cId="2545287693" sldId="5457"/>
        </pc:sldMkLst>
      </pc:sldChg>
      <pc:sldChg chg="del">
        <pc:chgData name="석주 이" userId="b6553f64e91d015d" providerId="LiveId" clId="{0BC1CC68-5FB1-45E5-A6E2-A4614C9CFE72}" dt="2026-05-11T22:46:54.797" v="190" actId="47"/>
        <pc:sldMkLst>
          <pc:docMk/>
          <pc:sldMk cId="2671215242" sldId="5458"/>
        </pc:sldMkLst>
      </pc:sldChg>
      <pc:sldChg chg="del">
        <pc:chgData name="석주 이" userId="b6553f64e91d015d" providerId="LiveId" clId="{0BC1CC68-5FB1-45E5-A6E2-A4614C9CFE72}" dt="2026-05-11T22:46:54.797" v="190" actId="47"/>
        <pc:sldMkLst>
          <pc:docMk/>
          <pc:sldMk cId="906031038" sldId="5459"/>
        </pc:sldMkLst>
      </pc:sldChg>
      <pc:sldChg chg="del">
        <pc:chgData name="석주 이" userId="b6553f64e91d015d" providerId="LiveId" clId="{0BC1CC68-5FB1-45E5-A6E2-A4614C9CFE72}" dt="2026-05-11T22:47:48.657" v="196" actId="47"/>
        <pc:sldMkLst>
          <pc:docMk/>
          <pc:sldMk cId="277689927" sldId="5460"/>
        </pc:sldMkLst>
      </pc:sldChg>
      <pc:sldChg chg="addSp delSp modSp mod">
        <pc:chgData name="석주 이" userId="b6553f64e91d015d" providerId="LiveId" clId="{0BC1CC68-5FB1-45E5-A6E2-A4614C9CFE72}" dt="2026-05-11T23:02:00.214" v="599" actId="1076"/>
        <pc:sldMkLst>
          <pc:docMk/>
          <pc:sldMk cId="1286926705" sldId="5465"/>
        </pc:sldMkLst>
        <pc:spChg chg="add mod">
          <ac:chgData name="석주 이" userId="b6553f64e91d015d" providerId="LiveId" clId="{0BC1CC68-5FB1-45E5-A6E2-A4614C9CFE72}" dt="2026-05-11T22:54:05.530" v="303" actId="165"/>
          <ac:spMkLst>
            <pc:docMk/>
            <pc:sldMk cId="1286926705" sldId="5465"/>
            <ac:spMk id="3" creationId="{C8CFB11F-16FF-B0F2-9C8D-33FCB0DC7FC5}"/>
          </ac:spMkLst>
        </pc:spChg>
        <pc:spChg chg="add mod">
          <ac:chgData name="석주 이" userId="b6553f64e91d015d" providerId="LiveId" clId="{0BC1CC68-5FB1-45E5-A6E2-A4614C9CFE72}" dt="2026-05-11T23:01:39.830" v="594" actId="20577"/>
          <ac:spMkLst>
            <pc:docMk/>
            <pc:sldMk cId="1286926705" sldId="5465"/>
            <ac:spMk id="4" creationId="{5B0FBAEE-B01E-005F-8CBF-5458A7E41A3D}"/>
          </ac:spMkLst>
        </pc:spChg>
        <pc:spChg chg="add mod">
          <ac:chgData name="석주 이" userId="b6553f64e91d015d" providerId="LiveId" clId="{0BC1CC68-5FB1-45E5-A6E2-A4614C9CFE72}" dt="2026-05-11T22:53:57.714" v="300" actId="571"/>
          <ac:spMkLst>
            <pc:docMk/>
            <pc:sldMk cId="1286926705" sldId="5465"/>
            <ac:spMk id="5" creationId="{622A779F-685D-02DA-F261-FB71C711123C}"/>
          </ac:spMkLst>
        </pc:spChg>
        <pc:spChg chg="add mod">
          <ac:chgData name="석주 이" userId="b6553f64e91d015d" providerId="LiveId" clId="{0BC1CC68-5FB1-45E5-A6E2-A4614C9CFE72}" dt="2026-05-11T22:53:59.968" v="302" actId="571"/>
          <ac:spMkLst>
            <pc:docMk/>
            <pc:sldMk cId="1286926705" sldId="5465"/>
            <ac:spMk id="6" creationId="{58239C08-1302-74C3-E45F-02E1198C71F8}"/>
          </ac:spMkLst>
        </pc:spChg>
        <pc:spChg chg="add mod">
          <ac:chgData name="석주 이" userId="b6553f64e91d015d" providerId="LiveId" clId="{0BC1CC68-5FB1-45E5-A6E2-A4614C9CFE72}" dt="2026-05-11T22:53:59.968" v="302" actId="571"/>
          <ac:spMkLst>
            <pc:docMk/>
            <pc:sldMk cId="1286926705" sldId="5465"/>
            <ac:spMk id="7" creationId="{DA41FBFF-995B-D35A-CD00-CEB75A34C6E2}"/>
          </ac:spMkLst>
        </pc:spChg>
        <pc:spChg chg="mod">
          <ac:chgData name="석주 이" userId="b6553f64e91d015d" providerId="LiveId" clId="{0BC1CC68-5FB1-45E5-A6E2-A4614C9CFE72}" dt="2026-05-11T22:54:33.126" v="351" actId="20577"/>
          <ac:spMkLst>
            <pc:docMk/>
            <pc:sldMk cId="1286926705" sldId="5465"/>
            <ac:spMk id="10" creationId="{2DFBBE55-DDB8-AAA3-4023-CD7D23B66444}"/>
          </ac:spMkLst>
        </pc:spChg>
        <pc:spChg chg="mod">
          <ac:chgData name="석주 이" userId="b6553f64e91d015d" providerId="LiveId" clId="{0BC1CC68-5FB1-45E5-A6E2-A4614C9CFE72}" dt="2026-05-11T22:57:19.162" v="428" actId="20577"/>
          <ac:spMkLst>
            <pc:docMk/>
            <pc:sldMk cId="1286926705" sldId="5465"/>
            <ac:spMk id="11" creationId="{44CE13D1-79F7-BA0A-C528-75251E863925}"/>
          </ac:spMkLst>
        </pc:spChg>
        <pc:spChg chg="mod">
          <ac:chgData name="석주 이" userId="b6553f64e91d015d" providerId="LiveId" clId="{0BC1CC68-5FB1-45E5-A6E2-A4614C9CFE72}" dt="2026-05-11T23:01:42.665" v="595" actId="20577"/>
          <ac:spMkLst>
            <pc:docMk/>
            <pc:sldMk cId="1286926705" sldId="5465"/>
            <ac:spMk id="12" creationId="{4BEA0A7A-C561-0EDD-0A36-2F2B74B0CA67}"/>
          </ac:spMkLst>
        </pc:spChg>
        <pc:spChg chg="mod">
          <ac:chgData name="석주 이" userId="b6553f64e91d015d" providerId="LiveId" clId="{0BC1CC68-5FB1-45E5-A6E2-A4614C9CFE72}" dt="2026-05-11T23:01:59.386" v="598" actId="20577"/>
          <ac:spMkLst>
            <pc:docMk/>
            <pc:sldMk cId="1286926705" sldId="5465"/>
            <ac:spMk id="13" creationId="{AC952B84-BBB6-7309-1C51-F2356F9195CA}"/>
          </ac:spMkLst>
        </pc:spChg>
        <pc:spChg chg="mod">
          <ac:chgData name="석주 이" userId="b6553f64e91d015d" providerId="LiveId" clId="{0BC1CC68-5FB1-45E5-A6E2-A4614C9CFE72}" dt="2026-05-11T22:51:55.355" v="237" actId="1076"/>
          <ac:spMkLst>
            <pc:docMk/>
            <pc:sldMk cId="1286926705" sldId="5465"/>
            <ac:spMk id="14" creationId="{5B32C5C4-9E73-3FB9-E096-B647CEF5EEE3}"/>
          </ac:spMkLst>
        </pc:spChg>
        <pc:spChg chg="mod">
          <ac:chgData name="석주 이" userId="b6553f64e91d015d" providerId="LiveId" clId="{0BC1CC68-5FB1-45E5-A6E2-A4614C9CFE72}" dt="2026-05-11T22:35:03.489" v="91"/>
          <ac:spMkLst>
            <pc:docMk/>
            <pc:sldMk cId="1286926705" sldId="5465"/>
            <ac:spMk id="16" creationId="{1912CDFB-EB15-23CF-43E4-71F33CC71E7D}"/>
          </ac:spMkLst>
        </pc:spChg>
        <pc:spChg chg="mod">
          <ac:chgData name="석주 이" userId="b6553f64e91d015d" providerId="LiveId" clId="{0BC1CC68-5FB1-45E5-A6E2-A4614C9CFE72}" dt="2026-05-11T23:02:00.214" v="599" actId="1076"/>
          <ac:spMkLst>
            <pc:docMk/>
            <pc:sldMk cId="1286926705" sldId="5465"/>
            <ac:spMk id="17" creationId="{4075D827-70A9-3F4E-8392-0D8C1BA5DAAE}"/>
          </ac:spMkLst>
        </pc:spChg>
        <pc:spChg chg="mod">
          <ac:chgData name="석주 이" userId="b6553f64e91d015d" providerId="LiveId" clId="{0BC1CC68-5FB1-45E5-A6E2-A4614C9CFE72}" dt="2026-05-11T22:54:05.530" v="303" actId="165"/>
          <ac:spMkLst>
            <pc:docMk/>
            <pc:sldMk cId="1286926705" sldId="5465"/>
            <ac:spMk id="94" creationId="{6FF0E9DA-DA36-396F-2B3A-281BC42029ED}"/>
          </ac:spMkLst>
        </pc:spChg>
        <pc:spChg chg="mod">
          <ac:chgData name="석주 이" userId="b6553f64e91d015d" providerId="LiveId" clId="{0BC1CC68-5FB1-45E5-A6E2-A4614C9CFE72}" dt="2026-05-11T22:54:05.530" v="303" actId="165"/>
          <ac:spMkLst>
            <pc:docMk/>
            <pc:sldMk cId="1286926705" sldId="5465"/>
            <ac:spMk id="95" creationId="{81DF59AA-0563-99BE-792E-81EB06F4F9FB}"/>
          </ac:spMkLst>
        </pc:spChg>
        <pc:spChg chg="mod">
          <ac:chgData name="석주 이" userId="b6553f64e91d015d" providerId="LiveId" clId="{0BC1CC68-5FB1-45E5-A6E2-A4614C9CFE72}" dt="2026-05-11T22:54:05.530" v="303" actId="165"/>
          <ac:spMkLst>
            <pc:docMk/>
            <pc:sldMk cId="1286926705" sldId="5465"/>
            <ac:spMk id="96" creationId="{C0991A66-4C35-BD4D-0934-455FA449412B}"/>
          </ac:spMkLst>
        </pc:spChg>
        <pc:spChg chg="mod">
          <ac:chgData name="석주 이" userId="b6553f64e91d015d" providerId="LiveId" clId="{0BC1CC68-5FB1-45E5-A6E2-A4614C9CFE72}" dt="2026-05-11T22:54:05.530" v="303" actId="165"/>
          <ac:spMkLst>
            <pc:docMk/>
            <pc:sldMk cId="1286926705" sldId="5465"/>
            <ac:spMk id="100" creationId="{586C4499-A79D-E9E0-783E-B7ECDDCF01BE}"/>
          </ac:spMkLst>
        </pc:spChg>
        <pc:spChg chg="mod">
          <ac:chgData name="석주 이" userId="b6553f64e91d015d" providerId="LiveId" clId="{0BC1CC68-5FB1-45E5-A6E2-A4614C9CFE72}" dt="2026-05-11T23:00:42.411" v="584" actId="20577"/>
          <ac:spMkLst>
            <pc:docMk/>
            <pc:sldMk cId="1286926705" sldId="5465"/>
            <ac:spMk id="102" creationId="{815518E1-449A-76A3-1AB1-4FFC38FA1EB1}"/>
          </ac:spMkLst>
        </pc:spChg>
        <pc:spChg chg="mod">
          <ac:chgData name="석주 이" userId="b6553f64e91d015d" providerId="LiveId" clId="{0BC1CC68-5FB1-45E5-A6E2-A4614C9CFE72}" dt="2026-05-11T22:54:05.530" v="303" actId="165"/>
          <ac:spMkLst>
            <pc:docMk/>
            <pc:sldMk cId="1286926705" sldId="5465"/>
            <ac:spMk id="103" creationId="{4A708C7B-CE73-8ADC-31DB-D018C5291B35}"/>
          </ac:spMkLst>
        </pc:spChg>
        <pc:spChg chg="mod">
          <ac:chgData name="석주 이" userId="b6553f64e91d015d" providerId="LiveId" clId="{0BC1CC68-5FB1-45E5-A6E2-A4614C9CFE72}" dt="2026-05-11T22:49:25.808" v="200"/>
          <ac:spMkLst>
            <pc:docMk/>
            <pc:sldMk cId="1286926705" sldId="5465"/>
            <ac:spMk id="109" creationId="{4E88AE8E-BDD7-BBE5-4F3E-7AFEFD30D361}"/>
          </ac:spMkLst>
        </pc:spChg>
        <pc:spChg chg="mod">
          <ac:chgData name="석주 이" userId="b6553f64e91d015d" providerId="LiveId" clId="{0BC1CC68-5FB1-45E5-A6E2-A4614C9CFE72}" dt="2026-05-11T22:49:25.808" v="200"/>
          <ac:spMkLst>
            <pc:docMk/>
            <pc:sldMk cId="1286926705" sldId="5465"/>
            <ac:spMk id="110" creationId="{10EEDA1E-473F-5E54-D348-627D7706C079}"/>
          </ac:spMkLst>
        </pc:spChg>
        <pc:spChg chg="mod">
          <ac:chgData name="석주 이" userId="b6553f64e91d015d" providerId="LiveId" clId="{0BC1CC68-5FB1-45E5-A6E2-A4614C9CFE72}" dt="2026-05-11T22:49:25.808" v="200"/>
          <ac:spMkLst>
            <pc:docMk/>
            <pc:sldMk cId="1286926705" sldId="5465"/>
            <ac:spMk id="113" creationId="{4E747FDB-5875-E20D-FB00-216C387F4335}"/>
          </ac:spMkLst>
        </pc:spChg>
        <pc:grpChg chg="add mod">
          <ac:chgData name="석주 이" userId="b6553f64e91d015d" providerId="LiveId" clId="{0BC1CC68-5FB1-45E5-A6E2-A4614C9CFE72}" dt="2026-05-11T22:51:05.742" v="224" actId="12788"/>
          <ac:grpSpMkLst>
            <pc:docMk/>
            <pc:sldMk cId="1286926705" sldId="5465"/>
            <ac:grpSpMk id="2" creationId="{54B9EB00-9785-C131-C212-ECB0C8F8E6FF}"/>
          </ac:grpSpMkLst>
        </pc:grpChg>
        <pc:grpChg chg="add mod">
          <ac:chgData name="석주 이" userId="b6553f64e91d015d" providerId="LiveId" clId="{0BC1CC68-5FB1-45E5-A6E2-A4614C9CFE72}" dt="2026-05-11T22:54:09.198" v="304" actId="571"/>
          <ac:grpSpMkLst>
            <pc:docMk/>
            <pc:sldMk cId="1286926705" sldId="5465"/>
            <ac:grpSpMk id="8" creationId="{4ACEEFC7-90CF-5DF1-66F3-6668F6E0ABBA}"/>
          </ac:grpSpMkLst>
        </pc:grpChg>
        <pc:grpChg chg="del">
          <ac:chgData name="석주 이" userId="b6553f64e91d015d" providerId="LiveId" clId="{0BC1CC68-5FB1-45E5-A6E2-A4614C9CFE72}" dt="2026-05-11T22:49:29.464" v="201" actId="478"/>
          <ac:grpSpMkLst>
            <pc:docMk/>
            <pc:sldMk cId="1286926705" sldId="5465"/>
            <ac:grpSpMk id="33" creationId="{CB6B5FDA-DF81-C6DA-2F32-D2F50A96762D}"/>
          </ac:grpSpMkLst>
        </pc:grpChg>
        <pc:grpChg chg="del">
          <ac:chgData name="석주 이" userId="b6553f64e91d015d" providerId="LiveId" clId="{0BC1CC68-5FB1-45E5-A6E2-A4614C9CFE72}" dt="2026-05-11T22:35:12.224" v="92" actId="478"/>
          <ac:grpSpMkLst>
            <pc:docMk/>
            <pc:sldMk cId="1286926705" sldId="5465"/>
            <ac:grpSpMk id="48" creationId="{CD2A48F3-B95A-4D3C-AB4D-A88A2CEDA80B}"/>
          </ac:grpSpMkLst>
        </pc:grpChg>
        <pc:grpChg chg="mod topLvl">
          <ac:chgData name="석주 이" userId="b6553f64e91d015d" providerId="LiveId" clId="{0BC1CC68-5FB1-45E5-A6E2-A4614C9CFE72}" dt="2026-05-11T22:54:05.530" v="303" actId="165"/>
          <ac:grpSpMkLst>
            <pc:docMk/>
            <pc:sldMk cId="1286926705" sldId="5465"/>
            <ac:grpSpMk id="89" creationId="{B236BF0C-E6B1-9CB4-6BE2-571D9236957E}"/>
          </ac:grpSpMkLst>
        </pc:grpChg>
        <pc:grpChg chg="mod topLvl">
          <ac:chgData name="석주 이" userId="b6553f64e91d015d" providerId="LiveId" clId="{0BC1CC68-5FB1-45E5-A6E2-A4614C9CFE72}" dt="2026-05-11T22:54:05.530" v="303" actId="165"/>
          <ac:grpSpMkLst>
            <pc:docMk/>
            <pc:sldMk cId="1286926705" sldId="5465"/>
            <ac:grpSpMk id="98" creationId="{8141B391-1230-A49C-41CC-FE25D68D6641}"/>
          </ac:grpSpMkLst>
        </pc:grpChg>
        <pc:grpChg chg="del mod">
          <ac:chgData name="석주 이" userId="b6553f64e91d015d" providerId="LiveId" clId="{0BC1CC68-5FB1-45E5-A6E2-A4614C9CFE72}" dt="2026-05-11T22:50:49.357" v="219" actId="478"/>
          <ac:grpSpMkLst>
            <pc:docMk/>
            <pc:sldMk cId="1286926705" sldId="5465"/>
            <ac:grpSpMk id="104" creationId="{2864A934-264C-7ED7-705A-C96D14CA6200}"/>
          </ac:grpSpMkLst>
        </pc:grpChg>
        <pc:cxnChg chg="mod">
          <ac:chgData name="석주 이" userId="b6553f64e91d015d" providerId="LiveId" clId="{0BC1CC68-5FB1-45E5-A6E2-A4614C9CFE72}" dt="2026-05-11T22:54:09.198" v="304" actId="571"/>
          <ac:cxnSpMkLst>
            <pc:docMk/>
            <pc:sldMk cId="1286926705" sldId="5465"/>
            <ac:cxnSpMk id="9" creationId="{9B0E4DFA-BAA0-994E-CCCB-842361FA5347}"/>
          </ac:cxnSpMkLst>
        </pc:cxnChg>
        <pc:cxnChg chg="mod">
          <ac:chgData name="석주 이" userId="b6553f64e91d015d" providerId="LiveId" clId="{0BC1CC68-5FB1-45E5-A6E2-A4614C9CFE72}" dt="2026-05-11T22:49:25.808" v="200"/>
          <ac:cxnSpMkLst>
            <pc:docMk/>
            <pc:sldMk cId="1286926705" sldId="5465"/>
            <ac:cxnSpMk id="108" creationId="{0ED8E6A1-E7D7-3C7C-264C-13B921FD7412}"/>
          </ac:cxnSpMkLst>
        </pc:cxnChg>
      </pc:sldChg>
      <pc:sldChg chg="del">
        <pc:chgData name="석주 이" userId="b6553f64e91d015d" providerId="LiveId" clId="{0BC1CC68-5FB1-45E5-A6E2-A4614C9CFE72}" dt="2026-05-11T22:46:54.797" v="190" actId="47"/>
        <pc:sldMkLst>
          <pc:docMk/>
          <pc:sldMk cId="302106879" sldId="5466"/>
        </pc:sldMkLst>
      </pc:sldChg>
      <pc:sldChg chg="modSp mod ord">
        <pc:chgData name="석주 이" userId="b6553f64e91d015d" providerId="LiveId" clId="{0BC1CC68-5FB1-45E5-A6E2-A4614C9CFE72}" dt="2026-05-11T22:50:36.385" v="218" actId="20577"/>
        <pc:sldMkLst>
          <pc:docMk/>
          <pc:sldMk cId="4179023579" sldId="5554"/>
        </pc:sldMkLst>
        <pc:spChg chg="mod">
          <ac:chgData name="석주 이" userId="b6553f64e91d015d" providerId="LiveId" clId="{0BC1CC68-5FB1-45E5-A6E2-A4614C9CFE72}" dt="2026-05-11T22:50:36.385" v="218" actId="20577"/>
          <ac:spMkLst>
            <pc:docMk/>
            <pc:sldMk cId="4179023579" sldId="5554"/>
            <ac:spMk id="6" creationId="{B945DFEC-73A2-4F1D-88BC-DCE6E2B59559}"/>
          </ac:spMkLst>
        </pc:spChg>
      </pc:sldChg>
      <pc:sldChg chg="add">
        <pc:chgData name="석주 이" userId="b6553f64e91d015d" providerId="LiveId" clId="{0BC1CC68-5FB1-45E5-A6E2-A4614C9CFE72}" dt="2026-05-11T22:50:08.707" v="205"/>
        <pc:sldMkLst>
          <pc:docMk/>
          <pc:sldMk cId="2056303826" sldId="5555"/>
        </pc:sldMkLst>
      </pc:sldChg>
      <pc:sldChg chg="add del">
        <pc:chgData name="석주 이" userId="b6553f64e91d015d" providerId="LiveId" clId="{0BC1CC68-5FB1-45E5-A6E2-A4614C9CFE72}" dt="2026-05-11T22:50:07.092" v="204" actId="2696"/>
        <pc:sldMkLst>
          <pc:docMk/>
          <pc:sldMk cId="3124726493" sldId="5555"/>
        </pc:sldMkLst>
      </pc:sldChg>
      <pc:sldChg chg="del">
        <pc:chgData name="석주 이" userId="b6553f64e91d015d" providerId="LiveId" clId="{0BC1CC68-5FB1-45E5-A6E2-A4614C9CFE72}" dt="2026-05-11T22:39:56.671" v="98" actId="47"/>
        <pc:sldMkLst>
          <pc:docMk/>
          <pc:sldMk cId="1688885554" sldId="5571"/>
        </pc:sldMkLst>
      </pc:sldChg>
      <pc:sldChg chg="del">
        <pc:chgData name="석주 이" userId="b6553f64e91d015d" providerId="LiveId" clId="{0BC1CC68-5FB1-45E5-A6E2-A4614C9CFE72}" dt="2026-05-11T22:39:56.671" v="98" actId="47"/>
        <pc:sldMkLst>
          <pc:docMk/>
          <pc:sldMk cId="2509068081" sldId="5572"/>
        </pc:sldMkLst>
      </pc:sldChg>
      <pc:sldChg chg="del">
        <pc:chgData name="석주 이" userId="b6553f64e91d015d" providerId="LiveId" clId="{0BC1CC68-5FB1-45E5-A6E2-A4614C9CFE72}" dt="2026-05-11T22:39:56.671" v="98" actId="47"/>
        <pc:sldMkLst>
          <pc:docMk/>
          <pc:sldMk cId="1092852886" sldId="5573"/>
        </pc:sldMkLst>
      </pc:sldChg>
      <pc:sldChg chg="del">
        <pc:chgData name="석주 이" userId="b6553f64e91d015d" providerId="LiveId" clId="{0BC1CC68-5FB1-45E5-A6E2-A4614C9CFE72}" dt="2026-05-11T22:39:56.671" v="98" actId="47"/>
        <pc:sldMkLst>
          <pc:docMk/>
          <pc:sldMk cId="1215061377" sldId="5576"/>
        </pc:sldMkLst>
      </pc:sldChg>
      <pc:sldChg chg="del">
        <pc:chgData name="석주 이" userId="b6553f64e91d015d" providerId="LiveId" clId="{0BC1CC68-5FB1-45E5-A6E2-A4614C9CFE72}" dt="2026-05-11T22:39:56.671" v="98" actId="47"/>
        <pc:sldMkLst>
          <pc:docMk/>
          <pc:sldMk cId="1169106377" sldId="5577"/>
        </pc:sldMkLst>
      </pc:sldChg>
      <pc:sldChg chg="del">
        <pc:chgData name="석주 이" userId="b6553f64e91d015d" providerId="LiveId" clId="{0BC1CC68-5FB1-45E5-A6E2-A4614C9CFE72}" dt="2026-05-11T22:39:56.671" v="98" actId="47"/>
        <pc:sldMkLst>
          <pc:docMk/>
          <pc:sldMk cId="217729218" sldId="5579"/>
        </pc:sldMkLst>
      </pc:sldChg>
      <pc:sldChg chg="del">
        <pc:chgData name="석주 이" userId="b6553f64e91d015d" providerId="LiveId" clId="{0BC1CC68-5FB1-45E5-A6E2-A4614C9CFE72}" dt="2026-05-11T22:39:56.671" v="98" actId="47"/>
        <pc:sldMkLst>
          <pc:docMk/>
          <pc:sldMk cId="1284465082" sldId="5580"/>
        </pc:sldMkLst>
      </pc:sldChg>
      <pc:sldChg chg="del">
        <pc:chgData name="석주 이" userId="b6553f64e91d015d" providerId="LiveId" clId="{0BC1CC68-5FB1-45E5-A6E2-A4614C9CFE72}" dt="2026-05-11T22:39:56.671" v="98" actId="47"/>
        <pc:sldMkLst>
          <pc:docMk/>
          <pc:sldMk cId="2397965219" sldId="5581"/>
        </pc:sldMkLst>
      </pc:sldChg>
      <pc:sldChg chg="del">
        <pc:chgData name="석주 이" userId="b6553f64e91d015d" providerId="LiveId" clId="{0BC1CC68-5FB1-45E5-A6E2-A4614C9CFE72}" dt="2026-05-11T22:39:56.671" v="98" actId="47"/>
        <pc:sldMkLst>
          <pc:docMk/>
          <pc:sldMk cId="2507573463" sldId="5582"/>
        </pc:sldMkLst>
      </pc:sldChg>
      <pc:sldChg chg="del">
        <pc:chgData name="석주 이" userId="b6553f64e91d015d" providerId="LiveId" clId="{0BC1CC68-5FB1-45E5-A6E2-A4614C9CFE72}" dt="2026-05-11T22:39:56.671" v="98" actId="47"/>
        <pc:sldMkLst>
          <pc:docMk/>
          <pc:sldMk cId="1614302450" sldId="5586"/>
        </pc:sldMkLst>
      </pc:sldChg>
      <pc:sldChg chg="del">
        <pc:chgData name="석주 이" userId="b6553f64e91d015d" providerId="LiveId" clId="{0BC1CC68-5FB1-45E5-A6E2-A4614C9CFE72}" dt="2026-05-11T22:39:56.671" v="98" actId="47"/>
        <pc:sldMkLst>
          <pc:docMk/>
          <pc:sldMk cId="3785907347" sldId="5589"/>
        </pc:sldMkLst>
      </pc:sldChg>
      <pc:sldChg chg="del">
        <pc:chgData name="석주 이" userId="b6553f64e91d015d" providerId="LiveId" clId="{0BC1CC68-5FB1-45E5-A6E2-A4614C9CFE72}" dt="2026-05-11T22:39:56.671" v="98" actId="47"/>
        <pc:sldMkLst>
          <pc:docMk/>
          <pc:sldMk cId="3874096767" sldId="5590"/>
        </pc:sldMkLst>
      </pc:sldChg>
      <pc:sldChg chg="del">
        <pc:chgData name="석주 이" userId="b6553f64e91d015d" providerId="LiveId" clId="{0BC1CC68-5FB1-45E5-A6E2-A4614C9CFE72}" dt="2026-05-11T22:39:56.671" v="98" actId="47"/>
        <pc:sldMkLst>
          <pc:docMk/>
          <pc:sldMk cId="2500003739" sldId="5591"/>
        </pc:sldMkLst>
      </pc:sldChg>
      <pc:sldChg chg="del">
        <pc:chgData name="석주 이" userId="b6553f64e91d015d" providerId="LiveId" clId="{0BC1CC68-5FB1-45E5-A6E2-A4614C9CFE72}" dt="2026-05-11T22:35:28.075" v="94" actId="47"/>
        <pc:sldMkLst>
          <pc:docMk/>
          <pc:sldMk cId="2564420423" sldId="5592"/>
        </pc:sldMkLst>
      </pc:sldChg>
      <pc:sldChg chg="del">
        <pc:chgData name="석주 이" userId="b6553f64e91d015d" providerId="LiveId" clId="{0BC1CC68-5FB1-45E5-A6E2-A4614C9CFE72}" dt="2026-05-11T22:39:56.671" v="98" actId="47"/>
        <pc:sldMkLst>
          <pc:docMk/>
          <pc:sldMk cId="2412420310" sldId="5593"/>
        </pc:sldMkLst>
      </pc:sldChg>
      <pc:sldChg chg="del">
        <pc:chgData name="석주 이" userId="b6553f64e91d015d" providerId="LiveId" clId="{0BC1CC68-5FB1-45E5-A6E2-A4614C9CFE72}" dt="2026-05-11T22:39:56.671" v="98" actId="47"/>
        <pc:sldMkLst>
          <pc:docMk/>
          <pc:sldMk cId="1302860389" sldId="5594"/>
        </pc:sldMkLst>
      </pc:sldChg>
      <pc:sldChg chg="del">
        <pc:chgData name="석주 이" userId="b6553f64e91d015d" providerId="LiveId" clId="{0BC1CC68-5FB1-45E5-A6E2-A4614C9CFE72}" dt="2026-05-11T22:39:56.671" v="98" actId="47"/>
        <pc:sldMkLst>
          <pc:docMk/>
          <pc:sldMk cId="3480321577" sldId="5595"/>
        </pc:sldMkLst>
      </pc:sldChg>
      <pc:sldChg chg="del">
        <pc:chgData name="석주 이" userId="b6553f64e91d015d" providerId="LiveId" clId="{0BC1CC68-5FB1-45E5-A6E2-A4614C9CFE72}" dt="2026-05-11T22:39:56.671" v="98" actId="47"/>
        <pc:sldMkLst>
          <pc:docMk/>
          <pc:sldMk cId="4031663263" sldId="5596"/>
        </pc:sldMkLst>
      </pc:sldChg>
      <pc:sldChg chg="del">
        <pc:chgData name="석주 이" userId="b6553f64e91d015d" providerId="LiveId" clId="{0BC1CC68-5FB1-45E5-A6E2-A4614C9CFE72}" dt="2026-05-11T22:39:56.671" v="98" actId="47"/>
        <pc:sldMkLst>
          <pc:docMk/>
          <pc:sldMk cId="2109946135" sldId="5598"/>
        </pc:sldMkLst>
      </pc:sldChg>
      <pc:sldChg chg="del">
        <pc:chgData name="석주 이" userId="b6553f64e91d015d" providerId="LiveId" clId="{0BC1CC68-5FB1-45E5-A6E2-A4614C9CFE72}" dt="2026-05-11T22:39:56.671" v="98" actId="47"/>
        <pc:sldMkLst>
          <pc:docMk/>
          <pc:sldMk cId="3296725171" sldId="5599"/>
        </pc:sldMkLst>
      </pc:sldChg>
      <pc:sldChg chg="add">
        <pc:chgData name="석주 이" userId="b6553f64e91d015d" providerId="LiveId" clId="{0BC1CC68-5FB1-45E5-A6E2-A4614C9CFE72}" dt="2026-05-11T22:35:24.152" v="93"/>
        <pc:sldMkLst>
          <pc:docMk/>
          <pc:sldMk cId="3115878436" sldId="5600"/>
        </pc:sldMkLst>
      </pc:sldChg>
      <pc:sldChg chg="modSp add mod">
        <pc:chgData name="석주 이" userId="b6553f64e91d015d" providerId="LiveId" clId="{0BC1CC68-5FB1-45E5-A6E2-A4614C9CFE72}" dt="2026-05-11T22:40:06.184" v="99" actId="20577"/>
        <pc:sldMkLst>
          <pc:docMk/>
          <pc:sldMk cId="4009828953" sldId="5602"/>
        </pc:sldMkLst>
        <pc:spChg chg="mod">
          <ac:chgData name="석주 이" userId="b6553f64e91d015d" providerId="LiveId" clId="{0BC1CC68-5FB1-45E5-A6E2-A4614C9CFE72}" dt="2026-05-11T22:40:06.184" v="99" actId="20577"/>
          <ac:spMkLst>
            <pc:docMk/>
            <pc:sldMk cId="4009828953" sldId="5602"/>
            <ac:spMk id="2" creationId="{9FC33E7A-F2E9-6EB9-DE38-5947260417AA}"/>
          </ac:spMkLst>
        </pc:spChg>
      </pc:sldChg>
      <pc:sldChg chg="add">
        <pc:chgData name="석주 이" userId="b6553f64e91d015d" providerId="LiveId" clId="{0BC1CC68-5FB1-45E5-A6E2-A4614C9CFE72}" dt="2026-05-11T22:39:47.934" v="97"/>
        <pc:sldMkLst>
          <pc:docMk/>
          <pc:sldMk cId="928129642" sldId="5603"/>
        </pc:sldMkLst>
      </pc:sldChg>
      <pc:sldChg chg="add">
        <pc:chgData name="석주 이" userId="b6553f64e91d015d" providerId="LiveId" clId="{0BC1CC68-5FB1-45E5-A6E2-A4614C9CFE72}" dt="2026-05-11T22:39:47.934" v="97"/>
        <pc:sldMkLst>
          <pc:docMk/>
          <pc:sldMk cId="1467731120" sldId="5614"/>
        </pc:sldMkLst>
      </pc:sldChg>
      <pc:sldChg chg="modSp add mod">
        <pc:chgData name="석주 이" userId="b6553f64e91d015d" providerId="LiveId" clId="{0BC1CC68-5FB1-45E5-A6E2-A4614C9CFE72}" dt="2026-05-11T22:56:02.698" v="362" actId="20577"/>
        <pc:sldMkLst>
          <pc:docMk/>
          <pc:sldMk cId="3259746457" sldId="5615"/>
        </pc:sldMkLst>
        <pc:graphicFrameChg chg="modGraphic">
          <ac:chgData name="석주 이" userId="b6553f64e91d015d" providerId="LiveId" clId="{0BC1CC68-5FB1-45E5-A6E2-A4614C9CFE72}" dt="2026-05-11T22:56:02.698" v="362" actId="20577"/>
          <ac:graphicFrameMkLst>
            <pc:docMk/>
            <pc:sldMk cId="3259746457" sldId="5615"/>
            <ac:graphicFrameMk id="10" creationId="{17506732-E0DC-DBF0-7D28-DE4F28DC46F4}"/>
          </ac:graphicFrameMkLst>
        </pc:graphicFrameChg>
      </pc:sldChg>
      <pc:sldChg chg="modSp add mod">
        <pc:chgData name="석주 이" userId="b6553f64e91d015d" providerId="LiveId" clId="{0BC1CC68-5FB1-45E5-A6E2-A4614C9CFE72}" dt="2026-05-11T22:42:54.779" v="147" actId="20577"/>
        <pc:sldMkLst>
          <pc:docMk/>
          <pc:sldMk cId="874141372" sldId="5619"/>
        </pc:sldMkLst>
        <pc:spChg chg="mod">
          <ac:chgData name="석주 이" userId="b6553f64e91d015d" providerId="LiveId" clId="{0BC1CC68-5FB1-45E5-A6E2-A4614C9CFE72}" dt="2026-05-11T22:42:54.779" v="147" actId="20577"/>
          <ac:spMkLst>
            <pc:docMk/>
            <pc:sldMk cId="874141372" sldId="5619"/>
            <ac:spMk id="2" creationId="{CCFD1F96-2F5D-8F27-489E-7A3B3E565660}"/>
          </ac:spMkLst>
        </pc:spChg>
        <pc:spChg chg="mod">
          <ac:chgData name="석주 이" userId="b6553f64e91d015d" providerId="LiveId" clId="{0BC1CC68-5FB1-45E5-A6E2-A4614C9CFE72}" dt="2026-05-11T22:42:24.492" v="134" actId="207"/>
          <ac:spMkLst>
            <pc:docMk/>
            <pc:sldMk cId="874141372" sldId="5619"/>
            <ac:spMk id="103" creationId="{E2BE365F-F5C8-68CF-C569-B13A66AEAFA0}"/>
          </ac:spMkLst>
        </pc:spChg>
        <pc:spChg chg="mod">
          <ac:chgData name="석주 이" userId="b6553f64e91d015d" providerId="LiveId" clId="{0BC1CC68-5FB1-45E5-A6E2-A4614C9CFE72}" dt="2026-05-11T22:42:24.492" v="134" actId="207"/>
          <ac:spMkLst>
            <pc:docMk/>
            <pc:sldMk cId="874141372" sldId="5619"/>
            <ac:spMk id="105" creationId="{44F467C9-F166-BB64-3027-B42DD24C29A2}"/>
          </ac:spMkLst>
        </pc:spChg>
        <pc:spChg chg="mod">
          <ac:chgData name="석주 이" userId="b6553f64e91d015d" providerId="LiveId" clId="{0BC1CC68-5FB1-45E5-A6E2-A4614C9CFE72}" dt="2026-05-11T22:42:45.433" v="140" actId="20577"/>
          <ac:spMkLst>
            <pc:docMk/>
            <pc:sldMk cId="874141372" sldId="5619"/>
            <ac:spMk id="108" creationId="{17CE1430-1216-6295-CA4C-6A15CD992170}"/>
          </ac:spMkLst>
        </pc:spChg>
        <pc:spChg chg="mod">
          <ac:chgData name="석주 이" userId="b6553f64e91d015d" providerId="LiveId" clId="{0BC1CC68-5FB1-45E5-A6E2-A4614C9CFE72}" dt="2026-05-11T22:42:47.283" v="141" actId="20577"/>
          <ac:spMkLst>
            <pc:docMk/>
            <pc:sldMk cId="874141372" sldId="5619"/>
            <ac:spMk id="109" creationId="{842570B0-EB87-949D-BD8C-58771A7221B0}"/>
          </ac:spMkLst>
        </pc:spChg>
        <pc:spChg chg="mod">
          <ac:chgData name="석주 이" userId="b6553f64e91d015d" providerId="LiveId" clId="{0BC1CC68-5FB1-45E5-A6E2-A4614C9CFE72}" dt="2026-05-11T22:42:49.104" v="142" actId="20577"/>
          <ac:spMkLst>
            <pc:docMk/>
            <pc:sldMk cId="874141372" sldId="5619"/>
            <ac:spMk id="110" creationId="{BB4616D7-DE34-1A79-DE97-0D081D52BC4E}"/>
          </ac:spMkLst>
        </pc:spChg>
        <pc:spChg chg="mod">
          <ac:chgData name="석주 이" userId="b6553f64e91d015d" providerId="LiveId" clId="{0BC1CC68-5FB1-45E5-A6E2-A4614C9CFE72}" dt="2026-05-11T22:42:50.124" v="143" actId="20577"/>
          <ac:spMkLst>
            <pc:docMk/>
            <pc:sldMk cId="874141372" sldId="5619"/>
            <ac:spMk id="111" creationId="{AFD7C0D4-9A6D-AB47-34E7-898E617E937D}"/>
          </ac:spMkLst>
        </pc:spChg>
      </pc:sldChg>
      <pc:sldChg chg="add">
        <pc:chgData name="석주 이" userId="b6553f64e91d015d" providerId="LiveId" clId="{0BC1CC68-5FB1-45E5-A6E2-A4614C9CFE72}" dt="2026-05-11T22:39:47.934" v="97"/>
        <pc:sldMkLst>
          <pc:docMk/>
          <pc:sldMk cId="1574826111" sldId="5620"/>
        </pc:sldMkLst>
      </pc:sldChg>
      <pc:sldChg chg="add">
        <pc:chgData name="석주 이" userId="b6553f64e91d015d" providerId="LiveId" clId="{0BC1CC68-5FB1-45E5-A6E2-A4614C9CFE72}" dt="2026-05-11T22:39:47.934" v="97"/>
        <pc:sldMkLst>
          <pc:docMk/>
          <pc:sldMk cId="763859645" sldId="5623"/>
        </pc:sldMkLst>
      </pc:sldChg>
      <pc:sldChg chg="add">
        <pc:chgData name="석주 이" userId="b6553f64e91d015d" providerId="LiveId" clId="{0BC1CC68-5FB1-45E5-A6E2-A4614C9CFE72}" dt="2026-05-11T22:39:47.934" v="97"/>
        <pc:sldMkLst>
          <pc:docMk/>
          <pc:sldMk cId="3438690267" sldId="5624"/>
        </pc:sldMkLst>
      </pc:sldChg>
      <pc:sldChg chg="add">
        <pc:chgData name="석주 이" userId="b6553f64e91d015d" providerId="LiveId" clId="{0BC1CC68-5FB1-45E5-A6E2-A4614C9CFE72}" dt="2026-05-11T22:39:47.934" v="97"/>
        <pc:sldMkLst>
          <pc:docMk/>
          <pc:sldMk cId="1999286646" sldId="5627"/>
        </pc:sldMkLst>
      </pc:sldChg>
      <pc:sldChg chg="add">
        <pc:chgData name="석주 이" userId="b6553f64e91d015d" providerId="LiveId" clId="{0BC1CC68-5FB1-45E5-A6E2-A4614C9CFE72}" dt="2026-05-11T22:39:47.934" v="97"/>
        <pc:sldMkLst>
          <pc:docMk/>
          <pc:sldMk cId="3652284637" sldId="5635"/>
        </pc:sldMkLst>
      </pc:sldChg>
      <pc:sldChg chg="add">
        <pc:chgData name="석주 이" userId="b6553f64e91d015d" providerId="LiveId" clId="{0BC1CC68-5FB1-45E5-A6E2-A4614C9CFE72}" dt="2026-05-11T22:39:47.934" v="97"/>
        <pc:sldMkLst>
          <pc:docMk/>
          <pc:sldMk cId="3487257969" sldId="5637"/>
        </pc:sldMkLst>
      </pc:sldChg>
      <pc:sldChg chg="add">
        <pc:chgData name="석주 이" userId="b6553f64e91d015d" providerId="LiveId" clId="{0BC1CC68-5FB1-45E5-A6E2-A4614C9CFE72}" dt="2026-05-11T22:39:47.934" v="97"/>
        <pc:sldMkLst>
          <pc:docMk/>
          <pc:sldMk cId="597254511" sldId="5638"/>
        </pc:sldMkLst>
      </pc:sldChg>
      <pc:sldChg chg="add">
        <pc:chgData name="석주 이" userId="b6553f64e91d015d" providerId="LiveId" clId="{0BC1CC68-5FB1-45E5-A6E2-A4614C9CFE72}" dt="2026-05-11T22:39:47.934" v="97"/>
        <pc:sldMkLst>
          <pc:docMk/>
          <pc:sldMk cId="1740488703" sldId="5640"/>
        </pc:sldMkLst>
      </pc:sldChg>
      <pc:sldChg chg="add">
        <pc:chgData name="석주 이" userId="b6553f64e91d015d" providerId="LiveId" clId="{0BC1CC68-5FB1-45E5-A6E2-A4614C9CFE72}" dt="2026-05-11T22:39:47.934" v="97"/>
        <pc:sldMkLst>
          <pc:docMk/>
          <pc:sldMk cId="2091816225" sldId="5642"/>
        </pc:sldMkLst>
      </pc:sldChg>
      <pc:sldChg chg="add del">
        <pc:chgData name="석주 이" userId="b6553f64e91d015d" providerId="LiveId" clId="{0BC1CC68-5FB1-45E5-A6E2-A4614C9CFE72}" dt="2026-05-11T22:43:28.481" v="148" actId="47"/>
        <pc:sldMkLst>
          <pc:docMk/>
          <pc:sldMk cId="1005289991" sldId="5643"/>
        </pc:sldMkLst>
      </pc:sldChg>
      <pc:sldChg chg="add del">
        <pc:chgData name="석주 이" userId="b6553f64e91d015d" providerId="LiveId" clId="{0BC1CC68-5FB1-45E5-A6E2-A4614C9CFE72}" dt="2026-05-11T22:44:37.278" v="166" actId="47"/>
        <pc:sldMkLst>
          <pc:docMk/>
          <pc:sldMk cId="896605184" sldId="5644"/>
        </pc:sldMkLst>
      </pc:sldChg>
      <pc:sldChg chg="add del">
        <pc:chgData name="석주 이" userId="b6553f64e91d015d" providerId="LiveId" clId="{0BC1CC68-5FB1-45E5-A6E2-A4614C9CFE72}" dt="2026-05-11T22:44:51.464" v="167" actId="47"/>
        <pc:sldMkLst>
          <pc:docMk/>
          <pc:sldMk cId="732445903" sldId="5645"/>
        </pc:sldMkLst>
      </pc:sldChg>
      <pc:sldChg chg="add del">
        <pc:chgData name="석주 이" userId="b6553f64e91d015d" providerId="LiveId" clId="{0BC1CC68-5FB1-45E5-A6E2-A4614C9CFE72}" dt="2026-05-11T22:43:30.917" v="149" actId="47"/>
        <pc:sldMkLst>
          <pc:docMk/>
          <pc:sldMk cId="3708764689" sldId="5646"/>
        </pc:sldMkLst>
      </pc:sldChg>
      <pc:sldChg chg="modSp add del mod">
        <pc:chgData name="석주 이" userId="b6553f64e91d015d" providerId="LiveId" clId="{0BC1CC68-5FB1-45E5-A6E2-A4614C9CFE72}" dt="2026-05-11T23:01:20.511" v="592" actId="47"/>
        <pc:sldMkLst>
          <pc:docMk/>
          <pc:sldMk cId="1648339565" sldId="5647"/>
        </pc:sldMkLst>
        <pc:spChg chg="mod">
          <ac:chgData name="석주 이" userId="b6553f64e91d015d" providerId="LiveId" clId="{0BC1CC68-5FB1-45E5-A6E2-A4614C9CFE72}" dt="2026-05-11T22:43:37.495" v="164" actId="20577"/>
          <ac:spMkLst>
            <pc:docMk/>
            <pc:sldMk cId="1648339565" sldId="5647"/>
            <ac:spMk id="2" creationId="{14E9DE0C-2CE4-90FB-D7D5-CD71A318DBE9}"/>
          </ac:spMkLst>
        </pc:spChg>
      </pc:sldChg>
      <pc:sldChg chg="modSp add mod">
        <pc:chgData name="석주 이" userId="b6553f64e91d015d" providerId="LiveId" clId="{0BC1CC68-5FB1-45E5-A6E2-A4614C9CFE72}" dt="2026-05-11T22:46:12.059" v="189" actId="20577"/>
        <pc:sldMkLst>
          <pc:docMk/>
          <pc:sldMk cId="3271300388" sldId="5648"/>
        </pc:sldMkLst>
        <pc:spChg chg="mod">
          <ac:chgData name="석주 이" userId="b6553f64e91d015d" providerId="LiveId" clId="{0BC1CC68-5FB1-45E5-A6E2-A4614C9CFE72}" dt="2026-05-11T22:46:12.059" v="189" actId="20577"/>
          <ac:spMkLst>
            <pc:docMk/>
            <pc:sldMk cId="3271300388" sldId="5648"/>
            <ac:spMk id="2" creationId="{EB7C4F1E-8E3F-8488-C55F-FF42814F71E6}"/>
          </ac:spMkLst>
        </pc:spChg>
        <pc:spChg chg="mod">
          <ac:chgData name="석주 이" userId="b6553f64e91d015d" providerId="LiveId" clId="{0BC1CC68-5FB1-45E5-A6E2-A4614C9CFE72}" dt="2026-05-11T22:45:56.856" v="179" actId="14100"/>
          <ac:spMkLst>
            <pc:docMk/>
            <pc:sldMk cId="3271300388" sldId="5648"/>
            <ac:spMk id="20" creationId="{440AAAEB-9691-A56F-1F23-1CF96487505F}"/>
          </ac:spMkLst>
        </pc:spChg>
        <pc:spChg chg="mod">
          <ac:chgData name="석주 이" userId="b6553f64e91d015d" providerId="LiveId" clId="{0BC1CC68-5FB1-45E5-A6E2-A4614C9CFE72}" dt="2026-05-11T22:45:28.511" v="171" actId="207"/>
          <ac:spMkLst>
            <pc:docMk/>
            <pc:sldMk cId="3271300388" sldId="5648"/>
            <ac:spMk id="28" creationId="{E4E1D0D2-CDD1-D33B-3F1C-454FC3781463}"/>
          </ac:spMkLst>
        </pc:spChg>
        <pc:cxnChg chg="mod">
          <ac:chgData name="석주 이" userId="b6553f64e91d015d" providerId="LiveId" clId="{0BC1CC68-5FB1-45E5-A6E2-A4614C9CFE72}" dt="2026-05-11T22:45:56.856" v="179" actId="14100"/>
          <ac:cxnSpMkLst>
            <pc:docMk/>
            <pc:sldMk cId="3271300388" sldId="5648"/>
            <ac:cxnSpMk id="57" creationId="{CBD09995-84C9-4E92-3DDA-3E649D9607E3}"/>
          </ac:cxnSpMkLst>
        </pc:cxnChg>
      </pc:sldChg>
      <pc:sldChg chg="add del">
        <pc:chgData name="석주 이" userId="b6553f64e91d015d" providerId="LiveId" clId="{0BC1CC68-5FB1-45E5-A6E2-A4614C9CFE72}" dt="2026-05-11T22:48:48.499" v="197" actId="47"/>
        <pc:sldMkLst>
          <pc:docMk/>
          <pc:sldMk cId="1357054070" sldId="5649"/>
        </pc:sldMkLst>
      </pc:sldChg>
      <pc:sldChg chg="modSp add mod">
        <pc:chgData name="석주 이" userId="b6553f64e91d015d" providerId="LiveId" clId="{0BC1CC68-5FB1-45E5-A6E2-A4614C9CFE72}" dt="2026-05-11T22:53:01.266" v="282" actId="20577"/>
        <pc:sldMkLst>
          <pc:docMk/>
          <pc:sldMk cId="1782210588" sldId="5652"/>
        </pc:sldMkLst>
        <pc:spChg chg="mod">
          <ac:chgData name="석주 이" userId="b6553f64e91d015d" providerId="LiveId" clId="{0BC1CC68-5FB1-45E5-A6E2-A4614C9CFE72}" dt="2026-05-11T22:53:01.266" v="282" actId="20577"/>
          <ac:spMkLst>
            <pc:docMk/>
            <pc:sldMk cId="1782210588" sldId="5652"/>
            <ac:spMk id="4" creationId="{15A9C422-1548-67A5-C435-C8A3D44EC7F1}"/>
          </ac:spMkLst>
        </pc:spChg>
      </pc:sldChg>
      <pc:sldChg chg="modSp add">
        <pc:chgData name="석주 이" userId="b6553f64e91d015d" providerId="LiveId" clId="{0BC1CC68-5FB1-45E5-A6E2-A4614C9CFE72}" dt="2026-05-11T22:53:03.631" v="283"/>
        <pc:sldMkLst>
          <pc:docMk/>
          <pc:sldMk cId="3455473952" sldId="5653"/>
        </pc:sldMkLst>
        <pc:spChg chg="mod">
          <ac:chgData name="석주 이" userId="b6553f64e91d015d" providerId="LiveId" clId="{0BC1CC68-5FB1-45E5-A6E2-A4614C9CFE72}" dt="2026-05-11T22:53:03.631" v="283"/>
          <ac:spMkLst>
            <pc:docMk/>
            <pc:sldMk cId="3455473952" sldId="5653"/>
            <ac:spMk id="3" creationId="{00000000-0000-0000-0000-000000000000}"/>
          </ac:spMkLst>
        </pc:spChg>
      </pc:sldChg>
      <pc:sldChg chg="addSp modSp add mod">
        <pc:chgData name="석주 이" userId="b6553f64e91d015d" providerId="LiveId" clId="{0BC1CC68-5FB1-45E5-A6E2-A4614C9CFE72}" dt="2026-05-11T22:59:22.348" v="553" actId="20577"/>
        <pc:sldMkLst>
          <pc:docMk/>
          <pc:sldMk cId="2482242131" sldId="5655"/>
        </pc:sldMkLst>
        <pc:spChg chg="add mod">
          <ac:chgData name="석주 이" userId="b6553f64e91d015d" providerId="LiveId" clId="{0BC1CC68-5FB1-45E5-A6E2-A4614C9CFE72}" dt="2026-05-11T22:59:22.348" v="553" actId="20577"/>
          <ac:spMkLst>
            <pc:docMk/>
            <pc:sldMk cId="2482242131" sldId="5655"/>
            <ac:spMk id="2" creationId="{792B8326-1530-19CB-2124-915036A8194A}"/>
          </ac:spMkLst>
        </pc:spChg>
        <pc:spChg chg="mod">
          <ac:chgData name="석주 이" userId="b6553f64e91d015d" providerId="LiveId" clId="{0BC1CC68-5FB1-45E5-A6E2-A4614C9CFE72}" dt="2026-05-11T22:58:50.486" v="466" actId="20577"/>
          <ac:spMkLst>
            <pc:docMk/>
            <pc:sldMk cId="2482242131" sldId="5655"/>
            <ac:spMk id="3" creationId="{00000000-0000-0000-0000-000000000000}"/>
          </ac:spMkLst>
        </pc:spChg>
      </pc:sldChg>
      <pc:sldChg chg="add del">
        <pc:chgData name="석주 이" userId="b6553f64e91d015d" providerId="LiveId" clId="{0BC1CC68-5FB1-45E5-A6E2-A4614C9CFE72}" dt="2026-05-11T22:47:26.356" v="193" actId="47"/>
        <pc:sldMkLst>
          <pc:docMk/>
          <pc:sldMk cId="1874311113" sldId="5658"/>
        </pc:sldMkLst>
      </pc:sldChg>
      <pc:sldChg chg="add">
        <pc:chgData name="석주 이" userId="b6553f64e91d015d" providerId="LiveId" clId="{0BC1CC68-5FB1-45E5-A6E2-A4614C9CFE72}" dt="2026-05-11T22:50:08.707" v="205"/>
        <pc:sldMkLst>
          <pc:docMk/>
          <pc:sldMk cId="815651707" sldId="5659"/>
        </pc:sldMkLst>
      </pc:sldChg>
      <pc:sldChg chg="add del">
        <pc:chgData name="석주 이" userId="b6553f64e91d015d" providerId="LiveId" clId="{0BC1CC68-5FB1-45E5-A6E2-A4614C9CFE72}" dt="2026-05-11T22:50:07.092" v="204" actId="2696"/>
        <pc:sldMkLst>
          <pc:docMk/>
          <pc:sldMk cId="1823286920" sldId="5659"/>
        </pc:sldMkLst>
      </pc:sldChg>
      <pc:sldChg chg="add">
        <pc:chgData name="석주 이" userId="b6553f64e91d015d" providerId="LiveId" clId="{0BC1CC68-5FB1-45E5-A6E2-A4614C9CFE72}" dt="2026-05-11T22:50:08.707" v="205"/>
        <pc:sldMkLst>
          <pc:docMk/>
          <pc:sldMk cId="21643540" sldId="5660"/>
        </pc:sldMkLst>
      </pc:sldChg>
      <pc:sldChg chg="modSp add del mod">
        <pc:chgData name="석주 이" userId="b6553f64e91d015d" providerId="LiveId" clId="{0BC1CC68-5FB1-45E5-A6E2-A4614C9CFE72}" dt="2026-05-11T22:50:07.092" v="204" actId="2696"/>
        <pc:sldMkLst>
          <pc:docMk/>
          <pc:sldMk cId="3722299414" sldId="5660"/>
        </pc:sldMkLst>
        <pc:spChg chg="mod">
          <ac:chgData name="석주 이" userId="b6553f64e91d015d" providerId="LiveId" clId="{0BC1CC68-5FB1-45E5-A6E2-A4614C9CFE72}" dt="2026-05-11T22:47:38.180" v="195" actId="5793"/>
          <ac:spMkLst>
            <pc:docMk/>
            <pc:sldMk cId="3722299414" sldId="5660"/>
            <ac:spMk id="19" creationId="{C9982F2C-CD4C-21B0-DCF4-FD7525ECB242}"/>
          </ac:spMkLst>
        </pc:spChg>
      </pc:sldChg>
      <pc:sldChg chg="add">
        <pc:chgData name="석주 이" userId="b6553f64e91d015d" providerId="LiveId" clId="{0BC1CC68-5FB1-45E5-A6E2-A4614C9CFE72}" dt="2026-05-11T22:50:08.707" v="205"/>
        <pc:sldMkLst>
          <pc:docMk/>
          <pc:sldMk cId="1343006010" sldId="5661"/>
        </pc:sldMkLst>
      </pc:sldChg>
      <pc:sldChg chg="add del">
        <pc:chgData name="석주 이" userId="b6553f64e91d015d" providerId="LiveId" clId="{0BC1CC68-5FB1-45E5-A6E2-A4614C9CFE72}" dt="2026-05-11T22:50:07.092" v="204" actId="2696"/>
        <pc:sldMkLst>
          <pc:docMk/>
          <pc:sldMk cId="3206934992" sldId="5661"/>
        </pc:sldMkLst>
      </pc:sldChg>
      <pc:sldChg chg="add del">
        <pc:chgData name="석주 이" userId="b6553f64e91d015d" providerId="LiveId" clId="{0BC1CC68-5FB1-45E5-A6E2-A4614C9CFE72}" dt="2026-05-11T22:50:07.092" v="204" actId="2696"/>
        <pc:sldMkLst>
          <pc:docMk/>
          <pc:sldMk cId="487763930" sldId="5662"/>
        </pc:sldMkLst>
      </pc:sldChg>
      <pc:sldChg chg="add">
        <pc:chgData name="석주 이" userId="b6553f64e91d015d" providerId="LiveId" clId="{0BC1CC68-5FB1-45E5-A6E2-A4614C9CFE72}" dt="2026-05-11T22:50:08.707" v="205"/>
        <pc:sldMkLst>
          <pc:docMk/>
          <pc:sldMk cId="2519157279" sldId="5662"/>
        </pc:sldMkLst>
      </pc:sldChg>
      <pc:sldChg chg="modSp add mod">
        <pc:chgData name="석주 이" userId="b6553f64e91d015d" providerId="LiveId" clId="{0BC1CC68-5FB1-45E5-A6E2-A4614C9CFE72}" dt="2026-05-11T22:56:36.730" v="363" actId="2711"/>
        <pc:sldMkLst>
          <pc:docMk/>
          <pc:sldMk cId="2428839251" sldId="5663"/>
        </pc:sldMkLst>
        <pc:spChg chg="mod">
          <ac:chgData name="석주 이" userId="b6553f64e91d015d" providerId="LiveId" clId="{0BC1CC68-5FB1-45E5-A6E2-A4614C9CFE72}" dt="2026-05-11T22:56:36.730" v="363" actId="2711"/>
          <ac:spMkLst>
            <pc:docMk/>
            <pc:sldMk cId="2428839251" sldId="5663"/>
            <ac:spMk id="17" creationId="{E2EEDFF3-2C0A-7600-E520-A644E361AC46}"/>
          </ac:spMkLst>
        </pc:spChg>
        <pc:spChg chg="mod">
          <ac:chgData name="석주 이" userId="b6553f64e91d015d" providerId="LiveId" clId="{0BC1CC68-5FB1-45E5-A6E2-A4614C9CFE72}" dt="2026-05-11T22:56:36.730" v="363" actId="2711"/>
          <ac:spMkLst>
            <pc:docMk/>
            <pc:sldMk cId="2428839251" sldId="5663"/>
            <ac:spMk id="69" creationId="{91640778-4904-E4B8-0FFF-1FE40A367070}"/>
          </ac:spMkLst>
        </pc:spChg>
        <pc:spChg chg="mod">
          <ac:chgData name="석주 이" userId="b6553f64e91d015d" providerId="LiveId" clId="{0BC1CC68-5FB1-45E5-A6E2-A4614C9CFE72}" dt="2026-05-11T22:56:36.730" v="363" actId="2711"/>
          <ac:spMkLst>
            <pc:docMk/>
            <pc:sldMk cId="2428839251" sldId="5663"/>
            <ac:spMk id="99" creationId="{9E0D9B7A-6949-7004-D55B-EF8DC773D91B}"/>
          </ac:spMkLst>
        </pc:spChg>
        <pc:spChg chg="mod">
          <ac:chgData name="석주 이" userId="b6553f64e91d015d" providerId="LiveId" clId="{0BC1CC68-5FB1-45E5-A6E2-A4614C9CFE72}" dt="2026-05-11T22:56:36.730" v="363" actId="2711"/>
          <ac:spMkLst>
            <pc:docMk/>
            <pc:sldMk cId="2428839251" sldId="5663"/>
            <ac:spMk id="103" creationId="{3C5B4ACC-3FC3-5F70-82E1-110F914CDB8A}"/>
          </ac:spMkLst>
        </pc:spChg>
        <pc:spChg chg="mod">
          <ac:chgData name="석주 이" userId="b6553f64e91d015d" providerId="LiveId" clId="{0BC1CC68-5FB1-45E5-A6E2-A4614C9CFE72}" dt="2026-05-11T22:56:36.730" v="363" actId="2711"/>
          <ac:spMkLst>
            <pc:docMk/>
            <pc:sldMk cId="2428839251" sldId="5663"/>
            <ac:spMk id="106" creationId="{5421BE24-8B69-650A-EBBB-2BBD063FEEB6}"/>
          </ac:spMkLst>
        </pc:spChg>
        <pc:spChg chg="mod">
          <ac:chgData name="석주 이" userId="b6553f64e91d015d" providerId="LiveId" clId="{0BC1CC68-5FB1-45E5-A6E2-A4614C9CFE72}" dt="2026-05-11T22:56:36.730" v="363" actId="2711"/>
          <ac:spMkLst>
            <pc:docMk/>
            <pc:sldMk cId="2428839251" sldId="5663"/>
            <ac:spMk id="122" creationId="{D6D5C185-CAE0-14C2-9A90-94F6AFF9B882}"/>
          </ac:spMkLst>
        </pc:spChg>
        <pc:spChg chg="mod">
          <ac:chgData name="석주 이" userId="b6553f64e91d015d" providerId="LiveId" clId="{0BC1CC68-5FB1-45E5-A6E2-A4614C9CFE72}" dt="2026-05-11T22:56:36.730" v="363" actId="2711"/>
          <ac:spMkLst>
            <pc:docMk/>
            <pc:sldMk cId="2428839251" sldId="5663"/>
            <ac:spMk id="127" creationId="{213468DD-0A11-54B5-F673-192CA87FA2B8}"/>
          </ac:spMkLst>
        </pc:spChg>
        <pc:spChg chg="mod">
          <ac:chgData name="석주 이" userId="b6553f64e91d015d" providerId="LiveId" clId="{0BC1CC68-5FB1-45E5-A6E2-A4614C9CFE72}" dt="2026-05-11T22:56:36.730" v="363" actId="2711"/>
          <ac:spMkLst>
            <pc:docMk/>
            <pc:sldMk cId="2428839251" sldId="5663"/>
            <ac:spMk id="143" creationId="{CA1375E7-1605-7EEC-22EE-1E9B002CC0E7}"/>
          </ac:spMkLst>
        </pc:spChg>
        <pc:spChg chg="mod">
          <ac:chgData name="석주 이" userId="b6553f64e91d015d" providerId="LiveId" clId="{0BC1CC68-5FB1-45E5-A6E2-A4614C9CFE72}" dt="2026-05-11T22:56:36.730" v="363" actId="2711"/>
          <ac:spMkLst>
            <pc:docMk/>
            <pc:sldMk cId="2428839251" sldId="5663"/>
            <ac:spMk id="191" creationId="{E88A4316-387C-4347-1220-EDE4A95D51B9}"/>
          </ac:spMkLst>
        </pc:spChg>
        <pc:spChg chg="mod">
          <ac:chgData name="석주 이" userId="b6553f64e91d015d" providerId="LiveId" clId="{0BC1CC68-5FB1-45E5-A6E2-A4614C9CFE72}" dt="2026-05-11T22:56:36.730" v="363" actId="2711"/>
          <ac:spMkLst>
            <pc:docMk/>
            <pc:sldMk cId="2428839251" sldId="5663"/>
            <ac:spMk id="195" creationId="{24228D54-A402-65AC-29F3-8D07765739DE}"/>
          </ac:spMkLst>
        </pc:spChg>
      </pc:sldChg>
      <pc:sldChg chg="modSp add mod">
        <pc:chgData name="석주 이" userId="b6553f64e91d015d" providerId="LiveId" clId="{0BC1CC68-5FB1-45E5-A6E2-A4614C9CFE72}" dt="2026-05-11T22:35:33.244" v="95" actId="20577"/>
        <pc:sldMkLst>
          <pc:docMk/>
          <pc:sldMk cId="2132107580" sldId="5664"/>
        </pc:sldMkLst>
        <pc:spChg chg="mod">
          <ac:chgData name="석주 이" userId="b6553f64e91d015d" providerId="LiveId" clId="{0BC1CC68-5FB1-45E5-A6E2-A4614C9CFE72}" dt="2026-05-11T22:35:33.244" v="95" actId="20577"/>
          <ac:spMkLst>
            <pc:docMk/>
            <pc:sldMk cId="2132107580" sldId="5664"/>
            <ac:spMk id="5" creationId="{B0B22CC1-F8F1-DFF1-AEC2-0D1CEF1E106D}"/>
          </ac:spMkLst>
        </pc:spChg>
      </pc:sldChg>
      <pc:sldChg chg="modSp add">
        <pc:chgData name="석주 이" userId="b6553f64e91d015d" providerId="LiveId" clId="{0BC1CC68-5FB1-45E5-A6E2-A4614C9CFE72}" dt="2026-05-11T22:39:31.887" v="96"/>
        <pc:sldMkLst>
          <pc:docMk/>
          <pc:sldMk cId="112745939" sldId="5665"/>
        </pc:sldMkLst>
        <pc:spChg chg="mod">
          <ac:chgData name="석주 이" userId="b6553f64e91d015d" providerId="LiveId" clId="{0BC1CC68-5FB1-45E5-A6E2-A4614C9CFE72}" dt="2026-05-11T22:39:31.887" v="96"/>
          <ac:spMkLst>
            <pc:docMk/>
            <pc:sldMk cId="112745939" sldId="5665"/>
            <ac:spMk id="5" creationId="{B1E5E28F-9C50-4D73-8F59-4156566F75CD}"/>
          </ac:spMkLst>
        </pc:spChg>
      </pc:sldChg>
      <pc:sldChg chg="add">
        <pc:chgData name="석주 이" userId="b6553f64e91d015d" providerId="LiveId" clId="{0BC1CC68-5FB1-45E5-A6E2-A4614C9CFE72}" dt="2026-05-11T22:35:24.152" v="93"/>
        <pc:sldMkLst>
          <pc:docMk/>
          <pc:sldMk cId="96464375" sldId="5666"/>
        </pc:sldMkLst>
      </pc:sldChg>
      <pc:sldChg chg="modSp add mod">
        <pc:chgData name="석주 이" userId="b6553f64e91d015d" providerId="LiveId" clId="{0BC1CC68-5FB1-45E5-A6E2-A4614C9CFE72}" dt="2026-05-11T22:53:11.590" v="298" actId="20577"/>
        <pc:sldMkLst>
          <pc:docMk/>
          <pc:sldMk cId="1118068327" sldId="5667"/>
        </pc:sldMkLst>
        <pc:spChg chg="mod">
          <ac:chgData name="석주 이" userId="b6553f64e91d015d" providerId="LiveId" clId="{0BC1CC68-5FB1-45E5-A6E2-A4614C9CFE72}" dt="2026-05-11T22:53:11.590" v="298" actId="20577"/>
          <ac:spMkLst>
            <pc:docMk/>
            <pc:sldMk cId="1118068327" sldId="5667"/>
            <ac:spMk id="19" creationId="{C4E93A0F-4A59-4C96-8D4B-97E10930219B}"/>
          </ac:spMkLst>
        </pc:spChg>
      </pc:sldChg>
      <pc:sldChg chg="add">
        <pc:chgData name="석주 이" userId="b6553f64e91d015d" providerId="LiveId" clId="{0BC1CC68-5FB1-45E5-A6E2-A4614C9CFE72}" dt="2026-05-11T22:39:47.934" v="97"/>
        <pc:sldMkLst>
          <pc:docMk/>
          <pc:sldMk cId="3528909683" sldId="5668"/>
        </pc:sldMkLst>
      </pc:sldChg>
      <pc:sldChg chg="modSp add mod">
        <pc:chgData name="석주 이" userId="b6553f64e91d015d" providerId="LiveId" clId="{0BC1CC68-5FB1-45E5-A6E2-A4614C9CFE72}" dt="2026-05-11T22:40:18.761" v="100" actId="20577"/>
        <pc:sldMkLst>
          <pc:docMk/>
          <pc:sldMk cId="1253669927" sldId="5669"/>
        </pc:sldMkLst>
        <pc:spChg chg="mod">
          <ac:chgData name="석주 이" userId="b6553f64e91d015d" providerId="LiveId" clId="{0BC1CC68-5FB1-45E5-A6E2-A4614C9CFE72}" dt="2026-05-11T22:40:18.761" v="100" actId="20577"/>
          <ac:spMkLst>
            <pc:docMk/>
            <pc:sldMk cId="1253669927" sldId="5669"/>
            <ac:spMk id="2" creationId="{36FB46DB-9321-4359-BCED-59FFB9456A2C}"/>
          </ac:spMkLst>
        </pc:spChg>
      </pc:sldChg>
      <pc:sldChg chg="modSp add mod">
        <pc:chgData name="석주 이" userId="b6553f64e91d015d" providerId="LiveId" clId="{0BC1CC68-5FB1-45E5-A6E2-A4614C9CFE72}" dt="2026-05-11T22:40:57.359" v="130" actId="20577"/>
        <pc:sldMkLst>
          <pc:docMk/>
          <pc:sldMk cId="1611122222" sldId="5670"/>
        </pc:sldMkLst>
        <pc:spChg chg="mod">
          <ac:chgData name="석주 이" userId="b6553f64e91d015d" providerId="LiveId" clId="{0BC1CC68-5FB1-45E5-A6E2-A4614C9CFE72}" dt="2026-05-11T22:40:57.359" v="130" actId="20577"/>
          <ac:spMkLst>
            <pc:docMk/>
            <pc:sldMk cId="1611122222" sldId="5670"/>
            <ac:spMk id="2" creationId="{76B8EFCA-E3CD-E554-4BDE-CFD3E5A46AD1}"/>
          </ac:spMkLst>
        </pc:spChg>
      </pc:sldChg>
      <pc:sldMasterChg chg="modSldLayout">
        <pc:chgData name="석주 이" userId="b6553f64e91d015d" providerId="LiveId" clId="{0BC1CC68-5FB1-45E5-A6E2-A4614C9CFE72}" dt="2026-05-11T22:35:03.489" v="91"/>
        <pc:sldMasterMkLst>
          <pc:docMk/>
          <pc:sldMasterMk cId="1169121173" sldId="2147484366"/>
        </pc:sldMasterMkLst>
        <pc:sldLayoutChg chg="modSp">
          <pc:chgData name="석주 이" userId="b6553f64e91d015d" providerId="LiveId" clId="{0BC1CC68-5FB1-45E5-A6E2-A4614C9CFE72}" dt="2026-05-11T22:35:03.489" v="91"/>
          <pc:sldLayoutMkLst>
            <pc:docMk/>
            <pc:sldMasterMk cId="1169121173" sldId="2147484366"/>
            <pc:sldLayoutMk cId="2241783230" sldId="2147484372"/>
          </pc:sldLayoutMkLst>
          <pc:spChg chg="mod">
            <ac:chgData name="석주 이" userId="b6553f64e91d015d" providerId="LiveId" clId="{0BC1CC68-5FB1-45E5-A6E2-A4614C9CFE72}" dt="2026-05-11T22:35:03.489" v="91"/>
            <ac:spMkLst>
              <pc:docMk/>
              <pc:sldMasterMk cId="1169121173" sldId="2147484366"/>
              <pc:sldLayoutMk cId="2241783230" sldId="2147484372"/>
              <ac:spMk id="11" creationId="{61FCACFC-B33A-4DF3-8F64-99FDB96005F8}"/>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537720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6" userDrawn="1">
          <p15:clr>
            <a:srgbClr val="F26B43"/>
          </p15:clr>
        </p15:guide>
        <p15:guide id="2" pos="214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3" y="13"/>
            <a:ext cx="2946398" cy="500063"/>
          </a:xfrm>
          <a:prstGeom prst="rect">
            <a:avLst/>
          </a:prstGeom>
          <a:noFill/>
          <a:ln w="9525">
            <a:noFill/>
            <a:miter lim="800000"/>
            <a:headEnd/>
            <a:tailEnd/>
          </a:ln>
          <a:effectLst/>
        </p:spPr>
        <p:txBody>
          <a:bodyPr vert="horz" wrap="square" lIns="19098" tIns="0" rIns="19098" bIns="0" numCol="1" anchor="t" anchorCtr="0" compatLnSpc="1">
            <a:prstTxWarp prst="textNoShape">
              <a:avLst/>
            </a:prstTxWarp>
          </a:bodyPr>
          <a:lstStyle>
            <a:lvl1pPr algn="l" defTabSz="917115" latinLnBrk="0">
              <a:buFontTx/>
              <a:buNone/>
              <a:defRPr sz="1000" i="1">
                <a:latin typeface="Arial" pitchFamily="34" charset="0"/>
                <a:ea typeface="굴림" pitchFamily="50" charset="-127"/>
              </a:defRPr>
            </a:lvl1pPr>
          </a:lstStyle>
          <a:p>
            <a:pPr>
              <a:defRPr/>
            </a:pPr>
            <a:endParaRPr lang="en-US" altLang="ko-KR"/>
          </a:p>
        </p:txBody>
      </p:sp>
      <p:sp>
        <p:nvSpPr>
          <p:cNvPr id="2051" name="Rectangle 3"/>
          <p:cNvSpPr>
            <a:spLocks noGrp="1" noChangeArrowheads="1"/>
          </p:cNvSpPr>
          <p:nvPr>
            <p:ph type="dt" idx="1"/>
          </p:nvPr>
        </p:nvSpPr>
        <p:spPr bwMode="auto">
          <a:xfrm>
            <a:off x="3851282" y="13"/>
            <a:ext cx="2946398" cy="500063"/>
          </a:xfrm>
          <a:prstGeom prst="rect">
            <a:avLst/>
          </a:prstGeom>
          <a:noFill/>
          <a:ln w="9525">
            <a:noFill/>
            <a:miter lim="800000"/>
            <a:headEnd/>
            <a:tailEnd/>
          </a:ln>
          <a:effectLst/>
        </p:spPr>
        <p:txBody>
          <a:bodyPr vert="horz" wrap="square" lIns="19098" tIns="0" rIns="19098" bIns="0" numCol="1" anchor="t" anchorCtr="0" compatLnSpc="1">
            <a:prstTxWarp prst="textNoShape">
              <a:avLst/>
            </a:prstTxWarp>
          </a:bodyPr>
          <a:lstStyle>
            <a:lvl1pPr algn="r" defTabSz="917115" latinLnBrk="0">
              <a:buFontTx/>
              <a:buNone/>
              <a:defRPr sz="1000" i="1">
                <a:latin typeface="Arial" pitchFamily="34" charset="0"/>
                <a:ea typeface="굴림" pitchFamily="50" charset="-127"/>
              </a:defRPr>
            </a:lvl1pPr>
          </a:lstStyle>
          <a:p>
            <a:pPr>
              <a:defRPr/>
            </a:pPr>
            <a:endParaRPr lang="en-US" altLang="ko-KR"/>
          </a:p>
        </p:txBody>
      </p:sp>
      <p:sp>
        <p:nvSpPr>
          <p:cNvPr id="36868" name="Rectangle 4"/>
          <p:cNvSpPr>
            <a:spLocks noGrp="1" noRot="1" noChangeAspect="1" noChangeArrowheads="1" noTextEdit="1"/>
          </p:cNvSpPr>
          <p:nvPr>
            <p:ph type="sldImg" idx="2"/>
          </p:nvPr>
        </p:nvSpPr>
        <p:spPr bwMode="auto">
          <a:xfrm>
            <a:off x="720725" y="750888"/>
            <a:ext cx="5356225" cy="3708400"/>
          </a:xfrm>
          <a:prstGeom prst="rect">
            <a:avLst/>
          </a:prstGeom>
          <a:noFill/>
          <a:ln w="12700">
            <a:solidFill>
              <a:schemeClr val="tx1"/>
            </a:solidFill>
            <a:miter lim="800000"/>
            <a:headEnd/>
            <a:tailEnd/>
          </a:ln>
        </p:spPr>
      </p:sp>
      <p:sp>
        <p:nvSpPr>
          <p:cNvPr id="2053" name="Rectangle 5"/>
          <p:cNvSpPr>
            <a:spLocks noGrp="1" noChangeArrowheads="1"/>
          </p:cNvSpPr>
          <p:nvPr>
            <p:ph type="body" sz="quarter" idx="3"/>
          </p:nvPr>
        </p:nvSpPr>
        <p:spPr bwMode="auto">
          <a:xfrm>
            <a:off x="904879" y="4716474"/>
            <a:ext cx="4987928" cy="4467225"/>
          </a:xfrm>
          <a:prstGeom prst="rect">
            <a:avLst/>
          </a:prstGeom>
          <a:noFill/>
          <a:ln w="9525">
            <a:noFill/>
            <a:miter lim="800000"/>
            <a:headEnd/>
            <a:tailEnd/>
          </a:ln>
          <a:effectLst/>
        </p:spPr>
        <p:txBody>
          <a:bodyPr vert="horz" wrap="square" lIns="92303" tIns="46152" rIns="92303" bIns="46152" numCol="1" anchor="t" anchorCtr="0" compatLnSpc="1">
            <a:prstTxWarp prst="textNoShape">
              <a:avLst/>
            </a:prstTxWarp>
          </a:bodyPr>
          <a:lstStyle/>
          <a:p>
            <a:pPr lvl="0"/>
            <a:r>
              <a:rPr lang="en-US" altLang="ko-KR" noProof="0"/>
              <a:t>Click to edit Master text styles</a:t>
            </a:r>
          </a:p>
          <a:p>
            <a:pPr lvl="1"/>
            <a:r>
              <a:rPr lang="en-US" altLang="ko-KR" noProof="0"/>
              <a:t>Second level</a:t>
            </a:r>
          </a:p>
          <a:p>
            <a:pPr lvl="2"/>
            <a:r>
              <a:rPr lang="en-US" altLang="ko-KR" noProof="0"/>
              <a:t>Third level</a:t>
            </a:r>
          </a:p>
          <a:p>
            <a:pPr lvl="3"/>
            <a:r>
              <a:rPr lang="en-US" altLang="ko-KR" noProof="0"/>
              <a:t>Fourth level</a:t>
            </a:r>
          </a:p>
          <a:p>
            <a:pPr lvl="4"/>
            <a:r>
              <a:rPr lang="en-US" altLang="ko-KR" noProof="0"/>
              <a:t>Fifth level</a:t>
            </a:r>
          </a:p>
        </p:txBody>
      </p:sp>
      <p:sp>
        <p:nvSpPr>
          <p:cNvPr id="2054" name="Rectangle 6"/>
          <p:cNvSpPr>
            <a:spLocks noGrp="1" noChangeArrowheads="1"/>
          </p:cNvSpPr>
          <p:nvPr>
            <p:ph type="ftr" sz="quarter" idx="4"/>
          </p:nvPr>
        </p:nvSpPr>
        <p:spPr bwMode="auto">
          <a:xfrm>
            <a:off x="3" y="9426586"/>
            <a:ext cx="2946398" cy="500063"/>
          </a:xfrm>
          <a:prstGeom prst="rect">
            <a:avLst/>
          </a:prstGeom>
          <a:noFill/>
          <a:ln w="9525">
            <a:noFill/>
            <a:miter lim="800000"/>
            <a:headEnd/>
            <a:tailEnd/>
          </a:ln>
          <a:effectLst/>
        </p:spPr>
        <p:txBody>
          <a:bodyPr vert="horz" wrap="square" lIns="19098" tIns="0" rIns="19098" bIns="0" numCol="1" anchor="b" anchorCtr="0" compatLnSpc="1">
            <a:prstTxWarp prst="textNoShape">
              <a:avLst/>
            </a:prstTxWarp>
          </a:bodyPr>
          <a:lstStyle>
            <a:lvl1pPr algn="l" defTabSz="917115" latinLnBrk="0">
              <a:buFontTx/>
              <a:buNone/>
              <a:defRPr sz="1000" i="1">
                <a:latin typeface="Arial" pitchFamily="34" charset="0"/>
                <a:ea typeface="굴림" pitchFamily="50" charset="-127"/>
              </a:defRPr>
            </a:lvl1pPr>
          </a:lstStyle>
          <a:p>
            <a:pPr>
              <a:defRPr/>
            </a:pPr>
            <a:endParaRPr lang="en-US" altLang="ko-KR"/>
          </a:p>
        </p:txBody>
      </p:sp>
      <p:sp>
        <p:nvSpPr>
          <p:cNvPr id="2055" name="Rectangle 7"/>
          <p:cNvSpPr>
            <a:spLocks noGrp="1" noChangeArrowheads="1"/>
          </p:cNvSpPr>
          <p:nvPr>
            <p:ph type="sldNum" sz="quarter" idx="5"/>
          </p:nvPr>
        </p:nvSpPr>
        <p:spPr bwMode="auto">
          <a:xfrm>
            <a:off x="3851282" y="9426586"/>
            <a:ext cx="2946398" cy="500063"/>
          </a:xfrm>
          <a:prstGeom prst="rect">
            <a:avLst/>
          </a:prstGeom>
          <a:noFill/>
          <a:ln w="9525">
            <a:noFill/>
            <a:miter lim="800000"/>
            <a:headEnd/>
            <a:tailEnd/>
          </a:ln>
          <a:effectLst/>
        </p:spPr>
        <p:txBody>
          <a:bodyPr vert="horz" wrap="square" lIns="19098" tIns="0" rIns="19098" bIns="0" numCol="1" anchor="b" anchorCtr="0" compatLnSpc="1">
            <a:prstTxWarp prst="textNoShape">
              <a:avLst/>
            </a:prstTxWarp>
          </a:bodyPr>
          <a:lstStyle>
            <a:lvl1pPr algn="r" defTabSz="917115" latinLnBrk="0">
              <a:buFontTx/>
              <a:buNone/>
              <a:defRPr sz="1000" i="1">
                <a:latin typeface="Arial" pitchFamily="34" charset="0"/>
                <a:ea typeface="굴림" pitchFamily="50" charset="-127"/>
              </a:defRPr>
            </a:lvl1pPr>
          </a:lstStyle>
          <a:p>
            <a:pPr>
              <a:defRPr/>
            </a:pPr>
            <a:fld id="{592A95EC-C496-42B2-89C7-B8C7B2B00234}" type="slidenum">
              <a:rPr lang="ko-KR" altLang="en-US"/>
              <a:pPr>
                <a:defRPr/>
              </a:pPr>
              <a:t>‹#›</a:t>
            </a:fld>
            <a:endParaRPr lang="en-US" altLang="ko-KR"/>
          </a:p>
        </p:txBody>
      </p:sp>
    </p:spTree>
    <p:extLst>
      <p:ext uri="{BB962C8B-B14F-4D97-AF65-F5344CB8AC3E}">
        <p14:creationId xmlns:p14="http://schemas.microsoft.com/office/powerpoint/2010/main" val="9654389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slideMaster" Target="../slideMasters/slideMaster1.xml"/><Relationship Id="rId4" Type="http://schemas.openxmlformats.org/officeDocument/2006/relationships/tags" Target="../tags/tag7.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B703833-0C9E-4F6D-AA2F-C4C6FB848439}"/>
              </a:ext>
            </a:extLst>
          </p:cNvPr>
          <p:cNvSpPr>
            <a:spLocks noGrp="1"/>
          </p:cNvSpPr>
          <p:nvPr>
            <p:ph type="title" hasCustomPrompt="1"/>
          </p:nvPr>
        </p:nvSpPr>
        <p:spPr>
          <a:xfrm>
            <a:off x="333511" y="365126"/>
            <a:ext cx="8543925" cy="792162"/>
          </a:xfrm>
          <a:prstGeom prst="rect">
            <a:avLst/>
          </a:prstGeom>
        </p:spPr>
        <p:txBody>
          <a:bodyPr/>
          <a:lstStyle>
            <a:lvl1pPr>
              <a:defRPr baseline="0">
                <a:latin typeface="Arial Narrow" panose="020B0606020202030204" pitchFamily="34" charset="0"/>
                <a:ea typeface="HY헤드라인M" panose="02030600000101010101" pitchFamily="18" charset="-127"/>
              </a:defRPr>
            </a:lvl1pPr>
          </a:lstStyle>
          <a:p>
            <a:r>
              <a:rPr lang="en-US" altLang="ko-KR" dirty="0"/>
              <a:t>Client logo/name</a:t>
            </a:r>
            <a:endParaRPr lang="ko-KR" altLang="en-US" dirty="0"/>
          </a:p>
        </p:txBody>
      </p:sp>
      <p:sp>
        <p:nvSpPr>
          <p:cNvPr id="7" name="텍스트 개체 틀 6">
            <a:extLst>
              <a:ext uri="{FF2B5EF4-FFF2-40B4-BE49-F238E27FC236}">
                <a16:creationId xmlns:a16="http://schemas.microsoft.com/office/drawing/2014/main" id="{35713C86-C8B7-4DDB-B85A-7F87B681B953}"/>
              </a:ext>
            </a:extLst>
          </p:cNvPr>
          <p:cNvSpPr>
            <a:spLocks noGrp="1"/>
          </p:cNvSpPr>
          <p:nvPr>
            <p:ph type="body" sz="quarter" idx="10" hasCustomPrompt="1"/>
          </p:nvPr>
        </p:nvSpPr>
        <p:spPr>
          <a:xfrm>
            <a:off x="165100" y="3458684"/>
            <a:ext cx="3132138" cy="1158448"/>
          </a:xfrm>
          <a:prstGeom prst="rect">
            <a:avLst/>
          </a:prstGeom>
        </p:spPr>
        <p:txBody>
          <a:bodyPr>
            <a:noAutofit/>
          </a:bodyPr>
          <a:lstStyle>
            <a:lvl1pPr marL="0" indent="0">
              <a:buFont typeface="+mj-lt"/>
              <a:buNone/>
              <a:defRPr sz="3500" baseline="0">
                <a:latin typeface="Arial Narrow" panose="020B0606020202030204" pitchFamily="34" charset="0"/>
                <a:ea typeface="나눔고딕" panose="020D0604000000000000" pitchFamily="50" charset="-127"/>
              </a:defRPr>
            </a:lvl1pPr>
            <a:lvl2pPr marL="800100" indent="-342900">
              <a:buFont typeface="+mj-lt"/>
              <a:buAutoNum type="alphaUcPeriod"/>
              <a:defRPr sz="1600" baseline="0">
                <a:latin typeface="Arial Narrow" panose="020B0606020202030204" pitchFamily="34" charset="0"/>
                <a:ea typeface="나눔고딕" panose="020D0604000000000000" pitchFamily="50" charset="-127"/>
              </a:defRPr>
            </a:lvl2pPr>
            <a:lvl3pPr marL="1257300" indent="-342900">
              <a:buFont typeface="+mj-lt"/>
              <a:buAutoNum type="alphaUcPeriod"/>
              <a:defRPr sz="1600" baseline="0">
                <a:latin typeface="Arial Narrow" panose="020B0606020202030204" pitchFamily="34" charset="0"/>
                <a:ea typeface="나눔고딕" panose="020D0604000000000000" pitchFamily="50" charset="-127"/>
              </a:defRPr>
            </a:lvl3pPr>
            <a:lvl4pPr marL="1714500" indent="-342900">
              <a:buFont typeface="+mj-lt"/>
              <a:buAutoNum type="alphaUcPeriod"/>
              <a:defRPr sz="1600" baseline="0">
                <a:latin typeface="Arial Narrow" panose="020B0606020202030204" pitchFamily="34" charset="0"/>
                <a:ea typeface="나눔고딕" panose="020D0604000000000000" pitchFamily="50" charset="-127"/>
              </a:defRPr>
            </a:lvl4pPr>
            <a:lvl5pPr marL="2171700" indent="-342900">
              <a:buFont typeface="+mj-lt"/>
              <a:buAutoNum type="alphaUcPeriod"/>
              <a:defRPr sz="1600" baseline="0">
                <a:latin typeface="Arial Narrow" panose="020B0606020202030204" pitchFamily="34" charset="0"/>
                <a:ea typeface="나눔고딕" panose="020D0604000000000000" pitchFamily="50" charset="-127"/>
              </a:defRPr>
            </a:lvl5pPr>
          </a:lstStyle>
          <a:p>
            <a:pPr lvl="0"/>
            <a:r>
              <a:rPr lang="en-US" altLang="ko-KR" dirty="0"/>
              <a:t>Project name or</a:t>
            </a:r>
            <a:br>
              <a:rPr lang="en-US" altLang="ko-KR" dirty="0"/>
            </a:br>
            <a:r>
              <a:rPr lang="en-US" altLang="ko-KR" dirty="0"/>
              <a:t>document title</a:t>
            </a:r>
            <a:endParaRPr lang="ko-KR" altLang="en-US" dirty="0"/>
          </a:p>
        </p:txBody>
      </p:sp>
      <p:sp>
        <p:nvSpPr>
          <p:cNvPr id="4" name="텍스트 개체 틀 3">
            <a:extLst>
              <a:ext uri="{FF2B5EF4-FFF2-40B4-BE49-F238E27FC236}">
                <a16:creationId xmlns:a16="http://schemas.microsoft.com/office/drawing/2014/main" id="{0F6E4A80-B419-4FDD-94D7-015C97AD76AD}"/>
              </a:ext>
            </a:extLst>
          </p:cNvPr>
          <p:cNvSpPr>
            <a:spLocks noGrp="1"/>
          </p:cNvSpPr>
          <p:nvPr>
            <p:ph type="body" sz="quarter" idx="11" hasCustomPrompt="1"/>
          </p:nvPr>
        </p:nvSpPr>
        <p:spPr>
          <a:xfrm>
            <a:off x="165100" y="4760913"/>
            <a:ext cx="3132138" cy="647700"/>
          </a:xfrm>
        </p:spPr>
        <p:txBody>
          <a:bodyPr/>
          <a:lstStyle>
            <a:lvl1pPr>
              <a:defRPr/>
            </a:lvl1pPr>
          </a:lstStyle>
          <a:p>
            <a:pPr lvl="0"/>
            <a:r>
              <a:rPr lang="en-US" altLang="ko-KR" dirty="0"/>
              <a:t>Type of document</a:t>
            </a:r>
            <a:br>
              <a:rPr lang="en-US" altLang="ko-KR" dirty="0"/>
            </a:br>
            <a:r>
              <a:rPr lang="en-US" altLang="ko-KR" dirty="0"/>
              <a:t>(max. two lines)</a:t>
            </a:r>
            <a:endParaRPr lang="ko-KR" altLang="en-US" dirty="0"/>
          </a:p>
        </p:txBody>
      </p:sp>
      <p:sp>
        <p:nvSpPr>
          <p:cNvPr id="6" name="텍스트 개체 틀 5">
            <a:extLst>
              <a:ext uri="{FF2B5EF4-FFF2-40B4-BE49-F238E27FC236}">
                <a16:creationId xmlns:a16="http://schemas.microsoft.com/office/drawing/2014/main" id="{EB0ED209-5BE8-4414-9A0B-484C61EB0687}"/>
              </a:ext>
            </a:extLst>
          </p:cNvPr>
          <p:cNvSpPr>
            <a:spLocks noGrp="1"/>
          </p:cNvSpPr>
          <p:nvPr>
            <p:ph type="body" sz="quarter" idx="12" hasCustomPrompt="1"/>
          </p:nvPr>
        </p:nvSpPr>
        <p:spPr>
          <a:xfrm>
            <a:off x="165100" y="5900529"/>
            <a:ext cx="3132138" cy="396875"/>
          </a:xfrm>
        </p:spPr>
        <p:txBody>
          <a:bodyPr>
            <a:noAutofit/>
          </a:bodyPr>
          <a:lstStyle>
            <a:lvl1pPr>
              <a:defRPr sz="1200"/>
            </a:lvl1pPr>
            <a:lvl2pPr>
              <a:defRPr sz="1400"/>
            </a:lvl2pPr>
            <a:lvl3pPr>
              <a:defRPr sz="1400"/>
            </a:lvl3pPr>
            <a:lvl4pPr>
              <a:defRPr sz="1400"/>
            </a:lvl4pPr>
            <a:lvl5pPr>
              <a:defRPr sz="1400"/>
            </a:lvl5pPr>
          </a:lstStyle>
          <a:p>
            <a:pPr lvl="0"/>
            <a:r>
              <a:rPr lang="en-US" altLang="ko-KR" dirty="0"/>
              <a:t>Location, date of presentation (month, day, year)</a:t>
            </a:r>
            <a:endParaRPr lang="ko-KR" altLang="en-US" dirty="0"/>
          </a:p>
        </p:txBody>
      </p:sp>
    </p:spTree>
    <p:extLst>
      <p:ext uri="{BB962C8B-B14F-4D97-AF65-F5344CB8AC3E}">
        <p14:creationId xmlns:p14="http://schemas.microsoft.com/office/powerpoint/2010/main" val="2704137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14" name="Contents Title">
            <a:extLst>
              <a:ext uri="{FF2B5EF4-FFF2-40B4-BE49-F238E27FC236}">
                <a16:creationId xmlns:a16="http://schemas.microsoft.com/office/drawing/2014/main" id="{22519FFB-4565-460E-A334-C3B9CB768600}"/>
              </a:ext>
            </a:extLst>
          </p:cNvPr>
          <p:cNvSpPr txBox="1">
            <a:spLocks/>
          </p:cNvSpPr>
          <p:nvPr userDrawn="1">
            <p:custDataLst>
              <p:tags r:id="rId1"/>
            </p:custDataLst>
          </p:nvPr>
        </p:nvSpPr>
        <p:spPr>
          <a:xfrm>
            <a:off x="738000" y="1040400"/>
            <a:ext cx="8535600" cy="300531"/>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a:lnSpc>
                <a:spcPct val="93000"/>
              </a:lnSpc>
              <a:defRPr/>
            </a:lvl1pPr>
          </a:lstStyle>
          <a:p>
            <a:pPr eaLnBrk="1" fontAlgn="auto" latinLnBrk="0" hangingPunct="1">
              <a:spcAft>
                <a:spcPts val="0"/>
              </a:spcAft>
              <a:buFontTx/>
              <a:buNone/>
              <a:tabLst>
                <a:tab pos="8532813" algn="r"/>
              </a:tabLst>
              <a:defRPr/>
            </a:pPr>
            <a:r>
              <a:rPr lang="en-US" altLang="de-DE" sz="2100" b="0" noProof="1">
                <a:solidFill>
                  <a:srgbClr val="716D6D"/>
                </a:solidFill>
                <a:latin typeface="Arial Narrow"/>
                <a:ea typeface="Malgun Gothic"/>
                <a:sym typeface="+mn-lt"/>
              </a:rPr>
              <a:t>Contents	Page</a:t>
            </a:r>
          </a:p>
        </p:txBody>
      </p:sp>
      <p:sp>
        <p:nvSpPr>
          <p:cNvPr id="15" name="Title">
            <a:extLst>
              <a:ext uri="{FF2B5EF4-FFF2-40B4-BE49-F238E27FC236}">
                <a16:creationId xmlns:a16="http://schemas.microsoft.com/office/drawing/2014/main" id="{AE0059D1-7D76-45FE-B358-1893E5D116A8}"/>
              </a:ext>
            </a:extLst>
          </p:cNvPr>
          <p:cNvSpPr txBox="1">
            <a:spLocks/>
          </p:cNvSpPr>
          <p:nvPr userDrawn="1">
            <p:custDataLst>
              <p:tags r:id="rId2"/>
            </p:custDataLst>
          </p:nvPr>
        </p:nvSpPr>
        <p:spPr>
          <a:xfrm>
            <a:off x="1314902" y="1040400"/>
            <a:ext cx="792000" cy="300531"/>
          </a:xfrm>
          <a:prstGeom prst="rect">
            <a:avLst/>
          </a:prstGeom>
        </p:spPr>
        <p:txBody>
          <a:bodyPr vert="horz" lIns="0" tIns="0" rIns="0" bIns="0" rtlCol="0" anchor="t" anchorCtr="0">
            <a:noAutofit/>
          </a:bodyPr>
          <a:lstStyle>
            <a:lvl1pPr marL="0" indent="0" algn="r" defTabSz="914400" rtl="0" eaLnBrk="1" latinLnBrk="0" hangingPunct="1">
              <a:lnSpc>
                <a:spcPct val="93000"/>
              </a:lnSpc>
              <a:spcBef>
                <a:spcPct val="0"/>
              </a:spcBef>
              <a:buNone/>
              <a:tabLst/>
              <a:defRPr lang="en-US" sz="2100" b="0" kern="1200" baseline="0" dirty="0">
                <a:solidFill>
                  <a:schemeClr val="tx2"/>
                </a:solidFill>
                <a:latin typeface="+mj-lt"/>
                <a:ea typeface="+mj-ea"/>
                <a:cs typeface="+mj-cs"/>
                <a:sym typeface="+mn-lt"/>
              </a:defRPr>
            </a:lvl1pPr>
          </a:lstStyle>
          <a:p>
            <a:pPr marL="0" marR="0" lvl="0" indent="0" algn="r" defTabSz="914400" rtl="0" eaLnBrk="1" fontAlgn="auto" latinLnBrk="0" hangingPunct="1">
              <a:lnSpc>
                <a:spcPct val="93000"/>
              </a:lnSpc>
              <a:spcBef>
                <a:spcPct val="0"/>
              </a:spcBef>
              <a:spcAft>
                <a:spcPts val="0"/>
              </a:spcAft>
              <a:buClrTx/>
              <a:buSzTx/>
              <a:buFontTx/>
              <a:buNone/>
              <a:tabLst/>
              <a:defRPr/>
            </a:pPr>
            <a:r>
              <a:rPr kumimoji="0" lang="ko-KR" altLang="en-US" sz="2100" b="0" i="0" u="none" strike="noStrike" kern="1200" cap="none" spc="0" normalizeH="0" baseline="0" noProof="1">
                <a:ln>
                  <a:noFill/>
                </a:ln>
                <a:solidFill>
                  <a:srgbClr val="716D6D"/>
                </a:solidFill>
                <a:effectLst/>
                <a:uLnTx/>
                <a:uFillTx/>
                <a:latin typeface="Arial Narrow"/>
                <a:ea typeface="Malgun Gothic"/>
                <a:cs typeface="+mj-cs"/>
                <a:sym typeface="+mn-lt"/>
              </a:rPr>
              <a:t>  </a:t>
            </a:r>
          </a:p>
        </p:txBody>
      </p:sp>
      <p:sp>
        <p:nvSpPr>
          <p:cNvPr id="21" name="텍스트 개체 틀 20">
            <a:extLst>
              <a:ext uri="{FF2B5EF4-FFF2-40B4-BE49-F238E27FC236}">
                <a16:creationId xmlns:a16="http://schemas.microsoft.com/office/drawing/2014/main" id="{EFD165CC-1485-46D5-8009-4DD5E2BBBDC7}"/>
              </a:ext>
            </a:extLst>
          </p:cNvPr>
          <p:cNvSpPr>
            <a:spLocks noGrp="1"/>
          </p:cNvSpPr>
          <p:nvPr>
            <p:ph type="body" sz="quarter" idx="10" hasCustomPrompt="1"/>
          </p:nvPr>
        </p:nvSpPr>
        <p:spPr>
          <a:xfrm>
            <a:off x="738000" y="1628775"/>
            <a:ext cx="7851404" cy="4188825"/>
          </a:xfrm>
          <a:prstGeom prst="rect">
            <a:avLst/>
          </a:prstGeom>
        </p:spPr>
        <p:txBody>
          <a:bodyPr/>
          <a:lstStyle>
            <a:lvl1pPr marL="266700" indent="-266700">
              <a:buFont typeface="+mj-lt"/>
              <a:buAutoNum type="romanUcPeriod"/>
              <a:defRPr sz="1900" b="0" baseline="0">
                <a:latin typeface="Arial Narrow" panose="020B0606020202030204" pitchFamily="34" charset="0"/>
                <a:ea typeface="나눔고딕" panose="020D0604000000000000" pitchFamily="50" charset="-127"/>
              </a:defRPr>
            </a:lvl1pPr>
            <a:lvl2pPr marL="715963" indent="-258763">
              <a:buFont typeface="+mj-lt"/>
              <a:buAutoNum type="alphaUcPeriod"/>
              <a:defRPr sz="1900" b="0" baseline="0">
                <a:latin typeface="Arial Narrow" panose="020B0606020202030204" pitchFamily="34" charset="0"/>
                <a:ea typeface="나눔고딕" panose="020D0604000000000000" pitchFamily="50" charset="-127"/>
              </a:defRPr>
            </a:lvl2pPr>
            <a:lvl3pPr marL="1165225" indent="-250825">
              <a:buFont typeface="+mj-lt"/>
              <a:buAutoNum type="arabicParenR"/>
              <a:defRPr sz="1900" b="0" baseline="0">
                <a:latin typeface="Arial Narrow" panose="020B0606020202030204" pitchFamily="34" charset="0"/>
                <a:ea typeface="나눔고딕" panose="020D0604000000000000" pitchFamily="50" charset="-127"/>
              </a:defRPr>
            </a:lvl3pPr>
            <a:lvl4pPr marL="1714500" indent="-342900">
              <a:buFont typeface="+mj-lt"/>
              <a:buAutoNum type="alphaUcPeriod"/>
              <a:defRPr sz="1400" b="0" baseline="0">
                <a:latin typeface="Arial Narrow" panose="020B0606020202030204" pitchFamily="34" charset="0"/>
                <a:ea typeface="HY헤드라인M" panose="02030600000101010101" pitchFamily="18" charset="-127"/>
              </a:defRPr>
            </a:lvl4pPr>
            <a:lvl5pPr marL="2171700" indent="-342900">
              <a:buFont typeface="+mj-lt"/>
              <a:buAutoNum type="alphaUcPeriod"/>
              <a:defRPr sz="1400" b="0" baseline="0">
                <a:latin typeface="Arial Narrow" panose="020B0606020202030204" pitchFamily="34" charset="0"/>
                <a:ea typeface="HY헤드라인M" panose="02030600000101010101" pitchFamily="18" charset="-127"/>
              </a:defRPr>
            </a:lvl5pPr>
          </a:lstStyle>
          <a:p>
            <a:pPr lvl="0"/>
            <a:r>
              <a:rPr lang="en-US" altLang="ko-KR" dirty="0"/>
              <a:t>xxx					</a:t>
            </a:r>
            <a:endParaRPr lang="ko-KR" altLang="en-US" dirty="0"/>
          </a:p>
          <a:p>
            <a:pPr lvl="1"/>
            <a:r>
              <a:rPr lang="en-US" altLang="ko-KR"/>
              <a:t>xxx</a:t>
            </a:r>
            <a:endParaRPr lang="ko-KR" altLang="en-US" dirty="0"/>
          </a:p>
        </p:txBody>
      </p:sp>
      <p:sp>
        <p:nvSpPr>
          <p:cNvPr id="25" name="텍스트 개체 틀 24">
            <a:extLst>
              <a:ext uri="{FF2B5EF4-FFF2-40B4-BE49-F238E27FC236}">
                <a16:creationId xmlns:a16="http://schemas.microsoft.com/office/drawing/2014/main" id="{BA87B230-93A4-43C7-80AA-EECBA22115BF}"/>
              </a:ext>
            </a:extLst>
          </p:cNvPr>
          <p:cNvSpPr>
            <a:spLocks noGrp="1"/>
          </p:cNvSpPr>
          <p:nvPr>
            <p:ph type="body" sz="quarter" idx="11" hasCustomPrompt="1"/>
          </p:nvPr>
        </p:nvSpPr>
        <p:spPr>
          <a:xfrm>
            <a:off x="8769350" y="1628775"/>
            <a:ext cx="539750" cy="4188825"/>
          </a:xfrm>
          <a:prstGeom prst="rect">
            <a:avLst/>
          </a:prstGeom>
        </p:spPr>
        <p:txBody>
          <a:bodyPr/>
          <a:lstStyle>
            <a:lvl1pPr marL="0" indent="0" algn="r">
              <a:buFontTx/>
              <a:buNone/>
              <a:defRPr sz="1900" b="0" baseline="0">
                <a:latin typeface="Arial Narrow" panose="020B0606020202030204" pitchFamily="34" charset="0"/>
                <a:ea typeface="나눔고딕" panose="020D0604000000000000" pitchFamily="50" charset="-127"/>
              </a:defRPr>
            </a:lvl1pPr>
            <a:lvl2pPr marL="457200" indent="0" algn="l">
              <a:buFontTx/>
              <a:buNone/>
              <a:defRPr sz="1900" baseline="0">
                <a:latin typeface="Arial Narrow" panose="020B0606020202030204" pitchFamily="34" charset="0"/>
                <a:ea typeface="나눔고딕" panose="020D0604000000000000" pitchFamily="50" charset="-127"/>
              </a:defRPr>
            </a:lvl2pPr>
            <a:lvl3pPr marL="914400" indent="0" algn="l">
              <a:buFontTx/>
              <a:buNone/>
              <a:defRPr sz="1900" baseline="0">
                <a:latin typeface="Arial Narrow" panose="020B0606020202030204" pitchFamily="34" charset="0"/>
                <a:ea typeface="나눔고딕" panose="020D0604000000000000" pitchFamily="50" charset="-127"/>
              </a:defRPr>
            </a:lvl3pPr>
            <a:lvl4pPr marL="1371600" indent="0" algn="l">
              <a:buFontTx/>
              <a:buNone/>
              <a:defRPr sz="1900" baseline="0">
                <a:latin typeface="Arial Narrow" panose="020B0606020202030204" pitchFamily="34" charset="0"/>
                <a:ea typeface="나눔고딕" panose="020D0604000000000000" pitchFamily="50" charset="-127"/>
              </a:defRPr>
            </a:lvl4pPr>
            <a:lvl5pPr marL="1828800" indent="0" algn="l">
              <a:buFontTx/>
              <a:buNone/>
              <a:defRPr sz="1900" baseline="0">
                <a:latin typeface="Arial Narrow" panose="020B0606020202030204" pitchFamily="34" charset="0"/>
                <a:ea typeface="나눔고딕" panose="020D0604000000000000" pitchFamily="50" charset="-127"/>
              </a:defRPr>
            </a:lvl5pPr>
          </a:lstStyle>
          <a:p>
            <a:pPr lvl="0"/>
            <a:r>
              <a:rPr lang="en-US" altLang="ko-KR" dirty="0"/>
              <a:t>xx</a:t>
            </a:r>
            <a:endParaRPr lang="ko-KR" altLang="en-US" dirty="0"/>
          </a:p>
        </p:txBody>
      </p:sp>
    </p:spTree>
    <p:extLst>
      <p:ext uri="{BB962C8B-B14F-4D97-AF65-F5344CB8AC3E}">
        <p14:creationId xmlns:p14="http://schemas.microsoft.com/office/powerpoint/2010/main" val="86078246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15" name="Slide Number Placeholder" hidden="1"/>
          <p:cNvSpPr>
            <a:spLocks noGrp="1"/>
          </p:cNvSpPr>
          <p:nvPr>
            <p:ph type="sldNum" sz="quarter" idx="11"/>
            <p:custDataLst>
              <p:tags r:id="rId1"/>
            </p:custDataLst>
          </p:nvPr>
        </p:nvSpPr>
        <p:spPr>
          <a:xfrm>
            <a:off x="9972000" y="178643"/>
            <a:ext cx="24046" cy="30778"/>
          </a:xfrm>
          <a:prstGeom prst="rect">
            <a:avLst/>
          </a:prstGeom>
        </p:spPr>
        <p:txBody>
          <a:bodyPr vert="horz" wrap="none" lIns="0" tIns="0" rIns="0" bIns="0" rtlCol="0" anchor="ctr">
            <a:spAutoFit/>
          </a:bodyPr>
          <a:lstStyle>
            <a:lvl1pPr algn="l">
              <a:defRPr sz="200" b="0">
                <a:solidFill>
                  <a:schemeClr val="bg1">
                    <a:lumMod val="75000"/>
                  </a:schemeClr>
                </a:solidFill>
                <a:latin typeface="+mn-lt"/>
                <a:cs typeface="+mn-cs"/>
                <a:sym typeface="+mn-lt"/>
              </a:defRPr>
            </a:lvl1pPr>
          </a:lstStyle>
          <a:p>
            <a:fld id="{01940DDA-0656-452C-A408-68789653BD9B}" type="slidenum">
              <a:rPr lang="en-US" smtClean="0">
                <a:latin typeface="+mn-lt"/>
              </a:rPr>
              <a:pPr/>
              <a:t>‹#›</a:t>
            </a:fld>
            <a:endParaRPr lang="en-US" dirty="0">
              <a:latin typeface="+mn-lt"/>
            </a:endParaRPr>
          </a:p>
        </p:txBody>
      </p:sp>
      <p:sp>
        <p:nvSpPr>
          <p:cNvPr id="16" name="Footer Placeholder" hidden="1"/>
          <p:cNvSpPr>
            <a:spLocks noGrp="1"/>
          </p:cNvSpPr>
          <p:nvPr>
            <p:ph type="ftr" sz="quarter" idx="12"/>
            <p:custDataLst>
              <p:tags r:id="rId2"/>
            </p:custDataLst>
          </p:nvPr>
        </p:nvSpPr>
        <p:spPr>
          <a:xfrm>
            <a:off x="9972000" y="228649"/>
            <a:ext cx="65" cy="30778"/>
          </a:xfrm>
          <a:prstGeom prst="rect">
            <a:avLst/>
          </a:prstGeom>
        </p:spPr>
        <p:txBody>
          <a:bodyPr vert="horz" wrap="none" lIns="0" tIns="0" rIns="0" bIns="0" rtlCol="0" anchor="t" anchorCtr="0">
            <a:spAutoFit/>
          </a:bodyPr>
          <a:lstStyle>
            <a:lvl1pPr algn="l" rtl="0" fontAlgn="base">
              <a:lnSpc>
                <a:spcPct val="100000"/>
              </a:lnSpc>
              <a:spcBef>
                <a:spcPts val="0"/>
              </a:spcBef>
              <a:spcAft>
                <a:spcPct val="0"/>
              </a:spcAft>
              <a:defRPr lang="en-US" sz="200" b="0" kern="1200" smtClean="0">
                <a:solidFill>
                  <a:schemeClr val="bg1">
                    <a:lumMod val="75000"/>
                  </a:schemeClr>
                </a:solidFill>
                <a:latin typeface="+mn-lt"/>
                <a:ea typeface="+mn-ea"/>
                <a:cs typeface="+mn-cs"/>
                <a:sym typeface="+mn-lt"/>
              </a:defRPr>
            </a:lvl1pPr>
          </a:lstStyle>
          <a:p>
            <a:endParaRPr lang="de-DE" dirty="0">
              <a:latin typeface="+mn-lt"/>
            </a:endParaRPr>
          </a:p>
        </p:txBody>
      </p:sp>
      <p:sp>
        <p:nvSpPr>
          <p:cNvPr id="10" name="Contents Title"/>
          <p:cNvSpPr txBox="1">
            <a:spLocks/>
          </p:cNvSpPr>
          <p:nvPr>
            <p:custDataLst>
              <p:tags r:id="rId3"/>
            </p:custDataLst>
          </p:nvPr>
        </p:nvSpPr>
        <p:spPr>
          <a:xfrm>
            <a:off x="738000" y="1040400"/>
            <a:ext cx="8535600" cy="300531"/>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defPPr>
              <a:defRPr lang="en-US"/>
            </a:defPPr>
            <a:lvl1pPr algn="l" eaLnBrk="1" fontAlgn="auto" latinLnBrk="0" hangingPunct="1">
              <a:lnSpc>
                <a:spcPct val="93000"/>
              </a:lnSpc>
              <a:spcAft>
                <a:spcPts val="0"/>
              </a:spcAft>
              <a:buFontTx/>
              <a:buNone/>
              <a:tabLst>
                <a:tab pos="8532813" algn="r"/>
              </a:tabLst>
              <a:defRPr sz="2100">
                <a:solidFill>
                  <a:srgbClr val="716D6D"/>
                </a:solidFill>
                <a:latin typeface="Arial Narrow"/>
                <a:ea typeface="Malgun Gothic"/>
              </a:defRPr>
            </a:lvl1pPr>
          </a:lstStyle>
          <a:p>
            <a:pPr lvl="0"/>
            <a:r>
              <a:rPr lang="en-US" altLang="de-DE" noProof="1">
                <a:latin typeface="Arial Narrow" panose="020B0606020202030204" pitchFamily="34" charset="0"/>
                <a:ea typeface="a고딕14" panose="02020600000000000000" pitchFamily="18" charset="-127"/>
                <a:sym typeface="+mn-lt"/>
              </a:rPr>
              <a:t>Contents	Page</a:t>
            </a:r>
          </a:p>
        </p:txBody>
      </p:sp>
      <p:sp>
        <p:nvSpPr>
          <p:cNvPr id="3" name="내용 개체 틀 2">
            <a:extLst>
              <a:ext uri="{FF2B5EF4-FFF2-40B4-BE49-F238E27FC236}">
                <a16:creationId xmlns:a16="http://schemas.microsoft.com/office/drawing/2014/main" id="{222BD9DC-DB0A-475B-9EC2-61D20DBBFAF0}"/>
              </a:ext>
            </a:extLst>
          </p:cNvPr>
          <p:cNvSpPr>
            <a:spLocks noGrp="1"/>
          </p:cNvSpPr>
          <p:nvPr>
            <p:ph sz="quarter" idx="13"/>
          </p:nvPr>
        </p:nvSpPr>
        <p:spPr>
          <a:xfrm>
            <a:off x="738188" y="1952625"/>
            <a:ext cx="8643937" cy="3168650"/>
          </a:xfrm>
        </p:spPr>
        <p:txBody>
          <a:bodyPr>
            <a:normAutofit/>
          </a:bodyPr>
          <a:lstStyle>
            <a:lvl1pPr marL="400050" indent="-400050" defTabSz="4124325">
              <a:buFont typeface="+mj-lt"/>
              <a:buAutoNum type="romanUcPeriod"/>
              <a:defRPr sz="1800">
                <a:latin typeface="Arial Narrow" panose="020B0606020202030204" pitchFamily="34" charset="0"/>
                <a:ea typeface="a고딕14" panose="02020600000000000000" pitchFamily="18" charset="-127"/>
              </a:defRPr>
            </a:lvl1pPr>
            <a:lvl2pPr marL="857250" indent="-400050">
              <a:buFont typeface="+mj-lt"/>
              <a:buAutoNum type="romanUcPeriod"/>
              <a:defRPr sz="1800">
                <a:latin typeface="Arial Narrow" panose="020B0606020202030204" pitchFamily="34" charset="0"/>
                <a:ea typeface="a고딕14" panose="02020600000000000000" pitchFamily="18" charset="-127"/>
              </a:defRPr>
            </a:lvl2pPr>
            <a:lvl3pPr marL="1314450" indent="-400050">
              <a:buFont typeface="+mj-lt"/>
              <a:buAutoNum type="romanUcPeriod"/>
              <a:defRPr sz="1800">
                <a:latin typeface="Arial Narrow" panose="020B0606020202030204" pitchFamily="34" charset="0"/>
                <a:ea typeface="a고딕14" panose="02020600000000000000" pitchFamily="18" charset="-127"/>
              </a:defRPr>
            </a:lvl3pPr>
            <a:lvl4pPr marL="1771650" indent="-400050">
              <a:buFont typeface="+mj-lt"/>
              <a:buAutoNum type="romanUcPeriod"/>
              <a:defRPr sz="1800">
                <a:latin typeface="Arial Narrow" panose="020B0606020202030204" pitchFamily="34" charset="0"/>
                <a:ea typeface="a고딕14" panose="02020600000000000000" pitchFamily="18" charset="-127"/>
              </a:defRPr>
            </a:lvl4pPr>
            <a:lvl5pPr marL="2228850" indent="-400050">
              <a:buFont typeface="+mj-lt"/>
              <a:buAutoNum type="romanUcPeriod"/>
              <a:defRPr sz="1800">
                <a:latin typeface="Arial Narrow" panose="020B0606020202030204" pitchFamily="34" charset="0"/>
                <a:ea typeface="a고딕14" panose="02020600000000000000" pitchFamily="18" charset="-127"/>
              </a:defRPr>
            </a:lvl5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Note: Exclusive dealing">
            <a:extLst>
              <a:ext uri="{FF2B5EF4-FFF2-40B4-BE49-F238E27FC236}">
                <a16:creationId xmlns:a16="http://schemas.microsoft.com/office/drawing/2014/main" id="{8156DDEC-F00F-4DC5-81B0-7C0F199B3C3E}"/>
              </a:ext>
            </a:extLst>
          </p:cNvPr>
          <p:cNvSpPr txBox="1">
            <a:spLocks noChangeArrowheads="1"/>
          </p:cNvSpPr>
          <p:nvPr userDrawn="1">
            <p:custDataLst>
              <p:tags r:id="rId4"/>
            </p:custDataLst>
          </p:nvPr>
        </p:nvSpPr>
        <p:spPr bwMode="auto">
          <a:xfrm>
            <a:off x="738000" y="6003191"/>
            <a:ext cx="8535600" cy="830997"/>
          </a:xfrm>
          <a:prstGeom prst="rect">
            <a:avLst/>
          </a:prstGeom>
          <a:noFill/>
          <a:ln w="9525">
            <a:noFill/>
            <a:miter lim="800000"/>
            <a:headEnd/>
            <a:tailEnd/>
          </a:ln>
        </p:spPr>
        <p:txBody>
          <a:bodyPr lIns="0" tIns="0" rIns="0" bIns="0" anchor="b" anchorCtr="0">
            <a:spAutoFit/>
          </a:bodyPr>
          <a:lstStyle/>
          <a:p>
            <a:pPr algn="l" latinLnBrk="0">
              <a:buFontTx/>
              <a:buNone/>
            </a:pPr>
            <a:r>
              <a:rPr kumimoji="1" lang="en-US" altLang="de-DE" sz="900" dirty="0">
                <a:solidFill>
                  <a:srgbClr val="000000"/>
                </a:solidFill>
                <a:latin typeface="Arial Narrow"/>
                <a:ea typeface="Malgun Gothic"/>
                <a:sym typeface="+mn-lt"/>
              </a:rPr>
              <a:t>This document shall be treated as confidential. It has been compiled for the exclusive, internal use by our client and is not complete without the underlying detail analyses and the oral presentation. It may not be passed on and/or may not be made available to third parties without prior written consent from □□□. □□□ does not assume any responsibility for the completeness and accuracy of the statements made in this document.        </a:t>
            </a:r>
          </a:p>
          <a:p>
            <a:pPr algn="l" latinLnBrk="0">
              <a:buFontTx/>
              <a:buNone/>
            </a:pPr>
            <a:endParaRPr kumimoji="1" lang="en-US" altLang="de-DE" sz="900" dirty="0">
              <a:solidFill>
                <a:srgbClr val="000000"/>
              </a:solidFill>
              <a:latin typeface="Arial Narrow"/>
              <a:ea typeface="Malgun Gothic"/>
              <a:sym typeface="+mn-lt"/>
            </a:endParaRPr>
          </a:p>
          <a:p>
            <a:pPr algn="l" latinLnBrk="0">
              <a:buFontTx/>
              <a:buNone/>
            </a:pPr>
            <a:endParaRPr kumimoji="1" lang="en-US" altLang="de-DE" sz="900" dirty="0">
              <a:solidFill>
                <a:srgbClr val="000000"/>
              </a:solidFill>
              <a:latin typeface="Arial Narrow"/>
              <a:ea typeface="Malgun Gothic"/>
              <a:sym typeface="+mn-lt"/>
            </a:endParaRPr>
          </a:p>
          <a:p>
            <a:pPr algn="l" latinLnBrk="0">
              <a:buFontTx/>
              <a:buNone/>
            </a:pPr>
            <a:r>
              <a:rPr kumimoji="1" lang="en-US" altLang="de-DE" sz="900" dirty="0">
                <a:solidFill>
                  <a:srgbClr val="000000"/>
                </a:solidFill>
                <a:latin typeface="Arial Narrow"/>
                <a:ea typeface="Malgun Gothic"/>
                <a:sym typeface="+mn-lt"/>
              </a:rPr>
              <a:t>© </a:t>
            </a:r>
            <a:r>
              <a:rPr kumimoji="1" lang="en-US" altLang="de-DE" sz="900" dirty="0">
                <a:solidFill>
                  <a:srgbClr val="000000"/>
                </a:solidFill>
                <a:latin typeface="a고딕14" panose="02020600000000000000" pitchFamily="18" charset="-127"/>
                <a:ea typeface="a고딕14" panose="02020600000000000000" pitchFamily="18" charset="-127"/>
                <a:sym typeface="+mn-lt"/>
              </a:rPr>
              <a:t>□□□ </a:t>
            </a:r>
            <a:r>
              <a:rPr kumimoji="1" lang="en-US" altLang="de-DE" sz="900" dirty="0">
                <a:solidFill>
                  <a:srgbClr val="000000"/>
                </a:solidFill>
                <a:latin typeface="Arial Narrow"/>
                <a:ea typeface="Malgun Gothic"/>
                <a:sym typeface="+mn-lt"/>
              </a:rPr>
              <a:t>Consulting Group</a:t>
            </a:r>
          </a:p>
        </p:txBody>
      </p:sp>
    </p:spTree>
    <p:extLst>
      <p:ext uri="{BB962C8B-B14F-4D97-AF65-F5344CB8AC3E}">
        <p14:creationId xmlns:p14="http://schemas.microsoft.com/office/powerpoint/2010/main" val="2165339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s">
    <p:spTree>
      <p:nvGrpSpPr>
        <p:cNvPr id="1" name=""/>
        <p:cNvGrpSpPr/>
        <p:nvPr/>
      </p:nvGrpSpPr>
      <p:grpSpPr>
        <a:xfrm>
          <a:off x="0" y="0"/>
          <a:ext cx="0" cy="0"/>
          <a:chOff x="0" y="0"/>
          <a:chExt cx="0" cy="0"/>
        </a:xfrm>
      </p:grpSpPr>
      <p:sp>
        <p:nvSpPr>
          <p:cNvPr id="10" name="텍스트 개체 틀 9">
            <a:extLst>
              <a:ext uri="{FF2B5EF4-FFF2-40B4-BE49-F238E27FC236}">
                <a16:creationId xmlns:a16="http://schemas.microsoft.com/office/drawing/2014/main" id="{CB73DECD-94D3-4E24-AFDA-C7C94E688C39}"/>
              </a:ext>
            </a:extLst>
          </p:cNvPr>
          <p:cNvSpPr>
            <a:spLocks noGrp="1"/>
          </p:cNvSpPr>
          <p:nvPr>
            <p:ph type="body" sz="quarter" idx="12" hasCustomPrompt="1"/>
          </p:nvPr>
        </p:nvSpPr>
        <p:spPr>
          <a:xfrm>
            <a:off x="596515" y="650182"/>
            <a:ext cx="8749097" cy="815119"/>
          </a:xfrm>
          <a:prstGeom prst="rect">
            <a:avLst/>
          </a:prstGeom>
        </p:spPr>
        <p:txBody>
          <a:bodyPr wrap="square" lIns="0" rIns="0" bIns="0">
            <a:noAutofit/>
          </a:bodyPr>
          <a:lstStyle>
            <a:lvl1pPr marL="0" indent="0" algn="just">
              <a:lnSpc>
                <a:spcPct val="110000"/>
              </a:lnSpc>
              <a:spcBef>
                <a:spcPts val="300"/>
              </a:spcBef>
              <a:buNone/>
              <a:defRPr sz="1800" baseline="0">
                <a:latin typeface="Arial Narrow" panose="020B0606020202030204" pitchFamily="34" charset="0"/>
                <a:ea typeface="a고딕14" panose="02020600000000000000" pitchFamily="18" charset="-127"/>
              </a:defRPr>
            </a:lvl1pPr>
            <a:lvl2pPr marL="457200" indent="0">
              <a:buNone/>
              <a:defRPr sz="1600" baseline="0">
                <a:latin typeface="Arial Narrow" panose="020B0606020202030204" pitchFamily="34" charset="0"/>
                <a:ea typeface="나눔고딕" panose="020D0604000000000000" pitchFamily="50" charset="-127"/>
              </a:defRPr>
            </a:lvl2pPr>
            <a:lvl3pPr marL="914400" indent="0">
              <a:buNone/>
              <a:defRPr sz="1600" baseline="0">
                <a:latin typeface="Arial Narrow" panose="020B0606020202030204" pitchFamily="34" charset="0"/>
                <a:ea typeface="나눔고딕" panose="020D0604000000000000" pitchFamily="50" charset="-127"/>
              </a:defRPr>
            </a:lvl3pPr>
            <a:lvl4pPr marL="1371600" indent="0">
              <a:buNone/>
              <a:defRPr sz="1600" baseline="0">
                <a:latin typeface="Arial Narrow" panose="020B0606020202030204" pitchFamily="34" charset="0"/>
                <a:ea typeface="나눔고딕" panose="020D0604000000000000" pitchFamily="50" charset="-127"/>
              </a:defRPr>
            </a:lvl4pPr>
            <a:lvl5pPr marL="1828800" indent="0">
              <a:buNone/>
              <a:defRPr sz="1600" baseline="0">
                <a:latin typeface="Arial Narrow" panose="020B0606020202030204" pitchFamily="34" charset="0"/>
                <a:ea typeface="나눔고딕" panose="020D0604000000000000" pitchFamily="50" charset="-127"/>
              </a:defRPr>
            </a:lvl5pPr>
          </a:lstStyle>
          <a:p>
            <a:pPr lvl="0"/>
            <a:r>
              <a:rPr lang="ko-KR" altLang="en-US" dirty="0"/>
              <a:t>장표 내용</a:t>
            </a:r>
          </a:p>
        </p:txBody>
      </p:sp>
      <p:sp>
        <p:nvSpPr>
          <p:cNvPr id="11" name="TextBox 10">
            <a:extLst>
              <a:ext uri="{FF2B5EF4-FFF2-40B4-BE49-F238E27FC236}">
                <a16:creationId xmlns:a16="http://schemas.microsoft.com/office/drawing/2014/main" id="{61FCACFC-B33A-4DF3-8F64-99FDB96005F8}"/>
              </a:ext>
            </a:extLst>
          </p:cNvPr>
          <p:cNvSpPr txBox="1"/>
          <p:nvPr userDrawn="1"/>
        </p:nvSpPr>
        <p:spPr>
          <a:xfrm>
            <a:off x="6766380" y="6604048"/>
            <a:ext cx="2579232" cy="138499"/>
          </a:xfrm>
          <a:prstGeom prst="rect">
            <a:avLst/>
          </a:prstGeom>
          <a:noFill/>
        </p:spPr>
        <p:txBody>
          <a:bodyPr wrap="none" lIns="0" tIns="0" rIns="0" bIns="0" rtlCol="0" anchor="ctr">
            <a:spAutoFit/>
          </a:bodyPr>
          <a:lstStyle/>
          <a:p>
            <a:pPr lvl="0" algn="r">
              <a:buNone/>
            </a:pPr>
            <a:r>
              <a:rPr lang="en-US" altLang="ko-KR" sz="900" b="0" baseline="0" dirty="0">
                <a:solidFill>
                  <a:schemeClr val="tx1">
                    <a:lumMod val="50000"/>
                    <a:lumOff val="50000"/>
                  </a:schemeClr>
                </a:solidFill>
                <a:latin typeface="a고딕14" panose="02020600000000000000" pitchFamily="18" charset="-127"/>
                <a:ea typeface="a고딕14" panose="02020600000000000000" pitchFamily="18" charset="-127"/>
              </a:rPr>
              <a:t>2026</a:t>
            </a:r>
            <a:r>
              <a:rPr lang="ko-KR" altLang="en-US" sz="900" b="0" baseline="0" dirty="0">
                <a:solidFill>
                  <a:schemeClr val="tx1">
                    <a:lumMod val="50000"/>
                    <a:lumOff val="50000"/>
                  </a:schemeClr>
                </a:solidFill>
                <a:latin typeface="a고딕14" panose="02020600000000000000" pitchFamily="18" charset="-127"/>
                <a:ea typeface="a고딕14" panose="02020600000000000000" pitchFamily="18" charset="-127"/>
              </a:rPr>
              <a:t>년 </a:t>
            </a:r>
            <a:r>
              <a:rPr lang="en-US" altLang="ko-KR" sz="900" b="0" baseline="0" dirty="0">
                <a:solidFill>
                  <a:schemeClr val="tx1">
                    <a:lumMod val="50000"/>
                    <a:lumOff val="50000"/>
                  </a:schemeClr>
                </a:solidFill>
                <a:latin typeface="a고딕14" panose="02020600000000000000" pitchFamily="18" charset="-127"/>
                <a:ea typeface="a고딕14" panose="02020600000000000000" pitchFamily="18" charset="-127"/>
              </a:rPr>
              <a:t>STEP </a:t>
            </a:r>
            <a:r>
              <a:rPr lang="ko-KR" altLang="en-US" sz="900" b="0" baseline="0" dirty="0">
                <a:solidFill>
                  <a:schemeClr val="tx1">
                    <a:lumMod val="50000"/>
                    <a:lumOff val="50000"/>
                  </a:schemeClr>
                </a:solidFill>
                <a:latin typeface="a고딕14" panose="02020600000000000000" pitchFamily="18" charset="-127"/>
                <a:ea typeface="a고딕14" panose="02020600000000000000" pitchFamily="18" charset="-127"/>
              </a:rPr>
              <a:t>학습 로드맵</a:t>
            </a:r>
            <a:r>
              <a:rPr lang="en-US" altLang="ko-KR" sz="900" b="0" baseline="0" dirty="0">
                <a:solidFill>
                  <a:schemeClr val="tx1">
                    <a:lumMod val="50000"/>
                    <a:lumOff val="50000"/>
                  </a:schemeClr>
                </a:solidFill>
                <a:latin typeface="a고딕14" panose="02020600000000000000" pitchFamily="18" charset="-127"/>
                <a:ea typeface="a고딕14" panose="02020600000000000000" pitchFamily="18" charset="-127"/>
              </a:rPr>
              <a:t>(SLR) </a:t>
            </a:r>
            <a:r>
              <a:rPr lang="ko-KR" altLang="en-US" sz="900" b="0" baseline="0" dirty="0">
                <a:solidFill>
                  <a:schemeClr val="tx1">
                    <a:lumMod val="50000"/>
                    <a:lumOff val="50000"/>
                  </a:schemeClr>
                </a:solidFill>
                <a:latin typeface="a고딕14" panose="02020600000000000000" pitchFamily="18" charset="-127"/>
                <a:ea typeface="a고딕14" panose="02020600000000000000" pitchFamily="18" charset="-127"/>
              </a:rPr>
              <a:t>및 신규 과목 도출 연구</a:t>
            </a:r>
          </a:p>
        </p:txBody>
      </p:sp>
      <p:sp>
        <p:nvSpPr>
          <p:cNvPr id="9" name="텍스트 개체 틀 2">
            <a:extLst>
              <a:ext uri="{FF2B5EF4-FFF2-40B4-BE49-F238E27FC236}">
                <a16:creationId xmlns:a16="http://schemas.microsoft.com/office/drawing/2014/main" id="{EF38405C-6921-4AD3-BA7F-6DC4A0698857}"/>
              </a:ext>
            </a:extLst>
          </p:cNvPr>
          <p:cNvSpPr>
            <a:spLocks noGrp="1"/>
          </p:cNvSpPr>
          <p:nvPr>
            <p:ph type="body" sz="quarter" idx="14" hasCustomPrompt="1"/>
          </p:nvPr>
        </p:nvSpPr>
        <p:spPr>
          <a:xfrm>
            <a:off x="596516" y="1664744"/>
            <a:ext cx="2644901" cy="331935"/>
          </a:xfrm>
        </p:spPr>
        <p:txBody>
          <a:bodyPr vert="horz" wrap="none" lIns="0" tIns="0" rIns="0" bIns="0" rtlCol="0" anchor="ctr">
            <a:noAutofit/>
          </a:bodyPr>
          <a:lstStyle>
            <a:lvl1pPr>
              <a:defRPr lang="ko-KR" altLang="en-US" sz="1800" baseline="0" smtClean="0">
                <a:solidFill>
                  <a:schemeClr val="tx1">
                    <a:lumMod val="50000"/>
                    <a:lumOff val="50000"/>
                  </a:schemeClr>
                </a:solidFill>
                <a:latin typeface="Arial Narrow" panose="020B0606020202030204" pitchFamily="34" charset="0"/>
                <a:ea typeface="a고딕14" panose="02020600000000000000" pitchFamily="18" charset="-127"/>
              </a:defRPr>
            </a:lvl1pPr>
            <a:lvl2pPr>
              <a:defRPr lang="ko-KR" altLang="en-US" smtClean="0"/>
            </a:lvl2pPr>
            <a:lvl3pPr>
              <a:defRPr lang="ko-KR" altLang="en-US" smtClean="0"/>
            </a:lvl3pPr>
            <a:lvl4pPr>
              <a:defRPr lang="ko-KR" altLang="en-US" smtClean="0"/>
            </a:lvl4pPr>
            <a:lvl5pPr>
              <a:defRPr lang="ko-KR" altLang="en-US"/>
            </a:lvl5pPr>
          </a:lstStyle>
          <a:p>
            <a:pPr lvl="0" fontAlgn="auto">
              <a:spcAft>
                <a:spcPts val="0"/>
              </a:spcAft>
            </a:pPr>
            <a:r>
              <a:rPr lang="ko-KR" altLang="en-US" dirty="0" err="1"/>
              <a:t>중제목</a:t>
            </a:r>
            <a:endParaRPr lang="ko-KR" altLang="en-US" dirty="0"/>
          </a:p>
        </p:txBody>
      </p:sp>
      <p:sp>
        <p:nvSpPr>
          <p:cNvPr id="13" name="텍스트 개체 틀 2">
            <a:extLst>
              <a:ext uri="{FF2B5EF4-FFF2-40B4-BE49-F238E27FC236}">
                <a16:creationId xmlns:a16="http://schemas.microsoft.com/office/drawing/2014/main" id="{8FD22BAF-09E9-4509-8C9F-1CF6A4E6EE68}"/>
              </a:ext>
            </a:extLst>
          </p:cNvPr>
          <p:cNvSpPr>
            <a:spLocks noGrp="1"/>
          </p:cNvSpPr>
          <p:nvPr>
            <p:ph type="body" sz="quarter" idx="15" hasCustomPrompt="1"/>
          </p:nvPr>
        </p:nvSpPr>
        <p:spPr>
          <a:xfrm>
            <a:off x="704528" y="252749"/>
            <a:ext cx="6156684" cy="331935"/>
          </a:xfrm>
        </p:spPr>
        <p:txBody>
          <a:bodyPr vert="horz" wrap="none" lIns="72000" tIns="0" rIns="0" bIns="0" rtlCol="0" anchor="ctr">
            <a:noAutofit/>
          </a:bodyPr>
          <a:lstStyle>
            <a:lvl1pPr>
              <a:defRPr lang="ko-KR" altLang="en-US" sz="1300" baseline="0" smtClean="0">
                <a:solidFill>
                  <a:srgbClr val="003F56"/>
                </a:solidFill>
                <a:latin typeface="Arial Narrow" panose="020B0606020202030204" pitchFamily="34" charset="0"/>
                <a:ea typeface="a고딕14" panose="02020600000000000000" pitchFamily="18" charset="-127"/>
              </a:defRPr>
            </a:lvl1pPr>
            <a:lvl2pPr>
              <a:defRPr lang="ko-KR" altLang="en-US" smtClean="0"/>
            </a:lvl2pPr>
            <a:lvl3pPr>
              <a:defRPr lang="ko-KR" altLang="en-US" smtClean="0"/>
            </a:lvl3pPr>
            <a:lvl4pPr>
              <a:defRPr lang="ko-KR" altLang="en-US" smtClean="0"/>
            </a:lvl4pPr>
            <a:lvl5pPr>
              <a:defRPr lang="ko-KR" altLang="en-US"/>
            </a:lvl5pPr>
          </a:lstStyle>
          <a:p>
            <a:pPr lvl="0" fontAlgn="auto">
              <a:spcAft>
                <a:spcPts val="0"/>
              </a:spcAft>
            </a:pPr>
            <a:r>
              <a:rPr lang="ko-KR" altLang="en-US" dirty="0" err="1"/>
              <a:t>중제목</a:t>
            </a:r>
            <a:endParaRPr lang="ko-KR" altLang="en-US" dirty="0"/>
          </a:p>
        </p:txBody>
      </p:sp>
      <p:sp>
        <p:nvSpPr>
          <p:cNvPr id="8" name="텍스트 개체 틀 2">
            <a:extLst>
              <a:ext uri="{FF2B5EF4-FFF2-40B4-BE49-F238E27FC236}">
                <a16:creationId xmlns:a16="http://schemas.microsoft.com/office/drawing/2014/main" id="{8FD22BAF-09E9-4509-8C9F-1CF6A4E6EE68}"/>
              </a:ext>
            </a:extLst>
          </p:cNvPr>
          <p:cNvSpPr>
            <a:spLocks noGrp="1"/>
          </p:cNvSpPr>
          <p:nvPr>
            <p:ph type="body" sz="quarter" idx="16" hasCustomPrompt="1"/>
          </p:nvPr>
        </p:nvSpPr>
        <p:spPr>
          <a:xfrm>
            <a:off x="7293260" y="138529"/>
            <a:ext cx="2052352" cy="446155"/>
          </a:xfrm>
        </p:spPr>
        <p:txBody>
          <a:bodyPr vert="horz" wrap="none" lIns="0" tIns="0" rIns="0" bIns="0" rtlCol="0" anchor="ctr">
            <a:noAutofit/>
          </a:bodyPr>
          <a:lstStyle>
            <a:lvl1pPr algn="r">
              <a:defRPr lang="ko-KR" altLang="en-US" sz="1100" baseline="0" smtClean="0">
                <a:solidFill>
                  <a:schemeClr val="tx1">
                    <a:lumMod val="50000"/>
                    <a:lumOff val="50000"/>
                  </a:schemeClr>
                </a:solidFill>
                <a:latin typeface="a고딕14" panose="02020600000000000000" pitchFamily="18" charset="-127"/>
                <a:ea typeface="a고딕14" panose="02020600000000000000" pitchFamily="18" charset="-127"/>
              </a:defRPr>
            </a:lvl1pPr>
            <a:lvl2pPr>
              <a:defRPr lang="ko-KR" altLang="en-US" smtClean="0"/>
            </a:lvl2pPr>
            <a:lvl3pPr>
              <a:defRPr lang="ko-KR" altLang="en-US" smtClean="0"/>
            </a:lvl3pPr>
            <a:lvl4pPr>
              <a:defRPr lang="ko-KR" altLang="en-US" smtClean="0"/>
            </a:lvl4pPr>
            <a:lvl5pPr>
              <a:defRPr lang="ko-KR" altLang="en-US"/>
            </a:lvl5pPr>
          </a:lstStyle>
          <a:p>
            <a:pPr lvl="0" fontAlgn="auto">
              <a:spcAft>
                <a:spcPts val="0"/>
              </a:spcAft>
            </a:pPr>
            <a:r>
              <a:rPr lang="ko-KR" altLang="en-US" dirty="0" err="1"/>
              <a:t>중제목</a:t>
            </a:r>
            <a:endParaRPr lang="ko-KR" altLang="en-US" dirty="0"/>
          </a:p>
        </p:txBody>
      </p:sp>
      <p:sp>
        <p:nvSpPr>
          <p:cNvPr id="7" name="Rectangle 13">
            <a:extLst>
              <a:ext uri="{FF2B5EF4-FFF2-40B4-BE49-F238E27FC236}">
                <a16:creationId xmlns:a16="http://schemas.microsoft.com/office/drawing/2014/main" id="{64B7A27D-E752-44DC-BF09-96F10758F0D1}"/>
              </a:ext>
            </a:extLst>
          </p:cNvPr>
          <p:cNvSpPr>
            <a:spLocks noChangeArrowheads="1"/>
          </p:cNvSpPr>
          <p:nvPr userDrawn="1"/>
        </p:nvSpPr>
        <p:spPr bwMode="gray">
          <a:xfrm>
            <a:off x="9417496" y="6610972"/>
            <a:ext cx="117020" cy="124650"/>
          </a:xfrm>
          <a:prstGeom prst="rect">
            <a:avLst/>
          </a:prstGeom>
          <a:noFill/>
          <a:ln w="9525">
            <a:noFill/>
            <a:miter lim="800000"/>
            <a:headEnd/>
            <a:tailEnd/>
          </a:ln>
          <a:effectLst/>
        </p:spPr>
        <p:txBody>
          <a:bodyPr wrap="none" lIns="0" tIns="0" rIns="0" bIns="0" anchor="ctr">
            <a:spAutoFit/>
          </a:bodyPr>
          <a:lstStyle/>
          <a:p>
            <a:pPr algn="ctr" eaLnBrk="0" fontAlgn="base" latinLnBrk="0" hangingPunct="0">
              <a:lnSpc>
                <a:spcPct val="90000"/>
              </a:lnSpc>
              <a:spcBef>
                <a:spcPct val="0"/>
              </a:spcBef>
              <a:spcAft>
                <a:spcPct val="0"/>
              </a:spcAft>
              <a:buNone/>
              <a:defRPr/>
            </a:pPr>
            <a:fld id="{9DEF99B5-B94F-45AE-8F80-FB46EC622A21}" type="slidenum">
              <a:rPr lang="en-GB" altLang="ko-KR" sz="900" b="0" i="0" baseline="0" smtClean="0">
                <a:solidFill>
                  <a:schemeClr val="tx1">
                    <a:lumMod val="50000"/>
                    <a:lumOff val="50000"/>
                  </a:schemeClr>
                </a:solidFill>
                <a:effectLst/>
                <a:latin typeface="Arial Narrow" panose="020B0606020202030204" pitchFamily="34" charset="0"/>
                <a:ea typeface="a고딕14" panose="02020600000000000000" pitchFamily="18" charset="-127"/>
              </a:rPr>
              <a:pPr algn="ctr" eaLnBrk="0" fontAlgn="base" latinLnBrk="0" hangingPunct="0">
                <a:lnSpc>
                  <a:spcPct val="90000"/>
                </a:lnSpc>
                <a:spcBef>
                  <a:spcPct val="0"/>
                </a:spcBef>
                <a:spcAft>
                  <a:spcPct val="0"/>
                </a:spcAft>
                <a:buNone/>
                <a:defRPr/>
              </a:pPr>
              <a:t>‹#›</a:t>
            </a:fld>
            <a:endParaRPr lang="en-GB" altLang="ko-KR" sz="900" b="0" i="0" baseline="0" dirty="0">
              <a:solidFill>
                <a:schemeClr val="tx1">
                  <a:lumMod val="50000"/>
                  <a:lumOff val="50000"/>
                </a:schemeClr>
              </a:solidFill>
              <a:effectLst/>
              <a:latin typeface="Arial Narrow" panose="020B0606020202030204" pitchFamily="34" charset="0"/>
              <a:ea typeface="a고딕14" panose="02020600000000000000" pitchFamily="18" charset="-127"/>
            </a:endParaRPr>
          </a:p>
        </p:txBody>
      </p:sp>
      <p:pic>
        <p:nvPicPr>
          <p:cNvPr id="4" name="그림 3">
            <a:extLst>
              <a:ext uri="{FF2B5EF4-FFF2-40B4-BE49-F238E27FC236}">
                <a16:creationId xmlns:a16="http://schemas.microsoft.com/office/drawing/2014/main" id="{2066F6EE-B576-CD4A-1DA0-616B7B0D4A53}"/>
              </a:ext>
            </a:extLst>
          </p:cNvPr>
          <p:cNvPicPr>
            <a:picLocks noChangeAspect="1"/>
          </p:cNvPicPr>
          <p:nvPr userDrawn="1"/>
        </p:nvPicPr>
        <p:blipFill>
          <a:blip r:embed="rId2"/>
          <a:stretch>
            <a:fillRect/>
          </a:stretch>
        </p:blipFill>
        <p:spPr>
          <a:xfrm>
            <a:off x="-1779748" y="0"/>
            <a:ext cx="1590897" cy="2286319"/>
          </a:xfrm>
          <a:prstGeom prst="rect">
            <a:avLst/>
          </a:prstGeom>
        </p:spPr>
      </p:pic>
    </p:spTree>
    <p:extLst>
      <p:ext uri="{BB962C8B-B14F-4D97-AF65-F5344CB8AC3E}">
        <p14:creationId xmlns:p14="http://schemas.microsoft.com/office/powerpoint/2010/main" val="2241783230"/>
      </p:ext>
    </p:extLst>
  </p:cSld>
  <p:clrMapOvr>
    <a:masterClrMapping/>
  </p:clrMapOvr>
  <p:extLst>
    <p:ext uri="{DCECCB84-F9BA-43D5-87BE-67443E8EF086}">
      <p15:sldGuideLst xmlns:p15="http://schemas.microsoft.com/office/powerpoint/2012/main">
        <p15:guide id="1" pos="376" userDrawn="1">
          <p15:clr>
            <a:srgbClr val="FBAE40"/>
          </p15:clr>
        </p15:guide>
        <p15:guide id="2" pos="5887" userDrawn="1">
          <p15:clr>
            <a:srgbClr val="FBAE40"/>
          </p15:clr>
        </p15:guide>
        <p15:guide id="3" orient="horz" pos="1049" userDrawn="1">
          <p15:clr>
            <a:srgbClr val="FBAE40"/>
          </p15:clr>
        </p15:guide>
        <p15:guide id="4" orient="horz" pos="1525" userDrawn="1">
          <p15:clr>
            <a:srgbClr val="FBAE40"/>
          </p15:clr>
        </p15:guide>
        <p15:guide id="5" orient="horz" pos="1570" userDrawn="1">
          <p15:clr>
            <a:srgbClr val="FBAE40"/>
          </p15:clr>
        </p15:guide>
        <p15:guide id="6" orient="horz" pos="4088" userDrawn="1">
          <p15:clr>
            <a:srgbClr val="FBAE40"/>
          </p15:clr>
        </p15:guide>
        <p15:guide id="7" pos="312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FCACFC-B33A-4DF3-8F64-99FDB96005F8}"/>
              </a:ext>
            </a:extLst>
          </p:cNvPr>
          <p:cNvSpPr txBox="1"/>
          <p:nvPr userDrawn="1"/>
        </p:nvSpPr>
        <p:spPr>
          <a:xfrm>
            <a:off x="7931763" y="6604048"/>
            <a:ext cx="1413849" cy="138499"/>
          </a:xfrm>
          <a:prstGeom prst="rect">
            <a:avLst/>
          </a:prstGeom>
          <a:noFill/>
        </p:spPr>
        <p:txBody>
          <a:bodyPr wrap="none" lIns="0" tIns="0" rIns="0" bIns="0" rtlCol="0" anchor="ctr">
            <a:spAutoFit/>
          </a:bodyPr>
          <a:lstStyle/>
          <a:p>
            <a:pPr lvl="0" algn="r">
              <a:buNone/>
            </a:pPr>
            <a:r>
              <a:rPr lang="ko-KR" altLang="en-US" sz="900" b="0" baseline="0" dirty="0">
                <a:solidFill>
                  <a:schemeClr val="tx1">
                    <a:lumMod val="50000"/>
                    <a:lumOff val="50000"/>
                  </a:schemeClr>
                </a:solidFill>
                <a:latin typeface="a고딕14" panose="02020600000000000000" pitchFamily="18" charset="-127"/>
                <a:ea typeface="a고딕14" panose="02020600000000000000" pitchFamily="18" charset="-127"/>
              </a:rPr>
              <a:t>온라인 교육훈련 수요조사 용역</a:t>
            </a:r>
          </a:p>
        </p:txBody>
      </p:sp>
      <p:sp>
        <p:nvSpPr>
          <p:cNvPr id="3" name="Rectangle 13">
            <a:extLst>
              <a:ext uri="{FF2B5EF4-FFF2-40B4-BE49-F238E27FC236}">
                <a16:creationId xmlns:a16="http://schemas.microsoft.com/office/drawing/2014/main" id="{64B7A27D-E752-44DC-BF09-96F10758F0D1}"/>
              </a:ext>
            </a:extLst>
          </p:cNvPr>
          <p:cNvSpPr>
            <a:spLocks noChangeArrowheads="1"/>
          </p:cNvSpPr>
          <p:nvPr userDrawn="1"/>
        </p:nvSpPr>
        <p:spPr bwMode="gray">
          <a:xfrm>
            <a:off x="9417496" y="6610972"/>
            <a:ext cx="117020" cy="124650"/>
          </a:xfrm>
          <a:prstGeom prst="rect">
            <a:avLst/>
          </a:prstGeom>
          <a:noFill/>
          <a:ln w="9525">
            <a:noFill/>
            <a:miter lim="800000"/>
            <a:headEnd/>
            <a:tailEnd/>
          </a:ln>
          <a:effectLst/>
        </p:spPr>
        <p:txBody>
          <a:bodyPr wrap="none" lIns="0" tIns="0" rIns="0" bIns="0" anchor="ctr">
            <a:spAutoFit/>
          </a:bodyPr>
          <a:lstStyle/>
          <a:p>
            <a:pPr algn="ctr" eaLnBrk="0" fontAlgn="base" latinLnBrk="0" hangingPunct="0">
              <a:lnSpc>
                <a:spcPct val="90000"/>
              </a:lnSpc>
              <a:spcBef>
                <a:spcPct val="0"/>
              </a:spcBef>
              <a:spcAft>
                <a:spcPct val="0"/>
              </a:spcAft>
              <a:buNone/>
              <a:defRPr/>
            </a:pPr>
            <a:fld id="{9DEF99B5-B94F-45AE-8F80-FB46EC622A21}" type="slidenum">
              <a:rPr lang="en-GB" altLang="ko-KR" sz="900" b="0" i="0" baseline="0" smtClean="0">
                <a:solidFill>
                  <a:schemeClr val="tx1">
                    <a:lumMod val="50000"/>
                    <a:lumOff val="50000"/>
                  </a:schemeClr>
                </a:solidFill>
                <a:effectLst/>
                <a:latin typeface="Arial Narrow" panose="020B0606020202030204" pitchFamily="34" charset="0"/>
                <a:ea typeface="a고딕14" panose="02020600000000000000" pitchFamily="18" charset="-127"/>
              </a:rPr>
              <a:pPr algn="ctr" eaLnBrk="0" fontAlgn="base" latinLnBrk="0" hangingPunct="0">
                <a:lnSpc>
                  <a:spcPct val="90000"/>
                </a:lnSpc>
                <a:spcBef>
                  <a:spcPct val="0"/>
                </a:spcBef>
                <a:spcAft>
                  <a:spcPct val="0"/>
                </a:spcAft>
                <a:buNone/>
                <a:defRPr/>
              </a:pPr>
              <a:t>‹#›</a:t>
            </a:fld>
            <a:endParaRPr lang="en-GB" altLang="ko-KR" sz="900" b="0" i="0" baseline="0" dirty="0">
              <a:solidFill>
                <a:schemeClr val="tx1">
                  <a:lumMod val="50000"/>
                  <a:lumOff val="50000"/>
                </a:schemeClr>
              </a:solidFill>
              <a:effectLst/>
              <a:latin typeface="Arial Narrow" panose="020B0606020202030204" pitchFamily="34" charset="0"/>
              <a:ea typeface="a고딕14" panose="02020600000000000000" pitchFamily="18" charset="-127"/>
            </a:endParaRPr>
          </a:p>
        </p:txBody>
      </p:sp>
    </p:spTree>
    <p:extLst>
      <p:ext uri="{BB962C8B-B14F-4D97-AF65-F5344CB8AC3E}">
        <p14:creationId xmlns:p14="http://schemas.microsoft.com/office/powerpoint/2010/main" val="139244474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80909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C0A42379-E437-449C-8C27-5126C0D6BF4A}"/>
              </a:ext>
            </a:extLst>
          </p:cNvPr>
          <p:cNvSpPr>
            <a:spLocks noGrp="1"/>
          </p:cNvSpPr>
          <p:nvPr>
            <p:ph type="title"/>
          </p:nvPr>
        </p:nvSpPr>
        <p:spPr>
          <a:xfrm>
            <a:off x="681038" y="548680"/>
            <a:ext cx="8543925" cy="651607"/>
          </a:xfrm>
          <a:prstGeom prst="rect">
            <a:avLst/>
          </a:prstGeom>
        </p:spPr>
        <p:txBody>
          <a:bodyPr vert="horz" lIns="91440" tIns="45720" rIns="91440" bIns="45720" rtlCol="0" anchor="ctr">
            <a:normAutofit/>
          </a:bodyPr>
          <a:lstStyle/>
          <a:p>
            <a:r>
              <a:rPr lang="en-US" altLang="ko-KR" dirty="0"/>
              <a:t>Click to edit Master style</a:t>
            </a:r>
            <a:endParaRPr lang="ko-KR" altLang="en-US" dirty="0"/>
          </a:p>
        </p:txBody>
      </p:sp>
      <p:sp>
        <p:nvSpPr>
          <p:cNvPr id="8" name="텍스트 개체 틀 7">
            <a:extLst>
              <a:ext uri="{FF2B5EF4-FFF2-40B4-BE49-F238E27FC236}">
                <a16:creationId xmlns:a16="http://schemas.microsoft.com/office/drawing/2014/main" id="{97854AE8-64DB-4318-B442-9AE1C6792159}"/>
              </a:ext>
            </a:extLst>
          </p:cNvPr>
          <p:cNvSpPr>
            <a:spLocks noGrp="1"/>
          </p:cNvSpPr>
          <p:nvPr>
            <p:ph type="body" idx="1"/>
          </p:nvPr>
        </p:nvSpPr>
        <p:spPr>
          <a:xfrm>
            <a:off x="681038" y="1520788"/>
            <a:ext cx="8543925" cy="1404156"/>
          </a:xfrm>
          <a:prstGeom prst="rect">
            <a:avLst/>
          </a:prstGeom>
        </p:spPr>
        <p:txBody>
          <a:bodyPr vert="horz" lIns="91440" tIns="45720" rIns="91440" bIns="45720" rtlCol="0">
            <a:normAutofit/>
          </a:bodyPr>
          <a:lstStyle/>
          <a:p>
            <a:pPr lvl="0"/>
            <a:r>
              <a:rPr lang="en-US" altLang="ko-KR" dirty="0"/>
              <a:t>Click to edit Master text style – Level</a:t>
            </a:r>
          </a:p>
          <a:p>
            <a:pPr lvl="0"/>
            <a:r>
              <a:rPr lang="en-US" altLang="ko-KR" dirty="0"/>
              <a:t> </a:t>
            </a:r>
          </a:p>
        </p:txBody>
      </p:sp>
    </p:spTree>
    <p:extLst>
      <p:ext uri="{BB962C8B-B14F-4D97-AF65-F5344CB8AC3E}">
        <p14:creationId xmlns:p14="http://schemas.microsoft.com/office/powerpoint/2010/main" val="1169121173"/>
      </p:ext>
    </p:extLst>
  </p:cSld>
  <p:clrMap bg1="lt1" tx1="dk1" bg2="lt2" tx2="dk2" accent1="accent1" accent2="accent2" accent3="accent3" accent4="accent4" accent5="accent5" accent6="accent6" hlink="hlink" folHlink="folHlink"/>
  <p:sldLayoutIdLst>
    <p:sldLayoutId id="2147484387" r:id="rId1"/>
    <p:sldLayoutId id="2147484391" r:id="rId2"/>
    <p:sldLayoutId id="2147484393" r:id="rId3"/>
    <p:sldLayoutId id="2147484372" r:id="rId4"/>
    <p:sldLayoutId id="2147484394" r:id="rId5"/>
    <p:sldLayoutId id="2147484395" r:id="rId6"/>
  </p:sldLayoutIdLst>
  <p:txStyles>
    <p:titleStyle>
      <a:lvl1pPr algn="l" defTabSz="914400" rtl="0" eaLnBrk="1" latinLnBrk="1" hangingPunct="1">
        <a:spcBef>
          <a:spcPct val="0"/>
        </a:spcBef>
        <a:buNone/>
        <a:defRPr sz="2000" b="1" kern="1200" baseline="0">
          <a:solidFill>
            <a:schemeClr val="tx1"/>
          </a:solidFill>
          <a:latin typeface="Arial Narrow" panose="020B0606020202030204" pitchFamily="34" charset="0"/>
          <a:ea typeface="HY헤드라인M" panose="02030600000101010101" pitchFamily="18" charset="-127"/>
          <a:cs typeface="+mj-cs"/>
        </a:defRPr>
      </a:lvl1pPr>
    </p:titleStyle>
    <p:bodyStyle>
      <a:lvl1pPr marL="0" indent="0" algn="l" defTabSz="914400" rtl="0" eaLnBrk="1" latinLnBrk="1" hangingPunct="1">
        <a:spcBef>
          <a:spcPct val="20000"/>
        </a:spcBef>
        <a:buFontTx/>
        <a:buNone/>
        <a:defRPr sz="2000" kern="1200" baseline="0">
          <a:solidFill>
            <a:schemeClr val="tx1"/>
          </a:solidFill>
          <a:latin typeface="Arial Narrow" panose="020B0606020202030204" pitchFamily="34" charset="0"/>
          <a:ea typeface="HY헤드라인M" panose="02030600000101010101" pitchFamily="18" charset="-127"/>
          <a:cs typeface="+mn-cs"/>
        </a:defRPr>
      </a:lvl1pPr>
      <a:lvl2pPr marL="457200" indent="0" algn="l" defTabSz="914400" rtl="0" eaLnBrk="1" latinLnBrk="1" hangingPunct="1">
        <a:spcBef>
          <a:spcPct val="20000"/>
        </a:spcBef>
        <a:buFont typeface="Arial" panose="020B0604020202020204" pitchFamily="34" charset="0"/>
        <a:buNone/>
        <a:defRPr sz="2000" kern="1200" baseline="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sz="2000" kern="1200" baseline="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sz="2000" kern="1200" baseline="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slideLayout" Target="../slideLayouts/slideLayout4.xml"/><Relationship Id="rId4" Type="http://schemas.openxmlformats.org/officeDocument/2006/relationships/tags" Target="../tags/tag11.xml"/></Relationships>
</file>

<file path=ppt/slides/_rels/slide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2.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slideLayout" Target="../slideLayouts/slideLayout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slideLayout" Target="../slideLayouts/slideLayout4.xml"/><Relationship Id="rId1" Type="http://schemas.openxmlformats.org/officeDocument/2006/relationships/tags" Target="../tags/tag18.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4"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1.jpe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jpeg"/><Relationship Id="rId7" Type="http://schemas.openxmlformats.org/officeDocument/2006/relationships/image" Target="../media/image46.png"/><Relationship Id="rId2" Type="http://schemas.openxmlformats.org/officeDocument/2006/relationships/hyperlink" Target="http://kimauclair.ca/blog/wp-content/uploads/2011/12/bilan-de-competence.jpg" TargetMode="External"/><Relationship Id="rId1" Type="http://schemas.openxmlformats.org/officeDocument/2006/relationships/slideLayout" Target="../slideLayouts/slideLayout4.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image" Target="../media/image4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41FEC869-DD5E-D022-42EF-E2B6866C413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9906000" cy="6857999"/>
          </a:xfrm>
          <a:prstGeom prst="rect">
            <a:avLst/>
          </a:prstGeom>
        </p:spPr>
      </p:pic>
      <p:pic>
        <p:nvPicPr>
          <p:cNvPr id="8" name="Picture 3">
            <a:extLst>
              <a:ext uri="{FF2B5EF4-FFF2-40B4-BE49-F238E27FC236}">
                <a16:creationId xmlns:a16="http://schemas.microsoft.com/office/drawing/2014/main" id="{886FF014-3707-48AB-AF3A-55BF4E078BAC}"/>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4773614"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직사각형 8">
            <a:extLst>
              <a:ext uri="{FF2B5EF4-FFF2-40B4-BE49-F238E27FC236}">
                <a16:creationId xmlns:a16="http://schemas.microsoft.com/office/drawing/2014/main" id="{EB88D704-DBEF-67B5-9397-FB979DB8FBF3}"/>
              </a:ext>
            </a:extLst>
          </p:cNvPr>
          <p:cNvSpPr/>
          <p:nvPr/>
        </p:nvSpPr>
        <p:spPr>
          <a:xfrm>
            <a:off x="496329" y="1772242"/>
            <a:ext cx="1710185" cy="32484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dirty="0">
                <a:solidFill>
                  <a:prstClr val="white"/>
                </a:solidFill>
                <a:latin typeface="Arial Narrow" panose="020B0606020202030204" pitchFamily="34" charset="0"/>
                <a:ea typeface="a고딕14" panose="02020600000000000000" pitchFamily="18" charset="-127"/>
              </a:rPr>
              <a:t>발표자료</a:t>
            </a:r>
          </a:p>
        </p:txBody>
      </p:sp>
      <p:sp>
        <p:nvSpPr>
          <p:cNvPr id="12" name="Title 3">
            <a:extLst>
              <a:ext uri="{FF2B5EF4-FFF2-40B4-BE49-F238E27FC236}">
                <a16:creationId xmlns:a16="http://schemas.microsoft.com/office/drawing/2014/main" id="{726706FB-8FA8-5F80-4E6B-51D4FDE67A92}"/>
              </a:ext>
            </a:extLst>
          </p:cNvPr>
          <p:cNvSpPr txBox="1">
            <a:spLocks/>
          </p:cNvSpPr>
          <p:nvPr/>
        </p:nvSpPr>
        <p:spPr>
          <a:xfrm>
            <a:off x="301795" y="2240868"/>
            <a:ext cx="4399177" cy="738664"/>
          </a:xfrm>
          <a:prstGeom prst="rect">
            <a:avLst/>
          </a:prstGeom>
        </p:spPr>
        <p:txBody>
          <a:bodyPr vert="horz" wrap="square" lIns="288000" tIns="0" rIns="0" bIns="0" rtlCol="0" anchor="b" anchorCtr="0">
            <a:spAutoFit/>
          </a:bodyPr>
          <a:lstStyle>
            <a:lvl1pPr algn="l" defTabSz="914400" rtl="0" eaLnBrk="1" latinLnBrk="0" hangingPunct="1">
              <a:lnSpc>
                <a:spcPct val="90000"/>
              </a:lnSpc>
              <a:spcBef>
                <a:spcPct val="0"/>
              </a:spcBef>
              <a:buNone/>
              <a:defRPr lang="en-US" sz="3700" b="0" kern="1200" baseline="0">
                <a:solidFill>
                  <a:schemeClr val="tx1"/>
                </a:solidFill>
                <a:latin typeface="+mj-lt"/>
                <a:ea typeface="+mj-ea"/>
                <a:cs typeface="+mj-cs"/>
                <a:sym typeface="+mn-lt"/>
              </a:defRPr>
            </a:lvl1pPr>
          </a:lstStyle>
          <a:p>
            <a:pPr>
              <a:lnSpc>
                <a:spcPct val="100000"/>
              </a:lnSpc>
              <a:spcBef>
                <a:spcPts val="0"/>
              </a:spcBef>
              <a:spcAft>
                <a:spcPts val="600"/>
              </a:spcAft>
            </a:pPr>
            <a:r>
              <a:rPr lang="en-US" altLang="ko-KR" sz="2400" dirty="0">
                <a:latin typeface="+mj-ea"/>
              </a:rPr>
              <a:t>2026</a:t>
            </a:r>
            <a:r>
              <a:rPr lang="ko-KR" altLang="en-US" sz="2400" dirty="0">
                <a:latin typeface="+mj-ea"/>
              </a:rPr>
              <a:t>년 </a:t>
            </a:r>
            <a:r>
              <a:rPr lang="en-US" altLang="ko-KR" sz="2400" dirty="0">
                <a:latin typeface="+mj-ea"/>
              </a:rPr>
              <a:t>STEP </a:t>
            </a:r>
            <a:r>
              <a:rPr lang="ko-KR" altLang="en-US" sz="2400" dirty="0">
                <a:latin typeface="+mj-ea"/>
              </a:rPr>
              <a:t>학습 로드맵</a:t>
            </a:r>
            <a:r>
              <a:rPr lang="en-US" altLang="ko-KR" sz="2400" dirty="0">
                <a:latin typeface="+mj-ea"/>
              </a:rPr>
              <a:t>(SLR) </a:t>
            </a:r>
            <a:r>
              <a:rPr lang="ko-KR" altLang="en-US" sz="2400" dirty="0">
                <a:latin typeface="+mj-ea"/>
              </a:rPr>
              <a:t>및 신규 과목 도출 연구</a:t>
            </a:r>
          </a:p>
        </p:txBody>
      </p:sp>
      <p:sp>
        <p:nvSpPr>
          <p:cNvPr id="14" name="Text Placeholder 2">
            <a:extLst>
              <a:ext uri="{FF2B5EF4-FFF2-40B4-BE49-F238E27FC236}">
                <a16:creationId xmlns:a16="http://schemas.microsoft.com/office/drawing/2014/main" id="{1F6F1583-DA55-03E1-22A0-B273541190CF}"/>
              </a:ext>
            </a:extLst>
          </p:cNvPr>
          <p:cNvSpPr txBox="1">
            <a:spLocks/>
          </p:cNvSpPr>
          <p:nvPr/>
        </p:nvSpPr>
        <p:spPr>
          <a:xfrm>
            <a:off x="3266314" y="6487000"/>
            <a:ext cx="1434658" cy="288677"/>
          </a:xfrm>
          <a:prstGeom prst="rect">
            <a:avLst/>
          </a:prstGeom>
        </p:spPr>
        <p:txBody>
          <a:bodyPr vert="horz" lIns="288000" tIns="0" rIns="0" bIns="0" rtlCol="0" anchor="b" anchorCtr="0">
            <a:noAutofit/>
          </a:bodyPr>
          <a:lstStyle>
            <a:lvl1pPr marL="0" marR="0" indent="0" algn="l" defTabSz="914400" rtl="0" eaLnBrk="1" fontAlgn="auto" latinLnBrk="0" hangingPunct="1">
              <a:lnSpc>
                <a:spcPct val="90000"/>
              </a:lnSpc>
              <a:spcBef>
                <a:spcPts val="0"/>
              </a:spcBef>
              <a:spcAft>
                <a:spcPts val="0"/>
              </a:spcAft>
              <a:buClrTx/>
              <a:buSzTx/>
              <a:buFont typeface="Arial Narrow" pitchFamily="34" charset="0"/>
              <a:buNone/>
              <a:tabLst/>
              <a:defRPr lang="en-US" sz="13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1200"/>
              </a:spcBef>
              <a:buFont typeface="Arial Narrow" pitchFamily="34" charset="0"/>
              <a:buChar char="&gt;"/>
              <a:defRPr lang="en-US" sz="2100" b="0" kern="1200" dirty="0" smtClean="0">
                <a:solidFill>
                  <a:schemeClr val="tx1"/>
                </a:solidFill>
                <a:latin typeface="+mn-lt"/>
                <a:ea typeface="+mn-ea"/>
                <a:cs typeface="+mn-cs"/>
                <a:sym typeface="+mn-lt"/>
              </a:defRPr>
            </a:lvl2pPr>
            <a:lvl3pPr marL="482400" indent="-234000" algn="l" defTabSz="914400" rtl="0" eaLnBrk="1" latinLnBrk="0" hangingPunct="1">
              <a:lnSpc>
                <a:spcPct val="90000"/>
              </a:lnSpc>
              <a:spcBef>
                <a:spcPts val="400"/>
              </a:spcBef>
              <a:buFont typeface="Arial Narrow" pitchFamily="34" charset="0"/>
              <a:buChar char="–"/>
              <a:defRPr lang="en-US" sz="2100" b="0" kern="1200" dirty="0" smtClean="0">
                <a:solidFill>
                  <a:schemeClr val="tx1"/>
                </a:solidFill>
                <a:latin typeface="+mn-lt"/>
                <a:ea typeface="+mn-ea"/>
                <a:cs typeface="+mn-cs"/>
                <a:sym typeface="+mn-lt"/>
              </a:defRPr>
            </a:lvl3pPr>
            <a:lvl4pPr marL="698400" indent="-201600" algn="l" defTabSz="914400" rtl="0" eaLnBrk="1" latinLnBrk="0" hangingPunct="1">
              <a:lnSpc>
                <a:spcPct val="90000"/>
              </a:lnSpc>
              <a:spcBef>
                <a:spcPts val="200"/>
              </a:spcBef>
              <a:buFont typeface="Arial Narrow" pitchFamily="34" charset="0"/>
              <a:buChar char="-"/>
              <a:defRPr lang="en-US" sz="2100" b="0" kern="1200" dirty="0">
                <a:solidFill>
                  <a:schemeClr val="tx1"/>
                </a:solidFill>
                <a:latin typeface="+mn-lt"/>
                <a:ea typeface="+mn-ea"/>
                <a:cs typeface="+mn-cs"/>
                <a:sym typeface="+mn-lt"/>
              </a:defRPr>
            </a:lvl4pPr>
            <a:lvl5pPr marL="698400" indent="0" algn="l" defTabSz="914400" rtl="0" eaLnBrk="1" latinLnBrk="0" hangingPunct="1">
              <a:lnSpc>
                <a:spcPct val="93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marL="0" marR="0" lvl="0" indent="0" algn="r" defTabSz="914400" rtl="0" eaLnBrk="1" fontAlgn="base" latinLnBrk="0" hangingPunct="1">
              <a:lnSpc>
                <a:spcPct val="90000"/>
              </a:lnSpc>
              <a:spcBef>
                <a:spcPct val="0"/>
              </a:spcBef>
              <a:spcAft>
                <a:spcPct val="0"/>
              </a:spcAft>
              <a:buClrTx/>
              <a:buSzTx/>
              <a:buFont typeface="Arial Narrow" pitchFamily="34" charset="0"/>
              <a:buNone/>
              <a:tabLst/>
              <a:defRPr/>
            </a:pPr>
            <a:r>
              <a:rPr kumimoji="0" lang="en-US" sz="1300" b="0" i="0" u="none" strike="noStrike" kern="1200" cap="none" spc="0" normalizeH="0" baseline="0" noProof="0" dirty="0">
                <a:ln>
                  <a:noFill/>
                </a:ln>
                <a:solidFill>
                  <a:srgbClr val="000000"/>
                </a:solidFill>
                <a:effectLst/>
                <a:uLnTx/>
                <a:uFillTx/>
                <a:latin typeface="+mn-ea"/>
                <a:sym typeface="+mn-lt"/>
              </a:rPr>
              <a:t>2026.</a:t>
            </a:r>
            <a:r>
              <a:rPr kumimoji="0" lang="en-US" sz="1300" b="0" i="0" u="none" strike="noStrike" kern="1200" cap="none" spc="0" normalizeH="0" noProof="0" dirty="0">
                <a:ln>
                  <a:noFill/>
                </a:ln>
                <a:solidFill>
                  <a:srgbClr val="000000"/>
                </a:solidFill>
                <a:effectLst/>
                <a:uLnTx/>
                <a:uFillTx/>
                <a:latin typeface="+mn-ea"/>
                <a:sym typeface="+mn-lt"/>
              </a:rPr>
              <a:t> </a:t>
            </a:r>
            <a:r>
              <a:rPr lang="en-US" dirty="0">
                <a:solidFill>
                  <a:srgbClr val="000000"/>
                </a:solidFill>
                <a:latin typeface="+mn-ea"/>
              </a:rPr>
              <a:t>05</a:t>
            </a:r>
            <a:r>
              <a:rPr kumimoji="0" lang="en-US" sz="1300" b="0" i="0" u="none" strike="noStrike" kern="1200" cap="none" spc="0" normalizeH="0" noProof="0" dirty="0">
                <a:ln>
                  <a:noFill/>
                </a:ln>
                <a:solidFill>
                  <a:srgbClr val="000000"/>
                </a:solidFill>
                <a:effectLst/>
                <a:uLnTx/>
                <a:uFillTx/>
                <a:latin typeface="+mn-ea"/>
                <a:sym typeface="+mn-lt"/>
              </a:rPr>
              <a:t>.</a:t>
            </a:r>
            <a:endParaRPr kumimoji="0" lang="en-US" sz="1300" b="0" i="0" u="none" strike="noStrike" kern="1200" cap="none" spc="0" normalizeH="0" baseline="0" noProof="0" dirty="0">
              <a:ln>
                <a:noFill/>
              </a:ln>
              <a:solidFill>
                <a:srgbClr val="000000"/>
              </a:solidFill>
              <a:effectLst/>
              <a:uLnTx/>
              <a:uFillTx/>
              <a:latin typeface="+mn-ea"/>
              <a:sym typeface="+mn-lt"/>
            </a:endParaRPr>
          </a:p>
        </p:txBody>
      </p:sp>
      <p:pic>
        <p:nvPicPr>
          <p:cNvPr id="23" name="Picture 0">
            <a:extLst>
              <a:ext uri="{FF2B5EF4-FFF2-40B4-BE49-F238E27FC236}">
                <a16:creationId xmlns:a16="http://schemas.microsoft.com/office/drawing/2014/main" id="{865B3DCE-C1E2-4C66-F040-EEC07E69D47C}"/>
              </a:ext>
            </a:extLst>
          </p:cNvPr>
          <p:cNvPicPr>
            <a:picLocks noChangeAspect="1"/>
          </p:cNvPicPr>
          <p:nvPr/>
        </p:nvPicPr>
        <p:blipFill>
          <a:blip r:embed="rId4"/>
          <a:stretch>
            <a:fillRect/>
          </a:stretch>
        </p:blipFill>
        <p:spPr>
          <a:xfrm>
            <a:off x="128464" y="188640"/>
            <a:ext cx="1822268" cy="523445"/>
          </a:xfrm>
          <a:prstGeom prst="rect">
            <a:avLst/>
          </a:prstGeom>
          <a:noFill/>
          <a:ln>
            <a:noFill/>
          </a:ln>
          <a:effectLst/>
        </p:spPr>
      </p:pic>
    </p:spTree>
    <p:extLst>
      <p:ext uri="{BB962C8B-B14F-4D97-AF65-F5344CB8AC3E}">
        <p14:creationId xmlns:p14="http://schemas.microsoft.com/office/powerpoint/2010/main" val="2362860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753D9364-2A70-C011-AF26-BCCA0AE51D07}"/>
            </a:ext>
          </a:extLst>
        </p:cNvPr>
        <p:cNvGrpSpPr/>
        <p:nvPr/>
      </p:nvGrpSpPr>
      <p:grpSpPr>
        <a:xfrm>
          <a:off x="0" y="0"/>
          <a:ext cx="0" cy="0"/>
          <a:chOff x="0" y="0"/>
          <a:chExt cx="0" cy="0"/>
        </a:xfrm>
      </p:grpSpPr>
      <p:sp>
        <p:nvSpPr>
          <p:cNvPr id="14" name="직사각형 13">
            <a:extLst>
              <a:ext uri="{FF2B5EF4-FFF2-40B4-BE49-F238E27FC236}">
                <a16:creationId xmlns:a16="http://schemas.microsoft.com/office/drawing/2014/main" id="{5B32C5C4-9E73-3FB9-E096-B647CEF5EEE3}"/>
              </a:ext>
            </a:extLst>
          </p:cNvPr>
          <p:cNvSpPr/>
          <p:nvPr/>
        </p:nvSpPr>
        <p:spPr>
          <a:xfrm>
            <a:off x="0" y="-6237"/>
            <a:ext cx="9906000" cy="1062831"/>
          </a:xfrm>
          <a:prstGeom prst="rect">
            <a:avLst/>
          </a:prstGeom>
          <a:solidFill>
            <a:schemeClr val="bg1"/>
          </a:solidFill>
          <a:ln>
            <a:noFill/>
          </a:ln>
          <a:effectLst>
            <a:outerShdw blurRad="127000" dist="254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742950" eaLnBrk="1" fontAlgn="auto" latinLnBrk="0" hangingPunct="1">
              <a:spcBef>
                <a:spcPts val="0"/>
              </a:spcBef>
              <a:spcAft>
                <a:spcPts val="0"/>
              </a:spcAft>
              <a:buNone/>
            </a:pPr>
            <a:endParaRPr lang="en-US" sz="1463" dirty="0">
              <a:solidFill>
                <a:prstClr val="white"/>
              </a:solidFill>
              <a:latin typeface="a고딕14" panose="02020600000000000000" pitchFamily="18" charset="-127"/>
              <a:ea typeface="a고딕14" panose="02020600000000000000" pitchFamily="18" charset="-127"/>
            </a:endParaRPr>
          </a:p>
        </p:txBody>
      </p:sp>
      <p:sp>
        <p:nvSpPr>
          <p:cNvPr id="15" name="TextBox 14">
            <a:extLst>
              <a:ext uri="{FF2B5EF4-FFF2-40B4-BE49-F238E27FC236}">
                <a16:creationId xmlns:a16="http://schemas.microsoft.com/office/drawing/2014/main" id="{28FFFE48-4B0B-07CD-88BA-8C8998060193}"/>
              </a:ext>
            </a:extLst>
          </p:cNvPr>
          <p:cNvSpPr txBox="1"/>
          <p:nvPr/>
        </p:nvSpPr>
        <p:spPr>
          <a:xfrm>
            <a:off x="269836" y="390694"/>
            <a:ext cx="2456313" cy="646331"/>
          </a:xfrm>
          <a:prstGeom prst="rect">
            <a:avLst/>
          </a:prstGeom>
          <a:noFill/>
        </p:spPr>
        <p:txBody>
          <a:bodyPr wrap="none" rtlCol="0">
            <a:spAutoFit/>
          </a:bodyPr>
          <a:lstStyle/>
          <a:p>
            <a:pPr algn="l" defTabSz="742950" eaLnBrk="1" fontAlgn="auto" latinLnBrk="0" hangingPunct="1">
              <a:spcBef>
                <a:spcPts val="0"/>
              </a:spcBef>
              <a:spcAft>
                <a:spcPts val="0"/>
              </a:spcAft>
              <a:buNone/>
            </a:pPr>
            <a:r>
              <a:rPr lang="en-US" altLang="ko-KR" sz="3600" dirty="0">
                <a:solidFill>
                  <a:srgbClr val="17375E"/>
                </a:solidFill>
                <a:latin typeface="a고딕14" panose="02020600000000000000" pitchFamily="18" charset="-127"/>
                <a:ea typeface="a고딕14" panose="02020600000000000000" pitchFamily="18" charset="-127"/>
              </a:rPr>
              <a:t>CONTENTS</a:t>
            </a:r>
            <a:endParaRPr lang="en-US" sz="3600" dirty="0">
              <a:solidFill>
                <a:srgbClr val="17375E"/>
              </a:solidFill>
              <a:latin typeface="a고딕14" panose="02020600000000000000" pitchFamily="18" charset="-127"/>
              <a:ea typeface="a고딕14" panose="02020600000000000000" pitchFamily="18" charset="-127"/>
            </a:endParaRPr>
          </a:p>
        </p:txBody>
      </p:sp>
      <p:sp>
        <p:nvSpPr>
          <p:cNvPr id="16" name="TextBox 15">
            <a:extLst>
              <a:ext uri="{FF2B5EF4-FFF2-40B4-BE49-F238E27FC236}">
                <a16:creationId xmlns:a16="http://schemas.microsoft.com/office/drawing/2014/main" id="{1912CDFB-EB15-23CF-43E4-71F33CC71E7D}"/>
              </a:ext>
            </a:extLst>
          </p:cNvPr>
          <p:cNvSpPr txBox="1"/>
          <p:nvPr/>
        </p:nvSpPr>
        <p:spPr>
          <a:xfrm>
            <a:off x="281627" y="174314"/>
            <a:ext cx="4095309" cy="292388"/>
          </a:xfrm>
          <a:prstGeom prst="rect">
            <a:avLst/>
          </a:prstGeom>
          <a:noFill/>
        </p:spPr>
        <p:txBody>
          <a:bodyPr wrap="square" rtlCol="0">
            <a:spAutoFit/>
          </a:bodyPr>
          <a:lstStyle>
            <a:defPPr>
              <a:defRPr lang="en-US"/>
            </a:defPPr>
            <a:lvl1pPr>
              <a:defRPr sz="2800">
                <a:solidFill>
                  <a:schemeClr val="tx2"/>
                </a:solidFill>
                <a:latin typeface="프리젠테이션 8 ExtraBold" pitchFamily="2" charset="-127"/>
                <a:ea typeface="프리젠테이션 8 ExtraBold" pitchFamily="2" charset="-127"/>
              </a:defRPr>
            </a:lvl1pPr>
          </a:lstStyle>
          <a:p>
            <a:pPr algn="l" defTabSz="742950" eaLnBrk="1" fontAlgn="auto" latinLnBrk="0" hangingPunct="1">
              <a:spcBef>
                <a:spcPts val="0"/>
              </a:spcBef>
              <a:spcAft>
                <a:spcPts val="0"/>
              </a:spcAft>
              <a:buNone/>
            </a:pPr>
            <a:r>
              <a:rPr lang="en-US" altLang="ko-KR" sz="1300" dirty="0">
                <a:solidFill>
                  <a:srgbClr val="266DB4">
                    <a:lumMod val="50000"/>
                  </a:srgbClr>
                </a:solidFill>
                <a:latin typeface="a고딕14" panose="02020600000000000000" pitchFamily="18" charset="-127"/>
                <a:ea typeface="a고딕14" panose="02020600000000000000" pitchFamily="18" charset="-127"/>
              </a:rPr>
              <a:t>2026</a:t>
            </a:r>
            <a:r>
              <a:rPr lang="ko-KR" altLang="en-US" sz="1300" dirty="0">
                <a:solidFill>
                  <a:srgbClr val="266DB4">
                    <a:lumMod val="50000"/>
                  </a:srgbClr>
                </a:solidFill>
                <a:latin typeface="a고딕14" panose="02020600000000000000" pitchFamily="18" charset="-127"/>
                <a:ea typeface="a고딕14" panose="02020600000000000000" pitchFamily="18" charset="-127"/>
              </a:rPr>
              <a:t>년 </a:t>
            </a:r>
            <a:r>
              <a:rPr lang="en-US" altLang="ko-KR" sz="1300" dirty="0">
                <a:solidFill>
                  <a:srgbClr val="266DB4">
                    <a:lumMod val="50000"/>
                  </a:srgbClr>
                </a:solidFill>
                <a:latin typeface="a고딕14" panose="02020600000000000000" pitchFamily="18" charset="-127"/>
                <a:ea typeface="a고딕14" panose="02020600000000000000" pitchFamily="18" charset="-127"/>
              </a:rPr>
              <a:t>STEP </a:t>
            </a:r>
            <a:r>
              <a:rPr lang="ko-KR" altLang="en-US" sz="1300" dirty="0">
                <a:solidFill>
                  <a:srgbClr val="266DB4">
                    <a:lumMod val="50000"/>
                  </a:srgbClr>
                </a:solidFill>
                <a:latin typeface="a고딕14" panose="02020600000000000000" pitchFamily="18" charset="-127"/>
                <a:ea typeface="a고딕14" panose="02020600000000000000" pitchFamily="18" charset="-127"/>
              </a:rPr>
              <a:t>학습 로드맵</a:t>
            </a:r>
            <a:r>
              <a:rPr lang="en-US" altLang="ko-KR" sz="1300" dirty="0">
                <a:solidFill>
                  <a:srgbClr val="266DB4">
                    <a:lumMod val="50000"/>
                  </a:srgbClr>
                </a:solidFill>
                <a:latin typeface="a고딕14" panose="02020600000000000000" pitchFamily="18" charset="-127"/>
                <a:ea typeface="a고딕14" panose="02020600000000000000" pitchFamily="18" charset="-127"/>
              </a:rPr>
              <a:t>(SLR) </a:t>
            </a:r>
            <a:r>
              <a:rPr lang="ko-KR" altLang="en-US" sz="1300" dirty="0">
                <a:solidFill>
                  <a:srgbClr val="266DB4">
                    <a:lumMod val="50000"/>
                  </a:srgbClr>
                </a:solidFill>
                <a:latin typeface="a고딕14" panose="02020600000000000000" pitchFamily="18" charset="-127"/>
                <a:ea typeface="a고딕14" panose="02020600000000000000" pitchFamily="18" charset="-127"/>
              </a:rPr>
              <a:t>및 신규 과목 도출 연구</a:t>
            </a:r>
            <a:endParaRPr lang="en-US" sz="1300" dirty="0">
              <a:solidFill>
                <a:srgbClr val="266DB4">
                  <a:lumMod val="50000"/>
                </a:srgbClr>
              </a:solidFill>
              <a:latin typeface="a고딕14" panose="02020600000000000000" pitchFamily="18" charset="-127"/>
              <a:ea typeface="a고딕14" panose="02020600000000000000" pitchFamily="18" charset="-127"/>
            </a:endParaRPr>
          </a:p>
        </p:txBody>
      </p:sp>
      <p:sp>
        <p:nvSpPr>
          <p:cNvPr id="17" name="사각형: 잘린 한쪽 모서리 16">
            <a:extLst>
              <a:ext uri="{FF2B5EF4-FFF2-40B4-BE49-F238E27FC236}">
                <a16:creationId xmlns:a16="http://schemas.microsoft.com/office/drawing/2014/main" id="{4075D827-70A9-3F4E-8392-0D8C1BA5DAAE}"/>
              </a:ext>
            </a:extLst>
          </p:cNvPr>
          <p:cNvSpPr/>
          <p:nvPr/>
        </p:nvSpPr>
        <p:spPr>
          <a:xfrm flipH="1">
            <a:off x="14411" y="1994262"/>
            <a:ext cx="9906000" cy="4863737"/>
          </a:xfrm>
          <a:prstGeom prst="snip1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grpSp>
        <p:nvGrpSpPr>
          <p:cNvPr id="89" name="그룹 88">
            <a:extLst>
              <a:ext uri="{FF2B5EF4-FFF2-40B4-BE49-F238E27FC236}">
                <a16:creationId xmlns:a16="http://schemas.microsoft.com/office/drawing/2014/main" id="{B236BF0C-E6B1-9CB4-6BE2-571D9236957E}"/>
              </a:ext>
            </a:extLst>
          </p:cNvPr>
          <p:cNvGrpSpPr/>
          <p:nvPr/>
        </p:nvGrpSpPr>
        <p:grpSpPr>
          <a:xfrm>
            <a:off x="651044" y="2697049"/>
            <a:ext cx="3842913" cy="1044435"/>
            <a:chOff x="3938524" y="1229173"/>
            <a:chExt cx="2016000" cy="1044435"/>
          </a:xfrm>
        </p:grpSpPr>
        <p:cxnSp>
          <p:nvCxnSpPr>
            <p:cNvPr id="90" name="직선 연결선 89">
              <a:extLst>
                <a:ext uri="{FF2B5EF4-FFF2-40B4-BE49-F238E27FC236}">
                  <a16:creationId xmlns:a16="http://schemas.microsoft.com/office/drawing/2014/main" id="{D7764C20-AF19-9838-A5B1-E4364032BA96}"/>
                </a:ext>
              </a:extLst>
            </p:cNvPr>
            <p:cNvCxnSpPr/>
            <p:nvPr/>
          </p:nvCxnSpPr>
          <p:spPr>
            <a:xfrm>
              <a:off x="3938524" y="1229173"/>
              <a:ext cx="2016000" cy="0"/>
            </a:xfrm>
            <a:prstGeom prst="line">
              <a:avLst/>
            </a:prstGeom>
            <a:noFill/>
            <a:ln w="28575" cap="flat" cmpd="sng" algn="ctr">
              <a:solidFill>
                <a:sysClr val="windowText" lastClr="000000"/>
              </a:solidFill>
              <a:prstDash val="solid"/>
              <a:miter lim="800000"/>
            </a:ln>
            <a:effectLst/>
          </p:spPr>
        </p:cxnSp>
        <p:sp>
          <p:nvSpPr>
            <p:cNvPr id="94" name="TextBox 93">
              <a:extLst>
                <a:ext uri="{FF2B5EF4-FFF2-40B4-BE49-F238E27FC236}">
                  <a16:creationId xmlns:a16="http://schemas.microsoft.com/office/drawing/2014/main" id="{6FF0E9DA-DA36-396F-2B3A-281BC42029ED}"/>
                </a:ext>
              </a:extLst>
            </p:cNvPr>
            <p:cNvSpPr txBox="1"/>
            <p:nvPr/>
          </p:nvSpPr>
          <p:spPr>
            <a:xfrm>
              <a:off x="3938524" y="1279467"/>
              <a:ext cx="2016000" cy="338554"/>
            </a:xfrm>
            <a:prstGeom prst="rect">
              <a:avLst/>
            </a:prstGeom>
            <a:noFill/>
          </p:spPr>
          <p:txBody>
            <a:bodyPr wrap="square" lIns="0" rtlCol="0">
              <a:spAutoFit/>
            </a:bodyP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en-US" altLang="ko-KR"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01. </a:t>
              </a:r>
              <a:r>
                <a:rPr lang="ko-KR" altLang="en-US" sz="1600" kern="0" dirty="0">
                  <a:solidFill>
                    <a:prstClr val="black"/>
                  </a:solidFill>
                  <a:latin typeface="a고딕14" panose="02020600000000000000" pitchFamily="18" charset="-127"/>
                  <a:ea typeface="a고딕14" panose="02020600000000000000" pitchFamily="18" charset="-127"/>
                </a:rPr>
                <a:t>제안 개요</a:t>
              </a:r>
              <a:endParaRPr kumimoji="0" lang="en-US" altLang="ko-KR"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95" name="TextBox 94">
              <a:extLst>
                <a:ext uri="{FF2B5EF4-FFF2-40B4-BE49-F238E27FC236}">
                  <a16:creationId xmlns:a16="http://schemas.microsoft.com/office/drawing/2014/main" id="{81DF59AA-0563-99BE-792E-81EB06F4F9FB}"/>
                </a:ext>
              </a:extLst>
            </p:cNvPr>
            <p:cNvSpPr txBox="1"/>
            <p:nvPr/>
          </p:nvSpPr>
          <p:spPr>
            <a:xfrm>
              <a:off x="3938524" y="1668314"/>
              <a:ext cx="2016000" cy="605294"/>
            </a:xfrm>
            <a:prstGeom prst="rect">
              <a:avLst/>
            </a:prstGeom>
            <a:noFill/>
          </p:spPr>
          <p:txBody>
            <a:bodyPr wrap="square" lIns="108000" rIns="108000" rtlCol="0">
              <a:spAutoFit/>
            </a:bodyPr>
            <a:lstStyle/>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lang="ko-KR" altLang="en-US" sz="1300" kern="0" dirty="0">
                  <a:solidFill>
                    <a:prstClr val="black"/>
                  </a:solidFill>
                  <a:latin typeface="a고딕14" panose="02020600000000000000" pitchFamily="18" charset="-127"/>
                  <a:ea typeface="a고딕14" panose="02020600000000000000" pitchFamily="18" charset="-127"/>
                </a:rPr>
                <a:t>제안의 목적 및 범위</a:t>
              </a:r>
              <a:endParaRPr lang="en-US" altLang="ko-KR" sz="1300" kern="0" dirty="0">
                <a:solidFill>
                  <a:prstClr val="black"/>
                </a:solidFill>
                <a:latin typeface="a고딕14" panose="02020600000000000000" pitchFamily="18" charset="-127"/>
                <a:ea typeface="a고딕14" panose="02020600000000000000" pitchFamily="18" charset="-127"/>
              </a:endParaRPr>
            </a:p>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ko-KR" altLang="en-US" sz="13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제안의 특장점</a:t>
              </a:r>
              <a:endParaRPr kumimoji="0" lang="en-US" altLang="ko-KR" sz="13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96" name="TextBox 95">
              <a:extLst>
                <a:ext uri="{FF2B5EF4-FFF2-40B4-BE49-F238E27FC236}">
                  <a16:creationId xmlns:a16="http://schemas.microsoft.com/office/drawing/2014/main" id="{C0991A66-4C35-BD4D-0934-455FA449412B}"/>
                </a:ext>
              </a:extLst>
            </p:cNvPr>
            <p:cNvSpPr txBox="1"/>
            <p:nvPr/>
          </p:nvSpPr>
          <p:spPr>
            <a:xfrm>
              <a:off x="5675859" y="1329374"/>
              <a:ext cx="253519" cy="261610"/>
            </a:xfrm>
            <a:prstGeom prst="rect">
              <a:avLst/>
            </a:prstGeom>
            <a:noFill/>
          </p:spPr>
          <p:txBody>
            <a:bodyPr wrap="square" lIns="0" rIns="0" rtlCol="0" anchor="b">
              <a:spAutoFit/>
            </a:bodyP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1100" b="0" i="1" u="none" strike="noStrike" kern="0" cap="none" spc="0" normalizeH="0" baseline="0" noProof="0" dirty="0">
                  <a:ln>
                    <a:noFill/>
                  </a:ln>
                  <a:solidFill>
                    <a:prstClr val="black"/>
                  </a:solidFill>
                  <a:effectLst/>
                  <a:uLnTx/>
                  <a:uFillTx/>
                  <a:latin typeface="a고딕12" panose="02020600000000000000" pitchFamily="18" charset="-127"/>
                  <a:ea typeface="a고딕12" panose="02020600000000000000" pitchFamily="18" charset="-127"/>
                </a:rPr>
                <a:t>03</a:t>
              </a:r>
            </a:p>
          </p:txBody>
        </p:sp>
        <p:sp>
          <p:nvSpPr>
            <p:cNvPr id="3" name="TextBox 2">
              <a:extLst>
                <a:ext uri="{FF2B5EF4-FFF2-40B4-BE49-F238E27FC236}">
                  <a16:creationId xmlns:a16="http://schemas.microsoft.com/office/drawing/2014/main" id="{C8CFB11F-16FF-B0F2-9C8D-33FCB0DC7FC5}"/>
                </a:ext>
              </a:extLst>
            </p:cNvPr>
            <p:cNvSpPr txBox="1"/>
            <p:nvPr/>
          </p:nvSpPr>
          <p:spPr>
            <a:xfrm>
              <a:off x="5675859" y="1665509"/>
              <a:ext cx="253519" cy="570541"/>
            </a:xfrm>
            <a:prstGeom prst="rect">
              <a:avLst/>
            </a:prstGeom>
            <a:noFill/>
          </p:spPr>
          <p:txBody>
            <a:bodyPr wrap="square" lIns="0" rIns="0" rtlCol="0" anchor="t">
              <a:spAutoFit/>
            </a:bodyPr>
            <a:lstStyle/>
            <a:p>
              <a:pPr marL="0" marR="0" lvl="0" indent="0" algn="r" defTabSz="457200" eaLnBrk="1" fontAlgn="auto" latinLnBrk="0" hangingPunct="1">
                <a:lnSpc>
                  <a:spcPct val="150000"/>
                </a:lnSpc>
                <a:spcBef>
                  <a:spcPts val="0"/>
                </a:spcBef>
                <a:spcAft>
                  <a:spcPts val="0"/>
                </a:spcAft>
                <a:buClrTx/>
                <a:buSzTx/>
                <a:buFontTx/>
                <a:buNone/>
                <a:tabLst/>
                <a:defRPr/>
              </a:pPr>
              <a:r>
                <a:rPr kumimoji="0" lang="en-US" altLang="ko-KR" sz="1100" b="0" i="1" u="none" strike="noStrike" kern="0" cap="none" spc="0" normalizeH="0" baseline="0" noProof="0" dirty="0">
                  <a:ln>
                    <a:noFill/>
                  </a:ln>
                  <a:solidFill>
                    <a:prstClr val="black"/>
                  </a:solidFill>
                  <a:effectLst/>
                  <a:uLnTx/>
                  <a:uFillTx/>
                  <a:latin typeface="a고딕12" panose="02020600000000000000" pitchFamily="18" charset="-127"/>
                  <a:ea typeface="a고딕12" panose="02020600000000000000" pitchFamily="18" charset="-127"/>
                </a:rPr>
                <a:t>04</a:t>
              </a:r>
            </a:p>
            <a:p>
              <a:pPr marL="0" marR="0" lvl="0" indent="0" algn="r" defTabSz="457200" eaLnBrk="1" fontAlgn="auto" latinLnBrk="0" hangingPunct="1">
                <a:lnSpc>
                  <a:spcPct val="150000"/>
                </a:lnSpc>
                <a:spcBef>
                  <a:spcPts val="0"/>
                </a:spcBef>
                <a:spcAft>
                  <a:spcPts val="0"/>
                </a:spcAft>
                <a:buClrTx/>
                <a:buSzTx/>
                <a:buFontTx/>
                <a:buNone/>
                <a:tabLst/>
                <a:defRPr/>
              </a:pPr>
              <a:r>
                <a:rPr lang="en-US" altLang="ko-KR" sz="1100" i="1" kern="0" dirty="0">
                  <a:solidFill>
                    <a:prstClr val="black"/>
                  </a:solidFill>
                  <a:latin typeface="a고딕12" panose="02020600000000000000" pitchFamily="18" charset="-127"/>
                  <a:ea typeface="a고딕12" panose="02020600000000000000" pitchFamily="18" charset="-127"/>
                </a:rPr>
                <a:t>06</a:t>
              </a:r>
              <a:endParaRPr kumimoji="0" lang="en-US" altLang="ko-KR" sz="1100" b="0" i="1" u="none" strike="noStrike" kern="0" cap="none" spc="0" normalizeH="0" baseline="0" noProof="0" dirty="0">
                <a:ln>
                  <a:noFill/>
                </a:ln>
                <a:solidFill>
                  <a:prstClr val="black"/>
                </a:solidFill>
                <a:effectLst/>
                <a:uLnTx/>
                <a:uFillTx/>
                <a:latin typeface="a고딕12" panose="02020600000000000000" pitchFamily="18" charset="-127"/>
                <a:ea typeface="a고딕12" panose="02020600000000000000" pitchFamily="18" charset="-127"/>
              </a:endParaRPr>
            </a:p>
          </p:txBody>
        </p:sp>
      </p:grpSp>
      <p:grpSp>
        <p:nvGrpSpPr>
          <p:cNvPr id="98" name="그룹 97">
            <a:extLst>
              <a:ext uri="{FF2B5EF4-FFF2-40B4-BE49-F238E27FC236}">
                <a16:creationId xmlns:a16="http://schemas.microsoft.com/office/drawing/2014/main" id="{8141B391-1230-A49C-41CC-FE25D68D6641}"/>
              </a:ext>
            </a:extLst>
          </p:cNvPr>
          <p:cNvGrpSpPr/>
          <p:nvPr/>
        </p:nvGrpSpPr>
        <p:grpSpPr>
          <a:xfrm>
            <a:off x="5412043" y="2697049"/>
            <a:ext cx="3842913" cy="1789767"/>
            <a:chOff x="3938524" y="1229173"/>
            <a:chExt cx="2016000" cy="1789767"/>
          </a:xfrm>
        </p:grpSpPr>
        <p:cxnSp>
          <p:nvCxnSpPr>
            <p:cNvPr id="99" name="직선 연결선 98">
              <a:extLst>
                <a:ext uri="{FF2B5EF4-FFF2-40B4-BE49-F238E27FC236}">
                  <a16:creationId xmlns:a16="http://schemas.microsoft.com/office/drawing/2014/main" id="{C0AEFE59-3E15-402C-C921-DB1A4E2FA114}"/>
                </a:ext>
              </a:extLst>
            </p:cNvPr>
            <p:cNvCxnSpPr/>
            <p:nvPr/>
          </p:nvCxnSpPr>
          <p:spPr>
            <a:xfrm>
              <a:off x="3938524" y="1229173"/>
              <a:ext cx="2016000" cy="0"/>
            </a:xfrm>
            <a:prstGeom prst="line">
              <a:avLst/>
            </a:prstGeom>
            <a:noFill/>
            <a:ln w="28575" cap="flat" cmpd="sng" algn="ctr">
              <a:solidFill>
                <a:sysClr val="windowText" lastClr="000000"/>
              </a:solidFill>
              <a:prstDash val="solid"/>
              <a:miter lim="800000"/>
            </a:ln>
            <a:effectLst/>
          </p:spPr>
        </p:cxnSp>
        <p:sp>
          <p:nvSpPr>
            <p:cNvPr id="100" name="TextBox 99">
              <a:extLst>
                <a:ext uri="{FF2B5EF4-FFF2-40B4-BE49-F238E27FC236}">
                  <a16:creationId xmlns:a16="http://schemas.microsoft.com/office/drawing/2014/main" id="{586C4499-A79D-E9E0-783E-B7ECDDCF01BE}"/>
                </a:ext>
              </a:extLst>
            </p:cNvPr>
            <p:cNvSpPr txBox="1"/>
            <p:nvPr/>
          </p:nvSpPr>
          <p:spPr>
            <a:xfrm>
              <a:off x="3938524" y="1279467"/>
              <a:ext cx="2016000" cy="338554"/>
            </a:xfrm>
            <a:prstGeom prst="rect">
              <a:avLst/>
            </a:prstGeom>
            <a:noFill/>
          </p:spPr>
          <p:txBody>
            <a:bodyPr wrap="square" lIns="0" rtlCol="0">
              <a:spAutoFit/>
            </a:bodyP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en-US" altLang="ko-KR"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02. </a:t>
              </a:r>
              <a:r>
                <a:rPr kumimoji="0" lang="ko-KR" altLang="en-US"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제안내용</a:t>
              </a:r>
              <a:endParaRPr kumimoji="0" lang="en-US" altLang="ko-KR"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102" name="TextBox 101">
              <a:extLst>
                <a:ext uri="{FF2B5EF4-FFF2-40B4-BE49-F238E27FC236}">
                  <a16:creationId xmlns:a16="http://schemas.microsoft.com/office/drawing/2014/main" id="{815518E1-449A-76A3-1AB1-4FFC38FA1EB1}"/>
                </a:ext>
              </a:extLst>
            </p:cNvPr>
            <p:cNvSpPr txBox="1"/>
            <p:nvPr/>
          </p:nvSpPr>
          <p:spPr>
            <a:xfrm>
              <a:off x="3938524" y="1668314"/>
              <a:ext cx="2016000" cy="1350626"/>
            </a:xfrm>
            <a:prstGeom prst="rect">
              <a:avLst/>
            </a:prstGeom>
            <a:noFill/>
          </p:spPr>
          <p:txBody>
            <a:bodyPr wrap="square" lIns="108000" rIns="108000" rtlCol="0">
              <a:spAutoFit/>
            </a:bodyPr>
            <a:lstStyle/>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ko-KR" altLang="en-US" sz="13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과업 추진방향</a:t>
              </a:r>
              <a:endParaRPr kumimoji="0" lang="en-US" altLang="ko-KR" sz="13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ko-KR" altLang="en-US" sz="13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과업 수행계획 및 방법</a:t>
              </a:r>
              <a:endParaRPr kumimoji="0" lang="en-US" altLang="ko-KR" sz="13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ko-KR" altLang="en-US" sz="13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추진일정 및 보고 계획</a:t>
              </a:r>
              <a:endParaRPr kumimoji="0" lang="en-US" altLang="ko-KR" sz="13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lang="ko-KR" altLang="en-US" sz="1300" kern="0" dirty="0">
                  <a:solidFill>
                    <a:prstClr val="black"/>
                  </a:solidFill>
                  <a:latin typeface="a고딕14" panose="02020600000000000000" pitchFamily="18" charset="-127"/>
                  <a:ea typeface="a고딕14" panose="02020600000000000000" pitchFamily="18" charset="-127"/>
                </a:rPr>
                <a:t>과업 수행 조직</a:t>
              </a:r>
              <a:endParaRPr kumimoji="0" lang="en-US" altLang="ko-KR" sz="13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endParaRPr kumimoji="0" lang="en-US" altLang="ko-KR" sz="13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103" name="TextBox 102">
              <a:extLst>
                <a:ext uri="{FF2B5EF4-FFF2-40B4-BE49-F238E27FC236}">
                  <a16:creationId xmlns:a16="http://schemas.microsoft.com/office/drawing/2014/main" id="{4A708C7B-CE73-8ADC-31DB-D018C5291B35}"/>
                </a:ext>
              </a:extLst>
            </p:cNvPr>
            <p:cNvSpPr txBox="1"/>
            <p:nvPr/>
          </p:nvSpPr>
          <p:spPr>
            <a:xfrm>
              <a:off x="5675859" y="1329374"/>
              <a:ext cx="253519" cy="261610"/>
            </a:xfrm>
            <a:prstGeom prst="rect">
              <a:avLst/>
            </a:prstGeom>
            <a:noFill/>
          </p:spPr>
          <p:txBody>
            <a:bodyPr wrap="square" lIns="0" rIns="0" rtlCol="0" anchor="b">
              <a:spAutoFit/>
            </a:bodyP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1100" b="0" i="1" u="none" strike="noStrike" kern="0" cap="none" spc="0" normalizeH="0" baseline="0" noProof="0" dirty="0">
                  <a:ln>
                    <a:noFill/>
                  </a:ln>
                  <a:solidFill>
                    <a:prstClr val="black"/>
                  </a:solidFill>
                  <a:effectLst/>
                  <a:uLnTx/>
                  <a:uFillTx/>
                  <a:latin typeface="a고딕12" panose="02020600000000000000" pitchFamily="18" charset="-127"/>
                  <a:ea typeface="a고딕12" panose="02020600000000000000" pitchFamily="18" charset="-127"/>
                </a:rPr>
                <a:t>08</a:t>
              </a:r>
            </a:p>
          </p:txBody>
        </p:sp>
        <p:sp>
          <p:nvSpPr>
            <p:cNvPr id="4" name="TextBox 3">
              <a:extLst>
                <a:ext uri="{FF2B5EF4-FFF2-40B4-BE49-F238E27FC236}">
                  <a16:creationId xmlns:a16="http://schemas.microsoft.com/office/drawing/2014/main" id="{5B0FBAEE-B01E-005F-8CBF-5458A7E41A3D}"/>
                </a:ext>
              </a:extLst>
            </p:cNvPr>
            <p:cNvSpPr txBox="1"/>
            <p:nvPr/>
          </p:nvSpPr>
          <p:spPr>
            <a:xfrm>
              <a:off x="5675859" y="1665509"/>
              <a:ext cx="253519" cy="1332288"/>
            </a:xfrm>
            <a:prstGeom prst="rect">
              <a:avLst/>
            </a:prstGeom>
            <a:noFill/>
          </p:spPr>
          <p:txBody>
            <a:bodyPr wrap="square" lIns="0" rIns="0" rtlCol="0" anchor="t">
              <a:spAutoFit/>
            </a:bodyPr>
            <a:lstStyle/>
            <a:p>
              <a:pPr marL="0" marR="0" lvl="0" indent="0" algn="r" defTabSz="457200" eaLnBrk="1" fontAlgn="auto" latinLnBrk="0" hangingPunct="1">
                <a:lnSpc>
                  <a:spcPct val="150000"/>
                </a:lnSpc>
                <a:spcBef>
                  <a:spcPts val="0"/>
                </a:spcBef>
                <a:spcAft>
                  <a:spcPts val="0"/>
                </a:spcAft>
                <a:buClrTx/>
                <a:buSzTx/>
                <a:buFontTx/>
                <a:buNone/>
                <a:tabLst/>
                <a:defRPr/>
              </a:pPr>
              <a:r>
                <a:rPr kumimoji="0" lang="en-US" altLang="ko-KR" sz="1100" b="0" i="1" u="none" strike="noStrike" kern="0" cap="none" spc="0" normalizeH="0" baseline="0" noProof="0" dirty="0">
                  <a:ln>
                    <a:noFill/>
                  </a:ln>
                  <a:solidFill>
                    <a:prstClr val="black"/>
                  </a:solidFill>
                  <a:effectLst/>
                  <a:uLnTx/>
                  <a:uFillTx/>
                  <a:latin typeface="a고딕12" panose="02020600000000000000" pitchFamily="18" charset="-127"/>
                  <a:ea typeface="a고딕12" panose="02020600000000000000" pitchFamily="18" charset="-127"/>
                </a:rPr>
                <a:t>09</a:t>
              </a:r>
            </a:p>
            <a:p>
              <a:pPr marL="0" marR="0" lvl="0" indent="0" algn="r" defTabSz="457200" eaLnBrk="1" fontAlgn="auto" latinLnBrk="0" hangingPunct="1">
                <a:lnSpc>
                  <a:spcPct val="150000"/>
                </a:lnSpc>
                <a:spcBef>
                  <a:spcPts val="0"/>
                </a:spcBef>
                <a:spcAft>
                  <a:spcPts val="0"/>
                </a:spcAft>
                <a:buClrTx/>
                <a:buSzTx/>
                <a:buFontTx/>
                <a:buNone/>
                <a:tabLst/>
                <a:defRPr/>
              </a:pPr>
              <a:r>
                <a:rPr lang="en-US" altLang="ko-KR" sz="1100" i="1" kern="0" dirty="0">
                  <a:solidFill>
                    <a:prstClr val="black"/>
                  </a:solidFill>
                  <a:latin typeface="a고딕12" panose="02020600000000000000" pitchFamily="18" charset="-127"/>
                  <a:ea typeface="a고딕12" panose="02020600000000000000" pitchFamily="18" charset="-127"/>
                </a:rPr>
                <a:t>10</a:t>
              </a:r>
            </a:p>
            <a:p>
              <a:pPr marL="0" marR="0" lvl="0" indent="0" algn="r" defTabSz="457200" eaLnBrk="1" fontAlgn="auto" latinLnBrk="0" hangingPunct="1">
                <a:lnSpc>
                  <a:spcPct val="150000"/>
                </a:lnSpc>
                <a:spcBef>
                  <a:spcPts val="0"/>
                </a:spcBef>
                <a:spcAft>
                  <a:spcPts val="0"/>
                </a:spcAft>
                <a:buClrTx/>
                <a:buSzTx/>
                <a:buFontTx/>
                <a:buNone/>
                <a:tabLst/>
                <a:defRPr/>
              </a:pPr>
              <a:r>
                <a:rPr kumimoji="0" lang="en-US" altLang="ko-KR" sz="1100" b="0" i="1" u="none" strike="noStrike" kern="0" cap="none" spc="0" normalizeH="0" baseline="0" noProof="0" dirty="0">
                  <a:ln>
                    <a:noFill/>
                  </a:ln>
                  <a:solidFill>
                    <a:prstClr val="black"/>
                  </a:solidFill>
                  <a:effectLst/>
                  <a:uLnTx/>
                  <a:uFillTx/>
                  <a:latin typeface="a고딕12" panose="02020600000000000000" pitchFamily="18" charset="-127"/>
                  <a:ea typeface="a고딕12" panose="02020600000000000000" pitchFamily="18" charset="-127"/>
                </a:rPr>
                <a:t>28</a:t>
              </a:r>
            </a:p>
            <a:p>
              <a:pPr marL="0" marR="0" lvl="0" indent="0" algn="r" defTabSz="457200" eaLnBrk="1" fontAlgn="auto" latinLnBrk="0" hangingPunct="1">
                <a:lnSpc>
                  <a:spcPct val="150000"/>
                </a:lnSpc>
                <a:spcBef>
                  <a:spcPts val="0"/>
                </a:spcBef>
                <a:spcAft>
                  <a:spcPts val="0"/>
                </a:spcAft>
                <a:buClrTx/>
                <a:buSzTx/>
                <a:buFontTx/>
                <a:buNone/>
                <a:tabLst/>
                <a:defRPr/>
              </a:pPr>
              <a:r>
                <a:rPr lang="en-US" altLang="ko-KR" sz="1100" i="1" kern="0" dirty="0">
                  <a:solidFill>
                    <a:prstClr val="black"/>
                  </a:solidFill>
                  <a:latin typeface="a고딕12" panose="02020600000000000000" pitchFamily="18" charset="-127"/>
                  <a:ea typeface="a고딕12" panose="02020600000000000000" pitchFamily="18" charset="-127"/>
                </a:rPr>
                <a:t>30</a:t>
              </a:r>
              <a:endParaRPr kumimoji="0" lang="en-US" altLang="ko-KR" sz="1100" b="0" i="1" u="none" strike="noStrike" kern="0" cap="none" spc="0" normalizeH="0" baseline="0" noProof="0" dirty="0">
                <a:ln>
                  <a:noFill/>
                </a:ln>
                <a:solidFill>
                  <a:prstClr val="black"/>
                </a:solidFill>
                <a:effectLst/>
                <a:uLnTx/>
                <a:uFillTx/>
                <a:latin typeface="a고딕12" panose="02020600000000000000" pitchFamily="18" charset="-127"/>
                <a:ea typeface="a고딕12" panose="02020600000000000000" pitchFamily="18" charset="-127"/>
              </a:endParaRPr>
            </a:p>
            <a:p>
              <a:pPr marL="0" marR="0" lvl="0" indent="0" algn="r" defTabSz="457200" eaLnBrk="1" fontAlgn="auto" latinLnBrk="0" hangingPunct="1">
                <a:lnSpc>
                  <a:spcPct val="150000"/>
                </a:lnSpc>
                <a:spcBef>
                  <a:spcPts val="0"/>
                </a:spcBef>
                <a:spcAft>
                  <a:spcPts val="0"/>
                </a:spcAft>
                <a:buClrTx/>
                <a:buSzTx/>
                <a:buFontTx/>
                <a:buNone/>
                <a:tabLst/>
                <a:defRPr/>
              </a:pPr>
              <a:endParaRPr kumimoji="0" lang="en-US" altLang="ko-KR" sz="1100" b="0" i="1" u="none" strike="noStrike" kern="0" cap="none" spc="0" normalizeH="0" baseline="0" noProof="0" dirty="0">
                <a:ln>
                  <a:noFill/>
                </a:ln>
                <a:solidFill>
                  <a:prstClr val="black"/>
                </a:solidFill>
                <a:effectLst/>
                <a:uLnTx/>
                <a:uFillTx/>
                <a:latin typeface="a고딕12" panose="02020600000000000000" pitchFamily="18" charset="-127"/>
                <a:ea typeface="a고딕12" panose="02020600000000000000" pitchFamily="18" charset="-127"/>
              </a:endParaRPr>
            </a:p>
          </p:txBody>
        </p:sp>
      </p:grpSp>
      <p:grpSp>
        <p:nvGrpSpPr>
          <p:cNvPr id="8" name="그룹 7">
            <a:extLst>
              <a:ext uri="{FF2B5EF4-FFF2-40B4-BE49-F238E27FC236}">
                <a16:creationId xmlns:a16="http://schemas.microsoft.com/office/drawing/2014/main" id="{4ACEEFC7-90CF-5DF1-66F3-6668F6E0ABBA}"/>
              </a:ext>
            </a:extLst>
          </p:cNvPr>
          <p:cNvGrpSpPr/>
          <p:nvPr/>
        </p:nvGrpSpPr>
        <p:grpSpPr>
          <a:xfrm>
            <a:off x="651044" y="4581128"/>
            <a:ext cx="3842913" cy="1020326"/>
            <a:chOff x="3938524" y="1229173"/>
            <a:chExt cx="2016000" cy="1020326"/>
          </a:xfrm>
        </p:grpSpPr>
        <p:cxnSp>
          <p:nvCxnSpPr>
            <p:cNvPr id="9" name="직선 연결선 8">
              <a:extLst>
                <a:ext uri="{FF2B5EF4-FFF2-40B4-BE49-F238E27FC236}">
                  <a16:creationId xmlns:a16="http://schemas.microsoft.com/office/drawing/2014/main" id="{9B0E4DFA-BAA0-994E-CCCB-842361FA5347}"/>
                </a:ext>
              </a:extLst>
            </p:cNvPr>
            <p:cNvCxnSpPr/>
            <p:nvPr/>
          </p:nvCxnSpPr>
          <p:spPr>
            <a:xfrm>
              <a:off x="3938524" y="1229173"/>
              <a:ext cx="2016000" cy="0"/>
            </a:xfrm>
            <a:prstGeom prst="line">
              <a:avLst/>
            </a:prstGeom>
            <a:noFill/>
            <a:ln w="28575" cap="flat" cmpd="sng" algn="ctr">
              <a:solidFill>
                <a:sysClr val="windowText" lastClr="000000"/>
              </a:solidFill>
              <a:prstDash val="solid"/>
              <a:miter lim="800000"/>
            </a:ln>
            <a:effectLst/>
          </p:spPr>
        </p:cxnSp>
        <p:sp>
          <p:nvSpPr>
            <p:cNvPr id="10" name="TextBox 9">
              <a:extLst>
                <a:ext uri="{FF2B5EF4-FFF2-40B4-BE49-F238E27FC236}">
                  <a16:creationId xmlns:a16="http://schemas.microsoft.com/office/drawing/2014/main" id="{2DFBBE55-DDB8-AAA3-4023-CD7D23B66444}"/>
                </a:ext>
              </a:extLst>
            </p:cNvPr>
            <p:cNvSpPr txBox="1"/>
            <p:nvPr/>
          </p:nvSpPr>
          <p:spPr>
            <a:xfrm>
              <a:off x="3938524" y="1279467"/>
              <a:ext cx="2016000" cy="338554"/>
            </a:xfrm>
            <a:prstGeom prst="rect">
              <a:avLst/>
            </a:prstGeom>
            <a:noFill/>
          </p:spPr>
          <p:txBody>
            <a:bodyPr wrap="square" lIns="0" rtlCol="0">
              <a:spAutoFit/>
            </a:bodyP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ko-KR" altLang="en-US"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부록</a:t>
              </a:r>
              <a:r>
                <a:rPr kumimoji="0" lang="en-US" altLang="ko-KR"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 </a:t>
              </a:r>
              <a:r>
                <a:rPr kumimoji="0" lang="ko-KR" altLang="en-US"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제안업체 일반 현황</a:t>
              </a:r>
              <a:endParaRPr kumimoji="0" lang="en-US" altLang="ko-KR"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11" name="TextBox 10">
              <a:extLst>
                <a:ext uri="{FF2B5EF4-FFF2-40B4-BE49-F238E27FC236}">
                  <a16:creationId xmlns:a16="http://schemas.microsoft.com/office/drawing/2014/main" id="{44CE13D1-79F7-BA0A-C528-75251E863925}"/>
                </a:ext>
              </a:extLst>
            </p:cNvPr>
            <p:cNvSpPr txBox="1"/>
            <p:nvPr/>
          </p:nvSpPr>
          <p:spPr>
            <a:xfrm>
              <a:off x="3938524" y="1668314"/>
              <a:ext cx="2016000" cy="581185"/>
            </a:xfrm>
            <a:prstGeom prst="rect">
              <a:avLst/>
            </a:prstGeom>
            <a:noFill/>
          </p:spPr>
          <p:txBody>
            <a:bodyPr wrap="square" lIns="108000" rIns="108000" rtlCol="0">
              <a:spAutoFit/>
            </a:bodyPr>
            <a:lstStyle/>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ko-KR" altLang="en-US" sz="13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일반현황</a:t>
              </a:r>
              <a:endParaRPr kumimoji="0" lang="en-US" altLang="ko-KR" sz="13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ko-KR" altLang="en-US" sz="13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유사용역 실적</a:t>
              </a:r>
              <a:endParaRPr kumimoji="0" lang="en-US" altLang="ko-KR" sz="13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12" name="TextBox 11">
              <a:extLst>
                <a:ext uri="{FF2B5EF4-FFF2-40B4-BE49-F238E27FC236}">
                  <a16:creationId xmlns:a16="http://schemas.microsoft.com/office/drawing/2014/main" id="{4BEA0A7A-C561-0EDD-0A36-2F2B74B0CA67}"/>
                </a:ext>
              </a:extLst>
            </p:cNvPr>
            <p:cNvSpPr txBox="1"/>
            <p:nvPr/>
          </p:nvSpPr>
          <p:spPr>
            <a:xfrm>
              <a:off x="5675859" y="1329374"/>
              <a:ext cx="253519" cy="261610"/>
            </a:xfrm>
            <a:prstGeom prst="rect">
              <a:avLst/>
            </a:prstGeom>
            <a:noFill/>
          </p:spPr>
          <p:txBody>
            <a:bodyPr wrap="square" lIns="0" rIns="0" rtlCol="0" anchor="b">
              <a:spAutoFit/>
            </a:bodyP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1100" b="0" i="1" u="none" strike="noStrike" kern="0" cap="none" spc="0" normalizeH="0" baseline="0" noProof="0" dirty="0">
                  <a:ln>
                    <a:noFill/>
                  </a:ln>
                  <a:solidFill>
                    <a:prstClr val="black"/>
                  </a:solidFill>
                  <a:effectLst/>
                  <a:uLnTx/>
                  <a:uFillTx/>
                  <a:latin typeface="a고딕12" panose="02020600000000000000" pitchFamily="18" charset="-127"/>
                  <a:ea typeface="a고딕12" panose="02020600000000000000" pitchFamily="18" charset="-127"/>
                </a:rPr>
                <a:t>32</a:t>
              </a:r>
            </a:p>
          </p:txBody>
        </p:sp>
        <p:sp>
          <p:nvSpPr>
            <p:cNvPr id="13" name="TextBox 12">
              <a:extLst>
                <a:ext uri="{FF2B5EF4-FFF2-40B4-BE49-F238E27FC236}">
                  <a16:creationId xmlns:a16="http://schemas.microsoft.com/office/drawing/2014/main" id="{AC952B84-BBB6-7309-1C51-F2356F9195CA}"/>
                </a:ext>
              </a:extLst>
            </p:cNvPr>
            <p:cNvSpPr txBox="1"/>
            <p:nvPr/>
          </p:nvSpPr>
          <p:spPr>
            <a:xfrm>
              <a:off x="5675859" y="1665509"/>
              <a:ext cx="253519" cy="570541"/>
            </a:xfrm>
            <a:prstGeom prst="rect">
              <a:avLst/>
            </a:prstGeom>
            <a:noFill/>
          </p:spPr>
          <p:txBody>
            <a:bodyPr wrap="square" lIns="0" rIns="0" rtlCol="0" anchor="t">
              <a:spAutoFit/>
            </a:bodyPr>
            <a:lstStyle/>
            <a:p>
              <a:pPr marL="0" marR="0" lvl="0" indent="0" algn="r" defTabSz="457200" eaLnBrk="1" fontAlgn="auto" latinLnBrk="0" hangingPunct="1">
                <a:lnSpc>
                  <a:spcPct val="150000"/>
                </a:lnSpc>
                <a:spcBef>
                  <a:spcPts val="0"/>
                </a:spcBef>
                <a:spcAft>
                  <a:spcPts val="0"/>
                </a:spcAft>
                <a:buClrTx/>
                <a:buSzTx/>
                <a:buFontTx/>
                <a:buNone/>
                <a:tabLst/>
                <a:defRPr/>
              </a:pPr>
              <a:r>
                <a:rPr kumimoji="0" lang="en-US" altLang="ko-KR" sz="1100" b="0" i="1" u="none" strike="noStrike" kern="0" cap="none" spc="0" normalizeH="0" baseline="0" noProof="0" dirty="0">
                  <a:ln>
                    <a:noFill/>
                  </a:ln>
                  <a:solidFill>
                    <a:prstClr val="black"/>
                  </a:solidFill>
                  <a:effectLst/>
                  <a:uLnTx/>
                  <a:uFillTx/>
                  <a:latin typeface="a고딕12" panose="02020600000000000000" pitchFamily="18" charset="-127"/>
                  <a:ea typeface="a고딕12" panose="02020600000000000000" pitchFamily="18" charset="-127"/>
                </a:rPr>
                <a:t>33</a:t>
              </a:r>
            </a:p>
            <a:p>
              <a:pPr marL="0" marR="0" lvl="0" indent="0" algn="r" defTabSz="457200" eaLnBrk="1" fontAlgn="auto" latinLnBrk="0" hangingPunct="1">
                <a:lnSpc>
                  <a:spcPct val="150000"/>
                </a:lnSpc>
                <a:spcBef>
                  <a:spcPts val="0"/>
                </a:spcBef>
                <a:spcAft>
                  <a:spcPts val="0"/>
                </a:spcAft>
                <a:buClrTx/>
                <a:buSzTx/>
                <a:buFontTx/>
                <a:buNone/>
                <a:tabLst/>
                <a:defRPr/>
              </a:pPr>
              <a:r>
                <a:rPr kumimoji="0" lang="en-US" altLang="ko-KR" sz="1100" b="0" i="1" u="none" strike="noStrike" kern="0" cap="none" spc="0" normalizeH="0" baseline="0" noProof="0" dirty="0">
                  <a:ln>
                    <a:noFill/>
                  </a:ln>
                  <a:solidFill>
                    <a:prstClr val="black"/>
                  </a:solidFill>
                  <a:effectLst/>
                  <a:uLnTx/>
                  <a:uFillTx/>
                  <a:latin typeface="a고딕12" panose="02020600000000000000" pitchFamily="18" charset="-127"/>
                  <a:ea typeface="a고딕12" panose="02020600000000000000" pitchFamily="18" charset="-127"/>
                </a:rPr>
                <a:t>35</a:t>
              </a:r>
            </a:p>
          </p:txBody>
        </p:sp>
      </p:grpSp>
    </p:spTree>
    <p:extLst>
      <p:ext uri="{BB962C8B-B14F-4D97-AF65-F5344CB8AC3E}">
        <p14:creationId xmlns:p14="http://schemas.microsoft.com/office/powerpoint/2010/main" val="12869267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그림 1">
            <a:extLst>
              <a:ext uri="{FF2B5EF4-FFF2-40B4-BE49-F238E27FC236}">
                <a16:creationId xmlns:a16="http://schemas.microsoft.com/office/drawing/2014/main" id="{C9E2D407-7E86-6F95-863D-53728915160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905206" cy="6858000"/>
          </a:xfrm>
          <a:prstGeom prst="rect">
            <a:avLst/>
          </a:prstGeom>
        </p:spPr>
      </p:pic>
      <p:pic>
        <p:nvPicPr>
          <p:cNvPr id="8" name="Picture 3">
            <a:extLst>
              <a:ext uri="{FF2B5EF4-FFF2-40B4-BE49-F238E27FC236}">
                <a16:creationId xmlns:a16="http://schemas.microsoft.com/office/drawing/2014/main" id="{886FF014-3707-48AB-AF3A-55BF4E078BAC}"/>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5636281" y="0"/>
            <a:ext cx="4268924" cy="6858000"/>
          </a:xfrm>
          <a:prstGeom prst="rect">
            <a:avLst/>
          </a:prstGeom>
          <a:pattFill prst="horzBrick">
            <a:fgClr>
              <a:schemeClr val="bg1">
                <a:lumMod val="75000"/>
              </a:schemeClr>
            </a:fgClr>
            <a:bgClr>
              <a:schemeClr val="bg1"/>
            </a:bgClr>
          </a:pattFill>
          <a:ln>
            <a:noFill/>
          </a:ln>
        </p:spPr>
      </p:pic>
      <p:sp>
        <p:nvSpPr>
          <p:cNvPr id="5" name="Text Placeholder 1">
            <a:extLst>
              <a:ext uri="{FF2B5EF4-FFF2-40B4-BE49-F238E27FC236}">
                <a16:creationId xmlns:a16="http://schemas.microsoft.com/office/drawing/2014/main" id="{C4E93A0F-4A59-4C96-8D4B-97E10930219B}"/>
              </a:ext>
            </a:extLst>
          </p:cNvPr>
          <p:cNvSpPr txBox="1">
            <a:spLocks/>
          </p:cNvSpPr>
          <p:nvPr/>
        </p:nvSpPr>
        <p:spPr>
          <a:xfrm>
            <a:off x="5817096" y="2384884"/>
            <a:ext cx="4268923" cy="1066962"/>
          </a:xfrm>
          <a:prstGeom prst="rect">
            <a:avLst/>
          </a:prstGeom>
        </p:spPr>
        <p:txBody>
          <a:bodyPr vert="horz" wrap="square" lIns="360000" tIns="72000" rIns="252000" bIns="0" rtlCol="0" anchor="t" anchorCtr="0">
            <a:normAutofit/>
          </a:bodyPr>
          <a:lstStyle>
            <a:lvl1pPr marL="0" indent="0" algn="l" defTabSz="914400" rtl="0" eaLnBrk="1" latinLnBrk="0" hangingPunct="1">
              <a:lnSpc>
                <a:spcPct val="90000"/>
              </a:lnSpc>
              <a:spcBef>
                <a:spcPts val="0"/>
              </a:spcBef>
              <a:buFont typeface="Arial Narrow" pitchFamily="34" charset="0"/>
              <a:buNone/>
              <a:defRPr lang="en-US" sz="21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0"/>
              </a:spcBef>
              <a:buFont typeface="Arial Narrow" pitchFamily="34" charset="0"/>
              <a:buChar char="&gt;"/>
              <a:defRPr lang="en-US" sz="2100" b="0" kern="1200">
                <a:solidFill>
                  <a:schemeClr val="tx1"/>
                </a:solidFill>
                <a:latin typeface="+mn-lt"/>
                <a:ea typeface="+mn-ea"/>
                <a:cs typeface="+mn-cs"/>
                <a:sym typeface="+mn-lt"/>
              </a:defRPr>
            </a:lvl2pPr>
            <a:lvl3pPr marL="482400" indent="-2340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3pPr>
            <a:lvl4pPr marL="698400" indent="-2016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4pPr>
            <a:lvl5pPr marL="698400" indent="0" algn="l" defTabSz="914400" rtl="0" eaLnBrk="1" latinLnBrk="0" hangingPunct="1">
              <a:lnSpc>
                <a:spcPct val="90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lvl="0" fontAlgn="auto">
              <a:lnSpc>
                <a:spcPct val="120000"/>
              </a:lnSpc>
              <a:spcBef>
                <a:spcPts val="400"/>
              </a:spcBef>
              <a:spcAft>
                <a:spcPts val="0"/>
              </a:spcAft>
              <a:defRPr/>
            </a:pPr>
            <a:r>
              <a:rPr lang="en-US" altLang="ko-KR" sz="2500" dirty="0">
                <a:solidFill>
                  <a:srgbClr val="000000"/>
                </a:solidFill>
                <a:ea typeface="a고딕14" panose="02020600000000000000" pitchFamily="18" charset="-127"/>
              </a:rPr>
              <a:t>Ⅰ</a:t>
            </a:r>
            <a:r>
              <a:rPr lang="en-US" altLang="ko-KR" sz="2500" dirty="0">
                <a:solidFill>
                  <a:srgbClr val="000000"/>
                </a:solidFill>
                <a:latin typeface="a고딕14" panose="02020600000000000000" pitchFamily="18" charset="-127"/>
                <a:ea typeface="a고딕14" panose="02020600000000000000" pitchFamily="18" charset="-127"/>
              </a:rPr>
              <a:t>. </a:t>
            </a:r>
            <a:r>
              <a:rPr lang="ko-KR" altLang="en-US" sz="2500" dirty="0">
                <a:solidFill>
                  <a:srgbClr val="000000"/>
                </a:solidFill>
                <a:latin typeface="Arial Narrow"/>
                <a:ea typeface="a고딕14" panose="02020600000000000000" pitchFamily="18" charset="-127"/>
              </a:rPr>
              <a:t>제안개요</a:t>
            </a:r>
          </a:p>
        </p:txBody>
      </p:sp>
      <p:sp>
        <p:nvSpPr>
          <p:cNvPr id="6" name="Text Placeholder 1">
            <a:extLst>
              <a:ext uri="{FF2B5EF4-FFF2-40B4-BE49-F238E27FC236}">
                <a16:creationId xmlns:a16="http://schemas.microsoft.com/office/drawing/2014/main" id="{C4E93A0F-4A59-4C96-8D4B-97E10930219B}"/>
              </a:ext>
            </a:extLst>
          </p:cNvPr>
          <p:cNvSpPr txBox="1">
            <a:spLocks/>
          </p:cNvSpPr>
          <p:nvPr/>
        </p:nvSpPr>
        <p:spPr>
          <a:xfrm>
            <a:off x="6053571" y="3059292"/>
            <a:ext cx="4355690" cy="2777438"/>
          </a:xfrm>
          <a:prstGeom prst="rect">
            <a:avLst/>
          </a:prstGeom>
        </p:spPr>
        <p:txBody>
          <a:bodyPr vert="horz" wrap="square" lIns="360000" tIns="72000" rIns="252000" bIns="0" rtlCol="0" anchor="t" anchorCtr="0">
            <a:normAutofit/>
          </a:bodyPr>
          <a:lstStyle>
            <a:lvl1pPr marL="0" indent="0" algn="l" defTabSz="914400" rtl="0" eaLnBrk="1" latinLnBrk="0" hangingPunct="1">
              <a:lnSpc>
                <a:spcPct val="90000"/>
              </a:lnSpc>
              <a:spcBef>
                <a:spcPts val="0"/>
              </a:spcBef>
              <a:buFont typeface="Arial Narrow" pitchFamily="34" charset="0"/>
              <a:buNone/>
              <a:defRPr lang="en-US" sz="21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0"/>
              </a:spcBef>
              <a:buFont typeface="Arial Narrow" pitchFamily="34" charset="0"/>
              <a:buChar char="&gt;"/>
              <a:defRPr lang="en-US" sz="2100" b="0" kern="1200">
                <a:solidFill>
                  <a:schemeClr val="tx1"/>
                </a:solidFill>
                <a:latin typeface="+mn-lt"/>
                <a:ea typeface="+mn-ea"/>
                <a:cs typeface="+mn-cs"/>
                <a:sym typeface="+mn-lt"/>
              </a:defRPr>
            </a:lvl2pPr>
            <a:lvl3pPr marL="482400" indent="-2340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3pPr>
            <a:lvl4pPr marL="698400" indent="-2016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4pPr>
            <a:lvl5pPr marL="698400" indent="0" algn="l" defTabSz="914400" rtl="0" eaLnBrk="1" latinLnBrk="0" hangingPunct="1">
              <a:lnSpc>
                <a:spcPct val="90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제안의 목적 및 범위</a:t>
            </a:r>
            <a:endParaRPr lang="en-US" altLang="ko-KR" sz="2000" dirty="0">
              <a:solidFill>
                <a:srgbClr val="000000"/>
              </a:solidFill>
              <a:latin typeface="a고딕14" panose="02020600000000000000" pitchFamily="18" charset="-127"/>
              <a:ea typeface="a고딕14" panose="02020600000000000000" pitchFamily="18" charset="-127"/>
            </a:endParaRPr>
          </a:p>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제안의 특장점</a:t>
            </a:r>
            <a:endParaRPr lang="en-US" altLang="ko-KR" sz="2000" dirty="0">
              <a:solidFill>
                <a:srgbClr val="000000"/>
              </a:solidFill>
              <a:latin typeface="a고딕14" panose="02020600000000000000" pitchFamily="18" charset="-127"/>
              <a:ea typeface="a고딕14" panose="02020600000000000000" pitchFamily="18" charset="-127"/>
            </a:endParaRPr>
          </a:p>
        </p:txBody>
      </p:sp>
    </p:spTree>
    <p:extLst>
      <p:ext uri="{BB962C8B-B14F-4D97-AF65-F5344CB8AC3E}">
        <p14:creationId xmlns:p14="http://schemas.microsoft.com/office/powerpoint/2010/main" val="3115878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object 20">
            <a:extLst>
              <a:ext uri="{FF2B5EF4-FFF2-40B4-BE49-F238E27FC236}">
                <a16:creationId xmlns:a16="http://schemas.microsoft.com/office/drawing/2014/main" id="{CA1375E7-1605-7EEC-22EE-1E9B002CC0E7}"/>
              </a:ext>
            </a:extLst>
          </p:cNvPr>
          <p:cNvSpPr/>
          <p:nvPr/>
        </p:nvSpPr>
        <p:spPr>
          <a:xfrm>
            <a:off x="619135" y="5296061"/>
            <a:ext cx="8750359" cy="1116961"/>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chemeClr val="bg1"/>
          </a:solidFill>
          <a:ln w="3175">
            <a:solidFill>
              <a:schemeClr val="tx1">
                <a:lumMod val="50000"/>
                <a:lumOff val="50000"/>
              </a:schemeClr>
            </a:solidFill>
          </a:ln>
          <a:effectLst>
            <a:outerShdw blurRad="25400" dist="38100" dir="2700000" algn="tl" rotWithShape="0">
              <a:prstClr val="black">
                <a:alpha val="40000"/>
              </a:prstClr>
            </a:outerShdw>
          </a:effectLst>
        </p:spPr>
        <p:txBody>
          <a:bodyPr wrap="square" lIns="0" tIns="0" rIns="0" bIns="0" rtlCol="0"/>
          <a:lstStyle/>
          <a:p>
            <a:pPr eaLnBrk="1" fontAlgn="auto" hangingPunct="1">
              <a:spcBef>
                <a:spcPts val="0"/>
              </a:spcBef>
              <a:spcAft>
                <a:spcPts val="0"/>
              </a:spcAft>
              <a:buFontTx/>
              <a:buNone/>
            </a:pPr>
            <a:endParaRPr sz="800" dirty="0">
              <a:solidFill>
                <a:prstClr val="black"/>
              </a:solidFill>
              <a:latin typeface="a고딕14" panose="02020600000000000000" pitchFamily="18" charset="-127"/>
              <a:ea typeface="a고딕14" panose="02020600000000000000" pitchFamily="18" charset="-127"/>
            </a:endParaRPr>
          </a:p>
        </p:txBody>
      </p:sp>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ko-KR"/>
              <a:t>글로벌 AI 정책 강화와 국내 </a:t>
            </a:r>
            <a:r>
              <a:rPr lang="ko-KR" altLang="ko-KR" err="1"/>
              <a:t>A</a:t>
            </a:r>
            <a:r>
              <a:rPr lang="en-US" altLang="ko-KR"/>
              <a:t>X </a:t>
            </a:r>
            <a:r>
              <a:rPr lang="ko-KR" altLang="ko-KR"/>
              <a:t>가속화로 </a:t>
            </a:r>
            <a:r>
              <a:rPr lang="ko-KR" altLang="ko-KR" err="1"/>
              <a:t>산업·직무</a:t>
            </a:r>
            <a:r>
              <a:rPr lang="ko-KR" altLang="ko-KR"/>
              <a:t> 전 영역에 AI 융합 역량이 시급히 요구되며, 평생직업능력개발 정책과 STEP 학습 로드맵도 AI 융합형 체계로 고도화가 </a:t>
            </a:r>
            <a:r>
              <a:rPr lang="ko-KR" altLang="en-US"/>
              <a:t>요구</a:t>
            </a:r>
            <a:r>
              <a:rPr lang="ko-KR" altLang="ko-KR"/>
              <a:t>되고 있음</a:t>
            </a:r>
            <a:endParaRPr lang="en-US" altLang="ko-KR" spc="-80"/>
          </a:p>
        </p:txBody>
      </p:sp>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rPr>
              <a:t>Ⅰ. </a:t>
            </a:r>
            <a:r>
              <a:rPr lang="ko-KR" altLang="en-US" dirty="0">
                <a:latin typeface="Arial Narrow" panose="020B0606020202030204" pitchFamily="34" charset="0"/>
              </a:rPr>
              <a:t>제안개요</a:t>
            </a:r>
            <a:endParaRPr lang="en-US" altLang="ko-KR" dirty="0">
              <a:latin typeface="Arial Narrow" panose="020B0606020202030204" pitchFamily="34" charset="0"/>
            </a:endParaRPr>
          </a:p>
          <a:p>
            <a:pPr latinLnBrk="0"/>
            <a:r>
              <a:rPr lang="en-US" altLang="ko-KR" dirty="0">
                <a:latin typeface="+mn-ea"/>
              </a:rPr>
              <a:t>1. </a:t>
            </a:r>
            <a:r>
              <a:rPr lang="ko-KR" altLang="en-US" dirty="0">
                <a:latin typeface="+mn-ea"/>
              </a:rPr>
              <a:t>제안의 목적 및 범위</a:t>
            </a:r>
          </a:p>
        </p:txBody>
      </p:sp>
      <p:grpSp>
        <p:nvGrpSpPr>
          <p:cNvPr id="8" name="그룹 7">
            <a:extLst>
              <a:ext uri="{FF2B5EF4-FFF2-40B4-BE49-F238E27FC236}">
                <a16:creationId xmlns:a16="http://schemas.microsoft.com/office/drawing/2014/main" id="{98DEB9D2-321D-41F6-83B2-0E2CABAA82AB}"/>
              </a:ext>
            </a:extLst>
          </p:cNvPr>
          <p:cNvGrpSpPr/>
          <p:nvPr/>
        </p:nvGrpSpPr>
        <p:grpSpPr>
          <a:xfrm>
            <a:off x="596515" y="1681027"/>
            <a:ext cx="8749097" cy="266602"/>
            <a:chOff x="802640" y="2236632"/>
            <a:chExt cx="4130805" cy="266552"/>
          </a:xfrm>
        </p:grpSpPr>
        <p:sp>
          <p:nvSpPr>
            <p:cNvPr id="9"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en-US" altLang="ko-KR" sz="1400" kern="0">
                  <a:solidFill>
                    <a:srgbClr val="000000"/>
                  </a:solidFill>
                  <a:latin typeface="a고딕14" panose="02020600000000000000" pitchFamily="18" charset="-127"/>
                  <a:ea typeface="a고딕14" panose="02020600000000000000" pitchFamily="18" charset="-127"/>
                  <a:cs typeface="Arial Narrow" pitchFamily="34" charset="0"/>
                </a:rPr>
                <a:t>AX(AI Transformation) </a:t>
              </a:r>
              <a:r>
                <a:rPr lang="ko-KR" altLang="en-US" sz="1400" kern="0">
                  <a:solidFill>
                    <a:srgbClr val="000000"/>
                  </a:solidFill>
                  <a:latin typeface="a고딕14" panose="02020600000000000000" pitchFamily="18" charset="-127"/>
                  <a:ea typeface="a고딕14" panose="02020600000000000000" pitchFamily="18" charset="-127"/>
                  <a:cs typeface="Arial Narrow" pitchFamily="34" charset="0"/>
                </a:rPr>
                <a:t>정책 방향</a:t>
              </a:r>
              <a:endParaRPr lang="en-US" altLang="ko-KR" sz="1400" kern="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0"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25" name="직사각형 24">
            <a:extLst>
              <a:ext uri="{FF2B5EF4-FFF2-40B4-BE49-F238E27FC236}">
                <a16:creationId xmlns:a16="http://schemas.microsoft.com/office/drawing/2014/main" id="{313F9849-D243-4BE5-B848-A661B4DA16D8}"/>
              </a:ext>
            </a:extLst>
          </p:cNvPr>
          <p:cNvSpPr/>
          <p:nvPr/>
        </p:nvSpPr>
        <p:spPr>
          <a:xfrm>
            <a:off x="596900" y="2108204"/>
            <a:ext cx="8748712" cy="312734"/>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US" altLang="ko-KR" sz="1100" b="1" dirty="0">
                <a:solidFill>
                  <a:schemeClr val="bg1"/>
                </a:solidFill>
                <a:latin typeface="a고딕14" panose="02020600000000000000" pitchFamily="18" charset="-127"/>
                <a:ea typeface="a고딕14" panose="02020600000000000000" pitchFamily="18" charset="-127"/>
                <a:cs typeface="Malgun Gothic" pitchFamily="34" charset="-120"/>
              </a:rPr>
              <a:t>AI </a:t>
            </a:r>
            <a:r>
              <a:rPr lang="en-US" altLang="ko-KR" sz="1100" b="1" dirty="0" err="1">
                <a:solidFill>
                  <a:schemeClr val="bg1"/>
                </a:solidFill>
                <a:latin typeface="a고딕14" panose="02020600000000000000" pitchFamily="18" charset="-127"/>
                <a:ea typeface="a고딕14" panose="02020600000000000000" pitchFamily="18" charset="-127"/>
                <a:cs typeface="Malgun Gothic" pitchFamily="34" charset="-120"/>
              </a:rPr>
              <a:t>도입률</a:t>
            </a:r>
            <a:r>
              <a:rPr lang="en-US" altLang="ko-KR" sz="1100" b="1" dirty="0">
                <a:solidFill>
                  <a:schemeClr val="bg1"/>
                </a:solidFill>
                <a:latin typeface="a고딕14" panose="02020600000000000000" pitchFamily="18" charset="-127"/>
                <a:ea typeface="a고딕14" panose="02020600000000000000" pitchFamily="18" charset="-127"/>
                <a:cs typeface="Malgun Gothic" pitchFamily="34" charset="-120"/>
              </a:rPr>
              <a:t> 1% → 10%</a:t>
            </a:r>
            <a:r>
              <a:rPr lang="en-US" altLang="ko-KR" sz="1100" dirty="0">
                <a:solidFill>
                  <a:schemeClr val="bg1"/>
                </a:solidFill>
                <a:latin typeface="a고딕14" panose="02020600000000000000" pitchFamily="18" charset="-127"/>
                <a:ea typeface="a고딕14" panose="02020600000000000000" pitchFamily="18" charset="-127"/>
                <a:cs typeface="Malgun Gothic" pitchFamily="34" charset="-120"/>
              </a:rPr>
              <a:t> / </a:t>
            </a:r>
            <a:r>
              <a:rPr lang="en-US" altLang="ko-KR" sz="1100" b="1" dirty="0">
                <a:solidFill>
                  <a:schemeClr val="bg1"/>
                </a:solidFill>
                <a:latin typeface="a고딕14" panose="02020600000000000000" pitchFamily="18" charset="-127"/>
                <a:ea typeface="a고딕14" panose="02020600000000000000" pitchFamily="18" charset="-127"/>
                <a:cs typeface="Malgun Gothic" pitchFamily="34" charset="-120"/>
              </a:rPr>
              <a:t>AI </a:t>
            </a:r>
            <a:r>
              <a:rPr lang="en-US" altLang="ko-KR" sz="1100" b="1" dirty="0" err="1">
                <a:solidFill>
                  <a:schemeClr val="bg1"/>
                </a:solidFill>
                <a:latin typeface="a고딕14" panose="02020600000000000000" pitchFamily="18" charset="-127"/>
                <a:ea typeface="a고딕14" panose="02020600000000000000" pitchFamily="18" charset="-127"/>
                <a:cs typeface="Malgun Gothic" pitchFamily="34" charset="-120"/>
              </a:rPr>
              <a:t>중심</a:t>
            </a:r>
            <a:r>
              <a:rPr lang="en-US" altLang="ko-KR" sz="1100" b="1" dirty="0">
                <a:solidFill>
                  <a:schemeClr val="bg1"/>
                </a:solidFill>
                <a:latin typeface="a고딕14" panose="02020600000000000000" pitchFamily="18" charset="-127"/>
                <a:ea typeface="a고딕14" panose="02020600000000000000" pitchFamily="18" charset="-127"/>
                <a:cs typeface="Malgun Gothic" pitchFamily="34" charset="-120"/>
              </a:rPr>
              <a:t> </a:t>
            </a:r>
            <a:r>
              <a:rPr lang="en-US" altLang="ko-KR" sz="1100" b="1" dirty="0" err="1">
                <a:solidFill>
                  <a:schemeClr val="bg1"/>
                </a:solidFill>
                <a:latin typeface="a고딕14" panose="02020600000000000000" pitchFamily="18" charset="-127"/>
                <a:ea typeface="a고딕14" panose="02020600000000000000" pitchFamily="18" charset="-127"/>
                <a:cs typeface="Malgun Gothic" pitchFamily="34" charset="-120"/>
              </a:rPr>
              <a:t>스마트공장</a:t>
            </a:r>
            <a:r>
              <a:rPr lang="en-US" altLang="ko-KR" sz="1100" b="1" dirty="0">
                <a:solidFill>
                  <a:schemeClr val="bg1"/>
                </a:solidFill>
                <a:latin typeface="a고딕14" panose="02020600000000000000" pitchFamily="18" charset="-127"/>
                <a:ea typeface="a고딕14" panose="02020600000000000000" pitchFamily="18" charset="-127"/>
                <a:cs typeface="Malgun Gothic" pitchFamily="34" charset="-120"/>
              </a:rPr>
              <a:t> 12,000개</a:t>
            </a:r>
            <a:r>
              <a:rPr lang="en-US" altLang="ko-KR" sz="1100" dirty="0">
                <a:solidFill>
                  <a:schemeClr val="bg1"/>
                </a:solidFill>
                <a:latin typeface="a고딕14" panose="02020600000000000000" pitchFamily="18" charset="-127"/>
                <a:ea typeface="a고딕14" panose="02020600000000000000" pitchFamily="18" charset="-127"/>
                <a:cs typeface="Malgun Gothic" pitchFamily="34" charset="-120"/>
              </a:rPr>
              <a:t> / </a:t>
            </a:r>
            <a:r>
              <a:rPr lang="en-US" altLang="ko-KR" sz="1100" b="1" dirty="0" err="1">
                <a:solidFill>
                  <a:schemeClr val="bg1"/>
                </a:solidFill>
                <a:latin typeface="a고딕14" panose="02020600000000000000" pitchFamily="18" charset="-127"/>
                <a:ea typeface="a고딕14" panose="02020600000000000000" pitchFamily="18" charset="-127"/>
                <a:cs typeface="Malgun Gothic" pitchFamily="34" charset="-120"/>
              </a:rPr>
              <a:t>제조AI</a:t>
            </a:r>
            <a:r>
              <a:rPr lang="en-US" altLang="ko-KR" sz="1100" b="1" dirty="0">
                <a:solidFill>
                  <a:schemeClr val="bg1"/>
                </a:solidFill>
                <a:latin typeface="a고딕14" panose="02020600000000000000" pitchFamily="18" charset="-127"/>
                <a:ea typeface="a고딕14" panose="02020600000000000000" pitchFamily="18" charset="-127"/>
                <a:cs typeface="Malgun Gothic" pitchFamily="34" charset="-120"/>
              </a:rPr>
              <a:t> </a:t>
            </a:r>
            <a:r>
              <a:rPr lang="en-US" altLang="ko-KR" sz="1100" b="1" dirty="0" err="1">
                <a:solidFill>
                  <a:schemeClr val="bg1"/>
                </a:solidFill>
                <a:latin typeface="a고딕14" panose="02020600000000000000" pitchFamily="18" charset="-127"/>
                <a:ea typeface="a고딕14" panose="02020600000000000000" pitchFamily="18" charset="-127"/>
                <a:cs typeface="Malgun Gothic" pitchFamily="34" charset="-120"/>
              </a:rPr>
              <a:t>전문기업</a:t>
            </a:r>
            <a:r>
              <a:rPr lang="en-US" altLang="ko-KR" sz="1100" b="1" dirty="0">
                <a:solidFill>
                  <a:schemeClr val="bg1"/>
                </a:solidFill>
                <a:latin typeface="a고딕14" panose="02020600000000000000" pitchFamily="18" charset="-127"/>
                <a:ea typeface="a고딕14" panose="02020600000000000000" pitchFamily="18" charset="-127"/>
                <a:cs typeface="Malgun Gothic" pitchFamily="34" charset="-120"/>
              </a:rPr>
              <a:t> 500개</a:t>
            </a:r>
            <a:r>
              <a:rPr lang="en-US" altLang="ko-KR" sz="1100" dirty="0">
                <a:solidFill>
                  <a:srgbClr val="D6E8FF"/>
                </a:solidFill>
                <a:latin typeface="a고딕14" panose="02020600000000000000" pitchFamily="18" charset="-127"/>
                <a:ea typeface="a고딕14" panose="02020600000000000000" pitchFamily="18" charset="-127"/>
                <a:cs typeface="Malgun Gothic" pitchFamily="34" charset="-120"/>
              </a:rPr>
              <a:t> 등 </a:t>
            </a:r>
            <a:r>
              <a:rPr lang="en-US" altLang="ko-KR" sz="1100" dirty="0" err="1">
                <a:solidFill>
                  <a:srgbClr val="D6E8FF"/>
                </a:solidFill>
                <a:latin typeface="a고딕14" panose="02020600000000000000" pitchFamily="18" charset="-127"/>
                <a:ea typeface="a고딕14" panose="02020600000000000000" pitchFamily="18" charset="-127"/>
                <a:cs typeface="Malgun Gothic" pitchFamily="34" charset="-120"/>
              </a:rPr>
              <a:t>정량</a:t>
            </a:r>
            <a:r>
              <a:rPr lang="en-US" altLang="ko-KR" sz="1100" dirty="0">
                <a:solidFill>
                  <a:srgbClr val="D6E8FF"/>
                </a:solidFill>
                <a:latin typeface="a고딕14" panose="02020600000000000000" pitchFamily="18" charset="-127"/>
                <a:ea typeface="a고딕14" panose="02020600000000000000" pitchFamily="18" charset="-127"/>
                <a:cs typeface="Malgun Gothic" pitchFamily="34" charset="-120"/>
              </a:rPr>
              <a:t> </a:t>
            </a:r>
            <a:r>
              <a:rPr lang="en-US" altLang="ko-KR" sz="1100" dirty="0" err="1">
                <a:solidFill>
                  <a:srgbClr val="D6E8FF"/>
                </a:solidFill>
                <a:latin typeface="a고딕14" panose="02020600000000000000" pitchFamily="18" charset="-127"/>
                <a:ea typeface="a고딕14" panose="02020600000000000000" pitchFamily="18" charset="-127"/>
                <a:cs typeface="Malgun Gothic" pitchFamily="34" charset="-120"/>
              </a:rPr>
              <a:t>목표</a:t>
            </a:r>
            <a:r>
              <a:rPr lang="en-US" altLang="ko-KR" sz="1100" dirty="0">
                <a:solidFill>
                  <a:srgbClr val="D6E8FF"/>
                </a:solidFill>
                <a:latin typeface="a고딕14" panose="02020600000000000000" pitchFamily="18" charset="-127"/>
                <a:ea typeface="a고딕14" panose="02020600000000000000" pitchFamily="18" charset="-127"/>
                <a:cs typeface="Malgun Gothic" pitchFamily="34" charset="-120"/>
              </a:rPr>
              <a:t> </a:t>
            </a:r>
            <a:r>
              <a:rPr lang="en-US" altLang="ko-KR" sz="1100" dirty="0" err="1">
                <a:solidFill>
                  <a:srgbClr val="D6E8FF"/>
                </a:solidFill>
                <a:latin typeface="a고딕14" panose="02020600000000000000" pitchFamily="18" charset="-127"/>
                <a:ea typeface="a고딕14" panose="02020600000000000000" pitchFamily="18" charset="-127"/>
                <a:cs typeface="Malgun Gothic" pitchFamily="34" charset="-120"/>
              </a:rPr>
              <a:t>공식화</a:t>
            </a:r>
            <a:endParaRPr lang="en-US" altLang="ko-KR" sz="1100" dirty="0">
              <a:latin typeface="a고딕14" panose="02020600000000000000" pitchFamily="18" charset="-127"/>
              <a:ea typeface="a고딕14" panose="02020600000000000000" pitchFamily="18" charset="-127"/>
            </a:endParaRPr>
          </a:p>
        </p:txBody>
      </p:sp>
      <p:sp>
        <p:nvSpPr>
          <p:cNvPr id="6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1784648" y="252749"/>
            <a:ext cx="6264695" cy="331935"/>
          </a:xfrm>
          <a:noFill/>
        </p:spPr>
        <p:txBody>
          <a:bodyPr vert="horz" wrap="none" lIns="72000" tIns="0" rIns="0" bIns="0" rtlCol="0" anchor="ctr">
            <a:noAutofit/>
          </a:bodyPr>
          <a:lstStyle/>
          <a:p>
            <a:pPr lvl="0" latinLnBrk="0"/>
            <a:r>
              <a:rPr lang="en-US" altLang="ko-KR" dirty="0">
                <a:latin typeface="a고딕14" panose="02020600000000000000" pitchFamily="18" charset="-127"/>
              </a:rPr>
              <a:t>Q. </a:t>
            </a:r>
            <a:r>
              <a:rPr lang="en-US" altLang="ko-KR">
                <a:latin typeface="a고딕14" panose="02020600000000000000" pitchFamily="18" charset="-127"/>
              </a:rPr>
              <a:t>AI </a:t>
            </a:r>
            <a:r>
              <a:rPr lang="ko-KR" altLang="en-US">
                <a:latin typeface="a고딕14" panose="02020600000000000000" pitchFamily="18" charset="-127"/>
              </a:rPr>
              <a:t>대전환 시대</a:t>
            </a:r>
            <a:r>
              <a:rPr lang="en-US" altLang="ko-KR">
                <a:latin typeface="a고딕14" panose="02020600000000000000" pitchFamily="18" charset="-127"/>
              </a:rPr>
              <a:t>, </a:t>
            </a:r>
            <a:r>
              <a:rPr lang="ko-KR" altLang="en-US">
                <a:latin typeface="a고딕14" panose="02020600000000000000" pitchFamily="18" charset="-127"/>
              </a:rPr>
              <a:t>국내 </a:t>
            </a:r>
            <a:r>
              <a:rPr lang="en-US" altLang="ko-KR">
                <a:latin typeface="a고딕14" panose="02020600000000000000" pitchFamily="18" charset="-127"/>
              </a:rPr>
              <a:t>AX </a:t>
            </a:r>
            <a:r>
              <a:rPr lang="ko-KR" altLang="en-US">
                <a:latin typeface="a고딕14" panose="02020600000000000000" pitchFamily="18" charset="-127"/>
              </a:rPr>
              <a:t>정책 방향은</a:t>
            </a:r>
            <a:r>
              <a:rPr lang="en-US" altLang="ko-KR">
                <a:latin typeface="a고딕14" panose="02020600000000000000" pitchFamily="18" charset="-127"/>
              </a:rPr>
              <a:t>?</a:t>
            </a:r>
            <a:endParaRPr lang="en-US" altLang="ko-KR" dirty="0"/>
          </a:p>
        </p:txBody>
      </p:sp>
      <p:sp>
        <p:nvSpPr>
          <p:cNvPr id="66" name="직사각형 6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67" name="직사각형 66"/>
          <p:cNvSpPr/>
          <p:nvPr/>
        </p:nvSpPr>
        <p:spPr>
          <a:xfrm>
            <a:off x="739775" y="257475"/>
            <a:ext cx="1044873" cy="32484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lang="ko-KR" altLang="en-US" dirty="0">
                <a:solidFill>
                  <a:prstClr val="white"/>
                </a:solidFill>
                <a:latin typeface="Arial Narrow" panose="020B0606020202030204" pitchFamily="34" charset="0"/>
                <a:ea typeface="a고딕14" panose="02020600000000000000" pitchFamily="18" charset="-127"/>
              </a:rPr>
              <a:t>과업 배경</a:t>
            </a: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6" name="object 20">
            <a:extLst>
              <a:ext uri="{FF2B5EF4-FFF2-40B4-BE49-F238E27FC236}">
                <a16:creationId xmlns:a16="http://schemas.microsoft.com/office/drawing/2014/main" id="{9704AA3A-D23D-FEB2-AFBE-16E712CAC4ED}"/>
              </a:ext>
            </a:extLst>
          </p:cNvPr>
          <p:cNvSpPr/>
          <p:nvPr/>
        </p:nvSpPr>
        <p:spPr>
          <a:xfrm>
            <a:off x="596900" y="2507907"/>
            <a:ext cx="4176713" cy="2087694"/>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chemeClr val="bg1"/>
          </a:solidFill>
          <a:ln w="3175">
            <a:solidFill>
              <a:schemeClr val="tx1">
                <a:lumMod val="50000"/>
                <a:lumOff val="50000"/>
              </a:schemeClr>
            </a:solidFill>
          </a:ln>
          <a:effectLst>
            <a:outerShdw blurRad="25400" dist="38100" dir="2700000" algn="tl" rotWithShape="0">
              <a:prstClr val="black">
                <a:alpha val="40000"/>
              </a:prstClr>
            </a:outerShdw>
          </a:effectLst>
        </p:spPr>
        <p:txBody>
          <a:bodyPr wrap="square" lIns="0" tIns="0" rIns="0" bIns="0" rtlCol="0"/>
          <a:lstStyle/>
          <a:p>
            <a:pPr eaLnBrk="1" fontAlgn="auto" hangingPunct="1">
              <a:spcBef>
                <a:spcPts val="0"/>
              </a:spcBef>
              <a:spcAft>
                <a:spcPts val="0"/>
              </a:spcAft>
              <a:buFontTx/>
              <a:buNone/>
            </a:pPr>
            <a:endParaRPr sz="800">
              <a:solidFill>
                <a:prstClr val="black"/>
              </a:solidFill>
              <a:latin typeface="a고딕14" panose="02020600000000000000" pitchFamily="18" charset="-127"/>
              <a:ea typeface="a고딕14" panose="02020600000000000000" pitchFamily="18" charset="-127"/>
            </a:endParaRPr>
          </a:p>
        </p:txBody>
      </p:sp>
      <p:sp>
        <p:nvSpPr>
          <p:cNvPr id="7" name="Rectangle 65">
            <a:extLst>
              <a:ext uri="{FF2B5EF4-FFF2-40B4-BE49-F238E27FC236}">
                <a16:creationId xmlns:a16="http://schemas.microsoft.com/office/drawing/2014/main" id="{CA6251C6-B25B-88B6-1844-6314829AC67B}"/>
              </a:ext>
            </a:extLst>
          </p:cNvPr>
          <p:cNvSpPr>
            <a:spLocks noChangeArrowheads="1"/>
          </p:cNvSpPr>
          <p:nvPr/>
        </p:nvSpPr>
        <p:spPr bwMode="auto">
          <a:xfrm>
            <a:off x="642586" y="2888940"/>
            <a:ext cx="4082088" cy="499217"/>
          </a:xfrm>
          <a:prstGeom prst="rect">
            <a:avLst/>
          </a:prstGeom>
          <a:solidFill>
            <a:srgbClr val="E6E6E6"/>
          </a:solidFill>
          <a:ln w="3175" cap="flat" cmpd="sng" algn="ctr">
            <a:noFill/>
            <a:prstDash val="solid"/>
          </a:ln>
          <a:effectLst/>
        </p:spPr>
        <p:txBody>
          <a:bodyPr lIns="72000" tIns="0" rIns="0" bIns="0" anchor="ctr" anchorCtr="0"/>
          <a:lstStyle/>
          <a:p>
            <a:pPr eaLnBrk="1" latinLnBrk="0" hangingPunct="1">
              <a:spcBef>
                <a:spcPts val="0"/>
              </a:spcBef>
              <a:spcAft>
                <a:spcPts val="300"/>
              </a:spcAft>
              <a:buNone/>
            </a:pPr>
            <a:r>
              <a:rPr lang="en-US" altLang="ko-KR" sz="1000" kern="0" dirty="0">
                <a:latin typeface="a고딕14" panose="02020600000000000000" pitchFamily="18" charset="-127"/>
                <a:ea typeface="a고딕14" panose="02020600000000000000" pitchFamily="18" charset="-127"/>
              </a:rPr>
              <a:t>"AI </a:t>
            </a:r>
            <a:r>
              <a:rPr lang="ko-KR" altLang="en-US" sz="1000" kern="0" dirty="0">
                <a:latin typeface="a고딕14" panose="02020600000000000000" pitchFamily="18" charset="-127"/>
                <a:ea typeface="a고딕14" panose="02020600000000000000" pitchFamily="18" charset="-127"/>
              </a:rPr>
              <a:t>대전환 시대에 중소기업이 제조 경쟁력을 확보할 수 있도록 선순환적 스마트제조 생태계 조성</a:t>
            </a:r>
            <a:r>
              <a:rPr lang="en-US" altLang="ko-KR" sz="1000" kern="0" dirty="0">
                <a:latin typeface="a고딕14" panose="02020600000000000000" pitchFamily="18" charset="-127"/>
                <a:ea typeface="a고딕14" panose="02020600000000000000" pitchFamily="18" charset="-127"/>
              </a:rPr>
              <a:t>"</a:t>
            </a:r>
            <a:endParaRPr lang="ko-KR" altLang="en-US" sz="1000" kern="0" dirty="0">
              <a:latin typeface="a고딕14" panose="02020600000000000000" pitchFamily="18" charset="-127"/>
              <a:ea typeface="a고딕14" panose="02020600000000000000" pitchFamily="18" charset="-127"/>
            </a:endParaRPr>
          </a:p>
        </p:txBody>
      </p:sp>
      <p:sp>
        <p:nvSpPr>
          <p:cNvPr id="16" name="object 20">
            <a:extLst>
              <a:ext uri="{FF2B5EF4-FFF2-40B4-BE49-F238E27FC236}">
                <a16:creationId xmlns:a16="http://schemas.microsoft.com/office/drawing/2014/main" id="{88CE9803-69AF-24FC-2863-94A17B72507B}"/>
              </a:ext>
            </a:extLst>
          </p:cNvPr>
          <p:cNvSpPr/>
          <p:nvPr/>
        </p:nvSpPr>
        <p:spPr>
          <a:xfrm>
            <a:off x="5132387" y="2509384"/>
            <a:ext cx="4212299" cy="2086217"/>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chemeClr val="bg1"/>
          </a:solidFill>
          <a:ln w="3175">
            <a:solidFill>
              <a:schemeClr val="tx1">
                <a:lumMod val="50000"/>
                <a:lumOff val="50000"/>
              </a:schemeClr>
            </a:solidFill>
          </a:ln>
          <a:effectLst>
            <a:outerShdw blurRad="25400" dist="38100" dir="2700000" algn="tl" rotWithShape="0">
              <a:prstClr val="black">
                <a:alpha val="40000"/>
              </a:prstClr>
            </a:outerShdw>
          </a:effectLst>
        </p:spPr>
        <p:txBody>
          <a:bodyPr wrap="square" lIns="0" tIns="0" rIns="0" bIns="0" rtlCol="0"/>
          <a:lstStyle/>
          <a:p>
            <a:pPr eaLnBrk="1" fontAlgn="auto" hangingPunct="1">
              <a:spcBef>
                <a:spcPts val="0"/>
              </a:spcBef>
              <a:spcAft>
                <a:spcPts val="0"/>
              </a:spcAft>
              <a:buFontTx/>
              <a:buNone/>
            </a:pPr>
            <a:endParaRPr sz="800" dirty="0">
              <a:solidFill>
                <a:prstClr val="black"/>
              </a:solidFill>
              <a:latin typeface="a고딕14" panose="02020600000000000000" pitchFamily="18" charset="-127"/>
              <a:ea typeface="a고딕14" panose="02020600000000000000" pitchFamily="18" charset="-127"/>
            </a:endParaRPr>
          </a:p>
        </p:txBody>
      </p:sp>
      <p:sp>
        <p:nvSpPr>
          <p:cNvPr id="17" name="직사각형 16">
            <a:extLst>
              <a:ext uri="{FF2B5EF4-FFF2-40B4-BE49-F238E27FC236}">
                <a16:creationId xmlns:a16="http://schemas.microsoft.com/office/drawing/2014/main" id="{E2EEDFF3-2C0A-7600-E520-A644E361AC46}"/>
              </a:ext>
            </a:extLst>
          </p:cNvPr>
          <p:cNvSpPr/>
          <p:nvPr/>
        </p:nvSpPr>
        <p:spPr>
          <a:xfrm>
            <a:off x="646170" y="2545338"/>
            <a:ext cx="4078504" cy="306712"/>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sz="1000" dirty="0">
                <a:latin typeface="a고딕14" panose="02020600000000000000" pitchFamily="18" charset="-127"/>
                <a:ea typeface="a고딕14" panose="02020600000000000000" pitchFamily="18" charset="-127"/>
              </a:rPr>
              <a:t>정책 발표</a:t>
            </a:r>
            <a:r>
              <a:rPr lang="en-US" altLang="ko-KR" sz="1000" dirty="0">
                <a:latin typeface="a고딕14" panose="02020600000000000000" pitchFamily="18" charset="-127"/>
                <a:ea typeface="a고딕14" panose="02020600000000000000" pitchFamily="18" charset="-127"/>
              </a:rPr>
              <a:t>- </a:t>
            </a:r>
            <a:r>
              <a:rPr lang="ko-KR" altLang="en-US" sz="1000" dirty="0" err="1">
                <a:latin typeface="a고딕14" panose="02020600000000000000" pitchFamily="18" charset="-127"/>
                <a:ea typeface="a고딕14" panose="02020600000000000000" pitchFamily="18" charset="-127"/>
              </a:rPr>
              <a:t>산업부</a:t>
            </a:r>
            <a:r>
              <a:rPr lang="ko-KR" altLang="en-US" sz="1000" dirty="0">
                <a:latin typeface="a고딕14" panose="02020600000000000000" pitchFamily="18" charset="-127"/>
                <a:ea typeface="a고딕14" panose="02020600000000000000" pitchFamily="18" charset="-127"/>
              </a:rPr>
              <a:t> 중소기업벤처기업부</a:t>
            </a:r>
            <a:r>
              <a:rPr lang="en-US" altLang="ko-KR" sz="1000" dirty="0">
                <a:latin typeface="a고딕14" panose="02020600000000000000" pitchFamily="18" charset="-127"/>
                <a:ea typeface="a고딕14" panose="02020600000000000000" pitchFamily="18" charset="-127"/>
              </a:rPr>
              <a:t>(2025.10.24)</a:t>
            </a:r>
          </a:p>
        </p:txBody>
      </p:sp>
      <p:sp>
        <p:nvSpPr>
          <p:cNvPr id="20" name="직사각형 19">
            <a:extLst>
              <a:ext uri="{FF2B5EF4-FFF2-40B4-BE49-F238E27FC236}">
                <a16:creationId xmlns:a16="http://schemas.microsoft.com/office/drawing/2014/main" id="{FC857A44-A39D-D3F2-AA5D-B894222E0D35}"/>
              </a:ext>
            </a:extLst>
          </p:cNvPr>
          <p:cNvSpPr/>
          <p:nvPr/>
        </p:nvSpPr>
        <p:spPr>
          <a:xfrm>
            <a:off x="640024" y="3429000"/>
            <a:ext cx="994462" cy="251519"/>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ko-KR" sz="1000" dirty="0">
                <a:latin typeface="a고딕14" panose="02020600000000000000" pitchFamily="18" charset="-127"/>
                <a:ea typeface="a고딕14" panose="02020600000000000000" pitchFamily="18" charset="-127"/>
              </a:rPr>
              <a:t>3</a:t>
            </a:r>
            <a:r>
              <a:rPr lang="ko-KR" altLang="en-US" sz="1000">
                <a:latin typeface="a고딕14" panose="02020600000000000000" pitchFamily="18" charset="-127"/>
                <a:ea typeface="a고딕14" panose="02020600000000000000" pitchFamily="18" charset="-127"/>
              </a:rPr>
              <a:t>대 추진방향</a:t>
            </a:r>
            <a:endParaRPr lang="en-US" altLang="ko-KR" sz="1000" dirty="0">
              <a:latin typeface="a고딕14" panose="02020600000000000000" pitchFamily="18" charset="-127"/>
              <a:ea typeface="a고딕14" panose="02020600000000000000" pitchFamily="18" charset="-127"/>
            </a:endParaRPr>
          </a:p>
        </p:txBody>
      </p:sp>
      <p:sp>
        <p:nvSpPr>
          <p:cNvPr id="68" name="Shape 18">
            <a:extLst>
              <a:ext uri="{FF2B5EF4-FFF2-40B4-BE49-F238E27FC236}">
                <a16:creationId xmlns:a16="http://schemas.microsoft.com/office/drawing/2014/main" id="{C8D8FBD0-5810-F60E-5EE4-47C34C431254}"/>
              </a:ext>
            </a:extLst>
          </p:cNvPr>
          <p:cNvSpPr/>
          <p:nvPr/>
        </p:nvSpPr>
        <p:spPr>
          <a:xfrm>
            <a:off x="649447" y="3753036"/>
            <a:ext cx="201168" cy="182880"/>
          </a:xfrm>
          <a:prstGeom prst="rect">
            <a:avLst/>
          </a:prstGeom>
          <a:solidFill>
            <a:srgbClr val="1E6FD9"/>
          </a:solidFill>
          <a:ln w="12700">
            <a:solidFill>
              <a:srgbClr val="1E6FD9"/>
            </a:solidFill>
            <a:prstDash val="solid"/>
          </a:ln>
        </p:spPr>
        <p:txBody>
          <a:bodyPr/>
          <a:lstStyle/>
          <a:p>
            <a:endParaRPr lang="ko-KR" altLang="en-US">
              <a:latin typeface="a고딕14" panose="02020600000000000000" pitchFamily="18" charset="-127"/>
              <a:ea typeface="a고딕14" panose="02020600000000000000" pitchFamily="18" charset="-127"/>
            </a:endParaRPr>
          </a:p>
        </p:txBody>
      </p:sp>
      <p:sp>
        <p:nvSpPr>
          <p:cNvPr id="69" name="Text 19">
            <a:extLst>
              <a:ext uri="{FF2B5EF4-FFF2-40B4-BE49-F238E27FC236}">
                <a16:creationId xmlns:a16="http://schemas.microsoft.com/office/drawing/2014/main" id="{91640778-4904-E4B8-0FFF-1FE40A367070}"/>
              </a:ext>
            </a:extLst>
          </p:cNvPr>
          <p:cNvSpPr/>
          <p:nvPr/>
        </p:nvSpPr>
        <p:spPr>
          <a:xfrm>
            <a:off x="649447" y="3753036"/>
            <a:ext cx="201168"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a고딕14" panose="02020600000000000000" pitchFamily="18" charset="-127"/>
                <a:ea typeface="a고딕14" panose="02020600000000000000" pitchFamily="18" charset="-127"/>
                <a:cs typeface="Calibri" pitchFamily="34" charset="-120"/>
              </a:rPr>
              <a:t>01</a:t>
            </a:r>
            <a:endParaRPr lang="en-US" sz="750" dirty="0">
              <a:latin typeface="a고딕14" panose="02020600000000000000" pitchFamily="18" charset="-127"/>
              <a:ea typeface="a고딕14" panose="02020600000000000000" pitchFamily="18" charset="-127"/>
            </a:endParaRPr>
          </a:p>
        </p:txBody>
      </p:sp>
      <p:sp>
        <p:nvSpPr>
          <p:cNvPr id="70" name="Text 20">
            <a:extLst>
              <a:ext uri="{FF2B5EF4-FFF2-40B4-BE49-F238E27FC236}">
                <a16:creationId xmlns:a16="http://schemas.microsoft.com/office/drawing/2014/main" id="{A8367632-D2ED-FF51-6C66-E4AE39ECC884}"/>
              </a:ext>
            </a:extLst>
          </p:cNvPr>
          <p:cNvSpPr/>
          <p:nvPr/>
        </p:nvSpPr>
        <p:spPr>
          <a:xfrm>
            <a:off x="878047" y="3753036"/>
            <a:ext cx="3840480" cy="182880"/>
          </a:xfrm>
          <a:prstGeom prst="rect">
            <a:avLst/>
          </a:prstGeom>
          <a:noFill/>
          <a:ln/>
        </p:spPr>
        <p:txBody>
          <a:bodyPr wrap="square" lIns="0" tIns="0" rIns="0" bIns="0" rtlCol="0" anchor="ctr"/>
          <a:lstStyle/>
          <a:p>
            <a:pPr marL="0" indent="0" algn="l">
              <a:buNone/>
            </a:pPr>
            <a:r>
              <a:rPr lang="en-US" sz="850" b="1" dirty="0">
                <a:latin typeface="a고딕14" panose="02020600000000000000" pitchFamily="18" charset="-127"/>
                <a:ea typeface="a고딕14" panose="02020600000000000000" pitchFamily="18" charset="-127"/>
                <a:cs typeface="Malgun Gothic" pitchFamily="34" charset="-120"/>
              </a:rPr>
              <a:t>중소 제조기업 AI 대전환</a:t>
            </a:r>
            <a:r>
              <a:rPr lang="en-US" sz="750" dirty="0">
                <a:latin typeface="a고딕14" panose="02020600000000000000" pitchFamily="18" charset="-127"/>
                <a:ea typeface="a고딕14" panose="02020600000000000000" pitchFamily="18" charset="-127"/>
                <a:cs typeface="Malgun Gothic" pitchFamily="34" charset="-120"/>
              </a:rPr>
              <a:t>  수준별 맞춤 지원, 공급망·지역·업종 특화</a:t>
            </a:r>
            <a:endParaRPr lang="en-US" sz="850" dirty="0">
              <a:latin typeface="a고딕14" panose="02020600000000000000" pitchFamily="18" charset="-127"/>
              <a:ea typeface="a고딕14" panose="02020600000000000000" pitchFamily="18" charset="-127"/>
            </a:endParaRPr>
          </a:p>
        </p:txBody>
      </p:sp>
      <p:sp>
        <p:nvSpPr>
          <p:cNvPr id="71" name="Shape 21">
            <a:extLst>
              <a:ext uri="{FF2B5EF4-FFF2-40B4-BE49-F238E27FC236}">
                <a16:creationId xmlns:a16="http://schemas.microsoft.com/office/drawing/2014/main" id="{1B582EF0-830B-1598-2736-97D1F4CAB8BB}"/>
              </a:ext>
            </a:extLst>
          </p:cNvPr>
          <p:cNvSpPr/>
          <p:nvPr/>
        </p:nvSpPr>
        <p:spPr>
          <a:xfrm>
            <a:off x="649447" y="3990780"/>
            <a:ext cx="201168" cy="182880"/>
          </a:xfrm>
          <a:prstGeom prst="rect">
            <a:avLst/>
          </a:prstGeom>
          <a:solidFill>
            <a:srgbClr val="1E6FD9"/>
          </a:solidFill>
          <a:ln w="12700">
            <a:solidFill>
              <a:srgbClr val="1E6FD9"/>
            </a:solidFill>
            <a:prstDash val="solid"/>
          </a:ln>
        </p:spPr>
        <p:txBody>
          <a:bodyPr/>
          <a:lstStyle/>
          <a:p>
            <a:endParaRPr lang="ko-KR" altLang="en-US">
              <a:latin typeface="a고딕14" panose="02020600000000000000" pitchFamily="18" charset="-127"/>
              <a:ea typeface="a고딕14" panose="02020600000000000000" pitchFamily="18" charset="-127"/>
            </a:endParaRPr>
          </a:p>
        </p:txBody>
      </p:sp>
      <p:sp>
        <p:nvSpPr>
          <p:cNvPr id="72" name="Text 22">
            <a:extLst>
              <a:ext uri="{FF2B5EF4-FFF2-40B4-BE49-F238E27FC236}">
                <a16:creationId xmlns:a16="http://schemas.microsoft.com/office/drawing/2014/main" id="{D87F7C9B-4537-A33F-3B1F-B9535449BD07}"/>
              </a:ext>
            </a:extLst>
          </p:cNvPr>
          <p:cNvSpPr/>
          <p:nvPr/>
        </p:nvSpPr>
        <p:spPr>
          <a:xfrm>
            <a:off x="649447" y="3990780"/>
            <a:ext cx="201168"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a고딕14" panose="02020600000000000000" pitchFamily="18" charset="-127"/>
                <a:ea typeface="a고딕14" panose="02020600000000000000" pitchFamily="18" charset="-127"/>
                <a:cs typeface="Calibri" pitchFamily="34" charset="-120"/>
              </a:rPr>
              <a:t>02</a:t>
            </a:r>
            <a:endParaRPr lang="en-US" sz="750" dirty="0">
              <a:latin typeface="a고딕14" panose="02020600000000000000" pitchFamily="18" charset="-127"/>
              <a:ea typeface="a고딕14" panose="02020600000000000000" pitchFamily="18" charset="-127"/>
            </a:endParaRPr>
          </a:p>
        </p:txBody>
      </p:sp>
      <p:sp>
        <p:nvSpPr>
          <p:cNvPr id="73" name="Text 23">
            <a:extLst>
              <a:ext uri="{FF2B5EF4-FFF2-40B4-BE49-F238E27FC236}">
                <a16:creationId xmlns:a16="http://schemas.microsoft.com/office/drawing/2014/main" id="{D38E67A7-EEF0-74DC-D242-926724C5A4F4}"/>
              </a:ext>
            </a:extLst>
          </p:cNvPr>
          <p:cNvSpPr/>
          <p:nvPr/>
        </p:nvSpPr>
        <p:spPr>
          <a:xfrm>
            <a:off x="878047" y="3990780"/>
            <a:ext cx="3840480" cy="182880"/>
          </a:xfrm>
          <a:prstGeom prst="rect">
            <a:avLst/>
          </a:prstGeom>
          <a:noFill/>
          <a:ln/>
        </p:spPr>
        <p:txBody>
          <a:bodyPr wrap="square" lIns="0" tIns="0" rIns="0" bIns="0" rtlCol="0" anchor="ctr"/>
          <a:lstStyle/>
          <a:p>
            <a:pPr marL="0" indent="0" algn="l">
              <a:buNone/>
            </a:pPr>
            <a:r>
              <a:rPr lang="en-US" sz="850" b="1" dirty="0">
                <a:latin typeface="a고딕14" panose="02020600000000000000" pitchFamily="18" charset="-127"/>
                <a:ea typeface="a고딕14" panose="02020600000000000000" pitchFamily="18" charset="-127"/>
                <a:cs typeface="Malgun Gothic" pitchFamily="34" charset="-120"/>
              </a:rPr>
              <a:t>스마트제조산업의 전략적 육성</a:t>
            </a:r>
            <a:r>
              <a:rPr lang="en-US" sz="750" dirty="0">
                <a:latin typeface="a고딕14" panose="02020600000000000000" pitchFamily="18" charset="-127"/>
                <a:ea typeface="a고딕14" panose="02020600000000000000" pitchFamily="18" charset="-127"/>
                <a:cs typeface="Malgun Gothic" pitchFamily="34" charset="-120"/>
              </a:rPr>
              <a:t>  전문기업 지정제도, AI 기반 역량평가</a:t>
            </a:r>
            <a:endParaRPr lang="en-US" sz="850" dirty="0">
              <a:latin typeface="a고딕14" panose="02020600000000000000" pitchFamily="18" charset="-127"/>
              <a:ea typeface="a고딕14" panose="02020600000000000000" pitchFamily="18" charset="-127"/>
            </a:endParaRPr>
          </a:p>
        </p:txBody>
      </p:sp>
      <p:sp>
        <p:nvSpPr>
          <p:cNvPr id="76" name="Text 26">
            <a:extLst>
              <a:ext uri="{FF2B5EF4-FFF2-40B4-BE49-F238E27FC236}">
                <a16:creationId xmlns:a16="http://schemas.microsoft.com/office/drawing/2014/main" id="{DD336A56-A3BC-C72F-85A5-3197DB260D72}"/>
              </a:ext>
            </a:extLst>
          </p:cNvPr>
          <p:cNvSpPr/>
          <p:nvPr/>
        </p:nvSpPr>
        <p:spPr>
          <a:xfrm>
            <a:off x="878047" y="4228524"/>
            <a:ext cx="3840480" cy="182880"/>
          </a:xfrm>
          <a:prstGeom prst="rect">
            <a:avLst/>
          </a:prstGeom>
          <a:noFill/>
          <a:ln/>
        </p:spPr>
        <p:txBody>
          <a:bodyPr wrap="square" lIns="0" tIns="0" rIns="0" bIns="0" rtlCol="0" anchor="ctr"/>
          <a:lstStyle/>
          <a:p>
            <a:pPr marL="0" indent="0" algn="l">
              <a:buNone/>
            </a:pPr>
            <a:r>
              <a:rPr lang="en-US" sz="850" b="1" dirty="0">
                <a:latin typeface="a고딕14" panose="02020600000000000000" pitchFamily="18" charset="-127"/>
                <a:ea typeface="a고딕14" panose="02020600000000000000" pitchFamily="18" charset="-127"/>
                <a:cs typeface="Malgun Gothic" pitchFamily="34" charset="-120"/>
              </a:rPr>
              <a:t>제조 AI 내재화 인프라 </a:t>
            </a:r>
            <a:r>
              <a:rPr lang="en-US" sz="850" b="1" dirty="0" err="1">
                <a:latin typeface="a고딕14" panose="02020600000000000000" pitchFamily="18" charset="-127"/>
                <a:ea typeface="a고딕14" panose="02020600000000000000" pitchFamily="18" charset="-127"/>
                <a:cs typeface="Malgun Gothic" pitchFamily="34" charset="-120"/>
              </a:rPr>
              <a:t>확충</a:t>
            </a:r>
            <a:r>
              <a:rPr lang="en-US" sz="750" dirty="0">
                <a:latin typeface="a고딕14" panose="02020600000000000000" pitchFamily="18" charset="-127"/>
                <a:ea typeface="a고딕14" panose="02020600000000000000" pitchFamily="18" charset="-127"/>
                <a:cs typeface="Malgun Gothic" pitchFamily="34" charset="-120"/>
              </a:rPr>
              <a:t>  </a:t>
            </a:r>
            <a:r>
              <a:rPr lang="en-US" sz="750" dirty="0">
                <a:latin typeface="a고딕14" panose="02020600000000000000" pitchFamily="18" charset="-127"/>
                <a:ea typeface="a고딕14" panose="02020600000000000000" pitchFamily="18" charset="-127"/>
              </a:rPr>
              <a:t>제조 핵심 인력 AI 리터러시 강화 — 고용 전 </a:t>
            </a:r>
            <a:r>
              <a:rPr lang="en-US" sz="750" dirty="0" err="1">
                <a:latin typeface="a고딕14" panose="02020600000000000000" pitchFamily="18" charset="-127"/>
                <a:ea typeface="a고딕14" panose="02020600000000000000" pitchFamily="18" charset="-127"/>
              </a:rPr>
              <a:t>단계</a:t>
            </a:r>
            <a:r>
              <a:rPr lang="en-US" sz="750" dirty="0">
                <a:latin typeface="a고딕14" panose="02020600000000000000" pitchFamily="18" charset="-127"/>
                <a:ea typeface="a고딕14" panose="02020600000000000000" pitchFamily="18" charset="-127"/>
              </a:rPr>
              <a:t> </a:t>
            </a:r>
            <a:r>
              <a:rPr lang="en-US" sz="750" dirty="0" err="1">
                <a:latin typeface="a고딕14" panose="02020600000000000000" pitchFamily="18" charset="-127"/>
                <a:ea typeface="a고딕14" panose="02020600000000000000" pitchFamily="18" charset="-127"/>
              </a:rPr>
              <a:t>지원</a:t>
            </a:r>
            <a:endParaRPr lang="en-US" sz="750" dirty="0">
              <a:latin typeface="a고딕14" panose="02020600000000000000" pitchFamily="18" charset="-127"/>
              <a:ea typeface="a고딕14" panose="02020600000000000000" pitchFamily="18" charset="-127"/>
            </a:endParaRPr>
          </a:p>
        </p:txBody>
      </p:sp>
      <p:sp>
        <p:nvSpPr>
          <p:cNvPr id="84" name="Shape 18">
            <a:extLst>
              <a:ext uri="{FF2B5EF4-FFF2-40B4-BE49-F238E27FC236}">
                <a16:creationId xmlns:a16="http://schemas.microsoft.com/office/drawing/2014/main" id="{E1A37C1D-8AC3-3991-A0B6-2B9633CBA143}"/>
              </a:ext>
            </a:extLst>
          </p:cNvPr>
          <p:cNvSpPr/>
          <p:nvPr/>
        </p:nvSpPr>
        <p:spPr>
          <a:xfrm>
            <a:off x="649447" y="4223093"/>
            <a:ext cx="201168" cy="182880"/>
          </a:xfrm>
          <a:prstGeom prst="rect">
            <a:avLst/>
          </a:prstGeom>
          <a:solidFill>
            <a:srgbClr val="1E6FD9"/>
          </a:solidFill>
          <a:ln w="12700">
            <a:solidFill>
              <a:srgbClr val="1E6FD9"/>
            </a:solidFill>
            <a:prstDash val="solid"/>
          </a:ln>
        </p:spPr>
        <p:txBody>
          <a:bodyPr/>
          <a:lstStyle/>
          <a:p>
            <a:endParaRPr lang="ko-KR" altLang="en-US">
              <a:latin typeface="a고딕14" panose="02020600000000000000" pitchFamily="18" charset="-127"/>
              <a:ea typeface="a고딕14" panose="02020600000000000000" pitchFamily="18" charset="-127"/>
            </a:endParaRPr>
          </a:p>
        </p:txBody>
      </p:sp>
      <p:sp>
        <p:nvSpPr>
          <p:cNvPr id="85" name="Text 19">
            <a:extLst>
              <a:ext uri="{FF2B5EF4-FFF2-40B4-BE49-F238E27FC236}">
                <a16:creationId xmlns:a16="http://schemas.microsoft.com/office/drawing/2014/main" id="{CF537AAF-4B32-7C6E-1CB2-69D7A698CEC7}"/>
              </a:ext>
            </a:extLst>
          </p:cNvPr>
          <p:cNvSpPr/>
          <p:nvPr/>
        </p:nvSpPr>
        <p:spPr>
          <a:xfrm>
            <a:off x="649447" y="4223093"/>
            <a:ext cx="201168"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a고딕14" panose="02020600000000000000" pitchFamily="18" charset="-127"/>
                <a:ea typeface="a고딕14" panose="02020600000000000000" pitchFamily="18" charset="-127"/>
                <a:cs typeface="Calibri" pitchFamily="34" charset="-120"/>
              </a:rPr>
              <a:t>03</a:t>
            </a:r>
            <a:endParaRPr lang="en-US" sz="750" dirty="0">
              <a:latin typeface="a고딕14" panose="02020600000000000000" pitchFamily="18" charset="-127"/>
              <a:ea typeface="a고딕14" panose="02020600000000000000" pitchFamily="18" charset="-127"/>
            </a:endParaRPr>
          </a:p>
        </p:txBody>
      </p:sp>
      <p:sp>
        <p:nvSpPr>
          <p:cNvPr id="87" name="Text 51">
            <a:extLst>
              <a:ext uri="{FF2B5EF4-FFF2-40B4-BE49-F238E27FC236}">
                <a16:creationId xmlns:a16="http://schemas.microsoft.com/office/drawing/2014/main" id="{388B664F-63CA-DC6D-EBDD-56555AEFF473}"/>
              </a:ext>
            </a:extLst>
          </p:cNvPr>
          <p:cNvSpPr/>
          <p:nvPr/>
        </p:nvSpPr>
        <p:spPr>
          <a:xfrm>
            <a:off x="797683" y="5397047"/>
            <a:ext cx="5053299" cy="182880"/>
          </a:xfrm>
          <a:prstGeom prst="rect">
            <a:avLst/>
          </a:prstGeom>
          <a:noFill/>
          <a:ln/>
        </p:spPr>
        <p:txBody>
          <a:bodyPr wrap="square" lIns="0" tIns="0" rIns="0" bIns="0" rtlCol="0" anchor="ctr"/>
          <a:lstStyle/>
          <a:p>
            <a:pPr marL="0" indent="0">
              <a:buNone/>
            </a:pPr>
            <a:r>
              <a:rPr lang="en-US" sz="850" b="1" dirty="0">
                <a:latin typeface="a고딕14" panose="02020600000000000000" pitchFamily="18" charset="-127"/>
                <a:ea typeface="a고딕14" panose="02020600000000000000" pitchFamily="18" charset="-127"/>
                <a:cs typeface="Malgun Gothic" pitchFamily="34" charset="-120"/>
              </a:rPr>
              <a:t>&lt;</a:t>
            </a:r>
            <a:r>
              <a:rPr lang="en-US" sz="850" b="1" dirty="0" err="1">
                <a:latin typeface="a고딕14" panose="02020600000000000000" pitchFamily="18" charset="-127"/>
                <a:ea typeface="a고딕14" panose="02020600000000000000" pitchFamily="18" charset="-127"/>
                <a:cs typeface="Malgun Gothic" pitchFamily="34" charset="-120"/>
              </a:rPr>
              <a:t>중소기업중앙회</a:t>
            </a:r>
            <a:r>
              <a:rPr lang="en-US" sz="850" b="1" dirty="0">
                <a:latin typeface="a고딕14" panose="02020600000000000000" pitchFamily="18" charset="-127"/>
                <a:ea typeface="a고딕14" panose="02020600000000000000" pitchFamily="18" charset="-127"/>
                <a:cs typeface="Malgun Gothic" pitchFamily="34" charset="-120"/>
              </a:rPr>
              <a:t> 조사 (2025.10.15) — AI 도입 장애 요인 &amp; </a:t>
            </a:r>
            <a:r>
              <a:rPr lang="en-US" sz="850" b="1" dirty="0" err="1">
                <a:latin typeface="a고딕14" panose="02020600000000000000" pitchFamily="18" charset="-127"/>
                <a:ea typeface="a고딕14" panose="02020600000000000000" pitchFamily="18" charset="-127"/>
                <a:cs typeface="Malgun Gothic" pitchFamily="34" charset="-120"/>
              </a:rPr>
              <a:t>필요</a:t>
            </a:r>
            <a:r>
              <a:rPr lang="en-US" sz="850" b="1" dirty="0">
                <a:latin typeface="a고딕14" panose="02020600000000000000" pitchFamily="18" charset="-127"/>
                <a:ea typeface="a고딕14" panose="02020600000000000000" pitchFamily="18" charset="-127"/>
                <a:cs typeface="Malgun Gothic" pitchFamily="34" charset="-120"/>
              </a:rPr>
              <a:t> </a:t>
            </a:r>
            <a:r>
              <a:rPr lang="en-US" sz="850" b="1" dirty="0" err="1">
                <a:latin typeface="a고딕14" panose="02020600000000000000" pitchFamily="18" charset="-127"/>
                <a:ea typeface="a고딕14" panose="02020600000000000000" pitchFamily="18" charset="-127"/>
                <a:cs typeface="Malgun Gothic" pitchFamily="34" charset="-120"/>
              </a:rPr>
              <a:t>지원</a:t>
            </a:r>
            <a:r>
              <a:rPr lang="en-US" sz="850" b="1" dirty="0">
                <a:latin typeface="a고딕14" panose="02020600000000000000" pitchFamily="18" charset="-127"/>
                <a:ea typeface="a고딕14" panose="02020600000000000000" pitchFamily="18" charset="-127"/>
                <a:cs typeface="Malgun Gothic" pitchFamily="34" charset="-120"/>
              </a:rPr>
              <a:t>&gt;</a:t>
            </a:r>
            <a:endParaRPr lang="en-US" sz="850" b="1" dirty="0">
              <a:latin typeface="a고딕14" panose="02020600000000000000" pitchFamily="18" charset="-127"/>
              <a:ea typeface="a고딕14" panose="02020600000000000000" pitchFamily="18" charset="-127"/>
            </a:endParaRPr>
          </a:p>
        </p:txBody>
      </p:sp>
      <p:sp>
        <p:nvSpPr>
          <p:cNvPr id="88" name="Text 52">
            <a:extLst>
              <a:ext uri="{FF2B5EF4-FFF2-40B4-BE49-F238E27FC236}">
                <a16:creationId xmlns:a16="http://schemas.microsoft.com/office/drawing/2014/main" id="{339C93D2-9AAA-C822-E654-407D4DBA157E}"/>
              </a:ext>
            </a:extLst>
          </p:cNvPr>
          <p:cNvSpPr/>
          <p:nvPr/>
        </p:nvSpPr>
        <p:spPr>
          <a:xfrm>
            <a:off x="618844" y="5597183"/>
            <a:ext cx="871259" cy="164592"/>
          </a:xfrm>
          <a:prstGeom prst="rect">
            <a:avLst/>
          </a:prstGeom>
          <a:noFill/>
          <a:ln>
            <a:noFill/>
          </a:ln>
        </p:spPr>
        <p:txBody>
          <a:bodyPr wrap="square" lIns="0" tIns="0" rIns="0" bIns="0" rtlCol="0" anchor="ctr"/>
          <a:lstStyle/>
          <a:p>
            <a:pPr marL="0" indent="0">
              <a:buNone/>
            </a:pPr>
            <a:r>
              <a:rPr lang="en-US" sz="750" b="1" dirty="0">
                <a:latin typeface="a고딕14" panose="02020600000000000000" pitchFamily="18" charset="-127"/>
                <a:ea typeface="a고딕14" panose="02020600000000000000" pitchFamily="18" charset="-127"/>
                <a:cs typeface="Malgun Gothic" pitchFamily="34" charset="-120"/>
              </a:rPr>
              <a:t>&lt;</a:t>
            </a:r>
            <a:r>
              <a:rPr lang="en-US" sz="750" b="1" dirty="0" err="1">
                <a:latin typeface="a고딕14" panose="02020600000000000000" pitchFamily="18" charset="-127"/>
                <a:ea typeface="a고딕14" panose="02020600000000000000" pitchFamily="18" charset="-127"/>
                <a:cs typeface="Malgun Gothic" pitchFamily="34" charset="-120"/>
              </a:rPr>
              <a:t>장애</a:t>
            </a:r>
            <a:r>
              <a:rPr lang="en-US" sz="750" b="1" dirty="0">
                <a:latin typeface="a고딕14" panose="02020600000000000000" pitchFamily="18" charset="-127"/>
                <a:ea typeface="a고딕14" panose="02020600000000000000" pitchFamily="18" charset="-127"/>
                <a:cs typeface="Malgun Gothic" pitchFamily="34" charset="-120"/>
              </a:rPr>
              <a:t> 요</a:t>
            </a:r>
            <a:r>
              <a:rPr lang="ko-KR" altLang="en-US" sz="750" b="1" dirty="0">
                <a:latin typeface="a고딕14" panose="02020600000000000000" pitchFamily="18" charset="-127"/>
                <a:ea typeface="a고딕14" panose="02020600000000000000" pitchFamily="18" charset="-127"/>
                <a:cs typeface="Malgun Gothic" pitchFamily="34" charset="-120"/>
              </a:rPr>
              <a:t>인</a:t>
            </a:r>
            <a:r>
              <a:rPr lang="en-US" altLang="ko-KR" sz="750" b="1" dirty="0">
                <a:latin typeface="a고딕14" panose="02020600000000000000" pitchFamily="18" charset="-127"/>
                <a:ea typeface="a고딕14" panose="02020600000000000000" pitchFamily="18" charset="-127"/>
                <a:cs typeface="Malgun Gothic" pitchFamily="34" charset="-120"/>
              </a:rPr>
              <a:t>&gt;</a:t>
            </a:r>
            <a:endParaRPr lang="en-US" sz="750" b="1" dirty="0">
              <a:latin typeface="a고딕14" panose="02020600000000000000" pitchFamily="18" charset="-127"/>
              <a:ea typeface="a고딕14" panose="02020600000000000000" pitchFamily="18" charset="-127"/>
            </a:endParaRPr>
          </a:p>
        </p:txBody>
      </p:sp>
      <p:sp>
        <p:nvSpPr>
          <p:cNvPr id="89" name="Text 53">
            <a:extLst>
              <a:ext uri="{FF2B5EF4-FFF2-40B4-BE49-F238E27FC236}">
                <a16:creationId xmlns:a16="http://schemas.microsoft.com/office/drawing/2014/main" id="{E1FD96F4-887D-07FF-FE64-1E83CD8C6217}"/>
              </a:ext>
            </a:extLst>
          </p:cNvPr>
          <p:cNvSpPr/>
          <p:nvPr/>
        </p:nvSpPr>
        <p:spPr>
          <a:xfrm>
            <a:off x="642586" y="5744519"/>
            <a:ext cx="782403" cy="182880"/>
          </a:xfrm>
          <a:prstGeom prst="rect">
            <a:avLst/>
          </a:prstGeom>
          <a:noFill/>
          <a:ln>
            <a:noFill/>
          </a:ln>
        </p:spPr>
        <p:txBody>
          <a:bodyPr wrap="square" lIns="0" tIns="0" rIns="0" bIns="0" rtlCol="0" anchor="ctr"/>
          <a:lstStyle/>
          <a:p>
            <a:pPr marL="0" indent="0">
              <a:buNone/>
            </a:pPr>
            <a:r>
              <a:rPr lang="en-US" sz="800" dirty="0">
                <a:latin typeface="a고딕14" panose="02020600000000000000" pitchFamily="18" charset="-127"/>
                <a:ea typeface="a고딕14" panose="02020600000000000000" pitchFamily="18" charset="-127"/>
                <a:cs typeface="Malgun Gothic" pitchFamily="34" charset="-120"/>
              </a:rPr>
              <a:t>초기 </a:t>
            </a:r>
            <a:r>
              <a:rPr lang="en-US" sz="800" dirty="0" err="1">
                <a:latin typeface="a고딕14" panose="02020600000000000000" pitchFamily="18" charset="-127"/>
                <a:ea typeface="a고딕14" panose="02020600000000000000" pitchFamily="18" charset="-127"/>
                <a:cs typeface="Malgun Gothic" pitchFamily="34" charset="-120"/>
              </a:rPr>
              <a:t>비용</a:t>
            </a:r>
            <a:r>
              <a:rPr lang="en-US" sz="800" dirty="0">
                <a:latin typeface="a고딕14" panose="02020600000000000000" pitchFamily="18" charset="-127"/>
                <a:ea typeface="a고딕14" panose="02020600000000000000" pitchFamily="18" charset="-127"/>
                <a:cs typeface="Malgun Gothic" pitchFamily="34" charset="-120"/>
              </a:rPr>
              <a:t> </a:t>
            </a:r>
            <a:r>
              <a:rPr lang="en-US" sz="800" dirty="0" err="1">
                <a:latin typeface="a고딕14" panose="02020600000000000000" pitchFamily="18" charset="-127"/>
                <a:ea typeface="a고딕14" panose="02020600000000000000" pitchFamily="18" charset="-127"/>
                <a:cs typeface="Malgun Gothic" pitchFamily="34" charset="-120"/>
              </a:rPr>
              <a:t>부담</a:t>
            </a:r>
            <a:endParaRPr lang="en-US" sz="800" dirty="0">
              <a:latin typeface="a고딕14" panose="02020600000000000000" pitchFamily="18" charset="-127"/>
              <a:ea typeface="a고딕14" panose="02020600000000000000" pitchFamily="18" charset="-127"/>
            </a:endParaRPr>
          </a:p>
        </p:txBody>
      </p:sp>
      <p:sp>
        <p:nvSpPr>
          <p:cNvPr id="90" name="Shape 54">
            <a:extLst>
              <a:ext uri="{FF2B5EF4-FFF2-40B4-BE49-F238E27FC236}">
                <a16:creationId xmlns:a16="http://schemas.microsoft.com/office/drawing/2014/main" id="{9ED0B56B-0D35-756D-CF58-2E725F1625A9}"/>
              </a:ext>
            </a:extLst>
          </p:cNvPr>
          <p:cNvSpPr/>
          <p:nvPr/>
        </p:nvSpPr>
        <p:spPr>
          <a:xfrm>
            <a:off x="1456051" y="5771951"/>
            <a:ext cx="1481139" cy="128016"/>
          </a:xfrm>
          <a:prstGeom prst="rect">
            <a:avLst/>
          </a:prstGeom>
          <a:solidFill>
            <a:srgbClr val="1A2D5A"/>
          </a:solidFill>
          <a:ln w="12700">
            <a:noFill/>
            <a:prstDash val="solid"/>
          </a:ln>
        </p:spPr>
        <p:txBody>
          <a:bodyPr/>
          <a:lstStyle/>
          <a:p>
            <a:endParaRPr lang="ko-KR" altLang="en-US">
              <a:latin typeface="a고딕14" panose="02020600000000000000" pitchFamily="18" charset="-127"/>
              <a:ea typeface="a고딕14" panose="02020600000000000000" pitchFamily="18" charset="-127"/>
            </a:endParaRPr>
          </a:p>
        </p:txBody>
      </p:sp>
      <p:sp>
        <p:nvSpPr>
          <p:cNvPr id="91" name="Shape 55">
            <a:extLst>
              <a:ext uri="{FF2B5EF4-FFF2-40B4-BE49-F238E27FC236}">
                <a16:creationId xmlns:a16="http://schemas.microsoft.com/office/drawing/2014/main" id="{3CE431CE-9F7C-DD1F-56FB-2D2911A74781}"/>
              </a:ext>
            </a:extLst>
          </p:cNvPr>
          <p:cNvSpPr/>
          <p:nvPr/>
        </p:nvSpPr>
        <p:spPr>
          <a:xfrm>
            <a:off x="1456051" y="5771951"/>
            <a:ext cx="818329" cy="128016"/>
          </a:xfrm>
          <a:prstGeom prst="rect">
            <a:avLst/>
          </a:prstGeom>
          <a:solidFill>
            <a:srgbClr val="8A9BB5"/>
          </a:solidFill>
          <a:ln w="12700">
            <a:noFill/>
            <a:prstDash val="solid"/>
          </a:ln>
        </p:spPr>
        <p:txBody>
          <a:bodyPr/>
          <a:lstStyle/>
          <a:p>
            <a:endParaRPr lang="ko-KR" altLang="en-US">
              <a:latin typeface="a고딕14" panose="02020600000000000000" pitchFamily="18" charset="-127"/>
              <a:ea typeface="a고딕14" panose="02020600000000000000" pitchFamily="18" charset="-127"/>
            </a:endParaRPr>
          </a:p>
        </p:txBody>
      </p:sp>
      <p:sp>
        <p:nvSpPr>
          <p:cNvPr id="92" name="Text 56">
            <a:extLst>
              <a:ext uri="{FF2B5EF4-FFF2-40B4-BE49-F238E27FC236}">
                <a16:creationId xmlns:a16="http://schemas.microsoft.com/office/drawing/2014/main" id="{BF129E5D-6F4F-4703-FE7C-7608F2A23FC1}"/>
              </a:ext>
            </a:extLst>
          </p:cNvPr>
          <p:cNvSpPr/>
          <p:nvPr/>
        </p:nvSpPr>
        <p:spPr>
          <a:xfrm>
            <a:off x="3056251" y="5744519"/>
            <a:ext cx="435629" cy="182880"/>
          </a:xfrm>
          <a:prstGeom prst="rect">
            <a:avLst/>
          </a:prstGeom>
          <a:noFill/>
          <a:ln>
            <a:noFill/>
          </a:ln>
        </p:spPr>
        <p:txBody>
          <a:bodyPr wrap="square" lIns="0" tIns="0" rIns="0" bIns="0" rtlCol="0" anchor="ctr"/>
          <a:lstStyle/>
          <a:p>
            <a:pPr marL="0" indent="0">
              <a:buNone/>
            </a:pPr>
            <a:r>
              <a:rPr lang="en-US" sz="800" dirty="0">
                <a:latin typeface="a고딕14" panose="02020600000000000000" pitchFamily="18" charset="-127"/>
                <a:ea typeface="a고딕14" panose="02020600000000000000" pitchFamily="18" charset="-127"/>
                <a:cs typeface="Calibri" pitchFamily="34" charset="-120"/>
              </a:rPr>
              <a:t>44.2%</a:t>
            </a:r>
            <a:endParaRPr lang="en-US" sz="800" dirty="0">
              <a:latin typeface="a고딕14" panose="02020600000000000000" pitchFamily="18" charset="-127"/>
              <a:ea typeface="a고딕14" panose="02020600000000000000" pitchFamily="18" charset="-127"/>
            </a:endParaRPr>
          </a:p>
        </p:txBody>
      </p:sp>
      <p:sp>
        <p:nvSpPr>
          <p:cNvPr id="93" name="Text 57">
            <a:extLst>
              <a:ext uri="{FF2B5EF4-FFF2-40B4-BE49-F238E27FC236}">
                <a16:creationId xmlns:a16="http://schemas.microsoft.com/office/drawing/2014/main" id="{F2051AD1-CA78-4A00-AE7B-31593E0BE78F}"/>
              </a:ext>
            </a:extLst>
          </p:cNvPr>
          <p:cNvSpPr/>
          <p:nvPr/>
        </p:nvSpPr>
        <p:spPr>
          <a:xfrm>
            <a:off x="797683" y="5973119"/>
            <a:ext cx="627306" cy="182880"/>
          </a:xfrm>
          <a:prstGeom prst="rect">
            <a:avLst/>
          </a:prstGeom>
          <a:noFill/>
          <a:ln>
            <a:noFill/>
          </a:ln>
        </p:spPr>
        <p:txBody>
          <a:bodyPr wrap="square" lIns="0" tIns="0" rIns="0" bIns="0" rtlCol="0" anchor="ctr"/>
          <a:lstStyle/>
          <a:p>
            <a:pPr marL="0" indent="0">
              <a:buNone/>
            </a:pPr>
            <a:r>
              <a:rPr lang="en-US" sz="800" dirty="0">
                <a:latin typeface="a고딕14" panose="02020600000000000000" pitchFamily="18" charset="-127"/>
                <a:ea typeface="a고딕14" panose="02020600000000000000" pitchFamily="18" charset="-127"/>
                <a:cs typeface="Malgun Gothic" pitchFamily="34" charset="-120"/>
              </a:rPr>
              <a:t>인력 부족</a:t>
            </a:r>
            <a:endParaRPr lang="en-US" sz="800" dirty="0">
              <a:latin typeface="a고딕14" panose="02020600000000000000" pitchFamily="18" charset="-127"/>
              <a:ea typeface="a고딕14" panose="02020600000000000000" pitchFamily="18" charset="-127"/>
            </a:endParaRPr>
          </a:p>
        </p:txBody>
      </p:sp>
      <p:sp>
        <p:nvSpPr>
          <p:cNvPr id="94" name="Shape 58">
            <a:extLst>
              <a:ext uri="{FF2B5EF4-FFF2-40B4-BE49-F238E27FC236}">
                <a16:creationId xmlns:a16="http://schemas.microsoft.com/office/drawing/2014/main" id="{A057ACC2-1636-257F-9BE2-DAE250CAC8B2}"/>
              </a:ext>
            </a:extLst>
          </p:cNvPr>
          <p:cNvSpPr/>
          <p:nvPr/>
        </p:nvSpPr>
        <p:spPr>
          <a:xfrm>
            <a:off x="1456051" y="6000551"/>
            <a:ext cx="1481139" cy="128016"/>
          </a:xfrm>
          <a:prstGeom prst="rect">
            <a:avLst/>
          </a:prstGeom>
          <a:solidFill>
            <a:srgbClr val="1A2D5A"/>
          </a:solidFill>
          <a:ln w="12700">
            <a:noFill/>
            <a:prstDash val="solid"/>
          </a:ln>
        </p:spPr>
        <p:txBody>
          <a:bodyPr/>
          <a:lstStyle/>
          <a:p>
            <a:endParaRPr lang="ko-KR" altLang="en-US">
              <a:latin typeface="a고딕14" panose="02020600000000000000" pitchFamily="18" charset="-127"/>
              <a:ea typeface="a고딕14" panose="02020600000000000000" pitchFamily="18" charset="-127"/>
            </a:endParaRPr>
          </a:p>
        </p:txBody>
      </p:sp>
      <p:sp>
        <p:nvSpPr>
          <p:cNvPr id="95" name="Shape 59">
            <a:extLst>
              <a:ext uri="{FF2B5EF4-FFF2-40B4-BE49-F238E27FC236}">
                <a16:creationId xmlns:a16="http://schemas.microsoft.com/office/drawing/2014/main" id="{2D3ACADE-3CDC-39C7-F4E2-621A811AA2DE}"/>
              </a:ext>
            </a:extLst>
          </p:cNvPr>
          <p:cNvSpPr/>
          <p:nvPr/>
        </p:nvSpPr>
        <p:spPr>
          <a:xfrm>
            <a:off x="1456052" y="6000551"/>
            <a:ext cx="379542" cy="128016"/>
          </a:xfrm>
          <a:prstGeom prst="rect">
            <a:avLst/>
          </a:prstGeom>
          <a:solidFill>
            <a:srgbClr val="8A9BB5"/>
          </a:solidFill>
          <a:ln w="12700">
            <a:noFill/>
            <a:prstDash val="solid"/>
          </a:ln>
        </p:spPr>
        <p:txBody>
          <a:bodyPr/>
          <a:lstStyle/>
          <a:p>
            <a:endParaRPr lang="ko-KR" altLang="en-US">
              <a:latin typeface="a고딕14" panose="02020600000000000000" pitchFamily="18" charset="-127"/>
              <a:ea typeface="a고딕14" panose="02020600000000000000" pitchFamily="18" charset="-127"/>
            </a:endParaRPr>
          </a:p>
        </p:txBody>
      </p:sp>
      <p:sp>
        <p:nvSpPr>
          <p:cNvPr id="96" name="Text 60">
            <a:extLst>
              <a:ext uri="{FF2B5EF4-FFF2-40B4-BE49-F238E27FC236}">
                <a16:creationId xmlns:a16="http://schemas.microsoft.com/office/drawing/2014/main" id="{BD8C656F-7E73-612F-D1F7-AEE96E2A2831}"/>
              </a:ext>
            </a:extLst>
          </p:cNvPr>
          <p:cNvSpPr/>
          <p:nvPr/>
        </p:nvSpPr>
        <p:spPr>
          <a:xfrm>
            <a:off x="3056251" y="5973119"/>
            <a:ext cx="435629" cy="182880"/>
          </a:xfrm>
          <a:prstGeom prst="rect">
            <a:avLst/>
          </a:prstGeom>
          <a:noFill/>
          <a:ln>
            <a:noFill/>
          </a:ln>
        </p:spPr>
        <p:txBody>
          <a:bodyPr wrap="square" lIns="0" tIns="0" rIns="0" bIns="0" rtlCol="0" anchor="ctr"/>
          <a:lstStyle/>
          <a:p>
            <a:pPr marL="0" indent="0">
              <a:buNone/>
            </a:pPr>
            <a:r>
              <a:rPr lang="en-US" sz="800" dirty="0">
                <a:latin typeface="a고딕14" panose="02020600000000000000" pitchFamily="18" charset="-127"/>
                <a:ea typeface="a고딕14" panose="02020600000000000000" pitchFamily="18" charset="-127"/>
                <a:cs typeface="Calibri" pitchFamily="34" charset="-120"/>
              </a:rPr>
              <a:t>20.5%</a:t>
            </a:r>
            <a:endParaRPr lang="en-US" sz="800" dirty="0">
              <a:latin typeface="a고딕14" panose="02020600000000000000" pitchFamily="18" charset="-127"/>
              <a:ea typeface="a고딕14" panose="02020600000000000000" pitchFamily="18" charset="-127"/>
            </a:endParaRPr>
          </a:p>
        </p:txBody>
      </p:sp>
      <p:sp>
        <p:nvSpPr>
          <p:cNvPr id="97" name="Text 61">
            <a:extLst>
              <a:ext uri="{FF2B5EF4-FFF2-40B4-BE49-F238E27FC236}">
                <a16:creationId xmlns:a16="http://schemas.microsoft.com/office/drawing/2014/main" id="{B6B188DB-68C9-69B1-613B-89D5F4578302}"/>
              </a:ext>
            </a:extLst>
          </p:cNvPr>
          <p:cNvSpPr/>
          <p:nvPr/>
        </p:nvSpPr>
        <p:spPr>
          <a:xfrm>
            <a:off x="797683" y="6201719"/>
            <a:ext cx="627306" cy="182880"/>
          </a:xfrm>
          <a:prstGeom prst="rect">
            <a:avLst/>
          </a:prstGeom>
          <a:noFill/>
          <a:ln>
            <a:noFill/>
          </a:ln>
        </p:spPr>
        <p:txBody>
          <a:bodyPr wrap="square" lIns="0" tIns="0" rIns="0" bIns="0" rtlCol="0" anchor="ctr"/>
          <a:lstStyle/>
          <a:p>
            <a:pPr marL="0" indent="0">
              <a:buNone/>
            </a:pPr>
            <a:r>
              <a:rPr lang="en-US" sz="800" dirty="0">
                <a:latin typeface="a고딕14" panose="02020600000000000000" pitchFamily="18" charset="-127"/>
                <a:ea typeface="a고딕14" panose="02020600000000000000" pitchFamily="18" charset="-127"/>
                <a:cs typeface="Malgun Gothic" pitchFamily="34" charset="-120"/>
              </a:rPr>
              <a:t>전략 부재</a:t>
            </a:r>
            <a:endParaRPr lang="en-US" sz="800" dirty="0">
              <a:latin typeface="a고딕14" panose="02020600000000000000" pitchFamily="18" charset="-127"/>
              <a:ea typeface="a고딕14" panose="02020600000000000000" pitchFamily="18" charset="-127"/>
            </a:endParaRPr>
          </a:p>
        </p:txBody>
      </p:sp>
      <p:sp>
        <p:nvSpPr>
          <p:cNvPr id="98" name="Shape 62">
            <a:extLst>
              <a:ext uri="{FF2B5EF4-FFF2-40B4-BE49-F238E27FC236}">
                <a16:creationId xmlns:a16="http://schemas.microsoft.com/office/drawing/2014/main" id="{463DB946-54F0-47D6-689F-A82EF761934A}"/>
              </a:ext>
            </a:extLst>
          </p:cNvPr>
          <p:cNvSpPr/>
          <p:nvPr/>
        </p:nvSpPr>
        <p:spPr>
          <a:xfrm>
            <a:off x="1456051" y="6229151"/>
            <a:ext cx="1481139" cy="128016"/>
          </a:xfrm>
          <a:prstGeom prst="rect">
            <a:avLst/>
          </a:prstGeom>
          <a:solidFill>
            <a:srgbClr val="1A2D5A"/>
          </a:solidFill>
          <a:ln w="12700">
            <a:noFill/>
            <a:prstDash val="solid"/>
          </a:ln>
        </p:spPr>
        <p:txBody>
          <a:bodyPr/>
          <a:lstStyle/>
          <a:p>
            <a:endParaRPr lang="ko-KR" altLang="en-US">
              <a:latin typeface="a고딕14" panose="02020600000000000000" pitchFamily="18" charset="-127"/>
              <a:ea typeface="a고딕14" panose="02020600000000000000" pitchFamily="18" charset="-127"/>
            </a:endParaRPr>
          </a:p>
        </p:txBody>
      </p:sp>
      <p:sp>
        <p:nvSpPr>
          <p:cNvPr id="99" name="Shape 63">
            <a:extLst>
              <a:ext uri="{FF2B5EF4-FFF2-40B4-BE49-F238E27FC236}">
                <a16:creationId xmlns:a16="http://schemas.microsoft.com/office/drawing/2014/main" id="{9E0D9B7A-6949-7004-D55B-EF8DC773D91B}"/>
              </a:ext>
            </a:extLst>
          </p:cNvPr>
          <p:cNvSpPr/>
          <p:nvPr/>
        </p:nvSpPr>
        <p:spPr>
          <a:xfrm>
            <a:off x="1456051" y="6229151"/>
            <a:ext cx="275862" cy="128016"/>
          </a:xfrm>
          <a:prstGeom prst="rect">
            <a:avLst/>
          </a:prstGeom>
          <a:solidFill>
            <a:srgbClr val="8A9BB5"/>
          </a:solidFill>
          <a:ln w="12700">
            <a:noFill/>
            <a:prstDash val="solid"/>
          </a:ln>
        </p:spPr>
        <p:txBody>
          <a:bodyPr/>
          <a:lstStyle/>
          <a:p>
            <a:endParaRPr lang="ko-KR" altLang="en-US">
              <a:latin typeface="a고딕14" panose="02020600000000000000" pitchFamily="18" charset="-127"/>
              <a:ea typeface="a고딕14" panose="02020600000000000000" pitchFamily="18" charset="-127"/>
            </a:endParaRPr>
          </a:p>
        </p:txBody>
      </p:sp>
      <p:sp>
        <p:nvSpPr>
          <p:cNvPr id="100" name="Text 64">
            <a:extLst>
              <a:ext uri="{FF2B5EF4-FFF2-40B4-BE49-F238E27FC236}">
                <a16:creationId xmlns:a16="http://schemas.microsoft.com/office/drawing/2014/main" id="{87C2EBF1-A667-B565-4F86-C5D94C59FE49}"/>
              </a:ext>
            </a:extLst>
          </p:cNvPr>
          <p:cNvSpPr/>
          <p:nvPr/>
        </p:nvSpPr>
        <p:spPr>
          <a:xfrm>
            <a:off x="3056251" y="6201719"/>
            <a:ext cx="435629" cy="182880"/>
          </a:xfrm>
          <a:prstGeom prst="rect">
            <a:avLst/>
          </a:prstGeom>
          <a:noFill/>
          <a:ln>
            <a:noFill/>
          </a:ln>
        </p:spPr>
        <p:txBody>
          <a:bodyPr wrap="square" lIns="0" tIns="0" rIns="0" bIns="0" rtlCol="0" anchor="ctr"/>
          <a:lstStyle/>
          <a:p>
            <a:pPr marL="0" indent="0">
              <a:buNone/>
            </a:pPr>
            <a:r>
              <a:rPr lang="en-US" sz="800" dirty="0">
                <a:latin typeface="a고딕14" panose="02020600000000000000" pitchFamily="18" charset="-127"/>
                <a:ea typeface="a고딕14" panose="02020600000000000000" pitchFamily="18" charset="-127"/>
                <a:cs typeface="Calibri" pitchFamily="34" charset="-120"/>
              </a:rPr>
              <a:t>14.9%</a:t>
            </a:r>
            <a:endParaRPr lang="en-US" sz="800" dirty="0">
              <a:latin typeface="a고딕14" panose="02020600000000000000" pitchFamily="18" charset="-127"/>
              <a:ea typeface="a고딕14" panose="02020600000000000000" pitchFamily="18" charset="-127"/>
            </a:endParaRPr>
          </a:p>
        </p:txBody>
      </p:sp>
      <p:sp>
        <p:nvSpPr>
          <p:cNvPr id="101" name="Text 65">
            <a:extLst>
              <a:ext uri="{FF2B5EF4-FFF2-40B4-BE49-F238E27FC236}">
                <a16:creationId xmlns:a16="http://schemas.microsoft.com/office/drawing/2014/main" id="{BEFB13C2-6753-2709-791F-1D381DD948EB}"/>
              </a:ext>
            </a:extLst>
          </p:cNvPr>
          <p:cNvSpPr/>
          <p:nvPr/>
        </p:nvSpPr>
        <p:spPr>
          <a:xfrm>
            <a:off x="3544924" y="5584499"/>
            <a:ext cx="871259" cy="164592"/>
          </a:xfrm>
          <a:prstGeom prst="rect">
            <a:avLst/>
          </a:prstGeom>
          <a:noFill/>
          <a:ln>
            <a:noFill/>
          </a:ln>
        </p:spPr>
        <p:txBody>
          <a:bodyPr wrap="square" lIns="0" tIns="0" rIns="0" bIns="0" rtlCol="0" anchor="ctr"/>
          <a:lstStyle/>
          <a:p>
            <a:pPr>
              <a:buNone/>
            </a:pPr>
            <a:r>
              <a:rPr lang="en-US" sz="750" b="1" dirty="0">
                <a:latin typeface="a고딕14" panose="02020600000000000000" pitchFamily="18" charset="-127"/>
                <a:ea typeface="a고딕14" panose="02020600000000000000" pitchFamily="18" charset="-127"/>
              </a:rPr>
              <a:t>&lt;</a:t>
            </a:r>
            <a:r>
              <a:rPr lang="en-US" sz="750" b="1" dirty="0" err="1">
                <a:latin typeface="a고딕14" panose="02020600000000000000" pitchFamily="18" charset="-127"/>
                <a:ea typeface="a고딕14" panose="02020600000000000000" pitchFamily="18" charset="-127"/>
              </a:rPr>
              <a:t>필요</a:t>
            </a:r>
            <a:r>
              <a:rPr lang="en-US" sz="750" b="1" dirty="0">
                <a:latin typeface="a고딕14" panose="02020600000000000000" pitchFamily="18" charset="-127"/>
                <a:ea typeface="a고딕14" panose="02020600000000000000" pitchFamily="18" charset="-127"/>
              </a:rPr>
              <a:t> </a:t>
            </a:r>
            <a:r>
              <a:rPr lang="en-US" sz="750" b="1" dirty="0" err="1">
                <a:latin typeface="a고딕14" panose="02020600000000000000" pitchFamily="18" charset="-127"/>
                <a:ea typeface="a고딕14" panose="02020600000000000000" pitchFamily="18" charset="-127"/>
              </a:rPr>
              <a:t>지원</a:t>
            </a:r>
            <a:r>
              <a:rPr lang="en-US" sz="750" b="1" dirty="0">
                <a:latin typeface="a고딕14" panose="02020600000000000000" pitchFamily="18" charset="-127"/>
                <a:ea typeface="a고딕14" panose="02020600000000000000" pitchFamily="18" charset="-127"/>
              </a:rPr>
              <a:t>&gt;</a:t>
            </a:r>
          </a:p>
        </p:txBody>
      </p:sp>
      <p:sp>
        <p:nvSpPr>
          <p:cNvPr id="102" name="Text 66">
            <a:extLst>
              <a:ext uri="{FF2B5EF4-FFF2-40B4-BE49-F238E27FC236}">
                <a16:creationId xmlns:a16="http://schemas.microsoft.com/office/drawing/2014/main" id="{1752894D-2513-4AC6-F66C-EC48816D179B}"/>
              </a:ext>
            </a:extLst>
          </p:cNvPr>
          <p:cNvSpPr/>
          <p:nvPr/>
        </p:nvSpPr>
        <p:spPr>
          <a:xfrm>
            <a:off x="3632323" y="5744519"/>
            <a:ext cx="714432" cy="182880"/>
          </a:xfrm>
          <a:prstGeom prst="rect">
            <a:avLst/>
          </a:prstGeom>
          <a:noFill/>
          <a:ln>
            <a:noFill/>
          </a:ln>
        </p:spPr>
        <p:txBody>
          <a:bodyPr wrap="square" lIns="0" tIns="0" rIns="0" bIns="0" rtlCol="0" anchor="ctr"/>
          <a:lstStyle/>
          <a:p>
            <a:pPr marL="0" indent="0">
              <a:buNone/>
            </a:pPr>
            <a:r>
              <a:rPr lang="en-US" sz="800" dirty="0">
                <a:latin typeface="a고딕14" panose="02020600000000000000" pitchFamily="18" charset="-127"/>
                <a:ea typeface="a고딕14" panose="02020600000000000000" pitchFamily="18" charset="-127"/>
                <a:cs typeface="Malgun Gothic" pitchFamily="34" charset="-120"/>
              </a:rPr>
              <a:t>직접 자금 지원</a:t>
            </a:r>
            <a:endParaRPr lang="en-US" sz="800" dirty="0">
              <a:latin typeface="a고딕14" panose="02020600000000000000" pitchFamily="18" charset="-127"/>
              <a:ea typeface="a고딕14" panose="02020600000000000000" pitchFamily="18" charset="-127"/>
            </a:endParaRPr>
          </a:p>
        </p:txBody>
      </p:sp>
      <p:sp>
        <p:nvSpPr>
          <p:cNvPr id="103" name="Shape 67">
            <a:extLst>
              <a:ext uri="{FF2B5EF4-FFF2-40B4-BE49-F238E27FC236}">
                <a16:creationId xmlns:a16="http://schemas.microsoft.com/office/drawing/2014/main" id="{3C5B4ACC-3FC3-5F70-82E1-110F914CDB8A}"/>
              </a:ext>
            </a:extLst>
          </p:cNvPr>
          <p:cNvSpPr/>
          <p:nvPr/>
        </p:nvSpPr>
        <p:spPr>
          <a:xfrm>
            <a:off x="4382131" y="5771951"/>
            <a:ext cx="1481139" cy="128016"/>
          </a:xfrm>
          <a:prstGeom prst="rect">
            <a:avLst/>
          </a:prstGeom>
          <a:solidFill>
            <a:srgbClr val="1A2D5A"/>
          </a:solidFill>
          <a:ln w="12700">
            <a:noFill/>
            <a:prstDash val="solid"/>
          </a:ln>
        </p:spPr>
        <p:txBody>
          <a:bodyPr/>
          <a:lstStyle/>
          <a:p>
            <a:endParaRPr lang="ko-KR" altLang="en-US">
              <a:latin typeface="a고딕14" panose="02020600000000000000" pitchFamily="18" charset="-127"/>
              <a:ea typeface="a고딕14" panose="02020600000000000000" pitchFamily="18" charset="-127"/>
            </a:endParaRPr>
          </a:p>
        </p:txBody>
      </p:sp>
      <p:sp>
        <p:nvSpPr>
          <p:cNvPr id="104" name="Shape 68">
            <a:extLst>
              <a:ext uri="{FF2B5EF4-FFF2-40B4-BE49-F238E27FC236}">
                <a16:creationId xmlns:a16="http://schemas.microsoft.com/office/drawing/2014/main" id="{AE8EF3BE-46C8-F93D-0330-7B30FBA01628}"/>
              </a:ext>
            </a:extLst>
          </p:cNvPr>
          <p:cNvSpPr/>
          <p:nvPr/>
        </p:nvSpPr>
        <p:spPr>
          <a:xfrm>
            <a:off x="4382131" y="5771951"/>
            <a:ext cx="1338579" cy="128016"/>
          </a:xfrm>
          <a:prstGeom prst="rect">
            <a:avLst/>
          </a:prstGeom>
          <a:solidFill>
            <a:srgbClr val="8A9BB5"/>
          </a:solidFill>
          <a:ln w="12700">
            <a:noFill/>
            <a:prstDash val="solid"/>
          </a:ln>
        </p:spPr>
        <p:txBody>
          <a:bodyPr/>
          <a:lstStyle/>
          <a:p>
            <a:endParaRPr lang="ko-KR" altLang="en-US">
              <a:latin typeface="a고딕14" panose="02020600000000000000" pitchFamily="18" charset="-127"/>
              <a:ea typeface="a고딕14" panose="02020600000000000000" pitchFamily="18" charset="-127"/>
            </a:endParaRPr>
          </a:p>
        </p:txBody>
      </p:sp>
      <p:sp>
        <p:nvSpPr>
          <p:cNvPr id="105" name="Text 69">
            <a:extLst>
              <a:ext uri="{FF2B5EF4-FFF2-40B4-BE49-F238E27FC236}">
                <a16:creationId xmlns:a16="http://schemas.microsoft.com/office/drawing/2014/main" id="{41C6B8BA-5975-8048-E5E3-512B5C1484DE}"/>
              </a:ext>
            </a:extLst>
          </p:cNvPr>
          <p:cNvSpPr/>
          <p:nvPr/>
        </p:nvSpPr>
        <p:spPr>
          <a:xfrm>
            <a:off x="5982331" y="5744519"/>
            <a:ext cx="435629" cy="182880"/>
          </a:xfrm>
          <a:prstGeom prst="rect">
            <a:avLst/>
          </a:prstGeom>
          <a:noFill/>
          <a:ln>
            <a:noFill/>
          </a:ln>
        </p:spPr>
        <p:txBody>
          <a:bodyPr wrap="square" lIns="0" tIns="0" rIns="0" bIns="0" rtlCol="0" anchor="ctr"/>
          <a:lstStyle/>
          <a:p>
            <a:pPr marL="0" indent="0">
              <a:buNone/>
            </a:pPr>
            <a:r>
              <a:rPr lang="en-US" sz="800" dirty="0">
                <a:latin typeface="a고딕14" panose="02020600000000000000" pitchFamily="18" charset="-127"/>
                <a:ea typeface="a고딕14" panose="02020600000000000000" pitchFamily="18" charset="-127"/>
                <a:cs typeface="Calibri" pitchFamily="34" charset="-120"/>
              </a:rPr>
              <a:t>72.3%</a:t>
            </a:r>
            <a:endParaRPr lang="en-US" sz="800" dirty="0">
              <a:latin typeface="a고딕14" panose="02020600000000000000" pitchFamily="18" charset="-127"/>
              <a:ea typeface="a고딕14" panose="02020600000000000000" pitchFamily="18" charset="-127"/>
            </a:endParaRPr>
          </a:p>
        </p:txBody>
      </p:sp>
      <p:sp>
        <p:nvSpPr>
          <p:cNvPr id="106" name="Text 70">
            <a:extLst>
              <a:ext uri="{FF2B5EF4-FFF2-40B4-BE49-F238E27FC236}">
                <a16:creationId xmlns:a16="http://schemas.microsoft.com/office/drawing/2014/main" id="{5421BE24-8B69-650A-EBBB-2BBD063FEEB6}"/>
              </a:ext>
            </a:extLst>
          </p:cNvPr>
          <p:cNvSpPr/>
          <p:nvPr/>
        </p:nvSpPr>
        <p:spPr>
          <a:xfrm>
            <a:off x="3632323" y="5973119"/>
            <a:ext cx="714432" cy="182880"/>
          </a:xfrm>
          <a:prstGeom prst="rect">
            <a:avLst/>
          </a:prstGeom>
          <a:noFill/>
          <a:ln>
            <a:noFill/>
          </a:ln>
        </p:spPr>
        <p:txBody>
          <a:bodyPr wrap="square" lIns="0" tIns="0" rIns="0" bIns="0" rtlCol="0" anchor="ctr"/>
          <a:lstStyle/>
          <a:p>
            <a:pPr marL="0" indent="0">
              <a:buNone/>
            </a:pPr>
            <a:r>
              <a:rPr lang="en-US" sz="800" dirty="0">
                <a:latin typeface="a고딕14" panose="02020600000000000000" pitchFamily="18" charset="-127"/>
                <a:ea typeface="a고딕14" panose="02020600000000000000" pitchFamily="18" charset="-127"/>
                <a:cs typeface="Malgun Gothic" pitchFamily="34" charset="-120"/>
              </a:rPr>
              <a:t>전문 컨설팅</a:t>
            </a:r>
            <a:endParaRPr lang="en-US" sz="800" dirty="0">
              <a:latin typeface="a고딕14" panose="02020600000000000000" pitchFamily="18" charset="-127"/>
              <a:ea typeface="a고딕14" panose="02020600000000000000" pitchFamily="18" charset="-127"/>
            </a:endParaRPr>
          </a:p>
        </p:txBody>
      </p:sp>
      <p:sp>
        <p:nvSpPr>
          <p:cNvPr id="107" name="Shape 71">
            <a:extLst>
              <a:ext uri="{FF2B5EF4-FFF2-40B4-BE49-F238E27FC236}">
                <a16:creationId xmlns:a16="http://schemas.microsoft.com/office/drawing/2014/main" id="{7F4C527D-1BFF-A2C1-35EE-AD86083E1974}"/>
              </a:ext>
            </a:extLst>
          </p:cNvPr>
          <p:cNvSpPr/>
          <p:nvPr/>
        </p:nvSpPr>
        <p:spPr>
          <a:xfrm>
            <a:off x="4382131" y="6000551"/>
            <a:ext cx="1481139" cy="128016"/>
          </a:xfrm>
          <a:prstGeom prst="rect">
            <a:avLst/>
          </a:prstGeom>
          <a:solidFill>
            <a:srgbClr val="1A2D5A"/>
          </a:solidFill>
          <a:ln w="12700">
            <a:noFill/>
            <a:prstDash val="solid"/>
          </a:ln>
        </p:spPr>
        <p:txBody>
          <a:bodyPr/>
          <a:lstStyle/>
          <a:p>
            <a:endParaRPr lang="ko-KR" altLang="en-US">
              <a:latin typeface="a고딕14" panose="02020600000000000000" pitchFamily="18" charset="-127"/>
              <a:ea typeface="a고딕14" panose="02020600000000000000" pitchFamily="18" charset="-127"/>
            </a:endParaRPr>
          </a:p>
        </p:txBody>
      </p:sp>
      <p:sp>
        <p:nvSpPr>
          <p:cNvPr id="108" name="Shape 72">
            <a:extLst>
              <a:ext uri="{FF2B5EF4-FFF2-40B4-BE49-F238E27FC236}">
                <a16:creationId xmlns:a16="http://schemas.microsoft.com/office/drawing/2014/main" id="{3BFDF84E-4A56-6B74-8930-EC2742DAB678}"/>
              </a:ext>
            </a:extLst>
          </p:cNvPr>
          <p:cNvSpPr/>
          <p:nvPr/>
        </p:nvSpPr>
        <p:spPr>
          <a:xfrm>
            <a:off x="4382132" y="6000551"/>
            <a:ext cx="405462" cy="128016"/>
          </a:xfrm>
          <a:prstGeom prst="rect">
            <a:avLst/>
          </a:prstGeom>
          <a:solidFill>
            <a:srgbClr val="8A9BB5"/>
          </a:solidFill>
          <a:ln w="12700">
            <a:noFill/>
            <a:prstDash val="solid"/>
          </a:ln>
        </p:spPr>
        <p:txBody>
          <a:bodyPr/>
          <a:lstStyle/>
          <a:p>
            <a:endParaRPr lang="ko-KR" altLang="en-US">
              <a:latin typeface="a고딕14" panose="02020600000000000000" pitchFamily="18" charset="-127"/>
              <a:ea typeface="a고딕14" panose="02020600000000000000" pitchFamily="18" charset="-127"/>
            </a:endParaRPr>
          </a:p>
        </p:txBody>
      </p:sp>
      <p:sp>
        <p:nvSpPr>
          <p:cNvPr id="109" name="Text 73">
            <a:extLst>
              <a:ext uri="{FF2B5EF4-FFF2-40B4-BE49-F238E27FC236}">
                <a16:creationId xmlns:a16="http://schemas.microsoft.com/office/drawing/2014/main" id="{CF12011C-D3E6-4A07-58AE-22AE734C3036}"/>
              </a:ext>
            </a:extLst>
          </p:cNvPr>
          <p:cNvSpPr/>
          <p:nvPr/>
        </p:nvSpPr>
        <p:spPr>
          <a:xfrm>
            <a:off x="5982331" y="5973119"/>
            <a:ext cx="435629" cy="182880"/>
          </a:xfrm>
          <a:prstGeom prst="rect">
            <a:avLst/>
          </a:prstGeom>
          <a:noFill/>
          <a:ln>
            <a:noFill/>
          </a:ln>
        </p:spPr>
        <p:txBody>
          <a:bodyPr wrap="square" lIns="0" tIns="0" rIns="0" bIns="0" rtlCol="0" anchor="ctr"/>
          <a:lstStyle/>
          <a:p>
            <a:pPr marL="0" indent="0">
              <a:buNone/>
            </a:pPr>
            <a:r>
              <a:rPr lang="en-US" sz="800" dirty="0">
                <a:latin typeface="a고딕14" panose="02020600000000000000" pitchFamily="18" charset="-127"/>
                <a:ea typeface="a고딕14" panose="02020600000000000000" pitchFamily="18" charset="-127"/>
                <a:cs typeface="Calibri" pitchFamily="34" charset="-120"/>
              </a:rPr>
              <a:t>21.9%</a:t>
            </a:r>
            <a:endParaRPr lang="en-US" sz="800" dirty="0">
              <a:latin typeface="a고딕14" panose="02020600000000000000" pitchFamily="18" charset="-127"/>
              <a:ea typeface="a고딕14" panose="02020600000000000000" pitchFamily="18" charset="-127"/>
            </a:endParaRPr>
          </a:p>
        </p:txBody>
      </p:sp>
      <p:sp>
        <p:nvSpPr>
          <p:cNvPr id="110" name="Text 74">
            <a:extLst>
              <a:ext uri="{FF2B5EF4-FFF2-40B4-BE49-F238E27FC236}">
                <a16:creationId xmlns:a16="http://schemas.microsoft.com/office/drawing/2014/main" id="{DCD1A05B-713E-CD40-66FC-F3158C4B6631}"/>
              </a:ext>
            </a:extLst>
          </p:cNvPr>
          <p:cNvSpPr/>
          <p:nvPr/>
        </p:nvSpPr>
        <p:spPr>
          <a:xfrm>
            <a:off x="3632323" y="6201719"/>
            <a:ext cx="714432" cy="182880"/>
          </a:xfrm>
          <a:prstGeom prst="rect">
            <a:avLst/>
          </a:prstGeom>
          <a:noFill/>
          <a:ln>
            <a:noFill/>
          </a:ln>
        </p:spPr>
        <p:txBody>
          <a:bodyPr wrap="square" lIns="0" tIns="0" rIns="0" bIns="0" rtlCol="0" anchor="ctr"/>
          <a:lstStyle/>
          <a:p>
            <a:pPr marL="0" indent="0">
              <a:buNone/>
            </a:pPr>
            <a:r>
              <a:rPr lang="en-US" sz="800" dirty="0">
                <a:latin typeface="a고딕14" panose="02020600000000000000" pitchFamily="18" charset="-127"/>
                <a:ea typeface="a고딕14" panose="02020600000000000000" pitchFamily="18" charset="-127"/>
                <a:cs typeface="Malgun Gothic" pitchFamily="34" charset="-120"/>
              </a:rPr>
              <a:t>인력 양성</a:t>
            </a:r>
            <a:endParaRPr lang="en-US" sz="800" dirty="0">
              <a:latin typeface="a고딕14" panose="02020600000000000000" pitchFamily="18" charset="-127"/>
              <a:ea typeface="a고딕14" panose="02020600000000000000" pitchFamily="18" charset="-127"/>
            </a:endParaRPr>
          </a:p>
        </p:txBody>
      </p:sp>
      <p:sp>
        <p:nvSpPr>
          <p:cNvPr id="111" name="Shape 75">
            <a:extLst>
              <a:ext uri="{FF2B5EF4-FFF2-40B4-BE49-F238E27FC236}">
                <a16:creationId xmlns:a16="http://schemas.microsoft.com/office/drawing/2014/main" id="{9B112B6A-C9F6-4D30-447D-39BB951328C7}"/>
              </a:ext>
            </a:extLst>
          </p:cNvPr>
          <p:cNvSpPr/>
          <p:nvPr/>
        </p:nvSpPr>
        <p:spPr>
          <a:xfrm>
            <a:off x="4382131" y="6229151"/>
            <a:ext cx="1481139" cy="128016"/>
          </a:xfrm>
          <a:prstGeom prst="rect">
            <a:avLst/>
          </a:prstGeom>
          <a:solidFill>
            <a:srgbClr val="1A2D5A"/>
          </a:solidFill>
          <a:ln w="12700">
            <a:noFill/>
            <a:prstDash val="solid"/>
          </a:ln>
        </p:spPr>
        <p:txBody>
          <a:bodyPr/>
          <a:lstStyle/>
          <a:p>
            <a:endParaRPr lang="ko-KR" altLang="en-US">
              <a:latin typeface="a고딕14" panose="02020600000000000000" pitchFamily="18" charset="-127"/>
              <a:ea typeface="a고딕14" panose="02020600000000000000" pitchFamily="18" charset="-127"/>
            </a:endParaRPr>
          </a:p>
        </p:txBody>
      </p:sp>
      <p:sp>
        <p:nvSpPr>
          <p:cNvPr id="112" name="Shape 76">
            <a:extLst>
              <a:ext uri="{FF2B5EF4-FFF2-40B4-BE49-F238E27FC236}">
                <a16:creationId xmlns:a16="http://schemas.microsoft.com/office/drawing/2014/main" id="{493D477A-57BB-CE3E-E7AB-8CECA11348C0}"/>
              </a:ext>
            </a:extLst>
          </p:cNvPr>
          <p:cNvSpPr/>
          <p:nvPr/>
        </p:nvSpPr>
        <p:spPr>
          <a:xfrm>
            <a:off x="4382131" y="6229151"/>
            <a:ext cx="357325" cy="128016"/>
          </a:xfrm>
          <a:prstGeom prst="rect">
            <a:avLst/>
          </a:prstGeom>
          <a:solidFill>
            <a:srgbClr val="8A9BB5"/>
          </a:solidFill>
          <a:ln w="12700">
            <a:noFill/>
            <a:prstDash val="solid"/>
          </a:ln>
        </p:spPr>
        <p:txBody>
          <a:bodyPr/>
          <a:lstStyle/>
          <a:p>
            <a:endParaRPr lang="ko-KR" altLang="en-US">
              <a:latin typeface="a고딕14" panose="02020600000000000000" pitchFamily="18" charset="-127"/>
              <a:ea typeface="a고딕14" panose="02020600000000000000" pitchFamily="18" charset="-127"/>
            </a:endParaRPr>
          </a:p>
        </p:txBody>
      </p:sp>
      <p:sp>
        <p:nvSpPr>
          <p:cNvPr id="113" name="Text 77">
            <a:extLst>
              <a:ext uri="{FF2B5EF4-FFF2-40B4-BE49-F238E27FC236}">
                <a16:creationId xmlns:a16="http://schemas.microsoft.com/office/drawing/2014/main" id="{70E8E436-F223-BDF0-427C-2FDD8AD99FC2}"/>
              </a:ext>
            </a:extLst>
          </p:cNvPr>
          <p:cNvSpPr/>
          <p:nvPr/>
        </p:nvSpPr>
        <p:spPr>
          <a:xfrm>
            <a:off x="5982331" y="6201719"/>
            <a:ext cx="435629" cy="182880"/>
          </a:xfrm>
          <a:prstGeom prst="rect">
            <a:avLst/>
          </a:prstGeom>
          <a:noFill/>
          <a:ln>
            <a:noFill/>
          </a:ln>
        </p:spPr>
        <p:txBody>
          <a:bodyPr wrap="square" lIns="0" tIns="0" rIns="0" bIns="0" rtlCol="0" anchor="ctr"/>
          <a:lstStyle/>
          <a:p>
            <a:pPr marL="0" indent="0">
              <a:buNone/>
            </a:pPr>
            <a:r>
              <a:rPr lang="en-US" sz="800" dirty="0">
                <a:latin typeface="a고딕14" panose="02020600000000000000" pitchFamily="18" charset="-127"/>
                <a:ea typeface="a고딕14" panose="02020600000000000000" pitchFamily="18" charset="-127"/>
                <a:cs typeface="Calibri" pitchFamily="34" charset="-120"/>
              </a:rPr>
              <a:t>19.3%</a:t>
            </a:r>
            <a:endParaRPr lang="en-US" sz="800" dirty="0">
              <a:latin typeface="a고딕14" panose="02020600000000000000" pitchFamily="18" charset="-127"/>
              <a:ea typeface="a고딕14" panose="02020600000000000000" pitchFamily="18" charset="-127"/>
            </a:endParaRPr>
          </a:p>
        </p:txBody>
      </p:sp>
      <p:sp>
        <p:nvSpPr>
          <p:cNvPr id="114" name="Shape 78">
            <a:extLst>
              <a:ext uri="{FF2B5EF4-FFF2-40B4-BE49-F238E27FC236}">
                <a16:creationId xmlns:a16="http://schemas.microsoft.com/office/drawing/2014/main" id="{D136C4D0-C887-FF52-E6CD-4FCE8A9118D8}"/>
              </a:ext>
            </a:extLst>
          </p:cNvPr>
          <p:cNvSpPr/>
          <p:nvPr/>
        </p:nvSpPr>
        <p:spPr>
          <a:xfrm>
            <a:off x="6463466" y="5342123"/>
            <a:ext cx="2791524" cy="1042476"/>
          </a:xfrm>
          <a:prstGeom prst="rect">
            <a:avLst/>
          </a:prstGeom>
          <a:solidFill>
            <a:srgbClr val="002060"/>
          </a:solidFill>
          <a:ln w="12700">
            <a:noFill/>
            <a:prstDash val="solid"/>
          </a:ln>
        </p:spPr>
        <p:txBody>
          <a:bodyPr/>
          <a:lstStyle/>
          <a:p>
            <a:endParaRPr lang="ko-KR" altLang="en-US">
              <a:latin typeface="a고딕14" panose="02020600000000000000" pitchFamily="18" charset="-127"/>
              <a:ea typeface="a고딕14" panose="02020600000000000000" pitchFamily="18" charset="-127"/>
            </a:endParaRPr>
          </a:p>
        </p:txBody>
      </p:sp>
      <p:sp>
        <p:nvSpPr>
          <p:cNvPr id="116" name="Text 80">
            <a:extLst>
              <a:ext uri="{FF2B5EF4-FFF2-40B4-BE49-F238E27FC236}">
                <a16:creationId xmlns:a16="http://schemas.microsoft.com/office/drawing/2014/main" id="{BA60F8D9-5619-A5FC-B492-268020051861}"/>
              </a:ext>
            </a:extLst>
          </p:cNvPr>
          <p:cNvSpPr/>
          <p:nvPr/>
        </p:nvSpPr>
        <p:spPr>
          <a:xfrm>
            <a:off x="6466963" y="5453739"/>
            <a:ext cx="2875153" cy="182880"/>
          </a:xfrm>
          <a:prstGeom prst="rect">
            <a:avLst/>
          </a:prstGeom>
          <a:noFill/>
          <a:ln/>
        </p:spPr>
        <p:txBody>
          <a:bodyPr wrap="square" lIns="0" tIns="0" rIns="0" bIns="0" rtlCol="0" anchor="ctr"/>
          <a:lstStyle/>
          <a:p>
            <a:pPr marL="0" indent="0">
              <a:buNone/>
            </a:pPr>
            <a:r>
              <a:rPr lang="en-US" sz="850" dirty="0">
                <a:solidFill>
                  <a:schemeClr val="bg1"/>
                </a:solidFill>
                <a:latin typeface="a고딕14" panose="02020600000000000000" pitchFamily="18" charset="-127"/>
                <a:ea typeface="a고딕14" panose="02020600000000000000" pitchFamily="18" charset="-127"/>
                <a:cs typeface="Malgun Gothic" pitchFamily="34" charset="-120"/>
              </a:rPr>
              <a:t>→ 정부 시그널</a:t>
            </a:r>
            <a:endParaRPr lang="en-US" sz="850" dirty="0">
              <a:solidFill>
                <a:schemeClr val="bg1"/>
              </a:solidFill>
              <a:latin typeface="a고딕14" panose="02020600000000000000" pitchFamily="18" charset="-127"/>
              <a:ea typeface="a고딕14" panose="02020600000000000000" pitchFamily="18" charset="-127"/>
            </a:endParaRPr>
          </a:p>
        </p:txBody>
      </p:sp>
      <p:sp>
        <p:nvSpPr>
          <p:cNvPr id="117" name="Text 81">
            <a:extLst>
              <a:ext uri="{FF2B5EF4-FFF2-40B4-BE49-F238E27FC236}">
                <a16:creationId xmlns:a16="http://schemas.microsoft.com/office/drawing/2014/main" id="{8E8F9C34-3A20-A1E1-ED7C-08E3284E74B8}"/>
              </a:ext>
            </a:extLst>
          </p:cNvPr>
          <p:cNvSpPr/>
          <p:nvPr/>
        </p:nvSpPr>
        <p:spPr>
          <a:xfrm>
            <a:off x="6466963" y="5645763"/>
            <a:ext cx="2875153" cy="384048"/>
          </a:xfrm>
          <a:prstGeom prst="rect">
            <a:avLst/>
          </a:prstGeom>
          <a:noFill/>
          <a:ln/>
        </p:spPr>
        <p:txBody>
          <a:bodyPr wrap="square" lIns="0" tIns="0" rIns="0" bIns="0" rtlCol="0" anchor="ctr"/>
          <a:lstStyle/>
          <a:p>
            <a:pPr marL="0" indent="0">
              <a:buNone/>
            </a:pPr>
            <a:r>
              <a:rPr lang="en-US" sz="900" dirty="0">
                <a:solidFill>
                  <a:schemeClr val="bg1"/>
                </a:solidFill>
                <a:latin typeface="a고딕14" panose="02020600000000000000" pitchFamily="18" charset="-127"/>
                <a:ea typeface="a고딕14" panose="02020600000000000000" pitchFamily="18" charset="-127"/>
                <a:cs typeface="Malgun Gothic" pitchFamily="34" charset="-120"/>
              </a:rPr>
              <a:t>"제조 핵심 인력의 AI 리터러시 강화를 </a:t>
            </a:r>
            <a:r>
              <a:rPr lang="en-US" sz="900" dirty="0" err="1">
                <a:solidFill>
                  <a:schemeClr val="bg1"/>
                </a:solidFill>
                <a:latin typeface="a고딕14" panose="02020600000000000000" pitchFamily="18" charset="-127"/>
                <a:ea typeface="a고딕14" panose="02020600000000000000" pitchFamily="18" charset="-127"/>
                <a:cs typeface="Malgun Gothic" pitchFamily="34" charset="-120"/>
              </a:rPr>
              <a:t>고용</a:t>
            </a:r>
            <a:r>
              <a:rPr lang="en-US" sz="900" dirty="0">
                <a:solidFill>
                  <a:schemeClr val="bg1"/>
                </a:solidFill>
                <a:latin typeface="a고딕14" panose="02020600000000000000" pitchFamily="18" charset="-127"/>
                <a:ea typeface="a고딕14" panose="02020600000000000000" pitchFamily="18" charset="-127"/>
                <a:cs typeface="Malgun Gothic" pitchFamily="34" charset="-120"/>
              </a:rPr>
              <a:t> 전</a:t>
            </a:r>
            <a:br>
              <a:rPr lang="en-US" sz="900" dirty="0">
                <a:solidFill>
                  <a:schemeClr val="bg1"/>
                </a:solidFill>
                <a:latin typeface="a고딕14" panose="02020600000000000000" pitchFamily="18" charset="-127"/>
                <a:ea typeface="a고딕14" panose="02020600000000000000" pitchFamily="18" charset="-127"/>
                <a:cs typeface="Malgun Gothic" pitchFamily="34" charset="-120"/>
              </a:rPr>
            </a:br>
            <a:r>
              <a:rPr lang="en-US" sz="900" dirty="0" err="1">
                <a:solidFill>
                  <a:schemeClr val="bg1"/>
                </a:solidFill>
                <a:latin typeface="a고딕14" panose="02020600000000000000" pitchFamily="18" charset="-127"/>
                <a:ea typeface="a고딕14" panose="02020600000000000000" pitchFamily="18" charset="-127"/>
                <a:cs typeface="Malgun Gothic" pitchFamily="34" charset="-120"/>
              </a:rPr>
              <a:t>단계에</a:t>
            </a:r>
            <a:r>
              <a:rPr lang="en-US" sz="900" dirty="0">
                <a:solidFill>
                  <a:schemeClr val="bg1"/>
                </a:solidFill>
                <a:latin typeface="a고딕14" panose="02020600000000000000" pitchFamily="18" charset="-127"/>
                <a:ea typeface="a고딕14" panose="02020600000000000000" pitchFamily="18" charset="-127"/>
                <a:cs typeface="Malgun Gothic" pitchFamily="34" charset="-120"/>
              </a:rPr>
              <a:t> 걸쳐 지원"</a:t>
            </a:r>
            <a:endParaRPr lang="en-US" sz="900" dirty="0">
              <a:solidFill>
                <a:schemeClr val="bg1"/>
              </a:solidFill>
              <a:latin typeface="a고딕14" panose="02020600000000000000" pitchFamily="18" charset="-127"/>
              <a:ea typeface="a고딕14" panose="02020600000000000000" pitchFamily="18" charset="-127"/>
            </a:endParaRPr>
          </a:p>
        </p:txBody>
      </p:sp>
      <p:sp>
        <p:nvSpPr>
          <p:cNvPr id="119" name="Text 83">
            <a:extLst>
              <a:ext uri="{FF2B5EF4-FFF2-40B4-BE49-F238E27FC236}">
                <a16:creationId xmlns:a16="http://schemas.microsoft.com/office/drawing/2014/main" id="{59BC2F4A-B3CE-CA3C-3C77-A9C0DAC016B0}"/>
              </a:ext>
            </a:extLst>
          </p:cNvPr>
          <p:cNvSpPr/>
          <p:nvPr/>
        </p:nvSpPr>
        <p:spPr>
          <a:xfrm>
            <a:off x="6493012" y="6037639"/>
            <a:ext cx="2755468" cy="347472"/>
          </a:xfrm>
          <a:prstGeom prst="rect">
            <a:avLst/>
          </a:prstGeom>
          <a:solidFill>
            <a:srgbClr val="3061A3"/>
          </a:solidFill>
          <a:ln/>
        </p:spPr>
        <p:txBody>
          <a:bodyPr wrap="square" lIns="38100" tIns="38100" rIns="38100" bIns="38100" rtlCol="0" anchor="ctr"/>
          <a:lstStyle/>
          <a:p>
            <a:pPr marL="0" indent="0">
              <a:buNone/>
            </a:pPr>
            <a:r>
              <a:rPr lang="en-US" sz="900" dirty="0">
                <a:solidFill>
                  <a:schemeClr val="bg1"/>
                </a:solidFill>
                <a:latin typeface="a고딕14" panose="02020600000000000000" pitchFamily="18" charset="-127"/>
                <a:ea typeface="a고딕14" panose="02020600000000000000" pitchFamily="18" charset="-127"/>
                <a:cs typeface="Malgun Gothic" pitchFamily="34" charset="-120"/>
              </a:rPr>
              <a:t>⇒ STEP 평생직업능력개발이 이 </a:t>
            </a:r>
            <a:r>
              <a:rPr lang="en-US" sz="900" dirty="0" err="1">
                <a:solidFill>
                  <a:schemeClr val="bg1"/>
                </a:solidFill>
                <a:latin typeface="a고딕14" panose="02020600000000000000" pitchFamily="18" charset="-127"/>
                <a:ea typeface="a고딕14" panose="02020600000000000000" pitchFamily="18" charset="-127"/>
                <a:cs typeface="Malgun Gothic" pitchFamily="34" charset="-120"/>
              </a:rPr>
              <a:t>시그널과</a:t>
            </a:r>
            <a:r>
              <a:rPr lang="en-US" sz="900" dirty="0">
                <a:solidFill>
                  <a:schemeClr val="bg1"/>
                </a:solidFill>
                <a:latin typeface="a고딕14" panose="02020600000000000000" pitchFamily="18" charset="-127"/>
                <a:ea typeface="a고딕14" panose="02020600000000000000" pitchFamily="18" charset="-127"/>
                <a:cs typeface="Malgun Gothic" pitchFamily="34" charset="-120"/>
              </a:rPr>
              <a:t> </a:t>
            </a:r>
            <a:r>
              <a:rPr lang="en-US" sz="900" dirty="0" err="1">
                <a:solidFill>
                  <a:schemeClr val="bg1"/>
                </a:solidFill>
                <a:latin typeface="a고딕14" panose="02020600000000000000" pitchFamily="18" charset="-127"/>
                <a:ea typeface="a고딕14" panose="02020600000000000000" pitchFamily="18" charset="-127"/>
                <a:cs typeface="Malgun Gothic" pitchFamily="34" charset="-120"/>
              </a:rPr>
              <a:t>정확히</a:t>
            </a:r>
            <a:br>
              <a:rPr lang="en-US" sz="900" dirty="0">
                <a:solidFill>
                  <a:schemeClr val="bg1"/>
                </a:solidFill>
                <a:latin typeface="a고딕14" panose="02020600000000000000" pitchFamily="18" charset="-127"/>
                <a:ea typeface="a고딕14" panose="02020600000000000000" pitchFamily="18" charset="-127"/>
                <a:cs typeface="Malgun Gothic" pitchFamily="34" charset="-120"/>
              </a:rPr>
            </a:br>
            <a:r>
              <a:rPr lang="en-US" sz="900" dirty="0" err="1">
                <a:solidFill>
                  <a:schemeClr val="bg1"/>
                </a:solidFill>
                <a:latin typeface="a고딕14" panose="02020600000000000000" pitchFamily="18" charset="-127"/>
                <a:ea typeface="a고딕14" panose="02020600000000000000" pitchFamily="18" charset="-127"/>
                <a:cs typeface="Malgun Gothic" pitchFamily="34" charset="-120"/>
              </a:rPr>
              <a:t>일치하는</a:t>
            </a:r>
            <a:r>
              <a:rPr lang="en-US" sz="900" dirty="0">
                <a:solidFill>
                  <a:schemeClr val="bg1"/>
                </a:solidFill>
                <a:latin typeface="a고딕14" panose="02020600000000000000" pitchFamily="18" charset="-127"/>
                <a:ea typeface="a고딕14" panose="02020600000000000000" pitchFamily="18" charset="-127"/>
                <a:cs typeface="Malgun Gothic" pitchFamily="34" charset="-120"/>
              </a:rPr>
              <a:t> 자리</a:t>
            </a:r>
            <a:endParaRPr lang="en-US" sz="900" dirty="0">
              <a:solidFill>
                <a:schemeClr val="bg1"/>
              </a:solidFill>
              <a:latin typeface="a고딕14" panose="02020600000000000000" pitchFamily="18" charset="-127"/>
              <a:ea typeface="a고딕14" panose="02020600000000000000" pitchFamily="18" charset="-127"/>
            </a:endParaRPr>
          </a:p>
        </p:txBody>
      </p:sp>
      <p:sp>
        <p:nvSpPr>
          <p:cNvPr id="121" name="Text 85">
            <a:extLst>
              <a:ext uri="{FF2B5EF4-FFF2-40B4-BE49-F238E27FC236}">
                <a16:creationId xmlns:a16="http://schemas.microsoft.com/office/drawing/2014/main" id="{6A74074B-C6DE-F7A2-152C-CEDF81A1831E}"/>
              </a:ext>
            </a:extLst>
          </p:cNvPr>
          <p:cNvSpPr/>
          <p:nvPr/>
        </p:nvSpPr>
        <p:spPr>
          <a:xfrm>
            <a:off x="8705408" y="5244826"/>
            <a:ext cx="457200" cy="164592"/>
          </a:xfrm>
          <a:prstGeom prst="rect">
            <a:avLst/>
          </a:prstGeom>
          <a:noFill/>
          <a:ln/>
        </p:spPr>
        <p:txBody>
          <a:bodyPr wrap="square" lIns="0" tIns="0" rIns="0" bIns="0" rtlCol="0" anchor="ctr"/>
          <a:lstStyle/>
          <a:p>
            <a:pPr marL="0" indent="0" algn="r">
              <a:buNone/>
            </a:pPr>
            <a:endParaRPr lang="en-US" sz="750" dirty="0">
              <a:solidFill>
                <a:schemeClr val="bg1"/>
              </a:solidFill>
              <a:latin typeface="a고딕14" panose="02020600000000000000" pitchFamily="18" charset="-127"/>
              <a:ea typeface="a고딕14" panose="02020600000000000000" pitchFamily="18" charset="-127"/>
            </a:endParaRPr>
          </a:p>
        </p:txBody>
      </p:sp>
      <p:sp>
        <p:nvSpPr>
          <p:cNvPr id="122" name="직사각형 121">
            <a:extLst>
              <a:ext uri="{FF2B5EF4-FFF2-40B4-BE49-F238E27FC236}">
                <a16:creationId xmlns:a16="http://schemas.microsoft.com/office/drawing/2014/main" id="{D6D5C185-CAE0-14C2-9A90-94F6AFF9B882}"/>
              </a:ext>
            </a:extLst>
          </p:cNvPr>
          <p:cNvSpPr/>
          <p:nvPr/>
        </p:nvSpPr>
        <p:spPr>
          <a:xfrm>
            <a:off x="5177597" y="2545338"/>
            <a:ext cx="1289367" cy="306712"/>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sz="1000" dirty="0">
                <a:latin typeface="a고딕14" panose="02020600000000000000" pitchFamily="18" charset="-127"/>
                <a:ea typeface="a고딕14" panose="02020600000000000000" pitchFamily="18" charset="-127"/>
              </a:rPr>
              <a:t>핵심 정량 </a:t>
            </a:r>
            <a:r>
              <a:rPr lang="en-US" altLang="ko-KR" sz="1000" dirty="0">
                <a:latin typeface="a고딕14" panose="02020600000000000000" pitchFamily="18" charset="-127"/>
                <a:ea typeface="a고딕14" panose="02020600000000000000" pitchFamily="18" charset="-127"/>
              </a:rPr>
              <a:t>KPI 4</a:t>
            </a:r>
            <a:r>
              <a:rPr lang="ko-KR" altLang="en-US" sz="1000" dirty="0">
                <a:latin typeface="a고딕14" panose="02020600000000000000" pitchFamily="18" charset="-127"/>
                <a:ea typeface="a고딕14" panose="02020600000000000000" pitchFamily="18" charset="-127"/>
              </a:rPr>
              <a:t>개</a:t>
            </a:r>
            <a:endParaRPr lang="en-US" altLang="ko-KR" sz="1000" dirty="0">
              <a:latin typeface="a고딕14" panose="02020600000000000000" pitchFamily="18" charset="-127"/>
              <a:ea typeface="a고딕14" panose="02020600000000000000" pitchFamily="18" charset="-127"/>
            </a:endParaRPr>
          </a:p>
        </p:txBody>
      </p:sp>
      <p:sp>
        <p:nvSpPr>
          <p:cNvPr id="123" name="Shape 30">
            <a:extLst>
              <a:ext uri="{FF2B5EF4-FFF2-40B4-BE49-F238E27FC236}">
                <a16:creationId xmlns:a16="http://schemas.microsoft.com/office/drawing/2014/main" id="{EEDDDE5F-5368-7AE4-5D10-1F6FE09BE58C}"/>
              </a:ext>
            </a:extLst>
          </p:cNvPr>
          <p:cNvSpPr/>
          <p:nvPr/>
        </p:nvSpPr>
        <p:spPr>
          <a:xfrm>
            <a:off x="5177322" y="2897488"/>
            <a:ext cx="1956816" cy="749808"/>
          </a:xfrm>
          <a:prstGeom prst="rect">
            <a:avLst/>
          </a:prstGeom>
          <a:solidFill>
            <a:srgbClr val="E6E6E6"/>
          </a:solidFill>
          <a:ln w="3175" cap="flat" cmpd="sng" algn="ctr">
            <a:noFill/>
            <a:prstDash val="solid"/>
          </a:ln>
          <a:effectLst/>
        </p:spPr>
        <p:txBody>
          <a:bodyPr lIns="72000" tIns="0" rIns="0" bIns="0" anchor="ctr" anchorCtr="0"/>
          <a:lstStyle/>
          <a:p>
            <a:pPr eaLnBrk="1" latinLnBrk="0" hangingPunct="1">
              <a:spcBef>
                <a:spcPts val="0"/>
              </a:spcBef>
              <a:spcAft>
                <a:spcPts val="300"/>
              </a:spcAft>
              <a:buNone/>
            </a:pPr>
            <a:endParaRPr lang="ko-KR" altLang="en-US" sz="1000" kern="0">
              <a:latin typeface="a고딕14" panose="02020600000000000000" pitchFamily="18" charset="-127"/>
              <a:ea typeface="a고딕14" panose="02020600000000000000" pitchFamily="18" charset="-127"/>
            </a:endParaRPr>
          </a:p>
        </p:txBody>
      </p:sp>
      <p:sp>
        <p:nvSpPr>
          <p:cNvPr id="125" name="Text 32">
            <a:extLst>
              <a:ext uri="{FF2B5EF4-FFF2-40B4-BE49-F238E27FC236}">
                <a16:creationId xmlns:a16="http://schemas.microsoft.com/office/drawing/2014/main" id="{B9D8A590-59B0-8906-C42A-8B7C9CE83D54}"/>
              </a:ext>
            </a:extLst>
          </p:cNvPr>
          <p:cNvSpPr/>
          <p:nvPr/>
        </p:nvSpPr>
        <p:spPr>
          <a:xfrm>
            <a:off x="5268762" y="2924944"/>
            <a:ext cx="1780526" cy="347472"/>
          </a:xfrm>
          <a:prstGeom prst="rect">
            <a:avLst/>
          </a:prstGeom>
          <a:noFill/>
          <a:ln/>
        </p:spPr>
        <p:txBody>
          <a:bodyPr wrap="square" lIns="0" tIns="0" rIns="0" bIns="0" rtlCol="0" anchor="ctr"/>
          <a:lstStyle/>
          <a:p>
            <a:pPr marL="0" indent="0" algn="ctr">
              <a:buNone/>
            </a:pPr>
            <a:r>
              <a:rPr lang="en-US" sz="1800" b="1" dirty="0">
                <a:latin typeface="a고딕14" panose="02020600000000000000" pitchFamily="18" charset="-127"/>
                <a:ea typeface="a고딕14" panose="02020600000000000000" pitchFamily="18" charset="-127"/>
                <a:cs typeface="Calibri" pitchFamily="34" charset="-120"/>
              </a:rPr>
              <a:t>12,000개</a:t>
            </a:r>
            <a:endParaRPr lang="en-US" sz="1800" dirty="0">
              <a:latin typeface="a고딕14" panose="02020600000000000000" pitchFamily="18" charset="-127"/>
              <a:ea typeface="a고딕14" panose="02020600000000000000" pitchFamily="18" charset="-127"/>
            </a:endParaRPr>
          </a:p>
        </p:txBody>
      </p:sp>
      <p:sp>
        <p:nvSpPr>
          <p:cNvPr id="126" name="Text 33">
            <a:extLst>
              <a:ext uri="{FF2B5EF4-FFF2-40B4-BE49-F238E27FC236}">
                <a16:creationId xmlns:a16="http://schemas.microsoft.com/office/drawing/2014/main" id="{32EDAF1E-4141-90DC-CE89-93863E58D9F8}"/>
              </a:ext>
            </a:extLst>
          </p:cNvPr>
          <p:cNvSpPr/>
          <p:nvPr/>
        </p:nvSpPr>
        <p:spPr>
          <a:xfrm>
            <a:off x="5250474" y="3290704"/>
            <a:ext cx="1815784" cy="182880"/>
          </a:xfrm>
          <a:prstGeom prst="rect">
            <a:avLst/>
          </a:prstGeom>
          <a:noFill/>
          <a:ln/>
        </p:spPr>
        <p:txBody>
          <a:bodyPr wrap="square" lIns="0" tIns="0" rIns="0" bIns="0" rtlCol="0" anchor="ctr"/>
          <a:lstStyle/>
          <a:p>
            <a:pPr marL="0" indent="0" algn="ctr">
              <a:buNone/>
            </a:pPr>
            <a:r>
              <a:rPr lang="en-US" sz="900" b="1" dirty="0">
                <a:latin typeface="a고딕14" panose="02020600000000000000" pitchFamily="18" charset="-127"/>
                <a:ea typeface="a고딕14" panose="02020600000000000000" pitchFamily="18" charset="-127"/>
                <a:cs typeface="Malgun Gothic" pitchFamily="34" charset="-120"/>
              </a:rPr>
              <a:t>AI 중심 스마트공장</a:t>
            </a:r>
            <a:endParaRPr lang="en-US" sz="900" dirty="0">
              <a:latin typeface="a고딕14" panose="02020600000000000000" pitchFamily="18" charset="-127"/>
              <a:ea typeface="a고딕14" panose="02020600000000000000" pitchFamily="18" charset="-127"/>
            </a:endParaRPr>
          </a:p>
        </p:txBody>
      </p:sp>
      <p:sp>
        <p:nvSpPr>
          <p:cNvPr id="127" name="Text 34">
            <a:extLst>
              <a:ext uri="{FF2B5EF4-FFF2-40B4-BE49-F238E27FC236}">
                <a16:creationId xmlns:a16="http://schemas.microsoft.com/office/drawing/2014/main" id="{213468DD-0A11-54B5-F673-192CA87FA2B8}"/>
              </a:ext>
            </a:extLst>
          </p:cNvPr>
          <p:cNvSpPr/>
          <p:nvPr/>
        </p:nvSpPr>
        <p:spPr>
          <a:xfrm>
            <a:off x="5250474" y="3482728"/>
            <a:ext cx="1815784" cy="164592"/>
          </a:xfrm>
          <a:prstGeom prst="rect">
            <a:avLst/>
          </a:prstGeom>
          <a:noFill/>
          <a:ln/>
        </p:spPr>
        <p:txBody>
          <a:bodyPr wrap="square" lIns="0" tIns="0" rIns="0" bIns="0" rtlCol="0" anchor="ctr"/>
          <a:lstStyle/>
          <a:p>
            <a:pPr marL="0" indent="0" algn="ctr">
              <a:buNone/>
            </a:pPr>
            <a:r>
              <a:rPr lang="en-US" sz="750" dirty="0">
                <a:latin typeface="a고딕14" panose="02020600000000000000" pitchFamily="18" charset="-127"/>
                <a:ea typeface="a고딕14" panose="02020600000000000000" pitchFamily="18" charset="-127"/>
                <a:cs typeface="Malgun Gothic" pitchFamily="34" charset="-120"/>
              </a:rPr>
              <a:t>산업 현장의 AI 대전환 규모</a:t>
            </a:r>
            <a:endParaRPr lang="en-US" sz="750" dirty="0">
              <a:latin typeface="a고딕14" panose="02020600000000000000" pitchFamily="18" charset="-127"/>
              <a:ea typeface="a고딕14" panose="02020600000000000000" pitchFamily="18" charset="-127"/>
            </a:endParaRPr>
          </a:p>
        </p:txBody>
      </p:sp>
      <p:sp>
        <p:nvSpPr>
          <p:cNvPr id="128" name="Shape 35">
            <a:extLst>
              <a:ext uri="{FF2B5EF4-FFF2-40B4-BE49-F238E27FC236}">
                <a16:creationId xmlns:a16="http://schemas.microsoft.com/office/drawing/2014/main" id="{5C8676B4-FF61-20C2-448B-A2355516E140}"/>
              </a:ext>
            </a:extLst>
          </p:cNvPr>
          <p:cNvSpPr/>
          <p:nvPr/>
        </p:nvSpPr>
        <p:spPr>
          <a:xfrm>
            <a:off x="7298730" y="2897488"/>
            <a:ext cx="1956816" cy="733567"/>
          </a:xfrm>
          <a:prstGeom prst="rect">
            <a:avLst/>
          </a:prstGeom>
          <a:solidFill>
            <a:srgbClr val="E6E6E6"/>
          </a:solidFill>
          <a:ln w="3175" cap="flat" cmpd="sng" algn="ctr">
            <a:noFill/>
            <a:prstDash val="solid"/>
          </a:ln>
          <a:effectLst/>
        </p:spPr>
        <p:txBody>
          <a:bodyPr lIns="72000" tIns="0" rIns="0" bIns="0" anchor="ctr" anchorCtr="0"/>
          <a:lstStyle/>
          <a:p>
            <a:pPr eaLnBrk="1" latinLnBrk="0" hangingPunct="1">
              <a:spcBef>
                <a:spcPts val="0"/>
              </a:spcBef>
              <a:spcAft>
                <a:spcPts val="300"/>
              </a:spcAft>
              <a:buNone/>
            </a:pPr>
            <a:endParaRPr lang="ko-KR" altLang="en-US" sz="1000" kern="0">
              <a:latin typeface="a고딕14" panose="02020600000000000000" pitchFamily="18" charset="-127"/>
              <a:ea typeface="a고딕14" panose="02020600000000000000" pitchFamily="18" charset="-127"/>
            </a:endParaRPr>
          </a:p>
        </p:txBody>
      </p:sp>
      <p:sp>
        <p:nvSpPr>
          <p:cNvPr id="130" name="Text 37">
            <a:extLst>
              <a:ext uri="{FF2B5EF4-FFF2-40B4-BE49-F238E27FC236}">
                <a16:creationId xmlns:a16="http://schemas.microsoft.com/office/drawing/2014/main" id="{11F8818C-02E2-B6B0-2F97-1BE84E2F7345}"/>
              </a:ext>
            </a:extLst>
          </p:cNvPr>
          <p:cNvSpPr/>
          <p:nvPr/>
        </p:nvSpPr>
        <p:spPr>
          <a:xfrm>
            <a:off x="7390170" y="2886644"/>
            <a:ext cx="1780526" cy="347472"/>
          </a:xfrm>
          <a:prstGeom prst="rect">
            <a:avLst/>
          </a:prstGeom>
          <a:noFill/>
          <a:ln/>
        </p:spPr>
        <p:txBody>
          <a:bodyPr wrap="square" lIns="0" tIns="0" rIns="0" bIns="0" rtlCol="0" anchor="ctr"/>
          <a:lstStyle/>
          <a:p>
            <a:pPr marL="0" indent="0" algn="ctr">
              <a:buNone/>
            </a:pPr>
            <a:r>
              <a:rPr lang="en-US" sz="1800" b="1" dirty="0">
                <a:latin typeface="a고딕14" panose="02020600000000000000" pitchFamily="18" charset="-127"/>
                <a:ea typeface="a고딕14" panose="02020600000000000000" pitchFamily="18" charset="-127"/>
                <a:cs typeface="Calibri" pitchFamily="34" charset="-120"/>
              </a:rPr>
              <a:t>1% → 10%</a:t>
            </a:r>
            <a:endParaRPr lang="en-US" sz="1800" dirty="0">
              <a:latin typeface="a고딕14" panose="02020600000000000000" pitchFamily="18" charset="-127"/>
              <a:ea typeface="a고딕14" panose="02020600000000000000" pitchFamily="18" charset="-127"/>
            </a:endParaRPr>
          </a:p>
        </p:txBody>
      </p:sp>
      <p:sp>
        <p:nvSpPr>
          <p:cNvPr id="131" name="Text 38">
            <a:extLst>
              <a:ext uri="{FF2B5EF4-FFF2-40B4-BE49-F238E27FC236}">
                <a16:creationId xmlns:a16="http://schemas.microsoft.com/office/drawing/2014/main" id="{C1754DFB-597C-65A3-34EA-F7A945BFC6A7}"/>
              </a:ext>
            </a:extLst>
          </p:cNvPr>
          <p:cNvSpPr/>
          <p:nvPr/>
        </p:nvSpPr>
        <p:spPr>
          <a:xfrm>
            <a:off x="7371882" y="3252404"/>
            <a:ext cx="1815784" cy="182880"/>
          </a:xfrm>
          <a:prstGeom prst="rect">
            <a:avLst/>
          </a:prstGeom>
          <a:noFill/>
          <a:ln/>
        </p:spPr>
        <p:txBody>
          <a:bodyPr wrap="square" lIns="0" tIns="0" rIns="0" bIns="0" rtlCol="0" anchor="ctr"/>
          <a:lstStyle/>
          <a:p>
            <a:pPr marL="0" indent="0" algn="ctr">
              <a:buNone/>
            </a:pPr>
            <a:r>
              <a:rPr lang="en-US" sz="900" b="1" dirty="0">
                <a:latin typeface="a고딕14" panose="02020600000000000000" pitchFamily="18" charset="-127"/>
                <a:ea typeface="a고딕14" panose="02020600000000000000" pitchFamily="18" charset="-127"/>
                <a:cs typeface="Malgun Gothic" pitchFamily="34" charset="-120"/>
              </a:rPr>
              <a:t>AI 도입률</a:t>
            </a:r>
            <a:endParaRPr lang="en-US" sz="900" dirty="0">
              <a:latin typeface="a고딕14" panose="02020600000000000000" pitchFamily="18" charset="-127"/>
              <a:ea typeface="a고딕14" panose="02020600000000000000" pitchFamily="18" charset="-127"/>
            </a:endParaRPr>
          </a:p>
        </p:txBody>
      </p:sp>
      <p:sp>
        <p:nvSpPr>
          <p:cNvPr id="132" name="Text 39">
            <a:extLst>
              <a:ext uri="{FF2B5EF4-FFF2-40B4-BE49-F238E27FC236}">
                <a16:creationId xmlns:a16="http://schemas.microsoft.com/office/drawing/2014/main" id="{E9DC2F81-AF99-FF20-8B74-C4581E05561F}"/>
              </a:ext>
            </a:extLst>
          </p:cNvPr>
          <p:cNvSpPr/>
          <p:nvPr/>
        </p:nvSpPr>
        <p:spPr>
          <a:xfrm>
            <a:off x="7371882" y="3444428"/>
            <a:ext cx="1815784" cy="164592"/>
          </a:xfrm>
          <a:prstGeom prst="rect">
            <a:avLst/>
          </a:prstGeom>
          <a:noFill/>
          <a:ln/>
        </p:spPr>
        <p:txBody>
          <a:bodyPr wrap="square" lIns="0" tIns="0" rIns="0" bIns="0" rtlCol="0" anchor="ctr"/>
          <a:lstStyle/>
          <a:p>
            <a:pPr marL="0" indent="0" algn="ctr">
              <a:buNone/>
            </a:pPr>
            <a:r>
              <a:rPr lang="en-US" sz="750" dirty="0">
                <a:latin typeface="a고딕14" panose="02020600000000000000" pitchFamily="18" charset="-127"/>
                <a:ea typeface="a고딕14" panose="02020600000000000000" pitchFamily="18" charset="-127"/>
                <a:cs typeface="Malgun Gothic" pitchFamily="34" charset="-120"/>
              </a:rPr>
              <a:t>중소 제조기업 AI 보편화</a:t>
            </a:r>
            <a:endParaRPr lang="en-US" sz="750" dirty="0">
              <a:latin typeface="a고딕14" panose="02020600000000000000" pitchFamily="18" charset="-127"/>
              <a:ea typeface="a고딕14" panose="02020600000000000000" pitchFamily="18" charset="-127"/>
            </a:endParaRPr>
          </a:p>
        </p:txBody>
      </p:sp>
      <p:sp>
        <p:nvSpPr>
          <p:cNvPr id="133" name="Shape 40">
            <a:extLst>
              <a:ext uri="{FF2B5EF4-FFF2-40B4-BE49-F238E27FC236}">
                <a16:creationId xmlns:a16="http://schemas.microsoft.com/office/drawing/2014/main" id="{1D009C4E-4287-73B4-CF6F-60F160FF26A3}"/>
              </a:ext>
            </a:extLst>
          </p:cNvPr>
          <p:cNvSpPr/>
          <p:nvPr/>
        </p:nvSpPr>
        <p:spPr>
          <a:xfrm>
            <a:off x="5177322" y="3716496"/>
            <a:ext cx="1956816" cy="740910"/>
          </a:xfrm>
          <a:prstGeom prst="rect">
            <a:avLst/>
          </a:prstGeom>
          <a:solidFill>
            <a:srgbClr val="E6E6E6"/>
          </a:solidFill>
          <a:ln w="3175" cap="flat" cmpd="sng" algn="ctr">
            <a:noFill/>
            <a:prstDash val="solid"/>
          </a:ln>
          <a:effectLst/>
        </p:spPr>
        <p:txBody>
          <a:bodyPr lIns="72000" tIns="0" rIns="0" bIns="0" anchor="ctr" anchorCtr="0"/>
          <a:lstStyle/>
          <a:p>
            <a:pPr eaLnBrk="1" latinLnBrk="0" hangingPunct="1">
              <a:spcBef>
                <a:spcPts val="0"/>
              </a:spcBef>
              <a:spcAft>
                <a:spcPts val="300"/>
              </a:spcAft>
              <a:buNone/>
            </a:pPr>
            <a:endParaRPr lang="ko-KR" altLang="en-US" sz="1000" kern="0">
              <a:latin typeface="a고딕14" panose="02020600000000000000" pitchFamily="18" charset="-127"/>
              <a:ea typeface="a고딕14" panose="02020600000000000000" pitchFamily="18" charset="-127"/>
            </a:endParaRPr>
          </a:p>
        </p:txBody>
      </p:sp>
      <p:sp>
        <p:nvSpPr>
          <p:cNvPr id="135" name="Text 42">
            <a:extLst>
              <a:ext uri="{FF2B5EF4-FFF2-40B4-BE49-F238E27FC236}">
                <a16:creationId xmlns:a16="http://schemas.microsoft.com/office/drawing/2014/main" id="{C5DFF90A-31D4-A80F-C69B-7E6484A6F620}"/>
              </a:ext>
            </a:extLst>
          </p:cNvPr>
          <p:cNvSpPr/>
          <p:nvPr/>
        </p:nvSpPr>
        <p:spPr>
          <a:xfrm>
            <a:off x="5268762" y="3717032"/>
            <a:ext cx="1780526" cy="347472"/>
          </a:xfrm>
          <a:prstGeom prst="rect">
            <a:avLst/>
          </a:prstGeom>
          <a:noFill/>
          <a:ln>
            <a:noFill/>
          </a:ln>
        </p:spPr>
        <p:txBody>
          <a:bodyPr wrap="square" lIns="0" tIns="0" rIns="0" bIns="0" rtlCol="0" anchor="ctr"/>
          <a:lstStyle/>
          <a:p>
            <a:pPr marL="0" indent="0" algn="ctr">
              <a:buNone/>
            </a:pPr>
            <a:r>
              <a:rPr lang="en-US" sz="1800" b="1" dirty="0">
                <a:latin typeface="a고딕14" panose="02020600000000000000" pitchFamily="18" charset="-127"/>
                <a:ea typeface="a고딕14" panose="02020600000000000000" pitchFamily="18" charset="-127"/>
                <a:cs typeface="Calibri" pitchFamily="34" charset="-120"/>
              </a:rPr>
              <a:t>500개사</a:t>
            </a:r>
            <a:endParaRPr lang="en-US" sz="1800" dirty="0">
              <a:latin typeface="a고딕14" panose="02020600000000000000" pitchFamily="18" charset="-127"/>
              <a:ea typeface="a고딕14" panose="02020600000000000000" pitchFamily="18" charset="-127"/>
            </a:endParaRPr>
          </a:p>
        </p:txBody>
      </p:sp>
      <p:sp>
        <p:nvSpPr>
          <p:cNvPr id="136" name="Text 43">
            <a:extLst>
              <a:ext uri="{FF2B5EF4-FFF2-40B4-BE49-F238E27FC236}">
                <a16:creationId xmlns:a16="http://schemas.microsoft.com/office/drawing/2014/main" id="{498F6BEF-3529-985C-317C-81C755DCACF7}"/>
              </a:ext>
            </a:extLst>
          </p:cNvPr>
          <p:cNvSpPr/>
          <p:nvPr/>
        </p:nvSpPr>
        <p:spPr>
          <a:xfrm>
            <a:off x="5250474" y="4082792"/>
            <a:ext cx="1815784" cy="182880"/>
          </a:xfrm>
          <a:prstGeom prst="rect">
            <a:avLst/>
          </a:prstGeom>
          <a:noFill/>
          <a:ln/>
        </p:spPr>
        <p:txBody>
          <a:bodyPr wrap="square" lIns="0" tIns="0" rIns="0" bIns="0" rtlCol="0" anchor="ctr"/>
          <a:lstStyle/>
          <a:p>
            <a:pPr marL="0" indent="0" algn="ctr">
              <a:buNone/>
            </a:pPr>
            <a:r>
              <a:rPr lang="en-US" sz="900" b="1" dirty="0">
                <a:latin typeface="a고딕14" panose="02020600000000000000" pitchFamily="18" charset="-127"/>
                <a:ea typeface="a고딕14" panose="02020600000000000000" pitchFamily="18" charset="-127"/>
                <a:cs typeface="Malgun Gothic" pitchFamily="34" charset="-120"/>
              </a:rPr>
              <a:t>제조AI 전문기업 육성</a:t>
            </a:r>
            <a:endParaRPr lang="en-US" sz="900" dirty="0">
              <a:latin typeface="a고딕14" panose="02020600000000000000" pitchFamily="18" charset="-127"/>
              <a:ea typeface="a고딕14" panose="02020600000000000000" pitchFamily="18" charset="-127"/>
            </a:endParaRPr>
          </a:p>
        </p:txBody>
      </p:sp>
      <p:sp>
        <p:nvSpPr>
          <p:cNvPr id="137" name="Text 44">
            <a:extLst>
              <a:ext uri="{FF2B5EF4-FFF2-40B4-BE49-F238E27FC236}">
                <a16:creationId xmlns:a16="http://schemas.microsoft.com/office/drawing/2014/main" id="{2E4CCE60-1D2E-B398-996C-F923196C9B16}"/>
              </a:ext>
            </a:extLst>
          </p:cNvPr>
          <p:cNvSpPr/>
          <p:nvPr/>
        </p:nvSpPr>
        <p:spPr>
          <a:xfrm>
            <a:off x="5250474" y="4274816"/>
            <a:ext cx="1815784" cy="164592"/>
          </a:xfrm>
          <a:prstGeom prst="rect">
            <a:avLst/>
          </a:prstGeom>
          <a:noFill/>
          <a:ln/>
        </p:spPr>
        <p:txBody>
          <a:bodyPr wrap="square" lIns="0" tIns="0" rIns="0" bIns="0" rtlCol="0" anchor="ctr"/>
          <a:lstStyle/>
          <a:p>
            <a:pPr marL="0" indent="0" algn="ctr">
              <a:buNone/>
            </a:pPr>
            <a:r>
              <a:rPr lang="en-US" sz="750" dirty="0">
                <a:latin typeface="a고딕14" panose="02020600000000000000" pitchFamily="18" charset="-127"/>
                <a:ea typeface="a고딕14" panose="02020600000000000000" pitchFamily="18" charset="-127"/>
                <a:cs typeface="Malgun Gothic" pitchFamily="34" charset="-120"/>
              </a:rPr>
              <a:t>글로벌 기술 경쟁력 확보</a:t>
            </a:r>
            <a:endParaRPr lang="en-US" sz="750" dirty="0">
              <a:latin typeface="a고딕14" panose="02020600000000000000" pitchFamily="18" charset="-127"/>
              <a:ea typeface="a고딕14" panose="02020600000000000000" pitchFamily="18" charset="-127"/>
            </a:endParaRPr>
          </a:p>
        </p:txBody>
      </p:sp>
      <p:sp>
        <p:nvSpPr>
          <p:cNvPr id="138" name="Shape 45">
            <a:extLst>
              <a:ext uri="{FF2B5EF4-FFF2-40B4-BE49-F238E27FC236}">
                <a16:creationId xmlns:a16="http://schemas.microsoft.com/office/drawing/2014/main" id="{B17A5866-9172-32C5-9F03-DB7A0246B903}"/>
              </a:ext>
            </a:extLst>
          </p:cNvPr>
          <p:cNvSpPr/>
          <p:nvPr/>
        </p:nvSpPr>
        <p:spPr>
          <a:xfrm>
            <a:off x="7291664" y="3723839"/>
            <a:ext cx="1956816" cy="733567"/>
          </a:xfrm>
          <a:prstGeom prst="rect">
            <a:avLst/>
          </a:prstGeom>
          <a:solidFill>
            <a:srgbClr val="E6E6E6"/>
          </a:solidFill>
          <a:ln w="3175" cap="flat" cmpd="sng" algn="ctr">
            <a:noFill/>
            <a:prstDash val="solid"/>
          </a:ln>
          <a:effectLst/>
        </p:spPr>
        <p:txBody>
          <a:bodyPr lIns="72000" tIns="0" rIns="0" bIns="0" anchor="ctr" anchorCtr="0"/>
          <a:lstStyle/>
          <a:p>
            <a:pPr eaLnBrk="1" latinLnBrk="0" hangingPunct="1">
              <a:spcBef>
                <a:spcPts val="0"/>
              </a:spcBef>
              <a:spcAft>
                <a:spcPts val="300"/>
              </a:spcAft>
              <a:buNone/>
            </a:pPr>
            <a:endParaRPr lang="ko-KR" altLang="en-US" sz="1000" kern="0">
              <a:latin typeface="a고딕14" panose="02020600000000000000" pitchFamily="18" charset="-127"/>
              <a:ea typeface="a고딕14" panose="02020600000000000000" pitchFamily="18" charset="-127"/>
            </a:endParaRPr>
          </a:p>
        </p:txBody>
      </p:sp>
      <p:sp>
        <p:nvSpPr>
          <p:cNvPr id="140" name="Text 47">
            <a:extLst>
              <a:ext uri="{FF2B5EF4-FFF2-40B4-BE49-F238E27FC236}">
                <a16:creationId xmlns:a16="http://schemas.microsoft.com/office/drawing/2014/main" id="{6DEFEAAC-8A0B-0614-6069-F57C991EF033}"/>
              </a:ext>
            </a:extLst>
          </p:cNvPr>
          <p:cNvSpPr/>
          <p:nvPr/>
        </p:nvSpPr>
        <p:spPr>
          <a:xfrm>
            <a:off x="7390170" y="3717032"/>
            <a:ext cx="1780526" cy="347472"/>
          </a:xfrm>
          <a:prstGeom prst="rect">
            <a:avLst/>
          </a:prstGeom>
          <a:noFill/>
          <a:ln>
            <a:noFill/>
          </a:ln>
        </p:spPr>
        <p:txBody>
          <a:bodyPr wrap="square" lIns="0" tIns="0" rIns="0" bIns="0" rtlCol="0" anchor="ctr"/>
          <a:lstStyle/>
          <a:p>
            <a:pPr marL="0" indent="0" algn="ctr">
              <a:buNone/>
            </a:pPr>
            <a:r>
              <a:rPr lang="en-US" sz="1800" b="1" dirty="0">
                <a:latin typeface="a고딕14" panose="02020600000000000000" pitchFamily="18" charset="-127"/>
                <a:ea typeface="a고딕14" panose="02020600000000000000" pitchFamily="18" charset="-127"/>
                <a:cs typeface="Calibri" pitchFamily="34" charset="-120"/>
              </a:rPr>
              <a:t>20% 감소</a:t>
            </a:r>
            <a:endParaRPr lang="en-US" sz="1800" dirty="0">
              <a:latin typeface="a고딕14" panose="02020600000000000000" pitchFamily="18" charset="-127"/>
              <a:ea typeface="a고딕14" panose="02020600000000000000" pitchFamily="18" charset="-127"/>
            </a:endParaRPr>
          </a:p>
        </p:txBody>
      </p:sp>
      <p:sp>
        <p:nvSpPr>
          <p:cNvPr id="141" name="Text 48">
            <a:extLst>
              <a:ext uri="{FF2B5EF4-FFF2-40B4-BE49-F238E27FC236}">
                <a16:creationId xmlns:a16="http://schemas.microsoft.com/office/drawing/2014/main" id="{89F6C416-8038-6127-FA44-2D300FEA9CD9}"/>
              </a:ext>
            </a:extLst>
          </p:cNvPr>
          <p:cNvSpPr/>
          <p:nvPr/>
        </p:nvSpPr>
        <p:spPr>
          <a:xfrm>
            <a:off x="7371882" y="4082792"/>
            <a:ext cx="1815784" cy="182880"/>
          </a:xfrm>
          <a:prstGeom prst="rect">
            <a:avLst/>
          </a:prstGeom>
          <a:noFill/>
          <a:ln/>
        </p:spPr>
        <p:txBody>
          <a:bodyPr wrap="square" lIns="0" tIns="0" rIns="0" bIns="0" rtlCol="0" anchor="ctr"/>
          <a:lstStyle/>
          <a:p>
            <a:pPr marL="0" indent="0" algn="ctr">
              <a:buNone/>
            </a:pPr>
            <a:r>
              <a:rPr lang="en-US" sz="900" b="1" dirty="0">
                <a:latin typeface="a고딕14" panose="02020600000000000000" pitchFamily="18" charset="-127"/>
                <a:ea typeface="a고딕14" panose="02020600000000000000" pitchFamily="18" charset="-127"/>
                <a:cs typeface="Malgun Gothic" pitchFamily="34" charset="-120"/>
              </a:rPr>
              <a:t>산업재해율</a:t>
            </a:r>
            <a:endParaRPr lang="en-US" sz="900" dirty="0">
              <a:latin typeface="a고딕14" panose="02020600000000000000" pitchFamily="18" charset="-127"/>
              <a:ea typeface="a고딕14" panose="02020600000000000000" pitchFamily="18" charset="-127"/>
            </a:endParaRPr>
          </a:p>
        </p:txBody>
      </p:sp>
      <p:sp>
        <p:nvSpPr>
          <p:cNvPr id="142" name="Text 49">
            <a:extLst>
              <a:ext uri="{FF2B5EF4-FFF2-40B4-BE49-F238E27FC236}">
                <a16:creationId xmlns:a16="http://schemas.microsoft.com/office/drawing/2014/main" id="{E56B5BDA-8358-B772-B749-3056CF41CCF4}"/>
              </a:ext>
            </a:extLst>
          </p:cNvPr>
          <p:cNvSpPr/>
          <p:nvPr/>
        </p:nvSpPr>
        <p:spPr>
          <a:xfrm>
            <a:off x="7371882" y="4274816"/>
            <a:ext cx="1815784" cy="164592"/>
          </a:xfrm>
          <a:prstGeom prst="rect">
            <a:avLst/>
          </a:prstGeom>
          <a:noFill/>
          <a:ln/>
        </p:spPr>
        <p:txBody>
          <a:bodyPr wrap="square" lIns="0" tIns="0" rIns="0" bIns="0" rtlCol="0" anchor="ctr"/>
          <a:lstStyle/>
          <a:p>
            <a:pPr marL="0" indent="0" algn="ctr">
              <a:buNone/>
            </a:pPr>
            <a:r>
              <a:rPr lang="en-US" sz="750" dirty="0">
                <a:latin typeface="a고딕14" panose="02020600000000000000" pitchFamily="18" charset="-127"/>
                <a:ea typeface="a고딕14" panose="02020600000000000000" pitchFamily="18" charset="-127"/>
                <a:cs typeface="Malgun Gothic" pitchFamily="34" charset="-120"/>
              </a:rPr>
              <a:t>AI 도입을 통한 일자리 질 개선</a:t>
            </a:r>
            <a:endParaRPr lang="en-US" sz="750" dirty="0">
              <a:latin typeface="a고딕14" panose="02020600000000000000" pitchFamily="18" charset="-127"/>
              <a:ea typeface="a고딕14" panose="02020600000000000000" pitchFamily="18" charset="-127"/>
            </a:endParaRPr>
          </a:p>
        </p:txBody>
      </p:sp>
      <p:grpSp>
        <p:nvGrpSpPr>
          <p:cNvPr id="188" name="그룹 187">
            <a:extLst>
              <a:ext uri="{FF2B5EF4-FFF2-40B4-BE49-F238E27FC236}">
                <a16:creationId xmlns:a16="http://schemas.microsoft.com/office/drawing/2014/main" id="{D2F5BE5F-AA81-5348-3EED-978AE1DE34A3}"/>
              </a:ext>
            </a:extLst>
          </p:cNvPr>
          <p:cNvGrpSpPr/>
          <p:nvPr/>
        </p:nvGrpSpPr>
        <p:grpSpPr>
          <a:xfrm>
            <a:off x="560387" y="4725144"/>
            <a:ext cx="8902849" cy="766924"/>
            <a:chOff x="190259" y="1995125"/>
            <a:chExt cx="9596454" cy="766924"/>
          </a:xfrm>
        </p:grpSpPr>
        <p:sp>
          <p:nvSpPr>
            <p:cNvPr id="189" name="오른쪽 화살표 45">
              <a:extLst>
                <a:ext uri="{FF2B5EF4-FFF2-40B4-BE49-F238E27FC236}">
                  <a16:creationId xmlns:a16="http://schemas.microsoft.com/office/drawing/2014/main" id="{572EB83F-1F90-582F-5BBD-A7ADCE7E636F}"/>
                </a:ext>
              </a:extLst>
            </p:cNvPr>
            <p:cNvSpPr/>
            <p:nvPr/>
          </p:nvSpPr>
          <p:spPr>
            <a:xfrm>
              <a:off x="1827257" y="2020124"/>
              <a:ext cx="7737503" cy="222566"/>
            </a:xfrm>
            <a:prstGeom prst="rightArrow">
              <a:avLst/>
            </a:prstGeom>
            <a:solidFill>
              <a:schemeClr val="bg1">
                <a:lumMod val="75000"/>
              </a:schemeClr>
            </a:solidFill>
            <a:ln w="25400" cap="flat" cmpd="sng" algn="ctr">
              <a:noFill/>
              <a:prstDash val="solid"/>
            </a:ln>
            <a:effectLst/>
          </p:spPr>
          <p:txBody>
            <a:bodyPr lIns="0" rIns="0" rtlCol="0" anchor="ctr"/>
            <a:lstStyle/>
            <a:p>
              <a:pPr algn="ctr" defTabSz="914395" eaLnBrk="0" fontAlgn="base" latinLnBrk="1" hangingPunct="0">
                <a:spcBef>
                  <a:spcPct val="0"/>
                </a:spcBef>
                <a:spcAft>
                  <a:spcPct val="0"/>
                </a:spcAft>
                <a:defRPr/>
              </a:pPr>
              <a:endParaRPr lang="ko-KR" altLang="en-US" sz="1200" kern="0" spc="-50" dirty="0">
                <a:solidFill>
                  <a:prstClr val="white"/>
                </a:solidFill>
                <a:latin typeface="a고딕14" panose="02020600000000000000" pitchFamily="18" charset="-127"/>
                <a:ea typeface="a고딕14" panose="02020600000000000000" pitchFamily="18" charset="-127"/>
              </a:endParaRPr>
            </a:p>
          </p:txBody>
        </p:sp>
        <p:sp>
          <p:nvSpPr>
            <p:cNvPr id="190" name="직사각형 178">
              <a:extLst>
                <a:ext uri="{FF2B5EF4-FFF2-40B4-BE49-F238E27FC236}">
                  <a16:creationId xmlns:a16="http://schemas.microsoft.com/office/drawing/2014/main" id="{8987F406-6DE7-5093-7AEB-3EFEB2AE259E}"/>
                </a:ext>
              </a:extLst>
            </p:cNvPr>
            <p:cNvSpPr>
              <a:spLocks noChangeArrowheads="1"/>
            </p:cNvSpPr>
            <p:nvPr>
              <p:custDataLst>
                <p:tags r:id="rId1"/>
              </p:custDataLst>
            </p:nvPr>
          </p:nvSpPr>
          <p:spPr bwMode="auto">
            <a:xfrm>
              <a:off x="243781" y="1995125"/>
              <a:ext cx="1931452" cy="263176"/>
            </a:xfrm>
            <a:prstGeom prst="rect">
              <a:avLst/>
            </a:prstGeom>
            <a:solidFill>
              <a:srgbClr val="0A1855"/>
            </a:solidFill>
            <a:ln w="19050" algn="ctr">
              <a:solidFill>
                <a:srgbClr val="0A1855"/>
              </a:solidFill>
              <a:round/>
              <a:headEnd/>
              <a:tailEnd/>
            </a:ln>
            <a:effectLst>
              <a:outerShdw blurRad="50800" dist="38100" dir="2700000" algn="tl" rotWithShape="0">
                <a:prstClr val="black">
                  <a:alpha val="40000"/>
                </a:prstClr>
              </a:outerShdw>
            </a:effectLst>
          </p:spPr>
          <p:txBody>
            <a:bodyPr lIns="90000" tIns="46800" rIns="54000" bIns="46800" anchor="ctr"/>
            <a:lstStyle/>
            <a:p>
              <a:pPr algn="ctr" defTabSz="914395" eaLnBrk="0" hangingPunct="0">
                <a:buNone/>
              </a:pPr>
              <a:r>
                <a:rPr lang="ko-KR" altLang="en-US" sz="1100" b="1" dirty="0">
                  <a:solidFill>
                    <a:schemeClr val="bg1"/>
                  </a:solidFill>
                  <a:latin typeface="a고딕14" panose="02020600000000000000" pitchFamily="18" charset="-127"/>
                  <a:ea typeface="a고딕14" panose="02020600000000000000" pitchFamily="18" charset="-127"/>
                </a:rPr>
                <a:t>정부 정책 명문화</a:t>
              </a:r>
              <a:endParaRPr lang="en-US" altLang="ko-KR" sz="1100" b="1" dirty="0">
                <a:solidFill>
                  <a:schemeClr val="bg1"/>
                </a:solidFill>
                <a:latin typeface="a고딕14" panose="02020600000000000000" pitchFamily="18" charset="-127"/>
                <a:ea typeface="a고딕14" panose="02020600000000000000" pitchFamily="18" charset="-127"/>
              </a:endParaRPr>
            </a:p>
          </p:txBody>
        </p:sp>
        <p:sp>
          <p:nvSpPr>
            <p:cNvPr id="191" name="직사각형 178">
              <a:extLst>
                <a:ext uri="{FF2B5EF4-FFF2-40B4-BE49-F238E27FC236}">
                  <a16:creationId xmlns:a16="http://schemas.microsoft.com/office/drawing/2014/main" id="{E88A4316-387C-4347-1220-EDE4A95D51B9}"/>
                </a:ext>
              </a:extLst>
            </p:cNvPr>
            <p:cNvSpPr>
              <a:spLocks noChangeArrowheads="1"/>
            </p:cNvSpPr>
            <p:nvPr>
              <p:custDataLst>
                <p:tags r:id="rId2"/>
              </p:custDataLst>
            </p:nvPr>
          </p:nvSpPr>
          <p:spPr bwMode="auto">
            <a:xfrm>
              <a:off x="2737383" y="1995125"/>
              <a:ext cx="1931452" cy="263176"/>
            </a:xfrm>
            <a:prstGeom prst="rect">
              <a:avLst/>
            </a:prstGeom>
            <a:solidFill>
              <a:srgbClr val="0A1855"/>
            </a:solidFill>
            <a:ln w="19050" algn="ctr">
              <a:solidFill>
                <a:srgbClr val="0A1855"/>
              </a:solidFill>
              <a:round/>
              <a:headEnd/>
              <a:tailEnd/>
            </a:ln>
            <a:effectLst>
              <a:outerShdw blurRad="50800" dist="38100" dir="2700000" algn="tl" rotWithShape="0">
                <a:prstClr val="black">
                  <a:alpha val="40000"/>
                </a:prstClr>
              </a:outerShdw>
            </a:effectLst>
          </p:spPr>
          <p:txBody>
            <a:bodyPr lIns="90000" tIns="46800" rIns="54000" bIns="46800" anchor="ctr"/>
            <a:lstStyle/>
            <a:p>
              <a:pPr algn="ctr" defTabSz="914395" eaLnBrk="0" hangingPunct="0">
                <a:buNone/>
              </a:pPr>
              <a:r>
                <a:rPr lang="ko-KR" altLang="en-US" sz="1100" b="1" dirty="0">
                  <a:solidFill>
                    <a:schemeClr val="bg1"/>
                  </a:solidFill>
                  <a:latin typeface="a고딕14" panose="02020600000000000000" pitchFamily="18" charset="-127"/>
                  <a:ea typeface="a고딕14" panose="02020600000000000000" pitchFamily="18" charset="-127"/>
                </a:rPr>
                <a:t>인력 수요 확인</a:t>
              </a:r>
            </a:p>
          </p:txBody>
        </p:sp>
        <p:sp>
          <p:nvSpPr>
            <p:cNvPr id="192" name="직사각형 178">
              <a:extLst>
                <a:ext uri="{FF2B5EF4-FFF2-40B4-BE49-F238E27FC236}">
                  <a16:creationId xmlns:a16="http://schemas.microsoft.com/office/drawing/2014/main" id="{8CAF1F8C-4A3F-B56D-F057-660D29038E0F}"/>
                </a:ext>
              </a:extLst>
            </p:cNvPr>
            <p:cNvSpPr>
              <a:spLocks noChangeArrowheads="1"/>
            </p:cNvSpPr>
            <p:nvPr>
              <p:custDataLst>
                <p:tags r:id="rId3"/>
              </p:custDataLst>
            </p:nvPr>
          </p:nvSpPr>
          <p:spPr bwMode="auto">
            <a:xfrm>
              <a:off x="5230977" y="1995125"/>
              <a:ext cx="1931452" cy="263176"/>
            </a:xfrm>
            <a:prstGeom prst="rect">
              <a:avLst/>
            </a:prstGeom>
            <a:solidFill>
              <a:srgbClr val="0A1855"/>
            </a:solidFill>
            <a:ln w="19050" algn="ctr">
              <a:solidFill>
                <a:srgbClr val="0A1855"/>
              </a:solidFill>
              <a:round/>
              <a:headEnd/>
              <a:tailEnd/>
            </a:ln>
            <a:effectLst>
              <a:outerShdw blurRad="50800" dist="38100" dir="2700000" algn="tl" rotWithShape="0">
                <a:prstClr val="black">
                  <a:alpha val="40000"/>
                </a:prstClr>
              </a:outerShdw>
            </a:effectLst>
          </p:spPr>
          <p:txBody>
            <a:bodyPr lIns="90000" tIns="46800" rIns="54000" bIns="46800" anchor="ctr"/>
            <a:lstStyle/>
            <a:p>
              <a:pPr algn="ctr" defTabSz="914395" eaLnBrk="0" hangingPunct="0">
                <a:buNone/>
              </a:pPr>
              <a:r>
                <a:rPr lang="ko-KR" altLang="en-US" sz="1100" b="1" dirty="0">
                  <a:solidFill>
                    <a:schemeClr val="bg1"/>
                  </a:solidFill>
                  <a:latin typeface="a고딕14" panose="02020600000000000000" pitchFamily="18" charset="-127"/>
                  <a:ea typeface="a고딕14" panose="02020600000000000000" pitchFamily="18" charset="-127"/>
                </a:rPr>
                <a:t>정책 지원 방향</a:t>
              </a:r>
            </a:p>
          </p:txBody>
        </p:sp>
        <p:sp>
          <p:nvSpPr>
            <p:cNvPr id="193" name="직사각형 178">
              <a:extLst>
                <a:ext uri="{FF2B5EF4-FFF2-40B4-BE49-F238E27FC236}">
                  <a16:creationId xmlns:a16="http://schemas.microsoft.com/office/drawing/2014/main" id="{32791119-2F76-3D6B-B0E3-ABD332FFF2B0}"/>
                </a:ext>
              </a:extLst>
            </p:cNvPr>
            <p:cNvSpPr>
              <a:spLocks noChangeArrowheads="1"/>
            </p:cNvSpPr>
            <p:nvPr>
              <p:custDataLst>
                <p:tags r:id="rId4"/>
              </p:custDataLst>
            </p:nvPr>
          </p:nvSpPr>
          <p:spPr bwMode="auto">
            <a:xfrm>
              <a:off x="7669769" y="1995125"/>
              <a:ext cx="1986253" cy="263176"/>
            </a:xfrm>
            <a:prstGeom prst="rect">
              <a:avLst/>
            </a:prstGeom>
            <a:solidFill>
              <a:srgbClr val="0A1855"/>
            </a:solidFill>
            <a:ln w="19050" algn="ctr">
              <a:solidFill>
                <a:srgbClr val="0A1855"/>
              </a:solidFill>
              <a:round/>
              <a:headEnd/>
              <a:tailEnd/>
            </a:ln>
            <a:effectLst>
              <a:outerShdw blurRad="50800" dist="38100" dir="2700000" algn="tl" rotWithShape="0">
                <a:prstClr val="black">
                  <a:alpha val="40000"/>
                </a:prstClr>
              </a:outerShdw>
            </a:effectLst>
          </p:spPr>
          <p:txBody>
            <a:bodyPr lIns="90000" tIns="46800" rIns="54000" bIns="46800" anchor="ctr"/>
            <a:lstStyle/>
            <a:p>
              <a:pPr algn="ctr" defTabSz="914395" eaLnBrk="0" hangingPunct="0">
                <a:buNone/>
              </a:pPr>
              <a:r>
                <a:rPr lang="en-US" altLang="ko-KR" sz="1100" b="1" dirty="0">
                  <a:solidFill>
                    <a:schemeClr val="bg1"/>
                  </a:solidFill>
                  <a:latin typeface="a고딕14" panose="02020600000000000000" pitchFamily="18" charset="-127"/>
                  <a:ea typeface="a고딕14" panose="02020600000000000000" pitchFamily="18" charset="-127"/>
                </a:rPr>
                <a:t>STEP </a:t>
              </a:r>
              <a:r>
                <a:rPr lang="ko-KR" altLang="en-US" sz="1100" b="1" dirty="0">
                  <a:solidFill>
                    <a:schemeClr val="bg1"/>
                  </a:solidFill>
                  <a:latin typeface="a고딕14" panose="02020600000000000000" pitchFamily="18" charset="-127"/>
                  <a:ea typeface="a고딕14" panose="02020600000000000000" pitchFamily="18" charset="-127"/>
                </a:rPr>
                <a:t>포지션</a:t>
              </a:r>
              <a:endParaRPr lang="en-US" altLang="ko-KR" sz="1100" b="1" dirty="0">
                <a:solidFill>
                  <a:schemeClr val="bg1"/>
                </a:solidFill>
                <a:latin typeface="a고딕14" panose="02020600000000000000" pitchFamily="18" charset="-127"/>
                <a:ea typeface="a고딕14" panose="02020600000000000000" pitchFamily="18" charset="-127"/>
              </a:endParaRPr>
            </a:p>
          </p:txBody>
        </p:sp>
        <p:sp>
          <p:nvSpPr>
            <p:cNvPr id="194" name="TextBox 193">
              <a:extLst>
                <a:ext uri="{FF2B5EF4-FFF2-40B4-BE49-F238E27FC236}">
                  <a16:creationId xmlns:a16="http://schemas.microsoft.com/office/drawing/2014/main" id="{69D47223-8B57-94E2-B942-E99DAB87534C}"/>
                </a:ext>
              </a:extLst>
            </p:cNvPr>
            <p:cNvSpPr txBox="1"/>
            <p:nvPr/>
          </p:nvSpPr>
          <p:spPr>
            <a:xfrm>
              <a:off x="190259" y="2320630"/>
              <a:ext cx="2003355" cy="259302"/>
            </a:xfrm>
            <a:prstGeom prst="rect">
              <a:avLst/>
            </a:prstGeom>
            <a:noFill/>
          </p:spPr>
          <p:txBody>
            <a:bodyPr wrap="square" lIns="0" rIns="0" rtlCol="0">
              <a:spAutoFit/>
            </a:bodyPr>
            <a:lstStyle/>
            <a:p>
              <a:pPr marL="85725" indent="-85725">
                <a:lnSpc>
                  <a:spcPct val="120000"/>
                </a:lnSpc>
                <a:buFont typeface="Arial" panose="020B0604020202020204" pitchFamily="34" charset="0"/>
                <a:buChar char="•"/>
              </a:pPr>
              <a:r>
                <a:rPr lang="en-US" altLang="ko-KR" sz="1000" kern="0" dirty="0">
                  <a:latin typeface="a고딕14" panose="02020600000000000000" pitchFamily="18" charset="-127"/>
                  <a:ea typeface="a고딕14" panose="02020600000000000000" pitchFamily="18" charset="-127"/>
                </a:rPr>
                <a:t>AI </a:t>
              </a:r>
              <a:r>
                <a:rPr lang="ko-KR" altLang="en-US" sz="1000" kern="0" dirty="0">
                  <a:latin typeface="a고딕14" panose="02020600000000000000" pitchFamily="18" charset="-127"/>
                  <a:ea typeface="a고딕14" panose="02020600000000000000" pitchFamily="18" charset="-127"/>
                </a:rPr>
                <a:t>기반 스마트제조혁신 </a:t>
              </a:r>
              <a:r>
                <a:rPr lang="en-US" altLang="ko-KR" sz="1000" kern="0" dirty="0">
                  <a:latin typeface="a고딕14" panose="02020600000000000000" pitchFamily="18" charset="-127"/>
                  <a:ea typeface="a고딕14" panose="02020600000000000000" pitchFamily="18" charset="-127"/>
                </a:rPr>
                <a:t>3.0</a:t>
              </a:r>
              <a:r>
                <a:rPr lang="ko-KR" altLang="en-US" sz="1000" kern="0" dirty="0">
                  <a:latin typeface="a고딕14" panose="02020600000000000000" pitchFamily="18" charset="-127"/>
                  <a:ea typeface="a고딕14" panose="02020600000000000000" pitchFamily="18" charset="-127"/>
                </a:rPr>
                <a:t>전략</a:t>
              </a:r>
            </a:p>
          </p:txBody>
        </p:sp>
        <p:sp>
          <p:nvSpPr>
            <p:cNvPr id="195" name="TextBox 194">
              <a:extLst>
                <a:ext uri="{FF2B5EF4-FFF2-40B4-BE49-F238E27FC236}">
                  <a16:creationId xmlns:a16="http://schemas.microsoft.com/office/drawing/2014/main" id="{24228D54-A402-65AC-29F3-8D07765739DE}"/>
                </a:ext>
              </a:extLst>
            </p:cNvPr>
            <p:cNvSpPr txBox="1"/>
            <p:nvPr/>
          </p:nvSpPr>
          <p:spPr>
            <a:xfrm>
              <a:off x="2674035" y="2315773"/>
              <a:ext cx="2187576" cy="446276"/>
            </a:xfrm>
            <a:prstGeom prst="rect">
              <a:avLst/>
            </a:prstGeom>
            <a:noFill/>
          </p:spPr>
          <p:txBody>
            <a:bodyPr wrap="square" lIns="0" rtlCol="0">
              <a:spAutoFit/>
            </a:bodyPr>
            <a:lstStyle/>
            <a:p>
              <a:pPr marL="85725" indent="-85725">
                <a:lnSpc>
                  <a:spcPct val="120000"/>
                </a:lnSpc>
                <a:buFont typeface="Arial" panose="020B0604020202020204" pitchFamily="34" charset="0"/>
                <a:buChar char="•"/>
              </a:pPr>
              <a:r>
                <a:rPr lang="ko-KR" altLang="en-US" sz="1000" kern="0" dirty="0">
                  <a:latin typeface="a고딕14" panose="02020600000000000000" pitchFamily="18" charset="-127"/>
                  <a:ea typeface="a고딕14" panose="02020600000000000000" pitchFamily="18" charset="-127"/>
                </a:rPr>
                <a:t>인력</a:t>
              </a:r>
              <a:r>
                <a:rPr lang="en-US" altLang="ko-KR" sz="1000" kern="0" dirty="0">
                  <a:latin typeface="a고딕14" panose="02020600000000000000" pitchFamily="18" charset="-127"/>
                  <a:ea typeface="a고딕14" panose="02020600000000000000" pitchFamily="18" charset="-127"/>
                </a:rPr>
                <a:t> </a:t>
              </a:r>
              <a:r>
                <a:rPr lang="ko-KR" altLang="en-US" sz="1000" kern="0" dirty="0">
                  <a:latin typeface="a고딕14" panose="02020600000000000000" pitchFamily="18" charset="-127"/>
                  <a:ea typeface="a고딕14" panose="02020600000000000000" pitchFamily="18" charset="-127"/>
                </a:rPr>
                <a:t>부족 </a:t>
              </a:r>
              <a:r>
                <a:rPr lang="en-US" altLang="ko-KR" sz="1000" kern="0" dirty="0">
                  <a:latin typeface="a고딕14" panose="02020600000000000000" pitchFamily="18" charset="-127"/>
                  <a:ea typeface="a고딕14" panose="02020600000000000000" pitchFamily="18" charset="-127"/>
                </a:rPr>
                <a:t>20.5% / </a:t>
              </a:r>
              <a:r>
                <a:rPr lang="ko-KR" altLang="en-US" sz="1000" kern="0" dirty="0">
                  <a:latin typeface="a고딕14" panose="02020600000000000000" pitchFamily="18" charset="-127"/>
                  <a:ea typeface="a고딕14" panose="02020600000000000000" pitchFamily="18" charset="-127"/>
                </a:rPr>
                <a:t>인력 양성 </a:t>
              </a:r>
              <a:r>
                <a:rPr lang="en-US" altLang="ko-KR" sz="1000" kern="0" dirty="0">
                  <a:latin typeface="a고딕14" panose="02020600000000000000" pitchFamily="18" charset="-127"/>
                  <a:ea typeface="a고딕14" panose="02020600000000000000" pitchFamily="18" charset="-127"/>
                </a:rPr>
                <a:t>19.5%</a:t>
              </a:r>
            </a:p>
          </p:txBody>
        </p:sp>
        <p:sp>
          <p:nvSpPr>
            <p:cNvPr id="196" name="TextBox 195">
              <a:extLst>
                <a:ext uri="{FF2B5EF4-FFF2-40B4-BE49-F238E27FC236}">
                  <a16:creationId xmlns:a16="http://schemas.microsoft.com/office/drawing/2014/main" id="{CE637CF4-43E6-58C8-322E-064FBF4D9825}"/>
                </a:ext>
              </a:extLst>
            </p:cNvPr>
            <p:cNvSpPr txBox="1"/>
            <p:nvPr/>
          </p:nvSpPr>
          <p:spPr>
            <a:xfrm>
              <a:off x="5242810" y="2309334"/>
              <a:ext cx="1971879" cy="259302"/>
            </a:xfrm>
            <a:prstGeom prst="rect">
              <a:avLst/>
            </a:prstGeom>
            <a:noFill/>
          </p:spPr>
          <p:txBody>
            <a:bodyPr wrap="square" lIns="0" rtlCol="0">
              <a:spAutoFit/>
            </a:bodyPr>
            <a:lstStyle/>
            <a:p>
              <a:pPr marL="85725" indent="-85725">
                <a:lnSpc>
                  <a:spcPct val="120000"/>
                </a:lnSpc>
                <a:buFont typeface="Arial" panose="020B0604020202020204" pitchFamily="34" charset="0"/>
                <a:buChar char="•"/>
              </a:pPr>
              <a:r>
                <a:rPr lang="ko-KR" altLang="en-US" sz="1000" kern="0" dirty="0">
                  <a:latin typeface="a고딕14" panose="02020600000000000000" pitchFamily="18" charset="-127"/>
                  <a:ea typeface="a고딕14" panose="02020600000000000000" pitchFamily="18" charset="-127"/>
                </a:rPr>
                <a:t>고용 전 단계 </a:t>
              </a:r>
              <a:r>
                <a:rPr lang="en-US" altLang="ko-KR" sz="1000" kern="0" dirty="0">
                  <a:latin typeface="a고딕14" panose="02020600000000000000" pitchFamily="18" charset="-127"/>
                  <a:ea typeface="a고딕14" panose="02020600000000000000" pitchFamily="18" charset="-127"/>
                </a:rPr>
                <a:t>AI</a:t>
              </a:r>
              <a:r>
                <a:rPr lang="ko-KR" altLang="en-US" sz="1000" kern="0" dirty="0">
                  <a:latin typeface="a고딕14" panose="02020600000000000000" pitchFamily="18" charset="-127"/>
                  <a:ea typeface="a고딕14" panose="02020600000000000000" pitchFamily="18" charset="-127"/>
                </a:rPr>
                <a:t> </a:t>
              </a:r>
              <a:r>
                <a:rPr lang="ko-KR" altLang="en-US" sz="1000" kern="0" dirty="0" err="1">
                  <a:latin typeface="a고딕14" panose="02020600000000000000" pitchFamily="18" charset="-127"/>
                  <a:ea typeface="a고딕14" panose="02020600000000000000" pitchFamily="18" charset="-127"/>
                </a:rPr>
                <a:t>리터리시</a:t>
              </a:r>
              <a:r>
                <a:rPr lang="en-US" altLang="ko-KR" sz="1000" kern="0" dirty="0">
                  <a:latin typeface="a고딕14" panose="02020600000000000000" pitchFamily="18" charset="-127"/>
                  <a:ea typeface="a고딕14" panose="02020600000000000000" pitchFamily="18" charset="-127"/>
                </a:rPr>
                <a:t> </a:t>
              </a:r>
              <a:r>
                <a:rPr lang="ko-KR" altLang="en-US" sz="1000" kern="0" dirty="0">
                  <a:latin typeface="a고딕14" panose="02020600000000000000" pitchFamily="18" charset="-127"/>
                  <a:ea typeface="a고딕14" panose="02020600000000000000" pitchFamily="18" charset="-127"/>
                </a:rPr>
                <a:t>강화</a:t>
              </a:r>
            </a:p>
          </p:txBody>
        </p:sp>
        <p:sp>
          <p:nvSpPr>
            <p:cNvPr id="197" name="TextBox 196">
              <a:extLst>
                <a:ext uri="{FF2B5EF4-FFF2-40B4-BE49-F238E27FC236}">
                  <a16:creationId xmlns:a16="http://schemas.microsoft.com/office/drawing/2014/main" id="{87B8FBD2-C0EC-5FAD-5FC1-83CCFC2116F2}"/>
                </a:ext>
              </a:extLst>
            </p:cNvPr>
            <p:cNvSpPr txBox="1"/>
            <p:nvPr/>
          </p:nvSpPr>
          <p:spPr>
            <a:xfrm>
              <a:off x="7641589" y="2315793"/>
              <a:ext cx="2145124" cy="259302"/>
            </a:xfrm>
            <a:prstGeom prst="rect">
              <a:avLst/>
            </a:prstGeom>
            <a:noFill/>
          </p:spPr>
          <p:txBody>
            <a:bodyPr wrap="square" lIns="0" rtlCol="0">
              <a:spAutoFit/>
            </a:bodyPr>
            <a:lstStyle>
              <a:defPPr>
                <a:defRPr lang="ko-KR"/>
              </a:defPPr>
              <a:lvl1pPr marL="85725" indent="-85725">
                <a:lnSpc>
                  <a:spcPct val="120000"/>
                </a:lnSpc>
                <a:buFont typeface="Arial" panose="020B0604020202020204" pitchFamily="34" charset="0"/>
                <a:buChar char="•"/>
                <a:defRPr sz="900" spc="-50">
                  <a:solidFill>
                    <a:schemeClr val="tx1">
                      <a:lumMod val="75000"/>
                      <a:lumOff val="25000"/>
                    </a:schemeClr>
                  </a:solidFill>
                  <a:latin typeface="a고딕12" panose="02020600000000000000" pitchFamily="18" charset="-127"/>
                  <a:ea typeface="a고딕12" panose="02020600000000000000" pitchFamily="18" charset="-127"/>
                </a:defRPr>
              </a:lvl1pPr>
            </a:lstStyle>
            <a:p>
              <a:r>
                <a:rPr lang="ko-KR" altLang="en-US" sz="1000" kern="0" dirty="0">
                  <a:solidFill>
                    <a:schemeClr val="tx1"/>
                  </a:solidFill>
                  <a:latin typeface="a고딕14" panose="02020600000000000000" pitchFamily="18" charset="-127"/>
                  <a:ea typeface="a고딕14" panose="02020600000000000000" pitchFamily="18" charset="-127"/>
                </a:rPr>
                <a:t>평생직업능력개발</a:t>
              </a:r>
              <a:r>
                <a:rPr lang="en-US" altLang="ko-KR" sz="1000" kern="0" dirty="0">
                  <a:solidFill>
                    <a:schemeClr val="tx1"/>
                  </a:solidFill>
                  <a:latin typeface="a고딕14" panose="02020600000000000000" pitchFamily="18" charset="-127"/>
                  <a:ea typeface="a고딕14" panose="02020600000000000000" pitchFamily="18" charset="-127"/>
                </a:rPr>
                <a:t>-</a:t>
              </a:r>
              <a:r>
                <a:rPr lang="ko-KR" altLang="en-US" sz="1000" kern="0" dirty="0">
                  <a:solidFill>
                    <a:schemeClr val="tx1"/>
                  </a:solidFill>
                  <a:latin typeface="a고딕14" panose="02020600000000000000" pitchFamily="18" charset="-127"/>
                  <a:ea typeface="a고딕14" panose="02020600000000000000" pitchFamily="18" charset="-127"/>
                </a:rPr>
                <a:t>정책 라인 일치</a:t>
              </a:r>
            </a:p>
          </p:txBody>
        </p:sp>
      </p:grpSp>
    </p:spTree>
    <p:extLst>
      <p:ext uri="{BB962C8B-B14F-4D97-AF65-F5344CB8AC3E}">
        <p14:creationId xmlns:p14="http://schemas.microsoft.com/office/powerpoint/2010/main" val="24288392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8EE5B-4CC7-A9EA-05C4-D55F07DE3A73}"/>
            </a:ext>
          </a:extLst>
        </p:cNvPr>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0B22CC1-F8F1-DFF1-AEC2-0D1CEF1E106D}"/>
              </a:ext>
            </a:extLst>
          </p:cNvPr>
          <p:cNvSpPr>
            <a:spLocks noGrp="1"/>
          </p:cNvSpPr>
          <p:nvPr>
            <p:ph type="body" sz="quarter" idx="12"/>
          </p:nvPr>
        </p:nvSpPr>
        <p:spPr/>
        <p:txBody>
          <a:bodyPr vert="horz" wrap="square" lIns="0" tIns="45720" rIns="0" bIns="0" rtlCol="0">
            <a:noAutofit/>
          </a:bodyPr>
          <a:lstStyle/>
          <a:p>
            <a:pPr algn="l" latinLnBrk="0"/>
            <a:r>
              <a:rPr lang="ko-KR" altLang="ko-KR" dirty="0"/>
              <a:t>기존 STEP 학습 로드맵(SLR)의 지속 운영 기반 위에 AX 시대 학습 체계를 결합하여, </a:t>
            </a:r>
            <a:r>
              <a:rPr lang="ko-KR" altLang="en-US" dirty="0"/>
              <a:t>산업현장 및 학습자 수요에 기반하여 산업 기술 및 </a:t>
            </a:r>
            <a:r>
              <a:rPr lang="ko-KR" altLang="ko-KR" dirty="0" err="1"/>
              <a:t>A</a:t>
            </a:r>
            <a:r>
              <a:rPr lang="en-US" altLang="ko-KR" dirty="0"/>
              <a:t>I</a:t>
            </a:r>
            <a:r>
              <a:rPr lang="ko-KR" altLang="ko-KR" dirty="0"/>
              <a:t> 융합형 </a:t>
            </a:r>
            <a:r>
              <a:rPr lang="ko-KR" altLang="en-US" dirty="0"/>
              <a:t>신규 </a:t>
            </a:r>
            <a:r>
              <a:rPr lang="ko-KR" altLang="ko-KR" dirty="0"/>
              <a:t>과목</a:t>
            </a:r>
            <a:r>
              <a:rPr lang="ko-KR" altLang="en-US" dirty="0"/>
              <a:t>을 체계적으로 도출하고자 함</a:t>
            </a:r>
          </a:p>
        </p:txBody>
      </p:sp>
      <p:sp>
        <p:nvSpPr>
          <p:cNvPr id="3" name="텍스트 개체 틀 2">
            <a:extLst>
              <a:ext uri="{FF2B5EF4-FFF2-40B4-BE49-F238E27FC236}">
                <a16:creationId xmlns:a16="http://schemas.microsoft.com/office/drawing/2014/main" id="{CB3975F0-9618-E88E-DEE6-6B630D23B3D0}"/>
              </a:ext>
            </a:extLst>
          </p:cNvPr>
          <p:cNvSpPr>
            <a:spLocks noGrp="1"/>
          </p:cNvSpPr>
          <p:nvPr>
            <p:ph type="body" sz="quarter" idx="16"/>
          </p:nvPr>
        </p:nvSpPr>
        <p:spPr/>
        <p:txBody>
          <a:bodyPr/>
          <a:lstStyle/>
          <a:p>
            <a:pPr latinLnBrk="0"/>
            <a:r>
              <a:rPr lang="en-US" altLang="ko-KR" dirty="0">
                <a:latin typeface="Arial Narrow" panose="020B0606020202030204" pitchFamily="34" charset="0"/>
              </a:rPr>
              <a:t>Ⅰ. </a:t>
            </a:r>
            <a:r>
              <a:rPr lang="ko-KR" altLang="en-US" dirty="0">
                <a:latin typeface="Arial Narrow" panose="020B0606020202030204" pitchFamily="34" charset="0"/>
              </a:rPr>
              <a:t>제안개요</a:t>
            </a:r>
            <a:endParaRPr lang="en-US" altLang="ko-KR" dirty="0">
              <a:latin typeface="Arial Narrow" panose="020B0606020202030204" pitchFamily="34" charset="0"/>
            </a:endParaRPr>
          </a:p>
          <a:p>
            <a:pPr latinLnBrk="0"/>
            <a:r>
              <a:rPr lang="en-US" altLang="ko-KR" dirty="0">
                <a:latin typeface="+mn-ea"/>
              </a:rPr>
              <a:t>1. </a:t>
            </a:r>
            <a:r>
              <a:rPr lang="ko-KR" altLang="en-US" dirty="0">
                <a:latin typeface="+mn-ea"/>
              </a:rPr>
              <a:t>제안의 목적 및 범위</a:t>
            </a:r>
          </a:p>
        </p:txBody>
      </p:sp>
      <p:sp>
        <p:nvSpPr>
          <p:cNvPr id="65" name="텍스트 개체 틀 87">
            <a:extLst>
              <a:ext uri="{FF2B5EF4-FFF2-40B4-BE49-F238E27FC236}">
                <a16:creationId xmlns:a16="http://schemas.microsoft.com/office/drawing/2014/main" id="{9744B8D4-542E-69D8-F01D-89FA4BC481FF}"/>
              </a:ext>
            </a:extLst>
          </p:cNvPr>
          <p:cNvSpPr>
            <a:spLocks noGrp="1"/>
          </p:cNvSpPr>
          <p:nvPr>
            <p:ph type="body" sz="quarter" idx="15"/>
          </p:nvPr>
        </p:nvSpPr>
        <p:spPr>
          <a:xfrm>
            <a:off x="1892660" y="252749"/>
            <a:ext cx="6156683" cy="331935"/>
          </a:xfrm>
          <a:noFill/>
        </p:spPr>
        <p:txBody>
          <a:bodyPr vert="horz" wrap="none" lIns="72000" tIns="0" rIns="0" bIns="0" rtlCol="0" anchor="ctr">
            <a:noAutofit/>
          </a:bodyPr>
          <a:lstStyle/>
          <a:p>
            <a:pPr latinLnBrk="0"/>
            <a:r>
              <a:rPr lang="en-US" altLang="ko-KR" dirty="0">
                <a:latin typeface="a고딕14" panose="02020600000000000000" pitchFamily="18" charset="-127"/>
              </a:rPr>
              <a:t>Q. </a:t>
            </a:r>
            <a:r>
              <a:rPr lang="ko-KR" altLang="en-US" dirty="0"/>
              <a:t>본 </a:t>
            </a:r>
            <a:r>
              <a:rPr lang="en-US" altLang="ko-KR" dirty="0"/>
              <a:t>PJT</a:t>
            </a:r>
            <a:r>
              <a:rPr lang="ko-KR" altLang="en-US" dirty="0"/>
              <a:t>를 통해 </a:t>
            </a:r>
            <a:r>
              <a:rPr lang="ko-KR" altLang="en-US" dirty="0" err="1"/>
              <a:t>한기대가</a:t>
            </a:r>
            <a:r>
              <a:rPr lang="ko-KR" altLang="en-US" dirty="0"/>
              <a:t> 얻고자 하는 산출물의 방향과 세부 목표는 무엇인가</a:t>
            </a:r>
            <a:r>
              <a:rPr lang="en-US" altLang="ko-KR" dirty="0"/>
              <a:t>?</a:t>
            </a:r>
          </a:p>
        </p:txBody>
      </p:sp>
      <p:sp>
        <p:nvSpPr>
          <p:cNvPr id="66" name="직사각형 65">
            <a:extLst>
              <a:ext uri="{FF2B5EF4-FFF2-40B4-BE49-F238E27FC236}">
                <a16:creationId xmlns:a16="http://schemas.microsoft.com/office/drawing/2014/main" id="{A5E8ABF8-719D-E220-3248-FE04D77DF3B0}"/>
              </a:ext>
            </a:extLst>
          </p:cNvPr>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67" name="직사각형 66">
            <a:extLst>
              <a:ext uri="{FF2B5EF4-FFF2-40B4-BE49-F238E27FC236}">
                <a16:creationId xmlns:a16="http://schemas.microsoft.com/office/drawing/2014/main" id="{93F1E17E-9F76-8008-3568-691ABCB16C71}"/>
              </a:ext>
            </a:extLst>
          </p:cNvPr>
          <p:cNvSpPr/>
          <p:nvPr/>
        </p:nvSpPr>
        <p:spPr>
          <a:xfrm>
            <a:off x="739775" y="257475"/>
            <a:ext cx="1152885" cy="32484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dirty="0">
                <a:solidFill>
                  <a:prstClr val="white"/>
                </a:solidFill>
                <a:latin typeface="Arial Narrow" panose="020B0606020202030204" pitchFamily="34" charset="0"/>
                <a:ea typeface="a고딕14" panose="02020600000000000000" pitchFamily="18" charset="-127"/>
              </a:rPr>
              <a:t>추진 목적 및 범위</a:t>
            </a:r>
          </a:p>
        </p:txBody>
      </p:sp>
      <p:sp>
        <p:nvSpPr>
          <p:cNvPr id="6" name="직사각형 5">
            <a:extLst>
              <a:ext uri="{FF2B5EF4-FFF2-40B4-BE49-F238E27FC236}">
                <a16:creationId xmlns:a16="http://schemas.microsoft.com/office/drawing/2014/main" id="{54A75331-0B23-D953-2B03-CE6665423878}"/>
              </a:ext>
            </a:extLst>
          </p:cNvPr>
          <p:cNvSpPr/>
          <p:nvPr/>
        </p:nvSpPr>
        <p:spPr>
          <a:xfrm>
            <a:off x="596900" y="1665288"/>
            <a:ext cx="671978" cy="857666"/>
          </a:xfrm>
          <a:prstGeom prst="rect">
            <a:avLst/>
          </a:prstGeom>
          <a:solidFill>
            <a:srgbClr val="003F56"/>
          </a:solidFill>
          <a:ln w="6350" cap="flat" cmpd="sng" algn="ctr">
            <a:solidFill>
              <a:srgbClr val="212E55"/>
            </a:solidFill>
            <a:prstDash val="solid"/>
            <a:miter lim="800000"/>
          </a:ln>
          <a:effectLst/>
        </p:spPr>
        <p:txBody>
          <a:bodyPr lIns="0" rIns="0" rtlCol="0" anchor="ctr"/>
          <a:lstStyle/>
          <a:p>
            <a:pPr eaLnBrk="1" fontAlgn="auto" latinLnBrk="0" hangingPunct="1">
              <a:spcBef>
                <a:spcPts val="0"/>
              </a:spcBef>
              <a:spcAft>
                <a:spcPts val="0"/>
              </a:spcAft>
              <a:buFontTx/>
              <a:buNone/>
              <a:defRPr/>
            </a:pPr>
            <a:r>
              <a:rPr lang="ko-KR" altLang="en-US" kern="0" spc="-50" dirty="0">
                <a:solidFill>
                  <a:prstClr val="white"/>
                </a:solidFill>
                <a:latin typeface="a고딕14" panose="02020600000000000000" pitchFamily="18" charset="-127"/>
                <a:ea typeface="a고딕14" panose="02020600000000000000" pitchFamily="18" charset="-127"/>
              </a:rPr>
              <a:t>제안 목적</a:t>
            </a:r>
            <a:endParaRPr lang="en-US" altLang="ko-KR" kern="0" spc="-50" dirty="0">
              <a:solidFill>
                <a:prstClr val="white"/>
              </a:solidFill>
              <a:latin typeface="a고딕14" panose="02020600000000000000" pitchFamily="18" charset="-127"/>
              <a:ea typeface="a고딕14" panose="02020600000000000000" pitchFamily="18" charset="-127"/>
            </a:endParaRPr>
          </a:p>
        </p:txBody>
      </p:sp>
      <p:sp>
        <p:nvSpPr>
          <p:cNvPr id="7" name="직사각형 6">
            <a:extLst>
              <a:ext uri="{FF2B5EF4-FFF2-40B4-BE49-F238E27FC236}">
                <a16:creationId xmlns:a16="http://schemas.microsoft.com/office/drawing/2014/main" id="{FEB76AAA-731E-BB23-87E8-15F1CAF777BB}"/>
              </a:ext>
            </a:extLst>
          </p:cNvPr>
          <p:cNvSpPr/>
          <p:nvPr/>
        </p:nvSpPr>
        <p:spPr>
          <a:xfrm>
            <a:off x="1395547" y="1665288"/>
            <a:ext cx="7950063" cy="857666"/>
          </a:xfrm>
          <a:prstGeom prst="rect">
            <a:avLst/>
          </a:prstGeom>
          <a:solidFill>
            <a:sysClr val="window" lastClr="FFFFFF"/>
          </a:solidFill>
          <a:ln w="9525" algn="ctr">
            <a:solidFill>
              <a:srgbClr val="212E55"/>
            </a:solidFill>
            <a:round/>
            <a:headEnd/>
            <a:tailEnd/>
          </a:ln>
          <a:effectLst/>
        </p:spPr>
        <p:txBody>
          <a:bodyPr lIns="0" tIns="0" rIns="0" bIns="0" anchor="ctr"/>
          <a:lstStyle/>
          <a:p>
            <a:pPr eaLnBrk="1" fontAlgn="auto" latinLnBrk="0" hangingPunct="1">
              <a:lnSpc>
                <a:spcPct val="110000"/>
              </a:lnSpc>
              <a:spcBef>
                <a:spcPts val="0"/>
              </a:spcBef>
              <a:spcAft>
                <a:spcPts val="0"/>
              </a:spcAft>
              <a:buClr>
                <a:prstClr val="black"/>
              </a:buClr>
              <a:buNone/>
            </a:pPr>
            <a:r>
              <a:rPr lang="en-US" altLang="ko-KR" sz="1800" kern="0" spc="-50" dirty="0">
                <a:solidFill>
                  <a:prstClr val="black"/>
                </a:solidFill>
                <a:latin typeface="a고딕14" panose="02020600000000000000" pitchFamily="18" charset="-127"/>
                <a:ea typeface="a고딕14" panose="02020600000000000000" pitchFamily="18" charset="-127"/>
              </a:rPr>
              <a:t>AI·</a:t>
            </a:r>
            <a:r>
              <a:rPr lang="ko-KR" altLang="en-US" sz="1800" kern="0" spc="-50" dirty="0">
                <a:solidFill>
                  <a:prstClr val="black"/>
                </a:solidFill>
                <a:latin typeface="a고딕14" panose="02020600000000000000" pitchFamily="18" charset="-127"/>
                <a:ea typeface="a고딕14" panose="02020600000000000000" pitchFamily="18" charset="-127"/>
              </a:rPr>
              <a:t>디지털 전환 시대에 필요한 </a:t>
            </a:r>
            <a:r>
              <a:rPr lang="en-US" altLang="ko-KR" sz="1800" kern="0" spc="-50" dirty="0">
                <a:solidFill>
                  <a:prstClr val="black"/>
                </a:solidFill>
                <a:latin typeface="a고딕14" panose="02020600000000000000" pitchFamily="18" charset="-127"/>
                <a:ea typeface="a고딕14" panose="02020600000000000000" pitchFamily="18" charset="-127"/>
              </a:rPr>
              <a:t>STEP </a:t>
            </a:r>
            <a:r>
              <a:rPr lang="ko-KR" altLang="en-US" sz="1800" kern="0" spc="-50" dirty="0">
                <a:solidFill>
                  <a:prstClr val="black"/>
                </a:solidFill>
                <a:latin typeface="a고딕14" panose="02020600000000000000" pitchFamily="18" charset="-127"/>
                <a:ea typeface="a고딕14" panose="02020600000000000000" pitchFamily="18" charset="-127"/>
              </a:rPr>
              <a:t>학습 로드맵</a:t>
            </a:r>
            <a:r>
              <a:rPr lang="en-US" altLang="ko-KR" sz="1800" kern="0" spc="-50" dirty="0">
                <a:solidFill>
                  <a:prstClr val="black"/>
                </a:solidFill>
                <a:latin typeface="a고딕14" panose="02020600000000000000" pitchFamily="18" charset="-127"/>
                <a:ea typeface="a고딕14" panose="02020600000000000000" pitchFamily="18" charset="-127"/>
              </a:rPr>
              <a:t>(SLR) </a:t>
            </a:r>
            <a:r>
              <a:rPr lang="ko-KR" altLang="en-US" sz="1800" kern="0" spc="-50" dirty="0">
                <a:solidFill>
                  <a:prstClr val="black"/>
                </a:solidFill>
                <a:latin typeface="a고딕14" panose="02020600000000000000" pitchFamily="18" charset="-127"/>
                <a:ea typeface="a고딕14" panose="02020600000000000000" pitchFamily="18" charset="-127"/>
              </a:rPr>
              <a:t>고도화 및 </a:t>
            </a:r>
            <a:endParaRPr lang="en-US" altLang="ko-KR" sz="1800" kern="0" spc="-50" dirty="0">
              <a:solidFill>
                <a:prstClr val="black"/>
              </a:solidFill>
              <a:latin typeface="a고딕14" panose="02020600000000000000" pitchFamily="18" charset="-127"/>
              <a:ea typeface="a고딕14" panose="02020600000000000000" pitchFamily="18" charset="-127"/>
            </a:endParaRPr>
          </a:p>
          <a:p>
            <a:pPr eaLnBrk="1" fontAlgn="auto" latinLnBrk="0" hangingPunct="1">
              <a:lnSpc>
                <a:spcPct val="110000"/>
              </a:lnSpc>
              <a:spcBef>
                <a:spcPts val="0"/>
              </a:spcBef>
              <a:spcAft>
                <a:spcPts val="0"/>
              </a:spcAft>
              <a:buClr>
                <a:prstClr val="black"/>
              </a:buClr>
              <a:buNone/>
            </a:pPr>
            <a:r>
              <a:rPr lang="en-US" altLang="ko-KR" sz="1800" kern="0" spc="-50" dirty="0">
                <a:solidFill>
                  <a:prstClr val="black"/>
                </a:solidFill>
                <a:latin typeface="a고딕14" panose="02020600000000000000" pitchFamily="18" charset="-127"/>
                <a:ea typeface="a고딕14" panose="02020600000000000000" pitchFamily="18" charset="-127"/>
              </a:rPr>
              <a:t>STEP 10</a:t>
            </a:r>
            <a:r>
              <a:rPr lang="ko-KR" altLang="en-US" sz="1800" kern="0" spc="-50" dirty="0">
                <a:solidFill>
                  <a:prstClr val="black"/>
                </a:solidFill>
                <a:latin typeface="a고딕14" panose="02020600000000000000" pitchFamily="18" charset="-127"/>
                <a:ea typeface="a고딕14" panose="02020600000000000000" pitchFamily="18" charset="-127"/>
              </a:rPr>
              <a:t>대 산업 분야 </a:t>
            </a:r>
            <a:r>
              <a:rPr lang="en-US" altLang="ko-KR" sz="1800" kern="0" spc="-50" dirty="0">
                <a:solidFill>
                  <a:prstClr val="black"/>
                </a:solidFill>
                <a:latin typeface="a고딕14" panose="02020600000000000000" pitchFamily="18" charset="-127"/>
                <a:ea typeface="a고딕14" panose="02020600000000000000" pitchFamily="18" charset="-127"/>
              </a:rPr>
              <a:t>x AX </a:t>
            </a:r>
            <a:r>
              <a:rPr lang="ko-KR" altLang="en-US" sz="1800" kern="0" spc="-50" dirty="0">
                <a:solidFill>
                  <a:prstClr val="black"/>
                </a:solidFill>
                <a:latin typeface="a고딕14" panose="02020600000000000000" pitchFamily="18" charset="-127"/>
                <a:ea typeface="a고딕14" panose="02020600000000000000" pitchFamily="18" charset="-127"/>
              </a:rPr>
              <a:t>융합형 신규과목 도출</a:t>
            </a:r>
          </a:p>
        </p:txBody>
      </p:sp>
      <p:sp>
        <p:nvSpPr>
          <p:cNvPr id="8" name="직사각형 7">
            <a:extLst>
              <a:ext uri="{FF2B5EF4-FFF2-40B4-BE49-F238E27FC236}">
                <a16:creationId xmlns:a16="http://schemas.microsoft.com/office/drawing/2014/main" id="{144C2D1F-A057-CC83-DCEB-53E401DEE4A1}"/>
              </a:ext>
            </a:extLst>
          </p:cNvPr>
          <p:cNvSpPr/>
          <p:nvPr/>
        </p:nvSpPr>
        <p:spPr>
          <a:xfrm>
            <a:off x="596900" y="3761833"/>
            <a:ext cx="671978" cy="2727867"/>
          </a:xfrm>
          <a:prstGeom prst="rect">
            <a:avLst/>
          </a:prstGeom>
          <a:solidFill>
            <a:srgbClr val="003F56"/>
          </a:solidFill>
          <a:ln w="6350" cap="flat" cmpd="sng" algn="ctr">
            <a:solidFill>
              <a:srgbClr val="212E55"/>
            </a:solidFill>
            <a:prstDash val="solid"/>
            <a:miter lim="800000"/>
          </a:ln>
          <a:effectLst/>
        </p:spPr>
        <p:txBody>
          <a:bodyPr lIns="0" rIns="0" rtlCol="0" anchor="ctr"/>
          <a:lstStyle/>
          <a:p>
            <a:pPr eaLnBrk="1" fontAlgn="auto" latinLnBrk="0" hangingPunct="1">
              <a:spcBef>
                <a:spcPts val="0"/>
              </a:spcBef>
              <a:spcAft>
                <a:spcPts val="0"/>
              </a:spcAft>
              <a:buNone/>
            </a:pPr>
            <a:r>
              <a:rPr lang="ko-KR" altLang="en-US" kern="0" spc="-50">
                <a:solidFill>
                  <a:prstClr val="white"/>
                </a:solidFill>
                <a:latin typeface="a고딕14" panose="02020600000000000000" pitchFamily="18" charset="-127"/>
                <a:ea typeface="a고딕14" panose="02020600000000000000" pitchFamily="18" charset="-127"/>
              </a:rPr>
              <a:t>추진 과제</a:t>
            </a:r>
            <a:endParaRPr lang="en-US" altLang="ko-KR" kern="0" spc="-50" dirty="0">
              <a:solidFill>
                <a:prstClr val="white"/>
              </a:solidFill>
              <a:latin typeface="a고딕14" panose="02020600000000000000" pitchFamily="18" charset="-127"/>
              <a:ea typeface="a고딕14" panose="02020600000000000000" pitchFamily="18" charset="-127"/>
            </a:endParaRPr>
          </a:p>
        </p:txBody>
      </p:sp>
      <p:sp>
        <p:nvSpPr>
          <p:cNvPr id="9" name="직사각형 8">
            <a:extLst>
              <a:ext uri="{FF2B5EF4-FFF2-40B4-BE49-F238E27FC236}">
                <a16:creationId xmlns:a16="http://schemas.microsoft.com/office/drawing/2014/main" id="{99879227-DA72-403B-95E8-AA4A1198AD2D}"/>
              </a:ext>
            </a:extLst>
          </p:cNvPr>
          <p:cNvSpPr/>
          <p:nvPr/>
        </p:nvSpPr>
        <p:spPr>
          <a:xfrm>
            <a:off x="4072713" y="2641868"/>
            <a:ext cx="2595729" cy="271395"/>
          </a:xfrm>
          <a:prstGeom prst="rect">
            <a:avLst/>
          </a:prstGeom>
          <a:solidFill>
            <a:srgbClr val="003F56"/>
          </a:solidFill>
          <a:ln w="6350" cap="flat" cmpd="sng" algn="ctr">
            <a:solidFill>
              <a:srgbClr val="212E55"/>
            </a:solidFill>
            <a:prstDash val="solid"/>
            <a:miter lim="800000"/>
          </a:ln>
          <a:effectLst/>
        </p:spPr>
        <p:txBody>
          <a:bodyPr lIns="0" rIns="0" rtlCol="0" anchor="ctr"/>
          <a:lstStyle/>
          <a:p>
            <a:pPr eaLnBrk="1" fontAlgn="auto" latinLnBrk="0" hangingPunct="1">
              <a:spcBef>
                <a:spcPts val="0"/>
              </a:spcBef>
              <a:spcAft>
                <a:spcPts val="0"/>
              </a:spcAft>
              <a:buNone/>
            </a:pPr>
            <a:r>
              <a:rPr lang="ko-KR" altLang="ko-KR" kern="0" spc="-50">
                <a:solidFill>
                  <a:prstClr val="white"/>
                </a:solidFill>
                <a:latin typeface="a고딕14" panose="02020600000000000000" pitchFamily="18" charset="-127"/>
                <a:ea typeface="a고딕14" panose="02020600000000000000" pitchFamily="18" charset="-127"/>
              </a:rPr>
              <a:t>Develop</a:t>
            </a:r>
            <a:endParaRPr lang="en-US" altLang="ko-KR" kern="0" spc="-50" dirty="0">
              <a:solidFill>
                <a:prstClr val="white"/>
              </a:solidFill>
              <a:latin typeface="a고딕14" panose="02020600000000000000" pitchFamily="18" charset="-127"/>
              <a:ea typeface="a고딕14" panose="02020600000000000000" pitchFamily="18" charset="-127"/>
            </a:endParaRPr>
          </a:p>
        </p:txBody>
      </p:sp>
      <p:sp>
        <p:nvSpPr>
          <p:cNvPr id="10" name="AutoShape 22">
            <a:extLst>
              <a:ext uri="{FF2B5EF4-FFF2-40B4-BE49-F238E27FC236}">
                <a16:creationId xmlns:a16="http://schemas.microsoft.com/office/drawing/2014/main" id="{225B53C6-7E33-A1F5-4EEC-05D19E74B836}"/>
              </a:ext>
            </a:extLst>
          </p:cNvPr>
          <p:cNvSpPr>
            <a:spLocks noChangeArrowheads="1"/>
          </p:cNvSpPr>
          <p:nvPr/>
        </p:nvSpPr>
        <p:spPr bwMode="auto">
          <a:xfrm>
            <a:off x="4072713" y="2967157"/>
            <a:ext cx="2595729" cy="683532"/>
          </a:xfrm>
          <a:prstGeom prst="roundRect">
            <a:avLst>
              <a:gd name="adj" fmla="val 0"/>
            </a:avLst>
          </a:prstGeom>
          <a:solidFill>
            <a:sysClr val="window" lastClr="FFFFFF"/>
          </a:solidFill>
          <a:ln w="9525" algn="ctr">
            <a:solidFill>
              <a:srgbClr val="212E55"/>
            </a:solidFill>
            <a:round/>
            <a:headEnd/>
            <a:tailEnd/>
          </a:ln>
          <a:effectLst/>
        </p:spPr>
        <p:txBody>
          <a:bodyPr lIns="0" tIns="0" rIns="0" bIns="0" anchor="ctr"/>
          <a:lstStyle/>
          <a:p>
            <a:pPr marL="0" marR="0" lvl="0" indent="0" defTabSz="914400" eaLnBrk="1" fontAlgn="auto" latinLnBrk="0" hangingPunct="1">
              <a:lnSpc>
                <a:spcPct val="110000"/>
              </a:lnSpc>
              <a:spcBef>
                <a:spcPts val="0"/>
              </a:spcBef>
              <a:spcAft>
                <a:spcPts val="0"/>
              </a:spcAft>
              <a:buClr>
                <a:prstClr val="black"/>
              </a:buClr>
              <a:buSzTx/>
              <a:buFontTx/>
              <a:buNone/>
              <a:tabLst/>
              <a:defRPr/>
            </a:pPr>
            <a:r>
              <a:rPr kumimoji="0" lang="en-US" altLang="ko-KR" sz="1400" b="0" i="0" u="none" strike="noStrike" kern="0" cap="none" spc="-50" normalizeH="0" baseline="0" noProof="0" dirty="0">
                <a:ln>
                  <a:noFill/>
                </a:ln>
                <a:solidFill>
                  <a:schemeClr val="tx1">
                    <a:lumMod val="85000"/>
                    <a:lumOff val="15000"/>
                  </a:schemeClr>
                </a:solidFill>
                <a:effectLst/>
                <a:uLnTx/>
                <a:uFillTx/>
                <a:latin typeface="a고딕14" panose="02020600000000000000" pitchFamily="18" charset="-127"/>
                <a:ea typeface="a고딕14" panose="02020600000000000000" pitchFamily="18" charset="-127"/>
              </a:rPr>
              <a:t>2. </a:t>
            </a:r>
            <a:r>
              <a:rPr kumimoji="0" lang="ko-KR" altLang="en-US" sz="1400" b="0" i="0" u="none" strike="noStrike" kern="0" cap="none" spc="-50" normalizeH="0" baseline="0" noProof="0" dirty="0">
                <a:ln>
                  <a:noFill/>
                </a:ln>
                <a:solidFill>
                  <a:schemeClr val="tx1">
                    <a:lumMod val="85000"/>
                    <a:lumOff val="15000"/>
                  </a:schemeClr>
                </a:solidFill>
                <a:effectLst/>
                <a:uLnTx/>
                <a:uFillTx/>
                <a:latin typeface="a고딕14" panose="02020600000000000000" pitchFamily="18" charset="-127"/>
                <a:ea typeface="a고딕14" panose="02020600000000000000" pitchFamily="18" charset="-127"/>
              </a:rPr>
              <a:t>수요조사 및 신규과목 도출 체계화</a:t>
            </a:r>
          </a:p>
        </p:txBody>
      </p:sp>
      <p:sp>
        <p:nvSpPr>
          <p:cNvPr id="11" name="직사각형 10">
            <a:extLst>
              <a:ext uri="{FF2B5EF4-FFF2-40B4-BE49-F238E27FC236}">
                <a16:creationId xmlns:a16="http://schemas.microsoft.com/office/drawing/2014/main" id="{916CD9BD-634D-BF9B-DB02-97626CF70BD8}"/>
              </a:ext>
            </a:extLst>
          </p:cNvPr>
          <p:cNvSpPr/>
          <p:nvPr/>
        </p:nvSpPr>
        <p:spPr>
          <a:xfrm>
            <a:off x="1395547" y="2641868"/>
            <a:ext cx="2595729" cy="271395"/>
          </a:xfrm>
          <a:prstGeom prst="rect">
            <a:avLst/>
          </a:prstGeom>
          <a:solidFill>
            <a:srgbClr val="003F56"/>
          </a:solidFill>
          <a:ln w="6350" cap="flat" cmpd="sng" algn="ctr">
            <a:solidFill>
              <a:srgbClr val="212E55"/>
            </a:solidFill>
            <a:prstDash val="solid"/>
            <a:miter lim="800000"/>
          </a:ln>
          <a:effectLst/>
        </p:spPr>
        <p:txBody>
          <a:bodyPr lIns="0" rIns="0" rtlCol="0" anchor="ctr"/>
          <a:lstStyle/>
          <a:p>
            <a:pPr eaLnBrk="1" fontAlgn="auto" latinLnBrk="0" hangingPunct="1">
              <a:spcBef>
                <a:spcPts val="0"/>
              </a:spcBef>
              <a:spcAft>
                <a:spcPts val="0"/>
              </a:spcAft>
              <a:buNone/>
            </a:pPr>
            <a:r>
              <a:rPr lang="ko-KR" altLang="ko-KR" kern="0" spc="-50">
                <a:solidFill>
                  <a:prstClr val="white"/>
                </a:solidFill>
                <a:latin typeface="a고딕14" panose="02020600000000000000" pitchFamily="18" charset="-127"/>
                <a:ea typeface="a고딕14" panose="02020600000000000000" pitchFamily="18" charset="-127"/>
              </a:rPr>
              <a:t>Renew</a:t>
            </a:r>
            <a:endParaRPr lang="en-US" altLang="ko-KR" kern="0" spc="-50" dirty="0">
              <a:solidFill>
                <a:prstClr val="white"/>
              </a:solidFill>
              <a:latin typeface="a고딕14" panose="02020600000000000000" pitchFamily="18" charset="-127"/>
              <a:ea typeface="a고딕14" panose="02020600000000000000" pitchFamily="18" charset="-127"/>
            </a:endParaRPr>
          </a:p>
        </p:txBody>
      </p:sp>
      <p:sp>
        <p:nvSpPr>
          <p:cNvPr id="12" name="AutoShape 22">
            <a:extLst>
              <a:ext uri="{FF2B5EF4-FFF2-40B4-BE49-F238E27FC236}">
                <a16:creationId xmlns:a16="http://schemas.microsoft.com/office/drawing/2014/main" id="{9F82F15F-734E-5775-E1DF-BB22706CD5FE}"/>
              </a:ext>
            </a:extLst>
          </p:cNvPr>
          <p:cNvSpPr>
            <a:spLocks noChangeArrowheads="1"/>
          </p:cNvSpPr>
          <p:nvPr/>
        </p:nvSpPr>
        <p:spPr bwMode="auto">
          <a:xfrm>
            <a:off x="1395547" y="2967157"/>
            <a:ext cx="2595729" cy="683532"/>
          </a:xfrm>
          <a:prstGeom prst="roundRect">
            <a:avLst>
              <a:gd name="adj" fmla="val 0"/>
            </a:avLst>
          </a:prstGeom>
          <a:solidFill>
            <a:sysClr val="window" lastClr="FFFFFF"/>
          </a:solidFill>
          <a:ln w="9525" algn="ctr">
            <a:solidFill>
              <a:srgbClr val="212E55"/>
            </a:solidFill>
            <a:round/>
            <a:headEnd/>
            <a:tailEnd/>
          </a:ln>
          <a:effectLst/>
        </p:spPr>
        <p:txBody>
          <a:bodyPr lIns="0" tIns="0" rIns="0" bIns="0" anchor="ctr"/>
          <a:lstStyle/>
          <a:p>
            <a:pPr marL="0" marR="0" lvl="0" indent="0" defTabSz="914400" eaLnBrk="1" fontAlgn="auto" latinLnBrk="0" hangingPunct="1">
              <a:lnSpc>
                <a:spcPct val="110000"/>
              </a:lnSpc>
              <a:spcBef>
                <a:spcPts val="0"/>
              </a:spcBef>
              <a:spcAft>
                <a:spcPts val="0"/>
              </a:spcAft>
              <a:buClr>
                <a:prstClr val="black"/>
              </a:buClr>
              <a:buSzTx/>
              <a:buFontTx/>
              <a:buNone/>
              <a:tabLst/>
              <a:defRPr/>
            </a:pPr>
            <a:r>
              <a:rPr kumimoji="0" lang="en-US" altLang="ko-KR" sz="1400" b="0" i="0" u="none" strike="noStrike" kern="0" cap="none" spc="-50" normalizeH="0" baseline="0" noProof="0" dirty="0">
                <a:ln>
                  <a:noFill/>
                </a:ln>
                <a:solidFill>
                  <a:schemeClr val="tx1">
                    <a:lumMod val="85000"/>
                    <a:lumOff val="15000"/>
                  </a:schemeClr>
                </a:solidFill>
                <a:effectLst/>
                <a:uLnTx/>
                <a:uFillTx/>
                <a:latin typeface="a고딕14" panose="02020600000000000000" pitchFamily="18" charset="-127"/>
                <a:ea typeface="a고딕14" panose="02020600000000000000" pitchFamily="18" charset="-127"/>
              </a:rPr>
              <a:t>1. STEP </a:t>
            </a:r>
            <a:r>
              <a:rPr kumimoji="0" lang="ko-KR" altLang="en-US" sz="1400" b="0" i="0" u="none" strike="noStrike" kern="0" cap="none" spc="-50" normalizeH="0" baseline="0" noProof="0" dirty="0">
                <a:ln>
                  <a:noFill/>
                </a:ln>
                <a:solidFill>
                  <a:schemeClr val="tx1">
                    <a:lumMod val="85000"/>
                    <a:lumOff val="15000"/>
                  </a:schemeClr>
                </a:solidFill>
                <a:effectLst/>
                <a:uLnTx/>
                <a:uFillTx/>
                <a:latin typeface="a고딕14" panose="02020600000000000000" pitchFamily="18" charset="-127"/>
                <a:ea typeface="a고딕14" panose="02020600000000000000" pitchFamily="18" charset="-127"/>
              </a:rPr>
              <a:t>학습 로드맵</a:t>
            </a:r>
            <a:r>
              <a:rPr kumimoji="0" lang="en-US" altLang="ko-KR" sz="1400" b="0" i="0" u="none" strike="noStrike" kern="0" cap="none" spc="-50" normalizeH="0" baseline="0" noProof="0" dirty="0">
                <a:ln>
                  <a:noFill/>
                </a:ln>
                <a:solidFill>
                  <a:schemeClr val="tx1">
                    <a:lumMod val="85000"/>
                    <a:lumOff val="15000"/>
                  </a:schemeClr>
                </a:solidFill>
                <a:effectLst/>
                <a:uLnTx/>
                <a:uFillTx/>
                <a:latin typeface="a고딕14" panose="02020600000000000000" pitchFamily="18" charset="-127"/>
                <a:ea typeface="a고딕14" panose="02020600000000000000" pitchFamily="18" charset="-127"/>
              </a:rPr>
              <a:t>(SLR) </a:t>
            </a:r>
            <a:r>
              <a:rPr lang="ko-KR" altLang="en-US" sz="1400" kern="0" spc="-50" dirty="0">
                <a:solidFill>
                  <a:schemeClr val="tx1">
                    <a:lumMod val="85000"/>
                    <a:lumOff val="15000"/>
                  </a:schemeClr>
                </a:solidFill>
                <a:latin typeface="a고딕14" panose="02020600000000000000" pitchFamily="18" charset="-127"/>
                <a:ea typeface="a고딕14" panose="02020600000000000000" pitchFamily="18" charset="-127"/>
              </a:rPr>
              <a:t>최신화</a:t>
            </a:r>
            <a:endParaRPr kumimoji="0" lang="en-US" altLang="ko-KR" sz="1400" b="0" i="0" u="none" strike="noStrike" kern="0" cap="none" spc="-50" normalizeH="0" baseline="0" noProof="0" dirty="0">
              <a:ln>
                <a:noFill/>
              </a:ln>
              <a:solidFill>
                <a:schemeClr val="tx1">
                  <a:lumMod val="85000"/>
                  <a:lumOff val="15000"/>
                </a:schemeClr>
              </a:solidFill>
              <a:effectLst/>
              <a:uLnTx/>
              <a:uFillTx/>
              <a:latin typeface="a고딕14" panose="02020600000000000000" pitchFamily="18" charset="-127"/>
              <a:ea typeface="a고딕14" panose="02020600000000000000" pitchFamily="18" charset="-127"/>
            </a:endParaRPr>
          </a:p>
        </p:txBody>
      </p:sp>
      <p:sp>
        <p:nvSpPr>
          <p:cNvPr id="13" name="직사각형 12">
            <a:extLst>
              <a:ext uri="{FF2B5EF4-FFF2-40B4-BE49-F238E27FC236}">
                <a16:creationId xmlns:a16="http://schemas.microsoft.com/office/drawing/2014/main" id="{19F1121A-BE65-BB69-4E4A-6AB301E44940}"/>
              </a:ext>
            </a:extLst>
          </p:cNvPr>
          <p:cNvSpPr/>
          <p:nvPr/>
        </p:nvSpPr>
        <p:spPr>
          <a:xfrm>
            <a:off x="596900" y="2641867"/>
            <a:ext cx="671978" cy="1008823"/>
          </a:xfrm>
          <a:prstGeom prst="rect">
            <a:avLst/>
          </a:prstGeom>
          <a:solidFill>
            <a:srgbClr val="003F56"/>
          </a:solidFill>
          <a:ln w="6350" cap="flat" cmpd="sng" algn="ctr">
            <a:solidFill>
              <a:srgbClr val="212E55"/>
            </a:solidFill>
            <a:prstDash val="solid"/>
            <a:miter lim="800000"/>
          </a:ln>
          <a:effectLst/>
        </p:spPr>
        <p:txBody>
          <a:bodyPr lIns="0" rIns="0" rtlCol="0" anchor="ctr"/>
          <a:lstStyle/>
          <a:p>
            <a:pPr eaLnBrk="1" fontAlgn="auto" latinLnBrk="0" hangingPunct="1">
              <a:spcBef>
                <a:spcPts val="0"/>
              </a:spcBef>
              <a:spcAft>
                <a:spcPts val="0"/>
              </a:spcAft>
              <a:buNone/>
            </a:pPr>
            <a:r>
              <a:rPr lang="ko-KR" altLang="en-US" kern="0" spc="-50">
                <a:solidFill>
                  <a:prstClr val="white"/>
                </a:solidFill>
                <a:latin typeface="a고딕14" panose="02020600000000000000" pitchFamily="18" charset="-127"/>
                <a:ea typeface="a고딕14" panose="02020600000000000000" pitchFamily="18" charset="-127"/>
              </a:rPr>
              <a:t>추진 전략</a:t>
            </a:r>
            <a:endParaRPr lang="en-US" altLang="ko-KR" kern="0" spc="-50" dirty="0">
              <a:solidFill>
                <a:prstClr val="white"/>
              </a:solidFill>
              <a:latin typeface="a고딕14" panose="02020600000000000000" pitchFamily="18" charset="-127"/>
              <a:ea typeface="a고딕14" panose="02020600000000000000" pitchFamily="18" charset="-127"/>
            </a:endParaRPr>
          </a:p>
        </p:txBody>
      </p:sp>
      <p:sp>
        <p:nvSpPr>
          <p:cNvPr id="16" name="AutoShape 22">
            <a:extLst>
              <a:ext uri="{FF2B5EF4-FFF2-40B4-BE49-F238E27FC236}">
                <a16:creationId xmlns:a16="http://schemas.microsoft.com/office/drawing/2014/main" id="{6AAF6700-3716-EC19-C8C8-AAD0C77D392A}"/>
              </a:ext>
            </a:extLst>
          </p:cNvPr>
          <p:cNvSpPr>
            <a:spLocks noChangeArrowheads="1"/>
          </p:cNvSpPr>
          <p:nvPr/>
        </p:nvSpPr>
        <p:spPr bwMode="auto">
          <a:xfrm>
            <a:off x="4072714" y="3758366"/>
            <a:ext cx="2595728" cy="230027"/>
          </a:xfrm>
          <a:prstGeom prst="roundRect">
            <a:avLst>
              <a:gd name="adj" fmla="val 0"/>
            </a:avLst>
          </a:prstGeom>
          <a:solidFill>
            <a:srgbClr val="E2F0D9"/>
          </a:solidFill>
          <a:ln w="9525" algn="ctr">
            <a:solidFill>
              <a:srgbClr val="212E55"/>
            </a:solidFill>
            <a:round/>
            <a:headEnd/>
            <a:tailEnd/>
          </a:ln>
          <a:effectLst/>
        </p:spPr>
        <p:txBody>
          <a:bodyPr lIns="18000" tIns="0" rIns="18000" bIns="0" anchor="ctr"/>
          <a:lstStyle/>
          <a:p>
            <a:pPr algn="l" eaLnBrk="1" fontAlgn="auto" latinLnBrk="0" hangingPunct="1">
              <a:lnSpc>
                <a:spcPct val="110000"/>
              </a:lnSpc>
              <a:spcBef>
                <a:spcPts val="0"/>
              </a:spcBef>
              <a:spcAft>
                <a:spcPts val="0"/>
              </a:spcAft>
              <a:buClr>
                <a:prstClr val="black"/>
              </a:buClr>
              <a:buFontTx/>
              <a:buNone/>
              <a:defRPr/>
            </a:pPr>
            <a:r>
              <a:rPr lang="en-US" altLang="ko-KR" sz="1100" kern="0" spc="-50">
                <a:solidFill>
                  <a:prstClr val="black"/>
                </a:solidFill>
                <a:latin typeface="a고딕14" panose="02020600000000000000" pitchFamily="18" charset="-127"/>
                <a:ea typeface="a고딕14" panose="02020600000000000000" pitchFamily="18" charset="-127"/>
              </a:rPr>
              <a:t>2-1. NCS </a:t>
            </a:r>
            <a:r>
              <a:rPr lang="ko-KR" altLang="en-US" sz="1100" kern="0" spc="-50" err="1">
                <a:solidFill>
                  <a:prstClr val="black"/>
                </a:solidFill>
                <a:latin typeface="a고딕14" panose="02020600000000000000" pitchFamily="18" charset="-127"/>
                <a:ea typeface="a고딕14" panose="02020600000000000000" pitchFamily="18" charset="-127"/>
              </a:rPr>
              <a:t>세분류</a:t>
            </a:r>
            <a:r>
              <a:rPr lang="ko-KR" altLang="en-US" sz="1100" kern="0" spc="-50">
                <a:solidFill>
                  <a:prstClr val="black"/>
                </a:solidFill>
                <a:latin typeface="a고딕14" panose="02020600000000000000" pitchFamily="18" charset="-127"/>
                <a:ea typeface="a고딕14" panose="02020600000000000000" pitchFamily="18" charset="-127"/>
              </a:rPr>
              <a:t> </a:t>
            </a:r>
            <a:r>
              <a:rPr lang="ko-KR" altLang="en-US" sz="1100" kern="0" spc="-50" dirty="0">
                <a:solidFill>
                  <a:prstClr val="black"/>
                </a:solidFill>
                <a:latin typeface="a고딕14" panose="02020600000000000000" pitchFamily="18" charset="-127"/>
                <a:ea typeface="a고딕14" panose="02020600000000000000" pitchFamily="18" charset="-127"/>
              </a:rPr>
              <a:t>우선순위 도출</a:t>
            </a:r>
            <a:r>
              <a:rPr lang="en-US" altLang="ko-KR" sz="900" kern="0" spc="-50">
                <a:solidFill>
                  <a:prstClr val="black"/>
                </a:solidFill>
                <a:latin typeface="a고딕14" panose="02020600000000000000" pitchFamily="18" charset="-127"/>
                <a:ea typeface="a고딕14" panose="02020600000000000000" pitchFamily="18" charset="-127"/>
              </a:rPr>
              <a:t>(</a:t>
            </a:r>
            <a:r>
              <a:rPr lang="ko-KR" altLang="en-US" sz="900" kern="0" spc="-50">
                <a:solidFill>
                  <a:prstClr val="black"/>
                </a:solidFill>
                <a:latin typeface="a고딕14" panose="02020600000000000000" pitchFamily="18" charset="-127"/>
                <a:ea typeface="a고딕14" panose="02020600000000000000" pitchFamily="18" charset="-127"/>
              </a:rPr>
              <a:t>수요분석</a:t>
            </a:r>
            <a:r>
              <a:rPr lang="en-US" altLang="ko-KR" sz="900" kern="0" spc="-50">
                <a:solidFill>
                  <a:prstClr val="black"/>
                </a:solidFill>
                <a:latin typeface="a고딕14" panose="02020600000000000000" pitchFamily="18" charset="-127"/>
                <a:ea typeface="a고딕14" panose="02020600000000000000" pitchFamily="18" charset="-127"/>
              </a:rPr>
              <a:t>+</a:t>
            </a:r>
            <a:r>
              <a:rPr lang="ko-KR" altLang="en-US" sz="900" kern="0" spc="-50">
                <a:solidFill>
                  <a:prstClr val="black"/>
                </a:solidFill>
                <a:latin typeface="a고딕14" panose="02020600000000000000" pitchFamily="18" charset="-127"/>
                <a:ea typeface="a고딕14" panose="02020600000000000000" pitchFamily="18" charset="-127"/>
              </a:rPr>
              <a:t>설문조사</a:t>
            </a:r>
            <a:r>
              <a:rPr lang="en-US" altLang="ko-KR" sz="900" kern="0" spc="-50">
                <a:solidFill>
                  <a:prstClr val="black"/>
                </a:solidFill>
                <a:latin typeface="a고딕14" panose="02020600000000000000" pitchFamily="18" charset="-127"/>
                <a:ea typeface="a고딕14" panose="02020600000000000000" pitchFamily="18" charset="-127"/>
              </a:rPr>
              <a:t>)</a:t>
            </a:r>
            <a:endParaRPr lang="ko-KR" altLang="en-US" sz="900" kern="0" spc="-50" dirty="0">
              <a:solidFill>
                <a:prstClr val="black"/>
              </a:solidFill>
              <a:latin typeface="a고딕14" panose="02020600000000000000" pitchFamily="18" charset="-127"/>
              <a:ea typeface="a고딕14" panose="02020600000000000000" pitchFamily="18" charset="-127"/>
            </a:endParaRPr>
          </a:p>
        </p:txBody>
      </p:sp>
      <p:sp>
        <p:nvSpPr>
          <p:cNvPr id="17" name="AutoShape 22">
            <a:extLst>
              <a:ext uri="{FF2B5EF4-FFF2-40B4-BE49-F238E27FC236}">
                <a16:creationId xmlns:a16="http://schemas.microsoft.com/office/drawing/2014/main" id="{CDAF5737-57B6-53C8-0D6E-E46AE34EC48F}"/>
              </a:ext>
            </a:extLst>
          </p:cNvPr>
          <p:cNvSpPr>
            <a:spLocks noChangeArrowheads="1"/>
          </p:cNvSpPr>
          <p:nvPr/>
        </p:nvSpPr>
        <p:spPr bwMode="auto">
          <a:xfrm>
            <a:off x="4072714" y="4009892"/>
            <a:ext cx="2595728" cy="596708"/>
          </a:xfrm>
          <a:prstGeom prst="roundRect">
            <a:avLst>
              <a:gd name="adj" fmla="val 0"/>
            </a:avLst>
          </a:prstGeom>
          <a:solidFill>
            <a:sysClr val="window" lastClr="FFFFFF"/>
          </a:solidFill>
          <a:ln w="9525" algn="ctr">
            <a:solidFill>
              <a:srgbClr val="212E55"/>
            </a:solidFill>
            <a:round/>
            <a:headEnd/>
            <a:tailEnd/>
          </a:ln>
          <a:effectLst/>
        </p:spPr>
        <p:txBody>
          <a:bodyPr lIns="18000" tIns="0" rIns="18000" bIns="0" anchor="ctr"/>
          <a:lstStyle/>
          <a:p>
            <a:pPr marL="85725" indent="-85725" algn="l" eaLnBrk="1" fontAlgn="auto" latinLnBrk="0" hangingPunct="1">
              <a:lnSpc>
                <a:spcPct val="110000"/>
              </a:lnSpc>
              <a:spcBef>
                <a:spcPts val="0"/>
              </a:spcBef>
              <a:spcAft>
                <a:spcPts val="0"/>
              </a:spcAft>
              <a:buClr>
                <a:prstClr val="black"/>
              </a:buClr>
              <a:buFont typeface="Arial" panose="020B0604020202020204" pitchFamily="34" charset="0"/>
              <a:buChar char="•"/>
            </a:pPr>
            <a:r>
              <a:rPr lang="en-US" altLang="ko-KR" sz="1000" kern="0" spc="-50" dirty="0">
                <a:solidFill>
                  <a:prstClr val="black"/>
                </a:solidFill>
                <a:latin typeface="a고딕14" panose="02020600000000000000" pitchFamily="18" charset="-127"/>
                <a:ea typeface="a고딕14" panose="02020600000000000000" pitchFamily="18" charset="-127"/>
              </a:rPr>
              <a:t>NCS </a:t>
            </a:r>
            <a:r>
              <a:rPr lang="ko-KR" altLang="en-US" sz="1000" kern="0" spc="-50" dirty="0" err="1">
                <a:solidFill>
                  <a:prstClr val="black"/>
                </a:solidFill>
                <a:latin typeface="a고딕14" panose="02020600000000000000" pitchFamily="18" charset="-127"/>
                <a:ea typeface="a고딕14" panose="02020600000000000000" pitchFamily="18" charset="-127"/>
              </a:rPr>
              <a:t>세분류</a:t>
            </a:r>
            <a:r>
              <a:rPr lang="ko-KR" altLang="en-US" sz="1000" kern="0" spc="-50" dirty="0">
                <a:solidFill>
                  <a:prstClr val="black"/>
                </a:solidFill>
                <a:latin typeface="a고딕14" panose="02020600000000000000" pitchFamily="18" charset="-127"/>
                <a:ea typeface="a고딕14" panose="02020600000000000000" pitchFamily="18" charset="-127"/>
              </a:rPr>
              <a:t> 정량 </a:t>
            </a:r>
            <a:r>
              <a:rPr lang="en-US" altLang="ko-KR" sz="1000" kern="0" spc="-50" dirty="0">
                <a:solidFill>
                  <a:prstClr val="black"/>
                </a:solidFill>
                <a:latin typeface="a고딕14" panose="02020600000000000000" pitchFamily="18" charset="-127"/>
                <a:ea typeface="a고딕14" panose="02020600000000000000" pitchFamily="18" charset="-127"/>
              </a:rPr>
              <a:t>Data</a:t>
            </a:r>
            <a:r>
              <a:rPr lang="ko-KR" altLang="en-US" sz="1000" kern="0" spc="-50" dirty="0">
                <a:solidFill>
                  <a:prstClr val="black"/>
                </a:solidFill>
                <a:latin typeface="a고딕14" panose="02020600000000000000" pitchFamily="18" charset="-127"/>
                <a:ea typeface="a고딕14" panose="02020600000000000000" pitchFamily="18" charset="-127"/>
              </a:rPr>
              <a:t> 기반 수요조사</a:t>
            </a:r>
            <a:endParaRPr lang="en-US" altLang="ko-KR" sz="1000" kern="0" spc="-50" dirty="0">
              <a:solidFill>
                <a:prstClr val="black"/>
              </a:solidFill>
              <a:latin typeface="a고딕14" panose="02020600000000000000" pitchFamily="18" charset="-127"/>
              <a:ea typeface="a고딕14" panose="02020600000000000000" pitchFamily="18" charset="-127"/>
            </a:endParaRPr>
          </a:p>
          <a:p>
            <a:pPr marL="85725" indent="-85725" algn="l" eaLnBrk="1" fontAlgn="auto" latinLnBrk="0" hangingPunct="1">
              <a:lnSpc>
                <a:spcPct val="110000"/>
              </a:lnSpc>
              <a:spcBef>
                <a:spcPts val="0"/>
              </a:spcBef>
              <a:spcAft>
                <a:spcPts val="0"/>
              </a:spcAft>
              <a:buClr>
                <a:prstClr val="black"/>
              </a:buClr>
              <a:buFont typeface="Arial" panose="020B0604020202020204" pitchFamily="34" charset="0"/>
              <a:buChar char="•"/>
            </a:pPr>
            <a:r>
              <a:rPr lang="en-US" altLang="ko-KR" sz="1000" kern="0" spc="-50" dirty="0">
                <a:solidFill>
                  <a:prstClr val="black"/>
                </a:solidFill>
                <a:latin typeface="a고딕14" panose="02020600000000000000" pitchFamily="18" charset="-127"/>
                <a:ea typeface="a고딕14" panose="02020600000000000000" pitchFamily="18" charset="-127"/>
              </a:rPr>
              <a:t>NCS </a:t>
            </a:r>
            <a:r>
              <a:rPr lang="ko-KR" altLang="en-US" sz="1000" kern="0" spc="-50" dirty="0" err="1">
                <a:solidFill>
                  <a:prstClr val="black"/>
                </a:solidFill>
                <a:latin typeface="a고딕14" panose="02020600000000000000" pitchFamily="18" charset="-127"/>
                <a:ea typeface="a고딕14" panose="02020600000000000000" pitchFamily="18" charset="-127"/>
              </a:rPr>
              <a:t>세분류</a:t>
            </a:r>
            <a:r>
              <a:rPr lang="ko-KR" altLang="en-US" sz="1000" kern="0" spc="-50" dirty="0">
                <a:solidFill>
                  <a:prstClr val="black"/>
                </a:solidFill>
                <a:latin typeface="a고딕14" panose="02020600000000000000" pitchFamily="18" charset="-127"/>
                <a:ea typeface="a고딕14" panose="02020600000000000000" pitchFamily="18" charset="-127"/>
              </a:rPr>
              <a:t> 정성 </a:t>
            </a:r>
            <a:r>
              <a:rPr lang="en-US" altLang="ko-KR" sz="1000" kern="0" spc="-50" dirty="0">
                <a:solidFill>
                  <a:prstClr val="black"/>
                </a:solidFill>
                <a:latin typeface="a고딕14" panose="02020600000000000000" pitchFamily="18" charset="-127"/>
                <a:ea typeface="a고딕14" panose="02020600000000000000" pitchFamily="18" charset="-127"/>
              </a:rPr>
              <a:t>Data </a:t>
            </a:r>
            <a:r>
              <a:rPr lang="ko-KR" altLang="en-US" sz="1000" kern="0" spc="-50" dirty="0">
                <a:solidFill>
                  <a:prstClr val="black"/>
                </a:solidFill>
                <a:latin typeface="a고딕14" panose="02020600000000000000" pitchFamily="18" charset="-127"/>
                <a:ea typeface="a고딕14" panose="02020600000000000000" pitchFamily="18" charset="-127"/>
              </a:rPr>
              <a:t>기반 수요조사</a:t>
            </a:r>
            <a:endParaRPr lang="en-US" altLang="ko-KR" sz="1000" kern="0" spc="-50" dirty="0">
              <a:solidFill>
                <a:prstClr val="black"/>
              </a:solidFill>
              <a:latin typeface="a고딕14" panose="02020600000000000000" pitchFamily="18" charset="-127"/>
              <a:ea typeface="a고딕14" panose="02020600000000000000" pitchFamily="18" charset="-127"/>
            </a:endParaRPr>
          </a:p>
          <a:p>
            <a:pPr marL="85725" indent="-85725" algn="l" eaLnBrk="1" fontAlgn="auto" latinLnBrk="0" hangingPunct="1">
              <a:lnSpc>
                <a:spcPct val="110000"/>
              </a:lnSpc>
              <a:spcBef>
                <a:spcPts val="0"/>
              </a:spcBef>
              <a:spcAft>
                <a:spcPts val="0"/>
              </a:spcAft>
              <a:buClr>
                <a:prstClr val="black"/>
              </a:buClr>
              <a:buFont typeface="Arial" panose="020B0604020202020204" pitchFamily="34" charset="0"/>
              <a:buChar char="•"/>
            </a:pPr>
            <a:r>
              <a:rPr lang="en-US" altLang="ko-KR" sz="1000" kern="0" spc="-50" dirty="0">
                <a:solidFill>
                  <a:prstClr val="black"/>
                </a:solidFill>
                <a:latin typeface="a고딕14" panose="02020600000000000000" pitchFamily="18" charset="-127"/>
                <a:ea typeface="a고딕14" panose="02020600000000000000" pitchFamily="18" charset="-127"/>
              </a:rPr>
              <a:t>NCS</a:t>
            </a:r>
            <a:r>
              <a:rPr lang="ko-KR" altLang="en-US" sz="1000" kern="0" spc="-50" dirty="0">
                <a:solidFill>
                  <a:prstClr val="black"/>
                </a:solidFill>
                <a:latin typeface="a고딕14" panose="02020600000000000000" pitchFamily="18" charset="-127"/>
                <a:ea typeface="a고딕14" panose="02020600000000000000" pitchFamily="18" charset="-127"/>
              </a:rPr>
              <a:t> </a:t>
            </a:r>
            <a:r>
              <a:rPr lang="ko-KR" altLang="en-US" sz="1000" kern="0" spc="-50" dirty="0" err="1">
                <a:solidFill>
                  <a:prstClr val="black"/>
                </a:solidFill>
                <a:latin typeface="a고딕14" panose="02020600000000000000" pitchFamily="18" charset="-127"/>
                <a:ea typeface="a고딕14" panose="02020600000000000000" pitchFamily="18" charset="-127"/>
              </a:rPr>
              <a:t>세분류</a:t>
            </a:r>
            <a:r>
              <a:rPr lang="ko-KR" altLang="en-US" sz="1000" kern="0" spc="-50" dirty="0">
                <a:solidFill>
                  <a:prstClr val="black"/>
                </a:solidFill>
                <a:latin typeface="a고딕14" panose="02020600000000000000" pitchFamily="18" charset="-127"/>
                <a:ea typeface="a고딕14" panose="02020600000000000000" pitchFamily="18" charset="-127"/>
              </a:rPr>
              <a:t> 설문조사</a:t>
            </a:r>
            <a:r>
              <a:rPr lang="en-US" altLang="ko-KR" sz="1000" kern="0" spc="-50" dirty="0">
                <a:solidFill>
                  <a:prstClr val="black"/>
                </a:solidFill>
                <a:latin typeface="a고딕14" panose="02020600000000000000" pitchFamily="18" charset="-127"/>
                <a:ea typeface="a고딕14" panose="02020600000000000000" pitchFamily="18" charset="-127"/>
              </a:rPr>
              <a:t>(</a:t>
            </a:r>
            <a:r>
              <a:rPr lang="ko-KR" altLang="en-US" sz="1000" kern="0" spc="-50" dirty="0">
                <a:solidFill>
                  <a:prstClr val="black"/>
                </a:solidFill>
                <a:latin typeface="a고딕14" panose="02020600000000000000" pitchFamily="18" charset="-127"/>
                <a:ea typeface="a고딕14" panose="02020600000000000000" pitchFamily="18" charset="-127"/>
              </a:rPr>
              <a:t>학습자</a:t>
            </a:r>
            <a:r>
              <a:rPr lang="en-US" altLang="ko-KR" sz="1000" kern="0" spc="-50" dirty="0">
                <a:solidFill>
                  <a:prstClr val="black"/>
                </a:solidFill>
                <a:latin typeface="a고딕14" panose="02020600000000000000" pitchFamily="18" charset="-127"/>
                <a:ea typeface="a고딕14" panose="02020600000000000000" pitchFamily="18" charset="-127"/>
              </a:rPr>
              <a:t>, </a:t>
            </a:r>
            <a:r>
              <a:rPr lang="ko-KR" altLang="en-US" sz="1000" kern="0" spc="-50" dirty="0">
                <a:solidFill>
                  <a:prstClr val="black"/>
                </a:solidFill>
                <a:latin typeface="a고딕14" panose="02020600000000000000" pitchFamily="18" charset="-127"/>
                <a:ea typeface="a고딕14" panose="02020600000000000000" pitchFamily="18" charset="-127"/>
              </a:rPr>
              <a:t>기업</a:t>
            </a:r>
            <a:r>
              <a:rPr lang="en-US" altLang="ko-KR" sz="1000" kern="0" spc="-50" dirty="0">
                <a:solidFill>
                  <a:prstClr val="black"/>
                </a:solidFill>
                <a:latin typeface="a고딕14" panose="02020600000000000000" pitchFamily="18" charset="-127"/>
                <a:ea typeface="a고딕14" panose="02020600000000000000" pitchFamily="18" charset="-127"/>
              </a:rPr>
              <a:t>, </a:t>
            </a:r>
            <a:r>
              <a:rPr lang="ko-KR" altLang="en-US" sz="1000" kern="0" spc="-50" dirty="0">
                <a:solidFill>
                  <a:prstClr val="black"/>
                </a:solidFill>
                <a:latin typeface="a고딕14" panose="02020600000000000000" pitchFamily="18" charset="-127"/>
                <a:ea typeface="a고딕14" panose="02020600000000000000" pitchFamily="18" charset="-127"/>
              </a:rPr>
              <a:t>기관 등</a:t>
            </a:r>
            <a:r>
              <a:rPr lang="en-US" altLang="ko-KR" sz="1000" kern="0" spc="-50" dirty="0">
                <a:solidFill>
                  <a:prstClr val="black"/>
                </a:solidFill>
                <a:latin typeface="a고딕14" panose="02020600000000000000" pitchFamily="18" charset="-127"/>
                <a:ea typeface="a고딕14" panose="02020600000000000000" pitchFamily="18" charset="-127"/>
              </a:rPr>
              <a:t>)</a:t>
            </a:r>
            <a:endParaRPr lang="ko-KR" altLang="en-US" sz="1000" kern="0" spc="-50" dirty="0">
              <a:solidFill>
                <a:prstClr val="black"/>
              </a:solidFill>
              <a:latin typeface="a고딕14" panose="02020600000000000000" pitchFamily="18" charset="-127"/>
              <a:ea typeface="a고딕14" panose="02020600000000000000" pitchFamily="18" charset="-127"/>
            </a:endParaRPr>
          </a:p>
        </p:txBody>
      </p:sp>
      <p:pic>
        <p:nvPicPr>
          <p:cNvPr id="18" name="그래픽 17" descr="화살표 원 윤곽선">
            <a:extLst>
              <a:ext uri="{FF2B5EF4-FFF2-40B4-BE49-F238E27FC236}">
                <a16:creationId xmlns:a16="http://schemas.microsoft.com/office/drawing/2014/main" id="{D3FA3C82-6FB0-1EBD-80B6-AE7F74E52D8E}"/>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903415" y="3179296"/>
            <a:ext cx="251541" cy="266049"/>
          </a:xfrm>
          <a:prstGeom prst="rect">
            <a:avLst/>
          </a:prstGeom>
        </p:spPr>
      </p:pic>
      <p:sp>
        <p:nvSpPr>
          <p:cNvPr id="20" name="AutoShape 22">
            <a:extLst>
              <a:ext uri="{FF2B5EF4-FFF2-40B4-BE49-F238E27FC236}">
                <a16:creationId xmlns:a16="http://schemas.microsoft.com/office/drawing/2014/main" id="{D8D91E68-0005-08D7-5D58-C7DB0DC0DF68}"/>
              </a:ext>
            </a:extLst>
          </p:cNvPr>
          <p:cNvSpPr>
            <a:spLocks noChangeArrowheads="1"/>
          </p:cNvSpPr>
          <p:nvPr/>
        </p:nvSpPr>
        <p:spPr bwMode="auto">
          <a:xfrm>
            <a:off x="4072714" y="4684297"/>
            <a:ext cx="2595728" cy="230027"/>
          </a:xfrm>
          <a:prstGeom prst="roundRect">
            <a:avLst>
              <a:gd name="adj" fmla="val 0"/>
            </a:avLst>
          </a:prstGeom>
          <a:solidFill>
            <a:srgbClr val="E2F0D9"/>
          </a:solidFill>
          <a:ln w="9525" algn="ctr">
            <a:solidFill>
              <a:srgbClr val="212E55"/>
            </a:solidFill>
            <a:round/>
            <a:headEnd/>
            <a:tailEnd/>
          </a:ln>
          <a:effectLst/>
        </p:spPr>
        <p:txBody>
          <a:bodyPr lIns="18000" tIns="0" rIns="18000" bIns="0" anchor="ctr"/>
          <a:lstStyle/>
          <a:p>
            <a:pPr marL="0" marR="0" lvl="0" indent="0" algn="l" defTabSz="914400" eaLnBrk="1" fontAlgn="auto" latinLnBrk="0" hangingPunct="1">
              <a:lnSpc>
                <a:spcPct val="110000"/>
              </a:lnSpc>
              <a:spcBef>
                <a:spcPts val="0"/>
              </a:spcBef>
              <a:spcAft>
                <a:spcPts val="0"/>
              </a:spcAft>
              <a:buClr>
                <a:prstClr val="black"/>
              </a:buClr>
              <a:buSzTx/>
              <a:buFontTx/>
              <a:buNone/>
              <a:tabLst/>
              <a:defRPr/>
            </a:pPr>
            <a:r>
              <a:rPr kumimoji="0" lang="en-US" altLang="ko-KR" sz="1100" b="0" i="0" u="none" strike="noStrike" kern="0" cap="none" spc="-50" normalizeH="0" baseline="0" noProof="0">
                <a:ln>
                  <a:noFill/>
                </a:ln>
                <a:solidFill>
                  <a:prstClr val="black"/>
                </a:solidFill>
                <a:effectLst/>
                <a:uLnTx/>
                <a:uFillTx/>
                <a:latin typeface="a고딕14" panose="02020600000000000000" pitchFamily="18" charset="-127"/>
                <a:ea typeface="a고딕14" panose="02020600000000000000" pitchFamily="18" charset="-127"/>
              </a:rPr>
              <a:t>2-2. NCS </a:t>
            </a:r>
            <a:r>
              <a:rPr kumimoji="0" lang="ko-KR" altLang="en-US" sz="1100" b="0" i="0" u="none" strike="noStrike" kern="0" cap="none" spc="-50" normalizeH="0" baseline="0" noProof="0">
                <a:ln>
                  <a:noFill/>
                </a:ln>
                <a:solidFill>
                  <a:prstClr val="black"/>
                </a:solidFill>
                <a:effectLst/>
                <a:uLnTx/>
                <a:uFillTx/>
                <a:latin typeface="a고딕14" panose="02020600000000000000" pitchFamily="18" charset="-127"/>
                <a:ea typeface="a고딕14" panose="02020600000000000000" pitchFamily="18" charset="-127"/>
              </a:rPr>
              <a:t>능력단위 </a:t>
            </a:r>
            <a:r>
              <a:rPr kumimoji="0" lang="ko-KR" altLang="en-US" sz="1100" b="0" i="0" u="none" strike="noStrike" kern="0" cap="none" spc="-5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우선순위 도출</a:t>
            </a:r>
          </a:p>
        </p:txBody>
      </p:sp>
      <p:sp>
        <p:nvSpPr>
          <p:cNvPr id="21" name="AutoShape 22">
            <a:extLst>
              <a:ext uri="{FF2B5EF4-FFF2-40B4-BE49-F238E27FC236}">
                <a16:creationId xmlns:a16="http://schemas.microsoft.com/office/drawing/2014/main" id="{7805B93A-EAA2-1669-2D5B-CD47B89BAC3F}"/>
              </a:ext>
            </a:extLst>
          </p:cNvPr>
          <p:cNvSpPr>
            <a:spLocks noChangeArrowheads="1"/>
          </p:cNvSpPr>
          <p:nvPr/>
        </p:nvSpPr>
        <p:spPr bwMode="auto">
          <a:xfrm>
            <a:off x="4072714" y="4938332"/>
            <a:ext cx="2595728" cy="596708"/>
          </a:xfrm>
          <a:prstGeom prst="roundRect">
            <a:avLst>
              <a:gd name="adj" fmla="val 0"/>
            </a:avLst>
          </a:prstGeom>
          <a:solidFill>
            <a:sysClr val="window" lastClr="FFFFFF"/>
          </a:solidFill>
          <a:ln w="9525" algn="ctr">
            <a:solidFill>
              <a:srgbClr val="212E55"/>
            </a:solidFill>
            <a:round/>
            <a:headEnd/>
            <a:tailEnd/>
          </a:ln>
          <a:effectLst/>
        </p:spPr>
        <p:txBody>
          <a:bodyPr lIns="18000" tIns="0" rIns="18000" bIns="0" anchor="ctr"/>
          <a:lstStyle/>
          <a:p>
            <a:pPr marL="85725" indent="-85725" algn="l" eaLnBrk="1" fontAlgn="auto" latinLnBrk="0" hangingPunct="1">
              <a:lnSpc>
                <a:spcPct val="110000"/>
              </a:lnSpc>
              <a:spcBef>
                <a:spcPts val="0"/>
              </a:spcBef>
              <a:spcAft>
                <a:spcPts val="0"/>
              </a:spcAft>
              <a:buClr>
                <a:prstClr val="black"/>
              </a:buClr>
              <a:buFont typeface="Arial" panose="020B0604020202020204" pitchFamily="34" charset="0"/>
              <a:buChar char="•"/>
            </a:pPr>
            <a:r>
              <a:rPr lang="en-US" altLang="ko-KR" sz="1000" kern="0" spc="-50" dirty="0">
                <a:solidFill>
                  <a:prstClr val="black"/>
                </a:solidFill>
                <a:latin typeface="a고딕14" panose="02020600000000000000" pitchFamily="18" charset="-127"/>
                <a:ea typeface="a고딕14" panose="02020600000000000000" pitchFamily="18" charset="-127"/>
              </a:rPr>
              <a:t>NCS</a:t>
            </a:r>
            <a:r>
              <a:rPr lang="ko-KR" altLang="en-US" sz="1000" kern="0" spc="-50" dirty="0">
                <a:solidFill>
                  <a:prstClr val="black"/>
                </a:solidFill>
                <a:latin typeface="a고딕14" panose="02020600000000000000" pitchFamily="18" charset="-127"/>
                <a:ea typeface="a고딕14" panose="02020600000000000000" pitchFamily="18" charset="-127"/>
              </a:rPr>
              <a:t> </a:t>
            </a:r>
            <a:r>
              <a:rPr lang="ko-KR" altLang="en-US" sz="1000" kern="0" spc="-50" dirty="0" err="1">
                <a:solidFill>
                  <a:prstClr val="black"/>
                </a:solidFill>
                <a:latin typeface="a고딕14" panose="02020600000000000000" pitchFamily="18" charset="-127"/>
                <a:ea typeface="a고딕14" panose="02020600000000000000" pitchFamily="18" charset="-127"/>
              </a:rPr>
              <a:t>세분류</a:t>
            </a:r>
            <a:r>
              <a:rPr lang="ko-KR" altLang="en-US" sz="1000" kern="0" spc="-50" dirty="0">
                <a:solidFill>
                  <a:prstClr val="black"/>
                </a:solidFill>
                <a:latin typeface="a고딕14" panose="02020600000000000000" pitchFamily="18" charset="-127"/>
                <a:ea typeface="a고딕14" panose="02020600000000000000" pitchFamily="18" charset="-127"/>
              </a:rPr>
              <a:t> 우선순위 능력단위 풀 추출</a:t>
            </a:r>
            <a:endParaRPr lang="en-US" altLang="ko-KR" sz="1000" kern="0" spc="-50" dirty="0">
              <a:solidFill>
                <a:prstClr val="black"/>
              </a:solidFill>
              <a:latin typeface="a고딕14" panose="02020600000000000000" pitchFamily="18" charset="-127"/>
              <a:ea typeface="a고딕14" panose="02020600000000000000" pitchFamily="18" charset="-127"/>
            </a:endParaRPr>
          </a:p>
          <a:p>
            <a:pPr marL="85725" indent="-85725" algn="l" eaLnBrk="1" fontAlgn="auto" latinLnBrk="0" hangingPunct="1">
              <a:lnSpc>
                <a:spcPct val="110000"/>
              </a:lnSpc>
              <a:spcBef>
                <a:spcPts val="0"/>
              </a:spcBef>
              <a:spcAft>
                <a:spcPts val="0"/>
              </a:spcAft>
              <a:buClr>
                <a:prstClr val="black"/>
              </a:buClr>
              <a:buFont typeface="Arial" panose="020B0604020202020204" pitchFamily="34" charset="0"/>
              <a:buChar char="•"/>
            </a:pPr>
            <a:r>
              <a:rPr lang="ko-KR" altLang="en-US" sz="1000" kern="0" spc="-50" dirty="0">
                <a:solidFill>
                  <a:prstClr val="black"/>
                </a:solidFill>
                <a:latin typeface="a고딕14" panose="02020600000000000000" pitchFamily="18" charset="-127"/>
                <a:ea typeface="a고딕14" panose="02020600000000000000" pitchFamily="18" charset="-127"/>
              </a:rPr>
              <a:t>정성 </a:t>
            </a:r>
            <a:r>
              <a:rPr lang="en-US" altLang="ko-KR" sz="1000" kern="0" spc="-50" dirty="0">
                <a:solidFill>
                  <a:prstClr val="black"/>
                </a:solidFill>
                <a:latin typeface="a고딕14" panose="02020600000000000000" pitchFamily="18" charset="-127"/>
                <a:ea typeface="a고딕14" panose="02020600000000000000" pitchFamily="18" charset="-127"/>
              </a:rPr>
              <a:t>+ </a:t>
            </a:r>
            <a:r>
              <a:rPr lang="ko-KR" altLang="en-US" sz="1000" kern="0" spc="-50" dirty="0">
                <a:solidFill>
                  <a:prstClr val="black"/>
                </a:solidFill>
                <a:latin typeface="a고딕14" panose="02020600000000000000" pitchFamily="18" charset="-127"/>
                <a:ea typeface="a고딕14" panose="02020600000000000000" pitchFamily="18" charset="-127"/>
              </a:rPr>
              <a:t>적합성 지표 신규 개발 우선순위 도출</a:t>
            </a:r>
            <a:endParaRPr lang="en-US" altLang="ko-KR" sz="1000" kern="0" spc="-50" dirty="0">
              <a:solidFill>
                <a:prstClr val="black"/>
              </a:solidFill>
              <a:latin typeface="a고딕14" panose="02020600000000000000" pitchFamily="18" charset="-127"/>
              <a:ea typeface="a고딕14" panose="02020600000000000000" pitchFamily="18" charset="-127"/>
            </a:endParaRPr>
          </a:p>
          <a:p>
            <a:pPr marL="85725" indent="-85725" algn="l" eaLnBrk="1" fontAlgn="auto" latinLnBrk="0" hangingPunct="1">
              <a:lnSpc>
                <a:spcPct val="110000"/>
              </a:lnSpc>
              <a:spcBef>
                <a:spcPts val="0"/>
              </a:spcBef>
              <a:spcAft>
                <a:spcPts val="0"/>
              </a:spcAft>
              <a:buClr>
                <a:prstClr val="black"/>
              </a:buClr>
              <a:buFont typeface="Arial" panose="020B0604020202020204" pitchFamily="34" charset="0"/>
              <a:buChar char="•"/>
            </a:pPr>
            <a:r>
              <a:rPr lang="ko-KR" altLang="en-US" sz="1000" kern="0" spc="-50" dirty="0">
                <a:solidFill>
                  <a:prstClr val="black"/>
                </a:solidFill>
                <a:latin typeface="a고딕14" panose="02020600000000000000" pitchFamily="18" charset="-127"/>
                <a:ea typeface="a고딕14" panose="02020600000000000000" pitchFamily="18" charset="-127"/>
              </a:rPr>
              <a:t>능력단위별 과목 유형 </a:t>
            </a:r>
            <a:r>
              <a:rPr lang="en-US" altLang="ko-KR" sz="1000" kern="0" spc="-50" dirty="0">
                <a:solidFill>
                  <a:prstClr val="black"/>
                </a:solidFill>
                <a:latin typeface="a고딕14" panose="02020600000000000000" pitchFamily="18" charset="-127"/>
                <a:ea typeface="a고딕14" panose="02020600000000000000" pitchFamily="18" charset="-127"/>
              </a:rPr>
              <a:t>(E / V / EV / AX) </a:t>
            </a:r>
            <a:r>
              <a:rPr lang="ko-KR" altLang="en-US" sz="1000" kern="0" spc="-50" dirty="0">
                <a:solidFill>
                  <a:prstClr val="black"/>
                </a:solidFill>
                <a:latin typeface="a고딕14" panose="02020600000000000000" pitchFamily="18" charset="-127"/>
                <a:ea typeface="a고딕14" panose="02020600000000000000" pitchFamily="18" charset="-127"/>
              </a:rPr>
              <a:t>설정</a:t>
            </a:r>
          </a:p>
        </p:txBody>
      </p:sp>
      <p:sp>
        <p:nvSpPr>
          <p:cNvPr id="23" name="AutoShape 22">
            <a:extLst>
              <a:ext uri="{FF2B5EF4-FFF2-40B4-BE49-F238E27FC236}">
                <a16:creationId xmlns:a16="http://schemas.microsoft.com/office/drawing/2014/main" id="{BD3AD162-1288-3202-C7E9-868CD39741B3}"/>
              </a:ext>
            </a:extLst>
          </p:cNvPr>
          <p:cNvSpPr>
            <a:spLocks noChangeArrowheads="1"/>
          </p:cNvSpPr>
          <p:nvPr/>
        </p:nvSpPr>
        <p:spPr bwMode="auto">
          <a:xfrm>
            <a:off x="4072714" y="5612737"/>
            <a:ext cx="2595728" cy="230027"/>
          </a:xfrm>
          <a:prstGeom prst="roundRect">
            <a:avLst>
              <a:gd name="adj" fmla="val 0"/>
            </a:avLst>
          </a:prstGeom>
          <a:solidFill>
            <a:srgbClr val="E2F0D9"/>
          </a:solidFill>
          <a:ln w="9525" algn="ctr">
            <a:solidFill>
              <a:srgbClr val="212E55"/>
            </a:solidFill>
            <a:round/>
            <a:headEnd/>
            <a:tailEnd/>
          </a:ln>
          <a:effectLst/>
        </p:spPr>
        <p:txBody>
          <a:bodyPr lIns="18000" tIns="0" rIns="18000" bIns="0" anchor="ctr"/>
          <a:lstStyle/>
          <a:p>
            <a:pPr marL="0" marR="0" lvl="0" indent="0" algn="l" defTabSz="914400" eaLnBrk="1" fontAlgn="auto" latinLnBrk="0" hangingPunct="1">
              <a:lnSpc>
                <a:spcPct val="110000"/>
              </a:lnSpc>
              <a:spcBef>
                <a:spcPts val="0"/>
              </a:spcBef>
              <a:spcAft>
                <a:spcPts val="0"/>
              </a:spcAft>
              <a:buClr>
                <a:prstClr val="black"/>
              </a:buClr>
              <a:buSzTx/>
              <a:buFontTx/>
              <a:buNone/>
              <a:tabLst/>
              <a:defRPr/>
            </a:pPr>
            <a:r>
              <a:rPr kumimoji="0" lang="en-US" altLang="ko-KR" sz="1100" b="0" i="0" u="none" strike="noStrike" kern="0" cap="none" spc="-50" normalizeH="0" baseline="0" noProof="0">
                <a:ln>
                  <a:noFill/>
                </a:ln>
                <a:solidFill>
                  <a:prstClr val="black"/>
                </a:solidFill>
                <a:effectLst/>
                <a:uLnTx/>
                <a:uFillTx/>
                <a:latin typeface="a고딕14" panose="02020600000000000000" pitchFamily="18" charset="-127"/>
                <a:ea typeface="a고딕14" panose="02020600000000000000" pitchFamily="18" charset="-127"/>
              </a:rPr>
              <a:t>2-3. </a:t>
            </a:r>
            <a:r>
              <a:rPr kumimoji="0" lang="ko-KR" altLang="en-US" sz="1100" b="0" i="0" u="none" strike="noStrike" kern="0" cap="none" spc="-50" normalizeH="0" baseline="0" noProof="0">
                <a:ln>
                  <a:noFill/>
                </a:ln>
                <a:solidFill>
                  <a:prstClr val="black"/>
                </a:solidFill>
                <a:effectLst/>
                <a:uLnTx/>
                <a:uFillTx/>
                <a:latin typeface="a고딕14" panose="02020600000000000000" pitchFamily="18" charset="-127"/>
                <a:ea typeface="a고딕14" panose="02020600000000000000" pitchFamily="18" charset="-127"/>
              </a:rPr>
              <a:t>신규 </a:t>
            </a:r>
            <a:r>
              <a:rPr kumimoji="0" lang="ko-KR" altLang="en-US" sz="1100" b="0" i="0" u="none" strike="noStrike" kern="0" cap="none" spc="-5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과목 도출 및 과목개요서 개발</a:t>
            </a:r>
            <a:endParaRPr kumimoji="0" lang="ko-KR" altLang="en-US" sz="900" b="0" i="0" u="none" strike="noStrike" kern="0" cap="none" spc="-5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24" name="AutoShape 22">
            <a:extLst>
              <a:ext uri="{FF2B5EF4-FFF2-40B4-BE49-F238E27FC236}">
                <a16:creationId xmlns:a16="http://schemas.microsoft.com/office/drawing/2014/main" id="{31741AF1-65E0-D94B-5921-B6409CFE55A8}"/>
              </a:ext>
            </a:extLst>
          </p:cNvPr>
          <p:cNvSpPr>
            <a:spLocks noChangeArrowheads="1"/>
          </p:cNvSpPr>
          <p:nvPr/>
        </p:nvSpPr>
        <p:spPr bwMode="auto">
          <a:xfrm>
            <a:off x="4072714" y="5882717"/>
            <a:ext cx="2595728" cy="596708"/>
          </a:xfrm>
          <a:prstGeom prst="roundRect">
            <a:avLst>
              <a:gd name="adj" fmla="val 0"/>
            </a:avLst>
          </a:prstGeom>
          <a:solidFill>
            <a:sysClr val="window" lastClr="FFFFFF"/>
          </a:solidFill>
          <a:ln w="9525" algn="ctr">
            <a:solidFill>
              <a:srgbClr val="212E55"/>
            </a:solidFill>
            <a:round/>
            <a:headEnd/>
            <a:tailEnd/>
          </a:ln>
          <a:effectLst/>
        </p:spPr>
        <p:txBody>
          <a:bodyPr lIns="18000" tIns="0" rIns="18000" bIns="0" anchor="ctr"/>
          <a:lstStyle/>
          <a:p>
            <a:pPr marL="85725" indent="-85725" algn="l" eaLnBrk="1" fontAlgn="auto" latinLnBrk="0" hangingPunct="1">
              <a:lnSpc>
                <a:spcPct val="110000"/>
              </a:lnSpc>
              <a:spcBef>
                <a:spcPts val="0"/>
              </a:spcBef>
              <a:spcAft>
                <a:spcPts val="0"/>
              </a:spcAft>
              <a:buClr>
                <a:prstClr val="black"/>
              </a:buClr>
              <a:buFont typeface="Arial" panose="020B0604020202020204" pitchFamily="34" charset="0"/>
              <a:buChar char="•"/>
            </a:pPr>
            <a:r>
              <a:rPr lang="ko-KR" altLang="en-US" sz="1000" kern="0" spc="-50" dirty="0">
                <a:solidFill>
                  <a:prstClr val="black"/>
                </a:solidFill>
                <a:latin typeface="a고딕14" panose="02020600000000000000" pitchFamily="18" charset="-127"/>
                <a:ea typeface="a고딕14" panose="02020600000000000000" pitchFamily="18" charset="-127"/>
              </a:rPr>
              <a:t>평생</a:t>
            </a:r>
            <a:r>
              <a:rPr lang="en-US" altLang="ko-KR" sz="1000" kern="0" spc="-50" dirty="0">
                <a:solidFill>
                  <a:prstClr val="black"/>
                </a:solidFill>
                <a:latin typeface="a고딕14" panose="02020600000000000000" pitchFamily="18" charset="-127"/>
                <a:ea typeface="a고딕14" panose="02020600000000000000" pitchFamily="18" charset="-127"/>
              </a:rPr>
              <a:t>·</a:t>
            </a:r>
            <a:r>
              <a:rPr lang="ko-KR" altLang="en-US" sz="1000" kern="0" spc="-50" dirty="0">
                <a:solidFill>
                  <a:prstClr val="black"/>
                </a:solidFill>
                <a:latin typeface="a고딕14" panose="02020600000000000000" pitchFamily="18" charset="-127"/>
                <a:ea typeface="a고딕14" panose="02020600000000000000" pitchFamily="18" charset="-127"/>
              </a:rPr>
              <a:t>디지털</a:t>
            </a:r>
            <a:r>
              <a:rPr lang="en-US" altLang="ko-KR" sz="1000" kern="0" spc="-50" dirty="0">
                <a:solidFill>
                  <a:prstClr val="black"/>
                </a:solidFill>
                <a:latin typeface="a고딕14" panose="02020600000000000000" pitchFamily="18" charset="-127"/>
                <a:ea typeface="a고딕14" panose="02020600000000000000" pitchFamily="18" charset="-127"/>
              </a:rPr>
              <a:t> </a:t>
            </a:r>
            <a:r>
              <a:rPr lang="ko-KR" altLang="en-US" sz="1000" kern="0" spc="-50" dirty="0">
                <a:solidFill>
                  <a:prstClr val="black"/>
                </a:solidFill>
                <a:latin typeface="a고딕14" panose="02020600000000000000" pitchFamily="18" charset="-127"/>
                <a:ea typeface="a고딕14" panose="02020600000000000000" pitchFamily="18" charset="-127"/>
              </a:rPr>
              <a:t>분야 </a:t>
            </a:r>
            <a:r>
              <a:rPr lang="en-US" altLang="ko-KR" sz="1000" kern="0" spc="-50" dirty="0">
                <a:solidFill>
                  <a:prstClr val="black"/>
                </a:solidFill>
                <a:latin typeface="a고딕14" panose="02020600000000000000" pitchFamily="18" charset="-127"/>
                <a:ea typeface="a고딕14" panose="02020600000000000000" pitchFamily="18" charset="-127"/>
              </a:rPr>
              <a:t>: </a:t>
            </a:r>
            <a:r>
              <a:rPr lang="ko-KR" altLang="en-US" sz="1000" kern="0" spc="-50" dirty="0">
                <a:solidFill>
                  <a:prstClr val="black"/>
                </a:solidFill>
                <a:latin typeface="a고딕14" panose="02020600000000000000" pitchFamily="18" charset="-127"/>
                <a:ea typeface="a고딕14" panose="02020600000000000000" pitchFamily="18" charset="-127"/>
              </a:rPr>
              <a:t>각 </a:t>
            </a:r>
            <a:r>
              <a:rPr lang="en-US" altLang="ko-KR" sz="1000" kern="0" spc="-50" dirty="0">
                <a:solidFill>
                  <a:prstClr val="black"/>
                </a:solidFill>
                <a:latin typeface="a고딕14" panose="02020600000000000000" pitchFamily="18" charset="-127"/>
                <a:ea typeface="a고딕14" panose="02020600000000000000" pitchFamily="18" charset="-127"/>
              </a:rPr>
              <a:t>100</a:t>
            </a:r>
            <a:r>
              <a:rPr lang="ko-KR" altLang="en-US" sz="1000" kern="0" spc="-50" dirty="0">
                <a:solidFill>
                  <a:prstClr val="black"/>
                </a:solidFill>
                <a:latin typeface="a고딕14" panose="02020600000000000000" pitchFamily="18" charset="-127"/>
                <a:ea typeface="a고딕14" panose="02020600000000000000" pitchFamily="18" charset="-127"/>
              </a:rPr>
              <a:t>개 과목개요서 개발</a:t>
            </a:r>
            <a:endParaRPr lang="en-US" altLang="ko-KR" sz="1000" kern="0" spc="-50" dirty="0">
              <a:solidFill>
                <a:prstClr val="black"/>
              </a:solidFill>
              <a:latin typeface="a고딕14" panose="02020600000000000000" pitchFamily="18" charset="-127"/>
              <a:ea typeface="a고딕14" panose="02020600000000000000" pitchFamily="18" charset="-127"/>
            </a:endParaRPr>
          </a:p>
          <a:p>
            <a:pPr marL="85725" indent="-85725" algn="l" eaLnBrk="1" fontAlgn="auto" latinLnBrk="0" hangingPunct="1">
              <a:lnSpc>
                <a:spcPct val="110000"/>
              </a:lnSpc>
              <a:spcBef>
                <a:spcPts val="0"/>
              </a:spcBef>
              <a:spcAft>
                <a:spcPts val="0"/>
              </a:spcAft>
              <a:buClr>
                <a:prstClr val="black"/>
              </a:buClr>
              <a:buFont typeface="Arial" panose="020B0604020202020204" pitchFamily="34" charset="0"/>
              <a:buChar char="•"/>
            </a:pPr>
            <a:r>
              <a:rPr lang="ko-KR" altLang="en-US" sz="1000" kern="0" spc="-50" dirty="0">
                <a:solidFill>
                  <a:prstClr val="black"/>
                </a:solidFill>
                <a:latin typeface="a고딕14" panose="02020600000000000000" pitchFamily="18" charset="-127"/>
                <a:ea typeface="a고딕14" panose="02020600000000000000" pitchFamily="18" charset="-127"/>
              </a:rPr>
              <a:t>융합</a:t>
            </a:r>
            <a:r>
              <a:rPr lang="en-US" altLang="ko-KR" sz="1000" kern="0" spc="-50" dirty="0">
                <a:solidFill>
                  <a:prstClr val="black"/>
                </a:solidFill>
                <a:latin typeface="a고딕14" panose="02020600000000000000" pitchFamily="18" charset="-127"/>
                <a:ea typeface="a고딕14" panose="02020600000000000000" pitchFamily="18" charset="-127"/>
              </a:rPr>
              <a:t>(AI + X)</a:t>
            </a:r>
            <a:r>
              <a:rPr lang="ko-KR" altLang="en-US" sz="1000" kern="0" spc="-50" dirty="0">
                <a:solidFill>
                  <a:prstClr val="black"/>
                </a:solidFill>
                <a:latin typeface="a고딕14" panose="02020600000000000000" pitchFamily="18" charset="-127"/>
                <a:ea typeface="a고딕14" panose="02020600000000000000" pitchFamily="18" charset="-127"/>
              </a:rPr>
              <a:t> 분야 </a:t>
            </a:r>
            <a:r>
              <a:rPr lang="en-US" altLang="ko-KR" sz="1000" kern="0" spc="-50" dirty="0">
                <a:solidFill>
                  <a:prstClr val="black"/>
                </a:solidFill>
                <a:latin typeface="a고딕14" panose="02020600000000000000" pitchFamily="18" charset="-127"/>
                <a:ea typeface="a고딕14" panose="02020600000000000000" pitchFamily="18" charset="-127"/>
              </a:rPr>
              <a:t>: 200</a:t>
            </a:r>
            <a:r>
              <a:rPr lang="ko-KR" altLang="en-US" sz="1000" kern="0" spc="-50" dirty="0">
                <a:solidFill>
                  <a:prstClr val="black"/>
                </a:solidFill>
                <a:latin typeface="a고딕14" panose="02020600000000000000" pitchFamily="18" charset="-127"/>
                <a:ea typeface="a고딕14" panose="02020600000000000000" pitchFamily="18" charset="-127"/>
              </a:rPr>
              <a:t>개 과목개요서 개발</a:t>
            </a:r>
            <a:endParaRPr lang="en-US" altLang="ko-KR" sz="1000" kern="0" spc="-50" dirty="0">
              <a:solidFill>
                <a:prstClr val="black"/>
              </a:solidFill>
              <a:latin typeface="a고딕14" panose="02020600000000000000" pitchFamily="18" charset="-127"/>
              <a:ea typeface="a고딕14" panose="02020600000000000000" pitchFamily="18" charset="-127"/>
            </a:endParaRPr>
          </a:p>
          <a:p>
            <a:pPr algn="l" eaLnBrk="1" fontAlgn="auto" latinLnBrk="0" hangingPunct="1">
              <a:lnSpc>
                <a:spcPct val="110000"/>
              </a:lnSpc>
              <a:spcBef>
                <a:spcPts val="0"/>
              </a:spcBef>
              <a:spcAft>
                <a:spcPts val="0"/>
              </a:spcAft>
              <a:buClr>
                <a:prstClr val="black"/>
              </a:buClr>
              <a:buNone/>
            </a:pPr>
            <a:r>
              <a:rPr lang="en-US" altLang="ko-KR" sz="1000" kern="0" spc="-50" dirty="0">
                <a:solidFill>
                  <a:prstClr val="black"/>
                </a:solidFill>
                <a:latin typeface="a고딕14" panose="02020600000000000000" pitchFamily="18" charset="-127"/>
                <a:ea typeface="a고딕14" panose="02020600000000000000" pitchFamily="18" charset="-127"/>
              </a:rPr>
              <a:t>  - </a:t>
            </a:r>
            <a:r>
              <a:rPr lang="ko-KR" altLang="en-US" sz="1000" kern="0" spc="-50" dirty="0">
                <a:solidFill>
                  <a:prstClr val="black"/>
                </a:solidFill>
                <a:latin typeface="a고딕14" panose="02020600000000000000" pitchFamily="18" charset="-127"/>
                <a:ea typeface="a고딕14" panose="02020600000000000000" pitchFamily="18" charset="-127"/>
              </a:rPr>
              <a:t>산업 도메인 능력단위 </a:t>
            </a:r>
            <a:r>
              <a:rPr lang="en-US" altLang="ko-KR" sz="1000" kern="0" spc="-50" dirty="0">
                <a:solidFill>
                  <a:prstClr val="black"/>
                </a:solidFill>
                <a:latin typeface="a고딕14" panose="02020600000000000000" pitchFamily="18" charset="-127"/>
                <a:ea typeface="a고딕14" panose="02020600000000000000" pitchFamily="18" charset="-127"/>
              </a:rPr>
              <a:t>Skill</a:t>
            </a:r>
            <a:r>
              <a:rPr lang="ko-KR" altLang="en-US" sz="1000" kern="0" spc="-50" dirty="0">
                <a:solidFill>
                  <a:prstClr val="black"/>
                </a:solidFill>
                <a:latin typeface="a고딕14" panose="02020600000000000000" pitchFamily="18" charset="-127"/>
                <a:ea typeface="a고딕14" panose="02020600000000000000" pitchFamily="18" charset="-127"/>
              </a:rPr>
              <a:t> </a:t>
            </a:r>
            <a:r>
              <a:rPr lang="en-US" altLang="ko-KR" sz="1000" kern="0" spc="-50" dirty="0">
                <a:solidFill>
                  <a:prstClr val="black"/>
                </a:solidFill>
                <a:latin typeface="a고딕14" panose="02020600000000000000" pitchFamily="18" charset="-127"/>
                <a:ea typeface="a고딕14" panose="02020600000000000000" pitchFamily="18" charset="-127"/>
              </a:rPr>
              <a:t>+ AI </a:t>
            </a:r>
            <a:r>
              <a:rPr lang="ko-KR" altLang="en-US" sz="1000" kern="0" spc="-50" dirty="0" err="1">
                <a:solidFill>
                  <a:prstClr val="black"/>
                </a:solidFill>
                <a:latin typeface="a고딕14" panose="02020600000000000000" pitchFamily="18" charset="-127"/>
                <a:ea typeface="a고딕14" panose="02020600000000000000" pitchFamily="18" charset="-127"/>
              </a:rPr>
              <a:t>스킬셋</a:t>
            </a:r>
            <a:r>
              <a:rPr lang="en-US" altLang="ko-KR" sz="1000" kern="0" spc="-50" dirty="0">
                <a:solidFill>
                  <a:prstClr val="black"/>
                </a:solidFill>
                <a:latin typeface="a고딕14" panose="02020600000000000000" pitchFamily="18" charset="-127"/>
                <a:ea typeface="a고딕14" panose="02020600000000000000" pitchFamily="18" charset="-127"/>
              </a:rPr>
              <a:t> </a:t>
            </a:r>
            <a:r>
              <a:rPr lang="ko-KR" altLang="en-US" sz="1000" kern="0" spc="-50" dirty="0">
                <a:solidFill>
                  <a:prstClr val="black"/>
                </a:solidFill>
                <a:latin typeface="a고딕14" panose="02020600000000000000" pitchFamily="18" charset="-127"/>
                <a:ea typeface="a고딕14" panose="02020600000000000000" pitchFamily="18" charset="-127"/>
              </a:rPr>
              <a:t>융합</a:t>
            </a:r>
            <a:endParaRPr lang="en-US" altLang="ko-KR" sz="1000" kern="0" spc="-50" dirty="0">
              <a:solidFill>
                <a:prstClr val="black"/>
              </a:solidFill>
              <a:latin typeface="a고딕14" panose="02020600000000000000" pitchFamily="18" charset="-127"/>
              <a:ea typeface="a고딕14" panose="02020600000000000000" pitchFamily="18" charset="-127"/>
            </a:endParaRPr>
          </a:p>
        </p:txBody>
      </p:sp>
      <p:sp>
        <p:nvSpPr>
          <p:cNvPr id="28" name="AutoShape 22">
            <a:extLst>
              <a:ext uri="{FF2B5EF4-FFF2-40B4-BE49-F238E27FC236}">
                <a16:creationId xmlns:a16="http://schemas.microsoft.com/office/drawing/2014/main" id="{3BBD37A3-E090-17A3-0F63-B6CC99D2D85E}"/>
              </a:ext>
            </a:extLst>
          </p:cNvPr>
          <p:cNvSpPr>
            <a:spLocks noChangeArrowheads="1"/>
          </p:cNvSpPr>
          <p:nvPr/>
        </p:nvSpPr>
        <p:spPr bwMode="auto">
          <a:xfrm>
            <a:off x="6749883" y="3769603"/>
            <a:ext cx="2595728" cy="230027"/>
          </a:xfrm>
          <a:prstGeom prst="roundRect">
            <a:avLst>
              <a:gd name="adj" fmla="val 0"/>
            </a:avLst>
          </a:prstGeom>
          <a:solidFill>
            <a:srgbClr val="E2F0D9"/>
          </a:solidFill>
          <a:ln w="9525" algn="ctr">
            <a:solidFill>
              <a:srgbClr val="212E55"/>
            </a:solidFill>
            <a:round/>
            <a:headEnd/>
            <a:tailEnd/>
          </a:ln>
          <a:effectLst/>
        </p:spPr>
        <p:txBody>
          <a:bodyPr lIns="18000" tIns="0" rIns="18000" bIns="0" anchor="ctr"/>
          <a:lstStyle/>
          <a:p>
            <a:pPr algn="l" eaLnBrk="1" fontAlgn="auto" latinLnBrk="0" hangingPunct="1">
              <a:lnSpc>
                <a:spcPct val="110000"/>
              </a:lnSpc>
              <a:spcBef>
                <a:spcPts val="0"/>
              </a:spcBef>
              <a:spcAft>
                <a:spcPts val="0"/>
              </a:spcAft>
              <a:buClr>
                <a:prstClr val="black"/>
              </a:buClr>
              <a:buFontTx/>
              <a:buNone/>
              <a:defRPr/>
            </a:pPr>
            <a:r>
              <a:rPr lang="en-US" altLang="ko-KR" sz="1100" kern="0" spc="-50">
                <a:solidFill>
                  <a:prstClr val="black"/>
                </a:solidFill>
                <a:latin typeface="a고딕14" panose="02020600000000000000" pitchFamily="18" charset="-127"/>
                <a:ea typeface="a고딕14" panose="02020600000000000000" pitchFamily="18" charset="-127"/>
              </a:rPr>
              <a:t>3-1. AI </a:t>
            </a:r>
            <a:r>
              <a:rPr lang="ko-KR" altLang="en-US" sz="1100" kern="0" spc="-50">
                <a:solidFill>
                  <a:prstClr val="black"/>
                </a:solidFill>
                <a:latin typeface="a고딕14" panose="02020600000000000000" pitchFamily="18" charset="-127"/>
                <a:ea typeface="a고딕14" panose="02020600000000000000" pitchFamily="18" charset="-127"/>
              </a:rPr>
              <a:t>활용 </a:t>
            </a:r>
            <a:r>
              <a:rPr lang="ko-KR" altLang="en-US" sz="1100" kern="0" spc="-50" dirty="0">
                <a:solidFill>
                  <a:prstClr val="black"/>
                </a:solidFill>
                <a:latin typeface="a고딕14" panose="02020600000000000000" pitchFamily="18" charset="-127"/>
                <a:ea typeface="a고딕14" panose="02020600000000000000" pitchFamily="18" charset="-127"/>
              </a:rPr>
              <a:t>자동화 및 </a:t>
            </a:r>
            <a:r>
              <a:rPr lang="en-US" altLang="ko-KR" sz="1100" kern="0" spc="-50">
                <a:solidFill>
                  <a:prstClr val="black"/>
                </a:solidFill>
                <a:latin typeface="a고딕14" panose="02020600000000000000" pitchFamily="18" charset="-127"/>
                <a:ea typeface="a고딕14" panose="02020600000000000000" pitchFamily="18" charset="-127"/>
              </a:rPr>
              <a:t>DB </a:t>
            </a:r>
            <a:r>
              <a:rPr lang="ko-KR" altLang="en-US" sz="1100" kern="0" spc="-50">
                <a:solidFill>
                  <a:prstClr val="black"/>
                </a:solidFill>
                <a:latin typeface="a고딕14" panose="02020600000000000000" pitchFamily="18" charset="-127"/>
                <a:ea typeface="a고딕14" panose="02020600000000000000" pitchFamily="18" charset="-127"/>
              </a:rPr>
              <a:t>자산화 </a:t>
            </a:r>
            <a:r>
              <a:rPr lang="ko-KR" altLang="en-US" sz="1100" kern="0" spc="-50" dirty="0">
                <a:solidFill>
                  <a:prstClr val="black"/>
                </a:solidFill>
                <a:latin typeface="a고딕14" panose="02020600000000000000" pitchFamily="18" charset="-127"/>
                <a:ea typeface="a고딕14" panose="02020600000000000000" pitchFamily="18" charset="-127"/>
              </a:rPr>
              <a:t>방안 마련</a:t>
            </a:r>
          </a:p>
        </p:txBody>
      </p:sp>
      <p:sp>
        <p:nvSpPr>
          <p:cNvPr id="29" name="AutoShape 22">
            <a:extLst>
              <a:ext uri="{FF2B5EF4-FFF2-40B4-BE49-F238E27FC236}">
                <a16:creationId xmlns:a16="http://schemas.microsoft.com/office/drawing/2014/main" id="{E7E5A3F3-7770-75E8-E61B-86E35CCBF4D5}"/>
              </a:ext>
            </a:extLst>
          </p:cNvPr>
          <p:cNvSpPr>
            <a:spLocks noChangeArrowheads="1"/>
          </p:cNvSpPr>
          <p:nvPr/>
        </p:nvSpPr>
        <p:spPr bwMode="auto">
          <a:xfrm>
            <a:off x="6749883" y="4032142"/>
            <a:ext cx="2595728" cy="1045092"/>
          </a:xfrm>
          <a:prstGeom prst="roundRect">
            <a:avLst>
              <a:gd name="adj" fmla="val 0"/>
            </a:avLst>
          </a:prstGeom>
          <a:solidFill>
            <a:sysClr val="window" lastClr="FFFFFF"/>
          </a:solidFill>
          <a:ln w="9525" algn="ctr">
            <a:solidFill>
              <a:srgbClr val="212E55"/>
            </a:solidFill>
            <a:round/>
            <a:headEnd/>
            <a:tailEnd/>
          </a:ln>
          <a:effectLst/>
        </p:spPr>
        <p:txBody>
          <a:bodyPr lIns="18000" tIns="0" rIns="18000" bIns="0" anchor="ctr"/>
          <a:lstStyle/>
          <a:p>
            <a:pPr marL="85725" indent="-85725" algn="l" eaLnBrk="1" fontAlgn="auto" latinLnBrk="0" hangingPunct="1">
              <a:lnSpc>
                <a:spcPct val="110000"/>
              </a:lnSpc>
              <a:spcBef>
                <a:spcPts val="0"/>
              </a:spcBef>
              <a:spcAft>
                <a:spcPts val="0"/>
              </a:spcAft>
              <a:buClr>
                <a:prstClr val="black"/>
              </a:buClr>
              <a:buFont typeface="Arial" panose="020B0604020202020204" pitchFamily="34" charset="0"/>
              <a:buChar char="•"/>
            </a:pPr>
            <a:r>
              <a:rPr lang="en-US" altLang="ko-KR" sz="1000" kern="0" spc="-50" dirty="0">
                <a:solidFill>
                  <a:prstClr val="black"/>
                </a:solidFill>
                <a:latin typeface="a고딕14" panose="02020600000000000000" pitchFamily="18" charset="-127"/>
                <a:ea typeface="a고딕14" panose="02020600000000000000" pitchFamily="18" charset="-127"/>
              </a:rPr>
              <a:t>AI </a:t>
            </a:r>
            <a:r>
              <a:rPr lang="ko-KR" altLang="en-US" sz="1000" kern="0" spc="-50" dirty="0">
                <a:solidFill>
                  <a:prstClr val="black"/>
                </a:solidFill>
                <a:latin typeface="a고딕14" panose="02020600000000000000" pitchFamily="18" charset="-127"/>
                <a:ea typeface="a고딕14" panose="02020600000000000000" pitchFamily="18" charset="-127"/>
              </a:rPr>
              <a:t>활용 </a:t>
            </a:r>
            <a:r>
              <a:rPr lang="en-US" altLang="ko-KR" sz="1000" kern="0" spc="-50" dirty="0">
                <a:solidFill>
                  <a:prstClr val="black"/>
                </a:solidFill>
                <a:latin typeface="a고딕14" panose="02020600000000000000" pitchFamily="18" charset="-127"/>
                <a:ea typeface="a고딕14" panose="02020600000000000000" pitchFamily="18" charset="-127"/>
              </a:rPr>
              <a:t>STPE Master DB </a:t>
            </a:r>
            <a:r>
              <a:rPr lang="ko-KR" altLang="en-US" sz="1000" kern="0" spc="-50" dirty="0">
                <a:solidFill>
                  <a:prstClr val="black"/>
                </a:solidFill>
                <a:latin typeface="a고딕14" panose="02020600000000000000" pitchFamily="18" charset="-127"/>
                <a:ea typeface="a고딕14" panose="02020600000000000000" pitchFamily="18" charset="-127"/>
              </a:rPr>
              <a:t>자동화 방안 마련</a:t>
            </a:r>
            <a:endParaRPr lang="en-US" altLang="ko-KR" sz="1000" kern="0" spc="-50" dirty="0">
              <a:solidFill>
                <a:prstClr val="black"/>
              </a:solidFill>
              <a:latin typeface="a고딕14" panose="02020600000000000000" pitchFamily="18" charset="-127"/>
              <a:ea typeface="a고딕14" panose="02020600000000000000" pitchFamily="18" charset="-127"/>
            </a:endParaRPr>
          </a:p>
          <a:p>
            <a:pPr algn="l" eaLnBrk="1" fontAlgn="auto" latinLnBrk="0" hangingPunct="1">
              <a:lnSpc>
                <a:spcPct val="110000"/>
              </a:lnSpc>
              <a:spcBef>
                <a:spcPts val="0"/>
              </a:spcBef>
              <a:spcAft>
                <a:spcPts val="0"/>
              </a:spcAft>
              <a:buClr>
                <a:prstClr val="black"/>
              </a:buClr>
              <a:buNone/>
            </a:pPr>
            <a:r>
              <a:rPr lang="en-US" altLang="ko-KR" sz="1000" kern="0" spc="-50" dirty="0">
                <a:solidFill>
                  <a:prstClr val="black"/>
                </a:solidFill>
                <a:latin typeface="a고딕14" panose="02020600000000000000" pitchFamily="18" charset="-127"/>
                <a:ea typeface="a고딕14" panose="02020600000000000000" pitchFamily="18" charset="-127"/>
              </a:rPr>
              <a:t>  - Master DB </a:t>
            </a:r>
            <a:r>
              <a:rPr lang="ko-KR" altLang="en-US" sz="1000" kern="0" spc="-50" dirty="0">
                <a:solidFill>
                  <a:prstClr val="black"/>
                </a:solidFill>
                <a:latin typeface="a고딕14" panose="02020600000000000000" pitchFamily="18" charset="-127"/>
                <a:ea typeface="a고딕14" panose="02020600000000000000" pitchFamily="18" charset="-127"/>
              </a:rPr>
              <a:t>검증 </a:t>
            </a:r>
            <a:r>
              <a:rPr lang="en-US" altLang="ko-KR" sz="1000" kern="0" spc="-50" dirty="0">
                <a:solidFill>
                  <a:prstClr val="black"/>
                </a:solidFill>
                <a:latin typeface="a고딕14" panose="02020600000000000000" pitchFamily="18" charset="-127"/>
                <a:ea typeface="a고딕14" panose="02020600000000000000" pitchFamily="18" charset="-127"/>
              </a:rPr>
              <a:t>AI </a:t>
            </a:r>
            <a:r>
              <a:rPr lang="ko-KR" altLang="en-US" sz="1000" kern="0" spc="-50" dirty="0">
                <a:solidFill>
                  <a:prstClr val="black"/>
                </a:solidFill>
                <a:latin typeface="a고딕14" panose="02020600000000000000" pitchFamily="18" charset="-127"/>
                <a:ea typeface="a고딕14" panose="02020600000000000000" pitchFamily="18" charset="-127"/>
              </a:rPr>
              <a:t>도구 개발</a:t>
            </a:r>
            <a:endParaRPr lang="en-US" altLang="ko-KR" sz="1000" kern="0" spc="-50" dirty="0">
              <a:solidFill>
                <a:prstClr val="black"/>
              </a:solidFill>
              <a:latin typeface="a고딕14" panose="02020600000000000000" pitchFamily="18" charset="-127"/>
              <a:ea typeface="a고딕14" panose="02020600000000000000" pitchFamily="18" charset="-127"/>
            </a:endParaRPr>
          </a:p>
          <a:p>
            <a:pPr algn="l" eaLnBrk="1" fontAlgn="auto" latinLnBrk="0" hangingPunct="1">
              <a:lnSpc>
                <a:spcPct val="110000"/>
              </a:lnSpc>
              <a:spcBef>
                <a:spcPts val="0"/>
              </a:spcBef>
              <a:spcAft>
                <a:spcPts val="0"/>
              </a:spcAft>
              <a:buClr>
                <a:prstClr val="black"/>
              </a:buClr>
              <a:buNone/>
            </a:pPr>
            <a:r>
              <a:rPr lang="ko-KR" altLang="en-US" sz="1000" kern="0" spc="-50" dirty="0">
                <a:solidFill>
                  <a:prstClr val="black"/>
                </a:solidFill>
                <a:latin typeface="a고딕14" panose="02020600000000000000" pitchFamily="18" charset="-127"/>
                <a:ea typeface="a고딕14" panose="02020600000000000000" pitchFamily="18" charset="-127"/>
              </a:rPr>
              <a:t>  </a:t>
            </a:r>
            <a:r>
              <a:rPr lang="en-US" altLang="ko-KR" sz="1000" kern="0" spc="-50" dirty="0">
                <a:solidFill>
                  <a:prstClr val="black"/>
                </a:solidFill>
                <a:latin typeface="a고딕14" panose="02020600000000000000" pitchFamily="18" charset="-127"/>
                <a:ea typeface="a고딕14" panose="02020600000000000000" pitchFamily="18" charset="-127"/>
              </a:rPr>
              <a:t>- </a:t>
            </a:r>
            <a:r>
              <a:rPr lang="ko-KR" altLang="en-US" sz="1000" kern="0" spc="-50" dirty="0">
                <a:solidFill>
                  <a:prstClr val="black"/>
                </a:solidFill>
                <a:latin typeface="a고딕14" panose="02020600000000000000" pitchFamily="18" charset="-127"/>
                <a:ea typeface="a고딕14" panose="02020600000000000000" pitchFamily="18" charset="-127"/>
              </a:rPr>
              <a:t>신규 과목 </a:t>
            </a:r>
            <a:r>
              <a:rPr lang="en-US" altLang="ko-KR" sz="1000" kern="0" spc="-50" dirty="0">
                <a:solidFill>
                  <a:prstClr val="black"/>
                </a:solidFill>
                <a:latin typeface="a고딕14" panose="02020600000000000000" pitchFamily="18" charset="-127"/>
                <a:ea typeface="a고딕14" panose="02020600000000000000" pitchFamily="18" charset="-127"/>
              </a:rPr>
              <a:t>Master DB </a:t>
            </a:r>
            <a:r>
              <a:rPr lang="ko-KR" altLang="en-US" sz="1000" kern="0" spc="-50" dirty="0">
                <a:solidFill>
                  <a:prstClr val="black"/>
                </a:solidFill>
                <a:latin typeface="a고딕14" panose="02020600000000000000" pitchFamily="18" charset="-127"/>
                <a:ea typeface="a고딕14" panose="02020600000000000000" pitchFamily="18" charset="-127"/>
              </a:rPr>
              <a:t>자동 반영 </a:t>
            </a:r>
            <a:r>
              <a:rPr lang="en-US" altLang="ko-KR" sz="1000" kern="0" spc="-50" dirty="0">
                <a:solidFill>
                  <a:prstClr val="black"/>
                </a:solidFill>
                <a:latin typeface="a고딕14" panose="02020600000000000000" pitchFamily="18" charset="-127"/>
                <a:ea typeface="a고딕14" panose="02020600000000000000" pitchFamily="18" charset="-127"/>
              </a:rPr>
              <a:t>AI </a:t>
            </a:r>
            <a:r>
              <a:rPr lang="ko-KR" altLang="en-US" sz="1000" kern="0" spc="-50" dirty="0">
                <a:solidFill>
                  <a:prstClr val="black"/>
                </a:solidFill>
                <a:latin typeface="a고딕14" panose="02020600000000000000" pitchFamily="18" charset="-127"/>
                <a:ea typeface="a고딕14" panose="02020600000000000000" pitchFamily="18" charset="-127"/>
              </a:rPr>
              <a:t>도구 개발</a:t>
            </a:r>
            <a:endParaRPr lang="en-US" altLang="ko-KR" sz="1000" kern="0" spc="-50" dirty="0">
              <a:solidFill>
                <a:prstClr val="black"/>
              </a:solidFill>
              <a:latin typeface="a고딕14" panose="02020600000000000000" pitchFamily="18" charset="-127"/>
              <a:ea typeface="a고딕14" panose="02020600000000000000" pitchFamily="18" charset="-127"/>
            </a:endParaRPr>
          </a:p>
          <a:p>
            <a:pPr marL="85725" indent="-85725" algn="l" eaLnBrk="1" fontAlgn="auto" latinLnBrk="0" hangingPunct="1">
              <a:lnSpc>
                <a:spcPct val="110000"/>
              </a:lnSpc>
              <a:spcBef>
                <a:spcPts val="0"/>
              </a:spcBef>
              <a:spcAft>
                <a:spcPts val="0"/>
              </a:spcAft>
              <a:buClr>
                <a:prstClr val="black"/>
              </a:buClr>
              <a:buFont typeface="Arial" panose="020B0604020202020204" pitchFamily="34" charset="0"/>
              <a:buChar char="•"/>
            </a:pPr>
            <a:r>
              <a:rPr lang="en-US" altLang="ko-KR" sz="1000" kern="0" spc="-50" dirty="0">
                <a:solidFill>
                  <a:prstClr val="black"/>
                </a:solidFill>
                <a:latin typeface="a고딕14" panose="02020600000000000000" pitchFamily="18" charset="-127"/>
                <a:ea typeface="a고딕14" panose="02020600000000000000" pitchFamily="18" charset="-127"/>
              </a:rPr>
              <a:t>STEP 10</a:t>
            </a:r>
            <a:r>
              <a:rPr lang="ko-KR" altLang="en-US" sz="1000" kern="0" spc="-50" dirty="0">
                <a:solidFill>
                  <a:prstClr val="black"/>
                </a:solidFill>
                <a:latin typeface="a고딕14" panose="02020600000000000000" pitchFamily="18" charset="-127"/>
                <a:ea typeface="a고딕14" panose="02020600000000000000" pitchFamily="18" charset="-127"/>
              </a:rPr>
              <a:t>대 산업분야 </a:t>
            </a:r>
            <a:r>
              <a:rPr lang="en-US" altLang="ko-KR" sz="1000" kern="0" spc="-50" dirty="0">
                <a:solidFill>
                  <a:prstClr val="black"/>
                </a:solidFill>
                <a:latin typeface="a고딕14" panose="02020600000000000000" pitchFamily="18" charset="-127"/>
                <a:ea typeface="a고딕14" panose="02020600000000000000" pitchFamily="18" charset="-127"/>
              </a:rPr>
              <a:t>- AX </a:t>
            </a:r>
            <a:r>
              <a:rPr lang="ko-KR" altLang="en-US" sz="1000" kern="0" spc="-50" dirty="0">
                <a:solidFill>
                  <a:prstClr val="black"/>
                </a:solidFill>
                <a:latin typeface="a고딕14" panose="02020600000000000000" pitchFamily="18" charset="-127"/>
                <a:ea typeface="a고딕14" panose="02020600000000000000" pitchFamily="18" charset="-127"/>
              </a:rPr>
              <a:t>융합 </a:t>
            </a:r>
            <a:r>
              <a:rPr lang="ko-KR" altLang="en-US" sz="1000" kern="0" spc="-50" dirty="0" err="1">
                <a:solidFill>
                  <a:prstClr val="black"/>
                </a:solidFill>
                <a:latin typeface="a고딕14" panose="02020600000000000000" pitchFamily="18" charset="-127"/>
                <a:ea typeface="a고딕14" panose="02020600000000000000" pitchFamily="18" charset="-127"/>
              </a:rPr>
              <a:t>스킬셋</a:t>
            </a:r>
            <a:r>
              <a:rPr lang="en-US" altLang="ko-KR" sz="1000" kern="0" spc="-50" dirty="0">
                <a:solidFill>
                  <a:prstClr val="black"/>
                </a:solidFill>
                <a:latin typeface="a고딕14" panose="02020600000000000000" pitchFamily="18" charset="-127"/>
                <a:ea typeface="a고딕14" panose="02020600000000000000" pitchFamily="18" charset="-127"/>
              </a:rPr>
              <a:t> DB </a:t>
            </a:r>
            <a:r>
              <a:rPr lang="ko-KR" altLang="en-US" sz="1000" kern="0" spc="-50" dirty="0">
                <a:solidFill>
                  <a:prstClr val="black"/>
                </a:solidFill>
                <a:latin typeface="a고딕14" panose="02020600000000000000" pitchFamily="18" charset="-127"/>
                <a:ea typeface="a고딕14" panose="02020600000000000000" pitchFamily="18" charset="-127"/>
              </a:rPr>
              <a:t>자산화 방안 마련</a:t>
            </a:r>
            <a:endParaRPr lang="en-US" altLang="ko-KR" sz="1000" kern="0" spc="-50" dirty="0">
              <a:solidFill>
                <a:prstClr val="black"/>
              </a:solidFill>
              <a:latin typeface="a고딕14" panose="02020600000000000000" pitchFamily="18" charset="-127"/>
              <a:ea typeface="a고딕14" panose="02020600000000000000" pitchFamily="18" charset="-127"/>
            </a:endParaRPr>
          </a:p>
        </p:txBody>
      </p:sp>
      <p:sp>
        <p:nvSpPr>
          <p:cNvPr id="30" name="AutoShape 22">
            <a:extLst>
              <a:ext uri="{FF2B5EF4-FFF2-40B4-BE49-F238E27FC236}">
                <a16:creationId xmlns:a16="http://schemas.microsoft.com/office/drawing/2014/main" id="{F1187FF1-F2DE-1BF1-E0CB-1ACE6E821321}"/>
              </a:ext>
            </a:extLst>
          </p:cNvPr>
          <p:cNvSpPr>
            <a:spLocks noChangeArrowheads="1"/>
          </p:cNvSpPr>
          <p:nvPr/>
        </p:nvSpPr>
        <p:spPr bwMode="auto">
          <a:xfrm>
            <a:off x="6749882" y="5156688"/>
            <a:ext cx="2595728" cy="230027"/>
          </a:xfrm>
          <a:prstGeom prst="roundRect">
            <a:avLst>
              <a:gd name="adj" fmla="val 0"/>
            </a:avLst>
          </a:prstGeom>
          <a:solidFill>
            <a:srgbClr val="E2F0D9"/>
          </a:solidFill>
          <a:ln w="9525" algn="ctr">
            <a:solidFill>
              <a:srgbClr val="212E55"/>
            </a:solidFill>
            <a:round/>
            <a:headEnd/>
            <a:tailEnd/>
          </a:ln>
          <a:effectLst/>
        </p:spPr>
        <p:txBody>
          <a:bodyPr lIns="18000" tIns="0" rIns="18000" bIns="0" anchor="ctr"/>
          <a:lstStyle/>
          <a:p>
            <a:pPr algn="l" eaLnBrk="1" fontAlgn="auto" latinLnBrk="0" hangingPunct="1">
              <a:lnSpc>
                <a:spcPct val="110000"/>
              </a:lnSpc>
              <a:spcBef>
                <a:spcPts val="0"/>
              </a:spcBef>
              <a:spcAft>
                <a:spcPts val="0"/>
              </a:spcAft>
              <a:buClr>
                <a:prstClr val="black"/>
              </a:buClr>
              <a:buFontTx/>
              <a:buNone/>
              <a:defRPr/>
            </a:pPr>
            <a:r>
              <a:rPr lang="en-US" altLang="ko-KR" sz="1100" kern="0" spc="-50">
                <a:solidFill>
                  <a:prstClr val="black"/>
                </a:solidFill>
                <a:latin typeface="a고딕14" panose="02020600000000000000" pitchFamily="18" charset="-127"/>
                <a:ea typeface="a고딕14" panose="02020600000000000000" pitchFamily="18" charset="-127"/>
              </a:rPr>
              <a:t>3-2.</a:t>
            </a:r>
            <a:r>
              <a:rPr lang="ko-KR" altLang="en-US" sz="1100" kern="0" spc="-50">
                <a:solidFill>
                  <a:prstClr val="black"/>
                </a:solidFill>
                <a:latin typeface="a고딕14" panose="02020600000000000000" pitchFamily="18" charset="-127"/>
                <a:ea typeface="a고딕14" panose="02020600000000000000" pitchFamily="18" charset="-127"/>
              </a:rPr>
              <a:t> </a:t>
            </a:r>
            <a:r>
              <a:rPr lang="en-US" altLang="ko-KR" sz="1100" kern="0" spc="-50">
                <a:solidFill>
                  <a:prstClr val="black"/>
                </a:solidFill>
                <a:latin typeface="a고딕14" panose="02020600000000000000" pitchFamily="18" charset="-127"/>
                <a:ea typeface="a고딕14" panose="02020600000000000000" pitchFamily="18" charset="-127"/>
              </a:rPr>
              <a:t>SLR </a:t>
            </a:r>
            <a:r>
              <a:rPr lang="ko-KR" altLang="en-US" sz="1100" kern="0" spc="-50">
                <a:solidFill>
                  <a:prstClr val="black"/>
                </a:solidFill>
                <a:latin typeface="a고딕14" panose="02020600000000000000" pitchFamily="18" charset="-127"/>
                <a:ea typeface="a고딕14" panose="02020600000000000000" pitchFamily="18" charset="-127"/>
              </a:rPr>
              <a:t>체계적 </a:t>
            </a:r>
            <a:r>
              <a:rPr lang="ko-KR" altLang="en-US" sz="1100" kern="0" spc="-50" dirty="0">
                <a:solidFill>
                  <a:prstClr val="black"/>
                </a:solidFill>
                <a:latin typeface="a고딕14" panose="02020600000000000000" pitchFamily="18" charset="-127"/>
                <a:ea typeface="a고딕14" panose="02020600000000000000" pitchFamily="18" charset="-127"/>
              </a:rPr>
              <a:t>관리를 위한 매뉴얼 업데이트</a:t>
            </a:r>
          </a:p>
        </p:txBody>
      </p:sp>
      <p:sp>
        <p:nvSpPr>
          <p:cNvPr id="31" name="AutoShape 22">
            <a:extLst>
              <a:ext uri="{FF2B5EF4-FFF2-40B4-BE49-F238E27FC236}">
                <a16:creationId xmlns:a16="http://schemas.microsoft.com/office/drawing/2014/main" id="{B814F06A-2182-B970-85DB-E4FFA2A0A6F0}"/>
              </a:ext>
            </a:extLst>
          </p:cNvPr>
          <p:cNvSpPr>
            <a:spLocks noChangeArrowheads="1"/>
          </p:cNvSpPr>
          <p:nvPr/>
        </p:nvSpPr>
        <p:spPr bwMode="auto">
          <a:xfrm>
            <a:off x="6749883" y="5434333"/>
            <a:ext cx="2595728" cy="1045092"/>
          </a:xfrm>
          <a:prstGeom prst="roundRect">
            <a:avLst>
              <a:gd name="adj" fmla="val 0"/>
            </a:avLst>
          </a:prstGeom>
          <a:solidFill>
            <a:sysClr val="window" lastClr="FFFFFF"/>
          </a:solidFill>
          <a:ln w="9525" algn="ctr">
            <a:solidFill>
              <a:srgbClr val="212E55"/>
            </a:solidFill>
            <a:round/>
            <a:headEnd/>
            <a:tailEnd/>
          </a:ln>
          <a:effectLst/>
        </p:spPr>
        <p:txBody>
          <a:bodyPr lIns="18000" tIns="0" rIns="18000" bIns="0" anchor="ctr"/>
          <a:lstStyle/>
          <a:p>
            <a:pPr marL="85725" indent="-85725" algn="l" eaLnBrk="1" fontAlgn="auto" latinLnBrk="0" hangingPunct="1">
              <a:lnSpc>
                <a:spcPct val="110000"/>
              </a:lnSpc>
              <a:spcBef>
                <a:spcPts val="0"/>
              </a:spcBef>
              <a:spcAft>
                <a:spcPts val="0"/>
              </a:spcAft>
              <a:buClr>
                <a:prstClr val="black"/>
              </a:buClr>
              <a:buFont typeface="Arial" panose="020B0604020202020204" pitchFamily="34" charset="0"/>
              <a:buChar char="•"/>
            </a:pPr>
            <a:r>
              <a:rPr lang="en-US" altLang="ko-KR" sz="1000" kern="0" spc="-50" dirty="0">
                <a:solidFill>
                  <a:prstClr val="black"/>
                </a:solidFill>
                <a:latin typeface="a고딕14" panose="02020600000000000000" pitchFamily="18" charset="-127"/>
                <a:ea typeface="a고딕14" panose="02020600000000000000" pitchFamily="18" charset="-127"/>
              </a:rPr>
              <a:t>SLR </a:t>
            </a:r>
            <a:r>
              <a:rPr lang="ko-KR" altLang="en-US" sz="1000" kern="0" spc="-50" dirty="0">
                <a:solidFill>
                  <a:prstClr val="black"/>
                </a:solidFill>
                <a:latin typeface="a고딕14" panose="02020600000000000000" pitchFamily="18" charset="-127"/>
                <a:ea typeface="a고딕14" panose="02020600000000000000" pitchFamily="18" charset="-127"/>
              </a:rPr>
              <a:t>관리 요소</a:t>
            </a:r>
            <a:r>
              <a:rPr lang="en-US" altLang="ko-KR" sz="1000" kern="0" spc="-50" dirty="0">
                <a:solidFill>
                  <a:prstClr val="black"/>
                </a:solidFill>
                <a:latin typeface="a고딕14" panose="02020600000000000000" pitchFamily="18" charset="-127"/>
                <a:ea typeface="a고딕14" panose="02020600000000000000" pitchFamily="18" charset="-127"/>
              </a:rPr>
              <a:t>(</a:t>
            </a:r>
            <a:r>
              <a:rPr lang="ko-KR" altLang="en-US" sz="1000" kern="0" spc="-50" dirty="0">
                <a:solidFill>
                  <a:prstClr val="black"/>
                </a:solidFill>
                <a:latin typeface="a고딕14" panose="02020600000000000000" pitchFamily="18" charset="-127"/>
                <a:ea typeface="a고딕14" panose="02020600000000000000" pitchFamily="18" charset="-127"/>
              </a:rPr>
              <a:t>로드맵</a:t>
            </a:r>
            <a:r>
              <a:rPr lang="en-US" altLang="ko-KR" sz="1000" kern="0" spc="-50" dirty="0">
                <a:solidFill>
                  <a:prstClr val="black"/>
                </a:solidFill>
                <a:latin typeface="a고딕14" panose="02020600000000000000" pitchFamily="18" charset="-127"/>
                <a:ea typeface="a고딕14" panose="02020600000000000000" pitchFamily="18" charset="-127"/>
              </a:rPr>
              <a:t>, DB, </a:t>
            </a:r>
            <a:r>
              <a:rPr lang="ko-KR" altLang="en-US" sz="1000" kern="0" spc="-50" dirty="0">
                <a:solidFill>
                  <a:prstClr val="black"/>
                </a:solidFill>
                <a:latin typeface="a고딕14" panose="02020600000000000000" pitchFamily="18" charset="-127"/>
                <a:ea typeface="a고딕14" panose="02020600000000000000" pitchFamily="18" charset="-127"/>
              </a:rPr>
              <a:t>과목별 세부 정보 등</a:t>
            </a:r>
            <a:r>
              <a:rPr lang="en-US" altLang="ko-KR" sz="1000" kern="0" spc="-50" dirty="0">
                <a:solidFill>
                  <a:prstClr val="black"/>
                </a:solidFill>
                <a:latin typeface="a고딕14" panose="02020600000000000000" pitchFamily="18" charset="-127"/>
                <a:ea typeface="a고딕14" panose="02020600000000000000" pitchFamily="18" charset="-127"/>
              </a:rPr>
              <a:t>)</a:t>
            </a:r>
            <a:r>
              <a:rPr lang="ko-KR" altLang="en-US" sz="1000" kern="0" spc="-50" dirty="0">
                <a:solidFill>
                  <a:prstClr val="black"/>
                </a:solidFill>
                <a:latin typeface="a고딕14" panose="02020600000000000000" pitchFamily="18" charset="-127"/>
                <a:ea typeface="a고딕14" panose="02020600000000000000" pitchFamily="18" charset="-127"/>
              </a:rPr>
              <a:t>별 효율적 관리 방안 마련</a:t>
            </a:r>
            <a:endParaRPr lang="en-US" altLang="ko-KR" sz="1000" kern="0" spc="-50" dirty="0">
              <a:solidFill>
                <a:prstClr val="black"/>
              </a:solidFill>
              <a:latin typeface="a고딕14" panose="02020600000000000000" pitchFamily="18" charset="-127"/>
              <a:ea typeface="a고딕14" panose="02020600000000000000" pitchFamily="18" charset="-127"/>
            </a:endParaRPr>
          </a:p>
          <a:p>
            <a:pPr algn="l" eaLnBrk="1" fontAlgn="auto" latinLnBrk="0" hangingPunct="1">
              <a:lnSpc>
                <a:spcPct val="110000"/>
              </a:lnSpc>
              <a:spcBef>
                <a:spcPts val="0"/>
              </a:spcBef>
              <a:spcAft>
                <a:spcPts val="0"/>
              </a:spcAft>
              <a:buClr>
                <a:prstClr val="black"/>
              </a:buClr>
              <a:buNone/>
            </a:pPr>
            <a:r>
              <a:rPr lang="en-US" altLang="ko-KR" sz="1000" kern="0" spc="-50" dirty="0">
                <a:solidFill>
                  <a:prstClr val="black"/>
                </a:solidFill>
                <a:latin typeface="a고딕14" panose="02020600000000000000" pitchFamily="18" charset="-127"/>
                <a:ea typeface="a고딕14" panose="02020600000000000000" pitchFamily="18" charset="-127"/>
              </a:rPr>
              <a:t>  - NCS </a:t>
            </a:r>
            <a:r>
              <a:rPr lang="ko-KR" altLang="en-US" sz="1000" kern="0" spc="-50" dirty="0">
                <a:solidFill>
                  <a:prstClr val="black"/>
                </a:solidFill>
                <a:latin typeface="a고딕14" panose="02020600000000000000" pitchFamily="18" charset="-127"/>
                <a:ea typeface="a고딕14" panose="02020600000000000000" pitchFamily="18" charset="-127"/>
              </a:rPr>
              <a:t>능력단위 </a:t>
            </a:r>
            <a:r>
              <a:rPr lang="en-US" altLang="ko-KR" sz="1000" kern="0" spc="-50" dirty="0">
                <a:solidFill>
                  <a:prstClr val="black"/>
                </a:solidFill>
                <a:latin typeface="a고딕14" panose="02020600000000000000" pitchFamily="18" charset="-127"/>
                <a:ea typeface="a고딕14" panose="02020600000000000000" pitchFamily="18" charset="-127"/>
              </a:rPr>
              <a:t>– AX </a:t>
            </a:r>
            <a:r>
              <a:rPr lang="ko-KR" altLang="en-US" sz="1000" kern="0" spc="-50" dirty="0" err="1">
                <a:solidFill>
                  <a:prstClr val="black"/>
                </a:solidFill>
                <a:latin typeface="a고딕14" panose="02020600000000000000" pitchFamily="18" charset="-127"/>
                <a:ea typeface="a고딕14" panose="02020600000000000000" pitchFamily="18" charset="-127"/>
              </a:rPr>
              <a:t>스킬셋</a:t>
            </a:r>
            <a:r>
              <a:rPr lang="ko-KR" altLang="en-US" sz="1000" kern="0" spc="-50" dirty="0">
                <a:solidFill>
                  <a:prstClr val="black"/>
                </a:solidFill>
                <a:latin typeface="a고딕14" panose="02020600000000000000" pitchFamily="18" charset="-127"/>
                <a:ea typeface="a고딕14" panose="02020600000000000000" pitchFamily="18" charset="-127"/>
              </a:rPr>
              <a:t> 융합 내용 관리 가이드 </a:t>
            </a:r>
            <a:endParaRPr lang="en-US" altLang="ko-KR" sz="1000" kern="0" spc="-50" dirty="0">
              <a:solidFill>
                <a:prstClr val="black"/>
              </a:solidFill>
              <a:latin typeface="a고딕14" panose="02020600000000000000" pitchFamily="18" charset="-127"/>
              <a:ea typeface="a고딕14" panose="02020600000000000000" pitchFamily="18" charset="-127"/>
            </a:endParaRPr>
          </a:p>
          <a:p>
            <a:pPr algn="l" eaLnBrk="1" fontAlgn="auto" latinLnBrk="0" hangingPunct="1">
              <a:lnSpc>
                <a:spcPct val="110000"/>
              </a:lnSpc>
              <a:spcBef>
                <a:spcPts val="0"/>
              </a:spcBef>
              <a:spcAft>
                <a:spcPts val="0"/>
              </a:spcAft>
              <a:buClr>
                <a:prstClr val="black"/>
              </a:buClr>
              <a:buNone/>
            </a:pPr>
            <a:r>
              <a:rPr lang="en-US" altLang="ko-KR" sz="1000" kern="0" spc="-50" dirty="0">
                <a:solidFill>
                  <a:prstClr val="black"/>
                </a:solidFill>
                <a:latin typeface="a고딕14" panose="02020600000000000000" pitchFamily="18" charset="-127"/>
                <a:ea typeface="a고딕14" panose="02020600000000000000" pitchFamily="18" charset="-127"/>
              </a:rPr>
              <a:t>  - STEP DB</a:t>
            </a:r>
            <a:r>
              <a:rPr lang="ko-KR" altLang="en-US" sz="1000" kern="0" spc="-50" dirty="0">
                <a:solidFill>
                  <a:prstClr val="black"/>
                </a:solidFill>
                <a:latin typeface="a고딕14" panose="02020600000000000000" pitchFamily="18" charset="-127"/>
                <a:ea typeface="a고딕14" panose="02020600000000000000" pitchFamily="18" charset="-127"/>
              </a:rPr>
              <a:t> 지속 활용 </a:t>
            </a:r>
            <a:r>
              <a:rPr lang="en-US" altLang="ko-KR" sz="1000" kern="0" spc="-50" dirty="0">
                <a:solidFill>
                  <a:prstClr val="black"/>
                </a:solidFill>
                <a:latin typeface="a고딕14" panose="02020600000000000000" pitchFamily="18" charset="-127"/>
                <a:ea typeface="a고딕14" panose="02020600000000000000" pitchFamily="18" charset="-127"/>
              </a:rPr>
              <a:t>AI </a:t>
            </a:r>
            <a:r>
              <a:rPr lang="ko-KR" altLang="en-US" sz="1000" kern="0" spc="-50" dirty="0">
                <a:solidFill>
                  <a:prstClr val="black"/>
                </a:solidFill>
                <a:latin typeface="a고딕14" panose="02020600000000000000" pitchFamily="18" charset="-127"/>
                <a:ea typeface="a고딕14" panose="02020600000000000000" pitchFamily="18" charset="-127"/>
              </a:rPr>
              <a:t>활용 내용 추가 등</a:t>
            </a:r>
            <a:endParaRPr lang="en-US" altLang="ko-KR" sz="1000" kern="0" spc="-50" dirty="0">
              <a:solidFill>
                <a:prstClr val="black"/>
              </a:solidFill>
              <a:latin typeface="a고딕14" panose="02020600000000000000" pitchFamily="18" charset="-127"/>
              <a:ea typeface="a고딕14" panose="02020600000000000000" pitchFamily="18" charset="-127"/>
            </a:endParaRPr>
          </a:p>
        </p:txBody>
      </p:sp>
      <p:sp>
        <p:nvSpPr>
          <p:cNvPr id="32" name="직사각형 31">
            <a:extLst>
              <a:ext uri="{FF2B5EF4-FFF2-40B4-BE49-F238E27FC236}">
                <a16:creationId xmlns:a16="http://schemas.microsoft.com/office/drawing/2014/main" id="{07EC2098-4FA0-BAD7-9EBB-EF3E889DFDBB}"/>
              </a:ext>
            </a:extLst>
          </p:cNvPr>
          <p:cNvSpPr/>
          <p:nvPr/>
        </p:nvSpPr>
        <p:spPr>
          <a:xfrm>
            <a:off x="6749883" y="2641868"/>
            <a:ext cx="2595729" cy="271395"/>
          </a:xfrm>
          <a:prstGeom prst="rect">
            <a:avLst/>
          </a:prstGeom>
          <a:solidFill>
            <a:srgbClr val="003F56"/>
          </a:solidFill>
          <a:ln w="6350" cap="flat" cmpd="sng" algn="ctr">
            <a:solidFill>
              <a:srgbClr val="212E55"/>
            </a:solidFill>
            <a:prstDash val="solid"/>
            <a:miter lim="800000"/>
          </a:ln>
          <a:effectLst/>
        </p:spPr>
        <p:txBody>
          <a:bodyPr lIns="0" rIns="0" rtlCol="0" anchor="ctr"/>
          <a:lstStyle/>
          <a:p>
            <a:pPr eaLnBrk="1" fontAlgn="auto" latinLnBrk="0" hangingPunct="1">
              <a:spcBef>
                <a:spcPts val="0"/>
              </a:spcBef>
              <a:spcAft>
                <a:spcPts val="0"/>
              </a:spcAft>
              <a:buNone/>
            </a:pPr>
            <a:r>
              <a:rPr lang="ko-KR" altLang="ko-KR" kern="0" spc="-50">
                <a:solidFill>
                  <a:prstClr val="white"/>
                </a:solidFill>
                <a:latin typeface="a고딕14" panose="02020600000000000000" pitchFamily="18" charset="-127"/>
                <a:ea typeface="a고딕14" panose="02020600000000000000" pitchFamily="18" charset="-127"/>
              </a:rPr>
              <a:t>Scale</a:t>
            </a:r>
            <a:endParaRPr lang="en-US" altLang="ko-KR" kern="0" spc="-50" dirty="0">
              <a:solidFill>
                <a:prstClr val="white"/>
              </a:solidFill>
              <a:latin typeface="a고딕14" panose="02020600000000000000" pitchFamily="18" charset="-127"/>
              <a:ea typeface="a고딕14" panose="02020600000000000000" pitchFamily="18" charset="-127"/>
            </a:endParaRPr>
          </a:p>
        </p:txBody>
      </p:sp>
      <p:sp>
        <p:nvSpPr>
          <p:cNvPr id="33" name="AutoShape 22">
            <a:extLst>
              <a:ext uri="{FF2B5EF4-FFF2-40B4-BE49-F238E27FC236}">
                <a16:creationId xmlns:a16="http://schemas.microsoft.com/office/drawing/2014/main" id="{DFE68E68-9179-ADBA-6132-EF3537F88F41}"/>
              </a:ext>
            </a:extLst>
          </p:cNvPr>
          <p:cNvSpPr>
            <a:spLocks noChangeArrowheads="1"/>
          </p:cNvSpPr>
          <p:nvPr/>
        </p:nvSpPr>
        <p:spPr bwMode="auto">
          <a:xfrm>
            <a:off x="6749883" y="2967157"/>
            <a:ext cx="2595729" cy="683532"/>
          </a:xfrm>
          <a:prstGeom prst="roundRect">
            <a:avLst>
              <a:gd name="adj" fmla="val 0"/>
            </a:avLst>
          </a:prstGeom>
          <a:solidFill>
            <a:sysClr val="window" lastClr="FFFFFF"/>
          </a:solidFill>
          <a:ln w="9525" algn="ctr">
            <a:solidFill>
              <a:srgbClr val="212E55"/>
            </a:solidFill>
            <a:round/>
            <a:headEnd/>
            <a:tailEnd/>
          </a:ln>
          <a:effectLst/>
        </p:spPr>
        <p:txBody>
          <a:bodyPr lIns="0" tIns="0" rIns="0" bIns="0" anchor="ctr"/>
          <a:lstStyle/>
          <a:p>
            <a:pPr marL="0" marR="0" lvl="0" indent="0" defTabSz="914400" eaLnBrk="1" fontAlgn="auto" latinLnBrk="0" hangingPunct="1">
              <a:lnSpc>
                <a:spcPct val="110000"/>
              </a:lnSpc>
              <a:spcBef>
                <a:spcPts val="0"/>
              </a:spcBef>
              <a:spcAft>
                <a:spcPts val="0"/>
              </a:spcAft>
              <a:buClr>
                <a:prstClr val="black"/>
              </a:buClr>
              <a:buSzTx/>
              <a:buFontTx/>
              <a:buNone/>
              <a:tabLst/>
              <a:defRPr/>
            </a:pPr>
            <a:r>
              <a:rPr kumimoji="0" lang="en-US" altLang="ko-KR" sz="1400" b="0" i="0" u="none" strike="noStrike" kern="0" cap="none" spc="-50" normalizeH="0" baseline="0" noProof="0" dirty="0">
                <a:ln>
                  <a:noFill/>
                </a:ln>
                <a:solidFill>
                  <a:schemeClr val="tx1">
                    <a:lumMod val="85000"/>
                    <a:lumOff val="15000"/>
                  </a:schemeClr>
                </a:solidFill>
                <a:effectLst/>
                <a:uLnTx/>
                <a:uFillTx/>
                <a:latin typeface="a고딕14" panose="02020600000000000000" pitchFamily="18" charset="-127"/>
                <a:ea typeface="a고딕14" panose="02020600000000000000" pitchFamily="18" charset="-127"/>
              </a:rPr>
              <a:t>3. AX </a:t>
            </a:r>
            <a:r>
              <a:rPr kumimoji="0" lang="ko-KR" altLang="en-US" sz="1400" b="0" i="0" u="none" strike="noStrike" kern="0" cap="none" spc="-50" normalizeH="0" baseline="0" noProof="0" dirty="0">
                <a:ln>
                  <a:noFill/>
                </a:ln>
                <a:solidFill>
                  <a:schemeClr val="tx1">
                    <a:lumMod val="85000"/>
                    <a:lumOff val="15000"/>
                  </a:schemeClr>
                </a:solidFill>
                <a:effectLst/>
                <a:uLnTx/>
                <a:uFillTx/>
                <a:latin typeface="a고딕14" panose="02020600000000000000" pitchFamily="18" charset="-127"/>
                <a:ea typeface="a고딕14" panose="02020600000000000000" pitchFamily="18" charset="-127"/>
              </a:rPr>
              <a:t>시대 </a:t>
            </a:r>
            <a:r>
              <a:rPr kumimoji="0" lang="en-US" altLang="ko-KR" sz="1400" b="0" i="0" u="none" strike="noStrike" kern="0" cap="none" spc="-50" normalizeH="0" baseline="0" noProof="0" dirty="0">
                <a:ln>
                  <a:noFill/>
                </a:ln>
                <a:solidFill>
                  <a:schemeClr val="tx1">
                    <a:lumMod val="85000"/>
                    <a:lumOff val="15000"/>
                  </a:schemeClr>
                </a:solidFill>
                <a:effectLst/>
                <a:uLnTx/>
                <a:uFillTx/>
                <a:latin typeface="a고딕14" panose="02020600000000000000" pitchFamily="18" charset="-127"/>
                <a:ea typeface="a고딕14" panose="02020600000000000000" pitchFamily="18" charset="-127"/>
              </a:rPr>
              <a:t>SLR </a:t>
            </a:r>
            <a:r>
              <a:rPr kumimoji="0" lang="ko-KR" altLang="en-US" sz="1400" b="0" i="0" u="none" strike="noStrike" kern="0" cap="none" spc="-50" normalizeH="0" baseline="0" noProof="0" dirty="0">
                <a:ln>
                  <a:noFill/>
                </a:ln>
                <a:solidFill>
                  <a:schemeClr val="tx1">
                    <a:lumMod val="85000"/>
                    <a:lumOff val="15000"/>
                  </a:schemeClr>
                </a:solidFill>
                <a:effectLst/>
                <a:uLnTx/>
                <a:uFillTx/>
                <a:latin typeface="a고딕14" panose="02020600000000000000" pitchFamily="18" charset="-127"/>
                <a:ea typeface="a고딕14" panose="02020600000000000000" pitchFamily="18" charset="-127"/>
              </a:rPr>
              <a:t>고도화</a:t>
            </a:r>
            <a:endParaRPr kumimoji="0" lang="en-US" altLang="ko-KR" sz="1400" b="0" i="0" u="none" strike="noStrike" kern="0" cap="none" spc="-50" normalizeH="0" baseline="0" noProof="0" dirty="0">
              <a:ln>
                <a:noFill/>
              </a:ln>
              <a:solidFill>
                <a:schemeClr val="tx1">
                  <a:lumMod val="85000"/>
                  <a:lumOff val="15000"/>
                </a:schemeClr>
              </a:solidFill>
              <a:effectLst/>
              <a:uLnTx/>
              <a:uFillTx/>
              <a:latin typeface="a고딕14" panose="02020600000000000000" pitchFamily="18" charset="-127"/>
              <a:ea typeface="a고딕14" panose="02020600000000000000" pitchFamily="18" charset="-127"/>
            </a:endParaRPr>
          </a:p>
        </p:txBody>
      </p:sp>
      <p:pic>
        <p:nvPicPr>
          <p:cNvPr id="34" name="그래픽 33" descr="화살표 원 윤곽선">
            <a:extLst>
              <a:ext uri="{FF2B5EF4-FFF2-40B4-BE49-F238E27FC236}">
                <a16:creationId xmlns:a16="http://schemas.microsoft.com/office/drawing/2014/main" id="{715245CC-4BE4-A866-BD10-7E4D6D059908}"/>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580583" y="3179296"/>
            <a:ext cx="251541" cy="266049"/>
          </a:xfrm>
          <a:prstGeom prst="rect">
            <a:avLst/>
          </a:prstGeom>
        </p:spPr>
      </p:pic>
      <p:sp>
        <p:nvSpPr>
          <p:cNvPr id="35" name="AutoShape 22">
            <a:extLst>
              <a:ext uri="{FF2B5EF4-FFF2-40B4-BE49-F238E27FC236}">
                <a16:creationId xmlns:a16="http://schemas.microsoft.com/office/drawing/2014/main" id="{7AA1DCA5-048E-C3B3-E5F4-7D7167D3B718}"/>
              </a:ext>
            </a:extLst>
          </p:cNvPr>
          <p:cNvSpPr>
            <a:spLocks noChangeArrowheads="1"/>
          </p:cNvSpPr>
          <p:nvPr/>
        </p:nvSpPr>
        <p:spPr bwMode="auto">
          <a:xfrm>
            <a:off x="1395547" y="3757083"/>
            <a:ext cx="2595728" cy="230027"/>
          </a:xfrm>
          <a:prstGeom prst="roundRect">
            <a:avLst>
              <a:gd name="adj" fmla="val 0"/>
            </a:avLst>
          </a:prstGeom>
          <a:solidFill>
            <a:srgbClr val="E2F0D9"/>
          </a:solidFill>
          <a:ln w="9525" algn="ctr">
            <a:solidFill>
              <a:srgbClr val="212E55"/>
            </a:solidFill>
            <a:round/>
            <a:headEnd/>
            <a:tailEnd/>
          </a:ln>
          <a:effectLst/>
        </p:spPr>
        <p:txBody>
          <a:bodyPr lIns="18000" tIns="0" rIns="18000" bIns="0" anchor="ctr"/>
          <a:lstStyle/>
          <a:p>
            <a:pPr algn="l" eaLnBrk="1" fontAlgn="auto" latinLnBrk="0" hangingPunct="1">
              <a:lnSpc>
                <a:spcPct val="110000"/>
              </a:lnSpc>
              <a:spcBef>
                <a:spcPts val="0"/>
              </a:spcBef>
              <a:spcAft>
                <a:spcPts val="0"/>
              </a:spcAft>
              <a:buClr>
                <a:prstClr val="black"/>
              </a:buClr>
              <a:buFontTx/>
              <a:buNone/>
              <a:defRPr/>
            </a:pPr>
            <a:r>
              <a:rPr lang="en-US" altLang="ko-KR" sz="1100" kern="0" spc="-50" dirty="0">
                <a:solidFill>
                  <a:prstClr val="black"/>
                </a:solidFill>
                <a:latin typeface="a고딕14" panose="02020600000000000000" pitchFamily="18" charset="-127"/>
                <a:ea typeface="a고딕14" panose="02020600000000000000" pitchFamily="18" charset="-127"/>
              </a:rPr>
              <a:t>1-1. NCS·SQF </a:t>
            </a:r>
            <a:r>
              <a:rPr lang="ko-KR" altLang="en-US" sz="1100" kern="0" spc="-50" dirty="0">
                <a:solidFill>
                  <a:prstClr val="black"/>
                </a:solidFill>
                <a:latin typeface="a고딕14" panose="02020600000000000000" pitchFamily="18" charset="-127"/>
                <a:ea typeface="a고딕14" panose="02020600000000000000" pitchFamily="18" charset="-127"/>
              </a:rPr>
              <a:t>개편 및 신규 개발 내용 최신화</a:t>
            </a:r>
          </a:p>
        </p:txBody>
      </p:sp>
      <p:sp>
        <p:nvSpPr>
          <p:cNvPr id="36" name="AutoShape 22">
            <a:extLst>
              <a:ext uri="{FF2B5EF4-FFF2-40B4-BE49-F238E27FC236}">
                <a16:creationId xmlns:a16="http://schemas.microsoft.com/office/drawing/2014/main" id="{971CFF26-741F-20F8-00F0-BCA95EDED5E0}"/>
              </a:ext>
            </a:extLst>
          </p:cNvPr>
          <p:cNvSpPr>
            <a:spLocks noChangeArrowheads="1"/>
          </p:cNvSpPr>
          <p:nvPr/>
        </p:nvSpPr>
        <p:spPr bwMode="auto">
          <a:xfrm>
            <a:off x="1395547" y="4019621"/>
            <a:ext cx="2595728" cy="1055873"/>
          </a:xfrm>
          <a:prstGeom prst="roundRect">
            <a:avLst>
              <a:gd name="adj" fmla="val 0"/>
            </a:avLst>
          </a:prstGeom>
          <a:solidFill>
            <a:sysClr val="window" lastClr="FFFFFF"/>
          </a:solidFill>
          <a:ln w="9525" algn="ctr">
            <a:solidFill>
              <a:srgbClr val="212E55"/>
            </a:solidFill>
            <a:round/>
            <a:headEnd/>
            <a:tailEnd/>
          </a:ln>
          <a:effectLst/>
        </p:spPr>
        <p:txBody>
          <a:bodyPr lIns="18000" tIns="0" rIns="18000" bIns="0" anchor="ctr"/>
          <a:lstStyle/>
          <a:p>
            <a:pPr marL="85725" marR="0" lvl="0" indent="-85725" algn="l" defTabSz="914400" eaLnBrk="1" fontAlgn="auto" latinLnBrk="0" hangingPunct="1">
              <a:lnSpc>
                <a:spcPct val="110000"/>
              </a:lnSpc>
              <a:spcBef>
                <a:spcPts val="0"/>
              </a:spcBef>
              <a:spcAft>
                <a:spcPts val="0"/>
              </a:spcAft>
              <a:buClr>
                <a:prstClr val="black"/>
              </a:buClr>
              <a:buSzTx/>
              <a:buFont typeface="Arial" panose="020B0604020202020204" pitchFamily="34" charset="0"/>
              <a:buChar char="•"/>
              <a:tabLst/>
              <a:defRPr/>
            </a:pPr>
            <a:r>
              <a:rPr kumimoji="0" lang="ko-KR" altLang="en-US" sz="1000" b="0" i="0" u="none" strike="noStrike" kern="0" cap="none" spc="-5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산업인력공단 및 </a:t>
            </a:r>
            <a:r>
              <a:rPr kumimoji="0" lang="en-US" altLang="ko-KR" sz="1000" b="0" i="0" u="none" strike="noStrike" kern="0" cap="none" spc="-5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ISC </a:t>
            </a:r>
            <a:r>
              <a:rPr kumimoji="0" lang="ko-KR" altLang="en-US" sz="1000" b="0" i="0" u="none" strike="noStrike" kern="0" cap="none" spc="-5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등</a:t>
            </a:r>
            <a:r>
              <a:rPr kumimoji="0" lang="en-US" altLang="ko-KR" sz="1000" b="0" i="0" u="none" strike="noStrike" kern="0" cap="none" spc="-5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 </a:t>
            </a:r>
            <a:r>
              <a:rPr kumimoji="0" lang="ko-KR" altLang="en-US" sz="1000" b="0" i="0" u="none" strike="noStrike" kern="0" cap="none" spc="-5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유관기관 최신 자료 확보</a:t>
            </a:r>
            <a:endParaRPr kumimoji="0" lang="en-US" altLang="ko-KR" sz="1000" b="0" i="0" u="none" strike="noStrike" kern="0" cap="none" spc="-5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a:p>
            <a:pPr marL="85725" marR="0" lvl="0" indent="-85725" algn="l" defTabSz="914400" eaLnBrk="1" fontAlgn="auto" latinLnBrk="0" hangingPunct="1">
              <a:lnSpc>
                <a:spcPct val="110000"/>
              </a:lnSpc>
              <a:spcBef>
                <a:spcPts val="0"/>
              </a:spcBef>
              <a:spcAft>
                <a:spcPts val="0"/>
              </a:spcAft>
              <a:buClr>
                <a:prstClr val="black"/>
              </a:buClr>
              <a:buSzTx/>
              <a:buFont typeface="Arial" panose="020B0604020202020204" pitchFamily="34" charset="0"/>
              <a:buChar char="•"/>
              <a:tabLst/>
              <a:defRPr/>
            </a:pPr>
            <a:r>
              <a:rPr lang="ko-KR" altLang="en-US" sz="1000" kern="0" spc="-50" dirty="0" err="1">
                <a:solidFill>
                  <a:prstClr val="black"/>
                </a:solidFill>
                <a:latin typeface="a고딕14" panose="02020600000000000000" pitchFamily="18" charset="-127"/>
                <a:ea typeface="a고딕14" panose="02020600000000000000" pitchFamily="18" charset="-127"/>
              </a:rPr>
              <a:t>기개발</a:t>
            </a:r>
            <a:r>
              <a:rPr lang="ko-KR" altLang="en-US" sz="1000" kern="0" spc="-50" dirty="0">
                <a:solidFill>
                  <a:prstClr val="black"/>
                </a:solidFill>
                <a:latin typeface="a고딕14" panose="02020600000000000000" pitchFamily="18" charset="-127"/>
                <a:ea typeface="a고딕14" panose="02020600000000000000" pitchFamily="18" charset="-127"/>
              </a:rPr>
              <a:t> 과목</a:t>
            </a:r>
            <a:r>
              <a:rPr lang="en-US" altLang="ko-KR" sz="1000" kern="0" spc="-50" dirty="0">
                <a:solidFill>
                  <a:prstClr val="black"/>
                </a:solidFill>
                <a:latin typeface="a고딕14" panose="02020600000000000000" pitchFamily="18" charset="-127"/>
                <a:ea typeface="a고딕14" panose="02020600000000000000" pitchFamily="18" charset="-127"/>
              </a:rPr>
              <a:t> 2,586</a:t>
            </a:r>
            <a:r>
              <a:rPr lang="ko-KR" altLang="en-US" sz="1000" kern="0" spc="-50" dirty="0">
                <a:solidFill>
                  <a:prstClr val="black"/>
                </a:solidFill>
                <a:latin typeface="a고딕14" panose="02020600000000000000" pitchFamily="18" charset="-127"/>
                <a:ea typeface="a고딕14" panose="02020600000000000000" pitchFamily="18" charset="-127"/>
              </a:rPr>
              <a:t>개</a:t>
            </a:r>
            <a:r>
              <a:rPr lang="en-US" altLang="ko-KR" sz="1000" kern="0" spc="-50" dirty="0">
                <a:solidFill>
                  <a:prstClr val="black"/>
                </a:solidFill>
                <a:latin typeface="a고딕14" panose="02020600000000000000" pitchFamily="18" charset="-127"/>
                <a:ea typeface="a고딕14" panose="02020600000000000000" pitchFamily="18" charset="-127"/>
              </a:rPr>
              <a:t>(</a:t>
            </a:r>
            <a:r>
              <a:rPr lang="ko-KR" altLang="en-US" sz="1000" kern="0" spc="-50" dirty="0">
                <a:solidFill>
                  <a:prstClr val="black"/>
                </a:solidFill>
                <a:latin typeface="a고딕14" panose="02020600000000000000" pitchFamily="18" charset="-127"/>
                <a:ea typeface="a고딕14" panose="02020600000000000000" pitchFamily="18" charset="-127"/>
              </a:rPr>
              <a:t>이러닝 </a:t>
            </a:r>
            <a:r>
              <a:rPr lang="en-US" altLang="ko-KR" sz="1000" kern="0" spc="-50" dirty="0">
                <a:solidFill>
                  <a:prstClr val="black"/>
                </a:solidFill>
                <a:latin typeface="a고딕14" panose="02020600000000000000" pitchFamily="18" charset="-127"/>
                <a:ea typeface="a고딕14" panose="02020600000000000000" pitchFamily="18" charset="-127"/>
              </a:rPr>
              <a:t>2,397</a:t>
            </a:r>
            <a:r>
              <a:rPr lang="ko-KR" altLang="en-US" sz="1000" kern="0" spc="-50" dirty="0">
                <a:solidFill>
                  <a:prstClr val="black"/>
                </a:solidFill>
                <a:latin typeface="a고딕14" panose="02020600000000000000" pitchFamily="18" charset="-127"/>
                <a:ea typeface="a고딕14" panose="02020600000000000000" pitchFamily="18" charset="-127"/>
              </a:rPr>
              <a:t>개</a:t>
            </a:r>
            <a:r>
              <a:rPr lang="en-US" altLang="ko-KR" sz="1000" kern="0" spc="-50" dirty="0">
                <a:solidFill>
                  <a:prstClr val="black"/>
                </a:solidFill>
                <a:latin typeface="a고딕14" panose="02020600000000000000" pitchFamily="18" charset="-127"/>
                <a:ea typeface="a고딕14" panose="02020600000000000000" pitchFamily="18" charset="-127"/>
              </a:rPr>
              <a:t>, </a:t>
            </a:r>
            <a:r>
              <a:rPr lang="ko-KR" altLang="en-US" sz="1000" kern="0" spc="-50" dirty="0">
                <a:solidFill>
                  <a:prstClr val="black"/>
                </a:solidFill>
                <a:latin typeface="a고딕14" panose="02020600000000000000" pitchFamily="18" charset="-127"/>
                <a:ea typeface="a고딕14" panose="02020600000000000000" pitchFamily="18" charset="-127"/>
              </a:rPr>
              <a:t>가상 </a:t>
            </a:r>
            <a:r>
              <a:rPr lang="en-US" altLang="ko-KR" sz="1000" kern="0" spc="-50" dirty="0">
                <a:solidFill>
                  <a:prstClr val="black"/>
                </a:solidFill>
                <a:latin typeface="a고딕14" panose="02020600000000000000" pitchFamily="18" charset="-127"/>
                <a:ea typeface="a고딕14" panose="02020600000000000000" pitchFamily="18" charset="-127"/>
              </a:rPr>
              <a:t>189</a:t>
            </a:r>
            <a:r>
              <a:rPr lang="ko-KR" altLang="en-US" sz="1000" kern="0" spc="-50" dirty="0">
                <a:solidFill>
                  <a:prstClr val="black"/>
                </a:solidFill>
                <a:latin typeface="a고딕14" panose="02020600000000000000" pitchFamily="18" charset="-127"/>
                <a:ea typeface="a고딕14" panose="02020600000000000000" pitchFamily="18" charset="-127"/>
              </a:rPr>
              <a:t>개</a:t>
            </a:r>
            <a:r>
              <a:rPr lang="en-US" altLang="ko-KR" sz="1000" kern="0" spc="-50" dirty="0">
                <a:solidFill>
                  <a:prstClr val="black"/>
                </a:solidFill>
                <a:latin typeface="a고딕14" panose="02020600000000000000" pitchFamily="18" charset="-127"/>
                <a:ea typeface="a고딕14" panose="02020600000000000000" pitchFamily="18" charset="-127"/>
              </a:rPr>
              <a:t>) </a:t>
            </a:r>
            <a:r>
              <a:rPr lang="ko-KR" altLang="en-US" sz="1000" kern="0" spc="-50" dirty="0">
                <a:solidFill>
                  <a:prstClr val="black"/>
                </a:solidFill>
                <a:latin typeface="a고딕14" panose="02020600000000000000" pitchFamily="18" charset="-127"/>
                <a:ea typeface="a고딕14" panose="02020600000000000000" pitchFamily="18" charset="-127"/>
              </a:rPr>
              <a:t>과목 분석 및 최신 </a:t>
            </a:r>
            <a:r>
              <a:rPr lang="en-US" altLang="ko-KR" sz="1000" kern="0" spc="-50" dirty="0">
                <a:solidFill>
                  <a:prstClr val="black"/>
                </a:solidFill>
                <a:latin typeface="a고딕14" panose="02020600000000000000" pitchFamily="18" charset="-127"/>
                <a:ea typeface="a고딕14" panose="02020600000000000000" pitchFamily="18" charset="-127"/>
              </a:rPr>
              <a:t>NCS </a:t>
            </a:r>
            <a:r>
              <a:rPr lang="ko-KR" altLang="en-US" sz="1000" kern="0" spc="-50" dirty="0">
                <a:solidFill>
                  <a:prstClr val="black"/>
                </a:solidFill>
                <a:latin typeface="a고딕14" panose="02020600000000000000" pitchFamily="18" charset="-127"/>
                <a:ea typeface="a고딕14" panose="02020600000000000000" pitchFamily="18" charset="-127"/>
              </a:rPr>
              <a:t>능력단위 매핑</a:t>
            </a:r>
            <a:endParaRPr lang="en-US" altLang="ko-KR" sz="1000" kern="0" spc="-50" dirty="0">
              <a:solidFill>
                <a:prstClr val="black"/>
              </a:solidFill>
              <a:latin typeface="a고딕14" panose="02020600000000000000" pitchFamily="18" charset="-127"/>
              <a:ea typeface="a고딕14" panose="02020600000000000000" pitchFamily="18" charset="-127"/>
            </a:endParaRPr>
          </a:p>
          <a:p>
            <a:pPr marL="85725" marR="0" lvl="0" indent="-85725" algn="l" defTabSz="914400" eaLnBrk="1" fontAlgn="auto" latinLnBrk="0" hangingPunct="1">
              <a:lnSpc>
                <a:spcPct val="110000"/>
              </a:lnSpc>
              <a:spcBef>
                <a:spcPts val="0"/>
              </a:spcBef>
              <a:spcAft>
                <a:spcPts val="0"/>
              </a:spcAft>
              <a:buClr>
                <a:prstClr val="black"/>
              </a:buClr>
              <a:buSzTx/>
              <a:buFont typeface="Arial" panose="020B0604020202020204" pitchFamily="34" charset="0"/>
              <a:buChar char="•"/>
              <a:tabLst/>
              <a:defRPr/>
            </a:pPr>
            <a:r>
              <a:rPr lang="ko-KR" altLang="en-US" sz="1000" kern="0" spc="-50" dirty="0" err="1">
                <a:solidFill>
                  <a:prstClr val="black"/>
                </a:solidFill>
                <a:latin typeface="a고딕14" panose="02020600000000000000" pitchFamily="18" charset="-127"/>
                <a:ea typeface="a고딕14" panose="02020600000000000000" pitchFamily="18" charset="-127"/>
              </a:rPr>
              <a:t>미활용</a:t>
            </a:r>
            <a:r>
              <a:rPr lang="ko-KR" altLang="en-US" sz="1000" kern="0" spc="-50" dirty="0">
                <a:solidFill>
                  <a:prstClr val="black"/>
                </a:solidFill>
                <a:latin typeface="a고딕14" panose="02020600000000000000" pitchFamily="18" charset="-127"/>
                <a:ea typeface="a고딕14" panose="02020600000000000000" pitchFamily="18" charset="-127"/>
              </a:rPr>
              <a:t> 능력단위 도출</a:t>
            </a:r>
            <a:endParaRPr kumimoji="0" lang="ko-KR" altLang="en-US" sz="1000" b="0" i="0" u="none" strike="noStrike" kern="0" cap="none" spc="-5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37" name="AutoShape 22">
            <a:extLst>
              <a:ext uri="{FF2B5EF4-FFF2-40B4-BE49-F238E27FC236}">
                <a16:creationId xmlns:a16="http://schemas.microsoft.com/office/drawing/2014/main" id="{75084A10-47E2-5218-5C07-74253E12DF49}"/>
              </a:ext>
            </a:extLst>
          </p:cNvPr>
          <p:cNvSpPr>
            <a:spLocks noChangeArrowheads="1"/>
          </p:cNvSpPr>
          <p:nvPr/>
        </p:nvSpPr>
        <p:spPr bwMode="auto">
          <a:xfrm>
            <a:off x="1395547" y="5161442"/>
            <a:ext cx="2595728" cy="230027"/>
          </a:xfrm>
          <a:prstGeom prst="roundRect">
            <a:avLst>
              <a:gd name="adj" fmla="val 0"/>
            </a:avLst>
          </a:prstGeom>
          <a:solidFill>
            <a:srgbClr val="E2F0D9"/>
          </a:solidFill>
          <a:ln w="9525" algn="ctr">
            <a:solidFill>
              <a:srgbClr val="212E55"/>
            </a:solidFill>
            <a:round/>
            <a:headEnd/>
            <a:tailEnd/>
          </a:ln>
          <a:effectLst/>
        </p:spPr>
        <p:txBody>
          <a:bodyPr lIns="18000" tIns="0" rIns="18000" bIns="0" anchor="ctr"/>
          <a:lstStyle/>
          <a:p>
            <a:pPr algn="l" eaLnBrk="1" fontAlgn="auto" latinLnBrk="0" hangingPunct="1">
              <a:lnSpc>
                <a:spcPct val="110000"/>
              </a:lnSpc>
              <a:spcBef>
                <a:spcPts val="0"/>
              </a:spcBef>
              <a:spcAft>
                <a:spcPts val="0"/>
              </a:spcAft>
              <a:buClr>
                <a:prstClr val="black"/>
              </a:buClr>
              <a:buFontTx/>
              <a:buNone/>
              <a:defRPr/>
            </a:pPr>
            <a:r>
              <a:rPr lang="en-US" altLang="ko-KR" sz="1100" kern="0" spc="-50">
                <a:solidFill>
                  <a:prstClr val="black"/>
                </a:solidFill>
                <a:latin typeface="a고딕14" panose="02020600000000000000" pitchFamily="18" charset="-127"/>
                <a:ea typeface="a고딕14" panose="02020600000000000000" pitchFamily="18" charset="-127"/>
              </a:rPr>
              <a:t>1-2.</a:t>
            </a:r>
            <a:r>
              <a:rPr lang="ko-KR" altLang="en-US" sz="1100" kern="0" spc="-50">
                <a:solidFill>
                  <a:prstClr val="black"/>
                </a:solidFill>
                <a:latin typeface="a고딕14" panose="02020600000000000000" pitchFamily="18" charset="-127"/>
                <a:ea typeface="a고딕14" panose="02020600000000000000" pitchFamily="18" charset="-127"/>
              </a:rPr>
              <a:t> </a:t>
            </a:r>
            <a:r>
              <a:rPr lang="en-US" altLang="ko-KR" sz="1100" kern="0" spc="-50">
                <a:solidFill>
                  <a:prstClr val="black"/>
                </a:solidFill>
                <a:latin typeface="a고딕14" panose="02020600000000000000" pitchFamily="18" charset="-127"/>
                <a:ea typeface="a고딕14" panose="02020600000000000000" pitchFamily="18" charset="-127"/>
              </a:rPr>
              <a:t>Master DB + SLR </a:t>
            </a:r>
            <a:r>
              <a:rPr lang="ko-KR" altLang="en-US" sz="1100" kern="0" spc="-50">
                <a:solidFill>
                  <a:prstClr val="black"/>
                </a:solidFill>
                <a:latin typeface="a고딕14" panose="02020600000000000000" pitchFamily="18" charset="-127"/>
                <a:ea typeface="a고딕14" panose="02020600000000000000" pitchFamily="18" charset="-127"/>
              </a:rPr>
              <a:t>최신화 </a:t>
            </a:r>
            <a:r>
              <a:rPr lang="ko-KR" altLang="en-US" sz="1100" kern="0" spc="-50" dirty="0">
                <a:solidFill>
                  <a:prstClr val="black"/>
                </a:solidFill>
                <a:latin typeface="a고딕14" panose="02020600000000000000" pitchFamily="18" charset="-127"/>
                <a:ea typeface="a고딕14" panose="02020600000000000000" pitchFamily="18" charset="-127"/>
              </a:rPr>
              <a:t>및 고도화</a:t>
            </a:r>
          </a:p>
        </p:txBody>
      </p:sp>
      <p:sp>
        <p:nvSpPr>
          <p:cNvPr id="38" name="AutoShape 22">
            <a:extLst>
              <a:ext uri="{FF2B5EF4-FFF2-40B4-BE49-F238E27FC236}">
                <a16:creationId xmlns:a16="http://schemas.microsoft.com/office/drawing/2014/main" id="{C1B27AC8-F235-E326-0748-A71E5F633C97}"/>
              </a:ext>
            </a:extLst>
          </p:cNvPr>
          <p:cNvSpPr>
            <a:spLocks noChangeArrowheads="1"/>
          </p:cNvSpPr>
          <p:nvPr/>
        </p:nvSpPr>
        <p:spPr bwMode="auto">
          <a:xfrm>
            <a:off x="1395547" y="5434333"/>
            <a:ext cx="2595728" cy="1045092"/>
          </a:xfrm>
          <a:prstGeom prst="roundRect">
            <a:avLst>
              <a:gd name="adj" fmla="val 0"/>
            </a:avLst>
          </a:prstGeom>
          <a:solidFill>
            <a:sysClr val="window" lastClr="FFFFFF"/>
          </a:solidFill>
          <a:ln w="9525" algn="ctr">
            <a:solidFill>
              <a:srgbClr val="212E55"/>
            </a:solidFill>
            <a:round/>
            <a:headEnd/>
            <a:tailEnd/>
          </a:ln>
          <a:effectLst/>
        </p:spPr>
        <p:txBody>
          <a:bodyPr lIns="18000" tIns="0" rIns="18000" bIns="0" anchor="ctr"/>
          <a:lstStyle/>
          <a:p>
            <a:pPr marL="85725" indent="-85725" algn="l" eaLnBrk="1" fontAlgn="auto" latinLnBrk="0" hangingPunct="1">
              <a:lnSpc>
                <a:spcPct val="110000"/>
              </a:lnSpc>
              <a:spcBef>
                <a:spcPts val="0"/>
              </a:spcBef>
              <a:spcAft>
                <a:spcPts val="0"/>
              </a:spcAft>
              <a:buClr>
                <a:prstClr val="black"/>
              </a:buClr>
              <a:buFont typeface="Arial" panose="020B0604020202020204" pitchFamily="34" charset="0"/>
              <a:buChar char="•"/>
            </a:pPr>
            <a:r>
              <a:rPr lang="en-US" altLang="ko-KR" sz="1000" kern="0" spc="-50" dirty="0">
                <a:solidFill>
                  <a:prstClr val="black"/>
                </a:solidFill>
                <a:latin typeface="a고딕14" panose="02020600000000000000" pitchFamily="18" charset="-127"/>
                <a:ea typeface="a고딕14" panose="02020600000000000000" pitchFamily="18" charset="-127"/>
              </a:rPr>
              <a:t>Master DB 1</a:t>
            </a:r>
            <a:r>
              <a:rPr lang="ko-KR" altLang="en-US" sz="1000" kern="0" spc="-50" dirty="0">
                <a:solidFill>
                  <a:prstClr val="black"/>
                </a:solidFill>
                <a:latin typeface="a고딕14" panose="02020600000000000000" pitchFamily="18" charset="-127"/>
                <a:ea typeface="a고딕14" panose="02020600000000000000" pitchFamily="18" charset="-127"/>
              </a:rPr>
              <a:t>차 업데이트</a:t>
            </a:r>
            <a:endParaRPr lang="en-US" altLang="ko-KR" sz="1000" kern="0" spc="-50" dirty="0">
              <a:solidFill>
                <a:prstClr val="black"/>
              </a:solidFill>
              <a:latin typeface="a고딕14" panose="02020600000000000000" pitchFamily="18" charset="-127"/>
              <a:ea typeface="a고딕14" panose="02020600000000000000" pitchFamily="18" charset="-127"/>
            </a:endParaRPr>
          </a:p>
          <a:p>
            <a:pPr marL="85725" indent="-85725" algn="l" eaLnBrk="1" fontAlgn="auto" latinLnBrk="0" hangingPunct="1">
              <a:lnSpc>
                <a:spcPct val="110000"/>
              </a:lnSpc>
              <a:spcBef>
                <a:spcPts val="0"/>
              </a:spcBef>
              <a:spcAft>
                <a:spcPts val="0"/>
              </a:spcAft>
              <a:buClr>
                <a:prstClr val="black"/>
              </a:buClr>
              <a:buFont typeface="Arial" panose="020B0604020202020204" pitchFamily="34" charset="0"/>
              <a:buChar char="•"/>
            </a:pPr>
            <a:r>
              <a:rPr lang="en-US" altLang="ko-KR" sz="1000" kern="0" spc="-50" dirty="0">
                <a:solidFill>
                  <a:prstClr val="black"/>
                </a:solidFill>
                <a:latin typeface="a고딕14" panose="02020600000000000000" pitchFamily="18" charset="-127"/>
                <a:ea typeface="a고딕14" panose="02020600000000000000" pitchFamily="18" charset="-127"/>
              </a:rPr>
              <a:t>STEP 10</a:t>
            </a:r>
            <a:r>
              <a:rPr lang="ko-KR" altLang="en-US" sz="1000" kern="0" spc="-50" dirty="0">
                <a:solidFill>
                  <a:prstClr val="black"/>
                </a:solidFill>
                <a:latin typeface="a고딕14" panose="02020600000000000000" pitchFamily="18" charset="-127"/>
                <a:ea typeface="a고딕14" panose="02020600000000000000" pitchFamily="18" charset="-127"/>
              </a:rPr>
              <a:t>대 산업 분야별 </a:t>
            </a:r>
            <a:r>
              <a:rPr lang="en-US" altLang="ko-KR" sz="1000" kern="0" spc="-50" dirty="0">
                <a:solidFill>
                  <a:prstClr val="black"/>
                </a:solidFill>
                <a:latin typeface="a고딕14" panose="02020600000000000000" pitchFamily="18" charset="-127"/>
                <a:ea typeface="a고딕14" panose="02020600000000000000" pitchFamily="18" charset="-127"/>
              </a:rPr>
              <a:t>SLR </a:t>
            </a:r>
            <a:r>
              <a:rPr lang="ko-KR" altLang="en-US" sz="1000" kern="0" spc="-50" dirty="0">
                <a:solidFill>
                  <a:prstClr val="black"/>
                </a:solidFill>
                <a:latin typeface="a고딕14" panose="02020600000000000000" pitchFamily="18" charset="-127"/>
                <a:ea typeface="a고딕14" panose="02020600000000000000" pitchFamily="18" charset="-127"/>
              </a:rPr>
              <a:t>업데이트</a:t>
            </a:r>
            <a:endParaRPr lang="en-US" altLang="ko-KR" sz="1000" kern="0" spc="-50" dirty="0">
              <a:solidFill>
                <a:prstClr val="black"/>
              </a:solidFill>
              <a:latin typeface="a고딕14" panose="02020600000000000000" pitchFamily="18" charset="-127"/>
              <a:ea typeface="a고딕14" panose="02020600000000000000" pitchFamily="18" charset="-127"/>
            </a:endParaRPr>
          </a:p>
          <a:p>
            <a:pPr marL="85725" indent="-85725" algn="l" eaLnBrk="1" fontAlgn="auto" latinLnBrk="0" hangingPunct="1">
              <a:lnSpc>
                <a:spcPct val="110000"/>
              </a:lnSpc>
              <a:spcBef>
                <a:spcPts val="0"/>
              </a:spcBef>
              <a:spcAft>
                <a:spcPts val="0"/>
              </a:spcAft>
              <a:buClr>
                <a:prstClr val="black"/>
              </a:buClr>
              <a:buFont typeface="Arial" panose="020B0604020202020204" pitchFamily="34" charset="0"/>
              <a:buChar char="•"/>
            </a:pPr>
            <a:r>
              <a:rPr lang="en-US" altLang="ko-KR" sz="1000" kern="0" spc="-50" dirty="0">
                <a:solidFill>
                  <a:prstClr val="black"/>
                </a:solidFill>
                <a:latin typeface="a고딕14" panose="02020600000000000000" pitchFamily="18" charset="-127"/>
                <a:ea typeface="a고딕14" panose="02020600000000000000" pitchFamily="18" charset="-127"/>
              </a:rPr>
              <a:t>SLR </a:t>
            </a:r>
            <a:r>
              <a:rPr lang="ko-KR" altLang="en-US" sz="1000" kern="0" spc="-50" dirty="0">
                <a:solidFill>
                  <a:prstClr val="black"/>
                </a:solidFill>
                <a:latin typeface="a고딕14" panose="02020600000000000000" pitchFamily="18" charset="-127"/>
                <a:ea typeface="a고딕14" panose="02020600000000000000" pitchFamily="18" charset="-127"/>
              </a:rPr>
              <a:t>고도화 방안 마련</a:t>
            </a:r>
            <a:r>
              <a:rPr lang="en-US" altLang="ko-KR" sz="1000" kern="0" spc="-50" dirty="0">
                <a:solidFill>
                  <a:prstClr val="black"/>
                </a:solidFill>
                <a:latin typeface="a고딕14" panose="02020600000000000000" pitchFamily="18" charset="-127"/>
                <a:ea typeface="a고딕14" panose="02020600000000000000" pitchFamily="18" charset="-127"/>
              </a:rPr>
              <a:t>(AI </a:t>
            </a:r>
            <a:r>
              <a:rPr lang="ko-KR" altLang="en-US" sz="1000" kern="0" spc="-50" dirty="0">
                <a:solidFill>
                  <a:prstClr val="black"/>
                </a:solidFill>
                <a:latin typeface="a고딕14" panose="02020600000000000000" pitchFamily="18" charset="-127"/>
                <a:ea typeface="a고딕14" panose="02020600000000000000" pitchFamily="18" charset="-127"/>
              </a:rPr>
              <a:t>활용 자동화 등</a:t>
            </a:r>
            <a:r>
              <a:rPr lang="en-US" altLang="ko-KR" sz="1000" kern="0" spc="-50" dirty="0">
                <a:solidFill>
                  <a:prstClr val="black"/>
                </a:solidFill>
                <a:latin typeface="a고딕14" panose="02020600000000000000" pitchFamily="18" charset="-127"/>
                <a:ea typeface="a고딕14" panose="02020600000000000000" pitchFamily="18" charset="-127"/>
              </a:rPr>
              <a:t>)</a:t>
            </a:r>
            <a:endParaRPr lang="ko-KR" altLang="en-US" sz="1000" kern="0" spc="-50" dirty="0">
              <a:solidFill>
                <a:prstClr val="black"/>
              </a:solidFill>
              <a:latin typeface="a고딕14" panose="02020600000000000000" pitchFamily="18" charset="-127"/>
              <a:ea typeface="a고딕14" panose="02020600000000000000" pitchFamily="18" charset="-127"/>
            </a:endParaRPr>
          </a:p>
        </p:txBody>
      </p:sp>
    </p:spTree>
    <p:extLst>
      <p:ext uri="{BB962C8B-B14F-4D97-AF65-F5344CB8AC3E}">
        <p14:creationId xmlns:p14="http://schemas.microsoft.com/office/powerpoint/2010/main" val="2132107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a:t>
            </a:r>
            <a:r>
              <a:rPr lang="en-US" altLang="ko-KR" dirty="0"/>
              <a:t>‘</a:t>
            </a:r>
            <a:r>
              <a:rPr lang="en-US" altLang="ko-KR" dirty="0">
                <a:solidFill>
                  <a:srgbClr val="0070C0"/>
                </a:solidFill>
              </a:rPr>
              <a:t>23</a:t>
            </a:r>
            <a:r>
              <a:rPr lang="ko-KR" altLang="en-US" dirty="0">
                <a:solidFill>
                  <a:srgbClr val="0070C0"/>
                </a:solidFill>
              </a:rPr>
              <a:t>년부터 동일 연구를 연속적으로</a:t>
            </a:r>
            <a:r>
              <a:rPr lang="en-US" altLang="ko-KR" dirty="0">
                <a:solidFill>
                  <a:srgbClr val="0070C0"/>
                </a:solidFill>
              </a:rPr>
              <a:t> </a:t>
            </a:r>
            <a:r>
              <a:rPr lang="ko-KR" altLang="en-US" dirty="0">
                <a:solidFill>
                  <a:srgbClr val="0070C0"/>
                </a:solidFill>
              </a:rPr>
              <a:t>수행하며 고도화 </a:t>
            </a:r>
            <a:r>
              <a:rPr lang="ko-KR" altLang="en-US" dirty="0"/>
              <a:t>하고 있어</a:t>
            </a:r>
            <a:r>
              <a:rPr lang="en-US" altLang="ko-KR" dirty="0"/>
              <a:t>, </a:t>
            </a:r>
            <a:r>
              <a:rPr lang="ko-KR" altLang="en-US" dirty="0"/>
              <a:t>해당 </a:t>
            </a:r>
            <a:r>
              <a:rPr lang="ko-KR" altLang="en-US" dirty="0">
                <a:solidFill>
                  <a:srgbClr val="0070C0"/>
                </a:solidFill>
              </a:rPr>
              <a:t>연구에 대한 이해가 높으며</a:t>
            </a:r>
            <a:r>
              <a:rPr lang="en-US" altLang="ko-KR" dirty="0">
                <a:solidFill>
                  <a:srgbClr val="0070C0"/>
                </a:solidFill>
              </a:rPr>
              <a:t>, </a:t>
            </a:r>
            <a:r>
              <a:rPr lang="ko-KR" altLang="en-US" dirty="0"/>
              <a:t>수요조사 및 교육과정 개발 용역 수행 경험을 보유하고 있음</a:t>
            </a:r>
            <a:r>
              <a:rPr lang="en-US" altLang="ko-KR" dirty="0"/>
              <a:t>.</a:t>
            </a:r>
            <a:endParaRPr lang="ko-KR" altLang="en-US" dirty="0"/>
          </a:p>
        </p:txBody>
      </p:sp>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rPr>
              <a:t>Ⅰ. </a:t>
            </a:r>
            <a:r>
              <a:rPr lang="ko-KR" altLang="en-US" dirty="0" err="1">
                <a:latin typeface="Arial Narrow" panose="020B0606020202030204" pitchFamily="34" charset="0"/>
              </a:rPr>
              <a:t>제안개요</a:t>
            </a:r>
            <a:endParaRPr lang="en-US" altLang="ko-KR" dirty="0">
              <a:latin typeface="Arial Narrow" panose="020B0606020202030204" pitchFamily="34" charset="0"/>
            </a:endParaRPr>
          </a:p>
          <a:p>
            <a:pPr latinLnBrk="0"/>
            <a:r>
              <a:rPr lang="en-US" altLang="ko-KR" dirty="0">
                <a:latin typeface="+mn-ea"/>
              </a:rPr>
              <a:t>2. </a:t>
            </a:r>
            <a:r>
              <a:rPr lang="ko-KR" altLang="en-US" dirty="0">
                <a:latin typeface="+mn-ea"/>
              </a:rPr>
              <a:t>제안의 특장점</a:t>
            </a:r>
          </a:p>
        </p:txBody>
      </p:sp>
      <p:sp>
        <p:nvSpPr>
          <p:cNvPr id="69" name="직사각형 68"/>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21" name="텍스트 개체 틀 20"/>
          <p:cNvSpPr>
            <a:spLocks noGrp="1"/>
          </p:cNvSpPr>
          <p:nvPr>
            <p:ph type="body" sz="quarter" idx="15"/>
          </p:nvPr>
        </p:nvSpPr>
        <p:spPr/>
        <p:txBody>
          <a:bodyPr/>
          <a:lstStyle/>
          <a:p>
            <a:pPr latinLnBrk="0"/>
            <a:r>
              <a:rPr lang="en-US" altLang="ko-KR" dirty="0"/>
              <a:t>[CSF1] </a:t>
            </a:r>
            <a:r>
              <a:rPr lang="ko-KR" altLang="en-US" dirty="0"/>
              <a:t>조사 연구용역에 대한 높은 전문성 보유</a:t>
            </a:r>
            <a:endParaRPr lang="en-US" altLang="ko-KR" dirty="0"/>
          </a:p>
        </p:txBody>
      </p:sp>
      <p:sp>
        <p:nvSpPr>
          <p:cNvPr id="115" name="텍스트 개체 틀 5">
            <a:extLst>
              <a:ext uri="{FF2B5EF4-FFF2-40B4-BE49-F238E27FC236}">
                <a16:creationId xmlns:a16="http://schemas.microsoft.com/office/drawing/2014/main" id="{104314F5-5814-404E-941E-1D21123D3801}"/>
              </a:ext>
            </a:extLst>
          </p:cNvPr>
          <p:cNvSpPr>
            <a:spLocks noGrp="1"/>
          </p:cNvSpPr>
          <p:nvPr>
            <p:ph type="body" sz="quarter" idx="14"/>
          </p:nvPr>
        </p:nvSpPr>
        <p:spPr>
          <a:xfrm>
            <a:off x="596516" y="1614634"/>
            <a:ext cx="7092788" cy="331935"/>
          </a:xfrm>
        </p:spPr>
        <p:txBody>
          <a:bodyPr/>
          <a:lstStyle/>
          <a:p>
            <a:pPr latinLnBrk="0">
              <a:lnSpc>
                <a:spcPct val="90000"/>
              </a:lnSpc>
              <a:spcBef>
                <a:spcPts val="400"/>
              </a:spcBef>
              <a:buSzPct val="100000"/>
              <a:defRPr/>
            </a:pPr>
            <a:r>
              <a:rPr lang="ko-KR" altLang="en-US" kern="0" dirty="0">
                <a:cs typeface="Arial Narrow" pitchFamily="34" charset="0"/>
              </a:rPr>
              <a:t>다수의 유사용역 수행실적 보유</a:t>
            </a:r>
            <a:endParaRPr lang="en-US" altLang="ko-KR" kern="0" dirty="0">
              <a:cs typeface="Arial Narrow" pitchFamily="34" charset="0"/>
            </a:endParaRPr>
          </a:p>
        </p:txBody>
      </p:sp>
      <p:cxnSp>
        <p:nvCxnSpPr>
          <p:cNvPr id="118" name="Horizontal Line">
            <a:extLst>
              <a:ext uri="{FF2B5EF4-FFF2-40B4-BE49-F238E27FC236}">
                <a16:creationId xmlns:a16="http://schemas.microsoft.com/office/drawing/2014/main" id="{39B44751-FA0D-47D5-9EAC-3ECA135B1D02}"/>
              </a:ext>
            </a:extLst>
          </p:cNvPr>
          <p:cNvCxnSpPr/>
          <p:nvPr/>
        </p:nvCxnSpPr>
        <p:spPr>
          <a:xfrm>
            <a:off x="596653" y="1952836"/>
            <a:ext cx="8748959" cy="0"/>
          </a:xfrm>
          <a:prstGeom prst="line">
            <a:avLst/>
          </a:prstGeom>
          <a:noFill/>
          <a:ln w="22225" cap="flat" cmpd="sng" algn="ctr">
            <a:solidFill>
              <a:srgbClr val="003F56"/>
            </a:solidFill>
            <a:prstDash val="solid"/>
          </a:ln>
          <a:effectLst/>
        </p:spPr>
      </p:cxnSp>
      <p:sp>
        <p:nvSpPr>
          <p:cNvPr id="53" name="Text Box 4"/>
          <p:cNvSpPr txBox="1">
            <a:spLocks noChangeArrowheads="1"/>
          </p:cNvSpPr>
          <p:nvPr/>
        </p:nvSpPr>
        <p:spPr bwMode="auto">
          <a:xfrm>
            <a:off x="6666202" y="2036397"/>
            <a:ext cx="1328113" cy="253916"/>
          </a:xfrm>
          <a:prstGeom prst="rect">
            <a:avLst/>
          </a:prstGeom>
          <a:noFill/>
          <a:ln>
            <a:noFill/>
          </a:ln>
          <a:effectLst>
            <a:prstShdw prst="shdw17" dist="17961" dir="2700000">
              <a:sysClr val="window" lastClr="FFFFFF">
                <a:gamma/>
                <a:shade val="60000"/>
                <a:invGamma/>
              </a:sys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Lst>
        </p:spPr>
        <p:txBody>
          <a:bodyPr wrap="square">
            <a:spAutoFit/>
          </a:bodyPr>
          <a:lstStyle/>
          <a:p>
            <a:pPr eaLnBrk="1" fontAlgn="auto" latinLnBrk="0" hangingPunct="1">
              <a:spcBef>
                <a:spcPct val="50000"/>
              </a:spcBef>
              <a:spcAft>
                <a:spcPts val="0"/>
              </a:spcAft>
              <a:buFontTx/>
              <a:buNone/>
              <a:defRPr/>
            </a:pPr>
            <a:r>
              <a:rPr kumimoji="1" lang="ko-KR" altLang="en-US" sz="1050" u="sng" kern="0" spc="-40" dirty="0">
                <a:solidFill>
                  <a:prstClr val="black"/>
                </a:solidFill>
                <a:latin typeface="a고딕14" panose="02020600000000000000" pitchFamily="18" charset="-127"/>
                <a:ea typeface="a고딕14" panose="02020600000000000000" pitchFamily="18" charset="-127"/>
                <a:sym typeface="Wingdings 2" panose="05020102010507070707" pitchFamily="18" charset="2"/>
              </a:rPr>
              <a:t>기관</a:t>
            </a:r>
            <a:r>
              <a:rPr kumimoji="1" lang="en-US" altLang="ko-KR" sz="1050" u="sng" kern="0" spc="-40" dirty="0">
                <a:solidFill>
                  <a:prstClr val="black"/>
                </a:solidFill>
                <a:latin typeface="a고딕14" panose="02020600000000000000" pitchFamily="18" charset="-127"/>
                <a:ea typeface="a고딕14" panose="02020600000000000000" pitchFamily="18" charset="-127"/>
                <a:sym typeface="Wingdings 2" panose="05020102010507070707" pitchFamily="18" charset="2"/>
              </a:rPr>
              <a:t>/</a:t>
            </a:r>
            <a:r>
              <a:rPr kumimoji="1" lang="ko-KR" altLang="en-US" sz="1050" u="sng" kern="0" spc="-40" dirty="0" err="1">
                <a:solidFill>
                  <a:prstClr val="black"/>
                </a:solidFill>
                <a:latin typeface="a고딕14" panose="02020600000000000000" pitchFamily="18" charset="-127"/>
                <a:ea typeface="a고딕14" panose="02020600000000000000" pitchFamily="18" charset="-127"/>
                <a:sym typeface="Wingdings 2" panose="05020102010507070707" pitchFamily="18" charset="2"/>
              </a:rPr>
              <a:t>과업명</a:t>
            </a:r>
            <a:endParaRPr kumimoji="1" lang="ko-KR" altLang="en-US" sz="1050" u="sng" kern="0" spc="-40" dirty="0">
              <a:solidFill>
                <a:prstClr val="black"/>
              </a:solidFill>
              <a:latin typeface="a고딕14" panose="02020600000000000000" pitchFamily="18" charset="-127"/>
              <a:ea typeface="a고딕14" panose="02020600000000000000" pitchFamily="18" charset="-127"/>
              <a:sym typeface="Wingdings 2" panose="05020102010507070707" pitchFamily="18" charset="2"/>
            </a:endParaRPr>
          </a:p>
        </p:txBody>
      </p:sp>
      <p:sp>
        <p:nvSpPr>
          <p:cNvPr id="54" name="Text Box 4"/>
          <p:cNvSpPr txBox="1">
            <a:spLocks noChangeArrowheads="1"/>
          </p:cNvSpPr>
          <p:nvPr/>
        </p:nvSpPr>
        <p:spPr bwMode="auto">
          <a:xfrm>
            <a:off x="7994315" y="2036397"/>
            <a:ext cx="1351298" cy="253916"/>
          </a:xfrm>
          <a:prstGeom prst="rect">
            <a:avLst/>
          </a:prstGeom>
          <a:noFill/>
          <a:ln>
            <a:noFill/>
          </a:ln>
          <a:effectLst>
            <a:prstShdw prst="shdw17" dist="17961" dir="2700000">
              <a:sysClr val="window" lastClr="FFFFFF">
                <a:gamma/>
                <a:shade val="60000"/>
                <a:invGamma/>
              </a:sys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Lst>
        </p:spPr>
        <p:txBody>
          <a:bodyPr wrap="square">
            <a:spAutoFit/>
          </a:bodyPr>
          <a:lstStyle/>
          <a:p>
            <a:pPr eaLnBrk="1" fontAlgn="auto" latinLnBrk="0" hangingPunct="1">
              <a:spcBef>
                <a:spcPct val="50000"/>
              </a:spcBef>
              <a:spcAft>
                <a:spcPts val="0"/>
              </a:spcAft>
              <a:buFontTx/>
              <a:buNone/>
              <a:defRPr/>
            </a:pPr>
            <a:r>
              <a:rPr kumimoji="1" lang="ko-KR" altLang="en-US" sz="1050" u="sng" kern="0" spc="-40" dirty="0" err="1">
                <a:solidFill>
                  <a:prstClr val="black"/>
                </a:solidFill>
                <a:latin typeface="a고딕14" panose="02020600000000000000" pitchFamily="18" charset="-127"/>
                <a:ea typeface="a고딕14" panose="02020600000000000000" pitchFamily="18" charset="-127"/>
                <a:sym typeface="Wingdings 2" panose="05020102010507070707" pitchFamily="18" charset="2"/>
              </a:rPr>
              <a:t>수행내용</a:t>
            </a:r>
            <a:endParaRPr kumimoji="1" lang="ko-KR" altLang="en-US" sz="1050" u="sng" kern="0" spc="-40" dirty="0">
              <a:solidFill>
                <a:prstClr val="black"/>
              </a:solidFill>
              <a:latin typeface="a고딕14" panose="02020600000000000000" pitchFamily="18" charset="-127"/>
              <a:ea typeface="a고딕14" panose="02020600000000000000" pitchFamily="18" charset="-127"/>
              <a:sym typeface="Wingdings 2" panose="05020102010507070707" pitchFamily="18" charset="2"/>
            </a:endParaRPr>
          </a:p>
        </p:txBody>
      </p:sp>
      <p:sp>
        <p:nvSpPr>
          <p:cNvPr id="55" name="Rectangle 34"/>
          <p:cNvSpPr>
            <a:spLocks noChangeArrowheads="1"/>
          </p:cNvSpPr>
          <p:nvPr/>
        </p:nvSpPr>
        <p:spPr bwMode="auto">
          <a:xfrm>
            <a:off x="7994314" y="2334070"/>
            <a:ext cx="1350399" cy="976504"/>
          </a:xfrm>
          <a:prstGeom prst="rect">
            <a:avLst/>
          </a:prstGeom>
          <a:solidFill>
            <a:srgbClr val="3061A3">
              <a:alpha val="70000"/>
            </a:srgbClr>
          </a:solidFill>
          <a:ln w="3175">
            <a:solidFill>
              <a:srgbClr val="6E90BE"/>
            </a:solidFill>
            <a:miter lim="800000"/>
            <a:headEnd/>
            <a:tailEnd/>
          </a:ln>
          <a:effectLst/>
        </p:spPr>
        <p:txBody>
          <a:bodyPr lIns="36000" tIns="36000" rIns="0" bIns="36000" anchor="ctr"/>
          <a:lstStyle/>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dirty="0">
                <a:solidFill>
                  <a:schemeClr val="bg1"/>
                </a:solidFill>
                <a:latin typeface="Arial Narrow" panose="020B0606020202030204" pitchFamily="34" charset="0"/>
                <a:ea typeface="a고딕14" panose="02020600000000000000" pitchFamily="18" charset="-127"/>
              </a:rPr>
              <a:t>대내외 환경분석 및 수요조사</a:t>
            </a:r>
          </a:p>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dirty="0">
                <a:solidFill>
                  <a:schemeClr val="bg1"/>
                </a:solidFill>
                <a:latin typeface="Arial Narrow" panose="020B0606020202030204" pitchFamily="34" charset="0"/>
                <a:ea typeface="a고딕14" panose="02020600000000000000" pitchFamily="18" charset="-127"/>
              </a:rPr>
              <a:t>혁신지원사업 통한 현장중심 교육과정 개발</a:t>
            </a:r>
            <a:r>
              <a:rPr kumimoji="1" lang="en-US" altLang="ko-KR" sz="900" kern="0" dirty="0">
                <a:solidFill>
                  <a:schemeClr val="bg1"/>
                </a:solidFill>
                <a:latin typeface="Arial Narrow" panose="020B0606020202030204" pitchFamily="34" charset="0"/>
                <a:ea typeface="a고딕14" panose="02020600000000000000" pitchFamily="18" charset="-127"/>
              </a:rPr>
              <a:t>, </a:t>
            </a:r>
            <a:r>
              <a:rPr kumimoji="1" lang="ko-KR" altLang="en-US" sz="900" kern="0" dirty="0">
                <a:solidFill>
                  <a:schemeClr val="bg1"/>
                </a:solidFill>
                <a:latin typeface="Arial Narrow" panose="020B0606020202030204" pitchFamily="34" charset="0"/>
                <a:ea typeface="a고딕14" panose="02020600000000000000" pitchFamily="18" charset="-127"/>
              </a:rPr>
              <a:t>성인학습자 대상 교양교과목</a:t>
            </a:r>
            <a:r>
              <a:rPr kumimoji="1" lang="en-US" altLang="ko-KR" sz="900" kern="0" dirty="0">
                <a:solidFill>
                  <a:schemeClr val="bg1"/>
                </a:solidFill>
                <a:latin typeface="Arial Narrow" panose="020B0606020202030204" pitchFamily="34" charset="0"/>
                <a:ea typeface="a고딕14" panose="02020600000000000000" pitchFamily="18" charset="-127"/>
              </a:rPr>
              <a:t>, </a:t>
            </a:r>
            <a:r>
              <a:rPr kumimoji="1" lang="ko-KR" altLang="en-US" sz="900" kern="0" dirty="0">
                <a:solidFill>
                  <a:schemeClr val="bg1"/>
                </a:solidFill>
                <a:latin typeface="Arial Narrow" panose="020B0606020202030204" pitchFamily="34" charset="0"/>
                <a:ea typeface="a고딕14" panose="02020600000000000000" pitchFamily="18" charset="-127"/>
              </a:rPr>
              <a:t>융</a:t>
            </a:r>
            <a:r>
              <a:rPr kumimoji="1" lang="en-US" altLang="ko-KR" sz="900" kern="0" dirty="0">
                <a:solidFill>
                  <a:schemeClr val="bg1"/>
                </a:solidFill>
                <a:latin typeface="Arial Narrow" panose="020B0606020202030204" pitchFamily="34" charset="0"/>
                <a:ea typeface="a고딕14" panose="02020600000000000000" pitchFamily="18" charset="-127"/>
              </a:rPr>
              <a:t>·</a:t>
            </a:r>
            <a:r>
              <a:rPr kumimoji="1" lang="ko-KR" altLang="en-US" sz="900" kern="0" dirty="0">
                <a:solidFill>
                  <a:schemeClr val="bg1"/>
                </a:solidFill>
                <a:latin typeface="Arial Narrow" panose="020B0606020202030204" pitchFamily="34" charset="0"/>
                <a:ea typeface="a고딕14" panose="02020600000000000000" pitchFamily="18" charset="-127"/>
              </a:rPr>
              <a:t>복합 교육과정 개발</a:t>
            </a:r>
          </a:p>
        </p:txBody>
      </p:sp>
      <p:sp>
        <p:nvSpPr>
          <p:cNvPr id="56" name="Rectangle 32"/>
          <p:cNvSpPr>
            <a:spLocks noChangeArrowheads="1"/>
          </p:cNvSpPr>
          <p:nvPr/>
        </p:nvSpPr>
        <p:spPr bwMode="auto">
          <a:xfrm>
            <a:off x="6653781" y="2334072"/>
            <a:ext cx="1338389" cy="976502"/>
          </a:xfrm>
          <a:prstGeom prst="rect">
            <a:avLst/>
          </a:prstGeom>
          <a:noFill/>
          <a:ln w="3175">
            <a:solidFill>
              <a:srgbClr val="E7E6E6">
                <a:lumMod val="75000"/>
              </a:srgbClr>
            </a:solidFill>
            <a:miter lim="800000"/>
            <a:headEnd/>
            <a:tailEnd/>
          </a:ln>
          <a:effectLst/>
        </p:spPr>
        <p:txBody>
          <a:bodyPr wrap="square" lIns="0" rIns="0" bIns="18000" anchor="b"/>
          <a:lstStyle/>
          <a:p>
            <a:pPr marL="0" marR="0" lvl="0" indent="0" defTabSz="914400" eaLnBrk="1" fontAlgn="auto" latinLnBrk="0" hangingPunct="1">
              <a:lnSpc>
                <a:spcPct val="100000"/>
              </a:lnSpc>
              <a:spcBef>
                <a:spcPts val="0"/>
              </a:spcBef>
              <a:spcAft>
                <a:spcPts val="0"/>
              </a:spcAft>
              <a:buClrTx/>
              <a:buSzTx/>
              <a:buFontTx/>
              <a:buNone/>
              <a:tabLst/>
              <a:defRPr/>
            </a:pPr>
            <a:endParaRPr kumimoji="1" lang="ko-KR" altLang="en-US" sz="600" kern="0" dirty="0">
              <a:solidFill>
                <a:prstClr val="black"/>
              </a:solidFill>
              <a:latin typeface="a고딕14" panose="02020600000000000000" pitchFamily="18" charset="-127"/>
              <a:ea typeface="a고딕14" panose="02020600000000000000" pitchFamily="18" charset="-127"/>
            </a:endParaRPr>
          </a:p>
        </p:txBody>
      </p:sp>
      <p:sp>
        <p:nvSpPr>
          <p:cNvPr id="57" name="Rectangle 34"/>
          <p:cNvSpPr>
            <a:spLocks noChangeArrowheads="1"/>
          </p:cNvSpPr>
          <p:nvPr/>
        </p:nvSpPr>
        <p:spPr bwMode="auto">
          <a:xfrm>
            <a:off x="7994314" y="3403702"/>
            <a:ext cx="1350399" cy="976504"/>
          </a:xfrm>
          <a:prstGeom prst="rect">
            <a:avLst/>
          </a:prstGeom>
          <a:solidFill>
            <a:srgbClr val="3061A3">
              <a:alpha val="70000"/>
            </a:srgbClr>
          </a:solidFill>
          <a:ln w="3175">
            <a:solidFill>
              <a:srgbClr val="6E90BE"/>
            </a:solidFill>
            <a:miter lim="800000"/>
            <a:headEnd/>
            <a:tailEnd/>
          </a:ln>
          <a:effectLst/>
        </p:spPr>
        <p:txBody>
          <a:bodyPr lIns="36000" tIns="36000" rIns="0" bIns="36000" anchor="ctr"/>
          <a:lstStyle/>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a:solidFill>
                  <a:schemeClr val="bg1"/>
                </a:solidFill>
                <a:latin typeface="Arial Narrow" panose="020B0606020202030204" pitchFamily="34" charset="0"/>
                <a:ea typeface="a고딕14" panose="02020600000000000000" pitchFamily="18" charset="-127"/>
              </a:rPr>
              <a:t>학과별 현황분석 </a:t>
            </a:r>
            <a:endParaRPr kumimoji="1" lang="en-US" altLang="ko-KR" sz="900" kern="0">
              <a:solidFill>
                <a:schemeClr val="bg1"/>
              </a:solidFill>
              <a:latin typeface="Arial Narrow" panose="020B0606020202030204" pitchFamily="34" charset="0"/>
              <a:ea typeface="a고딕14" panose="02020600000000000000" pitchFamily="18" charset="-127"/>
            </a:endParaRPr>
          </a:p>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a:solidFill>
                  <a:schemeClr val="bg1"/>
                </a:solidFill>
                <a:latin typeface="Arial Narrow" panose="020B0606020202030204" pitchFamily="34" charset="0"/>
                <a:ea typeface="a고딕14" panose="02020600000000000000" pitchFamily="18" charset="-127"/>
              </a:rPr>
              <a:t>학과별 인재상 설정</a:t>
            </a:r>
            <a:endParaRPr kumimoji="1" lang="en-US" altLang="ko-KR" sz="900" kern="0">
              <a:solidFill>
                <a:schemeClr val="bg1"/>
              </a:solidFill>
              <a:latin typeface="Arial Narrow" panose="020B0606020202030204" pitchFamily="34" charset="0"/>
              <a:ea typeface="a고딕14" panose="02020600000000000000" pitchFamily="18" charset="-127"/>
            </a:endParaRPr>
          </a:p>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a:solidFill>
                  <a:schemeClr val="bg1"/>
                </a:solidFill>
                <a:latin typeface="Arial Narrow" panose="020B0606020202030204" pitchFamily="34" charset="0"/>
                <a:ea typeface="a고딕14" panose="02020600000000000000" pitchFamily="18" charset="-127"/>
              </a:rPr>
              <a:t>학과별 </a:t>
            </a:r>
            <a:r>
              <a:rPr kumimoji="1" lang="ko-KR" altLang="en-US" sz="900" kern="0" dirty="0">
                <a:solidFill>
                  <a:schemeClr val="bg1"/>
                </a:solidFill>
                <a:latin typeface="Arial Narrow" panose="020B0606020202030204" pitchFamily="34" charset="0"/>
                <a:ea typeface="a고딕14" panose="02020600000000000000" pitchFamily="18" charset="-127"/>
              </a:rPr>
              <a:t>직무 </a:t>
            </a:r>
            <a:r>
              <a:rPr kumimoji="1" lang="ko-KR" altLang="en-US" sz="900" kern="0" dirty="0" err="1">
                <a:solidFill>
                  <a:schemeClr val="bg1"/>
                </a:solidFill>
                <a:latin typeface="Arial Narrow" panose="020B0606020202030204" pitchFamily="34" charset="0"/>
                <a:ea typeface="a고딕14" panose="02020600000000000000" pitchFamily="18" charset="-127"/>
              </a:rPr>
              <a:t>재분류</a:t>
            </a:r>
            <a:endParaRPr kumimoji="1" lang="en-US" altLang="ko-KR" sz="900" kern="0" dirty="0">
              <a:solidFill>
                <a:schemeClr val="bg1"/>
              </a:solidFill>
              <a:latin typeface="Arial Narrow" panose="020B0606020202030204" pitchFamily="34" charset="0"/>
              <a:ea typeface="a고딕14" panose="02020600000000000000" pitchFamily="18" charset="-127"/>
            </a:endParaRPr>
          </a:p>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dirty="0">
                <a:solidFill>
                  <a:schemeClr val="bg1"/>
                </a:solidFill>
                <a:latin typeface="Arial Narrow" panose="020B0606020202030204" pitchFamily="34" charset="0"/>
                <a:ea typeface="a고딕14" panose="02020600000000000000" pitchFamily="18" charset="-127"/>
              </a:rPr>
              <a:t>학과별 역량모델 구축</a:t>
            </a:r>
            <a:endParaRPr kumimoji="1" lang="en-US" altLang="ko-KR" sz="900" kern="0" dirty="0">
              <a:solidFill>
                <a:schemeClr val="bg1"/>
              </a:solidFill>
              <a:latin typeface="Arial Narrow" panose="020B0606020202030204" pitchFamily="34" charset="0"/>
              <a:ea typeface="a고딕14" panose="02020600000000000000" pitchFamily="18" charset="-127"/>
            </a:endParaRPr>
          </a:p>
        </p:txBody>
      </p:sp>
      <p:sp>
        <p:nvSpPr>
          <p:cNvPr id="58" name="Rectangle 32"/>
          <p:cNvSpPr>
            <a:spLocks noChangeArrowheads="1"/>
          </p:cNvSpPr>
          <p:nvPr/>
        </p:nvSpPr>
        <p:spPr bwMode="auto">
          <a:xfrm>
            <a:off x="6653781" y="3403704"/>
            <a:ext cx="1338389" cy="976502"/>
          </a:xfrm>
          <a:prstGeom prst="rect">
            <a:avLst/>
          </a:prstGeom>
          <a:noFill/>
          <a:ln w="3175">
            <a:solidFill>
              <a:srgbClr val="E7E6E6">
                <a:lumMod val="75000"/>
              </a:srgbClr>
            </a:solidFill>
            <a:miter lim="800000"/>
            <a:headEnd/>
            <a:tailEnd/>
          </a:ln>
          <a:effectLst/>
        </p:spPr>
        <p:txBody>
          <a:bodyPr wrap="square" lIns="0" rIns="0" bIns="18000" anchor="b"/>
          <a:lstStyle/>
          <a:p>
            <a:pPr marL="0" marR="0" lvl="0" indent="0" defTabSz="914400" eaLnBrk="1" fontAlgn="auto" latinLnBrk="0" hangingPunct="1">
              <a:lnSpc>
                <a:spcPct val="100000"/>
              </a:lnSpc>
              <a:spcBef>
                <a:spcPts val="0"/>
              </a:spcBef>
              <a:spcAft>
                <a:spcPts val="0"/>
              </a:spcAft>
              <a:buClrTx/>
              <a:buSzTx/>
              <a:buFontTx/>
              <a:buNone/>
              <a:tabLst/>
              <a:defRPr/>
            </a:pPr>
            <a:endParaRPr kumimoji="1" lang="ko-KR" altLang="en-US" sz="600" kern="0" dirty="0">
              <a:solidFill>
                <a:prstClr val="black"/>
              </a:solidFill>
              <a:latin typeface="a고딕14" panose="02020600000000000000" pitchFamily="18" charset="-127"/>
              <a:ea typeface="a고딕14" panose="02020600000000000000" pitchFamily="18" charset="-127"/>
            </a:endParaRPr>
          </a:p>
        </p:txBody>
      </p:sp>
      <p:sp>
        <p:nvSpPr>
          <p:cNvPr id="59" name="Rectangle 34"/>
          <p:cNvSpPr>
            <a:spLocks noChangeArrowheads="1"/>
          </p:cNvSpPr>
          <p:nvPr/>
        </p:nvSpPr>
        <p:spPr bwMode="auto">
          <a:xfrm>
            <a:off x="7994314" y="4469071"/>
            <a:ext cx="1350399" cy="976504"/>
          </a:xfrm>
          <a:prstGeom prst="rect">
            <a:avLst/>
          </a:prstGeom>
          <a:solidFill>
            <a:srgbClr val="3061A3">
              <a:alpha val="70000"/>
            </a:srgbClr>
          </a:solidFill>
          <a:ln w="3175">
            <a:solidFill>
              <a:srgbClr val="6E90BE"/>
            </a:solidFill>
            <a:miter lim="800000"/>
            <a:headEnd/>
            <a:tailEnd/>
          </a:ln>
          <a:effectLst/>
        </p:spPr>
        <p:txBody>
          <a:bodyPr lIns="36000" tIns="36000" rIns="0" bIns="36000" anchor="ctr"/>
          <a:lstStyle/>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dirty="0">
                <a:solidFill>
                  <a:schemeClr val="bg1"/>
                </a:solidFill>
                <a:latin typeface="Arial Narrow" panose="020B0606020202030204" pitchFamily="34" charset="0"/>
                <a:ea typeface="a고딕14" panose="02020600000000000000" pitchFamily="18" charset="-127"/>
              </a:rPr>
              <a:t>복지시설 이용자 문화예술교육 지원사업 사업 만족도 수준 측정</a:t>
            </a:r>
            <a:endParaRPr kumimoji="1" lang="en-US" altLang="ko-KR" sz="900" kern="0" dirty="0">
              <a:solidFill>
                <a:schemeClr val="bg1"/>
              </a:solidFill>
              <a:latin typeface="Arial Narrow" panose="020B0606020202030204" pitchFamily="34" charset="0"/>
              <a:ea typeface="a고딕14" panose="02020600000000000000" pitchFamily="18" charset="-127"/>
            </a:endParaRPr>
          </a:p>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dirty="0">
                <a:solidFill>
                  <a:schemeClr val="bg1"/>
                </a:solidFill>
                <a:latin typeface="Arial Narrow" panose="020B0606020202030204" pitchFamily="34" charset="0"/>
                <a:ea typeface="a고딕14" panose="02020600000000000000" pitchFamily="18" charset="-127"/>
              </a:rPr>
              <a:t>만족도 조사</a:t>
            </a:r>
            <a:r>
              <a:rPr kumimoji="1" lang="en-US" altLang="ko-KR" sz="900" kern="0" dirty="0">
                <a:solidFill>
                  <a:schemeClr val="bg1"/>
                </a:solidFill>
                <a:latin typeface="Arial Narrow" panose="020B0606020202030204" pitchFamily="34" charset="0"/>
                <a:ea typeface="a고딕14" panose="02020600000000000000" pitchFamily="18" charset="-127"/>
              </a:rPr>
              <a:t>·</a:t>
            </a:r>
            <a:r>
              <a:rPr kumimoji="1" lang="ko-KR" altLang="en-US" sz="900" kern="0" dirty="0">
                <a:solidFill>
                  <a:schemeClr val="bg1"/>
                </a:solidFill>
                <a:latin typeface="Arial Narrow" panose="020B0606020202030204" pitchFamily="34" charset="0"/>
                <a:ea typeface="a고딕14" panose="02020600000000000000" pitchFamily="18" charset="-127"/>
              </a:rPr>
              <a:t>결과 분석을 통해 개선방안 도출</a:t>
            </a:r>
            <a:endParaRPr kumimoji="1" lang="en-US" altLang="ko-KR" sz="900" kern="0" dirty="0">
              <a:solidFill>
                <a:schemeClr val="bg1"/>
              </a:solidFill>
              <a:latin typeface="Arial Narrow" panose="020B0606020202030204" pitchFamily="34" charset="0"/>
              <a:ea typeface="a고딕14" panose="02020600000000000000" pitchFamily="18" charset="-127"/>
            </a:endParaRPr>
          </a:p>
        </p:txBody>
      </p:sp>
      <p:sp>
        <p:nvSpPr>
          <p:cNvPr id="60" name="Rectangle 32"/>
          <p:cNvSpPr>
            <a:spLocks noChangeArrowheads="1"/>
          </p:cNvSpPr>
          <p:nvPr/>
        </p:nvSpPr>
        <p:spPr bwMode="auto">
          <a:xfrm>
            <a:off x="6653781" y="4469073"/>
            <a:ext cx="1338389" cy="976502"/>
          </a:xfrm>
          <a:prstGeom prst="rect">
            <a:avLst/>
          </a:prstGeom>
          <a:noFill/>
          <a:ln w="3175">
            <a:solidFill>
              <a:srgbClr val="E7E6E6">
                <a:lumMod val="75000"/>
              </a:srgbClr>
            </a:solidFill>
            <a:miter lim="800000"/>
            <a:headEnd/>
            <a:tailEnd/>
          </a:ln>
          <a:effectLst/>
        </p:spPr>
        <p:txBody>
          <a:bodyPr wrap="square" lIns="0" rIns="0" bIns="18000" anchor="b"/>
          <a:lstStyle/>
          <a:p>
            <a:pPr marL="0" marR="0" lvl="0" indent="0" defTabSz="914400" eaLnBrk="1" fontAlgn="auto" latinLnBrk="0" hangingPunct="1">
              <a:lnSpc>
                <a:spcPct val="100000"/>
              </a:lnSpc>
              <a:spcBef>
                <a:spcPts val="0"/>
              </a:spcBef>
              <a:spcAft>
                <a:spcPts val="0"/>
              </a:spcAft>
              <a:buClrTx/>
              <a:buSzTx/>
              <a:buFontTx/>
              <a:buNone/>
              <a:tabLst/>
              <a:defRPr/>
            </a:pPr>
            <a:endParaRPr kumimoji="1" lang="ko-KR" altLang="en-US" sz="600" kern="0" dirty="0">
              <a:solidFill>
                <a:prstClr val="black"/>
              </a:solidFill>
              <a:latin typeface="a고딕14" panose="02020600000000000000" pitchFamily="18" charset="-127"/>
              <a:ea typeface="a고딕14" panose="02020600000000000000" pitchFamily="18" charset="-127"/>
            </a:endParaRPr>
          </a:p>
        </p:txBody>
      </p:sp>
      <p:sp>
        <p:nvSpPr>
          <p:cNvPr id="61" name="Rectangle 34"/>
          <p:cNvSpPr>
            <a:spLocks noChangeArrowheads="1"/>
          </p:cNvSpPr>
          <p:nvPr/>
        </p:nvSpPr>
        <p:spPr bwMode="auto">
          <a:xfrm>
            <a:off x="7994314" y="5520947"/>
            <a:ext cx="1350399" cy="976504"/>
          </a:xfrm>
          <a:prstGeom prst="rect">
            <a:avLst/>
          </a:prstGeom>
          <a:solidFill>
            <a:srgbClr val="3061A3">
              <a:alpha val="70000"/>
            </a:srgbClr>
          </a:solidFill>
          <a:ln w="3175">
            <a:solidFill>
              <a:srgbClr val="6E90BE"/>
            </a:solidFill>
            <a:miter lim="800000"/>
            <a:headEnd/>
            <a:tailEnd/>
          </a:ln>
          <a:effectLst/>
        </p:spPr>
        <p:txBody>
          <a:bodyPr lIns="36000" tIns="36000" rIns="0" bIns="36000" anchor="ctr"/>
          <a:lstStyle/>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spc="-50" dirty="0">
                <a:solidFill>
                  <a:schemeClr val="bg1"/>
                </a:solidFill>
                <a:latin typeface="Arial Narrow" panose="020B0606020202030204" pitchFamily="34" charset="0"/>
                <a:ea typeface="a고딕14" panose="02020600000000000000" pitchFamily="18" charset="-127"/>
              </a:rPr>
              <a:t>교육 수요자 만족도 조사 실시</a:t>
            </a:r>
            <a:endParaRPr kumimoji="1" lang="en-US" altLang="ko-KR" sz="900" kern="0" spc="-50" dirty="0">
              <a:solidFill>
                <a:schemeClr val="bg1"/>
              </a:solidFill>
              <a:latin typeface="Arial Narrow" panose="020B0606020202030204" pitchFamily="34" charset="0"/>
              <a:ea typeface="a고딕14" panose="02020600000000000000" pitchFamily="18" charset="-127"/>
            </a:endParaRPr>
          </a:p>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spc="-50" dirty="0" err="1">
                <a:solidFill>
                  <a:schemeClr val="bg1"/>
                </a:solidFill>
                <a:latin typeface="Arial Narrow" panose="020B0606020202030204" pitchFamily="34" charset="0"/>
                <a:ea typeface="a고딕14" panose="02020600000000000000" pitchFamily="18" charset="-127"/>
              </a:rPr>
              <a:t>교욱</a:t>
            </a:r>
            <a:r>
              <a:rPr kumimoji="1" lang="ko-KR" altLang="en-US" sz="900" kern="0" spc="-50" dirty="0">
                <a:solidFill>
                  <a:schemeClr val="bg1"/>
                </a:solidFill>
                <a:latin typeface="Arial Narrow" panose="020B0606020202030204" pitchFamily="34" charset="0"/>
                <a:ea typeface="a고딕14" panose="02020600000000000000" pitchFamily="18" charset="-127"/>
              </a:rPr>
              <a:t> 만족도 분석</a:t>
            </a:r>
            <a:endParaRPr kumimoji="1" lang="en-US" altLang="ko-KR" sz="900" kern="0" spc="-50" dirty="0">
              <a:solidFill>
                <a:schemeClr val="bg1"/>
              </a:solidFill>
              <a:latin typeface="Arial Narrow" panose="020B0606020202030204" pitchFamily="34" charset="0"/>
              <a:ea typeface="a고딕14" panose="02020600000000000000" pitchFamily="18" charset="-127"/>
            </a:endParaRPr>
          </a:p>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spc="-50" dirty="0">
                <a:solidFill>
                  <a:schemeClr val="bg1"/>
                </a:solidFill>
                <a:latin typeface="Arial Narrow" panose="020B0606020202030204" pitchFamily="34" charset="0"/>
                <a:ea typeface="a고딕14" panose="02020600000000000000" pitchFamily="18" charset="-127"/>
              </a:rPr>
              <a:t>교육프로그램 성과관리 방안 마련</a:t>
            </a:r>
          </a:p>
        </p:txBody>
      </p:sp>
      <p:sp>
        <p:nvSpPr>
          <p:cNvPr id="62" name="Rectangle 32"/>
          <p:cNvSpPr>
            <a:spLocks noChangeArrowheads="1"/>
          </p:cNvSpPr>
          <p:nvPr/>
        </p:nvSpPr>
        <p:spPr bwMode="auto">
          <a:xfrm>
            <a:off x="6653781" y="5520949"/>
            <a:ext cx="1338389" cy="976502"/>
          </a:xfrm>
          <a:prstGeom prst="rect">
            <a:avLst/>
          </a:prstGeom>
          <a:noFill/>
          <a:ln w="3175">
            <a:solidFill>
              <a:srgbClr val="E7E6E6">
                <a:lumMod val="75000"/>
              </a:srgbClr>
            </a:solidFill>
            <a:miter lim="800000"/>
            <a:headEnd/>
            <a:tailEnd/>
          </a:ln>
          <a:effectLst/>
        </p:spPr>
        <p:txBody>
          <a:bodyPr wrap="square" lIns="0" rIns="0" bIns="18000" anchor="b"/>
          <a:lstStyle/>
          <a:p>
            <a:pPr marL="0" marR="0" lvl="0" indent="0" defTabSz="914400" eaLnBrk="1" fontAlgn="auto" latinLnBrk="0" hangingPunct="1">
              <a:lnSpc>
                <a:spcPct val="100000"/>
              </a:lnSpc>
              <a:spcBef>
                <a:spcPts val="0"/>
              </a:spcBef>
              <a:spcAft>
                <a:spcPts val="0"/>
              </a:spcAft>
              <a:buClrTx/>
              <a:buSzTx/>
              <a:buFontTx/>
              <a:buNone/>
              <a:tabLst/>
              <a:defRPr/>
            </a:pPr>
            <a:endParaRPr kumimoji="1" lang="ko-KR" altLang="en-US" sz="600" kern="0" dirty="0">
              <a:solidFill>
                <a:prstClr val="black"/>
              </a:solidFill>
              <a:latin typeface="a고딕14" panose="02020600000000000000" pitchFamily="18" charset="-127"/>
              <a:ea typeface="a고딕14" panose="02020600000000000000" pitchFamily="18" charset="-127"/>
            </a:endParaRPr>
          </a:p>
        </p:txBody>
      </p:sp>
      <p:sp>
        <p:nvSpPr>
          <p:cNvPr id="63" name="직사각형 62"/>
          <p:cNvSpPr/>
          <p:nvPr/>
        </p:nvSpPr>
        <p:spPr>
          <a:xfrm>
            <a:off x="6637850" y="2780373"/>
            <a:ext cx="1340534" cy="461665"/>
          </a:xfrm>
          <a:prstGeom prst="rect">
            <a:avLst/>
          </a:prstGeom>
        </p:spPr>
        <p:txBody>
          <a:bodyPr wrap="square" lIns="36000" tIns="0" rIns="36000" bIns="0">
            <a:spAutoFit/>
          </a:bodyPr>
          <a:lstStyle/>
          <a:p>
            <a:pPr fontAlgn="ctr" latinLnBrk="0">
              <a:buNone/>
            </a:pPr>
            <a:r>
              <a:rPr lang="ko-KR" altLang="en-US" sz="1000" dirty="0">
                <a:solidFill>
                  <a:srgbClr val="000000"/>
                </a:solidFill>
                <a:latin typeface="Arial Narrow" panose="020B0606020202030204" pitchFamily="34" charset="0"/>
                <a:ea typeface="a고딕14" panose="02020600000000000000" pitchFamily="18" charset="-127"/>
              </a:rPr>
              <a:t>혁신지원사업 현장중심 교육과정 등 개발</a:t>
            </a:r>
            <a:r>
              <a:rPr lang="en-US" altLang="ko-KR" sz="1000" dirty="0">
                <a:solidFill>
                  <a:srgbClr val="000000"/>
                </a:solidFill>
                <a:latin typeface="Arial Narrow" panose="020B0606020202030204" pitchFamily="34" charset="0"/>
                <a:ea typeface="a고딕14" panose="02020600000000000000" pitchFamily="18" charset="-127"/>
              </a:rPr>
              <a:t>(</a:t>
            </a:r>
            <a:r>
              <a:rPr lang="ko-KR" altLang="en-US" sz="1000" dirty="0">
                <a:solidFill>
                  <a:srgbClr val="000000"/>
                </a:solidFill>
                <a:latin typeface="Arial Narrow" panose="020B0606020202030204" pitchFamily="34" charset="0"/>
                <a:ea typeface="a고딕14" panose="02020600000000000000" pitchFamily="18" charset="-127"/>
              </a:rPr>
              <a:t>개편</a:t>
            </a:r>
            <a:r>
              <a:rPr lang="en-US" altLang="ko-KR" sz="1000" dirty="0">
                <a:solidFill>
                  <a:srgbClr val="000000"/>
                </a:solidFill>
                <a:latin typeface="Arial Narrow" panose="020B0606020202030204" pitchFamily="34" charset="0"/>
                <a:ea typeface="a고딕14" panose="02020600000000000000" pitchFamily="18" charset="-127"/>
              </a:rPr>
              <a:t>) </a:t>
            </a:r>
            <a:r>
              <a:rPr lang="ko-KR" altLang="en-US" sz="1000" dirty="0">
                <a:solidFill>
                  <a:srgbClr val="000000"/>
                </a:solidFill>
                <a:latin typeface="Arial Narrow" panose="020B0606020202030204" pitchFamily="34" charset="0"/>
                <a:ea typeface="a고딕14" panose="02020600000000000000" pitchFamily="18" charset="-127"/>
              </a:rPr>
              <a:t>지원</a:t>
            </a:r>
          </a:p>
        </p:txBody>
      </p:sp>
      <p:sp>
        <p:nvSpPr>
          <p:cNvPr id="64" name="직사각형 63"/>
          <p:cNvSpPr/>
          <p:nvPr/>
        </p:nvSpPr>
        <p:spPr>
          <a:xfrm>
            <a:off x="6637850" y="3950812"/>
            <a:ext cx="1340534" cy="307777"/>
          </a:xfrm>
          <a:prstGeom prst="rect">
            <a:avLst/>
          </a:prstGeom>
        </p:spPr>
        <p:txBody>
          <a:bodyPr wrap="square" lIns="0" tIns="0" rIns="0" bIns="0">
            <a:spAutoFit/>
          </a:bodyPr>
          <a:lstStyle/>
          <a:p>
            <a:pPr fontAlgn="ctr" latinLnBrk="0">
              <a:buNone/>
            </a:pPr>
            <a:r>
              <a:rPr lang="ko-KR" altLang="en-US" sz="1000" dirty="0">
                <a:latin typeface="Arial Narrow" panose="020B0606020202030204" pitchFamily="34" charset="0"/>
                <a:ea typeface="a고딕14" panose="02020600000000000000" pitchFamily="18" charset="-127"/>
              </a:rPr>
              <a:t>대전대학교 학과별 </a:t>
            </a:r>
            <a:r>
              <a:rPr lang="ko-KR" altLang="en-US" sz="1000" dirty="0" err="1">
                <a:latin typeface="Arial Narrow" panose="020B0606020202030204" pitchFamily="34" charset="0"/>
                <a:ea typeface="a고딕14" panose="02020600000000000000" pitchFamily="18" charset="-127"/>
              </a:rPr>
              <a:t>역량모델링</a:t>
            </a:r>
            <a:endParaRPr lang="ko-KR" altLang="en-US" sz="1000" dirty="0">
              <a:latin typeface="Arial Narrow" panose="020B0606020202030204" pitchFamily="34" charset="0"/>
              <a:ea typeface="a고딕14" panose="02020600000000000000" pitchFamily="18" charset="-127"/>
            </a:endParaRPr>
          </a:p>
        </p:txBody>
      </p:sp>
      <p:sp>
        <p:nvSpPr>
          <p:cNvPr id="65" name="직사각형 64"/>
          <p:cNvSpPr/>
          <p:nvPr/>
        </p:nvSpPr>
        <p:spPr>
          <a:xfrm>
            <a:off x="6637850" y="4797152"/>
            <a:ext cx="1340534" cy="615553"/>
          </a:xfrm>
          <a:prstGeom prst="rect">
            <a:avLst/>
          </a:prstGeom>
        </p:spPr>
        <p:txBody>
          <a:bodyPr wrap="square" lIns="0" tIns="0" rIns="0" bIns="0">
            <a:spAutoFit/>
          </a:bodyPr>
          <a:lstStyle/>
          <a:p>
            <a:pPr fontAlgn="ctr" latinLnBrk="0">
              <a:buNone/>
            </a:pPr>
            <a:r>
              <a:rPr lang="ko-KR" altLang="en-US" sz="1000" dirty="0">
                <a:solidFill>
                  <a:srgbClr val="000000"/>
                </a:solidFill>
                <a:latin typeface="Arial Narrow" panose="020B0606020202030204" pitchFamily="34" charset="0"/>
                <a:ea typeface="a고딕14" panose="02020600000000000000" pitchFamily="18" charset="-127"/>
              </a:rPr>
              <a:t>복지시설 이용자 문화예술교육 지원사업 만족도조사 및 협조도 평가 결과 산출 용역</a:t>
            </a:r>
          </a:p>
        </p:txBody>
      </p:sp>
      <p:sp>
        <p:nvSpPr>
          <p:cNvPr id="66" name="직사각형 65"/>
          <p:cNvSpPr/>
          <p:nvPr/>
        </p:nvSpPr>
        <p:spPr>
          <a:xfrm>
            <a:off x="6637850" y="5965539"/>
            <a:ext cx="1340534" cy="307777"/>
          </a:xfrm>
          <a:prstGeom prst="rect">
            <a:avLst/>
          </a:prstGeom>
        </p:spPr>
        <p:txBody>
          <a:bodyPr wrap="square" lIns="0" tIns="0" rIns="0" bIns="0">
            <a:spAutoFit/>
          </a:bodyPr>
          <a:lstStyle/>
          <a:p>
            <a:pPr fontAlgn="ctr" latinLnBrk="0">
              <a:buNone/>
            </a:pPr>
            <a:r>
              <a:rPr lang="en-US" altLang="ko-KR" sz="1000" dirty="0">
                <a:latin typeface="Arial Narrow" panose="020B0606020202030204" pitchFamily="34" charset="0"/>
                <a:ea typeface="a고딕14" panose="02020600000000000000" pitchFamily="18" charset="-127"/>
              </a:rPr>
              <a:t>2023</a:t>
            </a:r>
            <a:r>
              <a:rPr lang="ko-KR" altLang="en-US" sz="1000" dirty="0">
                <a:latin typeface="Arial Narrow" panose="020B0606020202030204" pitchFamily="34" charset="0"/>
                <a:ea typeface="a고딕14" panose="02020600000000000000" pitchFamily="18" charset="-127"/>
              </a:rPr>
              <a:t>학년도 </a:t>
            </a:r>
            <a:r>
              <a:rPr lang="ko-KR" altLang="en-US" sz="1000" dirty="0" err="1">
                <a:latin typeface="Arial Narrow" panose="020B0606020202030204" pitchFamily="34" charset="0"/>
                <a:ea typeface="a고딕14" panose="02020600000000000000" pitchFamily="18" charset="-127"/>
              </a:rPr>
              <a:t>대학구성원</a:t>
            </a:r>
            <a:r>
              <a:rPr lang="ko-KR" altLang="en-US" sz="1000" dirty="0">
                <a:latin typeface="Arial Narrow" panose="020B0606020202030204" pitchFamily="34" charset="0"/>
                <a:ea typeface="a고딕14" panose="02020600000000000000" pitchFamily="18" charset="-127"/>
              </a:rPr>
              <a:t> 만족도 조사 용역</a:t>
            </a:r>
          </a:p>
        </p:txBody>
      </p:sp>
      <p:pic>
        <p:nvPicPr>
          <p:cNvPr id="68" name="그림 67"/>
          <p:cNvPicPr>
            <a:picLocks noChangeAspect="1"/>
          </p:cNvPicPr>
          <p:nvPr/>
        </p:nvPicPr>
        <p:blipFill>
          <a:blip r:embed="rId2"/>
          <a:stretch>
            <a:fillRect/>
          </a:stretch>
        </p:blipFill>
        <p:spPr>
          <a:xfrm>
            <a:off x="6732101" y="3502368"/>
            <a:ext cx="1181748" cy="339874"/>
          </a:xfrm>
          <a:prstGeom prst="rect">
            <a:avLst/>
          </a:prstGeom>
        </p:spPr>
      </p:pic>
      <p:pic>
        <p:nvPicPr>
          <p:cNvPr id="70" name="그림 69"/>
          <p:cNvPicPr>
            <a:picLocks noChangeAspect="1"/>
          </p:cNvPicPr>
          <p:nvPr/>
        </p:nvPicPr>
        <p:blipFill>
          <a:blip r:embed="rId3"/>
          <a:stretch>
            <a:fillRect/>
          </a:stretch>
        </p:blipFill>
        <p:spPr>
          <a:xfrm>
            <a:off x="7034941" y="4510017"/>
            <a:ext cx="546352" cy="267159"/>
          </a:xfrm>
          <a:prstGeom prst="rect">
            <a:avLst/>
          </a:prstGeom>
        </p:spPr>
      </p:pic>
      <p:pic>
        <p:nvPicPr>
          <p:cNvPr id="71" name="그림 70"/>
          <p:cNvPicPr>
            <a:picLocks noChangeAspect="1"/>
          </p:cNvPicPr>
          <p:nvPr/>
        </p:nvPicPr>
        <p:blipFill>
          <a:blip r:embed="rId4"/>
          <a:stretch>
            <a:fillRect/>
          </a:stretch>
        </p:blipFill>
        <p:spPr>
          <a:xfrm>
            <a:off x="6745117" y="5714017"/>
            <a:ext cx="1115472" cy="181333"/>
          </a:xfrm>
          <a:prstGeom prst="rect">
            <a:avLst/>
          </a:prstGeom>
        </p:spPr>
      </p:pic>
      <p:sp>
        <p:nvSpPr>
          <p:cNvPr id="72" name="Text Box 4"/>
          <p:cNvSpPr txBox="1">
            <a:spLocks noChangeArrowheads="1"/>
          </p:cNvSpPr>
          <p:nvPr/>
        </p:nvSpPr>
        <p:spPr bwMode="auto">
          <a:xfrm>
            <a:off x="919504" y="2036397"/>
            <a:ext cx="2684720" cy="253916"/>
          </a:xfrm>
          <a:prstGeom prst="rect">
            <a:avLst/>
          </a:prstGeom>
          <a:noFill/>
          <a:ln>
            <a:noFill/>
          </a:ln>
          <a:effectLst>
            <a:prstShdw prst="shdw17" dist="17961" dir="2700000">
              <a:sysClr val="window" lastClr="FFFFFF">
                <a:gamma/>
                <a:shade val="60000"/>
                <a:invGamma/>
              </a:sys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Lst>
        </p:spPr>
        <p:txBody>
          <a:bodyPr wrap="square">
            <a:spAutoFit/>
          </a:bodyPr>
          <a:lstStyle/>
          <a:p>
            <a:pPr eaLnBrk="1" fontAlgn="auto" latinLnBrk="0" hangingPunct="1">
              <a:spcBef>
                <a:spcPct val="50000"/>
              </a:spcBef>
              <a:spcAft>
                <a:spcPts val="0"/>
              </a:spcAft>
              <a:buFontTx/>
              <a:buNone/>
              <a:defRPr/>
            </a:pPr>
            <a:r>
              <a:rPr kumimoji="1" lang="ko-KR" altLang="en-US" sz="1050" u="sng" kern="0" spc="-40" dirty="0">
                <a:solidFill>
                  <a:prstClr val="black"/>
                </a:solidFill>
                <a:latin typeface="a고딕14" panose="02020600000000000000" pitchFamily="18" charset="-127"/>
                <a:ea typeface="a고딕14" panose="02020600000000000000" pitchFamily="18" charset="-127"/>
                <a:sym typeface="Wingdings 2" panose="05020102010507070707" pitchFamily="18" charset="2"/>
              </a:rPr>
              <a:t>한국기술교육대학교 수행내용 요약</a:t>
            </a:r>
          </a:p>
        </p:txBody>
      </p:sp>
      <p:sp>
        <p:nvSpPr>
          <p:cNvPr id="73" name="직사각형 72">
            <a:extLst>
              <a:ext uri="{FF2B5EF4-FFF2-40B4-BE49-F238E27FC236}">
                <a16:creationId xmlns:a16="http://schemas.microsoft.com/office/drawing/2014/main" id="{40177B80-94B1-4F56-B5C1-630A4B55C4DA}"/>
              </a:ext>
            </a:extLst>
          </p:cNvPr>
          <p:cNvSpPr/>
          <p:nvPr/>
        </p:nvSpPr>
        <p:spPr>
          <a:xfrm>
            <a:off x="604248" y="2337244"/>
            <a:ext cx="280880" cy="415245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None/>
              <a:tabLst/>
              <a:defRPr/>
            </a:pPr>
            <a:r>
              <a:rPr lang="ko-KR" altLang="en-US" dirty="0">
                <a:solidFill>
                  <a:schemeClr val="bg1"/>
                </a:solidFill>
                <a:latin typeface="a고딕14" panose="02020600000000000000" pitchFamily="18" charset="-127"/>
                <a:ea typeface="a고딕14" panose="02020600000000000000" pitchFamily="18" charset="-127"/>
              </a:rPr>
              <a:t>유사</a:t>
            </a:r>
            <a:endParaRPr lang="en-US" altLang="ko-KR" dirty="0">
              <a:solidFill>
                <a:schemeClr val="bg1"/>
              </a:solidFill>
              <a:latin typeface="a고딕14" panose="02020600000000000000" pitchFamily="18" charset="-127"/>
              <a:ea typeface="a고딕14" panose="02020600000000000000" pitchFamily="18" charset="-127"/>
            </a:endParaRPr>
          </a:p>
          <a:p>
            <a:pPr marL="0" marR="0" lvl="0" indent="0" algn="ctr" defTabSz="914400" rtl="0" eaLnBrk="0" fontAlgn="base" latinLnBrk="0" hangingPunct="0">
              <a:lnSpc>
                <a:spcPct val="100000"/>
              </a:lnSpc>
              <a:spcBef>
                <a:spcPct val="0"/>
              </a:spcBef>
              <a:spcAft>
                <a:spcPct val="0"/>
              </a:spcAft>
              <a:buClrTx/>
              <a:buSzTx/>
              <a:buNone/>
              <a:tabLst/>
              <a:defRPr/>
            </a:pPr>
            <a:r>
              <a:rPr kumimoji="0" lang="ko-KR" altLang="en-US" sz="1200" b="0" i="0" u="none" strike="noStrike" kern="1200" cap="none" spc="0" normalizeH="0" noProof="0" dirty="0">
                <a:ln>
                  <a:noFill/>
                </a:ln>
                <a:solidFill>
                  <a:schemeClr val="bg1"/>
                </a:solidFill>
                <a:effectLst/>
                <a:uLnTx/>
                <a:uFillTx/>
                <a:latin typeface="a고딕14" panose="02020600000000000000" pitchFamily="18" charset="-127"/>
                <a:ea typeface="a고딕14" panose="02020600000000000000" pitchFamily="18" charset="-127"/>
              </a:rPr>
              <a:t>용역  </a:t>
            </a:r>
            <a:endParaRPr kumimoji="0" lang="en-US" altLang="ko-KR" sz="1200" b="0" i="0" u="none" strike="noStrike" kern="1200" cap="none" spc="0" normalizeH="0" noProof="0" dirty="0">
              <a:ln>
                <a:noFill/>
              </a:ln>
              <a:solidFill>
                <a:schemeClr val="bg1"/>
              </a:solidFill>
              <a:effectLst/>
              <a:uLnTx/>
              <a:uFillTx/>
              <a:latin typeface="a고딕14" panose="02020600000000000000" pitchFamily="18" charset="-127"/>
              <a:ea typeface="a고딕14" panose="02020600000000000000" pitchFamily="18" charset="-127"/>
            </a:endParaRPr>
          </a:p>
          <a:p>
            <a:pPr marL="0" marR="0" lvl="0" indent="0" algn="ctr" defTabSz="914400" rtl="0" eaLnBrk="0" fontAlgn="base" latinLnBrk="0" hangingPunct="0">
              <a:lnSpc>
                <a:spcPct val="100000"/>
              </a:lnSpc>
              <a:spcBef>
                <a:spcPct val="0"/>
              </a:spcBef>
              <a:spcAft>
                <a:spcPct val="0"/>
              </a:spcAft>
              <a:buClrTx/>
              <a:buSzTx/>
              <a:buNone/>
              <a:tabLst/>
              <a:defRPr/>
            </a:pPr>
            <a:br>
              <a:rPr lang="en-US" altLang="ko-KR" dirty="0">
                <a:solidFill>
                  <a:schemeClr val="bg1"/>
                </a:solidFill>
                <a:latin typeface="a고딕14" panose="02020600000000000000" pitchFamily="18" charset="-127"/>
                <a:ea typeface="a고딕14" panose="02020600000000000000" pitchFamily="18" charset="-127"/>
              </a:rPr>
            </a:br>
            <a:r>
              <a:rPr lang="ko-KR" altLang="en-US" dirty="0">
                <a:solidFill>
                  <a:schemeClr val="bg1"/>
                </a:solidFill>
                <a:latin typeface="a고딕14" panose="02020600000000000000" pitchFamily="18" charset="-127"/>
                <a:ea typeface="a고딕14" panose="02020600000000000000" pitchFamily="18" charset="-127"/>
              </a:rPr>
              <a:t>수행</a:t>
            </a:r>
            <a:endParaRPr lang="en-US" altLang="ko-KR" dirty="0">
              <a:solidFill>
                <a:schemeClr val="bg1"/>
              </a:solidFill>
              <a:latin typeface="a고딕14" panose="02020600000000000000" pitchFamily="18" charset="-127"/>
              <a:ea typeface="a고딕14" panose="02020600000000000000" pitchFamily="18" charset="-127"/>
            </a:endParaRPr>
          </a:p>
          <a:p>
            <a:pPr marL="0" marR="0" lvl="0" indent="0" algn="ctr" defTabSz="914400" rtl="0" eaLnBrk="0" fontAlgn="base" latinLnBrk="0" hangingPunct="0">
              <a:lnSpc>
                <a:spcPct val="100000"/>
              </a:lnSpc>
              <a:spcBef>
                <a:spcPct val="0"/>
              </a:spcBef>
              <a:spcAft>
                <a:spcPct val="0"/>
              </a:spcAft>
              <a:buClrTx/>
              <a:buSzTx/>
              <a:buNone/>
              <a:tabLst/>
              <a:defRPr/>
            </a:pPr>
            <a:r>
              <a:rPr kumimoji="0" lang="ko-KR" altLang="en-US" sz="1200" b="0" i="0" u="none" strike="noStrike" kern="1200" cap="none" spc="0" normalizeH="0" noProof="0" dirty="0">
                <a:ln>
                  <a:noFill/>
                </a:ln>
                <a:solidFill>
                  <a:schemeClr val="bg1"/>
                </a:solidFill>
                <a:effectLst/>
                <a:uLnTx/>
                <a:uFillTx/>
                <a:latin typeface="a고딕14" panose="02020600000000000000" pitchFamily="18" charset="-127"/>
                <a:ea typeface="a고딕14" panose="02020600000000000000" pitchFamily="18" charset="-127"/>
              </a:rPr>
              <a:t>실</a:t>
            </a:r>
            <a:endParaRPr kumimoji="0" lang="en-US" altLang="ko-KR" sz="1200" b="0" i="0" u="none" strike="noStrike" kern="1200" cap="none" spc="0" normalizeH="0" noProof="0" dirty="0">
              <a:ln>
                <a:noFill/>
              </a:ln>
              <a:solidFill>
                <a:schemeClr val="bg1"/>
              </a:solidFill>
              <a:effectLst/>
              <a:uLnTx/>
              <a:uFillTx/>
              <a:latin typeface="a고딕14" panose="02020600000000000000" pitchFamily="18" charset="-127"/>
              <a:ea typeface="a고딕14" panose="02020600000000000000" pitchFamily="18" charset="-127"/>
            </a:endParaRPr>
          </a:p>
          <a:p>
            <a:pPr marL="0" marR="0" lvl="0" indent="0" algn="ctr" defTabSz="914400" rtl="0" eaLnBrk="0" fontAlgn="base" latinLnBrk="0" hangingPunct="0">
              <a:lnSpc>
                <a:spcPct val="100000"/>
              </a:lnSpc>
              <a:spcBef>
                <a:spcPct val="0"/>
              </a:spcBef>
              <a:spcAft>
                <a:spcPct val="0"/>
              </a:spcAft>
              <a:buClrTx/>
              <a:buSzTx/>
              <a:buNone/>
              <a:tabLst/>
              <a:defRPr/>
            </a:pPr>
            <a:r>
              <a:rPr kumimoji="0" lang="ko-KR" altLang="en-US" sz="1200" b="0" i="0" u="none" strike="noStrike" kern="1200" cap="none" spc="0" normalizeH="0" noProof="0" dirty="0">
                <a:ln>
                  <a:noFill/>
                </a:ln>
                <a:solidFill>
                  <a:schemeClr val="bg1"/>
                </a:solidFill>
                <a:effectLst/>
                <a:uLnTx/>
                <a:uFillTx/>
                <a:latin typeface="a고딕14" panose="02020600000000000000" pitchFamily="18" charset="-127"/>
                <a:ea typeface="a고딕14" panose="02020600000000000000" pitchFamily="18" charset="-127"/>
              </a:rPr>
              <a:t>적</a:t>
            </a:r>
            <a:endParaRPr kumimoji="0" lang="ko-KR" altLang="en-US" sz="12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endParaRPr>
          </a:p>
        </p:txBody>
      </p:sp>
      <p:sp>
        <p:nvSpPr>
          <p:cNvPr id="74" name="object 20"/>
          <p:cNvSpPr/>
          <p:nvPr/>
        </p:nvSpPr>
        <p:spPr>
          <a:xfrm>
            <a:off x="919503" y="2337241"/>
            <a:ext cx="2690933" cy="4160209"/>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chemeClr val="bg1"/>
          </a:solidFill>
          <a:ln w="3175">
            <a:solidFill>
              <a:schemeClr val="tx1">
                <a:lumMod val="50000"/>
                <a:lumOff val="50000"/>
              </a:schemeClr>
            </a:solidFill>
          </a:ln>
          <a:effectLst>
            <a:outerShdw blurRad="25400" dist="38100" dir="2700000" algn="tl" rotWithShape="0">
              <a:prstClr val="black">
                <a:alpha val="40000"/>
              </a:prstClr>
            </a:outerShdw>
          </a:effectLst>
        </p:spPr>
        <p:txBody>
          <a:bodyPr wrap="square" lIns="0" tIns="0" rIns="0" bIns="0" rtlCol="0"/>
          <a:lstStyle/>
          <a:p>
            <a:pPr eaLnBrk="1" fontAlgn="auto" hangingPunct="1">
              <a:spcBef>
                <a:spcPts val="0"/>
              </a:spcBef>
              <a:spcAft>
                <a:spcPts val="0"/>
              </a:spcAft>
              <a:buFontTx/>
              <a:buNone/>
            </a:pPr>
            <a:endParaRPr sz="800">
              <a:solidFill>
                <a:prstClr val="black"/>
              </a:solidFill>
              <a:latin typeface="Arial Narrow" panose="020B0606020202030204" pitchFamily="34" charset="0"/>
              <a:ea typeface="a고딕14" panose="02020600000000000000" pitchFamily="18" charset="-127"/>
            </a:endParaRPr>
          </a:p>
        </p:txBody>
      </p:sp>
      <p:sp>
        <p:nvSpPr>
          <p:cNvPr id="75" name="Rectangle 65">
            <a:extLst>
              <a:ext uri="{FF2B5EF4-FFF2-40B4-BE49-F238E27FC236}">
                <a16:creationId xmlns:a16="http://schemas.microsoft.com/office/drawing/2014/main" id="{89892781-0046-4266-84A4-2D52EBFE1E75}"/>
              </a:ext>
            </a:extLst>
          </p:cNvPr>
          <p:cNvSpPr>
            <a:spLocks noChangeArrowheads="1"/>
          </p:cNvSpPr>
          <p:nvPr/>
        </p:nvSpPr>
        <p:spPr bwMode="auto">
          <a:xfrm>
            <a:off x="979735" y="2949636"/>
            <a:ext cx="2569109" cy="2018636"/>
          </a:xfrm>
          <a:prstGeom prst="rect">
            <a:avLst/>
          </a:prstGeom>
          <a:solidFill>
            <a:srgbClr val="E6E6E6"/>
          </a:solidFill>
          <a:ln w="3175" cap="flat" cmpd="sng" algn="ctr">
            <a:noFill/>
            <a:prstDash val="solid"/>
          </a:ln>
          <a:effectLst/>
        </p:spPr>
        <p:txBody>
          <a:bodyPr lIns="72000" tIns="0" rIns="0" bIns="0" anchor="ctr" anchorCtr="0"/>
          <a:lstStyle/>
          <a:p>
            <a:pPr marL="85725" indent="-85725" algn="l" eaLnBrk="1" latinLnBrk="0" hangingPunct="1">
              <a:spcBef>
                <a:spcPts val="0"/>
              </a:spcBef>
              <a:spcAft>
                <a:spcPts val="300"/>
              </a:spcAft>
              <a:buFont typeface="Arial" panose="020B0604020202020204" pitchFamily="34" charset="0"/>
              <a:buChar char="•"/>
            </a:pPr>
            <a:r>
              <a:rPr lang="ko-KR" altLang="en-US" sz="1050" kern="0" dirty="0">
                <a:solidFill>
                  <a:srgbClr val="0070C0"/>
                </a:solidFill>
                <a:latin typeface="Arial Narrow" panose="020B0606020202030204" pitchFamily="34" charset="0"/>
                <a:ea typeface="a고딕14" panose="02020600000000000000" pitchFamily="18" charset="-127"/>
              </a:rPr>
              <a:t>수행 기간</a:t>
            </a:r>
            <a:r>
              <a:rPr lang="ko-KR" altLang="en-US" sz="1050" kern="0" dirty="0">
                <a:latin typeface="Arial Narrow" panose="020B0606020202030204" pitchFamily="34" charset="0"/>
                <a:ea typeface="a고딕14" panose="02020600000000000000" pitchFamily="18" charset="-127"/>
              </a:rPr>
              <a:t> </a:t>
            </a:r>
            <a:r>
              <a:rPr lang="en-US" altLang="ko-KR" sz="1050" kern="0" dirty="0">
                <a:latin typeface="Arial Narrow" panose="020B0606020202030204" pitchFamily="34" charset="0"/>
                <a:ea typeface="a고딕14" panose="02020600000000000000" pitchFamily="18" charset="-127"/>
              </a:rPr>
              <a:t>: ’24.07.30 ~’25.01.17</a:t>
            </a:r>
          </a:p>
          <a:p>
            <a:pPr marL="85725" indent="-85725" algn="l" eaLnBrk="1" latinLnBrk="0" hangingPunct="1">
              <a:spcBef>
                <a:spcPts val="0"/>
              </a:spcBef>
              <a:spcAft>
                <a:spcPts val="300"/>
              </a:spcAft>
              <a:buFont typeface="Arial" panose="020B0604020202020204" pitchFamily="34" charset="0"/>
              <a:buChar char="•"/>
            </a:pPr>
            <a:r>
              <a:rPr lang="ko-KR" altLang="en-US" sz="1050" kern="0" dirty="0">
                <a:solidFill>
                  <a:srgbClr val="0070C0"/>
                </a:solidFill>
                <a:latin typeface="Arial Narrow" panose="020B0606020202030204" pitchFamily="34" charset="0"/>
                <a:ea typeface="a고딕14" panose="02020600000000000000" pitchFamily="18" charset="-127"/>
              </a:rPr>
              <a:t>과업 목적</a:t>
            </a:r>
            <a:endParaRPr lang="en-US" altLang="ko-KR" sz="1050" kern="0" dirty="0">
              <a:solidFill>
                <a:srgbClr val="0070C0"/>
              </a:solidFill>
              <a:latin typeface="Arial Narrow" panose="020B0606020202030204" pitchFamily="34" charset="0"/>
              <a:ea typeface="a고딕14" panose="02020600000000000000" pitchFamily="18" charset="-127"/>
            </a:endParaRPr>
          </a:p>
          <a:p>
            <a:pPr marL="179388" indent="-90488" algn="l" eaLnBrk="1" latinLnBrk="0" hangingPunct="1">
              <a:spcBef>
                <a:spcPts val="0"/>
              </a:spcBef>
              <a:spcAft>
                <a:spcPts val="300"/>
              </a:spcAft>
              <a:buFont typeface="Arial" panose="020B0604020202020204" pitchFamily="34" charset="0"/>
              <a:buChar char="•"/>
            </a:pPr>
            <a:r>
              <a:rPr lang="ko-KR" altLang="en-US" sz="1000" kern="0" spc="-20" dirty="0">
                <a:latin typeface="Arial Narrow" panose="020B0606020202030204" pitchFamily="34" charset="0"/>
                <a:ea typeface="a고딕14" panose="02020600000000000000" pitchFamily="18" charset="-127"/>
              </a:rPr>
              <a:t>수요자 중심의 교육과정 개발을 통해 전 국민 평생직업능력개발 제고</a:t>
            </a:r>
            <a:endParaRPr lang="en-US" altLang="ko-KR" sz="1000" kern="0" spc="-20" dirty="0">
              <a:latin typeface="Arial Narrow" panose="020B0606020202030204" pitchFamily="34" charset="0"/>
              <a:ea typeface="a고딕14" panose="02020600000000000000" pitchFamily="18" charset="-127"/>
            </a:endParaRPr>
          </a:p>
          <a:p>
            <a:pPr marL="179388" indent="-90488" algn="l" eaLnBrk="1" latinLnBrk="0" hangingPunct="1">
              <a:spcBef>
                <a:spcPts val="0"/>
              </a:spcBef>
              <a:spcAft>
                <a:spcPts val="300"/>
              </a:spcAft>
              <a:buFont typeface="Arial" panose="020B0604020202020204" pitchFamily="34" charset="0"/>
              <a:buChar char="•"/>
            </a:pPr>
            <a:r>
              <a:rPr lang="en-US" altLang="ko-KR" sz="1000" kern="0" spc="-20" dirty="0">
                <a:latin typeface="Arial Narrow" panose="020B0606020202030204" pitchFamily="34" charset="0"/>
                <a:ea typeface="a고딕14" panose="02020600000000000000" pitchFamily="18" charset="-127"/>
              </a:rPr>
              <a:t>TTR </a:t>
            </a:r>
            <a:r>
              <a:rPr lang="ko-KR" altLang="en-US" sz="1000" kern="0" spc="-20" dirty="0">
                <a:latin typeface="Arial Narrow" panose="020B0606020202030204" pitchFamily="34" charset="0"/>
                <a:ea typeface="a고딕14" panose="02020600000000000000" pitchFamily="18" charset="-127"/>
              </a:rPr>
              <a:t>개편을 통해 수요자 중심의 맞춤 훈련 및 수준별</a:t>
            </a:r>
            <a:r>
              <a:rPr lang="en-US" altLang="ko-KR" sz="1000" kern="0" spc="-20" dirty="0">
                <a:latin typeface="Arial Narrow" panose="020B0606020202030204" pitchFamily="34" charset="0"/>
                <a:ea typeface="a고딕14" panose="02020600000000000000" pitchFamily="18" charset="-127"/>
              </a:rPr>
              <a:t>, </a:t>
            </a:r>
            <a:r>
              <a:rPr lang="ko-KR" altLang="en-US" sz="1000" kern="0" spc="-20" dirty="0">
                <a:latin typeface="Arial Narrow" panose="020B0606020202030204" pitchFamily="34" charset="0"/>
                <a:ea typeface="a고딕14" panose="02020600000000000000" pitchFamily="18" charset="-127"/>
              </a:rPr>
              <a:t>단계별 훈련이 가능한 환경 마련</a:t>
            </a:r>
            <a:endParaRPr lang="en-US" altLang="ko-KR" sz="1000" kern="0" spc="-20" dirty="0">
              <a:latin typeface="Arial Narrow" panose="020B0606020202030204" pitchFamily="34" charset="0"/>
              <a:ea typeface="a고딕14" panose="02020600000000000000" pitchFamily="18" charset="-127"/>
            </a:endParaRPr>
          </a:p>
          <a:p>
            <a:pPr marL="85725" indent="-85725" algn="l" eaLnBrk="1" latinLnBrk="0" hangingPunct="1">
              <a:spcBef>
                <a:spcPts val="0"/>
              </a:spcBef>
              <a:spcAft>
                <a:spcPts val="300"/>
              </a:spcAft>
              <a:buFont typeface="Arial" panose="020B0604020202020204" pitchFamily="34" charset="0"/>
              <a:buChar char="•"/>
            </a:pPr>
            <a:r>
              <a:rPr lang="ko-KR" altLang="en-US" sz="1050" kern="0" dirty="0">
                <a:solidFill>
                  <a:srgbClr val="0070C0"/>
                </a:solidFill>
                <a:latin typeface="Arial Narrow" panose="020B0606020202030204" pitchFamily="34" charset="0"/>
                <a:ea typeface="a고딕14" panose="02020600000000000000" pitchFamily="18" charset="-127"/>
              </a:rPr>
              <a:t>수행 범위</a:t>
            </a:r>
            <a:endParaRPr lang="en-US" altLang="ko-KR" sz="1050" kern="0" dirty="0">
              <a:solidFill>
                <a:srgbClr val="0070C0"/>
              </a:solidFill>
              <a:latin typeface="Arial Narrow" panose="020B0606020202030204" pitchFamily="34" charset="0"/>
              <a:ea typeface="a고딕14" panose="02020600000000000000" pitchFamily="18" charset="-127"/>
            </a:endParaRPr>
          </a:p>
          <a:p>
            <a:pPr marL="171450" indent="-82550" algn="l" eaLnBrk="1" latinLnBrk="0" hangingPunct="1">
              <a:spcBef>
                <a:spcPts val="0"/>
              </a:spcBef>
              <a:spcAft>
                <a:spcPts val="300"/>
              </a:spcAft>
              <a:buFontTx/>
              <a:buChar char="-"/>
            </a:pPr>
            <a:r>
              <a:rPr lang="ko-KR" altLang="en-US" sz="1000" kern="0" dirty="0">
                <a:latin typeface="Arial Narrow" panose="020B0606020202030204" pitchFamily="34" charset="0"/>
                <a:ea typeface="a고딕14" panose="02020600000000000000" pitchFamily="18" charset="-127"/>
              </a:rPr>
              <a:t>평생 및 디지털신기술 분야 </a:t>
            </a:r>
            <a:r>
              <a:rPr lang="ko-KR" altLang="en-US" sz="1000" kern="0" dirty="0" err="1">
                <a:latin typeface="Arial Narrow" panose="020B0606020202030204" pitchFamily="34" charset="0"/>
                <a:ea typeface="a고딕14" panose="02020600000000000000" pitchFamily="18" charset="-127"/>
              </a:rPr>
              <a:t>기술교육로드맵</a:t>
            </a:r>
            <a:r>
              <a:rPr lang="ko-KR" altLang="en-US" sz="1000" kern="0" dirty="0">
                <a:latin typeface="Arial Narrow" panose="020B0606020202030204" pitchFamily="34" charset="0"/>
                <a:ea typeface="a고딕14" panose="02020600000000000000" pitchFamily="18" charset="-127"/>
              </a:rPr>
              <a:t> 및 과정개요서 개발</a:t>
            </a:r>
            <a:endParaRPr lang="en-US" altLang="ko-KR" sz="1000" kern="0" dirty="0">
              <a:latin typeface="Arial Narrow" panose="020B0606020202030204" pitchFamily="34" charset="0"/>
              <a:ea typeface="a고딕14" panose="02020600000000000000" pitchFamily="18" charset="-127"/>
            </a:endParaRPr>
          </a:p>
          <a:p>
            <a:pPr marL="171450" indent="-82550" algn="l" eaLnBrk="1" latinLnBrk="0" hangingPunct="1">
              <a:spcBef>
                <a:spcPts val="0"/>
              </a:spcBef>
              <a:spcAft>
                <a:spcPts val="300"/>
              </a:spcAft>
              <a:buFontTx/>
              <a:buChar char="-"/>
            </a:pPr>
            <a:r>
              <a:rPr lang="ko-KR" altLang="en-US" sz="1000" kern="0" dirty="0">
                <a:latin typeface="Arial Narrow" panose="020B0606020202030204" pitchFamily="34" charset="0"/>
                <a:ea typeface="a고딕14" panose="02020600000000000000" pitchFamily="18" charset="-127"/>
              </a:rPr>
              <a:t>기업</a:t>
            </a:r>
            <a:r>
              <a:rPr lang="en-US" altLang="ko-KR" sz="1000" kern="0" dirty="0">
                <a:latin typeface="Arial Narrow" panose="020B0606020202030204" pitchFamily="34" charset="0"/>
                <a:ea typeface="a고딕14" panose="02020600000000000000" pitchFamily="18" charset="-127"/>
              </a:rPr>
              <a:t>·</a:t>
            </a:r>
            <a:r>
              <a:rPr lang="ko-KR" altLang="en-US" sz="1000" kern="0" dirty="0">
                <a:latin typeface="Arial Narrow" panose="020B0606020202030204" pitchFamily="34" charset="0"/>
                <a:ea typeface="a고딕14" panose="02020600000000000000" pitchFamily="18" charset="-127"/>
              </a:rPr>
              <a:t>기관 협약 </a:t>
            </a:r>
            <a:r>
              <a:rPr lang="ko-KR" altLang="en-US" sz="1000" kern="0" dirty="0" err="1">
                <a:latin typeface="Arial Narrow" panose="020B0606020202030204" pitchFamily="34" charset="0"/>
                <a:ea typeface="a고딕14" panose="02020600000000000000" pitchFamily="18" charset="-127"/>
              </a:rPr>
              <a:t>기술교육로드맵</a:t>
            </a:r>
            <a:r>
              <a:rPr lang="ko-KR" altLang="en-US" sz="1000" kern="0" dirty="0">
                <a:latin typeface="Arial Narrow" panose="020B0606020202030204" pitchFamily="34" charset="0"/>
                <a:ea typeface="a고딕14" panose="02020600000000000000" pitchFamily="18" charset="-127"/>
              </a:rPr>
              <a:t> 및 과정 선정</a:t>
            </a:r>
          </a:p>
        </p:txBody>
      </p:sp>
      <p:sp>
        <p:nvSpPr>
          <p:cNvPr id="76" name="Rectangle 34"/>
          <p:cNvSpPr>
            <a:spLocks noChangeArrowheads="1"/>
          </p:cNvSpPr>
          <p:nvPr/>
        </p:nvSpPr>
        <p:spPr bwMode="auto">
          <a:xfrm>
            <a:off x="2056781" y="2402075"/>
            <a:ext cx="1492063" cy="482726"/>
          </a:xfrm>
          <a:prstGeom prst="rect">
            <a:avLst/>
          </a:prstGeom>
          <a:solidFill>
            <a:srgbClr val="3061A3">
              <a:alpha val="70000"/>
            </a:srgbClr>
          </a:solidFill>
          <a:ln w="3175">
            <a:solidFill>
              <a:srgbClr val="6E90BE"/>
            </a:solidFill>
            <a:miter lim="800000"/>
            <a:headEnd/>
            <a:tailEnd/>
          </a:ln>
          <a:effectLst/>
        </p:spPr>
        <p:txBody>
          <a:bodyPr lIns="0" tIns="0" rIns="0" bIns="0" anchor="ctr"/>
          <a:lstStyle/>
          <a:p>
            <a:pPr marL="0" lvl="1" eaLnBrk="1" fontAlgn="auto" latinLnBrk="0" hangingPunct="1">
              <a:spcBef>
                <a:spcPts val="0"/>
              </a:spcBef>
              <a:spcAft>
                <a:spcPts val="0"/>
              </a:spcAft>
              <a:buNone/>
            </a:pPr>
            <a:r>
              <a:rPr kumimoji="1" lang="en-US" altLang="ko-KR" sz="1000" kern="0" dirty="0">
                <a:solidFill>
                  <a:schemeClr val="bg1"/>
                </a:solidFill>
                <a:latin typeface="Arial Narrow" panose="020B0606020202030204" pitchFamily="34" charset="0"/>
                <a:ea typeface="a고딕14" panose="02020600000000000000" pitchFamily="18" charset="-127"/>
              </a:rPr>
              <a:t>2024</a:t>
            </a:r>
            <a:r>
              <a:rPr kumimoji="1" lang="ko-KR" altLang="en-US" sz="1000" kern="0" dirty="0">
                <a:solidFill>
                  <a:schemeClr val="bg1"/>
                </a:solidFill>
                <a:latin typeface="Arial Narrow" panose="020B0606020202030204" pitchFamily="34" charset="0"/>
                <a:ea typeface="a고딕14" panose="02020600000000000000" pitchFamily="18" charset="-127"/>
              </a:rPr>
              <a:t>년 </a:t>
            </a:r>
            <a:r>
              <a:rPr kumimoji="1" lang="ko-KR" altLang="en-US" sz="1000" kern="0" dirty="0" err="1">
                <a:solidFill>
                  <a:schemeClr val="bg1"/>
                </a:solidFill>
                <a:latin typeface="Arial Narrow" panose="020B0606020202030204" pitchFamily="34" charset="0"/>
                <a:ea typeface="a고딕14" panose="02020600000000000000" pitchFamily="18" charset="-127"/>
              </a:rPr>
              <a:t>기술교육로드맵</a:t>
            </a:r>
            <a:r>
              <a:rPr kumimoji="1" lang="ko-KR" altLang="en-US" sz="1000" kern="0" dirty="0">
                <a:solidFill>
                  <a:schemeClr val="bg1"/>
                </a:solidFill>
                <a:latin typeface="Arial Narrow" panose="020B0606020202030204" pitchFamily="34" charset="0"/>
                <a:ea typeface="a고딕14" panose="02020600000000000000" pitchFamily="18" charset="-127"/>
              </a:rPr>
              <a:t> 및 신규과정 선정 용역</a:t>
            </a:r>
          </a:p>
        </p:txBody>
      </p:sp>
      <p:sp>
        <p:nvSpPr>
          <p:cNvPr id="77" name="Rectangle 32"/>
          <p:cNvSpPr>
            <a:spLocks noChangeArrowheads="1"/>
          </p:cNvSpPr>
          <p:nvPr/>
        </p:nvSpPr>
        <p:spPr bwMode="auto">
          <a:xfrm>
            <a:off x="979735" y="2402076"/>
            <a:ext cx="1077046" cy="482726"/>
          </a:xfrm>
          <a:prstGeom prst="rect">
            <a:avLst/>
          </a:prstGeom>
          <a:noFill/>
          <a:ln w="3175">
            <a:solidFill>
              <a:srgbClr val="E7E6E6">
                <a:lumMod val="75000"/>
              </a:srgbClr>
            </a:solidFill>
            <a:miter lim="800000"/>
            <a:headEnd/>
            <a:tailEnd/>
          </a:ln>
          <a:effectLst/>
        </p:spPr>
        <p:txBody>
          <a:bodyPr wrap="square" lIns="0" rIns="0" bIns="18000" anchor="b"/>
          <a:lstStyle/>
          <a:p>
            <a:pPr marL="0" marR="0" lvl="0" indent="0" defTabSz="914400" eaLnBrk="1" fontAlgn="auto" latinLnBrk="0" hangingPunct="1">
              <a:lnSpc>
                <a:spcPct val="100000"/>
              </a:lnSpc>
              <a:spcBef>
                <a:spcPts val="0"/>
              </a:spcBef>
              <a:spcAft>
                <a:spcPts val="0"/>
              </a:spcAft>
              <a:buClrTx/>
              <a:buSzTx/>
              <a:buFontTx/>
              <a:buNone/>
              <a:tabLst/>
              <a:defRPr/>
            </a:pPr>
            <a:endParaRPr kumimoji="1" lang="ko-KR" altLang="en-US" sz="600" kern="0" dirty="0">
              <a:solidFill>
                <a:prstClr val="black"/>
              </a:solidFill>
              <a:latin typeface="a고딕14" panose="02020600000000000000" pitchFamily="18" charset="-127"/>
              <a:ea typeface="a고딕14" panose="02020600000000000000" pitchFamily="18" charset="-127"/>
            </a:endParaRPr>
          </a:p>
        </p:txBody>
      </p:sp>
      <p:sp>
        <p:nvSpPr>
          <p:cNvPr id="78" name="Text Box 4"/>
          <p:cNvSpPr txBox="1">
            <a:spLocks noChangeArrowheads="1"/>
          </p:cNvSpPr>
          <p:nvPr/>
        </p:nvSpPr>
        <p:spPr bwMode="auto">
          <a:xfrm>
            <a:off x="3768024" y="2015422"/>
            <a:ext cx="2687098" cy="253916"/>
          </a:xfrm>
          <a:prstGeom prst="rect">
            <a:avLst/>
          </a:prstGeom>
          <a:noFill/>
          <a:ln>
            <a:noFill/>
          </a:ln>
          <a:effectLst>
            <a:prstShdw prst="shdw17" dist="17961" dir="2700000">
              <a:sysClr val="window" lastClr="FFFFFF">
                <a:gamma/>
                <a:shade val="60000"/>
                <a:invGamma/>
              </a:sys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Lst>
        </p:spPr>
        <p:txBody>
          <a:bodyPr wrap="square">
            <a:spAutoFit/>
          </a:bodyPr>
          <a:lstStyle/>
          <a:p>
            <a:pPr eaLnBrk="1" fontAlgn="auto" latinLnBrk="0" hangingPunct="1">
              <a:spcBef>
                <a:spcPct val="50000"/>
              </a:spcBef>
              <a:spcAft>
                <a:spcPts val="0"/>
              </a:spcAft>
              <a:buFontTx/>
              <a:buNone/>
              <a:defRPr/>
            </a:pPr>
            <a:r>
              <a:rPr kumimoji="1" lang="ko-KR" altLang="en-US" sz="1050" u="sng" kern="0" spc="-40" dirty="0">
                <a:solidFill>
                  <a:prstClr val="black"/>
                </a:solidFill>
                <a:latin typeface="a고딕14" panose="02020600000000000000" pitchFamily="18" charset="-127"/>
                <a:ea typeface="a고딕14" panose="02020600000000000000" pitchFamily="18" charset="-127"/>
                <a:sym typeface="Wingdings 2" panose="05020102010507070707" pitchFamily="18" charset="2"/>
              </a:rPr>
              <a:t>한국기술교육대학교 수행내용 요약</a:t>
            </a:r>
          </a:p>
        </p:txBody>
      </p:sp>
      <p:sp>
        <p:nvSpPr>
          <p:cNvPr id="79" name="object 20"/>
          <p:cNvSpPr/>
          <p:nvPr/>
        </p:nvSpPr>
        <p:spPr>
          <a:xfrm>
            <a:off x="3768023" y="2337241"/>
            <a:ext cx="2690933" cy="4160209"/>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chemeClr val="bg1"/>
          </a:solidFill>
          <a:ln w="3175">
            <a:solidFill>
              <a:schemeClr val="tx1">
                <a:lumMod val="50000"/>
                <a:lumOff val="50000"/>
              </a:schemeClr>
            </a:solidFill>
          </a:ln>
          <a:effectLst>
            <a:outerShdw blurRad="25400" dist="38100" dir="2700000" algn="tl" rotWithShape="0">
              <a:prstClr val="black">
                <a:alpha val="40000"/>
              </a:prstClr>
            </a:outerShdw>
          </a:effectLst>
        </p:spPr>
        <p:txBody>
          <a:bodyPr wrap="square" lIns="0" tIns="0" rIns="0" bIns="0" rtlCol="0"/>
          <a:lstStyle/>
          <a:p>
            <a:pPr eaLnBrk="1" fontAlgn="auto" hangingPunct="1">
              <a:spcBef>
                <a:spcPts val="0"/>
              </a:spcBef>
              <a:spcAft>
                <a:spcPts val="0"/>
              </a:spcAft>
              <a:buFontTx/>
              <a:buNone/>
            </a:pPr>
            <a:endParaRPr sz="800">
              <a:solidFill>
                <a:prstClr val="black"/>
              </a:solidFill>
              <a:latin typeface="Arial Narrow" panose="020B0606020202030204" pitchFamily="34" charset="0"/>
              <a:ea typeface="a고딕14" panose="02020600000000000000" pitchFamily="18" charset="-127"/>
            </a:endParaRPr>
          </a:p>
        </p:txBody>
      </p:sp>
      <p:sp>
        <p:nvSpPr>
          <p:cNvPr id="80" name="Rectangle 65">
            <a:extLst>
              <a:ext uri="{FF2B5EF4-FFF2-40B4-BE49-F238E27FC236}">
                <a16:creationId xmlns:a16="http://schemas.microsoft.com/office/drawing/2014/main" id="{89892781-0046-4266-84A4-2D52EBFE1E75}"/>
              </a:ext>
            </a:extLst>
          </p:cNvPr>
          <p:cNvSpPr>
            <a:spLocks noChangeArrowheads="1"/>
          </p:cNvSpPr>
          <p:nvPr/>
        </p:nvSpPr>
        <p:spPr bwMode="auto">
          <a:xfrm>
            <a:off x="3828255" y="2949636"/>
            <a:ext cx="2569109" cy="2018636"/>
          </a:xfrm>
          <a:prstGeom prst="rect">
            <a:avLst/>
          </a:prstGeom>
          <a:solidFill>
            <a:srgbClr val="E6E6E6"/>
          </a:solidFill>
          <a:ln w="3175" cap="flat" cmpd="sng" algn="ctr">
            <a:noFill/>
            <a:prstDash val="solid"/>
          </a:ln>
          <a:effectLst/>
        </p:spPr>
        <p:txBody>
          <a:bodyPr lIns="72000" tIns="0" rIns="0" bIns="0" anchor="ctr" anchorCtr="0"/>
          <a:lstStyle/>
          <a:p>
            <a:pPr marL="85725" indent="-85725" algn="l" eaLnBrk="1" latinLnBrk="0" hangingPunct="1">
              <a:lnSpc>
                <a:spcPct val="150000"/>
              </a:lnSpc>
              <a:spcBef>
                <a:spcPts val="0"/>
              </a:spcBef>
              <a:spcAft>
                <a:spcPts val="300"/>
              </a:spcAft>
              <a:buFont typeface="Arial" panose="020B0604020202020204" pitchFamily="34" charset="0"/>
              <a:buChar char="•"/>
            </a:pPr>
            <a:r>
              <a:rPr lang="ko-KR" altLang="en-US" sz="1050" kern="0" dirty="0">
                <a:solidFill>
                  <a:srgbClr val="0070C0"/>
                </a:solidFill>
                <a:latin typeface="Arial Narrow" panose="020B0606020202030204" pitchFamily="34" charset="0"/>
                <a:ea typeface="a고딕14" panose="02020600000000000000" pitchFamily="18" charset="-127"/>
              </a:rPr>
              <a:t>수행 기간</a:t>
            </a:r>
            <a:r>
              <a:rPr lang="ko-KR" altLang="en-US" sz="1050" kern="0" dirty="0">
                <a:latin typeface="Arial Narrow" panose="020B0606020202030204" pitchFamily="34" charset="0"/>
                <a:ea typeface="a고딕14" panose="02020600000000000000" pitchFamily="18" charset="-127"/>
              </a:rPr>
              <a:t> </a:t>
            </a:r>
            <a:r>
              <a:rPr lang="en-US" altLang="ko-KR" sz="1050" kern="0" dirty="0">
                <a:latin typeface="Arial Narrow" panose="020B0606020202030204" pitchFamily="34" charset="0"/>
                <a:ea typeface="a고딕14" panose="02020600000000000000" pitchFamily="18" charset="-127"/>
              </a:rPr>
              <a:t>: ’23.10.23 ~’23.11.30</a:t>
            </a:r>
          </a:p>
          <a:p>
            <a:pPr marL="85725" indent="-85725" algn="l" eaLnBrk="1" latinLnBrk="0" hangingPunct="1">
              <a:lnSpc>
                <a:spcPct val="150000"/>
              </a:lnSpc>
              <a:spcBef>
                <a:spcPts val="0"/>
              </a:spcBef>
              <a:spcAft>
                <a:spcPts val="300"/>
              </a:spcAft>
              <a:buFont typeface="Arial" panose="020B0604020202020204" pitchFamily="34" charset="0"/>
              <a:buChar char="•"/>
            </a:pPr>
            <a:r>
              <a:rPr lang="ko-KR" altLang="en-US" sz="1050" kern="0" dirty="0">
                <a:solidFill>
                  <a:srgbClr val="0070C0"/>
                </a:solidFill>
                <a:latin typeface="Arial Narrow" panose="020B0606020202030204" pitchFamily="34" charset="0"/>
                <a:ea typeface="a고딕14" panose="02020600000000000000" pitchFamily="18" charset="-127"/>
              </a:rPr>
              <a:t>과업 목적</a:t>
            </a:r>
            <a:endParaRPr lang="en-US" altLang="ko-KR" sz="1050" kern="0" dirty="0">
              <a:solidFill>
                <a:srgbClr val="0070C0"/>
              </a:solidFill>
              <a:latin typeface="Arial Narrow" panose="020B0606020202030204" pitchFamily="34" charset="0"/>
              <a:ea typeface="a고딕14" panose="02020600000000000000" pitchFamily="18" charset="-127"/>
            </a:endParaRPr>
          </a:p>
          <a:p>
            <a:pPr marL="179388" indent="-90488" algn="l" eaLnBrk="1" latinLnBrk="0" hangingPunct="1">
              <a:spcBef>
                <a:spcPts val="0"/>
              </a:spcBef>
              <a:spcAft>
                <a:spcPts val="300"/>
              </a:spcAft>
              <a:buFont typeface="Arial" panose="020B0604020202020204" pitchFamily="34" charset="0"/>
              <a:buChar char="•"/>
            </a:pPr>
            <a:r>
              <a:rPr lang="ko-KR" altLang="en-US" sz="1000" kern="0" spc="-20" dirty="0">
                <a:latin typeface="Arial Narrow" panose="020B0606020202030204" pitchFamily="34" charset="0"/>
                <a:ea typeface="a고딕14" panose="02020600000000000000" pitchFamily="18" charset="-127"/>
              </a:rPr>
              <a:t>‘평생직업능력개발’ 및 ‘디지털 신기술’ 분야의 </a:t>
            </a:r>
            <a:r>
              <a:rPr lang="ko-KR" altLang="en-US" sz="1000" kern="0" spc="-20" dirty="0" err="1">
                <a:latin typeface="Arial Narrow" panose="020B0606020202030204" pitchFamily="34" charset="0"/>
                <a:ea typeface="a고딕14" panose="02020600000000000000" pitchFamily="18" charset="-127"/>
              </a:rPr>
              <a:t>로드맵</a:t>
            </a:r>
            <a:r>
              <a:rPr lang="ko-KR" altLang="en-US" sz="1000" kern="0" spc="-20" dirty="0">
                <a:latin typeface="Arial Narrow" panose="020B0606020202030204" pitchFamily="34" charset="0"/>
                <a:ea typeface="a고딕14" panose="02020600000000000000" pitchFamily="18" charset="-127"/>
              </a:rPr>
              <a:t> 및 과정개요서를 개발하여 교육훈련 과정</a:t>
            </a:r>
            <a:r>
              <a:rPr lang="en-US" altLang="ko-KR" sz="1000" kern="0" spc="-20" dirty="0">
                <a:latin typeface="Arial Narrow" panose="020B0606020202030204" pitchFamily="34" charset="0"/>
                <a:ea typeface="a고딕14" panose="02020600000000000000" pitchFamily="18" charset="-127"/>
              </a:rPr>
              <a:t>(</a:t>
            </a:r>
            <a:r>
              <a:rPr lang="ko-KR" altLang="en-US" sz="1000" kern="0" spc="-20" dirty="0">
                <a:latin typeface="Arial Narrow" panose="020B0606020202030204" pitchFamily="34" charset="0"/>
                <a:ea typeface="a고딕14" panose="02020600000000000000" pitchFamily="18" charset="-127"/>
              </a:rPr>
              <a:t>교과목</a:t>
            </a:r>
            <a:r>
              <a:rPr lang="en-US" altLang="ko-KR" sz="1000" kern="0" spc="-20" dirty="0">
                <a:latin typeface="Arial Narrow" panose="020B0606020202030204" pitchFamily="34" charset="0"/>
                <a:ea typeface="a고딕14" panose="02020600000000000000" pitchFamily="18" charset="-127"/>
              </a:rPr>
              <a:t>, </a:t>
            </a:r>
            <a:r>
              <a:rPr lang="ko-KR" altLang="en-US" sz="1000" kern="0" spc="-20" dirty="0">
                <a:latin typeface="Arial Narrow" panose="020B0606020202030204" pitchFamily="34" charset="0"/>
                <a:ea typeface="a고딕14" panose="02020600000000000000" pitchFamily="18" charset="-127"/>
              </a:rPr>
              <a:t>콘텐츠</a:t>
            </a:r>
            <a:r>
              <a:rPr lang="en-US" altLang="ko-KR" sz="1000" kern="0" spc="-20" dirty="0">
                <a:latin typeface="Arial Narrow" panose="020B0606020202030204" pitchFamily="34" charset="0"/>
                <a:ea typeface="a고딕14" panose="02020600000000000000" pitchFamily="18" charset="-127"/>
              </a:rPr>
              <a:t>) </a:t>
            </a:r>
            <a:r>
              <a:rPr lang="ko-KR" altLang="en-US" sz="1000" kern="0" spc="-20" dirty="0">
                <a:latin typeface="Arial Narrow" panose="020B0606020202030204" pitchFamily="34" charset="0"/>
                <a:ea typeface="a고딕14" panose="02020600000000000000" pitchFamily="18" charset="-127"/>
              </a:rPr>
              <a:t>개발에 활용하고자 함</a:t>
            </a:r>
            <a:endParaRPr lang="en-US" altLang="ko-KR" sz="1000" kern="0" spc="-20" dirty="0">
              <a:latin typeface="Arial Narrow" panose="020B0606020202030204" pitchFamily="34" charset="0"/>
              <a:ea typeface="a고딕14" panose="02020600000000000000" pitchFamily="18" charset="-127"/>
            </a:endParaRPr>
          </a:p>
          <a:p>
            <a:pPr marL="179388" indent="-90488" algn="l" eaLnBrk="1" latinLnBrk="0" hangingPunct="1">
              <a:lnSpc>
                <a:spcPct val="150000"/>
              </a:lnSpc>
              <a:spcBef>
                <a:spcPts val="0"/>
              </a:spcBef>
              <a:spcAft>
                <a:spcPts val="300"/>
              </a:spcAft>
              <a:buFont typeface="Arial" panose="020B0604020202020204" pitchFamily="34" charset="0"/>
              <a:buChar char="•"/>
            </a:pPr>
            <a:r>
              <a:rPr lang="ko-KR" altLang="en-US" sz="1050" kern="0" dirty="0">
                <a:solidFill>
                  <a:srgbClr val="0070C0"/>
                </a:solidFill>
                <a:latin typeface="Arial Narrow" panose="020B0606020202030204" pitchFamily="34" charset="0"/>
                <a:ea typeface="a고딕14" panose="02020600000000000000" pitchFamily="18" charset="-127"/>
              </a:rPr>
              <a:t>수행 범위</a:t>
            </a:r>
            <a:endParaRPr lang="en-US" altLang="ko-KR" sz="1050" kern="0" dirty="0">
              <a:solidFill>
                <a:srgbClr val="0070C0"/>
              </a:solidFill>
              <a:latin typeface="Arial Narrow" panose="020B0606020202030204" pitchFamily="34" charset="0"/>
              <a:ea typeface="a고딕14" panose="02020600000000000000" pitchFamily="18" charset="-127"/>
            </a:endParaRPr>
          </a:p>
          <a:p>
            <a:pPr marL="171450" indent="-82550" algn="l" eaLnBrk="1" latinLnBrk="0" hangingPunct="1">
              <a:spcBef>
                <a:spcPts val="0"/>
              </a:spcBef>
              <a:spcAft>
                <a:spcPts val="300"/>
              </a:spcAft>
              <a:buFontTx/>
              <a:buChar char="-"/>
            </a:pPr>
            <a:r>
              <a:rPr lang="ko-KR" altLang="en-US" sz="1000" kern="0" dirty="0">
                <a:latin typeface="Arial Narrow" panose="020B0606020202030204" pitchFamily="34" charset="0"/>
                <a:ea typeface="a고딕14" panose="02020600000000000000" pitchFamily="18" charset="-127"/>
              </a:rPr>
              <a:t>평생 및 디지털 신기술 분야 </a:t>
            </a:r>
            <a:r>
              <a:rPr lang="en-US" altLang="ko-KR" sz="1000" kern="0" dirty="0">
                <a:latin typeface="Arial Narrow" panose="020B0606020202030204" pitchFamily="34" charset="0"/>
                <a:ea typeface="a고딕14" panose="02020600000000000000" pitchFamily="18" charset="-127"/>
              </a:rPr>
              <a:t>NCS</a:t>
            </a:r>
            <a:r>
              <a:rPr lang="ko-KR" altLang="en-US" sz="1000" kern="0" dirty="0">
                <a:latin typeface="Arial Narrow" panose="020B0606020202030204" pitchFamily="34" charset="0"/>
                <a:ea typeface="a고딕14" panose="02020600000000000000" pitchFamily="18" charset="-127"/>
              </a:rPr>
              <a:t> </a:t>
            </a:r>
            <a:r>
              <a:rPr lang="ko-KR" altLang="en-US" sz="1000" kern="0" dirty="0" err="1">
                <a:latin typeface="Arial Narrow" panose="020B0606020202030204" pitchFamily="34" charset="0"/>
                <a:ea typeface="a고딕14" panose="02020600000000000000" pitchFamily="18" charset="-127"/>
              </a:rPr>
              <a:t>능력단위</a:t>
            </a:r>
            <a:r>
              <a:rPr lang="ko-KR" altLang="en-US" sz="1000" kern="0" dirty="0">
                <a:latin typeface="Arial Narrow" panose="020B0606020202030204" pitchFamily="34" charset="0"/>
                <a:ea typeface="a고딕14" panose="02020600000000000000" pitchFamily="18" charset="-127"/>
              </a:rPr>
              <a:t> 기준 교육훈련 수요 도출</a:t>
            </a:r>
            <a:endParaRPr lang="en-US" altLang="ko-KR" sz="1000" kern="0" dirty="0">
              <a:latin typeface="Arial Narrow" panose="020B0606020202030204" pitchFamily="34" charset="0"/>
              <a:ea typeface="a고딕14" panose="02020600000000000000" pitchFamily="18" charset="-127"/>
            </a:endParaRPr>
          </a:p>
          <a:p>
            <a:pPr marL="171450" indent="-82550" algn="l" eaLnBrk="1" latinLnBrk="0" hangingPunct="1">
              <a:spcBef>
                <a:spcPts val="0"/>
              </a:spcBef>
              <a:spcAft>
                <a:spcPts val="300"/>
              </a:spcAft>
              <a:buFontTx/>
              <a:buChar char="-"/>
            </a:pPr>
            <a:r>
              <a:rPr lang="ko-KR" altLang="en-US" sz="1000" kern="0" dirty="0">
                <a:latin typeface="Arial Narrow" panose="020B0606020202030204" pitchFamily="34" charset="0"/>
                <a:ea typeface="a고딕14" panose="02020600000000000000" pitchFamily="18" charset="-127"/>
              </a:rPr>
              <a:t>평생 및 디지털 신기술 분야 기술교육로드맵 및 과정개요서 개발</a:t>
            </a:r>
          </a:p>
        </p:txBody>
      </p:sp>
      <p:sp>
        <p:nvSpPr>
          <p:cNvPr id="81" name="Rectangle 34"/>
          <p:cNvSpPr>
            <a:spLocks noChangeArrowheads="1"/>
          </p:cNvSpPr>
          <p:nvPr/>
        </p:nvSpPr>
        <p:spPr bwMode="auto">
          <a:xfrm>
            <a:off x="4905301" y="2402075"/>
            <a:ext cx="1492063" cy="482726"/>
          </a:xfrm>
          <a:prstGeom prst="rect">
            <a:avLst/>
          </a:prstGeom>
          <a:solidFill>
            <a:srgbClr val="3061A3">
              <a:alpha val="70000"/>
            </a:srgbClr>
          </a:solidFill>
          <a:ln w="3175">
            <a:solidFill>
              <a:srgbClr val="6E90BE"/>
            </a:solidFill>
            <a:miter lim="800000"/>
            <a:headEnd/>
            <a:tailEnd/>
          </a:ln>
          <a:effectLst/>
        </p:spPr>
        <p:txBody>
          <a:bodyPr lIns="0" tIns="0" rIns="0" bIns="0" anchor="ctr"/>
          <a:lstStyle/>
          <a:p>
            <a:pPr marL="0" lvl="1" eaLnBrk="1" fontAlgn="auto" latinLnBrk="0" hangingPunct="1">
              <a:spcBef>
                <a:spcPts val="0"/>
              </a:spcBef>
              <a:spcAft>
                <a:spcPts val="0"/>
              </a:spcAft>
              <a:buNone/>
            </a:pPr>
            <a:r>
              <a:rPr kumimoji="1" lang="ko-KR" altLang="en-US" sz="1000" kern="0" spc="-100" dirty="0">
                <a:solidFill>
                  <a:schemeClr val="bg1"/>
                </a:solidFill>
                <a:latin typeface="Arial Narrow" panose="020B0606020202030204" pitchFamily="34" charset="0"/>
                <a:ea typeface="a고딕14" panose="02020600000000000000" pitchFamily="18" charset="-127"/>
              </a:rPr>
              <a:t>기술교육로드맵 평생 및 디지털 신기술 분야 개발 용역</a:t>
            </a:r>
          </a:p>
        </p:txBody>
      </p:sp>
      <p:sp>
        <p:nvSpPr>
          <p:cNvPr id="82" name="Rectangle 32"/>
          <p:cNvSpPr>
            <a:spLocks noChangeArrowheads="1"/>
          </p:cNvSpPr>
          <p:nvPr/>
        </p:nvSpPr>
        <p:spPr bwMode="auto">
          <a:xfrm>
            <a:off x="3828255" y="2402076"/>
            <a:ext cx="1077046" cy="482726"/>
          </a:xfrm>
          <a:prstGeom prst="rect">
            <a:avLst/>
          </a:prstGeom>
          <a:noFill/>
          <a:ln w="3175">
            <a:solidFill>
              <a:srgbClr val="E7E6E6">
                <a:lumMod val="75000"/>
              </a:srgbClr>
            </a:solidFill>
            <a:miter lim="800000"/>
            <a:headEnd/>
            <a:tailEnd/>
          </a:ln>
          <a:effectLst/>
        </p:spPr>
        <p:txBody>
          <a:bodyPr wrap="square" lIns="0" rIns="0" bIns="18000" anchor="b"/>
          <a:lstStyle/>
          <a:p>
            <a:pPr marL="0" marR="0" lvl="0" indent="0" defTabSz="914400" eaLnBrk="1" fontAlgn="auto" latinLnBrk="0" hangingPunct="1">
              <a:lnSpc>
                <a:spcPct val="100000"/>
              </a:lnSpc>
              <a:spcBef>
                <a:spcPts val="0"/>
              </a:spcBef>
              <a:spcAft>
                <a:spcPts val="0"/>
              </a:spcAft>
              <a:buClrTx/>
              <a:buSzTx/>
              <a:buFontTx/>
              <a:buNone/>
              <a:tabLst/>
              <a:defRPr/>
            </a:pPr>
            <a:endParaRPr kumimoji="1" lang="ko-KR" altLang="en-US" sz="600" kern="0" dirty="0">
              <a:solidFill>
                <a:prstClr val="black"/>
              </a:solidFill>
              <a:latin typeface="a고딕14" panose="02020600000000000000" pitchFamily="18" charset="-127"/>
              <a:ea typeface="a고딕14" panose="02020600000000000000" pitchFamily="18" charset="-127"/>
            </a:endParaRPr>
          </a:p>
        </p:txBody>
      </p:sp>
      <p:pic>
        <p:nvPicPr>
          <p:cNvPr id="84" name="그림 83"/>
          <p:cNvPicPr>
            <a:picLocks noChangeAspect="1"/>
          </p:cNvPicPr>
          <p:nvPr/>
        </p:nvPicPr>
        <p:blipFill>
          <a:blip r:embed="rId5"/>
          <a:stretch>
            <a:fillRect/>
          </a:stretch>
        </p:blipFill>
        <p:spPr>
          <a:xfrm>
            <a:off x="3886355" y="2530931"/>
            <a:ext cx="970914" cy="213426"/>
          </a:xfrm>
          <a:prstGeom prst="rect">
            <a:avLst/>
          </a:prstGeom>
        </p:spPr>
      </p:pic>
      <p:pic>
        <p:nvPicPr>
          <p:cNvPr id="4" name="그림 3"/>
          <p:cNvPicPr>
            <a:picLocks noChangeAspect="1"/>
          </p:cNvPicPr>
          <p:nvPr/>
        </p:nvPicPr>
        <p:blipFill>
          <a:blip r:embed="rId6"/>
          <a:stretch>
            <a:fillRect/>
          </a:stretch>
        </p:blipFill>
        <p:spPr>
          <a:xfrm>
            <a:off x="3796739" y="5021683"/>
            <a:ext cx="2638878" cy="1421462"/>
          </a:xfrm>
          <a:prstGeom prst="rect">
            <a:avLst/>
          </a:prstGeom>
        </p:spPr>
      </p:pic>
      <p:pic>
        <p:nvPicPr>
          <p:cNvPr id="6" name="그림 5">
            <a:extLst>
              <a:ext uri="{FF2B5EF4-FFF2-40B4-BE49-F238E27FC236}">
                <a16:creationId xmlns:a16="http://schemas.microsoft.com/office/drawing/2014/main" id="{DE6A196E-EA30-3697-6792-4FD0D1ECEB5D}"/>
              </a:ext>
            </a:extLst>
          </p:cNvPr>
          <p:cNvPicPr>
            <a:picLocks noChangeAspect="1"/>
          </p:cNvPicPr>
          <p:nvPr/>
        </p:nvPicPr>
        <p:blipFill>
          <a:blip r:embed="rId7"/>
          <a:stretch>
            <a:fillRect/>
          </a:stretch>
        </p:blipFill>
        <p:spPr>
          <a:xfrm>
            <a:off x="6817153" y="2426738"/>
            <a:ext cx="1011644" cy="271063"/>
          </a:xfrm>
          <a:prstGeom prst="rect">
            <a:avLst/>
          </a:prstGeom>
        </p:spPr>
      </p:pic>
      <p:pic>
        <p:nvPicPr>
          <p:cNvPr id="7" name="그림 6">
            <a:extLst>
              <a:ext uri="{FF2B5EF4-FFF2-40B4-BE49-F238E27FC236}">
                <a16:creationId xmlns:a16="http://schemas.microsoft.com/office/drawing/2014/main" id="{5D9D0DBF-63B2-2B0E-D5FF-4ADD6997205D}"/>
              </a:ext>
            </a:extLst>
          </p:cNvPr>
          <p:cNvPicPr>
            <a:picLocks noChangeAspect="1"/>
          </p:cNvPicPr>
          <p:nvPr/>
        </p:nvPicPr>
        <p:blipFill>
          <a:blip r:embed="rId5"/>
          <a:stretch>
            <a:fillRect/>
          </a:stretch>
        </p:blipFill>
        <p:spPr>
          <a:xfrm>
            <a:off x="1037835" y="2530931"/>
            <a:ext cx="970914" cy="213426"/>
          </a:xfrm>
          <a:prstGeom prst="rect">
            <a:avLst/>
          </a:prstGeom>
        </p:spPr>
      </p:pic>
      <p:pic>
        <p:nvPicPr>
          <p:cNvPr id="8" name="그림 7">
            <a:extLst>
              <a:ext uri="{FF2B5EF4-FFF2-40B4-BE49-F238E27FC236}">
                <a16:creationId xmlns:a16="http://schemas.microsoft.com/office/drawing/2014/main" id="{450F9623-F2BC-70A3-8AD9-B5780F81BCAC}"/>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997314" y="5021683"/>
            <a:ext cx="2551530" cy="1392569"/>
          </a:xfrm>
          <a:prstGeom prst="rect">
            <a:avLst/>
          </a:prstGeom>
          <a:ln>
            <a:solidFill>
              <a:srgbClr val="A4A3A4"/>
            </a:solidFill>
          </a:ln>
        </p:spPr>
      </p:pic>
      <p:sp>
        <p:nvSpPr>
          <p:cNvPr id="2" name="직사각형 1">
            <a:extLst>
              <a:ext uri="{FF2B5EF4-FFF2-40B4-BE49-F238E27FC236}">
                <a16:creationId xmlns:a16="http://schemas.microsoft.com/office/drawing/2014/main" id="{76B80BC3-1FBB-92FB-74E6-034FB1E998CB}"/>
              </a:ext>
            </a:extLst>
          </p:cNvPr>
          <p:cNvSpPr/>
          <p:nvPr/>
        </p:nvSpPr>
        <p:spPr>
          <a:xfrm>
            <a:off x="1077118" y="3340409"/>
            <a:ext cx="2340260" cy="1692697"/>
          </a:xfrm>
          <a:prstGeom prst="rect">
            <a:avLst/>
          </a:prstGeom>
          <a:solidFill>
            <a:schemeClr val="tx2">
              <a:lumMod val="20000"/>
              <a:lumOff val="80000"/>
            </a:schemeClr>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en-US" altLang="ko-KR">
                <a:solidFill>
                  <a:schemeClr val="tx1"/>
                </a:solidFill>
                <a:latin typeface="Arial Narrow" panose="020B0606020202030204" pitchFamily="34" charset="0"/>
                <a:ea typeface="a고딕14" panose="02020600000000000000" pitchFamily="18" charset="-127"/>
              </a:rPr>
              <a:t>’23 24</a:t>
            </a:r>
            <a:r>
              <a:rPr lang="ko-KR" altLang="en-US">
                <a:solidFill>
                  <a:schemeClr val="tx1"/>
                </a:solidFill>
                <a:latin typeface="Arial Narrow" panose="020B0606020202030204" pitchFamily="34" charset="0"/>
                <a:ea typeface="a고딕14" panose="02020600000000000000" pitchFamily="18" charset="-127"/>
              </a:rPr>
              <a:t>년 한페이지</a:t>
            </a:r>
          </a:p>
        </p:txBody>
      </p:sp>
      <p:sp>
        <p:nvSpPr>
          <p:cNvPr id="9" name="직사각형 8">
            <a:extLst>
              <a:ext uri="{FF2B5EF4-FFF2-40B4-BE49-F238E27FC236}">
                <a16:creationId xmlns:a16="http://schemas.microsoft.com/office/drawing/2014/main" id="{B98FEAB6-1F6A-1B79-02A5-006247F43946}"/>
              </a:ext>
            </a:extLst>
          </p:cNvPr>
          <p:cNvSpPr/>
          <p:nvPr/>
        </p:nvSpPr>
        <p:spPr>
          <a:xfrm>
            <a:off x="3963552" y="3340408"/>
            <a:ext cx="2340260" cy="1692697"/>
          </a:xfrm>
          <a:prstGeom prst="rect">
            <a:avLst/>
          </a:prstGeom>
          <a:solidFill>
            <a:schemeClr val="tx2">
              <a:lumMod val="20000"/>
              <a:lumOff val="80000"/>
            </a:schemeClr>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en-US" altLang="ko-KR">
                <a:solidFill>
                  <a:schemeClr val="tx1"/>
                </a:solidFill>
                <a:latin typeface="Arial Narrow" panose="020B0606020202030204" pitchFamily="34" charset="0"/>
                <a:ea typeface="a고딕14" panose="02020600000000000000" pitchFamily="18" charset="-127"/>
              </a:rPr>
              <a:t>25</a:t>
            </a:r>
            <a:r>
              <a:rPr lang="ko-KR" altLang="en-US">
                <a:solidFill>
                  <a:schemeClr val="tx1"/>
                </a:solidFill>
                <a:latin typeface="Arial Narrow" panose="020B0606020202030204" pitchFamily="34" charset="0"/>
                <a:ea typeface="a고딕14" panose="02020600000000000000" pitchFamily="18" charset="-127"/>
              </a:rPr>
              <a:t>년 한페이지</a:t>
            </a:r>
          </a:p>
        </p:txBody>
      </p:sp>
    </p:spTree>
    <p:extLst>
      <p:ext uri="{BB962C8B-B14F-4D97-AF65-F5344CB8AC3E}">
        <p14:creationId xmlns:p14="http://schemas.microsoft.com/office/powerpoint/2010/main" val="112745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a:t>
            </a:r>
            <a:r>
              <a:rPr lang="en-US" altLang="ko-KR" dirty="0"/>
              <a:t>’19~’25</a:t>
            </a:r>
            <a:r>
              <a:rPr lang="ko-KR" altLang="en-US" dirty="0"/>
              <a:t>년 동안의 한기대가 발주한 다양한</a:t>
            </a:r>
            <a:r>
              <a:rPr lang="en-US" altLang="ko-KR" dirty="0"/>
              <a:t> PJT </a:t>
            </a:r>
            <a:r>
              <a:rPr lang="ko-KR" altLang="en-US" dirty="0"/>
              <a:t>수행을 통해 </a:t>
            </a:r>
            <a:r>
              <a:rPr lang="ko-KR" altLang="en-US" dirty="0">
                <a:solidFill>
                  <a:srgbClr val="0070C0"/>
                </a:solidFill>
              </a:rPr>
              <a:t>대학 사업에 대한 전문성 및 높은 이해도를 보유</a:t>
            </a:r>
            <a:r>
              <a:rPr lang="ko-KR" altLang="en-US" dirty="0"/>
              <a:t>하고 있음</a:t>
            </a:r>
            <a:endParaRPr lang="en-US" altLang="ko-KR" dirty="0"/>
          </a:p>
        </p:txBody>
      </p:sp>
      <p:sp>
        <p:nvSpPr>
          <p:cNvPr id="46"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7344816" cy="331935"/>
          </a:xfrm>
          <a:noFill/>
        </p:spPr>
        <p:txBody>
          <a:bodyPr vert="horz" wrap="none" lIns="72000" tIns="0" rIns="0" bIns="0" rtlCol="0" anchor="ctr">
            <a:noAutofit/>
          </a:bodyPr>
          <a:lstStyle/>
          <a:p>
            <a:pPr latinLnBrk="0"/>
            <a:r>
              <a:rPr lang="en-US" altLang="ko-KR" dirty="0"/>
              <a:t>[CSF2] </a:t>
            </a:r>
            <a:r>
              <a:rPr lang="ko-KR" altLang="en-US" dirty="0"/>
              <a:t>한국기술교육대학교 과업에 대한 높은 이해도 보유</a:t>
            </a:r>
            <a:endParaRPr lang="en-US" altLang="ko-KR" dirty="0"/>
          </a:p>
        </p:txBody>
      </p:sp>
      <p:sp>
        <p:nvSpPr>
          <p:cNvPr id="69" name="직사각형 68"/>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4" name="텍스트 개체 틀 3"/>
          <p:cNvSpPr>
            <a:spLocks noGrp="1"/>
          </p:cNvSpPr>
          <p:nvPr>
            <p:ph type="body" sz="quarter" idx="16"/>
          </p:nvPr>
        </p:nvSpPr>
        <p:spPr/>
        <p:txBody>
          <a:bodyPr/>
          <a:lstStyle/>
          <a:p>
            <a:pPr latinLnBrk="0"/>
            <a:r>
              <a:rPr lang="en-US" altLang="ko-KR" dirty="0">
                <a:latin typeface="Arial Narrow" panose="020B0606020202030204" pitchFamily="34" charset="0"/>
              </a:rPr>
              <a:t>Ⅰ. </a:t>
            </a:r>
            <a:r>
              <a:rPr lang="ko-KR" altLang="en-US" dirty="0" err="1">
                <a:latin typeface="Arial Narrow" panose="020B0606020202030204" pitchFamily="34" charset="0"/>
              </a:rPr>
              <a:t>제안개요</a:t>
            </a:r>
            <a:endParaRPr lang="en-US" altLang="ko-KR" dirty="0">
              <a:latin typeface="Arial Narrow" panose="020B0606020202030204" pitchFamily="34" charset="0"/>
            </a:endParaRPr>
          </a:p>
          <a:p>
            <a:pPr latinLnBrk="0"/>
            <a:r>
              <a:rPr lang="en-US" altLang="ko-KR" dirty="0">
                <a:latin typeface="+mn-ea"/>
              </a:rPr>
              <a:t>2. </a:t>
            </a:r>
            <a:r>
              <a:rPr lang="ko-KR" altLang="en-US" dirty="0">
                <a:latin typeface="+mn-ea"/>
              </a:rPr>
              <a:t>제안의 특장점</a:t>
            </a:r>
          </a:p>
        </p:txBody>
      </p:sp>
      <p:sp>
        <p:nvSpPr>
          <p:cNvPr id="14" name="텍스트 개체 틀 5">
            <a:extLst>
              <a:ext uri="{FF2B5EF4-FFF2-40B4-BE49-F238E27FC236}">
                <a16:creationId xmlns:a16="http://schemas.microsoft.com/office/drawing/2014/main" id="{104314F5-5814-404E-941E-1D21123D3801}"/>
              </a:ext>
            </a:extLst>
          </p:cNvPr>
          <p:cNvSpPr>
            <a:spLocks noGrp="1"/>
          </p:cNvSpPr>
          <p:nvPr>
            <p:ph type="body" sz="quarter" idx="14"/>
          </p:nvPr>
        </p:nvSpPr>
        <p:spPr>
          <a:xfrm>
            <a:off x="596516" y="1664744"/>
            <a:ext cx="2644901" cy="331935"/>
          </a:xfrm>
        </p:spPr>
        <p:txBody>
          <a:bodyPr/>
          <a:lstStyle/>
          <a:p>
            <a:pPr latinLnBrk="0"/>
            <a:r>
              <a:rPr lang="ko-KR" altLang="en-US" dirty="0"/>
              <a:t>한국기술교육대학교 다수 </a:t>
            </a:r>
            <a:r>
              <a:rPr lang="en-US" altLang="ko-KR" dirty="0"/>
              <a:t>PJT</a:t>
            </a:r>
            <a:r>
              <a:rPr lang="ko-KR" altLang="en-US" dirty="0"/>
              <a:t> 수행을 통한 높은 기관 이해도 및 노하우 보유</a:t>
            </a:r>
            <a:endParaRPr lang="en-US" altLang="ko-KR" dirty="0"/>
          </a:p>
        </p:txBody>
      </p:sp>
      <p:grpSp>
        <p:nvGrpSpPr>
          <p:cNvPr id="3" name="그룹 2">
            <a:extLst>
              <a:ext uri="{FF2B5EF4-FFF2-40B4-BE49-F238E27FC236}">
                <a16:creationId xmlns:a16="http://schemas.microsoft.com/office/drawing/2014/main" id="{A8B71C44-E1FB-1224-2005-ED08D7E96003}"/>
              </a:ext>
            </a:extLst>
          </p:cNvPr>
          <p:cNvGrpSpPr/>
          <p:nvPr/>
        </p:nvGrpSpPr>
        <p:grpSpPr>
          <a:xfrm>
            <a:off x="596516" y="2154338"/>
            <a:ext cx="8749098" cy="266602"/>
            <a:chOff x="802640" y="2236634"/>
            <a:chExt cx="4130805" cy="266552"/>
          </a:xfrm>
        </p:grpSpPr>
        <p:sp>
          <p:nvSpPr>
            <p:cNvPr id="8" name="ListLeanHorizontalTextTopic0">
              <a:extLst>
                <a:ext uri="{FF2B5EF4-FFF2-40B4-BE49-F238E27FC236}">
                  <a16:creationId xmlns:a16="http://schemas.microsoft.com/office/drawing/2014/main" id="{635B5764-B68C-0F93-9712-E68F27446A3E}"/>
                </a:ext>
              </a:extLst>
            </p:cNvPr>
            <p:cNvSpPr txBox="1"/>
            <p:nvPr/>
          </p:nvSpPr>
          <p:spPr>
            <a:xfrm>
              <a:off x="802640" y="2236634"/>
              <a:ext cx="3954275"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None/>
                <a:defRPr/>
              </a:pPr>
              <a:r>
                <a:rPr lang="ko-KR" altLang="en-US" sz="1400" kern="0" dirty="0">
                  <a:solidFill>
                    <a:srgbClr val="000000"/>
                  </a:solidFill>
                  <a:latin typeface="Arial Narrow" panose="020B0606020202030204" pitchFamily="34" charset="0"/>
                  <a:ea typeface="a고딕14" panose="02020600000000000000" pitchFamily="18" charset="-127"/>
                  <a:cs typeface="Arial Narrow" pitchFamily="34" charset="0"/>
                </a:rPr>
                <a:t>한국기술교육대학교 과업 수행 실적</a:t>
              </a:r>
              <a:r>
                <a:rPr lang="en-US" altLang="ko-KR" sz="1400" kern="0">
                  <a:solidFill>
                    <a:srgbClr val="000000"/>
                  </a:solidFill>
                  <a:latin typeface="Arial Narrow" panose="020B0606020202030204" pitchFamily="34" charset="0"/>
                  <a:ea typeface="a고딕14" panose="02020600000000000000" pitchFamily="18" charset="-127"/>
                  <a:cs typeface="Arial Narrow" pitchFamily="34" charset="0"/>
                </a:rPr>
                <a:t>(</a:t>
              </a:r>
              <a:r>
                <a:rPr lang="en-US" altLang="ko-KR" sz="1400" kern="0">
                  <a:solidFill>
                    <a:srgbClr val="000000"/>
                  </a:solidFill>
                  <a:latin typeface="Arial Narrow" panose="020B0606020202030204" pitchFamily="34" charset="0"/>
                  <a:cs typeface="Arial Narrow" pitchFamily="34" charset="0"/>
                </a:rPr>
                <a:t>2019~2024</a:t>
              </a:r>
              <a:r>
                <a:rPr lang="en-US" altLang="ko-KR" sz="1400" kern="0">
                  <a:solidFill>
                    <a:srgbClr val="000000"/>
                  </a:solidFill>
                  <a:latin typeface="Arial Narrow" panose="020B0606020202030204" pitchFamily="34" charset="0"/>
                  <a:ea typeface="a고딕14" panose="02020600000000000000" pitchFamily="18" charset="-127"/>
                  <a:cs typeface="Arial Narrow" pitchFamily="34" charset="0"/>
                </a:rPr>
                <a:t>) </a:t>
              </a:r>
              <a:endParaRPr lang="en-US" altLang="ko-KR" sz="1400" kern="0" dirty="0">
                <a:solidFill>
                  <a:srgbClr val="000000"/>
                </a:solidFill>
                <a:latin typeface="Arial Narrow" panose="020B0606020202030204" pitchFamily="34" charset="0"/>
                <a:ea typeface="a고딕14" panose="02020600000000000000" pitchFamily="18" charset="-127"/>
                <a:cs typeface="Arial Narrow" pitchFamily="34" charset="0"/>
              </a:endParaRPr>
            </a:p>
          </p:txBody>
        </p:sp>
        <p:cxnSp>
          <p:nvCxnSpPr>
            <p:cNvPr id="9" name="Horizontal Line">
              <a:extLst>
                <a:ext uri="{FF2B5EF4-FFF2-40B4-BE49-F238E27FC236}">
                  <a16:creationId xmlns:a16="http://schemas.microsoft.com/office/drawing/2014/main" id="{859E52B4-4684-86E0-782E-612B9794F31E}"/>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pic>
        <p:nvPicPr>
          <p:cNvPr id="10" name="그림 9">
            <a:extLst>
              <a:ext uri="{FF2B5EF4-FFF2-40B4-BE49-F238E27FC236}">
                <a16:creationId xmlns:a16="http://schemas.microsoft.com/office/drawing/2014/main" id="{2D1171D9-4BC9-616D-F63F-DA3F2DD529E3}"/>
              </a:ext>
            </a:extLst>
          </p:cNvPr>
          <p:cNvPicPr>
            <a:picLocks noChangeAspect="1"/>
          </p:cNvPicPr>
          <p:nvPr/>
        </p:nvPicPr>
        <p:blipFill>
          <a:blip r:embed="rId2"/>
          <a:stretch>
            <a:fillRect/>
          </a:stretch>
        </p:blipFill>
        <p:spPr>
          <a:xfrm>
            <a:off x="4952938" y="3428982"/>
            <a:ext cx="123" cy="35"/>
          </a:xfrm>
          <a:prstGeom prst="rect">
            <a:avLst/>
          </a:prstGeom>
        </p:spPr>
      </p:pic>
      <p:pic>
        <p:nvPicPr>
          <p:cNvPr id="18" name="그림 17">
            <a:extLst>
              <a:ext uri="{FF2B5EF4-FFF2-40B4-BE49-F238E27FC236}">
                <a16:creationId xmlns:a16="http://schemas.microsoft.com/office/drawing/2014/main" id="{18CA3B67-73CC-C7FE-4284-560A822F0934}"/>
              </a:ext>
            </a:extLst>
          </p:cNvPr>
          <p:cNvPicPr>
            <a:picLocks noChangeAspect="1"/>
          </p:cNvPicPr>
          <p:nvPr/>
        </p:nvPicPr>
        <p:blipFill>
          <a:blip r:embed="rId2"/>
          <a:stretch>
            <a:fillRect/>
          </a:stretch>
        </p:blipFill>
        <p:spPr>
          <a:xfrm>
            <a:off x="5105338" y="3581382"/>
            <a:ext cx="123" cy="35"/>
          </a:xfrm>
          <a:prstGeom prst="rect">
            <a:avLst/>
          </a:prstGeom>
        </p:spPr>
      </p:pic>
      <p:pic>
        <p:nvPicPr>
          <p:cNvPr id="19" name="그림 18">
            <a:extLst>
              <a:ext uri="{FF2B5EF4-FFF2-40B4-BE49-F238E27FC236}">
                <a16:creationId xmlns:a16="http://schemas.microsoft.com/office/drawing/2014/main" id="{3296A71A-9DF2-C33D-C053-910A1DAA62E6}"/>
              </a:ext>
            </a:extLst>
          </p:cNvPr>
          <p:cNvPicPr>
            <a:picLocks noChangeAspect="1"/>
          </p:cNvPicPr>
          <p:nvPr/>
        </p:nvPicPr>
        <p:blipFill>
          <a:blip r:embed="rId2"/>
          <a:stretch>
            <a:fillRect/>
          </a:stretch>
        </p:blipFill>
        <p:spPr>
          <a:xfrm>
            <a:off x="5257738" y="3733782"/>
            <a:ext cx="123" cy="35"/>
          </a:xfrm>
          <a:prstGeom prst="rect">
            <a:avLst/>
          </a:prstGeom>
        </p:spPr>
      </p:pic>
      <p:graphicFrame>
        <p:nvGraphicFramePr>
          <p:cNvPr id="20" name="표 19">
            <a:extLst>
              <a:ext uri="{FF2B5EF4-FFF2-40B4-BE49-F238E27FC236}">
                <a16:creationId xmlns:a16="http://schemas.microsoft.com/office/drawing/2014/main" id="{692F6834-0D71-AC05-1F43-BC673FB69860}"/>
              </a:ext>
            </a:extLst>
          </p:cNvPr>
          <p:cNvGraphicFramePr>
            <a:graphicFrameLocks noGrp="1"/>
          </p:cNvGraphicFramePr>
          <p:nvPr/>
        </p:nvGraphicFramePr>
        <p:xfrm>
          <a:off x="4160912" y="2487677"/>
          <a:ext cx="5184704" cy="4135740"/>
        </p:xfrm>
        <a:graphic>
          <a:graphicData uri="http://schemas.openxmlformats.org/drawingml/2006/table">
            <a:tbl>
              <a:tblPr firstRow="1" bandRow="1">
                <a:tableStyleId>{5C22544A-7EE6-4342-B048-85BDC9FD1C3A}</a:tableStyleId>
              </a:tblPr>
              <a:tblGrid>
                <a:gridCol w="375694">
                  <a:extLst>
                    <a:ext uri="{9D8B030D-6E8A-4147-A177-3AD203B41FA5}">
                      <a16:colId xmlns:a16="http://schemas.microsoft.com/office/drawing/2014/main" val="506749915"/>
                    </a:ext>
                  </a:extLst>
                </a:gridCol>
                <a:gridCol w="2756654">
                  <a:extLst>
                    <a:ext uri="{9D8B030D-6E8A-4147-A177-3AD203B41FA5}">
                      <a16:colId xmlns:a16="http://schemas.microsoft.com/office/drawing/2014/main" val="3174994554"/>
                    </a:ext>
                  </a:extLst>
                </a:gridCol>
                <a:gridCol w="468052">
                  <a:extLst>
                    <a:ext uri="{9D8B030D-6E8A-4147-A177-3AD203B41FA5}">
                      <a16:colId xmlns:a16="http://schemas.microsoft.com/office/drawing/2014/main" val="3781173971"/>
                    </a:ext>
                  </a:extLst>
                </a:gridCol>
                <a:gridCol w="1008112">
                  <a:extLst>
                    <a:ext uri="{9D8B030D-6E8A-4147-A177-3AD203B41FA5}">
                      <a16:colId xmlns:a16="http://schemas.microsoft.com/office/drawing/2014/main" val="2779742567"/>
                    </a:ext>
                  </a:extLst>
                </a:gridCol>
                <a:gridCol w="576192">
                  <a:extLst>
                    <a:ext uri="{9D8B030D-6E8A-4147-A177-3AD203B41FA5}">
                      <a16:colId xmlns:a16="http://schemas.microsoft.com/office/drawing/2014/main" val="3415019663"/>
                    </a:ext>
                  </a:extLst>
                </a:gridCol>
              </a:tblGrid>
              <a:tr h="223956">
                <a:tc>
                  <a:txBody>
                    <a:bodyPr/>
                    <a:lstStyle/>
                    <a:p>
                      <a:pPr algn="ctr" latinLnBrk="1"/>
                      <a:r>
                        <a:rPr lang="en-US" altLang="ko-KR" sz="1000" b="0">
                          <a:solidFill>
                            <a:schemeClr val="bg1"/>
                          </a:solidFill>
                        </a:rPr>
                        <a:t>No.</a:t>
                      </a:r>
                      <a:endParaRPr lang="ko-KR" altLang="en-US" sz="1000" b="0" dirty="0">
                        <a:solidFill>
                          <a:schemeClr val="bg1"/>
                        </a:solidFill>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212E55"/>
                    </a:solidFill>
                  </a:tcPr>
                </a:tc>
                <a:tc>
                  <a:txBody>
                    <a:bodyPr/>
                    <a:lstStyle/>
                    <a:p>
                      <a:pPr algn="ctr" latinLnBrk="1"/>
                      <a:r>
                        <a:rPr lang="ko-KR" altLang="en-US" sz="1000" b="0" dirty="0" err="1">
                          <a:solidFill>
                            <a:schemeClr val="bg1"/>
                          </a:solidFill>
                        </a:rPr>
                        <a:t>용역명</a:t>
                      </a:r>
                      <a:endParaRPr lang="ko-KR" altLang="en-US" sz="10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212E55"/>
                    </a:solidFill>
                  </a:tcPr>
                </a:tc>
                <a:tc>
                  <a:txBody>
                    <a:bodyPr/>
                    <a:lstStyle/>
                    <a:p>
                      <a:pPr algn="ctr" latinLnBrk="1"/>
                      <a:r>
                        <a:rPr lang="ko-KR" altLang="en-US" sz="1000" b="0" dirty="0">
                          <a:solidFill>
                            <a:schemeClr val="bg1"/>
                          </a:solidFill>
                        </a:rPr>
                        <a:t>년도</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212E55"/>
                    </a:solidFill>
                  </a:tcPr>
                </a:tc>
                <a:tc>
                  <a:txBody>
                    <a:bodyPr/>
                    <a:lstStyle/>
                    <a:p>
                      <a:pPr algn="ctr" latinLnBrk="1"/>
                      <a:r>
                        <a:rPr lang="ko-KR" altLang="en-US" sz="1000" b="0" dirty="0" err="1">
                          <a:solidFill>
                            <a:schemeClr val="bg1"/>
                          </a:solidFill>
                        </a:rPr>
                        <a:t>발주처</a:t>
                      </a:r>
                      <a:endParaRPr lang="ko-KR" altLang="en-US" sz="10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212E55"/>
                    </a:solidFill>
                  </a:tcPr>
                </a:tc>
                <a:tc>
                  <a:txBody>
                    <a:bodyPr/>
                    <a:lstStyle/>
                    <a:p>
                      <a:pPr algn="ctr" latinLnBrk="1"/>
                      <a:r>
                        <a:rPr lang="ko-KR" altLang="en-US" sz="1000" b="0" dirty="0">
                          <a:solidFill>
                            <a:schemeClr val="bg1"/>
                          </a:solidFill>
                        </a:rPr>
                        <a:t>비고</a:t>
                      </a:r>
                    </a:p>
                  </a:txBody>
                  <a:tcPr anchor="ctr">
                    <a:lnL w="6350" cap="flat" cmpd="sng" algn="ctr">
                      <a:solidFill>
                        <a:schemeClr val="bg1"/>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212E55"/>
                    </a:solidFill>
                  </a:tcPr>
                </a:tc>
                <a:extLst>
                  <a:ext uri="{0D108BD9-81ED-4DB2-BD59-A6C34878D82A}">
                    <a16:rowId xmlns:a16="http://schemas.microsoft.com/office/drawing/2014/main" val="3626281665"/>
                  </a:ext>
                </a:extLst>
              </a:tr>
              <a:tr h="120603">
                <a:tc>
                  <a:txBody>
                    <a:bodyPr/>
                    <a:lstStyle/>
                    <a:p>
                      <a:pPr algn="ctr" latinLnBrk="1"/>
                      <a:r>
                        <a:rPr lang="en-US" altLang="ko-KR" sz="1000" b="1" dirty="0">
                          <a:solidFill>
                            <a:schemeClr val="tx1"/>
                          </a:solidFill>
                        </a:rPr>
                        <a:t>1</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a:solidFill>
                            <a:schemeClr val="tx1"/>
                          </a:solidFill>
                        </a:rPr>
                        <a:t>기술교육로드맵 개발 및 신규 과정 선정 연구용역</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2025</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rowSpan="16">
                  <a:txBody>
                    <a:bodyPr/>
                    <a:lstStyle/>
                    <a:p>
                      <a:pPr algn="ctr" latinLnBrk="1"/>
                      <a:r>
                        <a:rPr lang="ko-KR" altLang="en-US" sz="1000" dirty="0" err="1">
                          <a:solidFill>
                            <a:schemeClr val="tx1"/>
                          </a:solidFill>
                        </a:rPr>
                        <a:t>제안사</a:t>
                      </a:r>
                      <a:endParaRPr lang="en-US" altLang="ko-KR" sz="1000" dirty="0">
                        <a:solidFill>
                          <a:schemeClr val="tx1"/>
                        </a:solidFill>
                      </a:endParaRPr>
                    </a:p>
                    <a:p>
                      <a:pPr algn="ctr" latinLnBrk="1"/>
                      <a:r>
                        <a:rPr lang="ko-KR" altLang="en-US" sz="1000" dirty="0">
                          <a:solidFill>
                            <a:schemeClr val="tx1"/>
                          </a:solidFill>
                        </a:rPr>
                        <a:t>실적</a:t>
                      </a:r>
                      <a:endParaRPr lang="en-US" altLang="ko-KR" sz="1000" dirty="0">
                        <a:solidFill>
                          <a:schemeClr val="tx1"/>
                        </a:solidFill>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85445463"/>
                  </a:ext>
                </a:extLst>
              </a:tr>
              <a:tr h="120603">
                <a:tc>
                  <a:txBody>
                    <a:bodyPr/>
                    <a:lstStyle/>
                    <a:p>
                      <a:pPr algn="ctr" latinLnBrk="1"/>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err="1">
                          <a:solidFill>
                            <a:schemeClr val="tx1"/>
                          </a:solidFill>
                        </a:rPr>
                        <a:t>기술교육로드맵</a:t>
                      </a:r>
                      <a:r>
                        <a:rPr lang="ko-KR" altLang="en-US" sz="900" spc="0" dirty="0">
                          <a:solidFill>
                            <a:schemeClr val="tx1"/>
                          </a:solidFill>
                        </a:rPr>
                        <a:t> 개발 및 신규 과정 선정 연구용역</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a:solidFill>
                            <a:schemeClr val="tx1"/>
                          </a:solidFill>
                        </a:rPr>
                        <a:t>2024</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err="1">
                          <a:solidFill>
                            <a:schemeClr val="tx1"/>
                          </a:solidFill>
                        </a:rPr>
                        <a:t>한기대</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latinLnBrk="1"/>
                      <a:endParaRPr lang="ko-KR" altLang="en-US"/>
                    </a:p>
                  </a:txBody>
                  <a:tcPr/>
                </a:tc>
                <a:extLst>
                  <a:ext uri="{0D108BD9-81ED-4DB2-BD59-A6C34878D82A}">
                    <a16:rowId xmlns:a16="http://schemas.microsoft.com/office/drawing/2014/main" val="3852788208"/>
                  </a:ext>
                </a:extLst>
              </a:tr>
              <a:tr h="241205">
                <a:tc>
                  <a:txBody>
                    <a:bodyPr/>
                    <a:lstStyle/>
                    <a:p>
                      <a:pPr algn="ctr" latinLnBrk="1"/>
                      <a:r>
                        <a:rPr lang="en-US" altLang="ko-KR" sz="1000" b="1" dirty="0">
                          <a:solidFill>
                            <a:schemeClr val="tx1"/>
                          </a:solidFill>
                        </a:rPr>
                        <a:t>2</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기술교육로드맵 평생 및 디지털 신기술 분야 개발 용역</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2023</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latinLnBrk="1"/>
                      <a:endParaRPr lang="ko-KR" altLang="en-US" sz="1000" dirty="0">
                        <a:solidFill>
                          <a:schemeClr val="tx1"/>
                        </a:solidFill>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94709805"/>
                  </a:ext>
                </a:extLst>
              </a:tr>
              <a:tr h="241205">
                <a:tc>
                  <a:txBody>
                    <a:bodyPr/>
                    <a:lstStyle/>
                    <a:p>
                      <a:pPr algn="ctr" latinLnBrk="1"/>
                      <a:r>
                        <a:rPr lang="en-US" altLang="ko-KR" sz="1000" b="1" dirty="0">
                          <a:solidFill>
                            <a:schemeClr val="tx1"/>
                          </a:solidFill>
                        </a:rPr>
                        <a:t>3</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온라인</a:t>
                      </a:r>
                      <a:r>
                        <a:rPr lang="ko-KR" altLang="en-US" sz="900" spc="0" baseline="0" dirty="0">
                          <a:solidFill>
                            <a:schemeClr val="tx1"/>
                          </a:solidFill>
                        </a:rPr>
                        <a:t> 교육훈련 수요조사</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2023</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latinLnBrk="1"/>
                      <a:endParaRPr lang="en-US" altLang="ko-KR" sz="1000" dirty="0">
                        <a:solidFill>
                          <a:schemeClr val="tx1"/>
                        </a:solidFill>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94201033"/>
                  </a:ext>
                </a:extLst>
              </a:tr>
              <a:tr h="241205">
                <a:tc>
                  <a:txBody>
                    <a:bodyPr/>
                    <a:lstStyle/>
                    <a:p>
                      <a:pPr algn="ctr" latinLnBrk="1"/>
                      <a:r>
                        <a:rPr lang="en-US" altLang="ko-KR" sz="1000" b="1" dirty="0">
                          <a:solidFill>
                            <a:schemeClr val="tx1"/>
                          </a:solidFill>
                        </a:rPr>
                        <a:t>4</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대학 중장기 발전계획 개편 연구용역</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2023</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latinLnBrk="1"/>
                      <a:endParaRPr lang="ko-KR" altLang="en-US"/>
                    </a:p>
                  </a:txBody>
                  <a:tcPr/>
                </a:tc>
                <a:extLst>
                  <a:ext uri="{0D108BD9-81ED-4DB2-BD59-A6C34878D82A}">
                    <a16:rowId xmlns:a16="http://schemas.microsoft.com/office/drawing/2014/main" val="3614817674"/>
                  </a:ext>
                </a:extLst>
              </a:tr>
              <a:tr h="241205">
                <a:tc>
                  <a:txBody>
                    <a:bodyPr/>
                    <a:lstStyle/>
                    <a:p>
                      <a:pPr algn="ctr" latinLnBrk="1"/>
                      <a:r>
                        <a:rPr lang="en-US" altLang="ko-KR" sz="1000" b="1" dirty="0">
                          <a:solidFill>
                            <a:schemeClr val="tx1"/>
                          </a:solidFill>
                        </a:rPr>
                        <a:t>5</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err="1">
                          <a:solidFill>
                            <a:schemeClr val="tx1"/>
                          </a:solidFill>
                        </a:rPr>
                        <a:t>일학습병행</a:t>
                      </a:r>
                      <a:r>
                        <a:rPr lang="ko-KR" altLang="en-US" sz="900" spc="0" dirty="0">
                          <a:solidFill>
                            <a:schemeClr val="tx1"/>
                          </a:solidFill>
                        </a:rPr>
                        <a:t> 기업현장교사 교육체계 설계</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2023</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latinLnBrk="1"/>
                      <a:endParaRPr lang="ko-KR" altLang="en-US"/>
                    </a:p>
                  </a:txBody>
                  <a:tcPr/>
                </a:tc>
                <a:extLst>
                  <a:ext uri="{0D108BD9-81ED-4DB2-BD59-A6C34878D82A}">
                    <a16:rowId xmlns:a16="http://schemas.microsoft.com/office/drawing/2014/main" val="1423528351"/>
                  </a:ext>
                </a:extLst>
              </a:tr>
              <a:tr h="241205">
                <a:tc>
                  <a:txBody>
                    <a:bodyPr/>
                    <a:lstStyle/>
                    <a:p>
                      <a:pPr algn="ctr" latinLnBrk="1"/>
                      <a:r>
                        <a:rPr lang="en-US" altLang="ko-KR" sz="1000" b="1" dirty="0">
                          <a:solidFill>
                            <a:schemeClr val="tx1"/>
                          </a:solidFill>
                        </a:rPr>
                        <a:t>6</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err="1">
                          <a:solidFill>
                            <a:schemeClr val="tx1"/>
                          </a:solidFill>
                        </a:rPr>
                        <a:t>일학습병행</a:t>
                      </a:r>
                      <a:r>
                        <a:rPr lang="ko-KR" altLang="en-US" sz="900" spc="0" dirty="0">
                          <a:solidFill>
                            <a:schemeClr val="tx1"/>
                          </a:solidFill>
                        </a:rPr>
                        <a:t> 기업현장교사 업무매뉴얼 개발</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2021</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latinLnBrk="1"/>
                      <a:endParaRPr lang="ko-KR" altLang="en-US"/>
                    </a:p>
                  </a:txBody>
                  <a:tcPr/>
                </a:tc>
                <a:extLst>
                  <a:ext uri="{0D108BD9-81ED-4DB2-BD59-A6C34878D82A}">
                    <a16:rowId xmlns:a16="http://schemas.microsoft.com/office/drawing/2014/main" val="312137237"/>
                  </a:ext>
                </a:extLst>
              </a:tr>
              <a:tr h="241205">
                <a:tc>
                  <a:txBody>
                    <a:bodyPr/>
                    <a:lstStyle/>
                    <a:p>
                      <a:pPr algn="ctr" latinLnBrk="1"/>
                      <a:r>
                        <a:rPr lang="en-US" altLang="ko-KR" sz="1000" b="1" dirty="0">
                          <a:solidFill>
                            <a:schemeClr val="tx1"/>
                          </a:solidFill>
                        </a:rPr>
                        <a:t>7</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err="1">
                          <a:solidFill>
                            <a:schemeClr val="tx1"/>
                          </a:solidFill>
                        </a:rPr>
                        <a:t>일학습병행</a:t>
                      </a:r>
                      <a:r>
                        <a:rPr lang="ko-KR" altLang="en-US" sz="900" spc="0" dirty="0">
                          <a:solidFill>
                            <a:schemeClr val="tx1"/>
                          </a:solidFill>
                        </a:rPr>
                        <a:t> </a:t>
                      </a:r>
                      <a:r>
                        <a:rPr lang="ko-KR" altLang="en-US" sz="900" spc="0" dirty="0" err="1">
                          <a:solidFill>
                            <a:schemeClr val="tx1"/>
                          </a:solidFill>
                        </a:rPr>
                        <a:t>학위연계형</a:t>
                      </a:r>
                      <a:r>
                        <a:rPr lang="ko-KR" altLang="en-US" sz="900" spc="0" dirty="0">
                          <a:solidFill>
                            <a:schemeClr val="tx1"/>
                          </a:solidFill>
                        </a:rPr>
                        <a:t> </a:t>
                      </a:r>
                      <a:r>
                        <a:rPr lang="en-US" altLang="ko-KR" sz="900" spc="0" dirty="0">
                          <a:solidFill>
                            <a:schemeClr val="tx1"/>
                          </a:solidFill>
                        </a:rPr>
                        <a:t>PBL </a:t>
                      </a:r>
                      <a:r>
                        <a:rPr lang="ko-KR" altLang="en-US" sz="900" spc="0" dirty="0">
                          <a:solidFill>
                            <a:schemeClr val="tx1"/>
                          </a:solidFill>
                        </a:rPr>
                        <a:t>표준운영모델 개발</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2021</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latinLnBrk="1"/>
                      <a:endParaRPr lang="ko-KR" altLang="en-US"/>
                    </a:p>
                  </a:txBody>
                  <a:tcPr/>
                </a:tc>
                <a:extLst>
                  <a:ext uri="{0D108BD9-81ED-4DB2-BD59-A6C34878D82A}">
                    <a16:rowId xmlns:a16="http://schemas.microsoft.com/office/drawing/2014/main" val="3641724263"/>
                  </a:ext>
                </a:extLst>
              </a:tr>
              <a:tr h="241205">
                <a:tc>
                  <a:txBody>
                    <a:bodyPr/>
                    <a:lstStyle/>
                    <a:p>
                      <a:pPr algn="ctr" latinLnBrk="1"/>
                      <a:r>
                        <a:rPr lang="en-US" altLang="ko-KR" sz="1000" b="1" dirty="0">
                          <a:solidFill>
                            <a:schemeClr val="tx1"/>
                          </a:solidFill>
                        </a:rPr>
                        <a:t>8</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err="1">
                          <a:solidFill>
                            <a:schemeClr val="tx1"/>
                          </a:solidFill>
                        </a:rPr>
                        <a:t>직훈교사</a:t>
                      </a:r>
                      <a:r>
                        <a:rPr lang="ko-KR" altLang="en-US" sz="900" spc="0" dirty="0">
                          <a:solidFill>
                            <a:schemeClr val="tx1"/>
                          </a:solidFill>
                        </a:rPr>
                        <a:t> </a:t>
                      </a:r>
                      <a:r>
                        <a:rPr lang="ko-KR" altLang="en-US" sz="900" spc="0" dirty="0" err="1">
                          <a:solidFill>
                            <a:schemeClr val="tx1"/>
                          </a:solidFill>
                        </a:rPr>
                        <a:t>자격체계</a:t>
                      </a:r>
                      <a:r>
                        <a:rPr lang="ko-KR" altLang="en-US" sz="900" spc="0" dirty="0">
                          <a:solidFill>
                            <a:schemeClr val="tx1"/>
                          </a:solidFill>
                        </a:rPr>
                        <a:t> 개편</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2021</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latinLnBrk="1"/>
                      <a:endParaRPr lang="ko-KR" altLang="en-US"/>
                    </a:p>
                  </a:txBody>
                  <a:tcPr/>
                </a:tc>
                <a:extLst>
                  <a:ext uri="{0D108BD9-81ED-4DB2-BD59-A6C34878D82A}">
                    <a16:rowId xmlns:a16="http://schemas.microsoft.com/office/drawing/2014/main" val="3252237019"/>
                  </a:ext>
                </a:extLst>
              </a:tr>
              <a:tr h="241205">
                <a:tc>
                  <a:txBody>
                    <a:bodyPr/>
                    <a:lstStyle/>
                    <a:p>
                      <a:pPr algn="ctr" latinLnBrk="1"/>
                      <a:r>
                        <a:rPr lang="en-US" altLang="ko-KR" sz="1000" b="1" dirty="0">
                          <a:solidFill>
                            <a:schemeClr val="tx1"/>
                          </a:solidFill>
                        </a:rPr>
                        <a:t>9</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baseline="0" dirty="0" err="1">
                          <a:solidFill>
                            <a:schemeClr val="tx1"/>
                          </a:solidFill>
                        </a:rPr>
                        <a:t>일학습병행</a:t>
                      </a:r>
                      <a:r>
                        <a:rPr lang="ko-KR" altLang="en-US" sz="900" spc="0" baseline="0" dirty="0">
                          <a:solidFill>
                            <a:schemeClr val="tx1"/>
                          </a:solidFill>
                        </a:rPr>
                        <a:t> 공동훈련센터 </a:t>
                      </a:r>
                      <a:r>
                        <a:rPr lang="ko-KR" altLang="en-US" sz="900" spc="0" baseline="0" dirty="0" err="1">
                          <a:solidFill>
                            <a:schemeClr val="tx1"/>
                          </a:solidFill>
                        </a:rPr>
                        <a:t>전담자</a:t>
                      </a:r>
                      <a:r>
                        <a:rPr lang="ko-KR" altLang="en-US" sz="900" spc="0" baseline="0" dirty="0">
                          <a:solidFill>
                            <a:schemeClr val="tx1"/>
                          </a:solidFill>
                        </a:rPr>
                        <a:t> 직무연수 역량체계개발</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2021</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70" baseline="0">
                          <a:solidFill>
                            <a:schemeClr val="tx1"/>
                          </a:solidFill>
                        </a:rPr>
                        <a:t>한기대  산학협력단</a:t>
                      </a:r>
                      <a:endParaRPr lang="ko-KR" altLang="en-US" sz="900" spc="-70" baseline="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latinLnBrk="1"/>
                      <a:endParaRPr lang="ko-KR" altLang="en-US" sz="1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2271560"/>
                  </a:ext>
                </a:extLst>
              </a:tr>
              <a:tr h="285015">
                <a:tc>
                  <a:txBody>
                    <a:bodyPr/>
                    <a:lstStyle/>
                    <a:p>
                      <a:pPr algn="ctr" latinLnBrk="1"/>
                      <a:r>
                        <a:rPr lang="en-US" altLang="ko-KR" sz="1000" b="1" dirty="0">
                          <a:solidFill>
                            <a:schemeClr val="tx1"/>
                          </a:solidFill>
                        </a:rPr>
                        <a:t>10</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신기술 인력양성 </a:t>
                      </a:r>
                      <a:r>
                        <a:rPr lang="ko-KR" altLang="en-US" sz="900" spc="0" dirty="0" err="1">
                          <a:solidFill>
                            <a:schemeClr val="tx1"/>
                          </a:solidFill>
                        </a:rPr>
                        <a:t>협업예산</a:t>
                      </a:r>
                      <a:r>
                        <a:rPr lang="ko-KR" altLang="en-US" sz="900" spc="0" dirty="0">
                          <a:solidFill>
                            <a:schemeClr val="tx1"/>
                          </a:solidFill>
                        </a:rPr>
                        <a:t> </a:t>
                      </a:r>
                      <a:r>
                        <a:rPr lang="ko-KR" altLang="en-US" sz="900" spc="0" dirty="0" err="1">
                          <a:solidFill>
                            <a:schemeClr val="tx1"/>
                          </a:solidFill>
                        </a:rPr>
                        <a:t>편성사업</a:t>
                      </a:r>
                      <a:r>
                        <a:rPr lang="ko-KR" altLang="en-US" sz="900" spc="0" dirty="0">
                          <a:solidFill>
                            <a:schemeClr val="tx1"/>
                          </a:solidFill>
                        </a:rPr>
                        <a:t> 성과관리 </a:t>
                      </a:r>
                      <a:r>
                        <a:rPr lang="ko-KR" altLang="en-US" sz="900" spc="0">
                          <a:solidFill>
                            <a:schemeClr val="tx1"/>
                          </a:solidFill>
                        </a:rPr>
                        <a:t>지원 </a:t>
                      </a:r>
                      <a:endParaRPr lang="en-US" altLang="ko-KR" sz="900" spc="0">
                        <a:solidFill>
                          <a:schemeClr val="tx1"/>
                        </a:solidFill>
                      </a:endParaRPr>
                    </a:p>
                    <a:p>
                      <a:pPr algn="ctr" latinLnBrk="1"/>
                      <a:r>
                        <a:rPr lang="ko-KR" altLang="en-US" sz="900" spc="0">
                          <a:solidFill>
                            <a:schemeClr val="tx1"/>
                          </a:solidFill>
                        </a:rPr>
                        <a:t>컨설팅 </a:t>
                      </a:r>
                      <a:r>
                        <a:rPr lang="ko-KR" altLang="en-US" sz="900" spc="0" dirty="0">
                          <a:solidFill>
                            <a:schemeClr val="tx1"/>
                          </a:solidFill>
                        </a:rPr>
                        <a:t>방안 용역</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2021</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 심평원</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latinLnBrk="1"/>
                      <a:endParaRPr lang="ko-KR" altLang="en-US" sz="1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6082621"/>
                  </a:ext>
                </a:extLst>
              </a:tr>
              <a:tr h="241205">
                <a:tc>
                  <a:txBody>
                    <a:bodyPr/>
                    <a:lstStyle/>
                    <a:p>
                      <a:pPr algn="ctr" latinLnBrk="1"/>
                      <a:r>
                        <a:rPr lang="en-US" altLang="ko-KR" sz="1000" b="1" dirty="0">
                          <a:solidFill>
                            <a:schemeClr val="tx1"/>
                          </a:solidFill>
                        </a:rPr>
                        <a:t>11</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err="1">
                          <a:solidFill>
                            <a:schemeClr val="tx1"/>
                          </a:solidFill>
                        </a:rPr>
                        <a:t>기업수요</a:t>
                      </a:r>
                      <a:r>
                        <a:rPr lang="ko-KR" altLang="en-US" sz="900" spc="0" dirty="0">
                          <a:solidFill>
                            <a:schemeClr val="tx1"/>
                          </a:solidFill>
                        </a:rPr>
                        <a:t> 맞춤형 훈련 사업계획 심사 및 </a:t>
                      </a:r>
                      <a:r>
                        <a:rPr lang="ko-KR" altLang="en-US" sz="900" spc="0">
                          <a:solidFill>
                            <a:schemeClr val="tx1"/>
                          </a:solidFill>
                        </a:rPr>
                        <a:t>성과평가 도구개발</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2020</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latinLnBrk="1"/>
                      <a:endParaRPr lang="ko-KR" altLang="en-US" sz="1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73677158"/>
                  </a:ext>
                </a:extLst>
              </a:tr>
              <a:tr h="285015">
                <a:tc>
                  <a:txBody>
                    <a:bodyPr/>
                    <a:lstStyle/>
                    <a:p>
                      <a:pPr algn="ctr" latinLnBrk="1"/>
                      <a:r>
                        <a:rPr lang="en-US" altLang="ko-KR" sz="1000" b="1" dirty="0">
                          <a:solidFill>
                            <a:schemeClr val="tx1"/>
                          </a:solidFill>
                        </a:rPr>
                        <a:t>12</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err="1">
                          <a:solidFill>
                            <a:schemeClr val="tx1"/>
                          </a:solidFill>
                        </a:rPr>
                        <a:t>고용직업능력개발관련</a:t>
                      </a:r>
                      <a:r>
                        <a:rPr lang="ko-KR" altLang="en-US" sz="900" spc="0" dirty="0">
                          <a:solidFill>
                            <a:schemeClr val="tx1"/>
                          </a:solidFill>
                        </a:rPr>
                        <a:t> 분야 전문가 양성을 </a:t>
                      </a:r>
                      <a:r>
                        <a:rPr lang="ko-KR" altLang="en-US" sz="900" spc="0">
                          <a:solidFill>
                            <a:schemeClr val="tx1"/>
                          </a:solidFill>
                        </a:rPr>
                        <a:t>위한 </a:t>
                      </a:r>
                      <a:endParaRPr lang="en-US" altLang="ko-KR" sz="900" spc="0">
                        <a:solidFill>
                          <a:schemeClr val="tx1"/>
                        </a:solidFill>
                      </a:endParaRPr>
                    </a:p>
                    <a:p>
                      <a:pPr algn="ctr" latinLnBrk="1"/>
                      <a:r>
                        <a:rPr lang="ko-KR" altLang="en-US" sz="900" spc="0">
                          <a:solidFill>
                            <a:schemeClr val="tx1"/>
                          </a:solidFill>
                        </a:rPr>
                        <a:t>대학원 </a:t>
                      </a:r>
                      <a:r>
                        <a:rPr lang="ko-KR" altLang="en-US" sz="900" spc="0" dirty="0">
                          <a:solidFill>
                            <a:schemeClr val="tx1"/>
                          </a:solidFill>
                        </a:rPr>
                        <a:t>활성화 </a:t>
                      </a:r>
                      <a:r>
                        <a:rPr lang="ko-KR" altLang="en-US" sz="900" spc="0" dirty="0" err="1">
                          <a:solidFill>
                            <a:schemeClr val="tx1"/>
                          </a:solidFill>
                        </a:rPr>
                        <a:t>방안연구</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2020</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latinLnBrk="1"/>
                      <a:endParaRPr lang="ko-KR" altLang="en-US" sz="9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630308"/>
                  </a:ext>
                </a:extLst>
              </a:tr>
              <a:tr h="241205">
                <a:tc>
                  <a:txBody>
                    <a:bodyPr/>
                    <a:lstStyle/>
                    <a:p>
                      <a:pPr algn="ctr" latinLnBrk="1"/>
                      <a:r>
                        <a:rPr lang="en-US" altLang="ko-KR" sz="1000" b="1" dirty="0">
                          <a:solidFill>
                            <a:schemeClr val="tx1"/>
                          </a:solidFill>
                        </a:rPr>
                        <a:t>13</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r>
                        <a:rPr lang="en-US" altLang="ko-KR" sz="900" spc="0" dirty="0"/>
                        <a:t>4</a:t>
                      </a:r>
                      <a:r>
                        <a:rPr lang="ko-KR" altLang="en-US" sz="900" spc="0" dirty="0"/>
                        <a:t>단계 </a:t>
                      </a:r>
                      <a:r>
                        <a:rPr lang="en-US" altLang="ko-KR" sz="900" spc="0" dirty="0"/>
                        <a:t>BK21 </a:t>
                      </a:r>
                      <a:r>
                        <a:rPr lang="ko-KR" altLang="en-US" sz="900" spc="0" dirty="0"/>
                        <a:t>플러스 대학원 경영 혁신 부문 작성</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r>
                        <a:rPr lang="en-US" altLang="ko-KR" sz="900" spc="0" dirty="0"/>
                        <a:t>2020</a:t>
                      </a:r>
                      <a:endParaRPr lang="ko-KR" altLang="en-US" sz="900" spc="0" dirty="0"/>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r>
                        <a:rPr lang="ko-KR" altLang="en-US" sz="900" spc="0" dirty="0"/>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latinLnBrk="1"/>
                      <a:endParaRPr lang="ko-KR" altLang="en-US" sz="1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6447663"/>
                  </a:ext>
                </a:extLst>
              </a:tr>
              <a:tr h="241205">
                <a:tc>
                  <a:txBody>
                    <a:bodyPr/>
                    <a:lstStyle/>
                    <a:p>
                      <a:pPr algn="ctr" latinLnBrk="1"/>
                      <a:r>
                        <a:rPr lang="en-US" altLang="ko-KR" sz="1000" b="1" dirty="0">
                          <a:solidFill>
                            <a:schemeClr val="tx1"/>
                          </a:solidFill>
                        </a:rPr>
                        <a:t>14</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baseline="0" dirty="0" err="1">
                          <a:solidFill>
                            <a:schemeClr val="tx1"/>
                          </a:solidFill>
                        </a:rPr>
                        <a:t>일학습병행허브사업단</a:t>
                      </a:r>
                      <a:r>
                        <a:rPr lang="ko-KR" altLang="en-US" sz="900" spc="0" baseline="0" dirty="0">
                          <a:solidFill>
                            <a:schemeClr val="tx1"/>
                          </a:solidFill>
                        </a:rPr>
                        <a:t> 조직진단 및 직무분석 연구용역</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2019</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70" baseline="0">
                          <a:solidFill>
                            <a:schemeClr val="tx1"/>
                          </a:solidFill>
                        </a:rPr>
                        <a:t>한기대  산학협력단</a:t>
                      </a:r>
                      <a:endParaRPr lang="ko-KR" altLang="en-US" sz="900" spc="-70" baseline="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latinLnBrk="1"/>
                      <a:endParaRPr lang="ko-KR" altLang="en-US" sz="1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81217626"/>
                  </a:ext>
                </a:extLst>
              </a:tr>
              <a:tr h="241205">
                <a:tc>
                  <a:txBody>
                    <a:bodyPr/>
                    <a:lstStyle/>
                    <a:p>
                      <a:pPr algn="ctr" latinLnBrk="1"/>
                      <a:r>
                        <a:rPr lang="en-US" altLang="ko-KR" sz="1000" b="1">
                          <a:solidFill>
                            <a:schemeClr val="tx1"/>
                          </a:solidFill>
                        </a:rPr>
                        <a:t>15</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err="1">
                          <a:solidFill>
                            <a:schemeClr val="tx1"/>
                          </a:solidFill>
                        </a:rPr>
                        <a:t>코리아텍</a:t>
                      </a:r>
                      <a:r>
                        <a:rPr lang="ko-KR" altLang="en-US" sz="900" spc="0" dirty="0">
                          <a:solidFill>
                            <a:schemeClr val="tx1"/>
                          </a:solidFill>
                        </a:rPr>
                        <a:t> </a:t>
                      </a:r>
                      <a:r>
                        <a:rPr lang="en-US" altLang="ko-KR" sz="900" spc="0" dirty="0">
                          <a:solidFill>
                            <a:schemeClr val="tx1"/>
                          </a:solidFill>
                        </a:rPr>
                        <a:t>ESI </a:t>
                      </a:r>
                      <a:r>
                        <a:rPr lang="ko-KR" altLang="en-US" sz="900" spc="0" dirty="0">
                          <a:solidFill>
                            <a:schemeClr val="tx1"/>
                          </a:solidFill>
                        </a:rPr>
                        <a:t>모델 고도화 컨설팅</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2019</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latinLnBrk="1"/>
                      <a:endParaRPr lang="ko-KR" altLang="en-US" sz="1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6647443"/>
                  </a:ext>
                </a:extLst>
              </a:tr>
            </a:tbl>
          </a:graphicData>
        </a:graphic>
      </p:graphicFrame>
      <p:pic>
        <p:nvPicPr>
          <p:cNvPr id="24" name="그림 23">
            <a:extLst>
              <a:ext uri="{FF2B5EF4-FFF2-40B4-BE49-F238E27FC236}">
                <a16:creationId xmlns:a16="http://schemas.microsoft.com/office/drawing/2014/main" id="{BF8386A3-5F74-B921-603E-7C48B406CED9}"/>
              </a:ext>
            </a:extLst>
          </p:cNvPr>
          <p:cNvPicPr>
            <a:picLocks noChangeAspect="1"/>
          </p:cNvPicPr>
          <p:nvPr/>
        </p:nvPicPr>
        <p:blipFill>
          <a:blip r:embed="rId3"/>
          <a:stretch>
            <a:fillRect/>
          </a:stretch>
        </p:blipFill>
        <p:spPr>
          <a:xfrm>
            <a:off x="5410182" y="3886187"/>
            <a:ext cx="36" cy="25"/>
          </a:xfrm>
          <a:prstGeom prst="rect">
            <a:avLst/>
          </a:prstGeom>
        </p:spPr>
      </p:pic>
      <p:pic>
        <p:nvPicPr>
          <p:cNvPr id="25" name="그림 24">
            <a:extLst>
              <a:ext uri="{FF2B5EF4-FFF2-40B4-BE49-F238E27FC236}">
                <a16:creationId xmlns:a16="http://schemas.microsoft.com/office/drawing/2014/main" id="{A007D358-E923-CD7E-0483-D0B21533F224}"/>
              </a:ext>
            </a:extLst>
          </p:cNvPr>
          <p:cNvPicPr>
            <a:picLocks noChangeAspect="1"/>
          </p:cNvPicPr>
          <p:nvPr/>
        </p:nvPicPr>
        <p:blipFill>
          <a:blip r:embed="rId3"/>
          <a:stretch>
            <a:fillRect/>
          </a:stretch>
        </p:blipFill>
        <p:spPr>
          <a:xfrm>
            <a:off x="5562582" y="4038587"/>
            <a:ext cx="36" cy="25"/>
          </a:xfrm>
          <a:prstGeom prst="rect">
            <a:avLst/>
          </a:prstGeom>
        </p:spPr>
      </p:pic>
      <p:pic>
        <p:nvPicPr>
          <p:cNvPr id="26" name="그림 25">
            <a:extLst>
              <a:ext uri="{FF2B5EF4-FFF2-40B4-BE49-F238E27FC236}">
                <a16:creationId xmlns:a16="http://schemas.microsoft.com/office/drawing/2014/main" id="{AFC9CAC1-65A8-A379-386F-36B42D522F3A}"/>
              </a:ext>
            </a:extLst>
          </p:cNvPr>
          <p:cNvPicPr>
            <a:picLocks noChangeAspect="1"/>
          </p:cNvPicPr>
          <p:nvPr/>
        </p:nvPicPr>
        <p:blipFill>
          <a:blip r:embed="rId4"/>
          <a:stretch>
            <a:fillRect/>
          </a:stretch>
        </p:blipFill>
        <p:spPr>
          <a:xfrm>
            <a:off x="603005" y="4871822"/>
            <a:ext cx="2232249" cy="1621371"/>
          </a:xfrm>
          <a:prstGeom prst="rect">
            <a:avLst/>
          </a:prstGeom>
          <a:ln>
            <a:solidFill>
              <a:schemeClr val="tx1"/>
            </a:solidFill>
          </a:ln>
        </p:spPr>
      </p:pic>
      <p:pic>
        <p:nvPicPr>
          <p:cNvPr id="27" name="그림 26">
            <a:extLst>
              <a:ext uri="{FF2B5EF4-FFF2-40B4-BE49-F238E27FC236}">
                <a16:creationId xmlns:a16="http://schemas.microsoft.com/office/drawing/2014/main" id="{1CB33886-C7F0-EB01-FE22-15F002003E87}"/>
              </a:ext>
            </a:extLst>
          </p:cNvPr>
          <p:cNvPicPr>
            <a:picLocks noChangeAspect="1"/>
          </p:cNvPicPr>
          <p:nvPr/>
        </p:nvPicPr>
        <p:blipFill>
          <a:blip r:embed="rId5"/>
          <a:stretch>
            <a:fillRect/>
          </a:stretch>
        </p:blipFill>
        <p:spPr>
          <a:xfrm>
            <a:off x="1785032" y="4871821"/>
            <a:ext cx="2231864" cy="1621371"/>
          </a:xfrm>
          <a:prstGeom prst="rect">
            <a:avLst/>
          </a:prstGeom>
          <a:ln>
            <a:solidFill>
              <a:schemeClr val="tx1"/>
            </a:solidFill>
          </a:ln>
        </p:spPr>
      </p:pic>
      <p:pic>
        <p:nvPicPr>
          <p:cNvPr id="29" name="그림 28">
            <a:extLst>
              <a:ext uri="{FF2B5EF4-FFF2-40B4-BE49-F238E27FC236}">
                <a16:creationId xmlns:a16="http://schemas.microsoft.com/office/drawing/2014/main" id="{8A7E01B4-4526-3166-B037-CA4519D2BC3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09726" y="2469746"/>
            <a:ext cx="1689735" cy="2384146"/>
          </a:xfrm>
          <a:prstGeom prst="rect">
            <a:avLst/>
          </a:prstGeom>
          <a:ln>
            <a:solidFill>
              <a:schemeClr val="tx1"/>
            </a:solidFill>
          </a:ln>
        </p:spPr>
      </p:pic>
      <p:pic>
        <p:nvPicPr>
          <p:cNvPr id="30" name="그림 29">
            <a:extLst>
              <a:ext uri="{FF2B5EF4-FFF2-40B4-BE49-F238E27FC236}">
                <a16:creationId xmlns:a16="http://schemas.microsoft.com/office/drawing/2014/main" id="{361C1739-17B3-EB53-16CC-3F2A62833B9C}"/>
              </a:ext>
            </a:extLst>
          </p:cNvPr>
          <p:cNvPicPr>
            <a:picLocks noChangeAspect="1"/>
          </p:cNvPicPr>
          <p:nvPr/>
        </p:nvPicPr>
        <p:blipFill>
          <a:blip r:embed="rId7"/>
          <a:stretch>
            <a:fillRect/>
          </a:stretch>
        </p:blipFill>
        <p:spPr>
          <a:xfrm>
            <a:off x="1470330" y="2474967"/>
            <a:ext cx="1683992" cy="2378926"/>
          </a:xfrm>
          <a:prstGeom prst="rect">
            <a:avLst/>
          </a:prstGeom>
          <a:ln>
            <a:solidFill>
              <a:schemeClr val="tx1"/>
            </a:solidFill>
          </a:ln>
        </p:spPr>
      </p:pic>
      <p:grpSp>
        <p:nvGrpSpPr>
          <p:cNvPr id="31" name="그룹 30">
            <a:extLst>
              <a:ext uri="{FF2B5EF4-FFF2-40B4-BE49-F238E27FC236}">
                <a16:creationId xmlns:a16="http://schemas.microsoft.com/office/drawing/2014/main" id="{8C864BBF-D653-FE8C-A563-5DE4D8D648B8}"/>
              </a:ext>
            </a:extLst>
          </p:cNvPr>
          <p:cNvGrpSpPr/>
          <p:nvPr/>
        </p:nvGrpSpPr>
        <p:grpSpPr>
          <a:xfrm>
            <a:off x="2322339" y="2477132"/>
            <a:ext cx="1683992" cy="2378926"/>
            <a:chOff x="-1213169" y="2924944"/>
            <a:chExt cx="1683992" cy="2378926"/>
          </a:xfrm>
        </p:grpSpPr>
        <p:grpSp>
          <p:nvGrpSpPr>
            <p:cNvPr id="32" name="그룹 31">
              <a:extLst>
                <a:ext uri="{FF2B5EF4-FFF2-40B4-BE49-F238E27FC236}">
                  <a16:creationId xmlns:a16="http://schemas.microsoft.com/office/drawing/2014/main" id="{38002352-ABE4-B2BB-444A-244F89EB3979}"/>
                </a:ext>
              </a:extLst>
            </p:cNvPr>
            <p:cNvGrpSpPr/>
            <p:nvPr/>
          </p:nvGrpSpPr>
          <p:grpSpPr>
            <a:xfrm>
              <a:off x="-1213169" y="2924944"/>
              <a:ext cx="1683992" cy="2378926"/>
              <a:chOff x="9448046" y="2960948"/>
              <a:chExt cx="1683992" cy="2378926"/>
            </a:xfrm>
          </p:grpSpPr>
          <p:pic>
            <p:nvPicPr>
              <p:cNvPr id="34" name="그림 33">
                <a:extLst>
                  <a:ext uri="{FF2B5EF4-FFF2-40B4-BE49-F238E27FC236}">
                    <a16:creationId xmlns:a16="http://schemas.microsoft.com/office/drawing/2014/main" id="{75005DB9-DA7F-2A90-D5B6-078982C075E6}"/>
                  </a:ext>
                </a:extLst>
              </p:cNvPr>
              <p:cNvPicPr>
                <a:picLocks noChangeAspect="1"/>
              </p:cNvPicPr>
              <p:nvPr/>
            </p:nvPicPr>
            <p:blipFill>
              <a:blip r:embed="rId7"/>
              <a:stretch>
                <a:fillRect/>
              </a:stretch>
            </p:blipFill>
            <p:spPr>
              <a:xfrm>
                <a:off x="9448046" y="2960948"/>
                <a:ext cx="1683992" cy="2378926"/>
              </a:xfrm>
              <a:prstGeom prst="rect">
                <a:avLst/>
              </a:prstGeom>
              <a:ln>
                <a:solidFill>
                  <a:schemeClr val="tx1"/>
                </a:solidFill>
              </a:ln>
            </p:spPr>
          </p:pic>
          <p:pic>
            <p:nvPicPr>
              <p:cNvPr id="37" name="그림 36">
                <a:extLst>
                  <a:ext uri="{FF2B5EF4-FFF2-40B4-BE49-F238E27FC236}">
                    <a16:creationId xmlns:a16="http://schemas.microsoft.com/office/drawing/2014/main" id="{AA8EAF8A-E71D-20CB-82CE-C3EEB5AB89D7}"/>
                  </a:ext>
                </a:extLst>
              </p:cNvPr>
              <p:cNvPicPr>
                <a:picLocks noChangeAspect="1"/>
              </p:cNvPicPr>
              <p:nvPr/>
            </p:nvPicPr>
            <p:blipFill rotWithShape="1">
              <a:blip r:embed="rId8"/>
              <a:srcRect r="6809"/>
              <a:stretch/>
            </p:blipFill>
            <p:spPr>
              <a:xfrm>
                <a:off x="9633520" y="3132820"/>
                <a:ext cx="1296144" cy="296198"/>
              </a:xfrm>
              <a:prstGeom prst="rect">
                <a:avLst/>
              </a:prstGeom>
            </p:spPr>
          </p:pic>
        </p:grpSp>
        <p:pic>
          <p:nvPicPr>
            <p:cNvPr id="33" name="그림 32">
              <a:extLst>
                <a:ext uri="{FF2B5EF4-FFF2-40B4-BE49-F238E27FC236}">
                  <a16:creationId xmlns:a16="http://schemas.microsoft.com/office/drawing/2014/main" id="{1A369111-D176-AD6B-866F-144DFDD3FB94}"/>
                </a:ext>
              </a:extLst>
            </p:cNvPr>
            <p:cNvPicPr>
              <a:picLocks noChangeAspect="1"/>
            </p:cNvPicPr>
            <p:nvPr/>
          </p:nvPicPr>
          <p:blipFill>
            <a:blip r:embed="rId9"/>
            <a:stretch>
              <a:fillRect/>
            </a:stretch>
          </p:blipFill>
          <p:spPr>
            <a:xfrm>
              <a:off x="-663624" y="4905164"/>
              <a:ext cx="762364" cy="266480"/>
            </a:xfrm>
            <a:prstGeom prst="rect">
              <a:avLst/>
            </a:prstGeom>
          </p:spPr>
        </p:pic>
      </p:grpSp>
    </p:spTree>
    <p:extLst>
      <p:ext uri="{BB962C8B-B14F-4D97-AF65-F5344CB8AC3E}">
        <p14:creationId xmlns:p14="http://schemas.microsoft.com/office/powerpoint/2010/main" val="96464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그림 10">
            <a:extLst>
              <a:ext uri="{FF2B5EF4-FFF2-40B4-BE49-F238E27FC236}">
                <a16:creationId xmlns:a16="http://schemas.microsoft.com/office/drawing/2014/main" id="{75627478-15F8-4686-5B29-ACFE01622A9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pic>
        <p:nvPicPr>
          <p:cNvPr id="13" name="Picture 3">
            <a:extLst>
              <a:ext uri="{FF2B5EF4-FFF2-40B4-BE49-F238E27FC236}">
                <a16:creationId xmlns:a16="http://schemas.microsoft.com/office/drawing/2014/main" id="{373C4892-5D23-B97C-4432-E9169E4D5C50}"/>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5636280" y="0"/>
            <a:ext cx="4269720" cy="6858000"/>
          </a:xfrm>
          <a:prstGeom prst="rect">
            <a:avLst/>
          </a:prstGeom>
          <a:pattFill prst="horzBrick">
            <a:fgClr>
              <a:schemeClr val="bg1">
                <a:lumMod val="75000"/>
              </a:schemeClr>
            </a:fgClr>
            <a:bgClr>
              <a:schemeClr val="bg1"/>
            </a:bgClr>
          </a:pattFill>
          <a:ln>
            <a:noFill/>
          </a:ln>
        </p:spPr>
      </p:pic>
      <p:sp>
        <p:nvSpPr>
          <p:cNvPr id="18" name="Text Placeholder 1">
            <a:extLst>
              <a:ext uri="{FF2B5EF4-FFF2-40B4-BE49-F238E27FC236}">
                <a16:creationId xmlns:a16="http://schemas.microsoft.com/office/drawing/2014/main" id="{C4E93A0F-4A59-4C96-8D4B-97E10930219B}"/>
              </a:ext>
            </a:extLst>
          </p:cNvPr>
          <p:cNvSpPr txBox="1">
            <a:spLocks/>
          </p:cNvSpPr>
          <p:nvPr/>
        </p:nvSpPr>
        <p:spPr>
          <a:xfrm>
            <a:off x="5817891" y="2384884"/>
            <a:ext cx="4268923" cy="1066962"/>
          </a:xfrm>
          <a:prstGeom prst="rect">
            <a:avLst/>
          </a:prstGeom>
        </p:spPr>
        <p:txBody>
          <a:bodyPr vert="horz" wrap="square" lIns="360000" tIns="72000" rIns="252000" bIns="0" rtlCol="0" anchor="t" anchorCtr="0">
            <a:normAutofit/>
          </a:bodyPr>
          <a:lstStyle>
            <a:lvl1pPr marL="0" indent="0" algn="l" defTabSz="914400" rtl="0" eaLnBrk="1" latinLnBrk="0" hangingPunct="1">
              <a:lnSpc>
                <a:spcPct val="90000"/>
              </a:lnSpc>
              <a:spcBef>
                <a:spcPts val="0"/>
              </a:spcBef>
              <a:buFont typeface="Arial Narrow" pitchFamily="34" charset="0"/>
              <a:buNone/>
              <a:defRPr lang="en-US" sz="21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0"/>
              </a:spcBef>
              <a:buFont typeface="Arial Narrow" pitchFamily="34" charset="0"/>
              <a:buChar char="&gt;"/>
              <a:defRPr lang="en-US" sz="2100" b="0" kern="1200">
                <a:solidFill>
                  <a:schemeClr val="tx1"/>
                </a:solidFill>
                <a:latin typeface="+mn-lt"/>
                <a:ea typeface="+mn-ea"/>
                <a:cs typeface="+mn-cs"/>
                <a:sym typeface="+mn-lt"/>
              </a:defRPr>
            </a:lvl2pPr>
            <a:lvl3pPr marL="482400" indent="-2340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3pPr>
            <a:lvl4pPr marL="698400" indent="-2016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4pPr>
            <a:lvl5pPr marL="698400" indent="0" algn="l" defTabSz="914400" rtl="0" eaLnBrk="1" latinLnBrk="0" hangingPunct="1">
              <a:lnSpc>
                <a:spcPct val="90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lvl="0" fontAlgn="auto">
              <a:lnSpc>
                <a:spcPct val="120000"/>
              </a:lnSpc>
              <a:spcBef>
                <a:spcPts val="400"/>
              </a:spcBef>
              <a:spcAft>
                <a:spcPts val="0"/>
              </a:spcAft>
              <a:defRPr/>
            </a:pPr>
            <a:r>
              <a:rPr lang="en-US" altLang="ko-KR" sz="2500" dirty="0">
                <a:solidFill>
                  <a:srgbClr val="000000"/>
                </a:solidFill>
                <a:ea typeface="a고딕14" panose="02020600000000000000" pitchFamily="18" charset="-127"/>
              </a:rPr>
              <a:t>Ⅱ</a:t>
            </a:r>
            <a:r>
              <a:rPr kumimoji="0" lang="en-US" altLang="ko-KR" sz="2500" b="0" i="0" u="none" strike="noStrike" kern="120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mn-cs"/>
                <a:sym typeface="+mn-lt"/>
              </a:rPr>
              <a:t>. </a:t>
            </a:r>
            <a:r>
              <a:rPr kumimoji="0" lang="ko-KR" altLang="en-US" sz="2500" b="0" i="0" u="none" strike="noStrike" kern="120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mn-cs"/>
                <a:sym typeface="+mn-lt"/>
              </a:rPr>
              <a:t>제안 내용</a:t>
            </a:r>
            <a:endParaRPr kumimoji="0" lang="ko-KR" altLang="en-US" sz="2500" b="0" i="0" u="none" strike="noStrike" kern="1200" cap="none" spc="0" normalizeH="0" baseline="0" noProof="0" dirty="0">
              <a:ln>
                <a:noFill/>
              </a:ln>
              <a:solidFill>
                <a:srgbClr val="000000"/>
              </a:solidFill>
              <a:effectLst/>
              <a:uLnTx/>
              <a:uFillTx/>
              <a:latin typeface="Arial Narrow"/>
              <a:ea typeface="a고딕14" panose="02020600000000000000" pitchFamily="18" charset="-127"/>
              <a:cs typeface="+mn-cs"/>
              <a:sym typeface="+mn-lt"/>
            </a:endParaRPr>
          </a:p>
        </p:txBody>
      </p:sp>
      <p:sp>
        <p:nvSpPr>
          <p:cNvPr id="19" name="Text Placeholder 1">
            <a:extLst>
              <a:ext uri="{FF2B5EF4-FFF2-40B4-BE49-F238E27FC236}">
                <a16:creationId xmlns:a16="http://schemas.microsoft.com/office/drawing/2014/main" id="{C4E93A0F-4A59-4C96-8D4B-97E10930219B}"/>
              </a:ext>
            </a:extLst>
          </p:cNvPr>
          <p:cNvSpPr txBox="1">
            <a:spLocks/>
          </p:cNvSpPr>
          <p:nvPr/>
        </p:nvSpPr>
        <p:spPr>
          <a:xfrm>
            <a:off x="6054366" y="3059292"/>
            <a:ext cx="4355690" cy="2777438"/>
          </a:xfrm>
          <a:prstGeom prst="rect">
            <a:avLst/>
          </a:prstGeom>
        </p:spPr>
        <p:txBody>
          <a:bodyPr vert="horz" wrap="square" lIns="360000" tIns="72000" rIns="252000" bIns="0" rtlCol="0" anchor="t" anchorCtr="0">
            <a:normAutofit/>
          </a:bodyPr>
          <a:lstStyle>
            <a:lvl1pPr marL="0" indent="0" algn="l" defTabSz="914400" rtl="0" eaLnBrk="1" latinLnBrk="0" hangingPunct="1">
              <a:lnSpc>
                <a:spcPct val="90000"/>
              </a:lnSpc>
              <a:spcBef>
                <a:spcPts val="0"/>
              </a:spcBef>
              <a:buFont typeface="Arial Narrow" pitchFamily="34" charset="0"/>
              <a:buNone/>
              <a:defRPr lang="en-US" sz="21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0"/>
              </a:spcBef>
              <a:buFont typeface="Arial Narrow" pitchFamily="34" charset="0"/>
              <a:buChar char="&gt;"/>
              <a:defRPr lang="en-US" sz="2100" b="0" kern="1200">
                <a:solidFill>
                  <a:schemeClr val="tx1"/>
                </a:solidFill>
                <a:latin typeface="+mn-lt"/>
                <a:ea typeface="+mn-ea"/>
                <a:cs typeface="+mn-cs"/>
                <a:sym typeface="+mn-lt"/>
              </a:defRPr>
            </a:lvl2pPr>
            <a:lvl3pPr marL="482400" indent="-2340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3pPr>
            <a:lvl4pPr marL="698400" indent="-2016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4pPr>
            <a:lvl5pPr marL="698400" indent="0" algn="l" defTabSz="914400" rtl="0" eaLnBrk="1" latinLnBrk="0" hangingPunct="1">
              <a:lnSpc>
                <a:spcPct val="90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과업 추진방향</a:t>
            </a:r>
          </a:p>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과업 수행계획 및 방법</a:t>
            </a:r>
          </a:p>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추진일정 및 보고 계획</a:t>
            </a:r>
          </a:p>
        </p:txBody>
      </p:sp>
    </p:spTree>
    <p:extLst>
      <p:ext uri="{BB962C8B-B14F-4D97-AF65-F5344CB8AC3E}">
        <p14:creationId xmlns:p14="http://schemas.microsoft.com/office/powerpoint/2010/main" val="1118068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직사각형 71"/>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73" name="텍스트 개체 틀 3"/>
          <p:cNvSpPr>
            <a:spLocks noGrp="1"/>
          </p:cNvSpPr>
          <p:nvPr>
            <p:ph type="body" sz="quarter" idx="16"/>
          </p:nvPr>
        </p:nvSpPr>
        <p:spPr>
          <a:xfrm>
            <a:off x="7293260" y="138529"/>
            <a:ext cx="2052352" cy="446155"/>
          </a:xfrm>
        </p:spPr>
        <p:txBody>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1. </a:t>
            </a:r>
            <a:r>
              <a:rPr lang="ko-KR" altLang="en-US" dirty="0">
                <a:latin typeface="+mn-ea"/>
              </a:rPr>
              <a:t>과업 추진방향</a:t>
            </a:r>
          </a:p>
        </p:txBody>
      </p:sp>
      <p:sp>
        <p:nvSpPr>
          <p:cNvPr id="74"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1784648" y="252749"/>
            <a:ext cx="6264696" cy="331935"/>
          </a:xfrm>
          <a:noFill/>
        </p:spPr>
        <p:txBody>
          <a:bodyPr vert="horz" wrap="none" lIns="72000" tIns="0" rIns="0" bIns="0" rtlCol="0" anchor="ctr">
            <a:noAutofit/>
          </a:bodyPr>
          <a:lstStyle/>
          <a:p>
            <a:pPr latinLnBrk="0"/>
            <a:r>
              <a:rPr lang="en-US" altLang="ko-KR" dirty="0"/>
              <a:t>Q. </a:t>
            </a:r>
            <a:r>
              <a:rPr lang="ko-KR" altLang="en-US" dirty="0"/>
              <a:t>본 과업의 체계적인 이행을 위해 어떠한 단계로 진행할 것인가</a:t>
            </a:r>
            <a:r>
              <a:rPr lang="en-US" altLang="ko-KR" dirty="0"/>
              <a:t>?</a:t>
            </a:r>
          </a:p>
        </p:txBody>
      </p:sp>
      <p:sp>
        <p:nvSpPr>
          <p:cNvPr id="78" name="직사각형 77"/>
          <p:cNvSpPr/>
          <p:nvPr/>
        </p:nvSpPr>
        <p:spPr>
          <a:xfrm>
            <a:off x="739775" y="257475"/>
            <a:ext cx="1044873" cy="32484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en-US" altLang="ko-KR" dirty="0">
                <a:solidFill>
                  <a:prstClr val="white"/>
                </a:solidFill>
                <a:latin typeface="+mn-ea"/>
              </a:rPr>
              <a:t>Framework</a:t>
            </a:r>
            <a:endParaRPr kumimoji="0" lang="ko-KR" altLang="en-US" sz="1200" b="0" i="0" u="none" strike="noStrike" kern="1200" cap="none" spc="0" normalizeH="0" baseline="0" noProof="0" dirty="0">
              <a:ln>
                <a:noFill/>
              </a:ln>
              <a:solidFill>
                <a:prstClr val="white"/>
              </a:solidFill>
              <a:effectLst/>
              <a:uLnTx/>
              <a:uFillTx/>
              <a:latin typeface="+mn-ea"/>
            </a:endParaRPr>
          </a:p>
        </p:txBody>
      </p:sp>
      <p:sp>
        <p:nvSpPr>
          <p:cNvPr id="79"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a:xfrm>
            <a:off x="596515" y="650182"/>
            <a:ext cx="8749097" cy="815119"/>
          </a:xfrm>
        </p:spPr>
        <p:txBody>
          <a:bodyPr/>
          <a:lstStyle/>
          <a:p>
            <a:pPr latinLnBrk="0"/>
            <a:r>
              <a:rPr lang="ko-KR" altLang="en-US" sz="1800" dirty="0"/>
              <a:t>제안사는 </a:t>
            </a:r>
            <a:r>
              <a:rPr lang="en-US" altLang="ko-KR" sz="1800" dirty="0">
                <a:solidFill>
                  <a:srgbClr val="0070C0"/>
                </a:solidFill>
              </a:rPr>
              <a:t>RFP</a:t>
            </a:r>
            <a:r>
              <a:rPr lang="ko-KR" altLang="en-US" sz="1800" dirty="0">
                <a:solidFill>
                  <a:srgbClr val="0070C0"/>
                </a:solidFill>
              </a:rPr>
              <a:t>에서 제시된 과업 내용</a:t>
            </a:r>
            <a:r>
              <a:rPr lang="ko-KR" altLang="en-US" sz="1800" dirty="0"/>
              <a:t>과 </a:t>
            </a:r>
            <a:r>
              <a:rPr lang="ko-KR" altLang="en-US" sz="1800" dirty="0">
                <a:solidFill>
                  <a:srgbClr val="0070C0"/>
                </a:solidFill>
              </a:rPr>
              <a:t>접근 전략을 기반</a:t>
            </a:r>
            <a:r>
              <a:rPr lang="ko-KR" altLang="en-US" sz="1800" dirty="0"/>
              <a:t>으로 본 프로젝트 </a:t>
            </a:r>
            <a:r>
              <a:rPr lang="en-US" altLang="ko-KR" sz="1800" dirty="0"/>
              <a:t>Framework</a:t>
            </a:r>
            <a:r>
              <a:rPr lang="ko-KR" altLang="en-US" sz="1800" dirty="0"/>
              <a:t>을 </a:t>
            </a:r>
            <a:r>
              <a:rPr lang="ko-KR" altLang="en-US" sz="1800" dirty="0">
                <a:solidFill>
                  <a:srgbClr val="0070C0"/>
                </a:solidFill>
              </a:rPr>
              <a:t>총 </a:t>
            </a:r>
            <a:r>
              <a:rPr lang="en-US" altLang="ko-KR" sz="1800" dirty="0">
                <a:solidFill>
                  <a:srgbClr val="0070C0"/>
                </a:solidFill>
              </a:rPr>
              <a:t>5</a:t>
            </a:r>
            <a:r>
              <a:rPr lang="ko-KR" altLang="en-US" sz="1800" dirty="0">
                <a:solidFill>
                  <a:srgbClr val="0070C0"/>
                </a:solidFill>
              </a:rPr>
              <a:t>개의 </a:t>
            </a:r>
            <a:r>
              <a:rPr lang="en-US" altLang="ko-KR" sz="1800" dirty="0">
                <a:solidFill>
                  <a:srgbClr val="0070C0"/>
                </a:solidFill>
              </a:rPr>
              <a:t>Modules</a:t>
            </a:r>
            <a:r>
              <a:rPr lang="ko-KR" altLang="en-US" sz="1800" dirty="0">
                <a:solidFill>
                  <a:srgbClr val="0070C0"/>
                </a:solidFill>
              </a:rPr>
              <a:t>로 재구조화 </a:t>
            </a:r>
            <a:r>
              <a:rPr lang="ko-KR" altLang="en-US" sz="1800" dirty="0"/>
              <a:t>하였음</a:t>
            </a:r>
          </a:p>
        </p:txBody>
      </p:sp>
      <p:grpSp>
        <p:nvGrpSpPr>
          <p:cNvPr id="2" name="그룹 1">
            <a:extLst>
              <a:ext uri="{FF2B5EF4-FFF2-40B4-BE49-F238E27FC236}">
                <a16:creationId xmlns:a16="http://schemas.microsoft.com/office/drawing/2014/main" id="{5DF587E5-BAF7-75AB-2374-F9734E931A0F}"/>
              </a:ext>
            </a:extLst>
          </p:cNvPr>
          <p:cNvGrpSpPr/>
          <p:nvPr/>
        </p:nvGrpSpPr>
        <p:grpSpPr>
          <a:xfrm>
            <a:off x="596515" y="1760954"/>
            <a:ext cx="8749097" cy="4689645"/>
            <a:chOff x="236537" y="1760954"/>
            <a:chExt cx="9422507" cy="4689645"/>
          </a:xfrm>
        </p:grpSpPr>
        <p:sp>
          <p:nvSpPr>
            <p:cNvPr id="230" name="TextBox 229">
              <a:extLst>
                <a:ext uri="{FF2B5EF4-FFF2-40B4-BE49-F238E27FC236}">
                  <a16:creationId xmlns:a16="http://schemas.microsoft.com/office/drawing/2014/main" id="{E492F1CF-042D-D709-8DC5-7B82B31E4552}"/>
                </a:ext>
              </a:extLst>
            </p:cNvPr>
            <p:cNvSpPr txBox="1"/>
            <p:nvPr/>
          </p:nvSpPr>
          <p:spPr>
            <a:xfrm>
              <a:off x="236537" y="5013783"/>
              <a:ext cx="271585" cy="1436816"/>
            </a:xfrm>
            <a:prstGeom prst="rect">
              <a:avLst/>
            </a:prstGeom>
            <a:solidFill>
              <a:sysClr val="windowText" lastClr="000000">
                <a:lumMod val="75000"/>
                <a:lumOff val="25000"/>
              </a:sysClr>
            </a:solidFill>
          </p:spPr>
          <p:txBody>
            <a:bodyPr vert="wordArtVertRtl" wrap="square" lIns="0" tIns="0" rIns="0" bIns="0" rtlCol="0" anchor="ctr">
              <a:noAutofit/>
            </a:bodyPr>
            <a:lstStyle>
              <a:defPPr>
                <a:defRPr lang="en-US"/>
              </a:defPPr>
              <a:lvl1pPr algn="ctr">
                <a:defRPr sz="894" spc="-50">
                  <a:solidFill>
                    <a:schemeClr val="tx1">
                      <a:lumMod val="75000"/>
                      <a:lumOff val="25000"/>
                    </a:schemeClr>
                  </a:solidFill>
                  <a:latin typeface="페이퍼로지 5 Medium" pitchFamily="2" charset="-127"/>
                  <a:ea typeface="페이퍼로지 5 Medium" pitchFamily="2" charset="-127"/>
                </a:defRPr>
              </a:lvl1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ko-KR" altLang="en-US" sz="700" b="0" i="0" u="none" strike="noStrike" kern="0" cap="none" spc="-50" normalizeH="0" baseline="0" noProof="0" dirty="0">
                  <a:ln>
                    <a:noFill/>
                  </a:ln>
                  <a:solidFill>
                    <a:prstClr val="white"/>
                  </a:solidFill>
                  <a:effectLst/>
                  <a:uLnTx/>
                  <a:uFillTx/>
                  <a:latin typeface="a고딕14" panose="02020600000000000000" pitchFamily="18" charset="-127"/>
                  <a:ea typeface="a고딕14" panose="02020600000000000000" pitchFamily="18" charset="-127"/>
                </a:rPr>
                <a:t>주요산출물</a:t>
              </a:r>
            </a:p>
          </p:txBody>
        </p:sp>
        <p:sp>
          <p:nvSpPr>
            <p:cNvPr id="231" name="TextBox 230">
              <a:extLst>
                <a:ext uri="{FF2B5EF4-FFF2-40B4-BE49-F238E27FC236}">
                  <a16:creationId xmlns:a16="http://schemas.microsoft.com/office/drawing/2014/main" id="{DE6A1A17-25F5-92DB-70EB-4B23918E32CB}"/>
                </a:ext>
              </a:extLst>
            </p:cNvPr>
            <p:cNvSpPr txBox="1"/>
            <p:nvPr/>
          </p:nvSpPr>
          <p:spPr>
            <a:xfrm>
              <a:off x="646185" y="5013783"/>
              <a:ext cx="1536019" cy="1436816"/>
            </a:xfrm>
            <a:prstGeom prst="rect">
              <a:avLst/>
            </a:prstGeom>
            <a:solidFill>
              <a:srgbClr val="DCF1F9"/>
            </a:solidFill>
            <a:ln w="12700" cap="flat" cmpd="sng" algn="ctr">
              <a:solidFill>
                <a:srgbClr val="DCF1F9"/>
              </a:solidFill>
              <a:prstDash val="solid"/>
              <a:miter lim="800000"/>
            </a:ln>
            <a:effectLst/>
          </p:spPr>
          <p:txBody>
            <a:bodyPr lIns="72000" tIns="72000" rIns="72000" bIns="72000" rtlCol="0" anchor="t"/>
            <a:lstStyle>
              <a:defPPr>
                <a:defRPr lang="en-US"/>
              </a:defPPr>
              <a:lvl1pPr marL="177800" marR="0" lvl="0" indent="-87313" defTabSz="914400" fontAlgn="auto">
                <a:lnSpc>
                  <a:spcPct val="120000"/>
                </a:lnSpc>
                <a:spcBef>
                  <a:spcPts val="0"/>
                </a:spcBef>
                <a:spcAft>
                  <a:spcPts val="0"/>
                </a:spcAft>
                <a:buClrTx/>
                <a:buSzTx/>
                <a:buFont typeface="Arial" panose="020B0604020202020204" pitchFamily="34" charset="0"/>
                <a:buChar char="•"/>
                <a:tabLst/>
                <a:defRPr kumimoji="0" sz="1100" b="0" i="0" u="none" strike="noStrike" kern="0" cap="none" spc="-50" normalizeH="0" baseline="0">
                  <a:ln>
                    <a:noFill/>
                  </a:ln>
                  <a:solidFill>
                    <a:prstClr val="black">
                      <a:lumMod val="75000"/>
                      <a:lumOff val="25000"/>
                    </a:prstClr>
                  </a:solidFill>
                  <a:effectLst/>
                  <a:uLnTx/>
                  <a:uFillTx/>
                  <a:latin typeface="a고딕16" panose="02020600000000000000" pitchFamily="18" charset="-127"/>
                  <a:ea typeface="a고딕16" panose="02020600000000000000" pitchFamily="18" charset="-127"/>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77800" marR="0" lvl="0" indent="-87313" algn="l" defTabSz="91440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000" b="0" i="0" u="none" strike="noStrike" kern="0" cap="none" spc="-50" normalizeH="0" baseline="0" noProof="0" dirty="0" err="1">
                  <a:ln>
                    <a:noFill/>
                  </a:ln>
                  <a:solidFill>
                    <a:prstClr val="black">
                      <a:lumMod val="75000"/>
                      <a:lumOff val="25000"/>
                    </a:prstClr>
                  </a:solidFill>
                  <a:effectLst/>
                  <a:uLnTx/>
                  <a:uFillTx/>
                  <a:latin typeface="a고딕14" panose="02020600000000000000" pitchFamily="18" charset="-127"/>
                  <a:ea typeface="a고딕14" panose="02020600000000000000" pitchFamily="18" charset="-127"/>
                </a:rPr>
                <a:t>기개발</a:t>
              </a:r>
              <a:r>
                <a:rPr kumimoji="0" lang="ko-KR" altLang="en-US" sz="1000" b="0" i="0" u="none" strike="noStrike" kern="0" cap="none" spc="-50" normalizeH="0" baseline="0" noProof="0" dirty="0">
                  <a:ln>
                    <a:noFill/>
                  </a:ln>
                  <a:solidFill>
                    <a:prstClr val="black">
                      <a:lumMod val="75000"/>
                      <a:lumOff val="25000"/>
                    </a:prstClr>
                  </a:solidFill>
                  <a:effectLst/>
                  <a:uLnTx/>
                  <a:uFillTx/>
                  <a:latin typeface="a고딕14" panose="02020600000000000000" pitchFamily="18" charset="-127"/>
                  <a:ea typeface="a고딕14" panose="02020600000000000000" pitchFamily="18" charset="-127"/>
                </a:rPr>
                <a:t> 과목 </a:t>
              </a:r>
              <a:r>
                <a:rPr kumimoji="0" lang="en-US" altLang="ko-KR" sz="1000" b="0" i="0" u="none" strike="noStrike" kern="0" cap="none" spc="-50" normalizeH="0" baseline="0" noProof="0" dirty="0">
                  <a:ln>
                    <a:noFill/>
                  </a:ln>
                  <a:solidFill>
                    <a:prstClr val="black">
                      <a:lumMod val="75000"/>
                      <a:lumOff val="25000"/>
                    </a:prstClr>
                  </a:solidFill>
                  <a:effectLst/>
                  <a:uLnTx/>
                  <a:uFillTx/>
                  <a:latin typeface="a고딕14" panose="02020600000000000000" pitchFamily="18" charset="-127"/>
                  <a:ea typeface="a고딕14" panose="02020600000000000000" pitchFamily="18" charset="-127"/>
                </a:rPr>
                <a:t>– NCS </a:t>
              </a:r>
              <a:r>
                <a:rPr kumimoji="0" lang="ko-KR" altLang="en-US" sz="1000" b="0" i="0" u="none" strike="noStrike" kern="0" cap="none" spc="-50" normalizeH="0" baseline="0" noProof="0" dirty="0" err="1">
                  <a:ln>
                    <a:noFill/>
                  </a:ln>
                  <a:solidFill>
                    <a:prstClr val="black">
                      <a:lumMod val="75000"/>
                      <a:lumOff val="25000"/>
                    </a:prstClr>
                  </a:solidFill>
                  <a:effectLst/>
                  <a:uLnTx/>
                  <a:uFillTx/>
                  <a:latin typeface="a고딕14" panose="02020600000000000000" pitchFamily="18" charset="-127"/>
                  <a:ea typeface="a고딕14" panose="02020600000000000000" pitchFamily="18" charset="-127"/>
                </a:rPr>
                <a:t>매핑표</a:t>
              </a:r>
              <a:endParaRPr kumimoji="0" lang="en-US" altLang="ko-KR" sz="1000" b="0" i="0" u="none" strike="noStrike" kern="0" cap="none" spc="-50" normalizeH="0" baseline="0" noProof="0" dirty="0">
                <a:ln>
                  <a:noFill/>
                </a:ln>
                <a:solidFill>
                  <a:prstClr val="black">
                    <a:lumMod val="75000"/>
                    <a:lumOff val="25000"/>
                  </a:prstClr>
                </a:solidFill>
                <a:effectLst/>
                <a:uLnTx/>
                <a:uFillTx/>
                <a:latin typeface="a고딕14" panose="02020600000000000000" pitchFamily="18" charset="-127"/>
                <a:ea typeface="a고딕14" panose="02020600000000000000" pitchFamily="18" charset="-127"/>
              </a:endParaRPr>
            </a:p>
            <a:p>
              <a:pPr marL="177800" marR="0" lvl="0" indent="-87313" algn="l" defTabSz="914400" eaLnBrk="1" fontAlgn="auto" latinLnBrk="0" hangingPunct="1">
                <a:lnSpc>
                  <a:spcPct val="120000"/>
                </a:lnSpc>
                <a:spcBef>
                  <a:spcPts val="0"/>
                </a:spcBef>
                <a:spcAft>
                  <a:spcPts val="0"/>
                </a:spcAft>
                <a:buClrTx/>
                <a:buSzTx/>
                <a:buFont typeface="Arial" panose="020B0604020202020204" pitchFamily="34" charset="0"/>
                <a:buChar char="•"/>
                <a:tabLst/>
                <a:defRPr/>
              </a:pPr>
              <a:r>
                <a:rPr lang="ko-KR" altLang="en-US" sz="1000" dirty="0" err="1">
                  <a:latin typeface="a고딕14" panose="02020600000000000000" pitchFamily="18" charset="-127"/>
                  <a:ea typeface="a고딕14" panose="02020600000000000000" pitchFamily="18" charset="-127"/>
                </a:rPr>
                <a:t>미활용</a:t>
              </a:r>
              <a:r>
                <a:rPr lang="ko-KR" altLang="en-US" sz="1000" dirty="0">
                  <a:latin typeface="a고딕14" panose="02020600000000000000" pitchFamily="18" charset="-127"/>
                  <a:ea typeface="a고딕14" panose="02020600000000000000" pitchFamily="18" charset="-127"/>
                </a:rPr>
                <a:t> 능력단위 </a:t>
              </a:r>
              <a:r>
                <a:rPr lang="en-US" altLang="ko-KR" sz="1000" dirty="0">
                  <a:latin typeface="a고딕14" panose="02020600000000000000" pitchFamily="18" charset="-127"/>
                  <a:ea typeface="a고딕14" panose="02020600000000000000" pitchFamily="18" charset="-127"/>
                </a:rPr>
                <a:t>List</a:t>
              </a:r>
            </a:p>
            <a:p>
              <a:pPr marL="177800" marR="0" lvl="0" indent="-87313" algn="l" defTabSz="91440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ko-KR" sz="1000" b="0" i="0" u="none" strike="noStrike" kern="0" cap="none" spc="-50" normalizeH="0" baseline="0" noProof="0" dirty="0">
                  <a:ln>
                    <a:noFill/>
                  </a:ln>
                  <a:solidFill>
                    <a:prstClr val="black">
                      <a:lumMod val="75000"/>
                      <a:lumOff val="25000"/>
                    </a:prstClr>
                  </a:solidFill>
                  <a:effectLst/>
                  <a:uLnTx/>
                  <a:uFillTx/>
                  <a:latin typeface="a고딕14" panose="02020600000000000000" pitchFamily="18" charset="-127"/>
                  <a:ea typeface="a고딕14" panose="02020600000000000000" pitchFamily="18" charset="-127"/>
                </a:rPr>
                <a:t>Master DB</a:t>
              </a:r>
              <a:r>
                <a:rPr lang="en-US" altLang="ko-KR" sz="1000" dirty="0">
                  <a:latin typeface="a고딕14" panose="02020600000000000000" pitchFamily="18" charset="-127"/>
                  <a:ea typeface="a고딕14" panose="02020600000000000000" pitchFamily="18" charset="-127"/>
                </a:rPr>
                <a:t>_1</a:t>
              </a:r>
              <a:r>
                <a:rPr lang="ko-KR" altLang="en-US" sz="1000" dirty="0">
                  <a:latin typeface="a고딕14" panose="02020600000000000000" pitchFamily="18" charset="-127"/>
                  <a:ea typeface="a고딕14" panose="02020600000000000000" pitchFamily="18" charset="-127"/>
                </a:rPr>
                <a:t>차 업데이트</a:t>
              </a:r>
              <a:endParaRPr kumimoji="0" lang="en-US" altLang="ko-KR" sz="1000" b="0" i="0" u="none" strike="noStrike" kern="0" cap="none" spc="-50" normalizeH="0" baseline="0" noProof="0" dirty="0">
                <a:ln>
                  <a:noFill/>
                </a:ln>
                <a:solidFill>
                  <a:prstClr val="black">
                    <a:lumMod val="75000"/>
                    <a:lumOff val="25000"/>
                  </a:prstClr>
                </a:solidFill>
                <a:effectLst/>
                <a:uLnTx/>
                <a:uFillTx/>
                <a:latin typeface="a고딕14" panose="02020600000000000000" pitchFamily="18" charset="-127"/>
                <a:ea typeface="a고딕14" panose="02020600000000000000" pitchFamily="18" charset="-127"/>
              </a:endParaRPr>
            </a:p>
          </p:txBody>
        </p:sp>
        <p:sp>
          <p:nvSpPr>
            <p:cNvPr id="232" name="TextBox 231">
              <a:extLst>
                <a:ext uri="{FF2B5EF4-FFF2-40B4-BE49-F238E27FC236}">
                  <a16:creationId xmlns:a16="http://schemas.microsoft.com/office/drawing/2014/main" id="{D0FA602F-E145-DF45-AB1F-96B45B6F8EEC}"/>
                </a:ext>
              </a:extLst>
            </p:cNvPr>
            <p:cNvSpPr txBox="1"/>
            <p:nvPr/>
          </p:nvSpPr>
          <p:spPr>
            <a:xfrm>
              <a:off x="2472817" y="5013783"/>
              <a:ext cx="1536019" cy="1436816"/>
            </a:xfrm>
            <a:prstGeom prst="rect">
              <a:avLst/>
            </a:prstGeom>
            <a:solidFill>
              <a:srgbClr val="DCF1F9"/>
            </a:solidFill>
            <a:ln w="12700" cap="flat" cmpd="sng" algn="ctr">
              <a:solidFill>
                <a:srgbClr val="DCF1F9"/>
              </a:solidFill>
              <a:prstDash val="solid"/>
              <a:miter lim="800000"/>
            </a:ln>
            <a:effectLst/>
          </p:spPr>
          <p:txBody>
            <a:bodyPr lIns="72000" tIns="72000" rIns="72000" bIns="72000" rtlCol="0" anchor="t"/>
            <a:lstStyle>
              <a:defPPr>
                <a:defRPr lang="en-US"/>
              </a:defPPr>
              <a:lvl1pPr marL="177800" marR="0" lvl="0" indent="-87313" algn="l" defTabSz="914400" eaLnBrk="1" fontAlgn="auto" latinLnBrk="0" hangingPunct="1">
                <a:lnSpc>
                  <a:spcPct val="120000"/>
                </a:lnSpc>
                <a:spcBef>
                  <a:spcPts val="0"/>
                </a:spcBef>
                <a:spcAft>
                  <a:spcPts val="0"/>
                </a:spcAft>
                <a:buClrTx/>
                <a:buSzTx/>
                <a:buFont typeface="Arial" panose="020B0604020202020204" pitchFamily="34" charset="0"/>
                <a:buChar char="•"/>
                <a:tabLst/>
                <a:defRPr kumimoji="0" sz="1100" b="0" i="0" u="none" strike="noStrike" kern="0" cap="none" spc="-50" normalizeH="0" baseline="0">
                  <a:ln>
                    <a:noFill/>
                  </a:ln>
                  <a:solidFill>
                    <a:prstClr val="black">
                      <a:lumMod val="75000"/>
                      <a:lumOff val="25000"/>
                    </a:prstClr>
                  </a:solidFill>
                  <a:effectLst/>
                  <a:uLnTx/>
                  <a:uFillTx/>
                  <a:latin typeface="a고딕14" panose="02020600000000000000" pitchFamily="18" charset="-127"/>
                  <a:ea typeface="a고딕14" panose="02020600000000000000" pitchFamily="18" charset="-127"/>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ko-KR" altLang="en-US" sz="1000" dirty="0" err="1"/>
                <a:t>세분류</a:t>
              </a:r>
              <a:r>
                <a:rPr lang="ko-KR" altLang="en-US" sz="1000" dirty="0"/>
                <a:t> 정량</a:t>
              </a:r>
              <a:r>
                <a:rPr lang="en-US" altLang="ko-KR" sz="1000" dirty="0"/>
                <a:t>·</a:t>
              </a:r>
              <a:r>
                <a:rPr lang="ko-KR" altLang="en-US" sz="1000" dirty="0"/>
                <a:t>정성</a:t>
              </a:r>
              <a:r>
                <a:rPr lang="en-US" altLang="ko-KR" sz="1000" dirty="0"/>
                <a:t> </a:t>
              </a:r>
              <a:r>
                <a:rPr lang="ko-KR" altLang="en-US" sz="1000" dirty="0"/>
                <a:t>수요분석 결과</a:t>
              </a:r>
              <a:endParaRPr lang="en-US" altLang="ko-KR" sz="1000" dirty="0"/>
            </a:p>
            <a:p>
              <a:r>
                <a:rPr lang="ko-KR" altLang="en-US" sz="1000" dirty="0" err="1"/>
                <a:t>세분류</a:t>
              </a:r>
              <a:r>
                <a:rPr lang="ko-KR" altLang="en-US" sz="1000" dirty="0"/>
                <a:t> 설문 분석 결과</a:t>
              </a:r>
              <a:endParaRPr lang="en-US" altLang="ko-KR" sz="1000" dirty="0"/>
            </a:p>
            <a:p>
              <a:r>
                <a:rPr lang="ko-KR" altLang="en-US" sz="1000" dirty="0" err="1"/>
                <a:t>세분류</a:t>
              </a:r>
              <a:r>
                <a:rPr lang="ko-KR" altLang="en-US" sz="1000" dirty="0"/>
                <a:t> 우선순위표</a:t>
              </a:r>
              <a:endParaRPr lang="en-US" altLang="ko-KR" sz="1000" dirty="0"/>
            </a:p>
            <a:p>
              <a:r>
                <a:rPr lang="ko-KR" altLang="en-US" sz="1000" dirty="0" err="1"/>
                <a:t>세분류</a:t>
              </a:r>
              <a:r>
                <a:rPr lang="ko-KR" altLang="en-US" sz="1000" dirty="0"/>
                <a:t> 선정 근거 데이터</a:t>
              </a:r>
              <a:endParaRPr lang="en-US" altLang="ko-KR" sz="1000" dirty="0"/>
            </a:p>
          </p:txBody>
        </p:sp>
        <p:sp>
          <p:nvSpPr>
            <p:cNvPr id="233" name="TextBox 232">
              <a:extLst>
                <a:ext uri="{FF2B5EF4-FFF2-40B4-BE49-F238E27FC236}">
                  <a16:creationId xmlns:a16="http://schemas.microsoft.com/office/drawing/2014/main" id="{AA1F4065-1F4E-A4D8-6340-71309B20A644}"/>
                </a:ext>
              </a:extLst>
            </p:cNvPr>
            <p:cNvSpPr txBox="1"/>
            <p:nvPr/>
          </p:nvSpPr>
          <p:spPr>
            <a:xfrm>
              <a:off x="4313049" y="5013783"/>
              <a:ext cx="1536019" cy="1436816"/>
            </a:xfrm>
            <a:prstGeom prst="rect">
              <a:avLst/>
            </a:prstGeom>
            <a:solidFill>
              <a:srgbClr val="DCF1F9"/>
            </a:solidFill>
            <a:ln w="12700" cap="flat" cmpd="sng" algn="ctr">
              <a:solidFill>
                <a:srgbClr val="DCF1F9"/>
              </a:solidFill>
              <a:prstDash val="solid"/>
              <a:miter lim="800000"/>
            </a:ln>
            <a:effectLst/>
          </p:spPr>
          <p:txBody>
            <a:bodyPr lIns="72000" tIns="72000" rIns="72000" bIns="72000" rtlCol="0" anchor="t"/>
            <a:lstStyle>
              <a:defPPr>
                <a:defRPr lang="en-US"/>
              </a:defPPr>
              <a:lvl1pPr marL="177800" marR="0" lvl="0" indent="-87313" algn="l" defTabSz="914400" eaLnBrk="1" fontAlgn="auto" latinLnBrk="0" hangingPunct="1">
                <a:lnSpc>
                  <a:spcPct val="120000"/>
                </a:lnSpc>
                <a:spcBef>
                  <a:spcPts val="0"/>
                </a:spcBef>
                <a:spcAft>
                  <a:spcPts val="0"/>
                </a:spcAft>
                <a:buClrTx/>
                <a:buSzTx/>
                <a:buFont typeface="Arial" panose="020B0604020202020204" pitchFamily="34" charset="0"/>
                <a:buChar char="•"/>
                <a:tabLst/>
                <a:defRPr kumimoji="0" sz="1100" b="0" i="0" u="none" strike="noStrike" kern="0" cap="none" spc="-50" normalizeH="0" baseline="0">
                  <a:ln>
                    <a:noFill/>
                  </a:ln>
                  <a:solidFill>
                    <a:prstClr val="black">
                      <a:lumMod val="75000"/>
                      <a:lumOff val="25000"/>
                    </a:prstClr>
                  </a:solidFill>
                  <a:effectLst/>
                  <a:uLnTx/>
                  <a:uFillTx/>
                  <a:latin typeface="a고딕14" panose="02020600000000000000" pitchFamily="18" charset="-127"/>
                  <a:ea typeface="a고딕14" panose="02020600000000000000" pitchFamily="18" charset="-127"/>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ko-KR" altLang="en-US" sz="1000" dirty="0"/>
                <a:t>능력단위 정성</a:t>
              </a:r>
              <a:r>
                <a:rPr lang="en-US" altLang="ko-KR" sz="1000" dirty="0"/>
                <a:t>·</a:t>
              </a:r>
              <a:r>
                <a:rPr lang="ko-KR" altLang="en-US" sz="1000" dirty="0"/>
                <a:t>적합성 검토 지표</a:t>
              </a:r>
              <a:endParaRPr lang="en-US" altLang="ko-KR" sz="1000" dirty="0"/>
            </a:p>
            <a:p>
              <a:r>
                <a:rPr lang="ko-KR" altLang="en-US" sz="1000" dirty="0"/>
                <a:t>능력단위 우선순위표</a:t>
              </a:r>
              <a:endParaRPr lang="en-US" altLang="ko-KR" sz="1000" dirty="0"/>
            </a:p>
            <a:p>
              <a:r>
                <a:rPr lang="ko-KR" altLang="en-US" sz="1000" dirty="0"/>
                <a:t>능력단위 과목유형 </a:t>
              </a:r>
              <a:r>
                <a:rPr lang="ko-KR" altLang="en-US" sz="1000" dirty="0" err="1"/>
                <a:t>매핑표</a:t>
              </a:r>
              <a:endParaRPr lang="en-US" altLang="ko-KR" sz="1000" dirty="0"/>
            </a:p>
          </p:txBody>
        </p:sp>
        <p:sp>
          <p:nvSpPr>
            <p:cNvPr id="234" name="TextBox 233">
              <a:extLst>
                <a:ext uri="{FF2B5EF4-FFF2-40B4-BE49-F238E27FC236}">
                  <a16:creationId xmlns:a16="http://schemas.microsoft.com/office/drawing/2014/main" id="{410B38E4-4993-47FA-0BFF-0509E3A86C5D}"/>
                </a:ext>
              </a:extLst>
            </p:cNvPr>
            <p:cNvSpPr txBox="1"/>
            <p:nvPr/>
          </p:nvSpPr>
          <p:spPr>
            <a:xfrm>
              <a:off x="7995028" y="5013783"/>
              <a:ext cx="1536019" cy="1436816"/>
            </a:xfrm>
            <a:prstGeom prst="rect">
              <a:avLst/>
            </a:prstGeom>
            <a:solidFill>
              <a:srgbClr val="DCF1F9"/>
            </a:solidFill>
            <a:ln w="12700" cap="flat" cmpd="sng" algn="ctr">
              <a:solidFill>
                <a:srgbClr val="DCF1F9"/>
              </a:solidFill>
              <a:prstDash val="solid"/>
              <a:miter lim="800000"/>
            </a:ln>
            <a:effectLst/>
          </p:spPr>
          <p:txBody>
            <a:bodyPr lIns="72000" tIns="72000" rIns="72000" bIns="72000" rtlCol="0" anchor="t"/>
            <a:lstStyle>
              <a:defPPr>
                <a:defRPr lang="en-US"/>
              </a:defPPr>
              <a:lvl1pPr marL="177800" marR="0" lvl="0" indent="-87313" algn="l" defTabSz="914400" eaLnBrk="1" fontAlgn="auto" latinLnBrk="0" hangingPunct="1">
                <a:lnSpc>
                  <a:spcPct val="120000"/>
                </a:lnSpc>
                <a:spcBef>
                  <a:spcPts val="0"/>
                </a:spcBef>
                <a:spcAft>
                  <a:spcPts val="0"/>
                </a:spcAft>
                <a:buClrTx/>
                <a:buSzTx/>
                <a:buFont typeface="Arial" panose="020B0604020202020204" pitchFamily="34" charset="0"/>
                <a:buChar char="•"/>
                <a:tabLst/>
                <a:defRPr kumimoji="0" sz="1100" b="0" i="0" u="none" strike="noStrike" kern="0" cap="none" spc="-50" normalizeH="0" baseline="0">
                  <a:ln>
                    <a:noFill/>
                  </a:ln>
                  <a:solidFill>
                    <a:prstClr val="black">
                      <a:lumMod val="75000"/>
                      <a:lumOff val="25000"/>
                    </a:prstClr>
                  </a:solidFill>
                  <a:effectLst/>
                  <a:uLnTx/>
                  <a:uFillTx/>
                  <a:latin typeface="a고딕14" panose="02020600000000000000" pitchFamily="18" charset="-127"/>
                  <a:ea typeface="a고딕14" panose="02020600000000000000" pitchFamily="18" charset="-127"/>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ko-KR" sz="1000" dirty="0"/>
                <a:t>AI </a:t>
              </a:r>
              <a:r>
                <a:rPr lang="ko-KR" altLang="en-US" sz="1000" dirty="0"/>
                <a:t>활용 </a:t>
              </a:r>
              <a:r>
                <a:rPr lang="en-US" altLang="ko-KR" sz="1000" dirty="0"/>
                <a:t>STEP DB </a:t>
              </a:r>
              <a:r>
                <a:rPr lang="ko-KR" altLang="en-US" sz="1000" dirty="0"/>
                <a:t>자산화 방안</a:t>
              </a:r>
              <a:endParaRPr lang="en-US" altLang="ko-KR" sz="1000" dirty="0"/>
            </a:p>
            <a:p>
              <a:r>
                <a:rPr lang="en-US" altLang="ko-KR" sz="1000" dirty="0"/>
                <a:t>SLR </a:t>
              </a:r>
              <a:r>
                <a:rPr lang="ko-KR" altLang="en-US" sz="1000" dirty="0"/>
                <a:t>관리 매뉴얼 개정</a:t>
              </a:r>
              <a:endParaRPr lang="en-US" altLang="ko-KR" sz="1000" dirty="0"/>
            </a:p>
            <a:p>
              <a:r>
                <a:rPr lang="en-US" altLang="ko-KR" sz="1000" dirty="0"/>
                <a:t>Master DB_</a:t>
              </a:r>
              <a:r>
                <a:rPr lang="ko-KR" altLang="en-US" sz="1000" dirty="0"/>
                <a:t>최종</a:t>
              </a:r>
              <a:endParaRPr lang="en-US" altLang="ko-KR" sz="1000" dirty="0"/>
            </a:p>
            <a:p>
              <a:r>
                <a:rPr lang="ko-KR" altLang="en-US" sz="1000" dirty="0"/>
                <a:t>최종 연구보고서</a:t>
              </a:r>
              <a:endParaRPr lang="en-US" altLang="ko-KR" sz="1000" dirty="0"/>
            </a:p>
          </p:txBody>
        </p:sp>
        <p:sp>
          <p:nvSpPr>
            <p:cNvPr id="236" name="TextBox 235">
              <a:extLst>
                <a:ext uri="{FF2B5EF4-FFF2-40B4-BE49-F238E27FC236}">
                  <a16:creationId xmlns:a16="http://schemas.microsoft.com/office/drawing/2014/main" id="{90DB64A3-3AEA-9C7F-A5C1-8B634F1392A3}"/>
                </a:ext>
              </a:extLst>
            </p:cNvPr>
            <p:cNvSpPr txBox="1"/>
            <p:nvPr/>
          </p:nvSpPr>
          <p:spPr>
            <a:xfrm>
              <a:off x="6149689" y="5013783"/>
              <a:ext cx="1536019" cy="1436816"/>
            </a:xfrm>
            <a:prstGeom prst="rect">
              <a:avLst/>
            </a:prstGeom>
            <a:solidFill>
              <a:srgbClr val="DCF1F9"/>
            </a:solidFill>
            <a:ln w="12700" cap="flat" cmpd="sng" algn="ctr">
              <a:solidFill>
                <a:srgbClr val="DCF1F9"/>
              </a:solidFill>
              <a:prstDash val="solid"/>
              <a:miter lim="800000"/>
            </a:ln>
            <a:effectLst/>
          </p:spPr>
          <p:txBody>
            <a:bodyPr lIns="72000" tIns="72000" rIns="72000" bIns="72000" rtlCol="0" anchor="t"/>
            <a:lstStyle>
              <a:defPPr>
                <a:defRPr lang="en-US"/>
              </a:defPPr>
              <a:lvl1pPr marL="177800" marR="0" lvl="0" indent="-87313" algn="l" defTabSz="914400" eaLnBrk="1" fontAlgn="auto" latinLnBrk="0" hangingPunct="1">
                <a:lnSpc>
                  <a:spcPct val="120000"/>
                </a:lnSpc>
                <a:spcBef>
                  <a:spcPts val="0"/>
                </a:spcBef>
                <a:spcAft>
                  <a:spcPts val="0"/>
                </a:spcAft>
                <a:buClrTx/>
                <a:buSzTx/>
                <a:buFont typeface="Arial" panose="020B0604020202020204" pitchFamily="34" charset="0"/>
                <a:buChar char="•"/>
                <a:tabLst/>
                <a:defRPr kumimoji="0" sz="1100" b="0" i="0" u="none" strike="noStrike" kern="0" cap="none" spc="-50" normalizeH="0" baseline="0">
                  <a:ln>
                    <a:noFill/>
                  </a:ln>
                  <a:solidFill>
                    <a:prstClr val="black">
                      <a:lumMod val="75000"/>
                      <a:lumOff val="25000"/>
                    </a:prstClr>
                  </a:solidFill>
                  <a:effectLst/>
                  <a:uLnTx/>
                  <a:uFillTx/>
                  <a:latin typeface="a고딕14" panose="02020600000000000000" pitchFamily="18" charset="-127"/>
                  <a:ea typeface="a고딕14" panose="02020600000000000000" pitchFamily="18" charset="-127"/>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ko-KR" altLang="en-US" sz="1000" dirty="0"/>
                <a:t>과목개요서 표준 양식</a:t>
              </a:r>
              <a:r>
                <a:rPr lang="en-US" altLang="ko-KR" sz="1000" dirty="0"/>
                <a:t> </a:t>
              </a:r>
              <a:r>
                <a:rPr lang="ko-KR" altLang="en-US" sz="1000" dirty="0"/>
                <a:t>개편</a:t>
              </a:r>
              <a:r>
                <a:rPr lang="en-US" altLang="ko-KR" sz="1000" dirty="0"/>
                <a:t>(</a:t>
              </a:r>
              <a:r>
                <a:rPr lang="ko-KR" altLang="en-US" sz="1000" dirty="0"/>
                <a:t>안</a:t>
              </a:r>
              <a:r>
                <a:rPr lang="en-US" altLang="ko-KR" sz="1000" dirty="0"/>
                <a:t>)</a:t>
              </a:r>
            </a:p>
            <a:p>
              <a:r>
                <a:rPr lang="ko-KR" altLang="en-US" sz="1000" dirty="0"/>
                <a:t>신규</a:t>
              </a:r>
              <a:r>
                <a:rPr lang="en-US" altLang="ko-KR" sz="1000" dirty="0"/>
                <a:t>·</a:t>
              </a:r>
              <a:r>
                <a:rPr lang="ko-KR" altLang="en-US" sz="1000" dirty="0"/>
                <a:t>과목 개요서 </a:t>
              </a:r>
              <a:r>
                <a:rPr lang="en-US" altLang="ko-KR" sz="1000" dirty="0"/>
                <a:t>400</a:t>
              </a:r>
              <a:r>
                <a:rPr lang="ko-KR" altLang="en-US" sz="1000" dirty="0"/>
                <a:t>종</a:t>
              </a:r>
              <a:endParaRPr lang="en-US" altLang="ko-KR" sz="1000" dirty="0"/>
            </a:p>
            <a:p>
              <a:pPr marL="90487" indent="0">
                <a:buNone/>
              </a:pPr>
              <a:r>
                <a:rPr lang="en-US" altLang="ko-KR" sz="1000" dirty="0"/>
                <a:t> - </a:t>
              </a:r>
              <a:r>
                <a:rPr lang="ko-KR" altLang="en-US" sz="1000" dirty="0"/>
                <a:t>평생 </a:t>
              </a:r>
              <a:r>
                <a:rPr lang="en-US" altLang="ko-KR" sz="1000" dirty="0"/>
                <a:t>: 100 </a:t>
              </a:r>
              <a:r>
                <a:rPr lang="ko-KR" altLang="en-US" sz="1000" dirty="0"/>
                <a:t>과목</a:t>
              </a:r>
              <a:endParaRPr lang="en-US" altLang="ko-KR" sz="1000" dirty="0"/>
            </a:p>
            <a:p>
              <a:pPr marL="90487" indent="0">
                <a:buNone/>
              </a:pPr>
              <a:r>
                <a:rPr lang="en-US" altLang="ko-KR" sz="1000" dirty="0"/>
                <a:t> - </a:t>
              </a:r>
              <a:r>
                <a:rPr lang="ko-KR" altLang="en-US" sz="1000" dirty="0"/>
                <a:t>디지털 </a:t>
              </a:r>
              <a:r>
                <a:rPr lang="en-US" altLang="ko-KR" sz="1000" dirty="0"/>
                <a:t>: 100 </a:t>
              </a:r>
              <a:r>
                <a:rPr lang="ko-KR" altLang="en-US" sz="1000" dirty="0"/>
                <a:t>과목</a:t>
              </a:r>
              <a:endParaRPr lang="en-US" altLang="ko-KR" sz="1000" dirty="0"/>
            </a:p>
            <a:p>
              <a:pPr marL="90487" indent="0">
                <a:buNone/>
              </a:pPr>
              <a:r>
                <a:rPr lang="en-US" altLang="ko-KR" sz="1000" dirty="0"/>
                <a:t> - AI </a:t>
              </a:r>
              <a:r>
                <a:rPr lang="ko-KR" altLang="en-US" sz="1000" dirty="0"/>
                <a:t>융합 </a:t>
              </a:r>
              <a:r>
                <a:rPr lang="en-US" altLang="ko-KR" sz="1000" dirty="0"/>
                <a:t>: 200 </a:t>
              </a:r>
              <a:r>
                <a:rPr lang="ko-KR" altLang="en-US" sz="1000" dirty="0"/>
                <a:t>과목</a:t>
              </a:r>
              <a:endParaRPr lang="en-US" altLang="ko-KR" sz="1000" dirty="0"/>
            </a:p>
          </p:txBody>
        </p:sp>
        <p:sp>
          <p:nvSpPr>
            <p:cNvPr id="235" name="TextBox 234">
              <a:extLst>
                <a:ext uri="{FF2B5EF4-FFF2-40B4-BE49-F238E27FC236}">
                  <a16:creationId xmlns:a16="http://schemas.microsoft.com/office/drawing/2014/main" id="{C6BEDDD6-E6BE-487D-8DFF-E110A85E91F2}"/>
                </a:ext>
              </a:extLst>
            </p:cNvPr>
            <p:cNvSpPr txBox="1"/>
            <p:nvPr/>
          </p:nvSpPr>
          <p:spPr>
            <a:xfrm>
              <a:off x="236538" y="2188334"/>
              <a:ext cx="271585" cy="2608835"/>
            </a:xfrm>
            <a:prstGeom prst="rect">
              <a:avLst/>
            </a:prstGeom>
            <a:solidFill>
              <a:sysClr val="windowText" lastClr="000000">
                <a:lumMod val="75000"/>
                <a:lumOff val="25000"/>
              </a:sysClr>
            </a:solidFill>
          </p:spPr>
          <p:txBody>
            <a:bodyPr vert="wordArtVertRtl" wrap="square" lIns="0" tIns="0" rIns="0" bIns="0" rtlCol="0" anchor="ctr">
              <a:no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700" b="0" i="0" u="none" strike="noStrike" kern="0" cap="none" spc="-50" normalizeH="0" baseline="0" noProof="0" dirty="0">
                  <a:ln>
                    <a:noFill/>
                  </a:ln>
                  <a:solidFill>
                    <a:prstClr val="white"/>
                  </a:solidFill>
                  <a:effectLst/>
                  <a:uLnTx/>
                  <a:uFillTx/>
                  <a:latin typeface="a고딕14" panose="02020600000000000000" pitchFamily="18" charset="-127"/>
                  <a:ea typeface="a고딕14" panose="02020600000000000000" pitchFamily="18" charset="-127"/>
                </a:rPr>
                <a:t>연구 수행체계</a:t>
              </a:r>
            </a:p>
          </p:txBody>
        </p:sp>
        <p:sp>
          <p:nvSpPr>
            <p:cNvPr id="237" name="화살표: 오각형 236">
              <a:extLst>
                <a:ext uri="{FF2B5EF4-FFF2-40B4-BE49-F238E27FC236}">
                  <a16:creationId xmlns:a16="http://schemas.microsoft.com/office/drawing/2014/main" id="{3C872CC5-2E86-929F-3D40-91DB6EAC9AA3}"/>
                </a:ext>
              </a:extLst>
            </p:cNvPr>
            <p:cNvSpPr/>
            <p:nvPr/>
          </p:nvSpPr>
          <p:spPr>
            <a:xfrm>
              <a:off x="639771" y="2188333"/>
              <a:ext cx="1672714" cy="565640"/>
            </a:xfrm>
            <a:prstGeom prst="homePlate">
              <a:avLst>
                <a:gd name="adj" fmla="val 28119"/>
              </a:avLst>
            </a:prstGeom>
            <a:solidFill>
              <a:srgbClr val="003F56"/>
            </a:solidFill>
            <a:ln w="3175">
              <a:solidFill>
                <a:sysClr val="windowText" lastClr="000000">
                  <a:lumMod val="65000"/>
                  <a:lumOff val="35000"/>
                </a:sysClr>
              </a:solidFill>
              <a:miter lim="800000"/>
              <a:headEnd/>
              <a:tailEnd/>
            </a:ln>
            <a:effectLst/>
          </p:spPr>
          <p:txBody>
            <a:bodyPr wrap="square" lIns="36000" tIns="0" rIns="36000" bIns="36000" rtlCol="0" anchor="ctr"/>
            <a:lstStyle/>
            <a:p>
              <a:pPr eaLnBrk="1" fontAlgn="auto" latinLnBrk="0" hangingPunct="1">
                <a:spcBef>
                  <a:spcPts val="0"/>
                </a:spcBef>
                <a:spcAft>
                  <a:spcPts val="0"/>
                </a:spcAft>
                <a:buNone/>
              </a:pPr>
              <a:r>
                <a:rPr lang="en-US" altLang="ko-KR" sz="1100" kern="0" dirty="0">
                  <a:solidFill>
                    <a:prstClr val="white"/>
                  </a:solidFill>
                  <a:latin typeface="a고딕14"/>
                  <a:ea typeface="a고딕14"/>
                </a:rPr>
                <a:t>Module 1. </a:t>
              </a:r>
            </a:p>
            <a:p>
              <a:pPr eaLnBrk="1" fontAlgn="auto" latinLnBrk="0" hangingPunct="1">
                <a:spcBef>
                  <a:spcPts val="0"/>
                </a:spcBef>
                <a:spcAft>
                  <a:spcPts val="0"/>
                </a:spcAft>
                <a:buNone/>
              </a:pPr>
              <a:r>
                <a:rPr lang="ko-KR" altLang="ko-KR" sz="1100" kern="0" dirty="0">
                  <a:solidFill>
                    <a:prstClr val="white"/>
                  </a:solidFill>
                  <a:latin typeface="a고딕14"/>
                  <a:ea typeface="a고딕14"/>
                </a:rPr>
                <a:t>연구 기반 정비 및 </a:t>
              </a:r>
              <a:endParaRPr lang="en-US" altLang="ko-KR" sz="1100" kern="0" dirty="0">
                <a:solidFill>
                  <a:prstClr val="white"/>
                </a:solidFill>
                <a:latin typeface="a고딕14"/>
                <a:ea typeface="a고딕14"/>
              </a:endParaRPr>
            </a:p>
            <a:p>
              <a:pPr eaLnBrk="1" fontAlgn="auto" latinLnBrk="0" hangingPunct="1">
                <a:spcBef>
                  <a:spcPts val="0"/>
                </a:spcBef>
                <a:spcAft>
                  <a:spcPts val="0"/>
                </a:spcAft>
                <a:buNone/>
              </a:pPr>
              <a:r>
                <a:rPr lang="ko-KR" altLang="ko-KR" sz="1100" kern="0" dirty="0">
                  <a:solidFill>
                    <a:prstClr val="white"/>
                  </a:solidFill>
                  <a:latin typeface="a고딕14"/>
                  <a:ea typeface="a고딕14"/>
                </a:rPr>
                <a:t>SLR 최신화</a:t>
              </a:r>
              <a:endParaRPr lang="ko-KR" altLang="en-US" sz="1100" kern="0" dirty="0">
                <a:solidFill>
                  <a:prstClr val="white"/>
                </a:solidFill>
                <a:latin typeface="a고딕14"/>
                <a:ea typeface="a고딕14"/>
              </a:endParaRPr>
            </a:p>
          </p:txBody>
        </p:sp>
        <p:sp>
          <p:nvSpPr>
            <p:cNvPr id="238" name="TextBox 237">
              <a:extLst>
                <a:ext uri="{FF2B5EF4-FFF2-40B4-BE49-F238E27FC236}">
                  <a16:creationId xmlns:a16="http://schemas.microsoft.com/office/drawing/2014/main" id="{99162914-82AC-7A44-1742-BE0488A438A1}"/>
                </a:ext>
              </a:extLst>
            </p:cNvPr>
            <p:cNvSpPr txBox="1"/>
            <p:nvPr/>
          </p:nvSpPr>
          <p:spPr>
            <a:xfrm>
              <a:off x="646625" y="3164218"/>
              <a:ext cx="1536019" cy="518981"/>
            </a:xfrm>
            <a:prstGeom prst="rect">
              <a:avLst/>
            </a:prstGeom>
            <a:solidFill>
              <a:srgbClr val="EFFBFF"/>
            </a:solidFill>
            <a:ln w="28575" cap="flat" cmpd="sng" algn="ctr">
              <a:solidFill>
                <a:srgbClr val="005D7E"/>
              </a:solidFill>
              <a:prstDash val="solid"/>
              <a:miter lim="800000"/>
            </a:ln>
            <a:effectLst/>
          </p:spPr>
          <p:txBody>
            <a:bodyPr rtlCol="0" anchor="ctr"/>
            <a:lstStyle>
              <a:defPPr>
                <a:defRPr lang="ko-KR"/>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804838" eaLnBrk="1" fontAlgn="auto" latinLnBrk="0" hangingPunct="1">
                <a:spcBef>
                  <a:spcPts val="0"/>
                </a:spcBef>
                <a:spcAft>
                  <a:spcPts val="0"/>
                </a:spcAft>
                <a:buNone/>
                <a:defRPr/>
              </a:pPr>
              <a:r>
                <a:rPr lang="en-US" altLang="ko-KR" sz="1100" kern="0" spc="-41" dirty="0">
                  <a:solidFill>
                    <a:prstClr val="black">
                      <a:lumMod val="85000"/>
                      <a:lumOff val="15000"/>
                    </a:prstClr>
                  </a:solidFill>
                  <a:latin typeface="a고딕14" panose="02020600000000000000" pitchFamily="18" charset="-127"/>
                  <a:ea typeface="a고딕14" panose="02020600000000000000" pitchFamily="18" charset="-127"/>
                </a:rPr>
                <a:t>STEP Master DB </a:t>
              </a:r>
              <a:r>
                <a:rPr lang="ko-KR" altLang="en-US" sz="1100" kern="0" spc="-41" dirty="0">
                  <a:solidFill>
                    <a:prstClr val="black">
                      <a:lumMod val="85000"/>
                      <a:lumOff val="15000"/>
                    </a:prstClr>
                  </a:solidFill>
                  <a:latin typeface="a고딕14" panose="02020600000000000000" pitchFamily="18" charset="-127"/>
                  <a:ea typeface="a고딕14" panose="02020600000000000000" pitchFamily="18" charset="-127"/>
                </a:rPr>
                <a:t>관련 </a:t>
              </a:r>
              <a:r>
                <a:rPr lang="en-US" altLang="ko-KR" sz="1100" kern="0" spc="-41" dirty="0">
                  <a:solidFill>
                    <a:prstClr val="black">
                      <a:lumMod val="85000"/>
                      <a:lumOff val="15000"/>
                    </a:prstClr>
                  </a:solidFill>
                  <a:latin typeface="a고딕14" panose="02020600000000000000" pitchFamily="18" charset="-127"/>
                  <a:ea typeface="a고딕14" panose="02020600000000000000" pitchFamily="18" charset="-127"/>
                </a:rPr>
                <a:t>Data </a:t>
              </a:r>
              <a:r>
                <a:rPr lang="ko-KR" altLang="en-US" sz="1100" kern="0" spc="-41" dirty="0">
                  <a:solidFill>
                    <a:prstClr val="black">
                      <a:lumMod val="85000"/>
                      <a:lumOff val="15000"/>
                    </a:prstClr>
                  </a:solidFill>
                  <a:latin typeface="a고딕14" panose="02020600000000000000" pitchFamily="18" charset="-127"/>
                  <a:ea typeface="a고딕14" panose="02020600000000000000" pitchFamily="18" charset="-127"/>
                </a:rPr>
                <a:t>확보 및 최신화</a:t>
              </a:r>
              <a:endParaRPr lang="en-US" altLang="ko-KR" sz="1100" kern="0" spc="-41" dirty="0">
                <a:solidFill>
                  <a:srgbClr val="333333"/>
                </a:solidFill>
                <a:latin typeface="a고딕14" panose="02020600000000000000" pitchFamily="18" charset="-127"/>
                <a:ea typeface="a고딕14" panose="02020600000000000000" pitchFamily="18" charset="-127"/>
              </a:endParaRPr>
            </a:p>
          </p:txBody>
        </p:sp>
        <p:sp>
          <p:nvSpPr>
            <p:cNvPr id="241" name="TextBox 240">
              <a:extLst>
                <a:ext uri="{FF2B5EF4-FFF2-40B4-BE49-F238E27FC236}">
                  <a16:creationId xmlns:a16="http://schemas.microsoft.com/office/drawing/2014/main" id="{4B883018-9747-D50D-DA79-1C7DFDBDBAA3}"/>
                </a:ext>
              </a:extLst>
            </p:cNvPr>
            <p:cNvSpPr txBox="1"/>
            <p:nvPr/>
          </p:nvSpPr>
          <p:spPr>
            <a:xfrm>
              <a:off x="646625" y="4278187"/>
              <a:ext cx="1536019" cy="518981"/>
            </a:xfrm>
            <a:prstGeom prst="rect">
              <a:avLst/>
            </a:prstGeom>
            <a:solidFill>
              <a:srgbClr val="EFFBFF"/>
            </a:solidFill>
            <a:ln w="28575" cap="flat" cmpd="sng" algn="ctr">
              <a:solidFill>
                <a:srgbClr val="005D7E"/>
              </a:solidFill>
              <a:prstDash val="solid"/>
              <a:miter lim="800000"/>
            </a:ln>
            <a:effectLst/>
          </p:spPr>
          <p:txBody>
            <a:bodyPr rtlCol="0" anchor="ctr"/>
            <a:lstStyle>
              <a:defPPr>
                <a:defRPr lang="en-US"/>
              </a:defPPr>
              <a:lvl1pPr marR="0" lvl="0" indent="0" algn="ctr" defTabSz="914400" fontAlgn="auto">
                <a:lnSpc>
                  <a:spcPct val="100000"/>
                </a:lnSpc>
                <a:spcBef>
                  <a:spcPts val="0"/>
                </a:spcBef>
                <a:spcAft>
                  <a:spcPts val="0"/>
                </a:spcAft>
                <a:buClrTx/>
                <a:buSzTx/>
                <a:buFontTx/>
                <a:buNone/>
                <a:tabLst/>
                <a:defRPr kumimoji="0" sz="1100" i="0" u="none" strike="noStrike" kern="0" cap="none" spc="-50" normalizeH="0" baseline="0">
                  <a:ln>
                    <a:noFill/>
                  </a:ln>
                  <a:solidFill>
                    <a:prstClr val="white"/>
                  </a:solidFill>
                  <a:effectLst/>
                  <a:uLnTx/>
                  <a:uFillTx/>
                  <a:latin typeface="a고딕16" panose="02020600000000000000" pitchFamily="18" charset="-127"/>
                  <a:ea typeface="a고딕16" panose="02020600000000000000" pitchFamily="18" charset="-127"/>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b="0" i="0" u="none" strike="noStrike" kern="0" cap="none" spc="-41" normalizeH="0" baseline="0" noProof="0" dirty="0">
                  <a:ln>
                    <a:noFill/>
                  </a:ln>
                  <a:solidFill>
                    <a:prstClr val="black">
                      <a:lumMod val="85000"/>
                      <a:lumOff val="15000"/>
                    </a:prstClr>
                  </a:solidFill>
                  <a:effectLst/>
                  <a:uLnTx/>
                  <a:uFillTx/>
                  <a:latin typeface="a고딕14" panose="02020600000000000000" pitchFamily="18" charset="-127"/>
                  <a:ea typeface="a고딕14" panose="02020600000000000000" pitchFamily="18" charset="-127"/>
                </a:rPr>
                <a:t>SLR </a:t>
              </a:r>
              <a:r>
                <a:rPr kumimoji="0" lang="ko-KR" altLang="en-US" b="0" i="0" u="none" strike="noStrike" kern="0" cap="none" spc="-41" normalizeH="0" baseline="0" noProof="0" dirty="0">
                  <a:ln>
                    <a:noFill/>
                  </a:ln>
                  <a:solidFill>
                    <a:prstClr val="black">
                      <a:lumMod val="85000"/>
                      <a:lumOff val="15000"/>
                    </a:prstClr>
                  </a:solidFill>
                  <a:effectLst/>
                  <a:uLnTx/>
                  <a:uFillTx/>
                  <a:latin typeface="a고딕14" panose="02020600000000000000" pitchFamily="18" charset="-127"/>
                  <a:ea typeface="a고딕14" panose="02020600000000000000" pitchFamily="18" charset="-127"/>
                </a:rPr>
                <a:t>관련 </a:t>
              </a:r>
              <a:r>
                <a:rPr kumimoji="0" lang="en-US" altLang="ko-KR" b="0" i="0" u="none" strike="noStrike" kern="0" cap="none" spc="-41" normalizeH="0" baseline="0" noProof="0" dirty="0">
                  <a:ln>
                    <a:noFill/>
                  </a:ln>
                  <a:solidFill>
                    <a:prstClr val="black">
                      <a:lumMod val="85000"/>
                      <a:lumOff val="15000"/>
                    </a:prstClr>
                  </a:solidFill>
                  <a:effectLst/>
                  <a:uLnTx/>
                  <a:uFillTx/>
                  <a:latin typeface="a고딕14" panose="02020600000000000000" pitchFamily="18" charset="-127"/>
                  <a:ea typeface="a고딕14" panose="02020600000000000000" pitchFamily="18" charset="-127"/>
                </a:rPr>
                <a:t>Data </a:t>
              </a:r>
              <a:r>
                <a:rPr kumimoji="0" lang="ko-KR" altLang="en-US" b="0" i="0" u="none" strike="noStrike" kern="0" cap="none" spc="-41" normalizeH="0" baseline="0" noProof="0" dirty="0">
                  <a:ln>
                    <a:noFill/>
                  </a:ln>
                  <a:solidFill>
                    <a:prstClr val="black">
                      <a:lumMod val="85000"/>
                      <a:lumOff val="15000"/>
                    </a:prstClr>
                  </a:solidFill>
                  <a:effectLst/>
                  <a:uLnTx/>
                  <a:uFillTx/>
                  <a:latin typeface="a고딕14" panose="02020600000000000000" pitchFamily="18" charset="-127"/>
                  <a:ea typeface="a고딕14" panose="02020600000000000000" pitchFamily="18" charset="-127"/>
                </a:rPr>
                <a:t>확보 및 최신화</a:t>
              </a:r>
              <a:endParaRPr kumimoji="0" lang="en-US" altLang="ko-KR" b="0" i="0" u="none" strike="noStrike" kern="0" cap="none" spc="-41" normalizeH="0" baseline="0" noProof="0" dirty="0">
                <a:ln>
                  <a:noFill/>
                </a:ln>
                <a:solidFill>
                  <a:prstClr val="black">
                    <a:lumMod val="85000"/>
                    <a:lumOff val="15000"/>
                  </a:prstClr>
                </a:solidFill>
                <a:effectLst/>
                <a:uLnTx/>
                <a:uFillTx/>
                <a:latin typeface="a고딕14" panose="02020600000000000000" pitchFamily="18" charset="-127"/>
                <a:ea typeface="a고딕14" panose="02020600000000000000" pitchFamily="18" charset="-127"/>
              </a:endParaRPr>
            </a:p>
          </p:txBody>
        </p:sp>
        <p:sp>
          <p:nvSpPr>
            <p:cNvPr id="242" name="TextBox 241">
              <a:extLst>
                <a:ext uri="{FF2B5EF4-FFF2-40B4-BE49-F238E27FC236}">
                  <a16:creationId xmlns:a16="http://schemas.microsoft.com/office/drawing/2014/main" id="{F09D467F-7205-2DE8-54C3-B2957B448B5B}"/>
                </a:ext>
              </a:extLst>
            </p:cNvPr>
            <p:cNvSpPr txBox="1"/>
            <p:nvPr/>
          </p:nvSpPr>
          <p:spPr>
            <a:xfrm>
              <a:off x="6159735" y="3164218"/>
              <a:ext cx="1536019" cy="518981"/>
            </a:xfrm>
            <a:prstGeom prst="rect">
              <a:avLst/>
            </a:prstGeom>
            <a:solidFill>
              <a:srgbClr val="EFFBFF"/>
            </a:solidFill>
            <a:ln w="28575" cap="flat" cmpd="sng" algn="ctr">
              <a:solidFill>
                <a:srgbClr val="005D7E"/>
              </a:solidFill>
              <a:prstDash val="solid"/>
              <a:miter lim="800000"/>
            </a:ln>
            <a:effectLst/>
          </p:spPr>
          <p:txBody>
            <a:bodyPr lIns="63375" rIns="63375" rtlCol="0" anchor="ctr"/>
            <a:lstStyle>
              <a:defPPr>
                <a:defRPr lang="ko-KR"/>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804838" eaLnBrk="1" fontAlgn="auto" latinLnBrk="0" hangingPunct="1">
                <a:lnSpc>
                  <a:spcPct val="100000"/>
                </a:lnSpc>
                <a:spcBef>
                  <a:spcPts val="0"/>
                </a:spcBef>
                <a:spcAft>
                  <a:spcPts val="0"/>
                </a:spcAft>
                <a:buClrTx/>
                <a:buSzTx/>
                <a:buFontTx/>
                <a:buNone/>
                <a:tabLst/>
                <a:defRPr/>
              </a:pPr>
              <a:r>
                <a:rPr kumimoji="0" lang="ko-KR" altLang="en-US" sz="1100" b="0" i="0" u="none" strike="noStrike" kern="0" cap="none" spc="-41" normalizeH="0" baseline="0" noProof="0" dirty="0">
                  <a:ln>
                    <a:noFill/>
                  </a:ln>
                  <a:solidFill>
                    <a:srgbClr val="333333"/>
                  </a:solidFill>
                  <a:effectLst/>
                  <a:uLnTx/>
                  <a:uFillTx/>
                  <a:latin typeface="a고딕14" panose="02020600000000000000" pitchFamily="18" charset="-127"/>
                  <a:ea typeface="a고딕14" panose="02020600000000000000" pitchFamily="18" charset="-127"/>
                </a:rPr>
                <a:t>평생</a:t>
              </a:r>
              <a:r>
                <a:rPr kumimoji="0" lang="en-US" altLang="ko-KR" sz="1100" b="0" i="0" u="none" strike="noStrike" kern="0" cap="none" spc="-41" normalizeH="0" baseline="0" noProof="0" dirty="0">
                  <a:ln>
                    <a:noFill/>
                  </a:ln>
                  <a:solidFill>
                    <a:srgbClr val="333333"/>
                  </a:solidFill>
                  <a:effectLst/>
                  <a:uLnTx/>
                  <a:uFillTx/>
                  <a:latin typeface="a고딕14" panose="02020600000000000000" pitchFamily="18" charset="-127"/>
                  <a:ea typeface="a고딕14" panose="02020600000000000000" pitchFamily="18" charset="-127"/>
                </a:rPr>
                <a:t>·</a:t>
              </a:r>
              <a:r>
                <a:rPr kumimoji="0" lang="ko-KR" altLang="en-US" sz="1100" b="0" i="0" u="none" strike="noStrike" kern="0" cap="none" spc="-41" normalizeH="0" baseline="0" noProof="0" dirty="0">
                  <a:ln>
                    <a:noFill/>
                  </a:ln>
                  <a:solidFill>
                    <a:srgbClr val="333333"/>
                  </a:solidFill>
                  <a:effectLst/>
                  <a:uLnTx/>
                  <a:uFillTx/>
                  <a:latin typeface="a고딕14" panose="02020600000000000000" pitchFamily="18" charset="-127"/>
                  <a:ea typeface="a고딕14" panose="02020600000000000000" pitchFamily="18" charset="-127"/>
                </a:rPr>
                <a:t>디지털</a:t>
              </a:r>
              <a:r>
                <a:rPr lang="en-US" altLang="ko-KR" sz="1100" kern="0" spc="-41" dirty="0">
                  <a:solidFill>
                    <a:srgbClr val="333333"/>
                  </a:solidFill>
                  <a:latin typeface="a고딕14" panose="02020600000000000000" pitchFamily="18" charset="-127"/>
                  <a:ea typeface="a고딕14" panose="02020600000000000000" pitchFamily="18" charset="-127"/>
                </a:rPr>
                <a:t> </a:t>
              </a:r>
              <a:r>
                <a:rPr lang="ko-KR" altLang="en-US" sz="1100" kern="0" spc="-41" dirty="0">
                  <a:solidFill>
                    <a:srgbClr val="333333"/>
                  </a:solidFill>
                  <a:latin typeface="a고딕14" panose="02020600000000000000" pitchFamily="18" charset="-127"/>
                  <a:ea typeface="a고딕14" panose="02020600000000000000" pitchFamily="18" charset="-127"/>
                </a:rPr>
                <a:t>분야 과목개요서 개발</a:t>
              </a:r>
              <a:endParaRPr kumimoji="0" lang="en-US" altLang="ko-KR" sz="1100" b="0" i="0" u="none" strike="noStrike" kern="0" cap="none" spc="-41" normalizeH="0" baseline="0" noProof="0" dirty="0">
                <a:ln>
                  <a:noFill/>
                </a:ln>
                <a:solidFill>
                  <a:srgbClr val="333333"/>
                </a:solidFill>
                <a:effectLst/>
                <a:uLnTx/>
                <a:uFillTx/>
                <a:latin typeface="a고딕14" panose="02020600000000000000" pitchFamily="18" charset="-127"/>
                <a:ea typeface="a고딕14" panose="02020600000000000000" pitchFamily="18" charset="-127"/>
              </a:endParaRPr>
            </a:p>
          </p:txBody>
        </p:sp>
        <p:sp>
          <p:nvSpPr>
            <p:cNvPr id="243" name="TextBox 242">
              <a:extLst>
                <a:ext uri="{FF2B5EF4-FFF2-40B4-BE49-F238E27FC236}">
                  <a16:creationId xmlns:a16="http://schemas.microsoft.com/office/drawing/2014/main" id="{E91069A6-6769-08E0-1E94-A72FF2EADC95}"/>
                </a:ext>
              </a:extLst>
            </p:cNvPr>
            <p:cNvSpPr txBox="1"/>
            <p:nvPr/>
          </p:nvSpPr>
          <p:spPr>
            <a:xfrm>
              <a:off x="6155435" y="4278187"/>
              <a:ext cx="1536019" cy="518981"/>
            </a:xfrm>
            <a:prstGeom prst="rect">
              <a:avLst/>
            </a:prstGeom>
            <a:solidFill>
              <a:srgbClr val="EFFBFF"/>
            </a:solidFill>
            <a:ln w="28575" cap="flat" cmpd="sng" algn="ctr">
              <a:solidFill>
                <a:srgbClr val="005D7E"/>
              </a:solidFill>
              <a:prstDash val="solid"/>
              <a:miter lim="800000"/>
            </a:ln>
            <a:effectLst/>
          </p:spPr>
          <p:txBody>
            <a:bodyPr rtlCol="0" anchor="ctr"/>
            <a:lstStyle>
              <a:defPPr>
                <a:defRPr lang="en-US"/>
              </a:defPPr>
              <a:lvl1pPr marR="0" lvl="0" indent="0" algn="ctr" defTabSz="914400" fontAlgn="auto">
                <a:lnSpc>
                  <a:spcPct val="100000"/>
                </a:lnSpc>
                <a:spcBef>
                  <a:spcPts val="0"/>
                </a:spcBef>
                <a:spcAft>
                  <a:spcPts val="0"/>
                </a:spcAft>
                <a:buClrTx/>
                <a:buSzTx/>
                <a:buFontTx/>
                <a:buNone/>
                <a:tabLst/>
                <a:defRPr kumimoji="0" sz="1100" i="0" u="none" strike="noStrike" kern="0" cap="none" spc="-50" normalizeH="0" baseline="0">
                  <a:ln>
                    <a:noFill/>
                  </a:ln>
                  <a:solidFill>
                    <a:prstClr val="white"/>
                  </a:solidFill>
                  <a:effectLst/>
                  <a:uLnTx/>
                  <a:uFillTx/>
                  <a:latin typeface="a고딕16" panose="02020600000000000000" pitchFamily="18" charset="-127"/>
                  <a:ea typeface="a고딕16" panose="02020600000000000000" pitchFamily="18" charset="-127"/>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804838" eaLnBrk="1" latinLnBrk="0" hangingPunct="1">
                <a:defRPr/>
              </a:pPr>
              <a:r>
                <a:rPr lang="en-US" altLang="ko-KR" spc="-41" dirty="0">
                  <a:solidFill>
                    <a:srgbClr val="333333"/>
                  </a:solidFill>
                  <a:latin typeface="a고딕14" panose="02020600000000000000" pitchFamily="18" charset="-127"/>
                  <a:ea typeface="a고딕14" panose="02020600000000000000" pitchFamily="18" charset="-127"/>
                </a:rPr>
                <a:t>AI+X(</a:t>
              </a:r>
              <a:r>
                <a:rPr lang="ko-KR" altLang="en-US" spc="-41" dirty="0">
                  <a:solidFill>
                    <a:srgbClr val="333333"/>
                  </a:solidFill>
                  <a:latin typeface="a고딕14" panose="02020600000000000000" pitchFamily="18" charset="-127"/>
                  <a:ea typeface="a고딕14" panose="02020600000000000000" pitchFamily="18" charset="-127"/>
                </a:rPr>
                <a:t>산업 도메인</a:t>
              </a:r>
              <a:r>
                <a:rPr lang="en-US" altLang="ko-KR" spc="-41" dirty="0">
                  <a:solidFill>
                    <a:srgbClr val="333333"/>
                  </a:solidFill>
                  <a:latin typeface="a고딕14" panose="02020600000000000000" pitchFamily="18" charset="-127"/>
                  <a:ea typeface="a고딕14" panose="02020600000000000000" pitchFamily="18" charset="-127"/>
                </a:rPr>
                <a:t>) </a:t>
              </a:r>
              <a:r>
                <a:rPr lang="ko-KR" altLang="en-US" spc="-41" dirty="0">
                  <a:solidFill>
                    <a:srgbClr val="333333"/>
                  </a:solidFill>
                  <a:latin typeface="a고딕14" panose="02020600000000000000" pitchFamily="18" charset="-127"/>
                  <a:ea typeface="a고딕14" panose="02020600000000000000" pitchFamily="18" charset="-127"/>
                </a:rPr>
                <a:t>분야 과목개요서 개발</a:t>
              </a:r>
              <a:endParaRPr lang="en-US" altLang="ko-KR" spc="-41" dirty="0">
                <a:solidFill>
                  <a:srgbClr val="333333"/>
                </a:solidFill>
                <a:latin typeface="a고딕14" panose="02020600000000000000" pitchFamily="18" charset="-127"/>
                <a:ea typeface="a고딕14" panose="02020600000000000000" pitchFamily="18" charset="-127"/>
              </a:endParaRPr>
            </a:p>
          </p:txBody>
        </p:sp>
        <p:cxnSp>
          <p:nvCxnSpPr>
            <p:cNvPr id="244" name="연결선: 꺾임 243">
              <a:extLst>
                <a:ext uri="{FF2B5EF4-FFF2-40B4-BE49-F238E27FC236}">
                  <a16:creationId xmlns:a16="http://schemas.microsoft.com/office/drawing/2014/main" id="{D1E0113B-33E6-40DE-D0DE-30BA2AEC6120}"/>
                </a:ext>
              </a:extLst>
            </p:cNvPr>
            <p:cNvCxnSpPr>
              <a:cxnSpLocks/>
              <a:stCxn id="241" idx="3"/>
              <a:endCxn id="250" idx="1"/>
            </p:cNvCxnSpPr>
            <p:nvPr/>
          </p:nvCxnSpPr>
          <p:spPr>
            <a:xfrm flipV="1">
              <a:off x="2182644" y="3423708"/>
              <a:ext cx="290174" cy="1113970"/>
            </a:xfrm>
            <a:prstGeom prst="bentConnector3">
              <a:avLst>
                <a:gd name="adj1" fmla="val 50000"/>
              </a:avLst>
            </a:prstGeom>
            <a:noFill/>
            <a:ln w="6350" cap="flat" cmpd="sng" algn="ctr">
              <a:solidFill>
                <a:srgbClr val="BFBFBF"/>
              </a:solidFill>
              <a:prstDash val="solid"/>
              <a:miter lim="800000"/>
              <a:tailEnd type="triangle"/>
            </a:ln>
            <a:effectLst/>
          </p:spPr>
        </p:cxnSp>
        <p:sp>
          <p:nvSpPr>
            <p:cNvPr id="245" name="갈매기형 수장 40">
              <a:extLst>
                <a:ext uri="{FF2B5EF4-FFF2-40B4-BE49-F238E27FC236}">
                  <a16:creationId xmlns:a16="http://schemas.microsoft.com/office/drawing/2014/main" id="{5154098A-0AF2-C69A-9952-ABB1E1EA8597}"/>
                </a:ext>
              </a:extLst>
            </p:cNvPr>
            <p:cNvSpPr/>
            <p:nvPr/>
          </p:nvSpPr>
          <p:spPr>
            <a:xfrm rot="5400000">
              <a:off x="1347156" y="3803822"/>
              <a:ext cx="134959" cy="137003"/>
            </a:xfrm>
            <a:prstGeom prst="chevron">
              <a:avLst/>
            </a:prstGeom>
            <a:solidFill>
              <a:sysClr val="window" lastClr="FFFFFF">
                <a:lumMod val="75000"/>
              </a:sysClr>
            </a:solidFill>
            <a:ln w="12700" cap="flat" cmpd="sng" algn="ctr">
              <a:noFill/>
              <a:prstDash val="solid"/>
              <a:miter lim="800000"/>
            </a:ln>
            <a:effectLst/>
          </p:spPr>
          <p:txBody>
            <a:bodyPr rtlCol="0" anchor="ctr"/>
            <a:lstStyle/>
            <a:p>
              <a:pPr marL="0" marR="0" lvl="0" indent="0" defTabSz="804838" eaLnBrk="1" fontAlgn="auto" latinLnBrk="0" hangingPunct="1">
                <a:lnSpc>
                  <a:spcPct val="100000"/>
                </a:lnSpc>
                <a:spcBef>
                  <a:spcPts val="0"/>
                </a:spcBef>
                <a:spcAft>
                  <a:spcPts val="0"/>
                </a:spcAft>
                <a:buClrTx/>
                <a:buSzTx/>
                <a:buFontTx/>
                <a:buNone/>
                <a:tabLst/>
                <a:defRPr/>
              </a:pPr>
              <a:endParaRPr kumimoji="0" lang="ko-KR" altLang="en-US" sz="1050" b="0" i="0" u="none" strike="noStrike" kern="0" cap="none" spc="-41"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246" name="화살표: 오각형 245">
              <a:extLst>
                <a:ext uri="{FF2B5EF4-FFF2-40B4-BE49-F238E27FC236}">
                  <a16:creationId xmlns:a16="http://schemas.microsoft.com/office/drawing/2014/main" id="{FC2B46DE-1816-F3F3-AF35-3FD5AC3FE9CC}"/>
                </a:ext>
              </a:extLst>
            </p:cNvPr>
            <p:cNvSpPr/>
            <p:nvPr/>
          </p:nvSpPr>
          <p:spPr>
            <a:xfrm>
              <a:off x="2476411" y="2188333"/>
              <a:ext cx="1672714" cy="565640"/>
            </a:xfrm>
            <a:prstGeom prst="homePlate">
              <a:avLst>
                <a:gd name="adj" fmla="val 28119"/>
              </a:avLst>
            </a:prstGeom>
            <a:solidFill>
              <a:srgbClr val="003F56"/>
            </a:solidFill>
            <a:ln w="3175">
              <a:solidFill>
                <a:sysClr val="windowText" lastClr="000000">
                  <a:lumMod val="65000"/>
                  <a:lumOff val="35000"/>
                </a:sysClr>
              </a:solidFill>
              <a:miter lim="800000"/>
              <a:headEnd/>
              <a:tailEnd/>
            </a:ln>
            <a:effectLst/>
          </p:spPr>
          <p:txBody>
            <a:bodyPr wrap="square" lIns="36000" tIns="0" rIns="36000" bIns="36000" rtlCol="0" anchor="ctr"/>
            <a:lstStyle/>
            <a:p>
              <a:pPr eaLnBrk="1" fontAlgn="auto" latinLnBrk="0" hangingPunct="1">
                <a:spcBef>
                  <a:spcPts val="0"/>
                </a:spcBef>
                <a:spcAft>
                  <a:spcPts val="0"/>
                </a:spcAft>
                <a:buNone/>
              </a:pPr>
              <a:r>
                <a:rPr lang="en-US" altLang="ko-KR" sz="1100" kern="0" dirty="0">
                  <a:solidFill>
                    <a:prstClr val="white"/>
                  </a:solidFill>
                  <a:latin typeface="a고딕14"/>
                  <a:ea typeface="a고딕14"/>
                </a:rPr>
                <a:t>Module 2. </a:t>
              </a:r>
            </a:p>
            <a:p>
              <a:pPr eaLnBrk="1" fontAlgn="auto" latinLnBrk="0" hangingPunct="1">
                <a:spcBef>
                  <a:spcPts val="0"/>
                </a:spcBef>
                <a:spcAft>
                  <a:spcPts val="0"/>
                </a:spcAft>
                <a:buNone/>
              </a:pPr>
              <a:r>
                <a:rPr lang="ko-KR" altLang="ko-KR" sz="1100" kern="0" dirty="0">
                  <a:solidFill>
                    <a:prstClr val="white"/>
                  </a:solidFill>
                  <a:latin typeface="a고딕14"/>
                  <a:ea typeface="a고딕14"/>
                </a:rPr>
                <a:t>NCS </a:t>
              </a:r>
              <a:r>
                <a:rPr lang="ko-KR" altLang="ko-KR" sz="1100" kern="0" dirty="0" err="1">
                  <a:solidFill>
                    <a:prstClr val="white"/>
                  </a:solidFill>
                  <a:latin typeface="a고딕14"/>
                  <a:ea typeface="a고딕14"/>
                </a:rPr>
                <a:t>세분류</a:t>
              </a:r>
              <a:r>
                <a:rPr lang="ko-KR" altLang="ko-KR" sz="1100" kern="0" dirty="0">
                  <a:solidFill>
                    <a:prstClr val="white"/>
                  </a:solidFill>
                  <a:latin typeface="a고딕14"/>
                  <a:ea typeface="a고딕14"/>
                </a:rPr>
                <a:t> </a:t>
              </a:r>
              <a:endParaRPr lang="en-US" altLang="ko-KR" sz="1100" kern="0" dirty="0">
                <a:solidFill>
                  <a:prstClr val="white"/>
                </a:solidFill>
                <a:latin typeface="a고딕14"/>
                <a:ea typeface="a고딕14"/>
              </a:endParaRPr>
            </a:p>
            <a:p>
              <a:pPr eaLnBrk="1" fontAlgn="auto" latinLnBrk="0" hangingPunct="1">
                <a:spcBef>
                  <a:spcPts val="0"/>
                </a:spcBef>
                <a:spcAft>
                  <a:spcPts val="0"/>
                </a:spcAft>
                <a:buNone/>
              </a:pPr>
              <a:r>
                <a:rPr lang="ko-KR" altLang="en-US" sz="1100" kern="0" dirty="0">
                  <a:solidFill>
                    <a:prstClr val="white"/>
                  </a:solidFill>
                  <a:latin typeface="a고딕14"/>
                  <a:ea typeface="a고딕14"/>
                </a:rPr>
                <a:t>우선순위</a:t>
              </a:r>
              <a:r>
                <a:rPr lang="en-US" altLang="ko-KR" sz="1100" kern="0" dirty="0">
                  <a:solidFill>
                    <a:prstClr val="white"/>
                  </a:solidFill>
                  <a:latin typeface="a고딕14"/>
                  <a:ea typeface="a고딕14"/>
                </a:rPr>
                <a:t> </a:t>
              </a:r>
              <a:r>
                <a:rPr lang="ko-KR" altLang="en-US" sz="1100" kern="0" dirty="0">
                  <a:solidFill>
                    <a:prstClr val="white"/>
                  </a:solidFill>
                  <a:latin typeface="a고딕14"/>
                  <a:ea typeface="a고딕14"/>
                </a:rPr>
                <a:t>도출</a:t>
              </a:r>
              <a:endParaRPr lang="en-US" altLang="ko-KR" sz="1100" kern="0" dirty="0">
                <a:solidFill>
                  <a:prstClr val="white"/>
                </a:solidFill>
                <a:latin typeface="a고딕14"/>
                <a:ea typeface="a고딕14"/>
              </a:endParaRPr>
            </a:p>
          </p:txBody>
        </p:sp>
        <p:sp>
          <p:nvSpPr>
            <p:cNvPr id="247" name="화살표: 오각형 246">
              <a:extLst>
                <a:ext uri="{FF2B5EF4-FFF2-40B4-BE49-F238E27FC236}">
                  <a16:creationId xmlns:a16="http://schemas.microsoft.com/office/drawing/2014/main" id="{8417629D-8C4B-897B-3980-66DEA6EAD0E6}"/>
                </a:ext>
              </a:extLst>
            </p:cNvPr>
            <p:cNvSpPr/>
            <p:nvPr/>
          </p:nvSpPr>
          <p:spPr>
            <a:xfrm>
              <a:off x="4313049" y="2188333"/>
              <a:ext cx="1672714" cy="565640"/>
            </a:xfrm>
            <a:prstGeom prst="homePlate">
              <a:avLst>
                <a:gd name="adj" fmla="val 28119"/>
              </a:avLst>
            </a:prstGeom>
            <a:solidFill>
              <a:srgbClr val="003F56"/>
            </a:solidFill>
            <a:ln w="3175">
              <a:solidFill>
                <a:sysClr val="windowText" lastClr="000000">
                  <a:lumMod val="65000"/>
                  <a:lumOff val="35000"/>
                </a:sysClr>
              </a:solidFill>
              <a:miter lim="800000"/>
              <a:headEnd/>
              <a:tailEnd/>
            </a:ln>
            <a:effectLst/>
          </p:spPr>
          <p:txBody>
            <a:bodyPr wrap="square" lIns="36000" tIns="0" rIns="36000" bIns="36000" rtlCol="0" anchor="ctr"/>
            <a:lstStyle/>
            <a:p>
              <a:pPr eaLnBrk="1" fontAlgn="auto" latinLnBrk="0" hangingPunct="1">
                <a:spcBef>
                  <a:spcPts val="0"/>
                </a:spcBef>
                <a:spcAft>
                  <a:spcPts val="0"/>
                </a:spcAft>
                <a:buNone/>
              </a:pPr>
              <a:r>
                <a:rPr lang="en-US" altLang="ko-KR" sz="1100" kern="0" dirty="0">
                  <a:solidFill>
                    <a:prstClr val="white"/>
                  </a:solidFill>
                  <a:latin typeface="a고딕14"/>
                  <a:ea typeface="a고딕14"/>
                </a:rPr>
                <a:t>Module 3. </a:t>
              </a:r>
            </a:p>
            <a:p>
              <a:pPr eaLnBrk="1" fontAlgn="auto" latinLnBrk="0" hangingPunct="1">
                <a:spcBef>
                  <a:spcPts val="0"/>
                </a:spcBef>
                <a:spcAft>
                  <a:spcPts val="0"/>
                </a:spcAft>
                <a:buNone/>
              </a:pPr>
              <a:r>
                <a:rPr lang="en-US" altLang="ko-KR" sz="1100" kern="0" dirty="0">
                  <a:solidFill>
                    <a:prstClr val="white"/>
                  </a:solidFill>
                  <a:latin typeface="a고딕14"/>
                  <a:ea typeface="a고딕14"/>
                </a:rPr>
                <a:t>NCS </a:t>
              </a:r>
              <a:r>
                <a:rPr lang="ko-KR" altLang="en-US" sz="1100" kern="0" dirty="0">
                  <a:solidFill>
                    <a:prstClr val="white"/>
                  </a:solidFill>
                  <a:latin typeface="a고딕14"/>
                  <a:ea typeface="a고딕14"/>
                </a:rPr>
                <a:t>능력단위 </a:t>
              </a:r>
              <a:endParaRPr lang="en-US" altLang="ko-KR" sz="1100" kern="0" dirty="0">
                <a:solidFill>
                  <a:prstClr val="white"/>
                </a:solidFill>
                <a:latin typeface="a고딕14"/>
                <a:ea typeface="a고딕14"/>
              </a:endParaRPr>
            </a:p>
            <a:p>
              <a:pPr eaLnBrk="1" fontAlgn="auto" latinLnBrk="0" hangingPunct="1">
                <a:spcBef>
                  <a:spcPts val="0"/>
                </a:spcBef>
                <a:spcAft>
                  <a:spcPts val="0"/>
                </a:spcAft>
                <a:buNone/>
              </a:pPr>
              <a:r>
                <a:rPr lang="ko-KR" altLang="en-US" sz="1100" kern="0" dirty="0">
                  <a:solidFill>
                    <a:prstClr val="white"/>
                  </a:solidFill>
                  <a:latin typeface="a고딕14"/>
                  <a:ea typeface="a고딕14"/>
                </a:rPr>
                <a:t>우선순위 도출</a:t>
              </a:r>
              <a:endParaRPr lang="en-US" altLang="ko-KR" sz="1100" kern="0" dirty="0">
                <a:solidFill>
                  <a:prstClr val="white"/>
                </a:solidFill>
                <a:latin typeface="a고딕14"/>
                <a:ea typeface="a고딕14"/>
              </a:endParaRPr>
            </a:p>
          </p:txBody>
        </p:sp>
        <p:sp>
          <p:nvSpPr>
            <p:cNvPr id="248" name="화살표: 오각형 247">
              <a:extLst>
                <a:ext uri="{FF2B5EF4-FFF2-40B4-BE49-F238E27FC236}">
                  <a16:creationId xmlns:a16="http://schemas.microsoft.com/office/drawing/2014/main" id="{B8D255B7-797C-B377-7707-7E0AE313079D}"/>
                </a:ext>
              </a:extLst>
            </p:cNvPr>
            <p:cNvSpPr/>
            <p:nvPr/>
          </p:nvSpPr>
          <p:spPr>
            <a:xfrm>
              <a:off x="6149689" y="2188333"/>
              <a:ext cx="1672714" cy="565640"/>
            </a:xfrm>
            <a:prstGeom prst="homePlate">
              <a:avLst>
                <a:gd name="adj" fmla="val 28119"/>
              </a:avLst>
            </a:prstGeom>
            <a:solidFill>
              <a:srgbClr val="003F56"/>
            </a:solidFill>
            <a:ln w="3175">
              <a:solidFill>
                <a:sysClr val="windowText" lastClr="000000">
                  <a:lumMod val="65000"/>
                  <a:lumOff val="35000"/>
                </a:sysClr>
              </a:solidFill>
              <a:miter lim="800000"/>
              <a:headEnd/>
              <a:tailEnd/>
            </a:ln>
            <a:effectLst/>
          </p:spPr>
          <p:txBody>
            <a:bodyPr wrap="square" lIns="36000" tIns="0" rIns="36000" bIns="36000" rtlCol="0" anchor="ctr"/>
            <a:lstStyle/>
            <a:p>
              <a:pPr eaLnBrk="1" fontAlgn="auto" latinLnBrk="0" hangingPunct="1">
                <a:spcBef>
                  <a:spcPts val="0"/>
                </a:spcBef>
                <a:spcAft>
                  <a:spcPts val="0"/>
                </a:spcAft>
                <a:buNone/>
              </a:pPr>
              <a:r>
                <a:rPr lang="en-US" altLang="ko-KR" sz="1100" kern="0" dirty="0">
                  <a:solidFill>
                    <a:prstClr val="white"/>
                  </a:solidFill>
                  <a:latin typeface="a고딕14"/>
                  <a:ea typeface="a고딕14"/>
                </a:rPr>
                <a:t>Module 4.</a:t>
              </a:r>
            </a:p>
            <a:p>
              <a:pPr eaLnBrk="1" fontAlgn="auto" latinLnBrk="0" hangingPunct="1">
                <a:spcBef>
                  <a:spcPts val="0"/>
                </a:spcBef>
                <a:spcAft>
                  <a:spcPts val="0"/>
                </a:spcAft>
                <a:buNone/>
              </a:pPr>
              <a:r>
                <a:rPr lang="ko-KR" altLang="en-US" sz="1100" kern="0" dirty="0">
                  <a:solidFill>
                    <a:prstClr val="white"/>
                  </a:solidFill>
                  <a:latin typeface="a고딕14"/>
                  <a:ea typeface="a고딕14"/>
                </a:rPr>
                <a:t>신규 과목 도출 및 과목개요서 개발</a:t>
              </a:r>
              <a:endParaRPr lang="en-US" altLang="ko-KR" sz="1100" kern="0" dirty="0">
                <a:solidFill>
                  <a:prstClr val="white"/>
                </a:solidFill>
                <a:latin typeface="a고딕14"/>
                <a:ea typeface="a고딕14"/>
              </a:endParaRPr>
            </a:p>
          </p:txBody>
        </p:sp>
        <p:sp>
          <p:nvSpPr>
            <p:cNvPr id="249" name="화살표: 오각형 248">
              <a:extLst>
                <a:ext uri="{FF2B5EF4-FFF2-40B4-BE49-F238E27FC236}">
                  <a16:creationId xmlns:a16="http://schemas.microsoft.com/office/drawing/2014/main" id="{BD6A8AAB-25E8-B6FE-AAD8-06424CDE9D5A}"/>
                </a:ext>
              </a:extLst>
            </p:cNvPr>
            <p:cNvSpPr/>
            <p:nvPr/>
          </p:nvSpPr>
          <p:spPr>
            <a:xfrm>
              <a:off x="7986330" y="2188333"/>
              <a:ext cx="1672714" cy="565640"/>
            </a:xfrm>
            <a:prstGeom prst="homePlate">
              <a:avLst>
                <a:gd name="adj" fmla="val 28119"/>
              </a:avLst>
            </a:prstGeom>
            <a:solidFill>
              <a:srgbClr val="003F56"/>
            </a:solidFill>
            <a:ln w="3175">
              <a:solidFill>
                <a:sysClr val="windowText" lastClr="000000">
                  <a:lumMod val="65000"/>
                  <a:lumOff val="35000"/>
                </a:sysClr>
              </a:solidFill>
              <a:miter lim="800000"/>
              <a:headEnd/>
              <a:tailEnd/>
            </a:ln>
            <a:effectLst/>
          </p:spPr>
          <p:txBody>
            <a:bodyPr wrap="square" lIns="36000" tIns="0" rIns="36000" bIns="36000" rtlCol="0" anchor="ctr"/>
            <a:lstStyle/>
            <a:p>
              <a:pPr eaLnBrk="1" fontAlgn="auto" latinLnBrk="0" hangingPunct="1">
                <a:spcBef>
                  <a:spcPts val="0"/>
                </a:spcBef>
                <a:spcAft>
                  <a:spcPts val="0"/>
                </a:spcAft>
                <a:buNone/>
              </a:pPr>
              <a:r>
                <a:rPr lang="en-US" altLang="ko-KR" sz="1100" kern="0" dirty="0">
                  <a:solidFill>
                    <a:prstClr val="white"/>
                  </a:solidFill>
                  <a:latin typeface="a고딕14"/>
                  <a:ea typeface="a고딕14"/>
                </a:rPr>
                <a:t>Module 5. </a:t>
              </a:r>
            </a:p>
            <a:p>
              <a:pPr eaLnBrk="1" fontAlgn="auto" latinLnBrk="0" hangingPunct="1">
                <a:spcBef>
                  <a:spcPts val="0"/>
                </a:spcBef>
                <a:spcAft>
                  <a:spcPts val="0"/>
                </a:spcAft>
                <a:buNone/>
              </a:pPr>
              <a:r>
                <a:rPr lang="en-US" altLang="ko-KR" sz="1100" kern="0" dirty="0">
                  <a:solidFill>
                    <a:prstClr val="white"/>
                  </a:solidFill>
                  <a:latin typeface="a고딕14"/>
                  <a:ea typeface="a고딕14"/>
                </a:rPr>
                <a:t>SLR </a:t>
              </a:r>
              <a:r>
                <a:rPr lang="ko-KR" altLang="en-US" sz="1100" kern="0" dirty="0">
                  <a:solidFill>
                    <a:prstClr val="white"/>
                  </a:solidFill>
                  <a:latin typeface="a고딕14"/>
                  <a:ea typeface="a고딕14"/>
                </a:rPr>
                <a:t>고도화 방안 마련</a:t>
              </a:r>
            </a:p>
          </p:txBody>
        </p:sp>
        <p:sp>
          <p:nvSpPr>
            <p:cNvPr id="250" name="TextBox 249">
              <a:extLst>
                <a:ext uri="{FF2B5EF4-FFF2-40B4-BE49-F238E27FC236}">
                  <a16:creationId xmlns:a16="http://schemas.microsoft.com/office/drawing/2014/main" id="{33FE9216-DB7A-B909-F2C0-B489470DC205}"/>
                </a:ext>
              </a:extLst>
            </p:cNvPr>
            <p:cNvSpPr txBox="1"/>
            <p:nvPr/>
          </p:nvSpPr>
          <p:spPr>
            <a:xfrm>
              <a:off x="2472818" y="3164218"/>
              <a:ext cx="1536019" cy="518981"/>
            </a:xfrm>
            <a:prstGeom prst="rect">
              <a:avLst/>
            </a:prstGeom>
            <a:solidFill>
              <a:srgbClr val="EFFBFF"/>
            </a:solidFill>
            <a:ln w="28575" cap="flat" cmpd="sng" algn="ctr">
              <a:solidFill>
                <a:srgbClr val="005D7E"/>
              </a:solidFill>
              <a:prstDash val="solid"/>
              <a:miter lim="800000"/>
            </a:ln>
            <a:effectLst/>
          </p:spPr>
          <p:txBody>
            <a:bodyPr rtlCol="0" anchor="ctr"/>
            <a:lstStyle>
              <a:defPPr>
                <a:defRPr lang="ko-KR"/>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804838" eaLnBrk="1" fontAlgn="auto" latinLnBrk="0" hangingPunct="1">
                <a:lnSpc>
                  <a:spcPct val="100000"/>
                </a:lnSpc>
                <a:spcBef>
                  <a:spcPts val="0"/>
                </a:spcBef>
                <a:spcAft>
                  <a:spcPts val="0"/>
                </a:spcAft>
                <a:buClrTx/>
                <a:buSzTx/>
                <a:buFontTx/>
                <a:buNone/>
                <a:tabLst/>
                <a:defRPr/>
              </a:pPr>
              <a:r>
                <a:rPr kumimoji="0" lang="ko-KR" altLang="en-US" sz="1100" b="0" i="0" u="none" strike="noStrike" kern="0" cap="none" spc="-41" normalizeH="0" baseline="0" noProof="0" dirty="0">
                  <a:ln>
                    <a:noFill/>
                  </a:ln>
                  <a:solidFill>
                    <a:srgbClr val="333333"/>
                  </a:solidFill>
                  <a:effectLst/>
                  <a:uLnTx/>
                  <a:uFillTx/>
                  <a:latin typeface="a고딕14" panose="02020600000000000000" pitchFamily="18" charset="-127"/>
                  <a:ea typeface="a고딕14" panose="02020600000000000000" pitchFamily="18" charset="-127"/>
                </a:rPr>
                <a:t>정량</a:t>
              </a:r>
              <a:r>
                <a:rPr kumimoji="0" lang="en-US" altLang="ko-KR" sz="1100" b="0" i="0" u="none" strike="noStrike" kern="0" cap="none" spc="-41" normalizeH="0" baseline="0" noProof="0" dirty="0">
                  <a:ln>
                    <a:noFill/>
                  </a:ln>
                  <a:solidFill>
                    <a:srgbClr val="333333"/>
                  </a:solidFill>
                  <a:effectLst/>
                  <a:uLnTx/>
                  <a:uFillTx/>
                  <a:latin typeface="a고딕14" panose="02020600000000000000" pitchFamily="18" charset="-127"/>
                  <a:ea typeface="a고딕14" panose="02020600000000000000" pitchFamily="18" charset="-127"/>
                </a:rPr>
                <a:t>·</a:t>
              </a:r>
              <a:r>
                <a:rPr kumimoji="0" lang="ko-KR" altLang="en-US" sz="1100" b="0" i="0" u="none" strike="noStrike" kern="0" cap="none" spc="-41" normalizeH="0" baseline="0" noProof="0" dirty="0">
                  <a:ln>
                    <a:noFill/>
                  </a:ln>
                  <a:solidFill>
                    <a:srgbClr val="333333"/>
                  </a:solidFill>
                  <a:effectLst/>
                  <a:uLnTx/>
                  <a:uFillTx/>
                  <a:latin typeface="a고딕14" panose="02020600000000000000" pitchFamily="18" charset="-127"/>
                  <a:ea typeface="a고딕14" panose="02020600000000000000" pitchFamily="18" charset="-127"/>
                </a:rPr>
                <a:t>정성</a:t>
              </a:r>
              <a:r>
                <a:rPr lang="en-US" altLang="ko-KR" sz="1100" kern="0" spc="-41" dirty="0">
                  <a:solidFill>
                    <a:srgbClr val="333333"/>
                  </a:solidFill>
                  <a:latin typeface="a고딕14" panose="02020600000000000000" pitchFamily="18" charset="-127"/>
                  <a:ea typeface="a고딕14" panose="02020600000000000000" pitchFamily="18" charset="-127"/>
                </a:rPr>
                <a:t> Data </a:t>
              </a:r>
              <a:r>
                <a:rPr lang="ko-KR" altLang="en-US" sz="1100" kern="0" spc="-41" dirty="0">
                  <a:solidFill>
                    <a:srgbClr val="333333"/>
                  </a:solidFill>
                  <a:latin typeface="a고딕14" panose="02020600000000000000" pitchFamily="18" charset="-127"/>
                  <a:ea typeface="a고딕14" panose="02020600000000000000" pitchFamily="18" charset="-127"/>
                </a:rPr>
                <a:t>기반 </a:t>
              </a:r>
              <a:r>
                <a:rPr lang="en-US" altLang="ko-KR" sz="1100" kern="0" spc="-41" dirty="0">
                  <a:solidFill>
                    <a:srgbClr val="333333"/>
                  </a:solidFill>
                  <a:latin typeface="a고딕14" panose="02020600000000000000" pitchFamily="18" charset="-127"/>
                  <a:ea typeface="a고딕14" panose="02020600000000000000" pitchFamily="18" charset="-127"/>
                </a:rPr>
                <a:t>NCS </a:t>
              </a:r>
              <a:r>
                <a:rPr lang="ko-KR" altLang="en-US" sz="1100" kern="0" spc="-41" dirty="0" err="1">
                  <a:solidFill>
                    <a:srgbClr val="333333"/>
                  </a:solidFill>
                  <a:latin typeface="a고딕14" panose="02020600000000000000" pitchFamily="18" charset="-127"/>
                  <a:ea typeface="a고딕14" panose="02020600000000000000" pitchFamily="18" charset="-127"/>
                </a:rPr>
                <a:t>세분류</a:t>
              </a:r>
              <a:r>
                <a:rPr lang="ko-KR" altLang="en-US" sz="1100" kern="0" spc="-41" dirty="0">
                  <a:solidFill>
                    <a:srgbClr val="333333"/>
                  </a:solidFill>
                  <a:latin typeface="a고딕14" panose="02020600000000000000" pitchFamily="18" charset="-127"/>
                  <a:ea typeface="a고딕14" panose="02020600000000000000" pitchFamily="18" charset="-127"/>
                </a:rPr>
                <a:t> 수요분석</a:t>
              </a:r>
              <a:endParaRPr kumimoji="0" lang="en-US" altLang="ko-KR" sz="1100" b="0" i="0" u="none" strike="noStrike" kern="0" cap="none" spc="-41" normalizeH="0" baseline="0" noProof="0" dirty="0">
                <a:ln>
                  <a:noFill/>
                </a:ln>
                <a:solidFill>
                  <a:srgbClr val="333333"/>
                </a:solidFill>
                <a:effectLst/>
                <a:uLnTx/>
                <a:uFillTx/>
                <a:latin typeface="a고딕14" panose="02020600000000000000" pitchFamily="18" charset="-127"/>
                <a:ea typeface="a고딕14" panose="02020600000000000000" pitchFamily="18" charset="-127"/>
              </a:endParaRPr>
            </a:p>
          </p:txBody>
        </p:sp>
        <p:sp>
          <p:nvSpPr>
            <p:cNvPr id="251" name="TextBox 250">
              <a:extLst>
                <a:ext uri="{FF2B5EF4-FFF2-40B4-BE49-F238E27FC236}">
                  <a16:creationId xmlns:a16="http://schemas.microsoft.com/office/drawing/2014/main" id="{0A92D2EB-F5AF-4420-229D-6EA5313C6CAE}"/>
                </a:ext>
              </a:extLst>
            </p:cNvPr>
            <p:cNvSpPr txBox="1"/>
            <p:nvPr/>
          </p:nvSpPr>
          <p:spPr>
            <a:xfrm>
              <a:off x="4316275" y="3164218"/>
              <a:ext cx="1536019" cy="518981"/>
            </a:xfrm>
            <a:prstGeom prst="rect">
              <a:avLst/>
            </a:prstGeom>
            <a:solidFill>
              <a:srgbClr val="EFFBFF"/>
            </a:solidFill>
            <a:ln w="28575" cap="flat" cmpd="sng" algn="ctr">
              <a:solidFill>
                <a:srgbClr val="005D7E"/>
              </a:solidFill>
              <a:prstDash val="solid"/>
              <a:miter lim="800000"/>
            </a:ln>
            <a:effectLst/>
          </p:spPr>
          <p:txBody>
            <a:bodyPr rtlCol="0" anchor="ctr"/>
            <a:lstStyle>
              <a:defPPr>
                <a:defRPr lang="ko-KR"/>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804838" eaLnBrk="1" fontAlgn="auto" latinLnBrk="0" hangingPunct="1">
                <a:lnSpc>
                  <a:spcPct val="100000"/>
                </a:lnSpc>
                <a:spcBef>
                  <a:spcPts val="0"/>
                </a:spcBef>
                <a:spcAft>
                  <a:spcPts val="0"/>
                </a:spcAft>
                <a:buClrTx/>
                <a:buSzTx/>
                <a:buFontTx/>
                <a:buNone/>
                <a:tabLst/>
                <a:defRPr/>
              </a:pPr>
              <a:r>
                <a:rPr kumimoji="0" lang="en-US" altLang="ko-KR" sz="1100" b="0" i="0" u="none" strike="noStrike" kern="0" cap="none" spc="-41" normalizeH="0" baseline="0" noProof="0" dirty="0">
                  <a:ln>
                    <a:noFill/>
                  </a:ln>
                  <a:solidFill>
                    <a:srgbClr val="333333"/>
                  </a:solidFill>
                  <a:effectLst/>
                  <a:uLnTx/>
                  <a:uFillTx/>
                  <a:latin typeface="a고딕14" panose="02020600000000000000" pitchFamily="18" charset="-127"/>
                  <a:ea typeface="a고딕14" panose="02020600000000000000" pitchFamily="18" charset="-127"/>
                </a:rPr>
                <a:t>NCS </a:t>
              </a:r>
              <a:r>
                <a:rPr kumimoji="0" lang="ko-KR" altLang="en-US" sz="1100" b="0" i="0" u="none" strike="noStrike" kern="0" cap="none" spc="-41" normalizeH="0" baseline="0" noProof="0" dirty="0">
                  <a:ln>
                    <a:noFill/>
                  </a:ln>
                  <a:solidFill>
                    <a:srgbClr val="333333"/>
                  </a:solidFill>
                  <a:effectLst/>
                  <a:uLnTx/>
                  <a:uFillTx/>
                  <a:latin typeface="a고딕14" panose="02020600000000000000" pitchFamily="18" charset="-127"/>
                  <a:ea typeface="a고딕14" panose="02020600000000000000" pitchFamily="18" charset="-127"/>
                </a:rPr>
                <a:t>능력단위 신규개발 적합성 검토</a:t>
              </a:r>
              <a:endParaRPr kumimoji="0" lang="en-US" altLang="ko-KR" sz="1100" b="0" i="0" u="none" strike="noStrike" kern="0" cap="none" spc="-41" normalizeH="0" baseline="0" noProof="0" dirty="0">
                <a:ln>
                  <a:noFill/>
                </a:ln>
                <a:solidFill>
                  <a:srgbClr val="333333"/>
                </a:solidFill>
                <a:effectLst/>
                <a:uLnTx/>
                <a:uFillTx/>
                <a:latin typeface="a고딕14" panose="02020600000000000000" pitchFamily="18" charset="-127"/>
                <a:ea typeface="a고딕14" panose="02020600000000000000" pitchFamily="18" charset="-127"/>
              </a:endParaRPr>
            </a:p>
          </p:txBody>
        </p:sp>
        <p:sp>
          <p:nvSpPr>
            <p:cNvPr id="252" name="TextBox 251">
              <a:extLst>
                <a:ext uri="{FF2B5EF4-FFF2-40B4-BE49-F238E27FC236}">
                  <a16:creationId xmlns:a16="http://schemas.microsoft.com/office/drawing/2014/main" id="{DA6A2838-D65B-60A0-6070-DA161A738262}"/>
                </a:ext>
              </a:extLst>
            </p:cNvPr>
            <p:cNvSpPr txBox="1"/>
            <p:nvPr/>
          </p:nvSpPr>
          <p:spPr>
            <a:xfrm>
              <a:off x="7995029" y="3164218"/>
              <a:ext cx="1536019" cy="518981"/>
            </a:xfrm>
            <a:prstGeom prst="rect">
              <a:avLst/>
            </a:prstGeom>
            <a:solidFill>
              <a:srgbClr val="EFFBFF"/>
            </a:solidFill>
            <a:ln w="28575" cap="flat" cmpd="sng" algn="ctr">
              <a:solidFill>
                <a:srgbClr val="005D7E"/>
              </a:solidFill>
              <a:prstDash val="solid"/>
              <a:miter lim="800000"/>
            </a:ln>
            <a:effectLst/>
          </p:spPr>
          <p:txBody>
            <a:bodyPr lIns="63375" rIns="63375" rtlCol="0" anchor="ctr"/>
            <a:lstStyle>
              <a:defPPr>
                <a:defRPr lang="ko-KR"/>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804838" eaLnBrk="1" fontAlgn="auto" latinLnBrk="0" hangingPunct="1">
                <a:lnSpc>
                  <a:spcPct val="100000"/>
                </a:lnSpc>
                <a:spcBef>
                  <a:spcPts val="0"/>
                </a:spcBef>
                <a:spcAft>
                  <a:spcPts val="0"/>
                </a:spcAft>
                <a:buClrTx/>
                <a:buSzTx/>
                <a:buFontTx/>
                <a:buNone/>
                <a:tabLst/>
                <a:defRPr/>
              </a:pPr>
              <a:r>
                <a:rPr kumimoji="0" lang="en-US" altLang="ko-KR" sz="1100" b="0" i="0" u="none" strike="noStrike" kern="0" cap="none" spc="-41" normalizeH="0" baseline="0" noProof="0" dirty="0">
                  <a:ln>
                    <a:noFill/>
                  </a:ln>
                  <a:solidFill>
                    <a:srgbClr val="333333"/>
                  </a:solidFill>
                  <a:effectLst/>
                  <a:uLnTx/>
                  <a:uFillTx/>
                  <a:latin typeface="a고딕14" panose="02020600000000000000" pitchFamily="18" charset="-127"/>
                  <a:ea typeface="a고딕14" panose="02020600000000000000" pitchFamily="18" charset="-127"/>
                </a:rPr>
                <a:t>AI </a:t>
              </a:r>
              <a:r>
                <a:rPr kumimoji="0" lang="ko-KR" altLang="en-US" sz="1100" b="0" i="0" u="none" strike="noStrike" kern="0" cap="none" spc="-41" normalizeH="0" baseline="0" noProof="0" dirty="0">
                  <a:ln>
                    <a:noFill/>
                  </a:ln>
                  <a:solidFill>
                    <a:srgbClr val="333333"/>
                  </a:solidFill>
                  <a:effectLst/>
                  <a:uLnTx/>
                  <a:uFillTx/>
                  <a:latin typeface="a고딕14" panose="02020600000000000000" pitchFamily="18" charset="-127"/>
                  <a:ea typeface="a고딕14" panose="02020600000000000000" pitchFamily="18" charset="-127"/>
                </a:rPr>
                <a:t>활용 </a:t>
              </a:r>
              <a:r>
                <a:rPr kumimoji="0" lang="en-US" altLang="ko-KR" sz="1100" b="0" i="0" u="none" strike="noStrike" kern="0" cap="none" spc="-41" normalizeH="0" baseline="0" noProof="0" dirty="0">
                  <a:ln>
                    <a:noFill/>
                  </a:ln>
                  <a:solidFill>
                    <a:srgbClr val="333333"/>
                  </a:solidFill>
                  <a:effectLst/>
                  <a:uLnTx/>
                  <a:uFillTx/>
                  <a:latin typeface="a고딕14" panose="02020600000000000000" pitchFamily="18" charset="-127"/>
                  <a:ea typeface="a고딕14" panose="02020600000000000000" pitchFamily="18" charset="-127"/>
                </a:rPr>
                <a:t>STEP DB </a:t>
              </a:r>
              <a:r>
                <a:rPr kumimoji="0" lang="ko-KR" altLang="en-US" sz="1100" b="0" i="0" u="none" strike="noStrike" kern="0" cap="none" spc="-41" normalizeH="0" baseline="0" noProof="0" dirty="0">
                  <a:ln>
                    <a:noFill/>
                  </a:ln>
                  <a:solidFill>
                    <a:srgbClr val="333333"/>
                  </a:solidFill>
                  <a:effectLst/>
                  <a:uLnTx/>
                  <a:uFillTx/>
                  <a:latin typeface="a고딕14" panose="02020600000000000000" pitchFamily="18" charset="-127"/>
                  <a:ea typeface="a고딕14" panose="02020600000000000000" pitchFamily="18" charset="-127"/>
                </a:rPr>
                <a:t>자산화 방안 마련</a:t>
              </a:r>
              <a:endParaRPr kumimoji="0" lang="en-US" altLang="ko-KR" sz="1100" b="0" i="0" u="none" strike="noStrike" kern="0" cap="none" spc="-41" normalizeH="0" baseline="0" noProof="0" dirty="0">
                <a:ln>
                  <a:noFill/>
                </a:ln>
                <a:solidFill>
                  <a:srgbClr val="333333"/>
                </a:solidFill>
                <a:effectLst/>
                <a:uLnTx/>
                <a:uFillTx/>
                <a:latin typeface="a고딕14" panose="02020600000000000000" pitchFamily="18" charset="-127"/>
                <a:ea typeface="a고딕14" panose="02020600000000000000" pitchFamily="18" charset="-127"/>
              </a:endParaRPr>
            </a:p>
          </p:txBody>
        </p:sp>
        <p:sp>
          <p:nvSpPr>
            <p:cNvPr id="253" name="TextBox 252">
              <a:extLst>
                <a:ext uri="{FF2B5EF4-FFF2-40B4-BE49-F238E27FC236}">
                  <a16:creationId xmlns:a16="http://schemas.microsoft.com/office/drawing/2014/main" id="{264CC9D9-6F5A-DA73-2EDA-760036CE1F92}"/>
                </a:ext>
              </a:extLst>
            </p:cNvPr>
            <p:cNvSpPr txBox="1"/>
            <p:nvPr/>
          </p:nvSpPr>
          <p:spPr>
            <a:xfrm>
              <a:off x="2472818" y="4272251"/>
              <a:ext cx="1536019" cy="518981"/>
            </a:xfrm>
            <a:prstGeom prst="rect">
              <a:avLst/>
            </a:prstGeom>
            <a:solidFill>
              <a:srgbClr val="EFFBFF"/>
            </a:solidFill>
            <a:ln w="28575" cap="flat" cmpd="sng" algn="ctr">
              <a:solidFill>
                <a:srgbClr val="005D7E"/>
              </a:solidFill>
              <a:prstDash val="solid"/>
              <a:miter lim="800000"/>
            </a:ln>
            <a:effectLst/>
          </p:spPr>
          <p:txBody>
            <a:bodyPr rtlCol="0" anchor="ctr"/>
            <a:lstStyle>
              <a:defPPr>
                <a:defRPr lang="ko-KR"/>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804838" eaLnBrk="1" fontAlgn="auto" latinLnBrk="0" hangingPunct="1">
                <a:lnSpc>
                  <a:spcPct val="100000"/>
                </a:lnSpc>
                <a:spcBef>
                  <a:spcPts val="0"/>
                </a:spcBef>
                <a:spcAft>
                  <a:spcPts val="0"/>
                </a:spcAft>
                <a:buClrTx/>
                <a:buSzTx/>
                <a:buFontTx/>
                <a:buNone/>
                <a:tabLst/>
                <a:defRPr/>
              </a:pPr>
              <a:r>
                <a:rPr kumimoji="0" lang="en-US" altLang="ko-KR" sz="1100" b="0" i="0" u="none" strike="noStrike" kern="0" cap="none" spc="-41" normalizeH="0" baseline="0" noProof="0" dirty="0">
                  <a:ln>
                    <a:noFill/>
                  </a:ln>
                  <a:solidFill>
                    <a:prstClr val="black">
                      <a:lumMod val="85000"/>
                      <a:lumOff val="15000"/>
                    </a:prstClr>
                  </a:solidFill>
                  <a:effectLst/>
                  <a:uLnTx/>
                  <a:uFillTx/>
                  <a:latin typeface="a고딕14" panose="02020600000000000000" pitchFamily="18" charset="-127"/>
                  <a:ea typeface="a고딕14" panose="02020600000000000000" pitchFamily="18" charset="-127"/>
                </a:rPr>
                <a:t>NCS</a:t>
              </a:r>
              <a:r>
                <a:rPr kumimoji="0" lang="ko-KR" altLang="en-US" sz="1100" b="0" i="0" u="none" strike="noStrike" kern="0" cap="none" spc="-41" normalizeH="0" baseline="0" noProof="0" dirty="0">
                  <a:ln>
                    <a:noFill/>
                  </a:ln>
                  <a:solidFill>
                    <a:prstClr val="black">
                      <a:lumMod val="85000"/>
                      <a:lumOff val="15000"/>
                    </a:prstClr>
                  </a:solidFill>
                  <a:effectLst/>
                  <a:uLnTx/>
                  <a:uFillTx/>
                  <a:latin typeface="a고딕14" panose="02020600000000000000" pitchFamily="18" charset="-127"/>
                  <a:ea typeface="a고딕14" panose="02020600000000000000" pitchFamily="18" charset="-127"/>
                </a:rPr>
                <a:t> </a:t>
              </a:r>
              <a:r>
                <a:rPr kumimoji="0" lang="ko-KR" altLang="en-US" sz="1100" b="0" i="0" u="none" strike="noStrike" kern="0" cap="none" spc="-41" normalizeH="0" baseline="0" noProof="0" dirty="0" err="1">
                  <a:ln>
                    <a:noFill/>
                  </a:ln>
                  <a:solidFill>
                    <a:prstClr val="black">
                      <a:lumMod val="85000"/>
                      <a:lumOff val="15000"/>
                    </a:prstClr>
                  </a:solidFill>
                  <a:effectLst/>
                  <a:uLnTx/>
                  <a:uFillTx/>
                  <a:latin typeface="a고딕14" panose="02020600000000000000" pitchFamily="18" charset="-127"/>
                  <a:ea typeface="a고딕14" panose="02020600000000000000" pitchFamily="18" charset="-127"/>
                </a:rPr>
                <a:t>세분류</a:t>
              </a:r>
              <a:r>
                <a:rPr lang="ko-KR" altLang="en-US" sz="1100" kern="0" spc="-41" dirty="0">
                  <a:solidFill>
                    <a:prstClr val="black">
                      <a:lumMod val="85000"/>
                      <a:lumOff val="15000"/>
                    </a:prstClr>
                  </a:solidFill>
                  <a:latin typeface="a고딕14" panose="02020600000000000000" pitchFamily="18" charset="-127"/>
                  <a:ea typeface="a고딕14" panose="02020600000000000000" pitchFamily="18" charset="-127"/>
                </a:rPr>
                <a:t> </a:t>
              </a:r>
              <a:endParaRPr kumimoji="0" lang="en-US" altLang="ko-KR" sz="1100" b="0" i="0" u="none" strike="noStrike" kern="0" cap="none" spc="-41" normalizeH="0" baseline="0" noProof="0" dirty="0">
                <a:ln>
                  <a:noFill/>
                </a:ln>
                <a:solidFill>
                  <a:prstClr val="black">
                    <a:lumMod val="85000"/>
                    <a:lumOff val="15000"/>
                  </a:prstClr>
                </a:solidFill>
                <a:effectLst/>
                <a:uLnTx/>
                <a:uFillTx/>
                <a:latin typeface="a고딕14" panose="02020600000000000000" pitchFamily="18" charset="-127"/>
                <a:ea typeface="a고딕14" panose="02020600000000000000" pitchFamily="18" charset="-127"/>
              </a:endParaRPr>
            </a:p>
            <a:p>
              <a:pPr marL="0" marR="0" lvl="0" indent="0" algn="ctr" defTabSz="804838" eaLnBrk="1" fontAlgn="auto" latinLnBrk="0" hangingPunct="1">
                <a:lnSpc>
                  <a:spcPct val="100000"/>
                </a:lnSpc>
                <a:spcBef>
                  <a:spcPts val="0"/>
                </a:spcBef>
                <a:spcAft>
                  <a:spcPts val="0"/>
                </a:spcAft>
                <a:buClrTx/>
                <a:buSzTx/>
                <a:buFontTx/>
                <a:buNone/>
                <a:tabLst/>
                <a:defRPr/>
              </a:pPr>
              <a:r>
                <a:rPr kumimoji="0" lang="ko-KR" altLang="en-US" sz="1100" b="0" i="0" u="none" strike="noStrike" kern="0" cap="none" spc="-41" normalizeH="0" baseline="0" noProof="0" dirty="0">
                  <a:ln>
                    <a:noFill/>
                  </a:ln>
                  <a:solidFill>
                    <a:prstClr val="black">
                      <a:lumMod val="85000"/>
                      <a:lumOff val="15000"/>
                    </a:prstClr>
                  </a:solidFill>
                  <a:effectLst/>
                  <a:uLnTx/>
                  <a:uFillTx/>
                  <a:latin typeface="a고딕14" panose="02020600000000000000" pitchFamily="18" charset="-127"/>
                  <a:ea typeface="a고딕14" panose="02020600000000000000" pitchFamily="18" charset="-127"/>
                </a:rPr>
                <a:t>우선순위 검토 및 확정</a:t>
              </a:r>
              <a:endParaRPr kumimoji="0" lang="en-US" altLang="ko-KR" sz="1100" b="0" i="0" u="none" strike="noStrike" kern="0" cap="none" spc="-41" normalizeH="0" baseline="0" noProof="0" dirty="0">
                <a:ln>
                  <a:noFill/>
                </a:ln>
                <a:solidFill>
                  <a:prstClr val="black">
                    <a:lumMod val="85000"/>
                    <a:lumOff val="15000"/>
                  </a:prstClr>
                </a:solidFill>
                <a:effectLst/>
                <a:uLnTx/>
                <a:uFillTx/>
                <a:latin typeface="a고딕14" panose="02020600000000000000" pitchFamily="18" charset="-127"/>
                <a:ea typeface="a고딕14" panose="02020600000000000000" pitchFamily="18" charset="-127"/>
              </a:endParaRPr>
            </a:p>
          </p:txBody>
        </p:sp>
        <p:sp>
          <p:nvSpPr>
            <p:cNvPr id="254" name="TextBox 253">
              <a:extLst>
                <a:ext uri="{FF2B5EF4-FFF2-40B4-BE49-F238E27FC236}">
                  <a16:creationId xmlns:a16="http://schemas.microsoft.com/office/drawing/2014/main" id="{FCE32B69-7B84-85B2-E022-165BCB9367A7}"/>
                </a:ext>
              </a:extLst>
            </p:cNvPr>
            <p:cNvSpPr txBox="1"/>
            <p:nvPr/>
          </p:nvSpPr>
          <p:spPr>
            <a:xfrm>
              <a:off x="7990728" y="4278187"/>
              <a:ext cx="1536019" cy="518981"/>
            </a:xfrm>
            <a:prstGeom prst="rect">
              <a:avLst/>
            </a:prstGeom>
            <a:solidFill>
              <a:srgbClr val="EFFBFF"/>
            </a:solidFill>
            <a:ln w="28575" cap="flat" cmpd="sng" algn="ctr">
              <a:solidFill>
                <a:srgbClr val="005D7E"/>
              </a:solidFill>
              <a:prstDash val="solid"/>
              <a:miter lim="800000"/>
            </a:ln>
            <a:effectLst/>
          </p:spPr>
          <p:txBody>
            <a:bodyPr rtlCol="0" anchor="ctr"/>
            <a:lstStyle>
              <a:defPPr>
                <a:defRPr lang="en-US"/>
              </a:defPPr>
              <a:lvl1pPr marR="0" lvl="0" indent="0" algn="ctr" defTabSz="914400" fontAlgn="auto">
                <a:lnSpc>
                  <a:spcPct val="100000"/>
                </a:lnSpc>
                <a:spcBef>
                  <a:spcPts val="0"/>
                </a:spcBef>
                <a:spcAft>
                  <a:spcPts val="0"/>
                </a:spcAft>
                <a:buClrTx/>
                <a:buSzTx/>
                <a:buFontTx/>
                <a:buNone/>
                <a:tabLst/>
                <a:defRPr kumimoji="0" sz="1100" i="0" u="none" strike="noStrike" kern="0" cap="none" spc="-50" normalizeH="0" baseline="0">
                  <a:ln>
                    <a:noFill/>
                  </a:ln>
                  <a:solidFill>
                    <a:prstClr val="white"/>
                  </a:solidFill>
                  <a:effectLst/>
                  <a:uLnTx/>
                  <a:uFillTx/>
                  <a:latin typeface="a고딕16" panose="02020600000000000000" pitchFamily="18" charset="-127"/>
                  <a:ea typeface="a고딕16" panose="02020600000000000000" pitchFamily="18" charset="-127"/>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b="0" i="0" u="none" strike="noStrike" kern="0" cap="none" spc="-41" normalizeH="0" baseline="0" noProof="0" dirty="0">
                  <a:ln>
                    <a:noFill/>
                  </a:ln>
                  <a:solidFill>
                    <a:srgbClr val="333333"/>
                  </a:solidFill>
                  <a:effectLst/>
                  <a:uLnTx/>
                  <a:uFillTx/>
                  <a:latin typeface="a고딕14" panose="02020600000000000000" pitchFamily="18" charset="-127"/>
                  <a:ea typeface="a고딕14" panose="02020600000000000000" pitchFamily="18" charset="-127"/>
                </a:rPr>
                <a:t>SLR </a:t>
              </a:r>
              <a:r>
                <a:rPr kumimoji="0" lang="ko-KR" altLang="en-US" b="0" i="0" u="none" strike="noStrike" kern="0" cap="none" spc="-41" normalizeH="0" baseline="0" noProof="0" dirty="0">
                  <a:ln>
                    <a:noFill/>
                  </a:ln>
                  <a:solidFill>
                    <a:srgbClr val="333333"/>
                  </a:solidFill>
                  <a:effectLst/>
                  <a:uLnTx/>
                  <a:uFillTx/>
                  <a:latin typeface="a고딕14" panose="02020600000000000000" pitchFamily="18" charset="-127"/>
                  <a:ea typeface="a고딕14" panose="02020600000000000000" pitchFamily="18" charset="-127"/>
                </a:rPr>
                <a:t>관리 매뉴얼 업데이트</a:t>
              </a:r>
              <a:endParaRPr kumimoji="0" lang="en-US" altLang="ko-KR" b="0" i="0" u="none" strike="noStrike" kern="0" cap="none" spc="-41" normalizeH="0" baseline="0" noProof="0" dirty="0">
                <a:ln>
                  <a:noFill/>
                </a:ln>
                <a:solidFill>
                  <a:srgbClr val="333333"/>
                </a:solidFill>
                <a:effectLst/>
                <a:uLnTx/>
                <a:uFillTx/>
                <a:latin typeface="a고딕14" panose="02020600000000000000" pitchFamily="18" charset="-127"/>
                <a:ea typeface="a고딕14" panose="02020600000000000000" pitchFamily="18" charset="-127"/>
              </a:endParaRPr>
            </a:p>
          </p:txBody>
        </p:sp>
        <p:sp>
          <p:nvSpPr>
            <p:cNvPr id="255" name="TextBox 254">
              <a:extLst>
                <a:ext uri="{FF2B5EF4-FFF2-40B4-BE49-F238E27FC236}">
                  <a16:creationId xmlns:a16="http://schemas.microsoft.com/office/drawing/2014/main" id="{C29F607D-35E1-86A7-5C83-365D5201A05C}"/>
                </a:ext>
              </a:extLst>
            </p:cNvPr>
            <p:cNvSpPr txBox="1"/>
            <p:nvPr/>
          </p:nvSpPr>
          <p:spPr>
            <a:xfrm>
              <a:off x="4313050" y="4278187"/>
              <a:ext cx="1536019" cy="518981"/>
            </a:xfrm>
            <a:prstGeom prst="rect">
              <a:avLst/>
            </a:prstGeom>
            <a:solidFill>
              <a:srgbClr val="EFFBFF"/>
            </a:solidFill>
            <a:ln w="28575" cap="flat" cmpd="sng" algn="ctr">
              <a:solidFill>
                <a:srgbClr val="005D7E"/>
              </a:solidFill>
              <a:prstDash val="solid"/>
              <a:miter lim="800000"/>
            </a:ln>
            <a:effectLst/>
          </p:spPr>
          <p:txBody>
            <a:bodyPr rtlCol="0" anchor="ctr"/>
            <a:lstStyle>
              <a:defPPr>
                <a:defRPr lang="en-US"/>
              </a:defPPr>
              <a:lvl1pPr marR="0" lvl="0" indent="0" algn="ctr" defTabSz="914400" fontAlgn="auto">
                <a:lnSpc>
                  <a:spcPct val="100000"/>
                </a:lnSpc>
                <a:spcBef>
                  <a:spcPts val="0"/>
                </a:spcBef>
                <a:spcAft>
                  <a:spcPts val="0"/>
                </a:spcAft>
                <a:buClrTx/>
                <a:buSzTx/>
                <a:buFontTx/>
                <a:buNone/>
                <a:tabLst/>
                <a:defRPr kumimoji="0" sz="1100" i="0" u="none" strike="noStrike" kern="0" cap="none" spc="-50" normalizeH="0" baseline="0">
                  <a:ln>
                    <a:noFill/>
                  </a:ln>
                  <a:solidFill>
                    <a:prstClr val="white"/>
                  </a:solidFill>
                  <a:effectLst/>
                  <a:uLnTx/>
                  <a:uFillTx/>
                  <a:latin typeface="a고딕16" panose="02020600000000000000" pitchFamily="18" charset="-127"/>
                  <a:ea typeface="a고딕16" panose="02020600000000000000" pitchFamily="18" charset="-127"/>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804838" eaLnBrk="1" latinLnBrk="0" hangingPunct="1">
                <a:defRPr/>
              </a:pPr>
              <a:r>
                <a:rPr lang="en-US" altLang="ko-KR" spc="-41" dirty="0">
                  <a:solidFill>
                    <a:prstClr val="black">
                      <a:lumMod val="85000"/>
                      <a:lumOff val="15000"/>
                    </a:prstClr>
                  </a:solidFill>
                  <a:latin typeface="a고딕14" panose="02020600000000000000" pitchFamily="18" charset="-127"/>
                  <a:ea typeface="a고딕14" panose="02020600000000000000" pitchFamily="18" charset="-127"/>
                </a:rPr>
                <a:t>NCS</a:t>
              </a:r>
              <a:r>
                <a:rPr lang="ko-KR" altLang="en-US" spc="-41" dirty="0">
                  <a:solidFill>
                    <a:prstClr val="black">
                      <a:lumMod val="85000"/>
                      <a:lumOff val="15000"/>
                    </a:prstClr>
                  </a:solidFill>
                  <a:latin typeface="a고딕14" panose="02020600000000000000" pitchFamily="18" charset="-127"/>
                  <a:ea typeface="a고딕14" panose="02020600000000000000" pitchFamily="18" charset="-127"/>
                </a:rPr>
                <a:t> 능력단위</a:t>
              </a:r>
              <a:endParaRPr lang="en-US" altLang="ko-KR" spc="-41" dirty="0">
                <a:solidFill>
                  <a:prstClr val="black">
                    <a:lumMod val="85000"/>
                    <a:lumOff val="15000"/>
                  </a:prstClr>
                </a:solidFill>
                <a:latin typeface="a고딕14" panose="02020600000000000000" pitchFamily="18" charset="-127"/>
                <a:ea typeface="a고딕14" panose="02020600000000000000" pitchFamily="18" charset="-127"/>
              </a:endParaRPr>
            </a:p>
            <a:p>
              <a:pPr lvl="0" defTabSz="804838" eaLnBrk="1" latinLnBrk="0" hangingPunct="1">
                <a:defRPr/>
              </a:pPr>
              <a:r>
                <a:rPr lang="ko-KR" altLang="en-US" spc="-41" dirty="0">
                  <a:solidFill>
                    <a:prstClr val="black">
                      <a:lumMod val="85000"/>
                      <a:lumOff val="15000"/>
                    </a:prstClr>
                  </a:solidFill>
                  <a:latin typeface="a고딕14" panose="02020600000000000000" pitchFamily="18" charset="-127"/>
                  <a:ea typeface="a고딕14" panose="02020600000000000000" pitchFamily="18" charset="-127"/>
                </a:rPr>
                <a:t>우선순위 검토 및 확정</a:t>
              </a:r>
              <a:endParaRPr lang="en-US" altLang="ko-KR" spc="-41" dirty="0">
                <a:solidFill>
                  <a:prstClr val="black">
                    <a:lumMod val="85000"/>
                    <a:lumOff val="15000"/>
                  </a:prstClr>
                </a:solidFill>
                <a:latin typeface="a고딕14" panose="02020600000000000000" pitchFamily="18" charset="-127"/>
                <a:ea typeface="a고딕14" panose="02020600000000000000" pitchFamily="18" charset="-127"/>
              </a:endParaRPr>
            </a:p>
          </p:txBody>
        </p:sp>
        <p:sp>
          <p:nvSpPr>
            <p:cNvPr id="263" name="갈매기형 수장 40">
              <a:extLst>
                <a:ext uri="{FF2B5EF4-FFF2-40B4-BE49-F238E27FC236}">
                  <a16:creationId xmlns:a16="http://schemas.microsoft.com/office/drawing/2014/main" id="{011CA693-8BEF-7D1F-20DF-BD293DE0064B}"/>
                </a:ext>
              </a:extLst>
            </p:cNvPr>
            <p:cNvSpPr/>
            <p:nvPr/>
          </p:nvSpPr>
          <p:spPr>
            <a:xfrm rot="5400000">
              <a:off x="3173350" y="3803822"/>
              <a:ext cx="134959" cy="137003"/>
            </a:xfrm>
            <a:prstGeom prst="chevron">
              <a:avLst/>
            </a:prstGeom>
            <a:solidFill>
              <a:sysClr val="window" lastClr="FFFFFF">
                <a:lumMod val="75000"/>
              </a:sysClr>
            </a:solidFill>
            <a:ln w="12700" cap="flat" cmpd="sng" algn="ctr">
              <a:noFill/>
              <a:prstDash val="solid"/>
              <a:miter lim="800000"/>
            </a:ln>
            <a:effectLst/>
          </p:spPr>
          <p:txBody>
            <a:bodyPr rtlCol="0" anchor="ctr"/>
            <a:lstStyle/>
            <a:p>
              <a:pPr marL="0" marR="0" lvl="0" indent="0" defTabSz="804838" eaLnBrk="1" fontAlgn="auto" latinLnBrk="0" hangingPunct="1">
                <a:lnSpc>
                  <a:spcPct val="100000"/>
                </a:lnSpc>
                <a:spcBef>
                  <a:spcPts val="0"/>
                </a:spcBef>
                <a:spcAft>
                  <a:spcPts val="0"/>
                </a:spcAft>
                <a:buClrTx/>
                <a:buSzTx/>
                <a:buFontTx/>
                <a:buNone/>
                <a:tabLst/>
                <a:defRPr/>
              </a:pPr>
              <a:endParaRPr kumimoji="0" lang="ko-KR" altLang="en-US" sz="1050" b="0" i="0" u="none" strike="noStrike" kern="0" cap="none" spc="-41"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264" name="갈매기형 수장 40">
              <a:extLst>
                <a:ext uri="{FF2B5EF4-FFF2-40B4-BE49-F238E27FC236}">
                  <a16:creationId xmlns:a16="http://schemas.microsoft.com/office/drawing/2014/main" id="{49BD8648-B468-D6E5-6707-DBCEDA233DA3}"/>
                </a:ext>
              </a:extLst>
            </p:cNvPr>
            <p:cNvSpPr/>
            <p:nvPr/>
          </p:nvSpPr>
          <p:spPr>
            <a:xfrm rot="5400000">
              <a:off x="5013582" y="3803822"/>
              <a:ext cx="134959" cy="137003"/>
            </a:xfrm>
            <a:prstGeom prst="chevron">
              <a:avLst/>
            </a:prstGeom>
            <a:solidFill>
              <a:sysClr val="window" lastClr="FFFFFF">
                <a:lumMod val="75000"/>
              </a:sysClr>
            </a:solidFill>
            <a:ln w="12700" cap="flat" cmpd="sng" algn="ctr">
              <a:noFill/>
              <a:prstDash val="solid"/>
              <a:miter lim="800000"/>
            </a:ln>
            <a:effectLst/>
          </p:spPr>
          <p:txBody>
            <a:bodyPr rtlCol="0" anchor="ctr"/>
            <a:lstStyle/>
            <a:p>
              <a:pPr marL="0" marR="0" lvl="0" indent="0" defTabSz="804838" eaLnBrk="1" fontAlgn="auto" latinLnBrk="0" hangingPunct="1">
                <a:lnSpc>
                  <a:spcPct val="100000"/>
                </a:lnSpc>
                <a:spcBef>
                  <a:spcPts val="0"/>
                </a:spcBef>
                <a:spcAft>
                  <a:spcPts val="0"/>
                </a:spcAft>
                <a:buClrTx/>
                <a:buSzTx/>
                <a:buFontTx/>
                <a:buNone/>
                <a:tabLst/>
                <a:defRPr/>
              </a:pPr>
              <a:endParaRPr kumimoji="0" lang="ko-KR" altLang="en-US" sz="1050" b="0" i="0" u="none" strike="noStrike" kern="0" cap="none" spc="-41"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265" name="갈매기형 수장 40">
              <a:extLst>
                <a:ext uri="{FF2B5EF4-FFF2-40B4-BE49-F238E27FC236}">
                  <a16:creationId xmlns:a16="http://schemas.microsoft.com/office/drawing/2014/main" id="{45F29B9A-8841-381C-C3F8-08F79A25958E}"/>
                </a:ext>
              </a:extLst>
            </p:cNvPr>
            <p:cNvSpPr/>
            <p:nvPr/>
          </p:nvSpPr>
          <p:spPr>
            <a:xfrm rot="5400000">
              <a:off x="6855965" y="3803822"/>
              <a:ext cx="134959" cy="137003"/>
            </a:xfrm>
            <a:prstGeom prst="chevron">
              <a:avLst/>
            </a:prstGeom>
            <a:solidFill>
              <a:sysClr val="window" lastClr="FFFFFF">
                <a:lumMod val="75000"/>
              </a:sysClr>
            </a:solidFill>
            <a:ln w="12700" cap="flat" cmpd="sng" algn="ctr">
              <a:noFill/>
              <a:prstDash val="solid"/>
              <a:miter lim="800000"/>
            </a:ln>
            <a:effectLst/>
          </p:spPr>
          <p:txBody>
            <a:bodyPr rtlCol="0" anchor="ctr"/>
            <a:lstStyle/>
            <a:p>
              <a:pPr marL="0" marR="0" lvl="0" indent="0" defTabSz="804838" eaLnBrk="1" fontAlgn="auto" latinLnBrk="0" hangingPunct="1">
                <a:lnSpc>
                  <a:spcPct val="100000"/>
                </a:lnSpc>
                <a:spcBef>
                  <a:spcPts val="0"/>
                </a:spcBef>
                <a:spcAft>
                  <a:spcPts val="0"/>
                </a:spcAft>
                <a:buClrTx/>
                <a:buSzTx/>
                <a:buFontTx/>
                <a:buNone/>
                <a:tabLst/>
                <a:defRPr/>
              </a:pPr>
              <a:endParaRPr kumimoji="0" lang="ko-KR" altLang="en-US" sz="1050" b="0" i="0" u="none" strike="noStrike" kern="0" cap="none" spc="-41"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266" name="갈매기형 수장 40">
              <a:extLst>
                <a:ext uri="{FF2B5EF4-FFF2-40B4-BE49-F238E27FC236}">
                  <a16:creationId xmlns:a16="http://schemas.microsoft.com/office/drawing/2014/main" id="{09DDEE0D-A101-A2A8-8304-C13E8A9199ED}"/>
                </a:ext>
              </a:extLst>
            </p:cNvPr>
            <p:cNvSpPr/>
            <p:nvPr/>
          </p:nvSpPr>
          <p:spPr>
            <a:xfrm rot="5400000">
              <a:off x="8691259" y="3803822"/>
              <a:ext cx="134959" cy="137003"/>
            </a:xfrm>
            <a:prstGeom prst="chevron">
              <a:avLst/>
            </a:prstGeom>
            <a:solidFill>
              <a:sysClr val="window" lastClr="FFFFFF">
                <a:lumMod val="75000"/>
              </a:sysClr>
            </a:solidFill>
            <a:ln w="12700" cap="flat" cmpd="sng" algn="ctr">
              <a:noFill/>
              <a:prstDash val="solid"/>
              <a:miter lim="800000"/>
            </a:ln>
            <a:effectLst/>
          </p:spPr>
          <p:txBody>
            <a:bodyPr rtlCol="0" anchor="ctr"/>
            <a:lstStyle/>
            <a:p>
              <a:pPr marL="0" marR="0" lvl="0" indent="0" defTabSz="804838" eaLnBrk="1" fontAlgn="auto" latinLnBrk="0" hangingPunct="1">
                <a:lnSpc>
                  <a:spcPct val="100000"/>
                </a:lnSpc>
                <a:spcBef>
                  <a:spcPts val="0"/>
                </a:spcBef>
                <a:spcAft>
                  <a:spcPts val="0"/>
                </a:spcAft>
                <a:buClrTx/>
                <a:buSzTx/>
                <a:buFontTx/>
                <a:buNone/>
                <a:tabLst/>
                <a:defRPr/>
              </a:pPr>
              <a:endParaRPr kumimoji="0" lang="ko-KR" altLang="en-US" sz="1050" b="0" i="0" u="none" strike="noStrike" kern="0" cap="none" spc="-41"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267" name="화살표: 오각형 266">
              <a:extLst>
                <a:ext uri="{FF2B5EF4-FFF2-40B4-BE49-F238E27FC236}">
                  <a16:creationId xmlns:a16="http://schemas.microsoft.com/office/drawing/2014/main" id="{63D365DA-6F2D-3CD0-E92D-864E5233989F}"/>
                </a:ext>
              </a:extLst>
            </p:cNvPr>
            <p:cNvSpPr/>
            <p:nvPr/>
          </p:nvSpPr>
          <p:spPr>
            <a:xfrm>
              <a:off x="648250" y="2957731"/>
              <a:ext cx="843365" cy="190098"/>
            </a:xfrm>
            <a:prstGeom prst="homePlate">
              <a:avLst>
                <a:gd name="adj" fmla="val 0"/>
              </a:avLst>
            </a:prstGeom>
            <a:solidFill>
              <a:srgbClr val="005D7E"/>
            </a:solidFill>
            <a:ln w="28575" cap="flat" cmpd="sng" algn="ctr">
              <a:solidFill>
                <a:srgbClr val="005D7E"/>
              </a:solidFill>
              <a:prstDash val="solid"/>
              <a:miter lim="800000"/>
            </a:ln>
            <a:effectLst/>
          </p:spPr>
          <p:txBody>
            <a:bodyPr rtlCol="0" anchor="ctr"/>
            <a:lstStyle/>
            <a:p>
              <a:pPr marL="0" marR="0" lvl="0" indent="0" algn="l" defTabSz="804838" eaLnBrk="1" fontAlgn="auto" latinLnBrk="0" hangingPunct="1">
                <a:lnSpc>
                  <a:spcPct val="100000"/>
                </a:lnSpc>
                <a:spcBef>
                  <a:spcPts val="0"/>
                </a:spcBef>
                <a:spcAft>
                  <a:spcPts val="0"/>
                </a:spcAft>
                <a:buClrTx/>
                <a:buSzTx/>
                <a:buFontTx/>
                <a:buNone/>
                <a:tabLst>
                  <a:tab pos="159291" algn="l"/>
                </a:tabLst>
                <a:defRPr/>
              </a:pPr>
              <a:r>
                <a:rPr kumimoji="0" lang="en-US" altLang="ko-KR" sz="900" b="0" i="0" u="none" strike="noStrike" kern="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rPr>
                <a:t>Step 1.</a:t>
              </a:r>
              <a:endParaRPr kumimoji="0" lang="ko-KR" altLang="en-US" sz="900" b="0" i="0" u="none" strike="noStrike" kern="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endParaRPr>
            </a:p>
          </p:txBody>
        </p:sp>
        <p:sp>
          <p:nvSpPr>
            <p:cNvPr id="268" name="화살표: 오각형 267">
              <a:extLst>
                <a:ext uri="{FF2B5EF4-FFF2-40B4-BE49-F238E27FC236}">
                  <a16:creationId xmlns:a16="http://schemas.microsoft.com/office/drawing/2014/main" id="{0418D846-C475-23CB-19F1-69149429EB17}"/>
                </a:ext>
              </a:extLst>
            </p:cNvPr>
            <p:cNvSpPr/>
            <p:nvPr/>
          </p:nvSpPr>
          <p:spPr>
            <a:xfrm>
              <a:off x="2472818" y="2957731"/>
              <a:ext cx="843365" cy="190098"/>
            </a:xfrm>
            <a:prstGeom prst="homePlate">
              <a:avLst>
                <a:gd name="adj" fmla="val 0"/>
              </a:avLst>
            </a:prstGeom>
            <a:solidFill>
              <a:srgbClr val="005D7E"/>
            </a:solidFill>
            <a:ln w="28575" cap="flat" cmpd="sng" algn="ctr">
              <a:solidFill>
                <a:srgbClr val="005D7E"/>
              </a:solidFill>
              <a:prstDash val="solid"/>
              <a:miter lim="800000"/>
            </a:ln>
            <a:effectLst/>
          </p:spPr>
          <p:txBody>
            <a:bodyPr rtlCol="0" anchor="ctr"/>
            <a:lstStyle/>
            <a:p>
              <a:pPr algn="l" defTabSz="804838" eaLnBrk="1" fontAlgn="auto" latinLnBrk="0" hangingPunct="1">
                <a:spcBef>
                  <a:spcPts val="0"/>
                </a:spcBef>
                <a:spcAft>
                  <a:spcPts val="0"/>
                </a:spcAft>
                <a:buNone/>
                <a:tabLst>
                  <a:tab pos="159291" algn="l"/>
                </a:tabLst>
              </a:pPr>
              <a:r>
                <a:rPr lang="en-US" altLang="ko-KR" sz="900" kern="0">
                  <a:solidFill>
                    <a:prstClr val="white"/>
                  </a:solidFill>
                  <a:latin typeface="a고딕14" panose="02020600000000000000" pitchFamily="18" charset="-127"/>
                  <a:ea typeface="a고딕14" panose="02020600000000000000" pitchFamily="18" charset="-127"/>
                </a:rPr>
                <a:t>Step 3.</a:t>
              </a:r>
              <a:endParaRPr lang="ko-KR" altLang="en-US" sz="900" kern="0" dirty="0">
                <a:solidFill>
                  <a:prstClr val="white"/>
                </a:solidFill>
                <a:latin typeface="a고딕14" panose="02020600000000000000" pitchFamily="18" charset="-127"/>
                <a:ea typeface="a고딕14" panose="02020600000000000000" pitchFamily="18" charset="-127"/>
              </a:endParaRPr>
            </a:p>
          </p:txBody>
        </p:sp>
        <p:sp>
          <p:nvSpPr>
            <p:cNvPr id="269" name="화살표: 오각형 268">
              <a:extLst>
                <a:ext uri="{FF2B5EF4-FFF2-40B4-BE49-F238E27FC236}">
                  <a16:creationId xmlns:a16="http://schemas.microsoft.com/office/drawing/2014/main" id="{68485788-0AEC-2BC3-5683-027E3F2A6626}"/>
                </a:ext>
              </a:extLst>
            </p:cNvPr>
            <p:cNvSpPr/>
            <p:nvPr/>
          </p:nvSpPr>
          <p:spPr>
            <a:xfrm>
              <a:off x="6159736" y="2957731"/>
              <a:ext cx="843365" cy="190098"/>
            </a:xfrm>
            <a:prstGeom prst="homePlate">
              <a:avLst>
                <a:gd name="adj" fmla="val 0"/>
              </a:avLst>
            </a:prstGeom>
            <a:solidFill>
              <a:srgbClr val="005D7E"/>
            </a:solidFill>
            <a:ln w="28575" cap="flat" cmpd="sng" algn="ctr">
              <a:solidFill>
                <a:srgbClr val="005D7E"/>
              </a:solidFill>
              <a:prstDash val="solid"/>
              <a:miter lim="800000"/>
            </a:ln>
            <a:effectLst/>
          </p:spPr>
          <p:txBody>
            <a:bodyPr rtlCol="0" anchor="ctr"/>
            <a:lstStyle/>
            <a:p>
              <a:pPr algn="l" defTabSz="804838" eaLnBrk="1" fontAlgn="auto" latinLnBrk="0" hangingPunct="1">
                <a:spcBef>
                  <a:spcPts val="0"/>
                </a:spcBef>
                <a:spcAft>
                  <a:spcPts val="0"/>
                </a:spcAft>
                <a:buNone/>
                <a:tabLst>
                  <a:tab pos="159291" algn="l"/>
                </a:tabLst>
              </a:pPr>
              <a:r>
                <a:rPr lang="en-US" altLang="ko-KR" sz="900" kern="0">
                  <a:solidFill>
                    <a:prstClr val="white"/>
                  </a:solidFill>
                  <a:latin typeface="a고딕14" panose="02020600000000000000" pitchFamily="18" charset="-127"/>
                  <a:ea typeface="a고딕14" panose="02020600000000000000" pitchFamily="18" charset="-127"/>
                </a:rPr>
                <a:t>Step 7.</a:t>
              </a:r>
              <a:endParaRPr lang="ko-KR" altLang="en-US" sz="900" kern="0" dirty="0">
                <a:solidFill>
                  <a:prstClr val="white"/>
                </a:solidFill>
                <a:latin typeface="a고딕14" panose="02020600000000000000" pitchFamily="18" charset="-127"/>
                <a:ea typeface="a고딕14" panose="02020600000000000000" pitchFamily="18" charset="-127"/>
              </a:endParaRPr>
            </a:p>
          </p:txBody>
        </p:sp>
        <p:sp>
          <p:nvSpPr>
            <p:cNvPr id="270" name="화살표: 오각형 269">
              <a:extLst>
                <a:ext uri="{FF2B5EF4-FFF2-40B4-BE49-F238E27FC236}">
                  <a16:creationId xmlns:a16="http://schemas.microsoft.com/office/drawing/2014/main" id="{604C95AD-655E-A89C-B5E6-EB496DFADDD0}"/>
                </a:ext>
              </a:extLst>
            </p:cNvPr>
            <p:cNvSpPr/>
            <p:nvPr/>
          </p:nvSpPr>
          <p:spPr>
            <a:xfrm>
              <a:off x="7995029" y="2957731"/>
              <a:ext cx="843365" cy="190098"/>
            </a:xfrm>
            <a:prstGeom prst="homePlate">
              <a:avLst>
                <a:gd name="adj" fmla="val 0"/>
              </a:avLst>
            </a:prstGeom>
            <a:solidFill>
              <a:srgbClr val="005D7E"/>
            </a:solidFill>
            <a:ln w="28575" cap="flat" cmpd="sng" algn="ctr">
              <a:solidFill>
                <a:srgbClr val="005D7E"/>
              </a:solidFill>
              <a:prstDash val="solid"/>
              <a:miter lim="800000"/>
            </a:ln>
            <a:effectLst/>
          </p:spPr>
          <p:txBody>
            <a:bodyPr rtlCol="0" anchor="ctr"/>
            <a:lstStyle/>
            <a:p>
              <a:pPr algn="l" defTabSz="804838" eaLnBrk="1" fontAlgn="auto" latinLnBrk="0" hangingPunct="1">
                <a:spcBef>
                  <a:spcPts val="0"/>
                </a:spcBef>
                <a:spcAft>
                  <a:spcPts val="0"/>
                </a:spcAft>
                <a:buNone/>
                <a:tabLst>
                  <a:tab pos="159291" algn="l"/>
                </a:tabLst>
              </a:pPr>
              <a:r>
                <a:rPr lang="en-US" altLang="ko-KR" sz="900" kern="0" dirty="0">
                  <a:solidFill>
                    <a:prstClr val="white"/>
                  </a:solidFill>
                  <a:latin typeface="a고딕14" panose="02020600000000000000" pitchFamily="18" charset="-127"/>
                  <a:ea typeface="a고딕14" panose="02020600000000000000" pitchFamily="18" charset="-127"/>
                </a:rPr>
                <a:t>Step 9.</a:t>
              </a:r>
              <a:endParaRPr lang="ko-KR" altLang="en-US" sz="900" kern="0" dirty="0">
                <a:solidFill>
                  <a:prstClr val="white"/>
                </a:solidFill>
                <a:latin typeface="a고딕14" panose="02020600000000000000" pitchFamily="18" charset="-127"/>
                <a:ea typeface="a고딕14" panose="02020600000000000000" pitchFamily="18" charset="-127"/>
              </a:endParaRPr>
            </a:p>
          </p:txBody>
        </p:sp>
        <p:sp>
          <p:nvSpPr>
            <p:cNvPr id="271" name="화살표: 오각형 270">
              <a:extLst>
                <a:ext uri="{FF2B5EF4-FFF2-40B4-BE49-F238E27FC236}">
                  <a16:creationId xmlns:a16="http://schemas.microsoft.com/office/drawing/2014/main" id="{4C73D2ED-01E5-5112-0D7E-2C66E97DFD24}"/>
                </a:ext>
              </a:extLst>
            </p:cNvPr>
            <p:cNvSpPr/>
            <p:nvPr/>
          </p:nvSpPr>
          <p:spPr>
            <a:xfrm>
              <a:off x="648250" y="4054437"/>
              <a:ext cx="843365" cy="190098"/>
            </a:xfrm>
            <a:prstGeom prst="homePlate">
              <a:avLst>
                <a:gd name="adj" fmla="val 0"/>
              </a:avLst>
            </a:prstGeom>
            <a:solidFill>
              <a:srgbClr val="005D7E"/>
            </a:solidFill>
            <a:ln w="28575" cap="flat" cmpd="sng" algn="ctr">
              <a:solidFill>
                <a:srgbClr val="005D7E"/>
              </a:solidFill>
              <a:prstDash val="solid"/>
              <a:miter lim="800000"/>
            </a:ln>
            <a:effectLst/>
          </p:spPr>
          <p:txBody>
            <a:bodyPr rtlCol="0" anchor="ctr"/>
            <a:lstStyle/>
            <a:p>
              <a:pPr algn="l" defTabSz="804838" eaLnBrk="1" fontAlgn="auto" latinLnBrk="0" hangingPunct="1">
                <a:spcBef>
                  <a:spcPts val="0"/>
                </a:spcBef>
                <a:spcAft>
                  <a:spcPts val="0"/>
                </a:spcAft>
                <a:buNone/>
                <a:tabLst>
                  <a:tab pos="159291" algn="l"/>
                </a:tabLst>
              </a:pPr>
              <a:r>
                <a:rPr lang="en-US" altLang="ko-KR" sz="900" kern="0">
                  <a:solidFill>
                    <a:prstClr val="white"/>
                  </a:solidFill>
                  <a:latin typeface="a고딕14" panose="02020600000000000000" pitchFamily="18" charset="-127"/>
                  <a:ea typeface="a고딕14" panose="02020600000000000000" pitchFamily="18" charset="-127"/>
                </a:rPr>
                <a:t>Step 2.</a:t>
              </a:r>
              <a:endParaRPr lang="ko-KR" altLang="en-US" sz="900" kern="0" dirty="0">
                <a:solidFill>
                  <a:prstClr val="white"/>
                </a:solidFill>
                <a:latin typeface="a고딕14" panose="02020600000000000000" pitchFamily="18" charset="-127"/>
                <a:ea typeface="a고딕14" panose="02020600000000000000" pitchFamily="18" charset="-127"/>
              </a:endParaRPr>
            </a:p>
          </p:txBody>
        </p:sp>
        <p:sp>
          <p:nvSpPr>
            <p:cNvPr id="272" name="화살표: 오각형 271">
              <a:extLst>
                <a:ext uri="{FF2B5EF4-FFF2-40B4-BE49-F238E27FC236}">
                  <a16:creationId xmlns:a16="http://schemas.microsoft.com/office/drawing/2014/main" id="{62291533-B726-37A2-4D5E-C013238CDED3}"/>
                </a:ext>
              </a:extLst>
            </p:cNvPr>
            <p:cNvSpPr/>
            <p:nvPr/>
          </p:nvSpPr>
          <p:spPr>
            <a:xfrm>
              <a:off x="2472818" y="4054437"/>
              <a:ext cx="843365" cy="190098"/>
            </a:xfrm>
            <a:prstGeom prst="homePlate">
              <a:avLst>
                <a:gd name="adj" fmla="val 0"/>
              </a:avLst>
            </a:prstGeom>
            <a:solidFill>
              <a:srgbClr val="005D7E"/>
            </a:solidFill>
            <a:ln w="28575" cap="flat" cmpd="sng" algn="ctr">
              <a:solidFill>
                <a:srgbClr val="005D7E"/>
              </a:solidFill>
              <a:prstDash val="solid"/>
              <a:miter lim="800000"/>
            </a:ln>
            <a:effectLst/>
          </p:spPr>
          <p:txBody>
            <a:bodyPr rtlCol="0" anchor="ctr"/>
            <a:lstStyle/>
            <a:p>
              <a:pPr algn="l" defTabSz="804838" eaLnBrk="1" fontAlgn="auto" latinLnBrk="0" hangingPunct="1">
                <a:spcBef>
                  <a:spcPts val="0"/>
                </a:spcBef>
                <a:spcAft>
                  <a:spcPts val="0"/>
                </a:spcAft>
                <a:buNone/>
                <a:tabLst>
                  <a:tab pos="159291" algn="l"/>
                </a:tabLst>
              </a:pPr>
              <a:r>
                <a:rPr lang="en-US" altLang="ko-KR" sz="900" kern="0">
                  <a:solidFill>
                    <a:prstClr val="white"/>
                  </a:solidFill>
                  <a:latin typeface="a고딕14" panose="02020600000000000000" pitchFamily="18" charset="-127"/>
                  <a:ea typeface="a고딕14" panose="02020600000000000000" pitchFamily="18" charset="-127"/>
                </a:rPr>
                <a:t>Step 4.</a:t>
              </a:r>
              <a:endParaRPr lang="ko-KR" altLang="en-US" sz="900" kern="0" dirty="0">
                <a:solidFill>
                  <a:prstClr val="white"/>
                </a:solidFill>
                <a:latin typeface="a고딕14" panose="02020600000000000000" pitchFamily="18" charset="-127"/>
                <a:ea typeface="a고딕14" panose="02020600000000000000" pitchFamily="18" charset="-127"/>
              </a:endParaRPr>
            </a:p>
          </p:txBody>
        </p:sp>
        <p:sp>
          <p:nvSpPr>
            <p:cNvPr id="273" name="화살표: 오각형 272">
              <a:extLst>
                <a:ext uri="{FF2B5EF4-FFF2-40B4-BE49-F238E27FC236}">
                  <a16:creationId xmlns:a16="http://schemas.microsoft.com/office/drawing/2014/main" id="{7DB290D2-E58D-8184-3BC1-5EA9AF451C7C}"/>
                </a:ext>
              </a:extLst>
            </p:cNvPr>
            <p:cNvSpPr/>
            <p:nvPr/>
          </p:nvSpPr>
          <p:spPr>
            <a:xfrm>
              <a:off x="6159736" y="4054437"/>
              <a:ext cx="843365" cy="190098"/>
            </a:xfrm>
            <a:prstGeom prst="homePlate">
              <a:avLst>
                <a:gd name="adj" fmla="val 0"/>
              </a:avLst>
            </a:prstGeom>
            <a:solidFill>
              <a:srgbClr val="005D7E"/>
            </a:solidFill>
            <a:ln w="28575" cap="flat" cmpd="sng" algn="ctr">
              <a:solidFill>
                <a:srgbClr val="005D7E"/>
              </a:solidFill>
              <a:prstDash val="solid"/>
              <a:miter lim="800000"/>
            </a:ln>
            <a:effectLst/>
          </p:spPr>
          <p:txBody>
            <a:bodyPr rtlCol="0" anchor="ctr"/>
            <a:lstStyle/>
            <a:p>
              <a:pPr algn="l" defTabSz="804838" eaLnBrk="1" fontAlgn="auto" latinLnBrk="0" hangingPunct="1">
                <a:spcBef>
                  <a:spcPts val="0"/>
                </a:spcBef>
                <a:spcAft>
                  <a:spcPts val="0"/>
                </a:spcAft>
                <a:buNone/>
                <a:tabLst>
                  <a:tab pos="159291" algn="l"/>
                </a:tabLst>
              </a:pPr>
              <a:r>
                <a:rPr lang="en-US" altLang="ko-KR" sz="900" kern="0">
                  <a:solidFill>
                    <a:prstClr val="white"/>
                  </a:solidFill>
                  <a:latin typeface="a고딕14" panose="02020600000000000000" pitchFamily="18" charset="-127"/>
                  <a:ea typeface="a고딕14" panose="02020600000000000000" pitchFamily="18" charset="-127"/>
                </a:rPr>
                <a:t>Step 8.</a:t>
              </a:r>
              <a:endParaRPr lang="ko-KR" altLang="en-US" sz="900" kern="0" dirty="0">
                <a:solidFill>
                  <a:prstClr val="white"/>
                </a:solidFill>
                <a:latin typeface="a고딕14" panose="02020600000000000000" pitchFamily="18" charset="-127"/>
                <a:ea typeface="a고딕14" panose="02020600000000000000" pitchFamily="18" charset="-127"/>
              </a:endParaRPr>
            </a:p>
          </p:txBody>
        </p:sp>
        <p:sp>
          <p:nvSpPr>
            <p:cNvPr id="274" name="화살표: 오각형 273">
              <a:extLst>
                <a:ext uri="{FF2B5EF4-FFF2-40B4-BE49-F238E27FC236}">
                  <a16:creationId xmlns:a16="http://schemas.microsoft.com/office/drawing/2014/main" id="{3B788C8C-7F28-6E69-8876-36FE0E6B7135}"/>
                </a:ext>
              </a:extLst>
            </p:cNvPr>
            <p:cNvSpPr/>
            <p:nvPr/>
          </p:nvSpPr>
          <p:spPr>
            <a:xfrm>
              <a:off x="7995029" y="4054437"/>
              <a:ext cx="843365" cy="190098"/>
            </a:xfrm>
            <a:prstGeom prst="homePlate">
              <a:avLst>
                <a:gd name="adj" fmla="val 0"/>
              </a:avLst>
            </a:prstGeom>
            <a:solidFill>
              <a:srgbClr val="005D7E"/>
            </a:solidFill>
            <a:ln w="28575" cap="flat" cmpd="sng" algn="ctr">
              <a:solidFill>
                <a:srgbClr val="005D7E"/>
              </a:solidFill>
              <a:prstDash val="solid"/>
              <a:miter lim="800000"/>
            </a:ln>
            <a:effectLst/>
          </p:spPr>
          <p:txBody>
            <a:bodyPr rtlCol="0" anchor="ctr"/>
            <a:lstStyle/>
            <a:p>
              <a:pPr algn="l" defTabSz="804838" eaLnBrk="1" fontAlgn="auto" latinLnBrk="0" hangingPunct="1">
                <a:spcBef>
                  <a:spcPts val="0"/>
                </a:spcBef>
                <a:spcAft>
                  <a:spcPts val="0"/>
                </a:spcAft>
                <a:buNone/>
                <a:tabLst>
                  <a:tab pos="159291" algn="l"/>
                </a:tabLst>
              </a:pPr>
              <a:r>
                <a:rPr lang="en-US" altLang="ko-KR" sz="900" kern="0">
                  <a:solidFill>
                    <a:prstClr val="white"/>
                  </a:solidFill>
                  <a:latin typeface="a고딕14" panose="02020600000000000000" pitchFamily="18" charset="-127"/>
                  <a:ea typeface="a고딕14" panose="02020600000000000000" pitchFamily="18" charset="-127"/>
                </a:rPr>
                <a:t>Step 10.</a:t>
              </a:r>
              <a:endParaRPr lang="ko-KR" altLang="en-US" sz="900" kern="0" dirty="0">
                <a:solidFill>
                  <a:prstClr val="white"/>
                </a:solidFill>
                <a:latin typeface="a고딕14" panose="02020600000000000000" pitchFamily="18" charset="-127"/>
                <a:ea typeface="a고딕14" panose="02020600000000000000" pitchFamily="18" charset="-127"/>
              </a:endParaRPr>
            </a:p>
          </p:txBody>
        </p:sp>
        <p:sp>
          <p:nvSpPr>
            <p:cNvPr id="275" name="화살표: 오각형 274">
              <a:extLst>
                <a:ext uri="{FF2B5EF4-FFF2-40B4-BE49-F238E27FC236}">
                  <a16:creationId xmlns:a16="http://schemas.microsoft.com/office/drawing/2014/main" id="{EFF5D1DE-266F-2FBC-B720-F4F0911F45FC}"/>
                </a:ext>
              </a:extLst>
            </p:cNvPr>
            <p:cNvSpPr/>
            <p:nvPr/>
          </p:nvSpPr>
          <p:spPr>
            <a:xfrm>
              <a:off x="4311793" y="2957731"/>
              <a:ext cx="843365" cy="190098"/>
            </a:xfrm>
            <a:prstGeom prst="homePlate">
              <a:avLst>
                <a:gd name="adj" fmla="val 0"/>
              </a:avLst>
            </a:prstGeom>
            <a:solidFill>
              <a:srgbClr val="005D7E"/>
            </a:solidFill>
            <a:ln w="28575" cap="flat" cmpd="sng" algn="ctr">
              <a:solidFill>
                <a:srgbClr val="005D7E"/>
              </a:solidFill>
              <a:prstDash val="solid"/>
              <a:miter lim="800000"/>
            </a:ln>
            <a:effectLst/>
          </p:spPr>
          <p:txBody>
            <a:bodyPr rtlCol="0" anchor="ctr"/>
            <a:lstStyle/>
            <a:p>
              <a:pPr algn="l" defTabSz="804838" eaLnBrk="1" fontAlgn="auto" latinLnBrk="0" hangingPunct="1">
                <a:spcBef>
                  <a:spcPts val="0"/>
                </a:spcBef>
                <a:spcAft>
                  <a:spcPts val="0"/>
                </a:spcAft>
                <a:buNone/>
                <a:tabLst>
                  <a:tab pos="159291" algn="l"/>
                </a:tabLst>
              </a:pPr>
              <a:r>
                <a:rPr lang="en-US" altLang="ko-KR" sz="900" kern="0">
                  <a:solidFill>
                    <a:prstClr val="white"/>
                  </a:solidFill>
                  <a:latin typeface="a고딕14" panose="02020600000000000000" pitchFamily="18" charset="-127"/>
                  <a:ea typeface="a고딕14" panose="02020600000000000000" pitchFamily="18" charset="-127"/>
                </a:rPr>
                <a:t>Step 5.</a:t>
              </a:r>
              <a:endParaRPr lang="ko-KR" altLang="en-US" sz="900" kern="0" dirty="0">
                <a:solidFill>
                  <a:prstClr val="white"/>
                </a:solidFill>
                <a:latin typeface="a고딕14" panose="02020600000000000000" pitchFamily="18" charset="-127"/>
                <a:ea typeface="a고딕14" panose="02020600000000000000" pitchFamily="18" charset="-127"/>
              </a:endParaRPr>
            </a:p>
          </p:txBody>
        </p:sp>
        <p:sp>
          <p:nvSpPr>
            <p:cNvPr id="276" name="화살표: 오각형 275">
              <a:extLst>
                <a:ext uri="{FF2B5EF4-FFF2-40B4-BE49-F238E27FC236}">
                  <a16:creationId xmlns:a16="http://schemas.microsoft.com/office/drawing/2014/main" id="{0B22E1CE-4B18-A995-FE6D-A023B8FDE693}"/>
                </a:ext>
              </a:extLst>
            </p:cNvPr>
            <p:cNvSpPr/>
            <p:nvPr/>
          </p:nvSpPr>
          <p:spPr>
            <a:xfrm>
              <a:off x="4311793" y="4054437"/>
              <a:ext cx="843365" cy="190098"/>
            </a:xfrm>
            <a:prstGeom prst="homePlate">
              <a:avLst>
                <a:gd name="adj" fmla="val 0"/>
              </a:avLst>
            </a:prstGeom>
            <a:solidFill>
              <a:srgbClr val="005D7E"/>
            </a:solidFill>
            <a:ln w="28575" cap="flat" cmpd="sng" algn="ctr">
              <a:solidFill>
                <a:srgbClr val="005D7E"/>
              </a:solidFill>
              <a:prstDash val="solid"/>
              <a:miter lim="800000"/>
            </a:ln>
            <a:effectLst/>
          </p:spPr>
          <p:txBody>
            <a:bodyPr rtlCol="0" anchor="ctr"/>
            <a:lstStyle/>
            <a:p>
              <a:pPr algn="l" defTabSz="804838" eaLnBrk="1" fontAlgn="auto" latinLnBrk="0" hangingPunct="1">
                <a:spcBef>
                  <a:spcPts val="0"/>
                </a:spcBef>
                <a:spcAft>
                  <a:spcPts val="0"/>
                </a:spcAft>
                <a:buNone/>
                <a:tabLst>
                  <a:tab pos="159291" algn="l"/>
                </a:tabLst>
              </a:pPr>
              <a:r>
                <a:rPr lang="en-US" altLang="ko-KR" sz="900" kern="0">
                  <a:solidFill>
                    <a:prstClr val="white"/>
                  </a:solidFill>
                  <a:latin typeface="a고딕14" panose="02020600000000000000" pitchFamily="18" charset="-127"/>
                  <a:ea typeface="a고딕14" panose="02020600000000000000" pitchFamily="18" charset="-127"/>
                </a:rPr>
                <a:t>Step 6.</a:t>
              </a:r>
              <a:endParaRPr lang="ko-KR" altLang="en-US" sz="900" kern="0" dirty="0">
                <a:solidFill>
                  <a:prstClr val="white"/>
                </a:solidFill>
                <a:latin typeface="a고딕14" panose="02020600000000000000" pitchFamily="18" charset="-127"/>
                <a:ea typeface="a고딕14" panose="02020600000000000000" pitchFamily="18" charset="-127"/>
              </a:endParaRPr>
            </a:p>
          </p:txBody>
        </p:sp>
        <p:cxnSp>
          <p:nvCxnSpPr>
            <p:cNvPr id="277" name="연결선: 꺾임 276">
              <a:extLst>
                <a:ext uri="{FF2B5EF4-FFF2-40B4-BE49-F238E27FC236}">
                  <a16:creationId xmlns:a16="http://schemas.microsoft.com/office/drawing/2014/main" id="{6BBBD76D-C00A-CEDD-9F80-E63ED4DAE7DF}"/>
                </a:ext>
              </a:extLst>
            </p:cNvPr>
            <p:cNvCxnSpPr>
              <a:cxnSpLocks/>
              <a:stCxn id="253" idx="3"/>
              <a:endCxn id="251" idx="1"/>
            </p:cNvCxnSpPr>
            <p:nvPr/>
          </p:nvCxnSpPr>
          <p:spPr>
            <a:xfrm flipV="1">
              <a:off x="4008837" y="3423708"/>
              <a:ext cx="307438" cy="1108033"/>
            </a:xfrm>
            <a:prstGeom prst="bentConnector3">
              <a:avLst>
                <a:gd name="adj1" fmla="val 50000"/>
              </a:avLst>
            </a:prstGeom>
            <a:noFill/>
            <a:ln w="6350" cap="flat" cmpd="sng" algn="ctr">
              <a:solidFill>
                <a:srgbClr val="BFBFBF"/>
              </a:solidFill>
              <a:prstDash val="solid"/>
              <a:miter lim="800000"/>
              <a:tailEnd type="triangle"/>
            </a:ln>
            <a:effectLst/>
          </p:spPr>
        </p:cxnSp>
        <p:cxnSp>
          <p:nvCxnSpPr>
            <p:cNvPr id="278" name="연결선: 꺾임 277">
              <a:extLst>
                <a:ext uri="{FF2B5EF4-FFF2-40B4-BE49-F238E27FC236}">
                  <a16:creationId xmlns:a16="http://schemas.microsoft.com/office/drawing/2014/main" id="{C1E5D425-BA02-29A7-E4F7-F421B82109E5}"/>
                </a:ext>
              </a:extLst>
            </p:cNvPr>
            <p:cNvCxnSpPr>
              <a:cxnSpLocks/>
              <a:stCxn id="255" idx="3"/>
              <a:endCxn id="242" idx="1"/>
            </p:cNvCxnSpPr>
            <p:nvPr/>
          </p:nvCxnSpPr>
          <p:spPr>
            <a:xfrm flipV="1">
              <a:off x="5849069" y="3423708"/>
              <a:ext cx="310666" cy="1113970"/>
            </a:xfrm>
            <a:prstGeom prst="bentConnector3">
              <a:avLst>
                <a:gd name="adj1" fmla="val 50000"/>
              </a:avLst>
            </a:prstGeom>
            <a:noFill/>
            <a:ln w="6350" cap="flat" cmpd="sng" algn="ctr">
              <a:solidFill>
                <a:srgbClr val="BFBFBF"/>
              </a:solidFill>
              <a:prstDash val="solid"/>
              <a:miter lim="800000"/>
              <a:tailEnd type="triangle"/>
            </a:ln>
            <a:effectLst/>
          </p:spPr>
        </p:cxnSp>
        <p:cxnSp>
          <p:nvCxnSpPr>
            <p:cNvPr id="279" name="연결선: 꺾임 278">
              <a:extLst>
                <a:ext uri="{FF2B5EF4-FFF2-40B4-BE49-F238E27FC236}">
                  <a16:creationId xmlns:a16="http://schemas.microsoft.com/office/drawing/2014/main" id="{47720A46-333E-7FC7-C858-4689EC26857D}"/>
                </a:ext>
              </a:extLst>
            </p:cNvPr>
            <p:cNvCxnSpPr>
              <a:cxnSpLocks/>
              <a:stCxn id="243" idx="3"/>
              <a:endCxn id="252" idx="1"/>
            </p:cNvCxnSpPr>
            <p:nvPr/>
          </p:nvCxnSpPr>
          <p:spPr>
            <a:xfrm flipV="1">
              <a:off x="7691454" y="3423708"/>
              <a:ext cx="303575" cy="1113970"/>
            </a:xfrm>
            <a:prstGeom prst="bentConnector3">
              <a:avLst>
                <a:gd name="adj1" fmla="val 50000"/>
              </a:avLst>
            </a:prstGeom>
            <a:noFill/>
            <a:ln w="6350" cap="flat" cmpd="sng" algn="ctr">
              <a:solidFill>
                <a:srgbClr val="BFBFBF"/>
              </a:solidFill>
              <a:prstDash val="solid"/>
              <a:miter lim="800000"/>
              <a:tailEnd type="triangle"/>
            </a:ln>
            <a:effectLst/>
          </p:spPr>
        </p:cxnSp>
        <p:grpSp>
          <p:nvGrpSpPr>
            <p:cNvPr id="290" name="그룹 289">
              <a:extLst>
                <a:ext uri="{FF2B5EF4-FFF2-40B4-BE49-F238E27FC236}">
                  <a16:creationId xmlns:a16="http://schemas.microsoft.com/office/drawing/2014/main" id="{D3629F21-F35B-C8B7-9672-D4941F7E790D}"/>
                </a:ext>
              </a:extLst>
            </p:cNvPr>
            <p:cNvGrpSpPr/>
            <p:nvPr/>
          </p:nvGrpSpPr>
          <p:grpSpPr>
            <a:xfrm>
              <a:off x="7999434" y="1971718"/>
              <a:ext cx="1534822" cy="138159"/>
              <a:chOff x="646501" y="4663440"/>
              <a:chExt cx="1536001" cy="269445"/>
            </a:xfrm>
          </p:grpSpPr>
          <p:cxnSp>
            <p:nvCxnSpPr>
              <p:cNvPr id="297" name="직선 연결선 296">
                <a:extLst>
                  <a:ext uri="{FF2B5EF4-FFF2-40B4-BE49-F238E27FC236}">
                    <a16:creationId xmlns:a16="http://schemas.microsoft.com/office/drawing/2014/main" id="{42CEA3C3-4B52-8478-C642-485469B0D0A0}"/>
                  </a:ext>
                </a:extLst>
              </p:cNvPr>
              <p:cNvCxnSpPr>
                <a:cxnSpLocks/>
              </p:cNvCxnSpPr>
              <p:nvPr/>
            </p:nvCxnSpPr>
            <p:spPr>
              <a:xfrm>
                <a:off x="646501" y="4663440"/>
                <a:ext cx="0" cy="269445"/>
              </a:xfrm>
              <a:prstGeom prst="line">
                <a:avLst/>
              </a:prstGeom>
              <a:noFill/>
              <a:ln w="19050" cap="flat" cmpd="sng" algn="ctr">
                <a:solidFill>
                  <a:srgbClr val="0A1855"/>
                </a:solidFill>
                <a:prstDash val="solid"/>
                <a:miter lim="800000"/>
              </a:ln>
              <a:effectLst/>
            </p:spPr>
          </p:cxnSp>
          <p:cxnSp>
            <p:nvCxnSpPr>
              <p:cNvPr id="298" name="직선 연결선 297">
                <a:extLst>
                  <a:ext uri="{FF2B5EF4-FFF2-40B4-BE49-F238E27FC236}">
                    <a16:creationId xmlns:a16="http://schemas.microsoft.com/office/drawing/2014/main" id="{6B96004F-850A-7B55-FF71-7FC4E9D0B327}"/>
                  </a:ext>
                </a:extLst>
              </p:cNvPr>
              <p:cNvCxnSpPr>
                <a:cxnSpLocks/>
              </p:cNvCxnSpPr>
              <p:nvPr/>
            </p:nvCxnSpPr>
            <p:spPr>
              <a:xfrm>
                <a:off x="2182502" y="4663440"/>
                <a:ext cx="0" cy="269445"/>
              </a:xfrm>
              <a:prstGeom prst="line">
                <a:avLst/>
              </a:prstGeom>
              <a:noFill/>
              <a:ln w="19050" cap="flat" cmpd="sng" algn="ctr">
                <a:solidFill>
                  <a:srgbClr val="0A1855"/>
                </a:solidFill>
                <a:prstDash val="solid"/>
                <a:miter lim="800000"/>
              </a:ln>
              <a:effectLst/>
            </p:spPr>
          </p:cxnSp>
          <p:cxnSp>
            <p:nvCxnSpPr>
              <p:cNvPr id="299" name="직선 연결선 298">
                <a:extLst>
                  <a:ext uri="{FF2B5EF4-FFF2-40B4-BE49-F238E27FC236}">
                    <a16:creationId xmlns:a16="http://schemas.microsoft.com/office/drawing/2014/main" id="{3F2CF931-9716-C7AE-9C00-3189DFDEDC21}"/>
                  </a:ext>
                </a:extLst>
              </p:cNvPr>
              <p:cNvCxnSpPr>
                <a:cxnSpLocks/>
              </p:cNvCxnSpPr>
              <p:nvPr/>
            </p:nvCxnSpPr>
            <p:spPr>
              <a:xfrm flipH="1">
                <a:off x="646501" y="4798162"/>
                <a:ext cx="1536001" cy="0"/>
              </a:xfrm>
              <a:prstGeom prst="line">
                <a:avLst/>
              </a:prstGeom>
              <a:noFill/>
              <a:ln w="19050" cap="flat" cmpd="sng" algn="ctr">
                <a:solidFill>
                  <a:srgbClr val="0A1855"/>
                </a:solidFill>
                <a:prstDash val="solid"/>
                <a:miter lim="800000"/>
              </a:ln>
              <a:effectLst/>
            </p:spPr>
          </p:cxnSp>
        </p:grpSp>
        <p:grpSp>
          <p:nvGrpSpPr>
            <p:cNvPr id="292" name="그룹 291">
              <a:extLst>
                <a:ext uri="{FF2B5EF4-FFF2-40B4-BE49-F238E27FC236}">
                  <a16:creationId xmlns:a16="http://schemas.microsoft.com/office/drawing/2014/main" id="{CE0492A1-3D04-F568-3DD1-E8ED5AD1E9DD}"/>
                </a:ext>
              </a:extLst>
            </p:cNvPr>
            <p:cNvGrpSpPr/>
            <p:nvPr/>
          </p:nvGrpSpPr>
          <p:grpSpPr>
            <a:xfrm>
              <a:off x="646186" y="1971718"/>
              <a:ext cx="1666300" cy="138159"/>
              <a:chOff x="646501" y="4663440"/>
              <a:chExt cx="1536001" cy="269445"/>
            </a:xfrm>
          </p:grpSpPr>
          <p:cxnSp>
            <p:nvCxnSpPr>
              <p:cNvPr id="294" name="직선 연결선 293">
                <a:extLst>
                  <a:ext uri="{FF2B5EF4-FFF2-40B4-BE49-F238E27FC236}">
                    <a16:creationId xmlns:a16="http://schemas.microsoft.com/office/drawing/2014/main" id="{2F9E2F6A-3209-AA0A-1154-BBC5CE7221CC}"/>
                  </a:ext>
                </a:extLst>
              </p:cNvPr>
              <p:cNvCxnSpPr>
                <a:cxnSpLocks/>
              </p:cNvCxnSpPr>
              <p:nvPr/>
            </p:nvCxnSpPr>
            <p:spPr>
              <a:xfrm>
                <a:off x="646501" y="4663440"/>
                <a:ext cx="0" cy="269445"/>
              </a:xfrm>
              <a:prstGeom prst="line">
                <a:avLst/>
              </a:prstGeom>
              <a:noFill/>
              <a:ln w="19050" cap="flat" cmpd="sng" algn="ctr">
                <a:solidFill>
                  <a:srgbClr val="0A1855"/>
                </a:solidFill>
                <a:prstDash val="solid"/>
                <a:miter lim="800000"/>
              </a:ln>
              <a:effectLst/>
            </p:spPr>
          </p:cxnSp>
          <p:cxnSp>
            <p:nvCxnSpPr>
              <p:cNvPr id="295" name="직선 연결선 294">
                <a:extLst>
                  <a:ext uri="{FF2B5EF4-FFF2-40B4-BE49-F238E27FC236}">
                    <a16:creationId xmlns:a16="http://schemas.microsoft.com/office/drawing/2014/main" id="{42FB6E65-EB23-FFD6-5FBF-354F2C27439D}"/>
                  </a:ext>
                </a:extLst>
              </p:cNvPr>
              <p:cNvCxnSpPr>
                <a:cxnSpLocks/>
              </p:cNvCxnSpPr>
              <p:nvPr/>
            </p:nvCxnSpPr>
            <p:spPr>
              <a:xfrm>
                <a:off x="2182502" y="4663440"/>
                <a:ext cx="0" cy="269445"/>
              </a:xfrm>
              <a:prstGeom prst="line">
                <a:avLst/>
              </a:prstGeom>
              <a:noFill/>
              <a:ln w="19050" cap="flat" cmpd="sng" algn="ctr">
                <a:solidFill>
                  <a:srgbClr val="0A1855"/>
                </a:solidFill>
                <a:prstDash val="solid"/>
                <a:miter lim="800000"/>
              </a:ln>
              <a:effectLst/>
            </p:spPr>
          </p:cxnSp>
          <p:cxnSp>
            <p:nvCxnSpPr>
              <p:cNvPr id="296" name="직선 연결선 295">
                <a:extLst>
                  <a:ext uri="{FF2B5EF4-FFF2-40B4-BE49-F238E27FC236}">
                    <a16:creationId xmlns:a16="http://schemas.microsoft.com/office/drawing/2014/main" id="{6E83422F-C090-4672-07E5-81C5CC1F5453}"/>
                  </a:ext>
                </a:extLst>
              </p:cNvPr>
              <p:cNvCxnSpPr>
                <a:cxnSpLocks/>
              </p:cNvCxnSpPr>
              <p:nvPr/>
            </p:nvCxnSpPr>
            <p:spPr>
              <a:xfrm flipH="1">
                <a:off x="646501" y="4798162"/>
                <a:ext cx="1536001" cy="0"/>
              </a:xfrm>
              <a:prstGeom prst="line">
                <a:avLst/>
              </a:prstGeom>
              <a:noFill/>
              <a:ln w="19050" cap="flat" cmpd="sng" algn="ctr">
                <a:solidFill>
                  <a:srgbClr val="0A1855"/>
                </a:solidFill>
                <a:prstDash val="solid"/>
                <a:miter lim="800000"/>
              </a:ln>
              <a:effectLst/>
            </p:spPr>
          </p:cxnSp>
        </p:grpSp>
        <p:grpSp>
          <p:nvGrpSpPr>
            <p:cNvPr id="321" name="그룹 320">
              <a:extLst>
                <a:ext uri="{FF2B5EF4-FFF2-40B4-BE49-F238E27FC236}">
                  <a16:creationId xmlns:a16="http://schemas.microsoft.com/office/drawing/2014/main" id="{9DEDC093-1EDB-7F8B-4AA3-9304EBF9E0C3}"/>
                </a:ext>
              </a:extLst>
            </p:cNvPr>
            <p:cNvGrpSpPr/>
            <p:nvPr/>
          </p:nvGrpSpPr>
          <p:grpSpPr>
            <a:xfrm>
              <a:off x="2483033" y="1971718"/>
              <a:ext cx="5339370" cy="138159"/>
              <a:chOff x="646501" y="4663440"/>
              <a:chExt cx="1536001" cy="269445"/>
            </a:xfrm>
          </p:grpSpPr>
          <p:cxnSp>
            <p:nvCxnSpPr>
              <p:cNvPr id="322" name="직선 연결선 321">
                <a:extLst>
                  <a:ext uri="{FF2B5EF4-FFF2-40B4-BE49-F238E27FC236}">
                    <a16:creationId xmlns:a16="http://schemas.microsoft.com/office/drawing/2014/main" id="{EEF299F6-7858-8AEB-FF11-490888C3960A}"/>
                  </a:ext>
                </a:extLst>
              </p:cNvPr>
              <p:cNvCxnSpPr>
                <a:cxnSpLocks/>
              </p:cNvCxnSpPr>
              <p:nvPr/>
            </p:nvCxnSpPr>
            <p:spPr>
              <a:xfrm>
                <a:off x="646501" y="4663440"/>
                <a:ext cx="0" cy="269445"/>
              </a:xfrm>
              <a:prstGeom prst="line">
                <a:avLst/>
              </a:prstGeom>
              <a:noFill/>
              <a:ln w="19050" cap="flat" cmpd="sng" algn="ctr">
                <a:solidFill>
                  <a:srgbClr val="0A1855"/>
                </a:solidFill>
                <a:prstDash val="solid"/>
                <a:miter lim="800000"/>
              </a:ln>
              <a:effectLst/>
            </p:spPr>
          </p:cxnSp>
          <p:cxnSp>
            <p:nvCxnSpPr>
              <p:cNvPr id="323" name="직선 연결선 322">
                <a:extLst>
                  <a:ext uri="{FF2B5EF4-FFF2-40B4-BE49-F238E27FC236}">
                    <a16:creationId xmlns:a16="http://schemas.microsoft.com/office/drawing/2014/main" id="{E53BF128-159D-7BC0-DCBC-24DC425F5B9E}"/>
                  </a:ext>
                </a:extLst>
              </p:cNvPr>
              <p:cNvCxnSpPr>
                <a:cxnSpLocks/>
              </p:cNvCxnSpPr>
              <p:nvPr/>
            </p:nvCxnSpPr>
            <p:spPr>
              <a:xfrm>
                <a:off x="2182502" y="4663440"/>
                <a:ext cx="0" cy="269445"/>
              </a:xfrm>
              <a:prstGeom prst="line">
                <a:avLst/>
              </a:prstGeom>
              <a:noFill/>
              <a:ln w="19050" cap="flat" cmpd="sng" algn="ctr">
                <a:solidFill>
                  <a:srgbClr val="0A1855"/>
                </a:solidFill>
                <a:prstDash val="solid"/>
                <a:miter lim="800000"/>
              </a:ln>
              <a:effectLst/>
            </p:spPr>
          </p:cxnSp>
          <p:cxnSp>
            <p:nvCxnSpPr>
              <p:cNvPr id="324" name="직선 연결선 323">
                <a:extLst>
                  <a:ext uri="{FF2B5EF4-FFF2-40B4-BE49-F238E27FC236}">
                    <a16:creationId xmlns:a16="http://schemas.microsoft.com/office/drawing/2014/main" id="{69C51131-DB59-6F1A-35E6-E709F05EA887}"/>
                  </a:ext>
                </a:extLst>
              </p:cNvPr>
              <p:cNvCxnSpPr>
                <a:cxnSpLocks/>
              </p:cNvCxnSpPr>
              <p:nvPr/>
            </p:nvCxnSpPr>
            <p:spPr>
              <a:xfrm flipH="1">
                <a:off x="646501" y="4798162"/>
                <a:ext cx="1536001" cy="0"/>
              </a:xfrm>
              <a:prstGeom prst="line">
                <a:avLst/>
              </a:prstGeom>
              <a:noFill/>
              <a:ln w="19050" cap="flat" cmpd="sng" algn="ctr">
                <a:solidFill>
                  <a:srgbClr val="0A1855"/>
                </a:solidFill>
                <a:prstDash val="solid"/>
                <a:miter lim="800000"/>
              </a:ln>
              <a:effectLst/>
            </p:spPr>
          </p:cxnSp>
        </p:grpSp>
        <p:sp>
          <p:nvSpPr>
            <p:cNvPr id="325" name="TextBox 324">
              <a:extLst>
                <a:ext uri="{FF2B5EF4-FFF2-40B4-BE49-F238E27FC236}">
                  <a16:creationId xmlns:a16="http://schemas.microsoft.com/office/drawing/2014/main" id="{1B8CE3A1-788D-65B3-A76A-CB2C9432FB43}"/>
                </a:ext>
              </a:extLst>
            </p:cNvPr>
            <p:cNvSpPr txBox="1"/>
            <p:nvPr/>
          </p:nvSpPr>
          <p:spPr>
            <a:xfrm>
              <a:off x="7991820" y="1760954"/>
              <a:ext cx="1542433" cy="230832"/>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AX </a:t>
              </a:r>
              <a:r>
                <a:rPr kumimoji="0" lang="ko-KR" altLang="en-US" sz="9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시대 </a:t>
              </a:r>
              <a:r>
                <a:rPr kumimoji="0" lang="en-US" altLang="ko-KR" sz="9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SLR </a:t>
              </a:r>
              <a:r>
                <a:rPr kumimoji="0" lang="ko-KR" altLang="en-US" sz="9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고도화</a:t>
              </a:r>
            </a:p>
          </p:txBody>
        </p:sp>
        <p:sp>
          <p:nvSpPr>
            <p:cNvPr id="327" name="TextBox 326">
              <a:extLst>
                <a:ext uri="{FF2B5EF4-FFF2-40B4-BE49-F238E27FC236}">
                  <a16:creationId xmlns:a16="http://schemas.microsoft.com/office/drawing/2014/main" id="{F4E5DAF3-2539-C6B6-0B71-0ECBC6032D66}"/>
                </a:ext>
              </a:extLst>
            </p:cNvPr>
            <p:cNvSpPr txBox="1"/>
            <p:nvPr/>
          </p:nvSpPr>
          <p:spPr>
            <a:xfrm>
              <a:off x="4232368" y="1760954"/>
              <a:ext cx="1845579" cy="230832"/>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수요조사 및 신규 과목 도출</a:t>
              </a:r>
            </a:p>
          </p:txBody>
        </p:sp>
        <p:sp>
          <p:nvSpPr>
            <p:cNvPr id="328" name="TextBox 327">
              <a:extLst>
                <a:ext uri="{FF2B5EF4-FFF2-40B4-BE49-F238E27FC236}">
                  <a16:creationId xmlns:a16="http://schemas.microsoft.com/office/drawing/2014/main" id="{F236D2A7-5ECB-7894-56B4-82841020C7C1}"/>
                </a:ext>
              </a:extLst>
            </p:cNvPr>
            <p:cNvSpPr txBox="1"/>
            <p:nvPr/>
          </p:nvSpPr>
          <p:spPr>
            <a:xfrm>
              <a:off x="711920" y="1760954"/>
              <a:ext cx="1542433" cy="230832"/>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lang="en-US" altLang="ko-KR" sz="900" kern="0" dirty="0">
                  <a:solidFill>
                    <a:prstClr val="black"/>
                  </a:solidFill>
                  <a:latin typeface="a고딕14" panose="02020600000000000000" pitchFamily="18" charset="-127"/>
                  <a:ea typeface="a고딕14" panose="02020600000000000000" pitchFamily="18" charset="-127"/>
                </a:rPr>
                <a:t>SLR </a:t>
              </a:r>
              <a:r>
                <a:rPr lang="ko-KR" altLang="en-US" sz="900" kern="0" dirty="0">
                  <a:solidFill>
                    <a:prstClr val="black"/>
                  </a:solidFill>
                  <a:latin typeface="a고딕14" panose="02020600000000000000" pitchFamily="18" charset="-127"/>
                  <a:ea typeface="a고딕14" panose="02020600000000000000" pitchFamily="18" charset="-127"/>
                </a:rPr>
                <a:t>최신화</a:t>
              </a:r>
              <a:endParaRPr kumimoji="0" lang="ko-KR" altLang="en-US" sz="9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grpSp>
    </p:spTree>
    <p:extLst>
      <p:ext uri="{BB962C8B-B14F-4D97-AF65-F5344CB8AC3E}">
        <p14:creationId xmlns:p14="http://schemas.microsoft.com/office/powerpoint/2010/main" val="3528909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B3EF2-D285-7D01-9AFC-25B40A80279B}"/>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9FC33E7A-F2E9-6EB9-DE38-5947260417AA}"/>
              </a:ext>
            </a:extLst>
          </p:cNvPr>
          <p:cNvSpPr>
            <a:spLocks noGrp="1"/>
          </p:cNvSpPr>
          <p:nvPr>
            <p:ph type="body" sz="quarter" idx="12"/>
          </p:nvPr>
        </p:nvSpPr>
        <p:spPr/>
        <p:txBody>
          <a:bodyPr vert="horz" wrap="square" lIns="0" tIns="45720" rIns="0" bIns="0" rtlCol="0">
            <a:noAutofit/>
          </a:bodyPr>
          <a:lstStyle/>
          <a:p>
            <a:pPr algn="l" latinLnBrk="0"/>
            <a:r>
              <a:rPr lang="ko-KR" altLang="ko-KR" dirty="0" err="1"/>
              <a:t>산업인력공단·ISC</a:t>
            </a:r>
            <a:r>
              <a:rPr lang="ko-KR" altLang="ko-KR" dirty="0"/>
              <a:t> 등 유관기관의 최신 NCS·SQF 자료와 </a:t>
            </a:r>
            <a:r>
              <a:rPr lang="ko-KR" altLang="ko-KR" dirty="0" err="1"/>
              <a:t>기개발</a:t>
            </a:r>
            <a:r>
              <a:rPr lang="ko-KR" altLang="ko-KR" dirty="0"/>
              <a:t> STEP 과목</a:t>
            </a:r>
            <a:r>
              <a:rPr lang="en-US" altLang="ko-KR" dirty="0"/>
              <a:t> Data</a:t>
            </a:r>
            <a:r>
              <a:rPr lang="ko-KR" altLang="ko-KR" dirty="0"/>
              <a:t>를 확보하여, </a:t>
            </a:r>
            <a:endParaRPr lang="en-US" altLang="ko-KR" dirty="0"/>
          </a:p>
          <a:p>
            <a:pPr algn="l" latinLnBrk="0"/>
            <a:r>
              <a:rPr lang="ko-KR" altLang="ko-KR" dirty="0"/>
              <a:t>최신 NCS 능력단위와 매핑한 </a:t>
            </a:r>
            <a:r>
              <a:rPr lang="ko-KR" altLang="ko-KR" dirty="0" err="1"/>
              <a:t>Master</a:t>
            </a:r>
            <a:r>
              <a:rPr lang="ko-KR" altLang="ko-KR" dirty="0"/>
              <a:t> DB 1차 업데이트본과 </a:t>
            </a:r>
            <a:r>
              <a:rPr lang="ko-KR" altLang="ko-KR" dirty="0" err="1"/>
              <a:t>미활용</a:t>
            </a:r>
            <a:r>
              <a:rPr lang="ko-KR" altLang="ko-KR" dirty="0"/>
              <a:t> 능력단위 </a:t>
            </a:r>
            <a:r>
              <a:rPr lang="ko-KR" altLang="ko-KR" dirty="0" err="1"/>
              <a:t>List를</a:t>
            </a:r>
            <a:r>
              <a:rPr lang="ko-KR" altLang="ko-KR" dirty="0"/>
              <a:t> 도출하고자 함</a:t>
            </a:r>
          </a:p>
        </p:txBody>
      </p:sp>
      <p:sp>
        <p:nvSpPr>
          <p:cNvPr id="5" name="텍스트 개체 틀 4">
            <a:extLst>
              <a:ext uri="{FF2B5EF4-FFF2-40B4-BE49-F238E27FC236}">
                <a16:creationId xmlns:a16="http://schemas.microsoft.com/office/drawing/2014/main" id="{DC75380E-48D3-5310-E224-BDE6E3C65C53}"/>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grpSp>
        <p:nvGrpSpPr>
          <p:cNvPr id="48" name="그룹 47">
            <a:extLst>
              <a:ext uri="{FF2B5EF4-FFF2-40B4-BE49-F238E27FC236}">
                <a16:creationId xmlns:a16="http://schemas.microsoft.com/office/drawing/2014/main" id="{875ACB7E-40B5-E852-C731-C34AF3230A40}"/>
              </a:ext>
            </a:extLst>
          </p:cNvPr>
          <p:cNvGrpSpPr/>
          <p:nvPr/>
        </p:nvGrpSpPr>
        <p:grpSpPr>
          <a:xfrm>
            <a:off x="596515" y="1681027"/>
            <a:ext cx="4177098" cy="266602"/>
            <a:chOff x="802640" y="2236632"/>
            <a:chExt cx="1972178" cy="266552"/>
          </a:xfrm>
        </p:grpSpPr>
        <p:sp>
          <p:nvSpPr>
            <p:cNvPr id="49" name="ListLeanHorizontalTextTopic0">
              <a:extLst>
                <a:ext uri="{FF2B5EF4-FFF2-40B4-BE49-F238E27FC236}">
                  <a16:creationId xmlns:a16="http://schemas.microsoft.com/office/drawing/2014/main" id="{14E6415D-FFB2-845E-ED5A-9A4F7E97CC18}"/>
                </a:ext>
              </a:extLst>
            </p:cNvPr>
            <p:cNvSpPr txBox="1"/>
            <p:nvPr/>
          </p:nvSpPr>
          <p:spPr>
            <a:xfrm>
              <a:off x="802640" y="2236632"/>
              <a:ext cx="197217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수행 절차</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50" name="Horizontal Line">
              <a:extLst>
                <a:ext uri="{FF2B5EF4-FFF2-40B4-BE49-F238E27FC236}">
                  <a16:creationId xmlns:a16="http://schemas.microsoft.com/office/drawing/2014/main" id="{22462AE8-F289-8CD8-B558-FB45A96C953D}"/>
                </a:ext>
              </a:extLst>
            </p:cNvPr>
            <p:cNvCxnSpPr>
              <a:cxnSpLocks/>
            </p:cNvCxnSpPr>
            <p:nvPr/>
          </p:nvCxnSpPr>
          <p:spPr>
            <a:xfrm>
              <a:off x="802640" y="2503184"/>
              <a:ext cx="1972178" cy="0"/>
            </a:xfrm>
            <a:prstGeom prst="line">
              <a:avLst/>
            </a:prstGeom>
            <a:noFill/>
            <a:ln w="22225" cap="flat" cmpd="sng" algn="ctr">
              <a:solidFill>
                <a:srgbClr val="003F56"/>
              </a:solidFill>
              <a:prstDash val="solid"/>
            </a:ln>
            <a:effectLst/>
          </p:spPr>
        </p:cxnSp>
      </p:grpSp>
      <p:sp>
        <p:nvSpPr>
          <p:cNvPr id="11" name="텍스트 개체 틀 87">
            <a:extLst>
              <a:ext uri="{FF2B5EF4-FFF2-40B4-BE49-F238E27FC236}">
                <a16:creationId xmlns:a16="http://schemas.microsoft.com/office/drawing/2014/main" id="{BF9BA729-672F-AF49-43A5-E9BEBF06BD1B}"/>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en-US" altLang="ko-KR" sz="1200" dirty="0">
                <a:solidFill>
                  <a:schemeClr val="bg1"/>
                </a:solidFill>
              </a:rPr>
              <a:t>Step1. </a:t>
            </a:r>
            <a:r>
              <a:rPr lang="en-US" altLang="ko-KR" sz="1200" dirty="0" err="1">
                <a:solidFill>
                  <a:schemeClr val="bg1"/>
                </a:solidFill>
              </a:rPr>
              <a:t>STEP_Master</a:t>
            </a:r>
            <a:r>
              <a:rPr lang="en-US" altLang="ko-KR" sz="1200" dirty="0">
                <a:solidFill>
                  <a:schemeClr val="bg1"/>
                </a:solidFill>
              </a:rPr>
              <a:t> DB </a:t>
            </a:r>
            <a:r>
              <a:rPr lang="ko-KR" altLang="en-US" sz="1200" dirty="0">
                <a:solidFill>
                  <a:schemeClr val="bg1"/>
                </a:solidFill>
              </a:rPr>
              <a:t>관련 </a:t>
            </a:r>
            <a:r>
              <a:rPr lang="en-US" altLang="ko-KR" sz="1200" dirty="0">
                <a:solidFill>
                  <a:schemeClr val="bg1"/>
                </a:solidFill>
              </a:rPr>
              <a:t>Data </a:t>
            </a:r>
            <a:r>
              <a:rPr lang="ko-KR" altLang="en-US" sz="1200" dirty="0">
                <a:solidFill>
                  <a:schemeClr val="bg1"/>
                </a:solidFill>
              </a:rPr>
              <a:t>확보 및 최신화</a:t>
            </a:r>
          </a:p>
        </p:txBody>
      </p:sp>
      <p:sp>
        <p:nvSpPr>
          <p:cNvPr id="12" name="직사각형 11">
            <a:extLst>
              <a:ext uri="{FF2B5EF4-FFF2-40B4-BE49-F238E27FC236}">
                <a16:creationId xmlns:a16="http://schemas.microsoft.com/office/drawing/2014/main" id="{DD26FC71-6E3E-88AA-7EA6-D613E13C9197}"/>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1. STEP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학습 로드맵</a:t>
            </a: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(SLR)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최신화</a:t>
            </a:r>
            <a:endParaRPr lang="ko-KR" altLang="en-US" sz="1100" dirty="0">
              <a:solidFill>
                <a:srgbClr val="003F56"/>
              </a:solidFill>
              <a:latin typeface="a고딕14"/>
              <a:ea typeface="a고딕14"/>
            </a:endParaRPr>
          </a:p>
        </p:txBody>
      </p:sp>
      <p:grpSp>
        <p:nvGrpSpPr>
          <p:cNvPr id="13" name="그룹 12">
            <a:extLst>
              <a:ext uri="{FF2B5EF4-FFF2-40B4-BE49-F238E27FC236}">
                <a16:creationId xmlns:a16="http://schemas.microsoft.com/office/drawing/2014/main" id="{03EBCE95-2E92-31DE-6945-5677088E7A4F}"/>
              </a:ext>
            </a:extLst>
          </p:cNvPr>
          <p:cNvGrpSpPr/>
          <p:nvPr/>
        </p:nvGrpSpPr>
        <p:grpSpPr>
          <a:xfrm>
            <a:off x="5132388" y="1681027"/>
            <a:ext cx="4213225" cy="266602"/>
            <a:chOff x="802640" y="2236632"/>
            <a:chExt cx="1989235" cy="266552"/>
          </a:xfrm>
        </p:grpSpPr>
        <p:sp>
          <p:nvSpPr>
            <p:cNvPr id="14" name="ListLeanHorizontalTextTopic0">
              <a:extLst>
                <a:ext uri="{FF2B5EF4-FFF2-40B4-BE49-F238E27FC236}">
                  <a16:creationId xmlns:a16="http://schemas.microsoft.com/office/drawing/2014/main" id="{628D4349-F135-DAD7-20B5-2F4441B8ADB5}"/>
                </a:ext>
              </a:extLst>
            </p:cNvPr>
            <p:cNvSpPr txBox="1"/>
            <p:nvPr/>
          </p:nvSpPr>
          <p:spPr>
            <a:xfrm>
              <a:off x="802640" y="2236632"/>
              <a:ext cx="197217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수행 방법</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15" name="Horizontal Line">
              <a:extLst>
                <a:ext uri="{FF2B5EF4-FFF2-40B4-BE49-F238E27FC236}">
                  <a16:creationId xmlns:a16="http://schemas.microsoft.com/office/drawing/2014/main" id="{04F8CC75-59DD-3CDA-FAB9-3C9DB4281DC6}"/>
                </a:ext>
              </a:extLst>
            </p:cNvPr>
            <p:cNvCxnSpPr>
              <a:cxnSpLocks/>
            </p:cNvCxnSpPr>
            <p:nvPr/>
          </p:nvCxnSpPr>
          <p:spPr>
            <a:xfrm>
              <a:off x="802640" y="2503184"/>
              <a:ext cx="1989235" cy="0"/>
            </a:xfrm>
            <a:prstGeom prst="line">
              <a:avLst/>
            </a:prstGeom>
            <a:noFill/>
            <a:ln w="22225" cap="flat" cmpd="sng" algn="ctr">
              <a:solidFill>
                <a:srgbClr val="003F56"/>
              </a:solidFill>
              <a:prstDash val="solid"/>
            </a:ln>
            <a:effectLst/>
          </p:spPr>
        </p:cxnSp>
      </p:grpSp>
      <p:sp>
        <p:nvSpPr>
          <p:cNvPr id="32" name="직사각형 31">
            <a:extLst>
              <a:ext uri="{FF2B5EF4-FFF2-40B4-BE49-F238E27FC236}">
                <a16:creationId xmlns:a16="http://schemas.microsoft.com/office/drawing/2014/main" id="{397A6380-4F87-D016-7F7A-5DC35E0ADD7A}"/>
              </a:ext>
            </a:extLst>
          </p:cNvPr>
          <p:cNvSpPr/>
          <p:nvPr/>
        </p:nvSpPr>
        <p:spPr bwMode="auto">
          <a:xfrm>
            <a:off x="5128198" y="2111762"/>
            <a:ext cx="4212547" cy="244486"/>
          </a:xfrm>
          <a:prstGeom prst="rect">
            <a:avLst/>
          </a:prstGeom>
          <a:solidFill>
            <a:schemeClr val="bg1"/>
          </a:solidFill>
          <a:ln w="3175">
            <a:noFill/>
            <a:miter lim="800000"/>
            <a:headEnd/>
            <a:tailEnd/>
          </a:ln>
          <a:effectLst/>
        </p:spPr>
        <p:txBody>
          <a:bodyPr wrap="square" lIns="36000" tIns="36000" rIns="36000" bIns="36000" rtlCol="0" anchor="ctr"/>
          <a:lstStyle/>
          <a:p>
            <a:pPr marL="0" marR="0" lvl="0" indent="0" algn="l" defTabSz="914400" eaLnBrk="1" fontAlgn="auto" latinLnBrk="0" hangingPunct="1">
              <a:lnSpc>
                <a:spcPct val="100000"/>
              </a:lnSpc>
              <a:spcBef>
                <a:spcPts val="0"/>
              </a:spcBef>
              <a:spcAft>
                <a:spcPts val="600"/>
              </a:spcAft>
              <a:buClrTx/>
              <a:buSzTx/>
              <a:buFontTx/>
              <a:buNone/>
              <a:tabLst/>
              <a:defRPr/>
            </a:pPr>
            <a:r>
              <a:rPr kumimoji="0" lang="en-US" altLang="ko-KR" sz="1100" i="0" u="none" strike="noStrike" kern="0" cap="none" spc="0" normalizeH="0" baseline="0" noProof="0" dirty="0">
                <a:ln>
                  <a:noFill/>
                </a:ln>
                <a:solidFill>
                  <a:schemeClr val="tx1">
                    <a:lumMod val="85000"/>
                    <a:lumOff val="15000"/>
                  </a:schemeClr>
                </a:solidFill>
                <a:effectLst/>
                <a:uLnTx/>
                <a:uFillTx/>
                <a:latin typeface="+mj-ea"/>
                <a:ea typeface="+mj-ea"/>
              </a:rPr>
              <a:t>▶ NCS </a:t>
            </a:r>
            <a:r>
              <a:rPr kumimoji="0" lang="ko-KR" altLang="en-US" sz="1100" i="0" u="none" strike="noStrike" kern="0" cap="none" spc="0" normalizeH="0" baseline="0" noProof="0" dirty="0">
                <a:ln>
                  <a:noFill/>
                </a:ln>
                <a:solidFill>
                  <a:schemeClr val="tx1">
                    <a:lumMod val="85000"/>
                    <a:lumOff val="15000"/>
                  </a:schemeClr>
                </a:solidFill>
                <a:effectLst/>
                <a:uLnTx/>
                <a:uFillTx/>
                <a:latin typeface="+mj-ea"/>
                <a:ea typeface="+mj-ea"/>
              </a:rPr>
              <a:t>개편 내용 검토 예시</a:t>
            </a:r>
            <a:endParaRPr kumimoji="0" lang="en-US" altLang="ko-KR" sz="1100" i="0" u="none" strike="noStrike" kern="0" cap="none" spc="0" normalizeH="0" baseline="0" noProof="0" dirty="0">
              <a:ln>
                <a:noFill/>
              </a:ln>
              <a:solidFill>
                <a:schemeClr val="tx1">
                  <a:lumMod val="85000"/>
                  <a:lumOff val="15000"/>
                </a:schemeClr>
              </a:solidFill>
              <a:effectLst/>
              <a:uLnTx/>
              <a:uFillTx/>
              <a:latin typeface="+mj-ea"/>
              <a:ea typeface="+mj-ea"/>
            </a:endParaRPr>
          </a:p>
        </p:txBody>
      </p:sp>
      <p:sp>
        <p:nvSpPr>
          <p:cNvPr id="29" name="TextBox 28">
            <a:extLst>
              <a:ext uri="{FF2B5EF4-FFF2-40B4-BE49-F238E27FC236}">
                <a16:creationId xmlns:a16="http://schemas.microsoft.com/office/drawing/2014/main" id="{E6EBEC6E-F57D-E823-C890-CA8BDFBBBFD8}"/>
              </a:ext>
            </a:extLst>
          </p:cNvPr>
          <p:cNvSpPr txBox="1"/>
          <p:nvPr/>
        </p:nvSpPr>
        <p:spPr>
          <a:xfrm>
            <a:off x="2017268" y="2111761"/>
            <a:ext cx="2756345" cy="1206463"/>
          </a:xfrm>
          <a:prstGeom prst="rect">
            <a:avLst/>
          </a:prstGeom>
          <a:solidFill>
            <a:sysClr val="window" lastClr="FFFFFF"/>
          </a:solidFill>
          <a:ln w="38100" cmpd="tri">
            <a:solidFill>
              <a:sysClr val="window" lastClr="FFFFFF">
                <a:lumMod val="75000"/>
              </a:sysClr>
            </a:solidFill>
            <a:miter lim="800000"/>
            <a:headEnd/>
            <a:tailEnd/>
          </a:ln>
          <a:effectLst/>
        </p:spPr>
        <p:txBody>
          <a:bodyPr wrap="square" lIns="72000" tIns="72000" rIns="72000" bIns="72000" rtlCol="0" anchor="ctr"/>
          <a:lstStyle>
            <a:defPPr>
              <a:defRPr lang="en-US"/>
            </a:defPPr>
            <a:lvl1pPr marL="228600" indent="-228600" eaLnBrk="0" fontAlgn="base" hangingPunct="0">
              <a:lnSpc>
                <a:spcPct val="130000"/>
              </a:lnSpc>
              <a:spcBef>
                <a:spcPct val="0"/>
              </a:spcBef>
              <a:spcAft>
                <a:spcPct val="0"/>
              </a:spcAft>
              <a:buFont typeface="+mj-lt"/>
              <a:buAutoNum type="arabicPeriod"/>
              <a:defRPr kumimoji="1" sz="1100" b="0">
                <a:latin typeface="페이퍼로지 5 Medium" pitchFamily="2" charset="-127"/>
                <a:ea typeface="페이퍼로지 5 Medium" pitchFamily="2" charset="-127"/>
              </a:defRPr>
            </a:lvl1pPr>
            <a:lvl2pPr algn="ctr" eaLnBrk="0" fontAlgn="base" hangingPunct="0">
              <a:lnSpc>
                <a:spcPct val="130000"/>
              </a:lnSpc>
              <a:spcBef>
                <a:spcPct val="0"/>
              </a:spcBef>
              <a:spcAft>
                <a:spcPct val="0"/>
              </a:spcAft>
              <a:defRPr kumimoji="1" sz="1000" b="1">
                <a:solidFill>
                  <a:srgbClr val="FFFFFF"/>
                </a:solidFill>
                <a:latin typeface="맑은 고딕" pitchFamily="50" charset="-127"/>
                <a:ea typeface="맑은 고딕" pitchFamily="50" charset="-127"/>
              </a:defRPr>
            </a:lvl2pPr>
            <a:lvl3pPr algn="ctr" eaLnBrk="0" fontAlgn="base" hangingPunct="0">
              <a:lnSpc>
                <a:spcPct val="130000"/>
              </a:lnSpc>
              <a:spcBef>
                <a:spcPct val="0"/>
              </a:spcBef>
              <a:spcAft>
                <a:spcPct val="0"/>
              </a:spcAft>
              <a:defRPr kumimoji="1" sz="1000" b="1">
                <a:solidFill>
                  <a:srgbClr val="FFFFFF"/>
                </a:solidFill>
                <a:latin typeface="맑은 고딕" pitchFamily="50" charset="-127"/>
                <a:ea typeface="맑은 고딕" pitchFamily="50" charset="-127"/>
              </a:defRPr>
            </a:lvl3pPr>
            <a:lvl4pPr algn="ctr" eaLnBrk="0" fontAlgn="base" hangingPunct="0">
              <a:lnSpc>
                <a:spcPct val="130000"/>
              </a:lnSpc>
              <a:spcBef>
                <a:spcPct val="0"/>
              </a:spcBef>
              <a:spcAft>
                <a:spcPct val="0"/>
              </a:spcAft>
              <a:defRPr kumimoji="1" sz="1000" b="1">
                <a:solidFill>
                  <a:srgbClr val="FFFFFF"/>
                </a:solidFill>
                <a:latin typeface="맑은 고딕" pitchFamily="50" charset="-127"/>
                <a:ea typeface="맑은 고딕" pitchFamily="50" charset="-127"/>
              </a:defRPr>
            </a:lvl4pPr>
            <a:lvl5pPr algn="ctr" eaLnBrk="0" fontAlgn="base" hangingPunct="0">
              <a:lnSpc>
                <a:spcPct val="130000"/>
              </a:lnSpc>
              <a:spcBef>
                <a:spcPct val="0"/>
              </a:spcBef>
              <a:spcAft>
                <a:spcPct val="0"/>
              </a:spcAft>
              <a:defRPr kumimoji="1" sz="1000" b="1">
                <a:solidFill>
                  <a:srgbClr val="FFFFFF"/>
                </a:solidFill>
                <a:latin typeface="맑은 고딕" pitchFamily="50" charset="-127"/>
                <a:ea typeface="맑은 고딕" pitchFamily="50" charset="-127"/>
              </a:defRPr>
            </a:lvl5pPr>
            <a:lvl6pPr defTabSz="914400" latinLnBrk="1">
              <a:defRPr kumimoji="1" sz="1000" b="1">
                <a:solidFill>
                  <a:srgbClr val="FFFFFF"/>
                </a:solidFill>
                <a:latin typeface="맑은 고딕" pitchFamily="50" charset="-127"/>
                <a:ea typeface="맑은 고딕" pitchFamily="50" charset="-127"/>
              </a:defRPr>
            </a:lvl6pPr>
            <a:lvl7pPr defTabSz="914400" latinLnBrk="1">
              <a:defRPr kumimoji="1" sz="1000" b="1">
                <a:solidFill>
                  <a:srgbClr val="FFFFFF"/>
                </a:solidFill>
                <a:latin typeface="맑은 고딕" pitchFamily="50" charset="-127"/>
                <a:ea typeface="맑은 고딕" pitchFamily="50" charset="-127"/>
              </a:defRPr>
            </a:lvl7pPr>
            <a:lvl8pPr defTabSz="914400" latinLnBrk="1">
              <a:defRPr kumimoji="1" sz="1000" b="1">
                <a:solidFill>
                  <a:srgbClr val="FFFFFF"/>
                </a:solidFill>
                <a:latin typeface="맑은 고딕" pitchFamily="50" charset="-127"/>
                <a:ea typeface="맑은 고딕" pitchFamily="50" charset="-127"/>
              </a:defRPr>
            </a:lvl8pPr>
            <a:lvl9pPr defTabSz="914400" latinLnBrk="1">
              <a:defRPr kumimoji="1" sz="1000" b="1">
                <a:solidFill>
                  <a:srgbClr val="FFFFFF"/>
                </a:solidFill>
                <a:latin typeface="맑은 고딕" pitchFamily="50" charset="-127"/>
                <a:ea typeface="맑은 고딕" pitchFamily="50" charset="-127"/>
              </a:defRPr>
            </a:lvl9pPr>
          </a:lstStyle>
          <a:p>
            <a:pPr marL="92075" lvl="0" indent="-92075" algn="l" defTabSz="457200" latinLnBrk="0">
              <a:lnSpc>
                <a:spcPts val="1500"/>
              </a:lnSpc>
              <a:buFont typeface="Arial" panose="020B0604020202020204" pitchFamily="34" charset="0"/>
              <a:buChar char="•"/>
            </a:pPr>
            <a:r>
              <a:rPr lang="ko-KR" altLang="ko-KR" sz="1050" dirty="0" err="1">
                <a:latin typeface="a고딕14" panose="02020600000000000000" pitchFamily="18" charset="-127"/>
                <a:ea typeface="a고딕14" panose="02020600000000000000" pitchFamily="18" charset="-127"/>
              </a:rPr>
              <a:t>산업인력공단·NCS</a:t>
            </a:r>
            <a:r>
              <a:rPr lang="ko-KR" altLang="ko-KR" sz="1050" dirty="0">
                <a:latin typeface="a고딕14" panose="02020600000000000000" pitchFamily="18" charset="-127"/>
                <a:ea typeface="a고딕14" panose="02020600000000000000" pitchFamily="18" charset="-127"/>
              </a:rPr>
              <a:t> </a:t>
            </a:r>
            <a:r>
              <a:rPr lang="ko-KR" altLang="ko-KR" sz="1050" dirty="0" err="1">
                <a:latin typeface="a고딕14" panose="02020600000000000000" pitchFamily="18" charset="-127"/>
                <a:ea typeface="a고딕14" panose="02020600000000000000" pitchFamily="18" charset="-127"/>
              </a:rPr>
              <a:t>홈페이지·ISC</a:t>
            </a:r>
            <a:r>
              <a:rPr lang="ko-KR" altLang="ko-KR" sz="1050" dirty="0">
                <a:latin typeface="a고딕14" panose="02020600000000000000" pitchFamily="18" charset="-127"/>
                <a:ea typeface="a고딕14" panose="02020600000000000000" pitchFamily="18" charset="-127"/>
              </a:rPr>
              <a:t> 등</a:t>
            </a:r>
            <a:r>
              <a:rPr lang="en-US" altLang="ko-KR" sz="1050" dirty="0">
                <a:latin typeface="a고딕14" panose="02020600000000000000" pitchFamily="18" charset="-127"/>
                <a:ea typeface="a고딕14" panose="02020600000000000000" pitchFamily="18" charset="-127"/>
              </a:rPr>
              <a:t> </a:t>
            </a:r>
            <a:r>
              <a:rPr lang="ko-KR" altLang="en-US" sz="1050" dirty="0">
                <a:latin typeface="a고딕14" panose="02020600000000000000" pitchFamily="18" charset="-127"/>
                <a:ea typeface="a고딕14" panose="02020600000000000000" pitchFamily="18" charset="-127"/>
              </a:rPr>
              <a:t>유관기관에 최신 데이터 요청</a:t>
            </a:r>
            <a:endParaRPr lang="en-US" altLang="ko-KR" sz="1050" dirty="0">
              <a:latin typeface="a고딕14" panose="02020600000000000000" pitchFamily="18" charset="-127"/>
              <a:ea typeface="a고딕14" panose="02020600000000000000" pitchFamily="18" charset="-127"/>
            </a:endParaRPr>
          </a:p>
          <a:p>
            <a:pPr marL="92075" lvl="0" indent="-92075" algn="l" defTabSz="457200" latinLnBrk="0">
              <a:lnSpc>
                <a:spcPts val="1500"/>
              </a:lnSpc>
              <a:buFont typeface="Arial" panose="020B0604020202020204" pitchFamily="34" charset="0"/>
              <a:buChar char="•"/>
            </a:pPr>
            <a:r>
              <a:rPr lang="ko-KR" altLang="ko-KR" sz="1050" dirty="0">
                <a:latin typeface="a고딕14" panose="02020600000000000000" pitchFamily="18" charset="-127"/>
                <a:ea typeface="a고딕14" panose="02020600000000000000" pitchFamily="18" charset="-127"/>
              </a:rPr>
              <a:t>최신 NCS(‘2</a:t>
            </a:r>
            <a:r>
              <a:rPr lang="en-US" altLang="ko-KR" sz="1050" dirty="0">
                <a:latin typeface="a고딕14" panose="02020600000000000000" pitchFamily="18" charset="-127"/>
                <a:ea typeface="a고딕14" panose="02020600000000000000" pitchFamily="18" charset="-127"/>
              </a:rPr>
              <a:t>6</a:t>
            </a:r>
            <a:r>
              <a:rPr lang="ko-KR" altLang="ko-KR" sz="1050" dirty="0">
                <a:latin typeface="a고딕14" panose="02020600000000000000" pitchFamily="18" charset="-127"/>
                <a:ea typeface="a고딕14" panose="02020600000000000000" pitchFamily="18" charset="-127"/>
              </a:rPr>
              <a:t>.03 </a:t>
            </a:r>
            <a:r>
              <a:rPr lang="ko-KR" altLang="ko-KR" sz="1050" dirty="0" err="1">
                <a:latin typeface="a고딕14" panose="02020600000000000000" pitchFamily="18" charset="-127"/>
                <a:ea typeface="a고딕14" panose="02020600000000000000" pitchFamily="18" charset="-127"/>
              </a:rPr>
              <a:t>Ver</a:t>
            </a:r>
            <a:r>
              <a:rPr lang="ko-KR" altLang="ko-KR" sz="1050" dirty="0">
                <a:latin typeface="a고딕14" panose="02020600000000000000" pitchFamily="18" charset="-127"/>
                <a:ea typeface="a고딕14" panose="02020600000000000000" pitchFamily="18" charset="-127"/>
              </a:rPr>
              <a:t>) · SQF · NCS 활용패키지 자료 확보 </a:t>
            </a:r>
            <a:endParaRPr lang="en-US" altLang="ko-KR" sz="1050" dirty="0">
              <a:latin typeface="a고딕14" panose="02020600000000000000" pitchFamily="18" charset="-127"/>
              <a:ea typeface="a고딕14" panose="02020600000000000000" pitchFamily="18" charset="-127"/>
            </a:endParaRPr>
          </a:p>
          <a:p>
            <a:pPr marL="92075" lvl="0" indent="-92075" algn="l" defTabSz="457200" latinLnBrk="0">
              <a:lnSpc>
                <a:spcPts val="1500"/>
              </a:lnSpc>
              <a:buFont typeface="Arial" panose="020B0604020202020204" pitchFamily="34" charset="0"/>
              <a:buChar char="•"/>
            </a:pPr>
            <a:r>
              <a:rPr lang="ko-KR" altLang="ko-KR" sz="1050" dirty="0" err="1">
                <a:latin typeface="a고딕14" panose="02020600000000000000" pitchFamily="18" charset="-127"/>
                <a:ea typeface="a고딕14" panose="02020600000000000000" pitchFamily="18" charset="-127"/>
              </a:rPr>
              <a:t>평생·디지털·첨단</a:t>
            </a:r>
            <a:r>
              <a:rPr lang="ko-KR" altLang="ko-KR" sz="1050" dirty="0">
                <a:latin typeface="a고딕14" panose="02020600000000000000" pitchFamily="18" charset="-127"/>
                <a:ea typeface="a고딕14" panose="02020600000000000000" pitchFamily="18" charset="-127"/>
              </a:rPr>
              <a:t> 분야 </a:t>
            </a:r>
            <a:r>
              <a:rPr lang="ko-KR" altLang="ko-KR" sz="1050" dirty="0" err="1">
                <a:latin typeface="a고딕14" panose="02020600000000000000" pitchFamily="18" charset="-127"/>
                <a:ea typeface="a고딕14" panose="02020600000000000000" pitchFamily="18" charset="-127"/>
              </a:rPr>
              <a:t>신설·변경·삭제</a:t>
            </a:r>
            <a:r>
              <a:rPr lang="ko-KR" altLang="ko-KR" sz="1050" dirty="0">
                <a:latin typeface="a고딕14" panose="02020600000000000000" pitchFamily="18" charset="-127"/>
                <a:ea typeface="a고딕14" panose="02020600000000000000" pitchFamily="18" charset="-127"/>
              </a:rPr>
              <a:t> NCS </a:t>
            </a:r>
            <a:r>
              <a:rPr lang="ko-KR" altLang="ko-KR" sz="1050" dirty="0" err="1">
                <a:latin typeface="a고딕14" panose="02020600000000000000" pitchFamily="18" charset="-127"/>
                <a:ea typeface="a고딕14" panose="02020600000000000000" pitchFamily="18" charset="-127"/>
              </a:rPr>
              <a:t>세분류·능력단위</a:t>
            </a:r>
            <a:r>
              <a:rPr lang="ko-KR" altLang="ko-KR" sz="1050" dirty="0">
                <a:latin typeface="a고딕14" panose="02020600000000000000" pitchFamily="18" charset="-127"/>
                <a:ea typeface="a고딕14" panose="02020600000000000000" pitchFamily="18" charset="-127"/>
              </a:rPr>
              <a:t> 내역 정리</a:t>
            </a:r>
            <a:endParaRPr kumimoji="1" lang="en-US" altLang="ko-KR" sz="105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26" name="TextBox 25">
            <a:extLst>
              <a:ext uri="{FF2B5EF4-FFF2-40B4-BE49-F238E27FC236}">
                <a16:creationId xmlns:a16="http://schemas.microsoft.com/office/drawing/2014/main" id="{8C1D7ACB-8762-44FF-32EB-209107C09F8D}"/>
              </a:ext>
            </a:extLst>
          </p:cNvPr>
          <p:cNvSpPr txBox="1"/>
          <p:nvPr/>
        </p:nvSpPr>
        <p:spPr>
          <a:xfrm>
            <a:off x="603803" y="2111760"/>
            <a:ext cx="1271845" cy="1207011"/>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defPPr>
              <a:defRPr lang="en-US"/>
            </a:defPPr>
            <a:lvl1pPr>
              <a:buNone/>
              <a:defRPr sz="1100">
                <a:solidFill>
                  <a:schemeClr val="bg1"/>
                </a:solidFill>
                <a:latin typeface="a고딕14" panose="02020600000000000000" pitchFamily="18" charset="-127"/>
                <a:ea typeface="a고딕14" panose="02020600000000000000" pitchFamily="18" charset="-127"/>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latinLnBrk="0"/>
            <a:r>
              <a:rPr lang="ko-KR" altLang="ko-KR" dirty="0"/>
              <a:t>① 유관기관 최신 </a:t>
            </a:r>
            <a:r>
              <a:rPr lang="ko-KR" altLang="ko-KR"/>
              <a:t>자료 확보</a:t>
            </a:r>
            <a:endParaRPr lang="en-US" altLang="ko-KR" dirty="0"/>
          </a:p>
        </p:txBody>
      </p:sp>
      <p:sp>
        <p:nvSpPr>
          <p:cNvPr id="30" name="TextBox 29">
            <a:extLst>
              <a:ext uri="{FF2B5EF4-FFF2-40B4-BE49-F238E27FC236}">
                <a16:creationId xmlns:a16="http://schemas.microsoft.com/office/drawing/2014/main" id="{CA185482-4611-2BEE-70F3-3D6EE9D963EC}"/>
              </a:ext>
            </a:extLst>
          </p:cNvPr>
          <p:cNvSpPr txBox="1"/>
          <p:nvPr/>
        </p:nvSpPr>
        <p:spPr>
          <a:xfrm>
            <a:off x="2017268" y="3697669"/>
            <a:ext cx="2756345" cy="1206468"/>
          </a:xfrm>
          <a:prstGeom prst="rect">
            <a:avLst/>
          </a:prstGeom>
          <a:solidFill>
            <a:sysClr val="window" lastClr="FFFFFF"/>
          </a:solidFill>
          <a:ln w="38100" cmpd="tri">
            <a:solidFill>
              <a:sysClr val="window" lastClr="FFFFFF">
                <a:lumMod val="75000"/>
              </a:sysClr>
            </a:solidFill>
            <a:miter lim="800000"/>
            <a:headEnd/>
            <a:tailEnd/>
          </a:ln>
          <a:effectLst/>
        </p:spPr>
        <p:txBody>
          <a:bodyPr wrap="square" lIns="72000" tIns="72000" rIns="72000" bIns="72000" rtlCol="0" anchor="ctr"/>
          <a:lstStyle>
            <a:defPPr>
              <a:defRPr lang="en-US"/>
            </a:defPPr>
            <a:lvl1pPr marL="228600" indent="-228600" eaLnBrk="0" fontAlgn="base" hangingPunct="0">
              <a:lnSpc>
                <a:spcPct val="130000"/>
              </a:lnSpc>
              <a:spcBef>
                <a:spcPct val="0"/>
              </a:spcBef>
              <a:spcAft>
                <a:spcPct val="0"/>
              </a:spcAft>
              <a:buFont typeface="+mj-lt"/>
              <a:buAutoNum type="arabicPeriod"/>
              <a:defRPr kumimoji="1" sz="1100" b="0">
                <a:latin typeface="페이퍼로지 5 Medium" pitchFamily="2" charset="-127"/>
                <a:ea typeface="페이퍼로지 5 Medium" pitchFamily="2" charset="-127"/>
              </a:defRPr>
            </a:lvl1pPr>
            <a:lvl2pPr algn="ctr" eaLnBrk="0" fontAlgn="base" hangingPunct="0">
              <a:lnSpc>
                <a:spcPct val="130000"/>
              </a:lnSpc>
              <a:spcBef>
                <a:spcPct val="0"/>
              </a:spcBef>
              <a:spcAft>
                <a:spcPct val="0"/>
              </a:spcAft>
              <a:defRPr kumimoji="1" sz="1000" b="1">
                <a:solidFill>
                  <a:srgbClr val="FFFFFF"/>
                </a:solidFill>
                <a:latin typeface="맑은 고딕" pitchFamily="50" charset="-127"/>
                <a:ea typeface="맑은 고딕" pitchFamily="50" charset="-127"/>
              </a:defRPr>
            </a:lvl2pPr>
            <a:lvl3pPr algn="ctr" eaLnBrk="0" fontAlgn="base" hangingPunct="0">
              <a:lnSpc>
                <a:spcPct val="130000"/>
              </a:lnSpc>
              <a:spcBef>
                <a:spcPct val="0"/>
              </a:spcBef>
              <a:spcAft>
                <a:spcPct val="0"/>
              </a:spcAft>
              <a:defRPr kumimoji="1" sz="1000" b="1">
                <a:solidFill>
                  <a:srgbClr val="FFFFFF"/>
                </a:solidFill>
                <a:latin typeface="맑은 고딕" pitchFamily="50" charset="-127"/>
                <a:ea typeface="맑은 고딕" pitchFamily="50" charset="-127"/>
              </a:defRPr>
            </a:lvl3pPr>
            <a:lvl4pPr algn="ctr" eaLnBrk="0" fontAlgn="base" hangingPunct="0">
              <a:lnSpc>
                <a:spcPct val="130000"/>
              </a:lnSpc>
              <a:spcBef>
                <a:spcPct val="0"/>
              </a:spcBef>
              <a:spcAft>
                <a:spcPct val="0"/>
              </a:spcAft>
              <a:defRPr kumimoji="1" sz="1000" b="1">
                <a:solidFill>
                  <a:srgbClr val="FFFFFF"/>
                </a:solidFill>
                <a:latin typeface="맑은 고딕" pitchFamily="50" charset="-127"/>
                <a:ea typeface="맑은 고딕" pitchFamily="50" charset="-127"/>
              </a:defRPr>
            </a:lvl4pPr>
            <a:lvl5pPr algn="ctr" eaLnBrk="0" fontAlgn="base" hangingPunct="0">
              <a:lnSpc>
                <a:spcPct val="130000"/>
              </a:lnSpc>
              <a:spcBef>
                <a:spcPct val="0"/>
              </a:spcBef>
              <a:spcAft>
                <a:spcPct val="0"/>
              </a:spcAft>
              <a:defRPr kumimoji="1" sz="1000" b="1">
                <a:solidFill>
                  <a:srgbClr val="FFFFFF"/>
                </a:solidFill>
                <a:latin typeface="맑은 고딕" pitchFamily="50" charset="-127"/>
                <a:ea typeface="맑은 고딕" pitchFamily="50" charset="-127"/>
              </a:defRPr>
            </a:lvl5pPr>
            <a:lvl6pPr defTabSz="914400" latinLnBrk="1">
              <a:defRPr kumimoji="1" sz="1000" b="1">
                <a:solidFill>
                  <a:srgbClr val="FFFFFF"/>
                </a:solidFill>
                <a:latin typeface="맑은 고딕" pitchFamily="50" charset="-127"/>
                <a:ea typeface="맑은 고딕" pitchFamily="50" charset="-127"/>
              </a:defRPr>
            </a:lvl6pPr>
            <a:lvl7pPr defTabSz="914400" latinLnBrk="1">
              <a:defRPr kumimoji="1" sz="1000" b="1">
                <a:solidFill>
                  <a:srgbClr val="FFFFFF"/>
                </a:solidFill>
                <a:latin typeface="맑은 고딕" pitchFamily="50" charset="-127"/>
                <a:ea typeface="맑은 고딕" pitchFamily="50" charset="-127"/>
              </a:defRPr>
            </a:lvl7pPr>
            <a:lvl8pPr defTabSz="914400" latinLnBrk="1">
              <a:defRPr kumimoji="1" sz="1000" b="1">
                <a:solidFill>
                  <a:srgbClr val="FFFFFF"/>
                </a:solidFill>
                <a:latin typeface="맑은 고딕" pitchFamily="50" charset="-127"/>
                <a:ea typeface="맑은 고딕" pitchFamily="50" charset="-127"/>
              </a:defRPr>
            </a:lvl8pPr>
            <a:lvl9pPr defTabSz="914400" latinLnBrk="1">
              <a:defRPr kumimoji="1" sz="1000" b="1">
                <a:solidFill>
                  <a:srgbClr val="FFFFFF"/>
                </a:solidFill>
                <a:latin typeface="맑은 고딕" pitchFamily="50" charset="-127"/>
                <a:ea typeface="맑은 고딕" pitchFamily="50" charset="-127"/>
              </a:defRPr>
            </a:lvl9pPr>
          </a:lstStyle>
          <a:p>
            <a:pPr marL="92075" lvl="0" indent="-92075" algn="l" defTabSz="457200" latinLnBrk="0">
              <a:lnSpc>
                <a:spcPts val="1500"/>
              </a:lnSpc>
              <a:buFont typeface="Arial" panose="020B0604020202020204" pitchFamily="34" charset="0"/>
              <a:buChar char="•"/>
            </a:pPr>
            <a:r>
              <a:rPr lang="ko-KR" altLang="ko-KR" sz="1050" dirty="0">
                <a:latin typeface="a고딕14" panose="02020600000000000000" pitchFamily="18" charset="-127"/>
                <a:ea typeface="a고딕14" panose="02020600000000000000" pitchFamily="18" charset="-127"/>
              </a:rPr>
              <a:t>STEP </a:t>
            </a:r>
            <a:r>
              <a:rPr lang="ko-KR" altLang="ko-KR" sz="1050" dirty="0" err="1">
                <a:latin typeface="a고딕14" panose="02020600000000000000" pitchFamily="18" charset="-127"/>
                <a:ea typeface="a고딕14" panose="02020600000000000000" pitchFamily="18" charset="-127"/>
              </a:rPr>
              <a:t>기개발</a:t>
            </a:r>
            <a:r>
              <a:rPr lang="ko-KR" altLang="ko-KR" sz="1050" dirty="0">
                <a:latin typeface="a고딕14" panose="02020600000000000000" pitchFamily="18" charset="-127"/>
                <a:ea typeface="a고딕14" panose="02020600000000000000" pitchFamily="18" charset="-127"/>
              </a:rPr>
              <a:t> 과목 2,586개(이러닝 2,397개, 가상훈련 189개) 메타데이터 확보</a:t>
            </a:r>
            <a:endParaRPr lang="en-US" altLang="ko-KR" sz="1050" dirty="0">
              <a:latin typeface="a고딕14" panose="02020600000000000000" pitchFamily="18" charset="-127"/>
              <a:ea typeface="a고딕14" panose="02020600000000000000" pitchFamily="18" charset="-127"/>
            </a:endParaRPr>
          </a:p>
          <a:p>
            <a:pPr marL="92075" lvl="0" indent="-92075" algn="l" defTabSz="457200" latinLnBrk="0">
              <a:lnSpc>
                <a:spcPts val="1500"/>
              </a:lnSpc>
              <a:buFont typeface="Arial" panose="020B0604020202020204" pitchFamily="34" charset="0"/>
              <a:buChar char="•"/>
            </a:pPr>
            <a:r>
              <a:rPr lang="ko-KR" altLang="ko-KR" sz="1050" dirty="0">
                <a:latin typeface="a고딕14" panose="02020600000000000000" pitchFamily="18" charset="-127"/>
                <a:ea typeface="a고딕14" panose="02020600000000000000" pitchFamily="18" charset="-127"/>
              </a:rPr>
              <a:t>과목별 → 최신 NCS 능력단위 매핑 </a:t>
            </a:r>
            <a:endParaRPr lang="en-US" altLang="ko-KR" sz="1050" dirty="0">
              <a:latin typeface="a고딕14" panose="02020600000000000000" pitchFamily="18" charset="-127"/>
              <a:ea typeface="a고딕14" panose="02020600000000000000" pitchFamily="18" charset="-127"/>
            </a:endParaRPr>
          </a:p>
          <a:p>
            <a:pPr marL="92075" lvl="0" indent="-92075" algn="l" defTabSz="457200" latinLnBrk="0">
              <a:lnSpc>
                <a:spcPts val="1500"/>
              </a:lnSpc>
              <a:buFont typeface="Arial" panose="020B0604020202020204" pitchFamily="34" charset="0"/>
              <a:buChar char="•"/>
            </a:pPr>
            <a:r>
              <a:rPr lang="ko-KR" altLang="ko-KR" sz="1050" dirty="0" err="1">
                <a:latin typeface="a고딕14" panose="02020600000000000000" pitchFamily="18" charset="-127"/>
                <a:ea typeface="a고딕14" panose="02020600000000000000" pitchFamily="18" charset="-127"/>
              </a:rPr>
              <a:t>변경·삭제·신설</a:t>
            </a:r>
            <a:r>
              <a:rPr lang="ko-KR" altLang="ko-KR" sz="1050" dirty="0">
                <a:latin typeface="a고딕14" panose="02020600000000000000" pitchFamily="18" charset="-127"/>
                <a:ea typeface="a고딕14" panose="02020600000000000000" pitchFamily="18" charset="-127"/>
              </a:rPr>
              <a:t> 능력단위별 매핑 결과</a:t>
            </a:r>
            <a:r>
              <a:rPr lang="ko-KR" altLang="en-US" sz="1050" dirty="0">
                <a:latin typeface="a고딕14" panose="02020600000000000000" pitchFamily="18" charset="-127"/>
                <a:ea typeface="a고딕14" panose="02020600000000000000" pitchFamily="18" charset="-127"/>
              </a:rPr>
              <a:t>에 따른 과목 개선 필요 여부 검토</a:t>
            </a:r>
            <a:endParaRPr lang="en-US" altLang="ko-KR" sz="1050" dirty="0">
              <a:latin typeface="a고딕14" panose="02020600000000000000" pitchFamily="18" charset="-127"/>
              <a:ea typeface="a고딕14" panose="02020600000000000000" pitchFamily="18" charset="-127"/>
            </a:endParaRPr>
          </a:p>
          <a:p>
            <a:pPr marL="92075" lvl="0" indent="-92075" algn="l" defTabSz="457200" latinLnBrk="0">
              <a:lnSpc>
                <a:spcPts val="1500"/>
              </a:lnSpc>
              <a:buFont typeface="Arial" panose="020B0604020202020204" pitchFamily="34" charset="0"/>
              <a:buChar char="•"/>
            </a:pPr>
            <a:r>
              <a:rPr kumimoji="1" lang="ko-KR" altLang="en-US" sz="1050" b="0" i="0" u="none" strike="noStrike" kern="0" cap="none" spc="0" normalizeH="0" baseline="0" noProof="0" dirty="0" err="1">
                <a:ln>
                  <a:noFill/>
                </a:ln>
                <a:solidFill>
                  <a:prstClr val="black"/>
                </a:solidFill>
                <a:effectLst/>
                <a:uLnTx/>
                <a:uFillTx/>
                <a:latin typeface="a고딕14" panose="02020600000000000000" pitchFamily="18" charset="-127"/>
                <a:ea typeface="a고딕14" panose="02020600000000000000" pitchFamily="18" charset="-127"/>
              </a:rPr>
              <a:t>미활용</a:t>
            </a:r>
            <a:r>
              <a:rPr kumimoji="1" lang="ko-KR" altLang="en-US" sz="105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 능력단위 </a:t>
            </a:r>
            <a:r>
              <a:rPr kumimoji="1" lang="en-US" altLang="ko-KR" sz="105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List </a:t>
            </a:r>
            <a:r>
              <a:rPr kumimoji="1" lang="ko-KR" altLang="en-US" sz="105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도출</a:t>
            </a:r>
            <a:endParaRPr kumimoji="1" lang="en-US" altLang="ko-KR" sz="105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27" name="TextBox 26">
            <a:extLst>
              <a:ext uri="{FF2B5EF4-FFF2-40B4-BE49-F238E27FC236}">
                <a16:creationId xmlns:a16="http://schemas.microsoft.com/office/drawing/2014/main" id="{89FEEEB5-0170-7A9F-CA0C-86BB834AA9E7}"/>
              </a:ext>
            </a:extLst>
          </p:cNvPr>
          <p:cNvSpPr txBox="1"/>
          <p:nvPr/>
        </p:nvSpPr>
        <p:spPr>
          <a:xfrm>
            <a:off x="603803" y="3697121"/>
            <a:ext cx="1271845" cy="1207016"/>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defPPr>
              <a:defRPr lang="en-US"/>
            </a:defPPr>
            <a:lvl1pPr>
              <a:buNone/>
              <a:defRPr sz="1100">
                <a:solidFill>
                  <a:schemeClr val="bg1"/>
                </a:solidFill>
                <a:latin typeface="a고딕14" panose="02020600000000000000" pitchFamily="18" charset="-127"/>
                <a:ea typeface="a고딕14" panose="02020600000000000000" pitchFamily="18" charset="-127"/>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latinLnBrk="0"/>
            <a:r>
              <a:rPr lang="ko-KR" altLang="ko-KR" dirty="0"/>
              <a:t>② </a:t>
            </a:r>
            <a:r>
              <a:rPr lang="ko-KR" altLang="ko-KR" dirty="0" err="1"/>
              <a:t>기개발</a:t>
            </a:r>
            <a:r>
              <a:rPr lang="ko-KR" altLang="ko-KR" dirty="0"/>
              <a:t> 과목 분석 및 </a:t>
            </a:r>
            <a:r>
              <a:rPr lang="ko-KR" altLang="ko-KR"/>
              <a:t>NCS 매핑</a:t>
            </a:r>
            <a:endParaRPr lang="en-US" altLang="ko-KR" dirty="0"/>
          </a:p>
        </p:txBody>
      </p:sp>
      <p:sp>
        <p:nvSpPr>
          <p:cNvPr id="31" name="이등변 삼각형 30">
            <a:extLst>
              <a:ext uri="{FF2B5EF4-FFF2-40B4-BE49-F238E27FC236}">
                <a16:creationId xmlns:a16="http://schemas.microsoft.com/office/drawing/2014/main" id="{4CAD4490-7D79-2A1B-C37E-8FAAAB9C8F32}"/>
              </a:ext>
            </a:extLst>
          </p:cNvPr>
          <p:cNvSpPr/>
          <p:nvPr/>
        </p:nvSpPr>
        <p:spPr>
          <a:xfrm rot="10800000">
            <a:off x="1137450" y="3445944"/>
            <a:ext cx="204550" cy="130694"/>
          </a:xfrm>
          <a:prstGeom prst="triangle">
            <a:avLst/>
          </a:prstGeom>
          <a:solidFill>
            <a:schemeClr val="accent1">
              <a:lumMod val="75000"/>
            </a:schemeClr>
          </a:solidFill>
          <a:ln w="19050" cap="flat" cmpd="sng" algn="ctr">
            <a:noFill/>
            <a:prstDash val="solid"/>
            <a:miter lim="800000"/>
          </a:ln>
          <a:effectLst/>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ptos" panose="0211000402020202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1061FD55-3610-D80C-6644-ED82519C548E}"/>
              </a:ext>
            </a:extLst>
          </p:cNvPr>
          <p:cNvSpPr txBox="1"/>
          <p:nvPr/>
        </p:nvSpPr>
        <p:spPr>
          <a:xfrm>
            <a:off x="2017268" y="5283036"/>
            <a:ext cx="2756345" cy="1206468"/>
          </a:xfrm>
          <a:prstGeom prst="rect">
            <a:avLst/>
          </a:prstGeom>
          <a:solidFill>
            <a:sysClr val="window" lastClr="FFFFFF"/>
          </a:solidFill>
          <a:ln w="38100" cmpd="tri">
            <a:solidFill>
              <a:sysClr val="window" lastClr="FFFFFF">
                <a:lumMod val="75000"/>
              </a:sysClr>
            </a:solidFill>
            <a:miter lim="800000"/>
            <a:headEnd/>
            <a:tailEnd/>
          </a:ln>
          <a:effectLst/>
        </p:spPr>
        <p:txBody>
          <a:bodyPr wrap="square" lIns="72000" tIns="72000" rIns="72000" bIns="72000" rtlCol="0" anchor="ctr"/>
          <a:lstStyle>
            <a:defPPr>
              <a:defRPr lang="en-US"/>
            </a:defPPr>
            <a:lvl1pPr marL="92075" lvl="0" indent="-92075" algn="l" defTabSz="457200" latinLnBrk="0">
              <a:lnSpc>
                <a:spcPts val="1500"/>
              </a:lnSpc>
              <a:buFont typeface="Arial" panose="020B0604020202020204" pitchFamily="34" charset="0"/>
              <a:buChar char="•"/>
              <a:defRPr kumimoji="1" sz="1050" b="0">
                <a:latin typeface="a고딕14" panose="02020600000000000000" pitchFamily="18" charset="-127"/>
                <a:ea typeface="a고딕14" panose="02020600000000000000" pitchFamily="18" charset="-127"/>
              </a:defRPr>
            </a:lvl1pPr>
            <a:lvl2pPr>
              <a:lnSpc>
                <a:spcPct val="130000"/>
              </a:lnSpc>
              <a:defRPr kumimoji="1" sz="1000" b="1">
                <a:solidFill>
                  <a:srgbClr val="FFFFFF"/>
                </a:solidFill>
              </a:defRPr>
            </a:lvl2pPr>
            <a:lvl3pPr>
              <a:lnSpc>
                <a:spcPct val="130000"/>
              </a:lnSpc>
              <a:defRPr kumimoji="1" sz="1000" b="1">
                <a:solidFill>
                  <a:srgbClr val="FFFFFF"/>
                </a:solidFill>
              </a:defRPr>
            </a:lvl3pPr>
            <a:lvl4pPr>
              <a:lnSpc>
                <a:spcPct val="130000"/>
              </a:lnSpc>
              <a:defRPr kumimoji="1" sz="1000" b="1">
                <a:solidFill>
                  <a:srgbClr val="FFFFFF"/>
                </a:solidFill>
              </a:defRPr>
            </a:lvl4pPr>
            <a:lvl5pPr>
              <a:lnSpc>
                <a:spcPct val="130000"/>
              </a:lnSpc>
              <a:defRPr kumimoji="1" sz="1000" b="1">
                <a:solidFill>
                  <a:srgbClr val="FFFFFF"/>
                </a:solidFill>
              </a:defRPr>
            </a:lvl5pPr>
            <a:lvl6pPr>
              <a:defRPr kumimoji="1" sz="1000" b="1">
                <a:solidFill>
                  <a:srgbClr val="FFFFFF"/>
                </a:solidFill>
              </a:defRPr>
            </a:lvl6pPr>
            <a:lvl7pPr>
              <a:defRPr kumimoji="1" sz="1000" b="1">
                <a:solidFill>
                  <a:srgbClr val="FFFFFF"/>
                </a:solidFill>
              </a:defRPr>
            </a:lvl7pPr>
            <a:lvl8pPr>
              <a:defRPr kumimoji="1" sz="1000" b="1">
                <a:solidFill>
                  <a:srgbClr val="FFFFFF"/>
                </a:solidFill>
              </a:defRPr>
            </a:lvl8pPr>
            <a:lvl9pPr>
              <a:defRPr kumimoji="1" sz="1000" b="1">
                <a:solidFill>
                  <a:srgbClr val="FFFFFF"/>
                </a:solidFill>
              </a:defRPr>
            </a:lvl9pPr>
          </a:lstStyle>
          <a:p>
            <a:r>
              <a:rPr lang="ko-KR" altLang="ko-KR" dirty="0"/>
              <a:t>매핑 결과 반영 → </a:t>
            </a:r>
            <a:r>
              <a:rPr lang="ko-KR" altLang="ko-KR" dirty="0" err="1"/>
              <a:t>Master</a:t>
            </a:r>
            <a:r>
              <a:rPr lang="ko-KR" altLang="ko-KR" dirty="0"/>
              <a:t> DB 1차 확정 (</a:t>
            </a:r>
            <a:r>
              <a:rPr lang="ko-KR" altLang="ko-KR" dirty="0" err="1"/>
              <a:t>유효·재매핑·삭제</a:t>
            </a:r>
            <a:r>
              <a:rPr lang="ko-KR" altLang="ko-KR" dirty="0"/>
              <a:t> 플래그)</a:t>
            </a:r>
            <a:endParaRPr lang="en-US" altLang="ko-KR" dirty="0"/>
          </a:p>
          <a:p>
            <a:pPr marL="0" indent="0">
              <a:buNone/>
            </a:pPr>
            <a:r>
              <a:rPr lang="en-US" altLang="ko-KR" dirty="0"/>
              <a:t> - </a:t>
            </a:r>
            <a:r>
              <a:rPr lang="ko-KR" altLang="en-US" dirty="0"/>
              <a:t>기존 </a:t>
            </a:r>
            <a:r>
              <a:rPr lang="en-US" altLang="ko-KR" dirty="0"/>
              <a:t>Master DB </a:t>
            </a:r>
            <a:r>
              <a:rPr lang="ko-KR" altLang="en-US" dirty="0"/>
              <a:t>세부 항목 최신화</a:t>
            </a:r>
            <a:endParaRPr lang="en-US" altLang="ko-KR" dirty="0"/>
          </a:p>
          <a:p>
            <a:pPr marL="0" indent="0">
              <a:buNone/>
            </a:pPr>
            <a:r>
              <a:rPr lang="en-US" altLang="ko-KR" dirty="0"/>
              <a:t> - </a:t>
            </a:r>
            <a:r>
              <a:rPr lang="ko-KR" altLang="en-US" dirty="0"/>
              <a:t>변경</a:t>
            </a:r>
            <a:r>
              <a:rPr lang="en-US" altLang="ko-KR" dirty="0"/>
              <a:t>·</a:t>
            </a:r>
            <a:r>
              <a:rPr lang="ko-KR" altLang="en-US" dirty="0"/>
              <a:t>삭제</a:t>
            </a:r>
            <a:r>
              <a:rPr lang="en-US" altLang="ko-KR" dirty="0"/>
              <a:t> </a:t>
            </a:r>
            <a:r>
              <a:rPr lang="ko-KR" altLang="en-US" dirty="0"/>
              <a:t>내용 상태 표기</a:t>
            </a:r>
            <a:endParaRPr lang="en-US" altLang="ko-KR" dirty="0"/>
          </a:p>
          <a:p>
            <a:pPr marL="0" indent="0">
              <a:buNone/>
            </a:pPr>
            <a:r>
              <a:rPr lang="en-US" altLang="ko-KR" dirty="0"/>
              <a:t> - </a:t>
            </a:r>
            <a:r>
              <a:rPr lang="ko-KR" altLang="en-US" dirty="0"/>
              <a:t>신규 능력단위 관련 교과목 역방향 검토</a:t>
            </a:r>
            <a:endParaRPr lang="en-US" altLang="ko-KR" dirty="0"/>
          </a:p>
        </p:txBody>
      </p:sp>
      <p:sp>
        <p:nvSpPr>
          <p:cNvPr id="55" name="TextBox 54">
            <a:extLst>
              <a:ext uri="{FF2B5EF4-FFF2-40B4-BE49-F238E27FC236}">
                <a16:creationId xmlns:a16="http://schemas.microsoft.com/office/drawing/2014/main" id="{4321DC08-D4FB-567D-FE4B-8EE98E215C5A}"/>
              </a:ext>
            </a:extLst>
          </p:cNvPr>
          <p:cNvSpPr txBox="1"/>
          <p:nvPr/>
        </p:nvSpPr>
        <p:spPr>
          <a:xfrm>
            <a:off x="603803" y="5282488"/>
            <a:ext cx="1271845" cy="1207016"/>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defPPr>
              <a:defRPr lang="en-US"/>
            </a:defPPr>
            <a:lvl1pPr>
              <a:buNone/>
              <a:defRPr sz="1100">
                <a:solidFill>
                  <a:schemeClr val="bg1"/>
                </a:solidFill>
                <a:latin typeface="a고딕14" panose="02020600000000000000" pitchFamily="18" charset="-127"/>
                <a:ea typeface="a고딕14" panose="02020600000000000000" pitchFamily="18" charset="-127"/>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latinLnBrk="0"/>
            <a:r>
              <a:rPr lang="ko-KR" altLang="ko-KR" dirty="0"/>
              <a:t>③ </a:t>
            </a:r>
            <a:r>
              <a:rPr lang="ko-KR" altLang="ko-KR" dirty="0" err="1"/>
              <a:t>Master</a:t>
            </a:r>
            <a:r>
              <a:rPr lang="ko-KR" altLang="ko-KR" dirty="0"/>
              <a:t> DB 1차 업데이트</a:t>
            </a:r>
            <a:endParaRPr lang="en-US" altLang="ko-KR" dirty="0"/>
          </a:p>
        </p:txBody>
      </p:sp>
      <p:sp>
        <p:nvSpPr>
          <p:cNvPr id="67" name="이등변 삼각형 66">
            <a:extLst>
              <a:ext uri="{FF2B5EF4-FFF2-40B4-BE49-F238E27FC236}">
                <a16:creationId xmlns:a16="http://schemas.microsoft.com/office/drawing/2014/main" id="{45D396FD-F019-9554-0BF9-AF16E5D6E935}"/>
              </a:ext>
            </a:extLst>
          </p:cNvPr>
          <p:cNvSpPr/>
          <p:nvPr/>
        </p:nvSpPr>
        <p:spPr>
          <a:xfrm rot="10800000">
            <a:off x="1137450" y="5069552"/>
            <a:ext cx="204550" cy="130694"/>
          </a:xfrm>
          <a:prstGeom prst="triangle">
            <a:avLst/>
          </a:prstGeom>
          <a:solidFill>
            <a:schemeClr val="accent1">
              <a:lumMod val="75000"/>
            </a:schemeClr>
          </a:solidFill>
          <a:ln w="19050" cap="flat" cmpd="sng" algn="ctr">
            <a:noFill/>
            <a:prstDash val="solid"/>
            <a:miter lim="800000"/>
          </a:ln>
          <a:effectLst/>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ptos" panose="02110004020202020204"/>
              <a:ea typeface="맑은 고딕" panose="020B0503020000020004" pitchFamily="50" charset="-127"/>
              <a:cs typeface="+mn-cs"/>
            </a:endParaRPr>
          </a:p>
        </p:txBody>
      </p:sp>
      <p:pic>
        <p:nvPicPr>
          <p:cNvPr id="74" name="그림 73">
            <a:extLst>
              <a:ext uri="{FF2B5EF4-FFF2-40B4-BE49-F238E27FC236}">
                <a16:creationId xmlns:a16="http://schemas.microsoft.com/office/drawing/2014/main" id="{2670B947-E429-2DD2-164C-98125F4D96A8}"/>
              </a:ext>
            </a:extLst>
          </p:cNvPr>
          <p:cNvPicPr>
            <a:picLocks noChangeAspect="1"/>
          </p:cNvPicPr>
          <p:nvPr/>
        </p:nvPicPr>
        <p:blipFill>
          <a:blip r:embed="rId2"/>
          <a:stretch>
            <a:fillRect/>
          </a:stretch>
        </p:blipFill>
        <p:spPr>
          <a:xfrm>
            <a:off x="5120154" y="2383314"/>
            <a:ext cx="4216249" cy="1676545"/>
          </a:xfrm>
          <a:prstGeom prst="rect">
            <a:avLst/>
          </a:prstGeom>
        </p:spPr>
      </p:pic>
      <p:sp>
        <p:nvSpPr>
          <p:cNvPr id="75" name="직사각형 74">
            <a:extLst>
              <a:ext uri="{FF2B5EF4-FFF2-40B4-BE49-F238E27FC236}">
                <a16:creationId xmlns:a16="http://schemas.microsoft.com/office/drawing/2014/main" id="{65CA0D38-B47D-5D69-1DE2-9A08DAE12D14}"/>
              </a:ext>
            </a:extLst>
          </p:cNvPr>
          <p:cNvSpPr/>
          <p:nvPr/>
        </p:nvSpPr>
        <p:spPr bwMode="auto">
          <a:xfrm>
            <a:off x="5128198" y="4311766"/>
            <a:ext cx="4212547" cy="244486"/>
          </a:xfrm>
          <a:prstGeom prst="rect">
            <a:avLst/>
          </a:prstGeom>
          <a:solidFill>
            <a:schemeClr val="bg1"/>
          </a:solidFill>
          <a:ln w="3175">
            <a:noFill/>
            <a:miter lim="800000"/>
            <a:headEnd/>
            <a:tailEnd/>
          </a:ln>
          <a:effectLst/>
        </p:spPr>
        <p:txBody>
          <a:bodyPr wrap="square" lIns="36000" tIns="36000" rIns="36000" bIns="36000" rtlCol="0" anchor="ctr"/>
          <a:lstStyle/>
          <a:p>
            <a:pPr marL="0" marR="0" lvl="0" indent="0" algn="l" defTabSz="914400" eaLnBrk="1" fontAlgn="auto" latinLnBrk="0" hangingPunct="1">
              <a:lnSpc>
                <a:spcPct val="100000"/>
              </a:lnSpc>
              <a:spcBef>
                <a:spcPts val="0"/>
              </a:spcBef>
              <a:spcAft>
                <a:spcPts val="600"/>
              </a:spcAft>
              <a:buClrTx/>
              <a:buSzTx/>
              <a:buFontTx/>
              <a:buNone/>
              <a:tabLst/>
              <a:defRPr/>
            </a:pPr>
            <a:r>
              <a:rPr kumimoji="0" lang="en-US" altLang="ko-KR" sz="1100" i="0" u="none" strike="noStrike" kern="0" cap="none" spc="0" normalizeH="0" baseline="0" noProof="0" dirty="0">
                <a:ln>
                  <a:noFill/>
                </a:ln>
                <a:solidFill>
                  <a:schemeClr val="tx1">
                    <a:lumMod val="85000"/>
                    <a:lumOff val="15000"/>
                  </a:schemeClr>
                </a:solidFill>
                <a:effectLst/>
                <a:uLnTx/>
                <a:uFillTx/>
                <a:latin typeface="+mj-ea"/>
                <a:ea typeface="+mj-ea"/>
              </a:rPr>
              <a:t>▶ </a:t>
            </a:r>
            <a:r>
              <a:rPr kumimoji="0" lang="ko-KR" altLang="en-US" sz="1100" i="0" u="none" strike="noStrike" kern="0" cap="none" spc="0" normalizeH="0" baseline="0" noProof="0" dirty="0" err="1">
                <a:ln>
                  <a:noFill/>
                </a:ln>
                <a:solidFill>
                  <a:schemeClr val="tx1">
                    <a:lumMod val="85000"/>
                    <a:lumOff val="15000"/>
                  </a:schemeClr>
                </a:solidFill>
                <a:effectLst/>
                <a:uLnTx/>
                <a:uFillTx/>
                <a:latin typeface="+mj-ea"/>
                <a:ea typeface="+mj-ea"/>
              </a:rPr>
              <a:t>기개발</a:t>
            </a:r>
            <a:r>
              <a:rPr kumimoji="0" lang="ko-KR" altLang="en-US" sz="1100" i="0" u="none" strike="noStrike" kern="0" cap="none" spc="0" normalizeH="0" baseline="0" noProof="0" dirty="0">
                <a:ln>
                  <a:noFill/>
                </a:ln>
                <a:solidFill>
                  <a:schemeClr val="tx1">
                    <a:lumMod val="85000"/>
                    <a:lumOff val="15000"/>
                  </a:schemeClr>
                </a:solidFill>
                <a:effectLst/>
                <a:uLnTx/>
                <a:uFillTx/>
                <a:latin typeface="+mj-ea"/>
                <a:ea typeface="+mj-ea"/>
              </a:rPr>
              <a:t> 과목 </a:t>
            </a:r>
            <a:r>
              <a:rPr lang="en-US" altLang="ko-KR" sz="1100" kern="0" dirty="0">
                <a:solidFill>
                  <a:schemeClr val="tx1">
                    <a:lumMod val="85000"/>
                    <a:lumOff val="15000"/>
                  </a:schemeClr>
                </a:solidFill>
                <a:latin typeface="+mj-ea"/>
                <a:ea typeface="+mj-ea"/>
              </a:rPr>
              <a:t>– NCS </a:t>
            </a:r>
            <a:r>
              <a:rPr lang="ko-KR" altLang="en-US" sz="1100" kern="0" dirty="0">
                <a:solidFill>
                  <a:schemeClr val="tx1">
                    <a:lumMod val="85000"/>
                    <a:lumOff val="15000"/>
                  </a:schemeClr>
                </a:solidFill>
                <a:latin typeface="+mj-ea"/>
                <a:ea typeface="+mj-ea"/>
              </a:rPr>
              <a:t>매핑 예시</a:t>
            </a:r>
            <a:endParaRPr kumimoji="0" lang="en-US" altLang="ko-KR" sz="1100" i="0" u="none" strike="noStrike" kern="0" cap="none" spc="0" normalizeH="0" baseline="0" noProof="0" dirty="0">
              <a:ln>
                <a:noFill/>
              </a:ln>
              <a:solidFill>
                <a:schemeClr val="tx1">
                  <a:lumMod val="85000"/>
                  <a:lumOff val="15000"/>
                </a:schemeClr>
              </a:solidFill>
              <a:effectLst/>
              <a:uLnTx/>
              <a:uFillTx/>
              <a:latin typeface="+mj-ea"/>
              <a:ea typeface="+mj-ea"/>
            </a:endParaRPr>
          </a:p>
        </p:txBody>
      </p:sp>
      <p:pic>
        <p:nvPicPr>
          <p:cNvPr id="80" name="그림 79">
            <a:extLst>
              <a:ext uri="{FF2B5EF4-FFF2-40B4-BE49-F238E27FC236}">
                <a16:creationId xmlns:a16="http://schemas.microsoft.com/office/drawing/2014/main" id="{E3A16BBC-0DA3-9D93-9064-7E76248ED93E}"/>
              </a:ext>
            </a:extLst>
          </p:cNvPr>
          <p:cNvPicPr>
            <a:picLocks noChangeAspect="1"/>
          </p:cNvPicPr>
          <p:nvPr/>
        </p:nvPicPr>
        <p:blipFill>
          <a:blip r:embed="rId3"/>
          <a:stretch>
            <a:fillRect/>
          </a:stretch>
        </p:blipFill>
        <p:spPr>
          <a:xfrm>
            <a:off x="5132388" y="4617132"/>
            <a:ext cx="4200967" cy="1889911"/>
          </a:xfrm>
          <a:prstGeom prst="rect">
            <a:avLst/>
          </a:prstGeom>
        </p:spPr>
      </p:pic>
    </p:spTree>
    <p:extLst>
      <p:ext uri="{BB962C8B-B14F-4D97-AF65-F5344CB8AC3E}">
        <p14:creationId xmlns:p14="http://schemas.microsoft.com/office/powerpoint/2010/main" val="4009828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36FB46DB-9321-4359-BCED-59FFB9456A2C}"/>
              </a:ext>
            </a:extLst>
          </p:cNvPr>
          <p:cNvSpPr>
            <a:spLocks noGrp="1"/>
          </p:cNvSpPr>
          <p:nvPr>
            <p:ph type="body" sz="quarter" idx="12"/>
          </p:nvPr>
        </p:nvSpPr>
        <p:spPr/>
        <p:txBody>
          <a:bodyPr vert="horz" wrap="square" lIns="0" tIns="45720" rIns="0" bIns="0" rtlCol="0">
            <a:noAutofit/>
          </a:bodyPr>
          <a:lstStyle/>
          <a:p>
            <a:pPr algn="l" latinLnBrk="0"/>
            <a:r>
              <a:rPr lang="ko-KR" altLang="ko-KR" dirty="0"/>
              <a:t>STEP 산업 분야별 학습 로드맵(SLR) 현황 데이터를 확보하고, </a:t>
            </a:r>
            <a:r>
              <a:rPr lang="ko-KR" altLang="ko-KR" dirty="0" err="1"/>
              <a:t>Master</a:t>
            </a:r>
            <a:r>
              <a:rPr lang="ko-KR" altLang="ko-KR" dirty="0"/>
              <a:t> </a:t>
            </a:r>
            <a:r>
              <a:rPr lang="ko-KR" altLang="ko-KR" dirty="0" err="1"/>
              <a:t>DB와의</a:t>
            </a:r>
            <a:r>
              <a:rPr lang="ko-KR" altLang="ko-KR" dirty="0"/>
              <a:t> 정합성을 점검하여 분야 → 직무 → 과정 → 능력단위 4계층의 </a:t>
            </a:r>
            <a:r>
              <a:rPr lang="ko-KR" altLang="ko-KR" dirty="0" err="1"/>
              <a:t>SLR을</a:t>
            </a:r>
            <a:r>
              <a:rPr lang="ko-KR" altLang="ko-KR" dirty="0"/>
              <a:t> 최신 NCS·SQF 체계에 맞춰 정비하고자 함</a:t>
            </a:r>
          </a:p>
        </p:txBody>
      </p:sp>
      <p:sp>
        <p:nvSpPr>
          <p:cNvPr id="5" name="텍스트 개체 틀 4">
            <a:extLst>
              <a:ext uri="{FF2B5EF4-FFF2-40B4-BE49-F238E27FC236}">
                <a16:creationId xmlns:a16="http://schemas.microsoft.com/office/drawing/2014/main" id="{51E8A3AD-C488-46A5-ADDF-87BB457AEAF6}"/>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grpSp>
        <p:nvGrpSpPr>
          <p:cNvPr id="48" name="그룹 47">
            <a:extLst>
              <a:ext uri="{FF2B5EF4-FFF2-40B4-BE49-F238E27FC236}">
                <a16:creationId xmlns:a16="http://schemas.microsoft.com/office/drawing/2014/main" id="{98DEB9D2-321D-41F6-83B2-0E2CABAA82AB}"/>
              </a:ext>
            </a:extLst>
          </p:cNvPr>
          <p:cNvGrpSpPr/>
          <p:nvPr/>
        </p:nvGrpSpPr>
        <p:grpSpPr>
          <a:xfrm>
            <a:off x="596515" y="1681027"/>
            <a:ext cx="4177098" cy="266602"/>
            <a:chOff x="802640" y="2236632"/>
            <a:chExt cx="1972178" cy="266552"/>
          </a:xfrm>
        </p:grpSpPr>
        <p:sp>
          <p:nvSpPr>
            <p:cNvPr id="49" name="ListLeanHorizontalTextTopic0">
              <a:extLst>
                <a:ext uri="{FF2B5EF4-FFF2-40B4-BE49-F238E27FC236}">
                  <a16:creationId xmlns:a16="http://schemas.microsoft.com/office/drawing/2014/main" id="{CC410FC6-1837-4B48-817E-170BFE312C29}"/>
                </a:ext>
              </a:extLst>
            </p:cNvPr>
            <p:cNvSpPr txBox="1"/>
            <p:nvPr/>
          </p:nvSpPr>
          <p:spPr>
            <a:xfrm>
              <a:off x="802640" y="2236632"/>
              <a:ext cx="197217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수행 절차</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50" name="Horizontal Line">
              <a:extLst>
                <a:ext uri="{FF2B5EF4-FFF2-40B4-BE49-F238E27FC236}">
                  <a16:creationId xmlns:a16="http://schemas.microsoft.com/office/drawing/2014/main" id="{39B44751-FA0D-47D5-9EAC-3ECA135B1D02}"/>
                </a:ext>
              </a:extLst>
            </p:cNvPr>
            <p:cNvCxnSpPr>
              <a:cxnSpLocks/>
            </p:cNvCxnSpPr>
            <p:nvPr/>
          </p:nvCxnSpPr>
          <p:spPr>
            <a:xfrm>
              <a:off x="802640" y="2503184"/>
              <a:ext cx="1972178" cy="0"/>
            </a:xfrm>
            <a:prstGeom prst="line">
              <a:avLst/>
            </a:prstGeom>
            <a:noFill/>
            <a:ln w="22225" cap="flat" cmpd="sng" algn="ctr">
              <a:solidFill>
                <a:srgbClr val="003F56"/>
              </a:solidFill>
              <a:prstDash val="solid"/>
            </a:ln>
            <a:effectLst/>
          </p:spPr>
        </p:cxnSp>
      </p:grpSp>
      <p:sp>
        <p:nvSpPr>
          <p:cNvPr id="11"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en-US" altLang="ko-KR" sz="1200" dirty="0">
                <a:solidFill>
                  <a:schemeClr val="bg1"/>
                </a:solidFill>
              </a:rPr>
              <a:t>Step2. SLR </a:t>
            </a:r>
            <a:r>
              <a:rPr lang="ko-KR" altLang="en-US" sz="1200" dirty="0">
                <a:solidFill>
                  <a:schemeClr val="bg1"/>
                </a:solidFill>
              </a:rPr>
              <a:t>관련 </a:t>
            </a:r>
            <a:r>
              <a:rPr lang="en-US" altLang="ko-KR" sz="1200" dirty="0">
                <a:solidFill>
                  <a:schemeClr val="bg1"/>
                </a:solidFill>
              </a:rPr>
              <a:t>Data </a:t>
            </a:r>
            <a:r>
              <a:rPr lang="ko-KR" altLang="en-US" sz="1200" dirty="0">
                <a:solidFill>
                  <a:schemeClr val="bg1"/>
                </a:solidFill>
              </a:rPr>
              <a:t>확보 및 최신화</a:t>
            </a:r>
          </a:p>
        </p:txBody>
      </p:sp>
      <p:sp>
        <p:nvSpPr>
          <p:cNvPr id="12" name="직사각형 11"/>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1. STEP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학습 로드맵</a:t>
            </a: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(SLR)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최신화</a:t>
            </a:r>
            <a:endParaRPr lang="ko-KR" altLang="en-US" sz="1100" dirty="0">
              <a:solidFill>
                <a:srgbClr val="003F56"/>
              </a:solidFill>
              <a:latin typeface="a고딕14"/>
              <a:ea typeface="a고딕14"/>
            </a:endParaRPr>
          </a:p>
        </p:txBody>
      </p:sp>
      <p:grpSp>
        <p:nvGrpSpPr>
          <p:cNvPr id="13" name="그룹 12">
            <a:extLst>
              <a:ext uri="{FF2B5EF4-FFF2-40B4-BE49-F238E27FC236}">
                <a16:creationId xmlns:a16="http://schemas.microsoft.com/office/drawing/2014/main" id="{E3A0284B-4F33-406B-4044-167F5C968A6E}"/>
              </a:ext>
            </a:extLst>
          </p:cNvPr>
          <p:cNvGrpSpPr/>
          <p:nvPr/>
        </p:nvGrpSpPr>
        <p:grpSpPr>
          <a:xfrm>
            <a:off x="5132388" y="1681027"/>
            <a:ext cx="4213225" cy="266602"/>
            <a:chOff x="802640" y="2236632"/>
            <a:chExt cx="1989235" cy="266552"/>
          </a:xfrm>
        </p:grpSpPr>
        <p:sp>
          <p:nvSpPr>
            <p:cNvPr id="14" name="ListLeanHorizontalTextTopic0">
              <a:extLst>
                <a:ext uri="{FF2B5EF4-FFF2-40B4-BE49-F238E27FC236}">
                  <a16:creationId xmlns:a16="http://schemas.microsoft.com/office/drawing/2014/main" id="{9420CFB6-7654-99EC-4308-16D6EE44958D}"/>
                </a:ext>
              </a:extLst>
            </p:cNvPr>
            <p:cNvSpPr txBox="1"/>
            <p:nvPr/>
          </p:nvSpPr>
          <p:spPr>
            <a:xfrm>
              <a:off x="802640" y="2236632"/>
              <a:ext cx="197217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수행 방법</a:t>
              </a:r>
              <a:endParaRPr lang="de-DE" altLang="ko-KR"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5" name="Horizontal Line">
              <a:extLst>
                <a:ext uri="{FF2B5EF4-FFF2-40B4-BE49-F238E27FC236}">
                  <a16:creationId xmlns:a16="http://schemas.microsoft.com/office/drawing/2014/main" id="{CDF59531-2BEC-24D4-2569-7CE9F79B6482}"/>
                </a:ext>
              </a:extLst>
            </p:cNvPr>
            <p:cNvCxnSpPr>
              <a:cxnSpLocks/>
            </p:cNvCxnSpPr>
            <p:nvPr/>
          </p:nvCxnSpPr>
          <p:spPr>
            <a:xfrm>
              <a:off x="802640" y="2503184"/>
              <a:ext cx="1989235" cy="0"/>
            </a:xfrm>
            <a:prstGeom prst="line">
              <a:avLst/>
            </a:prstGeom>
            <a:noFill/>
            <a:ln w="22225" cap="flat" cmpd="sng" algn="ctr">
              <a:solidFill>
                <a:srgbClr val="003F56"/>
              </a:solidFill>
              <a:prstDash val="solid"/>
            </a:ln>
            <a:effectLst/>
          </p:spPr>
        </p:cxnSp>
      </p:grpSp>
      <p:sp>
        <p:nvSpPr>
          <p:cNvPr id="32" name="직사각형 31">
            <a:extLst>
              <a:ext uri="{FF2B5EF4-FFF2-40B4-BE49-F238E27FC236}">
                <a16:creationId xmlns:a16="http://schemas.microsoft.com/office/drawing/2014/main" id="{318928E1-C3C2-925F-056F-81C746140F03}"/>
              </a:ext>
            </a:extLst>
          </p:cNvPr>
          <p:cNvSpPr/>
          <p:nvPr/>
        </p:nvSpPr>
        <p:spPr bwMode="auto">
          <a:xfrm>
            <a:off x="5128198" y="2093206"/>
            <a:ext cx="4212547" cy="244486"/>
          </a:xfrm>
          <a:prstGeom prst="rect">
            <a:avLst/>
          </a:prstGeom>
          <a:solidFill>
            <a:schemeClr val="bg1"/>
          </a:solidFill>
          <a:ln w="3175">
            <a:noFill/>
            <a:miter lim="800000"/>
            <a:headEnd/>
            <a:tailEnd/>
          </a:ln>
          <a:effectLst/>
        </p:spPr>
        <p:txBody>
          <a:bodyPr wrap="square" lIns="36000" tIns="36000" rIns="36000" bIns="36000" rtlCol="0" anchor="ctr"/>
          <a:lstStyle/>
          <a:p>
            <a:pPr marL="0" marR="0" lvl="0" indent="0" algn="l" defTabSz="914400" eaLnBrk="1" fontAlgn="auto" latinLnBrk="0" hangingPunct="1">
              <a:lnSpc>
                <a:spcPct val="100000"/>
              </a:lnSpc>
              <a:spcBef>
                <a:spcPts val="0"/>
              </a:spcBef>
              <a:spcAft>
                <a:spcPts val="600"/>
              </a:spcAft>
              <a:buClrTx/>
              <a:buSzTx/>
              <a:buFontTx/>
              <a:buNone/>
              <a:tabLst/>
              <a:defRPr/>
            </a:pPr>
            <a:r>
              <a:rPr kumimoji="0" lang="en-US" altLang="ko-KR" sz="1100" i="0" u="none" strike="noStrike" kern="0" cap="none" spc="0" normalizeH="0" baseline="0" noProof="0" dirty="0">
                <a:ln>
                  <a:noFill/>
                </a:ln>
                <a:solidFill>
                  <a:schemeClr val="tx1">
                    <a:lumMod val="85000"/>
                    <a:lumOff val="15000"/>
                  </a:schemeClr>
                </a:solidFill>
                <a:effectLst/>
                <a:uLnTx/>
                <a:uFillTx/>
                <a:latin typeface="+mj-ea"/>
                <a:ea typeface="+mj-ea"/>
              </a:rPr>
              <a:t>▶ </a:t>
            </a:r>
            <a:r>
              <a:rPr lang="en-US" altLang="ko-KR" sz="1100" kern="0" dirty="0">
                <a:solidFill>
                  <a:schemeClr val="tx1">
                    <a:lumMod val="85000"/>
                    <a:lumOff val="15000"/>
                  </a:schemeClr>
                </a:solidFill>
                <a:latin typeface="+mj-ea"/>
                <a:ea typeface="+mj-ea"/>
              </a:rPr>
              <a:t>Master DB – SLR </a:t>
            </a:r>
            <a:r>
              <a:rPr lang="ko-KR" altLang="en-US" sz="1100" kern="0" dirty="0">
                <a:solidFill>
                  <a:schemeClr val="tx1">
                    <a:lumMod val="85000"/>
                    <a:lumOff val="15000"/>
                  </a:schemeClr>
                </a:solidFill>
                <a:latin typeface="+mj-ea"/>
                <a:ea typeface="+mj-ea"/>
              </a:rPr>
              <a:t>교차 정합성 검토</a:t>
            </a:r>
            <a:endParaRPr kumimoji="0" lang="en-US" altLang="ko-KR" sz="1100" i="0" u="none" strike="noStrike" kern="0" cap="none" spc="0" normalizeH="0" baseline="0" noProof="0" dirty="0">
              <a:ln>
                <a:noFill/>
              </a:ln>
              <a:solidFill>
                <a:schemeClr val="tx1">
                  <a:lumMod val="85000"/>
                  <a:lumOff val="15000"/>
                </a:schemeClr>
              </a:solidFill>
              <a:effectLst/>
              <a:uLnTx/>
              <a:uFillTx/>
              <a:latin typeface="+mj-ea"/>
              <a:ea typeface="+mj-ea"/>
            </a:endParaRPr>
          </a:p>
        </p:txBody>
      </p:sp>
      <p:sp>
        <p:nvSpPr>
          <p:cNvPr id="29" name="TextBox 28">
            <a:extLst>
              <a:ext uri="{FF2B5EF4-FFF2-40B4-BE49-F238E27FC236}">
                <a16:creationId xmlns:a16="http://schemas.microsoft.com/office/drawing/2014/main" id="{FFD58E33-FA6D-354D-9907-249E4702B8EA}"/>
              </a:ext>
            </a:extLst>
          </p:cNvPr>
          <p:cNvSpPr txBox="1"/>
          <p:nvPr/>
        </p:nvSpPr>
        <p:spPr>
          <a:xfrm>
            <a:off x="2017268" y="2111762"/>
            <a:ext cx="2756345" cy="939202"/>
          </a:xfrm>
          <a:prstGeom prst="rect">
            <a:avLst/>
          </a:prstGeom>
          <a:solidFill>
            <a:sysClr val="window" lastClr="FFFFFF"/>
          </a:solidFill>
          <a:ln w="38100" cmpd="tri">
            <a:solidFill>
              <a:sysClr val="window" lastClr="FFFFFF">
                <a:lumMod val="75000"/>
              </a:sysClr>
            </a:solidFill>
            <a:miter lim="800000"/>
            <a:headEnd/>
            <a:tailEnd/>
          </a:ln>
          <a:effectLst/>
        </p:spPr>
        <p:txBody>
          <a:bodyPr wrap="square" lIns="72000" tIns="72000" rIns="72000" bIns="72000" rtlCol="0" anchor="ctr"/>
          <a:lstStyle>
            <a:defPPr>
              <a:defRPr lang="en-US"/>
            </a:defPPr>
            <a:lvl1pPr marL="228600" indent="-228600" eaLnBrk="0" fontAlgn="base" hangingPunct="0">
              <a:lnSpc>
                <a:spcPct val="130000"/>
              </a:lnSpc>
              <a:spcBef>
                <a:spcPct val="0"/>
              </a:spcBef>
              <a:spcAft>
                <a:spcPct val="0"/>
              </a:spcAft>
              <a:buFont typeface="+mj-lt"/>
              <a:buAutoNum type="arabicPeriod"/>
              <a:defRPr kumimoji="1" sz="1100" b="0">
                <a:latin typeface="페이퍼로지 5 Medium" pitchFamily="2" charset="-127"/>
                <a:ea typeface="페이퍼로지 5 Medium" pitchFamily="2" charset="-127"/>
              </a:defRPr>
            </a:lvl1pPr>
            <a:lvl2pPr algn="ctr" eaLnBrk="0" fontAlgn="base" hangingPunct="0">
              <a:lnSpc>
                <a:spcPct val="130000"/>
              </a:lnSpc>
              <a:spcBef>
                <a:spcPct val="0"/>
              </a:spcBef>
              <a:spcAft>
                <a:spcPct val="0"/>
              </a:spcAft>
              <a:defRPr kumimoji="1" sz="1000" b="1">
                <a:solidFill>
                  <a:srgbClr val="FFFFFF"/>
                </a:solidFill>
                <a:latin typeface="맑은 고딕" pitchFamily="50" charset="-127"/>
                <a:ea typeface="맑은 고딕" pitchFamily="50" charset="-127"/>
              </a:defRPr>
            </a:lvl2pPr>
            <a:lvl3pPr algn="ctr" eaLnBrk="0" fontAlgn="base" hangingPunct="0">
              <a:lnSpc>
                <a:spcPct val="130000"/>
              </a:lnSpc>
              <a:spcBef>
                <a:spcPct val="0"/>
              </a:spcBef>
              <a:spcAft>
                <a:spcPct val="0"/>
              </a:spcAft>
              <a:defRPr kumimoji="1" sz="1000" b="1">
                <a:solidFill>
                  <a:srgbClr val="FFFFFF"/>
                </a:solidFill>
                <a:latin typeface="맑은 고딕" pitchFamily="50" charset="-127"/>
                <a:ea typeface="맑은 고딕" pitchFamily="50" charset="-127"/>
              </a:defRPr>
            </a:lvl3pPr>
            <a:lvl4pPr algn="ctr" eaLnBrk="0" fontAlgn="base" hangingPunct="0">
              <a:lnSpc>
                <a:spcPct val="130000"/>
              </a:lnSpc>
              <a:spcBef>
                <a:spcPct val="0"/>
              </a:spcBef>
              <a:spcAft>
                <a:spcPct val="0"/>
              </a:spcAft>
              <a:defRPr kumimoji="1" sz="1000" b="1">
                <a:solidFill>
                  <a:srgbClr val="FFFFFF"/>
                </a:solidFill>
                <a:latin typeface="맑은 고딕" pitchFamily="50" charset="-127"/>
                <a:ea typeface="맑은 고딕" pitchFamily="50" charset="-127"/>
              </a:defRPr>
            </a:lvl4pPr>
            <a:lvl5pPr algn="ctr" eaLnBrk="0" fontAlgn="base" hangingPunct="0">
              <a:lnSpc>
                <a:spcPct val="130000"/>
              </a:lnSpc>
              <a:spcBef>
                <a:spcPct val="0"/>
              </a:spcBef>
              <a:spcAft>
                <a:spcPct val="0"/>
              </a:spcAft>
              <a:defRPr kumimoji="1" sz="1000" b="1">
                <a:solidFill>
                  <a:srgbClr val="FFFFFF"/>
                </a:solidFill>
                <a:latin typeface="맑은 고딕" pitchFamily="50" charset="-127"/>
                <a:ea typeface="맑은 고딕" pitchFamily="50" charset="-127"/>
              </a:defRPr>
            </a:lvl5pPr>
            <a:lvl6pPr defTabSz="914400" latinLnBrk="1">
              <a:defRPr kumimoji="1" sz="1000" b="1">
                <a:solidFill>
                  <a:srgbClr val="FFFFFF"/>
                </a:solidFill>
                <a:latin typeface="맑은 고딕" pitchFamily="50" charset="-127"/>
                <a:ea typeface="맑은 고딕" pitchFamily="50" charset="-127"/>
              </a:defRPr>
            </a:lvl6pPr>
            <a:lvl7pPr defTabSz="914400" latinLnBrk="1">
              <a:defRPr kumimoji="1" sz="1000" b="1">
                <a:solidFill>
                  <a:srgbClr val="FFFFFF"/>
                </a:solidFill>
                <a:latin typeface="맑은 고딕" pitchFamily="50" charset="-127"/>
                <a:ea typeface="맑은 고딕" pitchFamily="50" charset="-127"/>
              </a:defRPr>
            </a:lvl7pPr>
            <a:lvl8pPr defTabSz="914400" latinLnBrk="1">
              <a:defRPr kumimoji="1" sz="1000" b="1">
                <a:solidFill>
                  <a:srgbClr val="FFFFFF"/>
                </a:solidFill>
                <a:latin typeface="맑은 고딕" pitchFamily="50" charset="-127"/>
                <a:ea typeface="맑은 고딕" pitchFamily="50" charset="-127"/>
              </a:defRPr>
            </a:lvl8pPr>
            <a:lvl9pPr defTabSz="914400" latinLnBrk="1">
              <a:defRPr kumimoji="1" sz="1000" b="1">
                <a:solidFill>
                  <a:srgbClr val="FFFFFF"/>
                </a:solidFill>
                <a:latin typeface="맑은 고딕" pitchFamily="50" charset="-127"/>
                <a:ea typeface="맑은 고딕" pitchFamily="50" charset="-127"/>
              </a:defRPr>
            </a:lvl9pPr>
          </a:lstStyle>
          <a:p>
            <a:pPr marL="92075" lvl="0" indent="-92075" algn="l" defTabSz="457200" latinLnBrk="0">
              <a:lnSpc>
                <a:spcPts val="1500"/>
              </a:lnSpc>
              <a:buFont typeface="Arial" panose="020B0604020202020204" pitchFamily="34" charset="0"/>
              <a:buChar char="•"/>
            </a:pPr>
            <a:r>
              <a:rPr lang="ko-KR" altLang="en-US" sz="1050" dirty="0">
                <a:latin typeface="a고딕14" panose="02020600000000000000" pitchFamily="18" charset="-127"/>
                <a:ea typeface="a고딕14" panose="02020600000000000000" pitchFamily="18" charset="-127"/>
              </a:rPr>
              <a:t>기존 </a:t>
            </a:r>
            <a:r>
              <a:rPr lang="en-US" altLang="ko-KR" sz="1050" dirty="0">
                <a:latin typeface="a고딕14" panose="02020600000000000000" pitchFamily="18" charset="-127"/>
                <a:ea typeface="a고딕14" panose="02020600000000000000" pitchFamily="18" charset="-127"/>
              </a:rPr>
              <a:t>STEP </a:t>
            </a:r>
            <a:r>
              <a:rPr lang="ko-KR" altLang="en-US" sz="1050" dirty="0" err="1">
                <a:latin typeface="a고딕14" panose="02020600000000000000" pitchFamily="18" charset="-127"/>
                <a:ea typeface="a고딕14" panose="02020600000000000000" pitchFamily="18" charset="-127"/>
              </a:rPr>
              <a:t>기술교육로드맵</a:t>
            </a:r>
            <a:r>
              <a:rPr lang="en-US" altLang="ko-KR" sz="1050" dirty="0">
                <a:latin typeface="a고딕14" panose="02020600000000000000" pitchFamily="18" charset="-127"/>
                <a:ea typeface="a고딕14" panose="02020600000000000000" pitchFamily="18" charset="-127"/>
              </a:rPr>
              <a:t>(</a:t>
            </a:r>
            <a:r>
              <a:rPr lang="ko-KR" altLang="ko-KR" sz="1050" dirty="0">
                <a:latin typeface="a고딕14" panose="02020600000000000000" pitchFamily="18" charset="-127"/>
                <a:ea typeface="a고딕14" panose="02020600000000000000" pitchFamily="18" charset="-127"/>
              </a:rPr>
              <a:t>TTR</a:t>
            </a:r>
            <a:r>
              <a:rPr lang="en-US" altLang="ko-KR" sz="1050" dirty="0">
                <a:latin typeface="a고딕14" panose="02020600000000000000" pitchFamily="18" charset="-127"/>
                <a:ea typeface="a고딕14" panose="02020600000000000000" pitchFamily="18" charset="-127"/>
              </a:rPr>
              <a:t>)</a:t>
            </a:r>
            <a:r>
              <a:rPr lang="ko-KR" altLang="ko-KR" sz="1050" dirty="0">
                <a:latin typeface="a고딕14" panose="02020600000000000000" pitchFamily="18" charset="-127"/>
                <a:ea typeface="a고딕14" panose="02020600000000000000" pitchFamily="18" charset="-127"/>
              </a:rPr>
              <a:t> 결과물 </a:t>
            </a:r>
            <a:r>
              <a:rPr lang="en-US" altLang="ko-KR" sz="1050" dirty="0">
                <a:latin typeface="a고딕14" panose="02020600000000000000" pitchFamily="18" charset="-127"/>
                <a:ea typeface="a고딕14" panose="02020600000000000000" pitchFamily="18" charset="-127"/>
              </a:rPr>
              <a:t> </a:t>
            </a:r>
            <a:r>
              <a:rPr lang="ko-KR" altLang="en-US" sz="1050" dirty="0">
                <a:latin typeface="a고딕14" panose="02020600000000000000" pitchFamily="18" charset="-127"/>
                <a:ea typeface="a고딕14" panose="02020600000000000000" pitchFamily="18" charset="-127"/>
              </a:rPr>
              <a:t>수집</a:t>
            </a:r>
            <a:endParaRPr lang="en-US" altLang="ko-KR" sz="1050" dirty="0">
              <a:latin typeface="a고딕14" panose="02020600000000000000" pitchFamily="18" charset="-127"/>
              <a:ea typeface="a고딕14" panose="02020600000000000000" pitchFamily="18" charset="-127"/>
            </a:endParaRPr>
          </a:p>
          <a:p>
            <a:pPr marL="92075" lvl="0" indent="-92075" algn="l" defTabSz="457200" latinLnBrk="0">
              <a:lnSpc>
                <a:spcPts val="1500"/>
              </a:lnSpc>
              <a:buFont typeface="Arial" panose="020B0604020202020204" pitchFamily="34" charset="0"/>
              <a:buChar char="•"/>
            </a:pPr>
            <a:r>
              <a:rPr lang="ko-KR" altLang="ko-KR" sz="1050" dirty="0">
                <a:latin typeface="a고딕14" panose="02020600000000000000" pitchFamily="18" charset="-127"/>
                <a:ea typeface="a고딕14" panose="02020600000000000000" pitchFamily="18" charset="-127"/>
              </a:rPr>
              <a:t>NCS 활용패키지 경력경로 모형 수집</a:t>
            </a:r>
            <a:endParaRPr lang="en-US" altLang="ko-KR" sz="1050" dirty="0">
              <a:latin typeface="a고딕14" panose="02020600000000000000" pitchFamily="18" charset="-127"/>
              <a:ea typeface="a고딕14" panose="02020600000000000000" pitchFamily="18" charset="-127"/>
            </a:endParaRPr>
          </a:p>
          <a:p>
            <a:pPr marL="92075" lvl="0" indent="-92075" algn="l" defTabSz="457200" latinLnBrk="0">
              <a:lnSpc>
                <a:spcPts val="1500"/>
              </a:lnSpc>
              <a:buFont typeface="Arial" panose="020B0604020202020204" pitchFamily="34" charset="0"/>
              <a:buChar char="•"/>
            </a:pPr>
            <a:r>
              <a:rPr lang="ko-KR" altLang="en-US" sz="1050" dirty="0">
                <a:latin typeface="a고딕14" panose="02020600000000000000" pitchFamily="18" charset="-127"/>
                <a:ea typeface="a고딕14" panose="02020600000000000000" pitchFamily="18" charset="-127"/>
              </a:rPr>
              <a:t>산업별역량체계</a:t>
            </a:r>
            <a:r>
              <a:rPr lang="en-US" altLang="ko-KR" sz="1050" dirty="0">
                <a:latin typeface="a고딕14" panose="02020600000000000000" pitchFamily="18" charset="-127"/>
                <a:ea typeface="a고딕14" panose="02020600000000000000" pitchFamily="18" charset="-127"/>
              </a:rPr>
              <a:t>(SQF) </a:t>
            </a:r>
            <a:r>
              <a:rPr lang="ko-KR" altLang="en-US" sz="1050" dirty="0">
                <a:latin typeface="a고딕14" panose="02020600000000000000" pitchFamily="18" charset="-127"/>
                <a:ea typeface="a고딕14" panose="02020600000000000000" pitchFamily="18" charset="-127"/>
              </a:rPr>
              <a:t>등 최신 </a:t>
            </a:r>
            <a:r>
              <a:rPr lang="en-US" altLang="ko-KR" sz="1050" dirty="0">
                <a:latin typeface="a고딕14" panose="02020600000000000000" pitchFamily="18" charset="-127"/>
                <a:ea typeface="a고딕14" panose="02020600000000000000" pitchFamily="18" charset="-127"/>
              </a:rPr>
              <a:t>Data </a:t>
            </a:r>
            <a:r>
              <a:rPr lang="ko-KR" altLang="en-US" sz="1050" dirty="0">
                <a:latin typeface="a고딕14" panose="02020600000000000000" pitchFamily="18" charset="-127"/>
                <a:ea typeface="a고딕14" panose="02020600000000000000" pitchFamily="18" charset="-127"/>
              </a:rPr>
              <a:t>수집</a:t>
            </a:r>
            <a:endParaRPr lang="en-US" altLang="ko-KR" sz="1050" dirty="0">
              <a:latin typeface="a고딕14" panose="02020600000000000000" pitchFamily="18" charset="-127"/>
              <a:ea typeface="a고딕14" panose="02020600000000000000" pitchFamily="18" charset="-127"/>
            </a:endParaRPr>
          </a:p>
          <a:p>
            <a:pPr marL="92075" lvl="0" indent="-92075" algn="l" defTabSz="457200" latinLnBrk="0">
              <a:lnSpc>
                <a:spcPts val="1500"/>
              </a:lnSpc>
              <a:buFont typeface="Arial" panose="020B0604020202020204" pitchFamily="34" charset="0"/>
              <a:buChar char="•"/>
            </a:pPr>
            <a:r>
              <a:rPr lang="ko-KR" altLang="en-US" sz="1050" dirty="0">
                <a:latin typeface="a고딕14" panose="02020600000000000000" pitchFamily="18" charset="-127"/>
                <a:ea typeface="a고딕14" panose="02020600000000000000" pitchFamily="18" charset="-127"/>
              </a:rPr>
              <a:t>산업별 외부환경 및 정책 방향 </a:t>
            </a:r>
            <a:r>
              <a:rPr lang="en-US" altLang="ko-KR" sz="1050" dirty="0">
                <a:latin typeface="a고딕14" panose="02020600000000000000" pitchFamily="18" charset="-127"/>
                <a:ea typeface="a고딕14" panose="02020600000000000000" pitchFamily="18" charset="-127"/>
              </a:rPr>
              <a:t>Data </a:t>
            </a:r>
            <a:r>
              <a:rPr lang="ko-KR" altLang="en-US" sz="1050" dirty="0">
                <a:latin typeface="a고딕14" panose="02020600000000000000" pitchFamily="18" charset="-127"/>
                <a:ea typeface="a고딕14" panose="02020600000000000000" pitchFamily="18" charset="-127"/>
              </a:rPr>
              <a:t>수집</a:t>
            </a:r>
            <a:endParaRPr lang="en-US" altLang="ko-KR" sz="1050" dirty="0">
              <a:latin typeface="a고딕14" panose="02020600000000000000" pitchFamily="18" charset="-127"/>
              <a:ea typeface="a고딕14" panose="02020600000000000000" pitchFamily="18" charset="-127"/>
            </a:endParaRPr>
          </a:p>
        </p:txBody>
      </p:sp>
      <p:sp>
        <p:nvSpPr>
          <p:cNvPr id="26" name="TextBox 25">
            <a:extLst>
              <a:ext uri="{FF2B5EF4-FFF2-40B4-BE49-F238E27FC236}">
                <a16:creationId xmlns:a16="http://schemas.microsoft.com/office/drawing/2014/main" id="{69D8861A-8D9D-75CB-B193-75AEA85F8E03}"/>
              </a:ext>
            </a:extLst>
          </p:cNvPr>
          <p:cNvSpPr txBox="1"/>
          <p:nvPr/>
        </p:nvSpPr>
        <p:spPr>
          <a:xfrm>
            <a:off x="603803" y="2111760"/>
            <a:ext cx="1271845" cy="939629"/>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defPPr>
              <a:defRPr lang="en-US"/>
            </a:defPPr>
            <a:lvl1pPr>
              <a:buNone/>
              <a:defRPr sz="1100">
                <a:solidFill>
                  <a:schemeClr val="bg1"/>
                </a:solidFill>
                <a:latin typeface="a고딕14" panose="02020600000000000000" pitchFamily="18" charset="-127"/>
                <a:ea typeface="a고딕14" panose="02020600000000000000" pitchFamily="18" charset="-127"/>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latinLnBrk="0"/>
            <a:r>
              <a:rPr lang="ko-KR" altLang="ko-KR" dirty="0"/>
              <a:t>① 10대 산업 분야별 SLR 현황 데이터 확보</a:t>
            </a:r>
            <a:endParaRPr lang="en-US" altLang="ko-KR" dirty="0"/>
          </a:p>
        </p:txBody>
      </p:sp>
      <p:sp>
        <p:nvSpPr>
          <p:cNvPr id="30" name="TextBox 29">
            <a:extLst>
              <a:ext uri="{FF2B5EF4-FFF2-40B4-BE49-F238E27FC236}">
                <a16:creationId xmlns:a16="http://schemas.microsoft.com/office/drawing/2014/main" id="{CE759FF7-FE0F-B388-134C-42D63EE97D77}"/>
              </a:ext>
            </a:extLst>
          </p:cNvPr>
          <p:cNvSpPr txBox="1"/>
          <p:nvPr/>
        </p:nvSpPr>
        <p:spPr>
          <a:xfrm>
            <a:off x="2017268" y="3307427"/>
            <a:ext cx="2756345" cy="2238468"/>
          </a:xfrm>
          <a:prstGeom prst="rect">
            <a:avLst/>
          </a:prstGeom>
          <a:solidFill>
            <a:sysClr val="window" lastClr="FFFFFF"/>
          </a:solidFill>
          <a:ln w="38100" cmpd="tri">
            <a:solidFill>
              <a:sysClr val="window" lastClr="FFFFFF">
                <a:lumMod val="75000"/>
              </a:sysClr>
            </a:solidFill>
            <a:miter lim="800000"/>
            <a:headEnd/>
            <a:tailEnd/>
          </a:ln>
          <a:effectLst/>
        </p:spPr>
        <p:txBody>
          <a:bodyPr wrap="square" lIns="72000" tIns="72000" rIns="72000" bIns="72000" rtlCol="0" anchor="ctr"/>
          <a:lstStyle>
            <a:defPPr>
              <a:defRPr lang="en-US"/>
            </a:defPPr>
            <a:lvl1pPr marL="92075" lvl="0" indent="-92075" algn="l" defTabSz="457200" latinLnBrk="0">
              <a:lnSpc>
                <a:spcPts val="1500"/>
              </a:lnSpc>
              <a:buFont typeface="Arial" panose="020B0604020202020204" pitchFamily="34" charset="0"/>
              <a:buChar char="•"/>
              <a:defRPr kumimoji="1" sz="1050" b="0">
                <a:latin typeface="페이퍼로지 5 Medium" pitchFamily="2" charset="-127"/>
                <a:ea typeface="페이퍼로지 5 Medium" pitchFamily="2" charset="-127"/>
              </a:defRPr>
            </a:lvl1pPr>
            <a:lvl2pPr>
              <a:lnSpc>
                <a:spcPct val="130000"/>
              </a:lnSpc>
              <a:defRPr kumimoji="1" sz="1000" b="1">
                <a:solidFill>
                  <a:srgbClr val="FFFFFF"/>
                </a:solidFill>
              </a:defRPr>
            </a:lvl2pPr>
            <a:lvl3pPr>
              <a:lnSpc>
                <a:spcPct val="130000"/>
              </a:lnSpc>
              <a:defRPr kumimoji="1" sz="1000" b="1">
                <a:solidFill>
                  <a:srgbClr val="FFFFFF"/>
                </a:solidFill>
              </a:defRPr>
            </a:lvl3pPr>
            <a:lvl4pPr>
              <a:lnSpc>
                <a:spcPct val="130000"/>
              </a:lnSpc>
              <a:defRPr kumimoji="1" sz="1000" b="1">
                <a:solidFill>
                  <a:srgbClr val="FFFFFF"/>
                </a:solidFill>
              </a:defRPr>
            </a:lvl4pPr>
            <a:lvl5pPr>
              <a:lnSpc>
                <a:spcPct val="130000"/>
              </a:lnSpc>
              <a:defRPr kumimoji="1" sz="1000" b="1">
                <a:solidFill>
                  <a:srgbClr val="FFFFFF"/>
                </a:solidFill>
              </a:defRPr>
            </a:lvl5pPr>
            <a:lvl6pPr>
              <a:defRPr kumimoji="1" sz="1000" b="1">
                <a:solidFill>
                  <a:srgbClr val="FFFFFF"/>
                </a:solidFill>
              </a:defRPr>
            </a:lvl6pPr>
            <a:lvl7pPr>
              <a:defRPr kumimoji="1" sz="1000" b="1">
                <a:solidFill>
                  <a:srgbClr val="FFFFFF"/>
                </a:solidFill>
              </a:defRPr>
            </a:lvl7pPr>
            <a:lvl8pPr>
              <a:defRPr kumimoji="1" sz="1000" b="1">
                <a:solidFill>
                  <a:srgbClr val="FFFFFF"/>
                </a:solidFill>
              </a:defRPr>
            </a:lvl8pPr>
            <a:lvl9pPr>
              <a:defRPr kumimoji="1" sz="1000" b="1">
                <a:solidFill>
                  <a:srgbClr val="FFFFFF"/>
                </a:solidFill>
              </a:defRPr>
            </a:lvl9pPr>
          </a:lstStyle>
          <a:p>
            <a:pPr>
              <a:lnSpc>
                <a:spcPct val="100000"/>
              </a:lnSpc>
            </a:pPr>
            <a:r>
              <a:rPr lang="ko-KR" altLang="ko-KR" dirty="0">
                <a:latin typeface="a고딕14" panose="02020600000000000000" pitchFamily="18" charset="-127"/>
                <a:ea typeface="a고딕14" panose="02020600000000000000" pitchFamily="18" charset="-127"/>
              </a:rPr>
              <a:t>분야 → 직무 → </a:t>
            </a:r>
            <a:r>
              <a:rPr lang="ko-KR" altLang="en-US" dirty="0">
                <a:latin typeface="a고딕14" panose="02020600000000000000" pitchFamily="18" charset="-127"/>
                <a:ea typeface="a고딕14" panose="02020600000000000000" pitchFamily="18" charset="-127"/>
              </a:rPr>
              <a:t>과목</a:t>
            </a:r>
            <a:r>
              <a:rPr lang="ko-KR" altLang="ko-KR" dirty="0">
                <a:latin typeface="a고딕14" panose="02020600000000000000" pitchFamily="18" charset="-127"/>
                <a:ea typeface="a고딕14" panose="02020600000000000000" pitchFamily="18" charset="-127"/>
              </a:rPr>
              <a:t> → 능력단위 4계층 매핑을 검증함 </a:t>
            </a:r>
            <a:endParaRPr lang="en-US" altLang="ko-KR" dirty="0">
              <a:latin typeface="a고딕14" panose="02020600000000000000" pitchFamily="18" charset="-127"/>
              <a:ea typeface="a고딕14" panose="02020600000000000000" pitchFamily="18" charset="-127"/>
            </a:endParaRPr>
          </a:p>
          <a:p>
            <a:pPr marL="88900" indent="-88900">
              <a:lnSpc>
                <a:spcPct val="100000"/>
              </a:lnSpc>
              <a:buNone/>
            </a:pPr>
            <a:r>
              <a:rPr lang="en-US" altLang="ko-KR" sz="900" dirty="0">
                <a:latin typeface="a고딕14" panose="02020600000000000000" pitchFamily="18" charset="-127"/>
                <a:ea typeface="a고딕14" panose="02020600000000000000" pitchFamily="18" charset="-127"/>
              </a:rPr>
              <a:t> - </a:t>
            </a:r>
            <a:r>
              <a:rPr lang="ko-KR" altLang="ko-KR" sz="900" dirty="0">
                <a:latin typeface="a고딕14" panose="02020600000000000000" pitchFamily="18" charset="-127"/>
                <a:ea typeface="a고딕14" panose="02020600000000000000" pitchFamily="18" charset="-127"/>
              </a:rPr>
              <a:t>1단계(분야) ↔ 2단계(직무): </a:t>
            </a:r>
            <a:endParaRPr lang="en-US" altLang="ko-KR" sz="900" dirty="0">
              <a:latin typeface="a고딕14" panose="02020600000000000000" pitchFamily="18" charset="-127"/>
              <a:ea typeface="a고딕14" panose="02020600000000000000" pitchFamily="18" charset="-127"/>
            </a:endParaRPr>
          </a:p>
          <a:p>
            <a:pPr marL="88900" indent="-88900">
              <a:lnSpc>
                <a:spcPct val="100000"/>
              </a:lnSpc>
              <a:buNone/>
            </a:pPr>
            <a:r>
              <a:rPr lang="en-US" altLang="ko-KR" sz="900" dirty="0">
                <a:latin typeface="a고딕14" panose="02020600000000000000" pitchFamily="18" charset="-127"/>
                <a:ea typeface="a고딕14" panose="02020600000000000000" pitchFamily="18" charset="-127"/>
              </a:rPr>
              <a:t>    </a:t>
            </a:r>
            <a:r>
              <a:rPr lang="ko-KR" altLang="ko-KR" sz="900" dirty="0">
                <a:latin typeface="a고딕14" panose="02020600000000000000" pitchFamily="18" charset="-127"/>
                <a:ea typeface="a고딕14" panose="02020600000000000000" pitchFamily="18" charset="-127"/>
              </a:rPr>
              <a:t>NCS </a:t>
            </a:r>
            <a:r>
              <a:rPr lang="ko-KR" altLang="ko-KR" sz="900" dirty="0" err="1">
                <a:latin typeface="a고딕14" panose="02020600000000000000" pitchFamily="18" charset="-127"/>
                <a:ea typeface="a고딕14" panose="02020600000000000000" pitchFamily="18" charset="-127"/>
              </a:rPr>
              <a:t>대분류·중분류</a:t>
            </a:r>
            <a:r>
              <a:rPr lang="ko-KR" altLang="ko-KR" sz="900" dirty="0">
                <a:latin typeface="a고딕14" panose="02020600000000000000" pitchFamily="18" charset="-127"/>
                <a:ea typeface="a고딕14" panose="02020600000000000000" pitchFamily="18" charset="-127"/>
              </a:rPr>
              <a:t> 체계와의 일치 여부</a:t>
            </a:r>
          </a:p>
          <a:p>
            <a:pPr marL="88900" indent="-88900">
              <a:lnSpc>
                <a:spcPct val="100000"/>
              </a:lnSpc>
              <a:buNone/>
            </a:pPr>
            <a:r>
              <a:rPr lang="en-US" altLang="ko-KR" sz="900" dirty="0">
                <a:latin typeface="a고딕14" panose="02020600000000000000" pitchFamily="18" charset="-127"/>
                <a:ea typeface="a고딕14" panose="02020600000000000000" pitchFamily="18" charset="-127"/>
              </a:rPr>
              <a:t> - </a:t>
            </a:r>
            <a:r>
              <a:rPr lang="ko-KR" altLang="ko-KR" sz="900" dirty="0">
                <a:latin typeface="a고딕14" panose="02020600000000000000" pitchFamily="18" charset="-127"/>
                <a:ea typeface="a고딕14" panose="02020600000000000000" pitchFamily="18" charset="-127"/>
              </a:rPr>
              <a:t>2단계(직무) ↔ 3단계(과</a:t>
            </a:r>
            <a:r>
              <a:rPr lang="ko-KR" altLang="en-US" sz="900" dirty="0">
                <a:latin typeface="a고딕14" panose="02020600000000000000" pitchFamily="18" charset="-127"/>
                <a:ea typeface="a고딕14" panose="02020600000000000000" pitchFamily="18" charset="-127"/>
              </a:rPr>
              <a:t>목</a:t>
            </a:r>
            <a:r>
              <a:rPr lang="ko-KR" altLang="ko-KR" sz="900" dirty="0">
                <a:latin typeface="a고딕14" panose="02020600000000000000" pitchFamily="18" charset="-127"/>
                <a:ea typeface="a고딕14" panose="02020600000000000000" pitchFamily="18" charset="-127"/>
              </a:rPr>
              <a:t>): </a:t>
            </a:r>
            <a:endParaRPr lang="en-US" altLang="ko-KR" sz="900" dirty="0">
              <a:latin typeface="a고딕14" panose="02020600000000000000" pitchFamily="18" charset="-127"/>
              <a:ea typeface="a고딕14" panose="02020600000000000000" pitchFamily="18" charset="-127"/>
            </a:endParaRPr>
          </a:p>
          <a:p>
            <a:pPr marL="88900" indent="-88900">
              <a:lnSpc>
                <a:spcPct val="100000"/>
              </a:lnSpc>
              <a:buNone/>
            </a:pPr>
            <a:r>
              <a:rPr lang="en-US" altLang="ko-KR" sz="900" dirty="0">
                <a:latin typeface="a고딕14" panose="02020600000000000000" pitchFamily="18" charset="-127"/>
                <a:ea typeface="a고딕14" panose="02020600000000000000" pitchFamily="18" charset="-127"/>
              </a:rPr>
              <a:t>    </a:t>
            </a:r>
            <a:r>
              <a:rPr lang="ko-KR" altLang="ko-KR" sz="900" dirty="0">
                <a:latin typeface="a고딕14" panose="02020600000000000000" pitchFamily="18" charset="-127"/>
                <a:ea typeface="a고딕14" panose="02020600000000000000" pitchFamily="18" charset="-127"/>
              </a:rPr>
              <a:t>직무별 과</a:t>
            </a:r>
            <a:r>
              <a:rPr lang="ko-KR" altLang="en-US" sz="900" dirty="0">
                <a:latin typeface="a고딕14" panose="02020600000000000000" pitchFamily="18" charset="-127"/>
                <a:ea typeface="a고딕14" panose="02020600000000000000" pitchFamily="18" charset="-127"/>
              </a:rPr>
              <a:t>목</a:t>
            </a:r>
            <a:r>
              <a:rPr lang="ko-KR" altLang="ko-KR" sz="900" dirty="0">
                <a:latin typeface="a고딕14" panose="02020600000000000000" pitchFamily="18" charset="-127"/>
                <a:ea typeface="a고딕14" panose="02020600000000000000" pitchFamily="18" charset="-127"/>
              </a:rPr>
              <a:t> 구성의 </a:t>
            </a:r>
            <a:r>
              <a:rPr lang="ko-KR" altLang="ko-KR" sz="900" dirty="0" err="1">
                <a:latin typeface="a고딕14" panose="02020600000000000000" pitchFamily="18" charset="-127"/>
                <a:ea typeface="a고딕14" panose="02020600000000000000" pitchFamily="18" charset="-127"/>
              </a:rPr>
              <a:t>충분성·수준</a:t>
            </a:r>
            <a:r>
              <a:rPr lang="ko-KR" altLang="ko-KR" sz="900" dirty="0">
                <a:latin typeface="a고딕14" panose="02020600000000000000" pitchFamily="18" charset="-127"/>
                <a:ea typeface="a고딕14" panose="02020600000000000000" pitchFamily="18" charset="-127"/>
              </a:rPr>
              <a:t> 분포</a:t>
            </a:r>
          </a:p>
          <a:p>
            <a:pPr marL="88900" indent="-88900">
              <a:lnSpc>
                <a:spcPct val="100000"/>
              </a:lnSpc>
              <a:buNone/>
            </a:pPr>
            <a:r>
              <a:rPr lang="en-US" altLang="ko-KR" sz="900" dirty="0">
                <a:latin typeface="a고딕14" panose="02020600000000000000" pitchFamily="18" charset="-127"/>
                <a:ea typeface="a고딕14" panose="02020600000000000000" pitchFamily="18" charset="-127"/>
              </a:rPr>
              <a:t> - </a:t>
            </a:r>
            <a:r>
              <a:rPr lang="ko-KR" altLang="ko-KR" sz="900" dirty="0">
                <a:latin typeface="a고딕14" panose="02020600000000000000" pitchFamily="18" charset="-127"/>
                <a:ea typeface="a고딕14" panose="02020600000000000000" pitchFamily="18" charset="-127"/>
              </a:rPr>
              <a:t>3단계(과</a:t>
            </a:r>
            <a:r>
              <a:rPr lang="ko-KR" altLang="en-US" sz="900" dirty="0">
                <a:latin typeface="a고딕14" panose="02020600000000000000" pitchFamily="18" charset="-127"/>
                <a:ea typeface="a고딕14" panose="02020600000000000000" pitchFamily="18" charset="-127"/>
              </a:rPr>
              <a:t>목</a:t>
            </a:r>
            <a:r>
              <a:rPr lang="ko-KR" altLang="ko-KR" sz="900" dirty="0">
                <a:latin typeface="a고딕14" panose="02020600000000000000" pitchFamily="18" charset="-127"/>
                <a:ea typeface="a고딕14" panose="02020600000000000000" pitchFamily="18" charset="-127"/>
              </a:rPr>
              <a:t>) ↔ 4단계(능력단위): </a:t>
            </a:r>
            <a:endParaRPr lang="en-US" altLang="ko-KR" sz="900" dirty="0">
              <a:latin typeface="a고딕14" panose="02020600000000000000" pitchFamily="18" charset="-127"/>
              <a:ea typeface="a고딕14" panose="02020600000000000000" pitchFamily="18" charset="-127"/>
            </a:endParaRPr>
          </a:p>
          <a:p>
            <a:pPr marL="88900" indent="-88900">
              <a:lnSpc>
                <a:spcPct val="100000"/>
              </a:lnSpc>
              <a:buNone/>
            </a:pPr>
            <a:r>
              <a:rPr lang="en-US" altLang="ko-KR" sz="900" dirty="0">
                <a:latin typeface="a고딕14" panose="02020600000000000000" pitchFamily="18" charset="-127"/>
                <a:ea typeface="a고딕14" panose="02020600000000000000" pitchFamily="18" charset="-127"/>
              </a:rPr>
              <a:t>    </a:t>
            </a:r>
            <a:r>
              <a:rPr lang="ko-KR" altLang="ko-KR" sz="900" dirty="0" err="1">
                <a:latin typeface="a고딕14" panose="02020600000000000000" pitchFamily="18" charset="-127"/>
                <a:ea typeface="a고딕14" panose="02020600000000000000" pitchFamily="18" charset="-127"/>
              </a:rPr>
              <a:t>Master</a:t>
            </a:r>
            <a:r>
              <a:rPr lang="ko-KR" altLang="ko-KR" sz="900" dirty="0">
                <a:latin typeface="a고딕14" panose="02020600000000000000" pitchFamily="18" charset="-127"/>
                <a:ea typeface="a고딕14" panose="02020600000000000000" pitchFamily="18" charset="-127"/>
              </a:rPr>
              <a:t> </a:t>
            </a:r>
            <a:r>
              <a:rPr lang="ko-KR" altLang="ko-KR" sz="900" dirty="0" err="1">
                <a:latin typeface="a고딕14" panose="02020600000000000000" pitchFamily="18" charset="-127"/>
                <a:ea typeface="a고딕14" panose="02020600000000000000" pitchFamily="18" charset="-127"/>
              </a:rPr>
              <a:t>DB와의</a:t>
            </a:r>
            <a:r>
              <a:rPr lang="ko-KR" altLang="ko-KR" sz="900" dirty="0">
                <a:latin typeface="a고딕14" panose="02020600000000000000" pitchFamily="18" charset="-127"/>
                <a:ea typeface="a고딕14" panose="02020600000000000000" pitchFamily="18" charset="-127"/>
              </a:rPr>
              <a:t> 정합성</a:t>
            </a:r>
          </a:p>
          <a:p>
            <a:pPr>
              <a:lnSpc>
                <a:spcPct val="100000"/>
              </a:lnSpc>
            </a:pPr>
            <a:r>
              <a:rPr lang="ko-KR" altLang="ko-KR" dirty="0" err="1">
                <a:latin typeface="a고딕14" panose="02020600000000000000" pitchFamily="18" charset="-127"/>
                <a:ea typeface="a고딕14" panose="02020600000000000000" pitchFamily="18" charset="-127"/>
              </a:rPr>
              <a:t>Master</a:t>
            </a:r>
            <a:r>
              <a:rPr lang="ko-KR" altLang="ko-KR" dirty="0">
                <a:latin typeface="a고딕14" panose="02020600000000000000" pitchFamily="18" charset="-127"/>
                <a:ea typeface="a고딕14" panose="02020600000000000000" pitchFamily="18" charset="-127"/>
              </a:rPr>
              <a:t> DB ↔ SLR 교차 정합성 검토를 수행함 </a:t>
            </a:r>
            <a:endParaRPr lang="en-US" altLang="ko-KR" dirty="0">
              <a:latin typeface="a고딕14" panose="02020600000000000000" pitchFamily="18" charset="-127"/>
              <a:ea typeface="a고딕14" panose="02020600000000000000" pitchFamily="18" charset="-127"/>
            </a:endParaRPr>
          </a:p>
          <a:p>
            <a:pPr marL="88900" indent="-88900">
              <a:lnSpc>
                <a:spcPct val="100000"/>
              </a:lnSpc>
              <a:buNone/>
            </a:pPr>
            <a:r>
              <a:rPr lang="en-US" altLang="ko-KR" sz="900" dirty="0">
                <a:latin typeface="a고딕14" panose="02020600000000000000" pitchFamily="18" charset="-127"/>
                <a:ea typeface="a고딕14" panose="02020600000000000000" pitchFamily="18" charset="-127"/>
              </a:rPr>
              <a:t> - </a:t>
            </a:r>
            <a:r>
              <a:rPr lang="ko-KR" altLang="ko-KR" sz="900" dirty="0" err="1">
                <a:latin typeface="a고딕14" panose="02020600000000000000" pitchFamily="18" charset="-127"/>
                <a:ea typeface="a고딕14" panose="02020600000000000000" pitchFamily="18" charset="-127"/>
              </a:rPr>
              <a:t>Master</a:t>
            </a:r>
            <a:r>
              <a:rPr lang="ko-KR" altLang="ko-KR" sz="900" dirty="0">
                <a:latin typeface="a고딕14" panose="02020600000000000000" pitchFamily="18" charset="-127"/>
                <a:ea typeface="a고딕14" panose="02020600000000000000" pitchFamily="18" charset="-127"/>
              </a:rPr>
              <a:t> </a:t>
            </a:r>
            <a:r>
              <a:rPr lang="ko-KR" altLang="ko-KR" sz="900" dirty="0" err="1">
                <a:latin typeface="a고딕14" panose="02020600000000000000" pitchFamily="18" charset="-127"/>
                <a:ea typeface="a고딕14" panose="02020600000000000000" pitchFamily="18" charset="-127"/>
              </a:rPr>
              <a:t>DB의</a:t>
            </a:r>
            <a:r>
              <a:rPr lang="ko-KR" altLang="ko-KR" sz="900" dirty="0">
                <a:latin typeface="a고딕14" panose="02020600000000000000" pitchFamily="18" charset="-127"/>
                <a:ea typeface="a고딕14" panose="02020600000000000000" pitchFamily="18" charset="-127"/>
              </a:rPr>
              <a:t> 과목 ↔ 능력단위 매핑이 </a:t>
            </a:r>
            <a:r>
              <a:rPr lang="ko-KR" altLang="ko-KR" sz="900" dirty="0" err="1">
                <a:latin typeface="a고딕14" panose="02020600000000000000" pitchFamily="18" charset="-127"/>
                <a:ea typeface="a고딕14" panose="02020600000000000000" pitchFamily="18" charset="-127"/>
              </a:rPr>
              <a:t>SLR의</a:t>
            </a:r>
            <a:r>
              <a:rPr lang="ko-KR" altLang="ko-KR" sz="900" dirty="0">
                <a:latin typeface="a고딕14" panose="02020600000000000000" pitchFamily="18" charset="-127"/>
                <a:ea typeface="a고딕14" panose="02020600000000000000" pitchFamily="18" charset="-127"/>
              </a:rPr>
              <a:t> 과정 ↔ 능력단위 매핑과 일치하는지 확인</a:t>
            </a:r>
          </a:p>
          <a:p>
            <a:pPr marL="88900" indent="-88900">
              <a:lnSpc>
                <a:spcPct val="100000"/>
              </a:lnSpc>
              <a:buNone/>
            </a:pPr>
            <a:r>
              <a:rPr lang="en-US" altLang="ko-KR" sz="900" dirty="0">
                <a:latin typeface="a고딕14" panose="02020600000000000000" pitchFamily="18" charset="-127"/>
                <a:ea typeface="a고딕14" panose="02020600000000000000" pitchFamily="18" charset="-127"/>
              </a:rPr>
              <a:t> - </a:t>
            </a:r>
            <a:r>
              <a:rPr lang="ko-KR" altLang="ko-KR" sz="900" dirty="0" err="1">
                <a:latin typeface="a고딕14" panose="02020600000000000000" pitchFamily="18" charset="-127"/>
                <a:ea typeface="a고딕14" panose="02020600000000000000" pitchFamily="18" charset="-127"/>
              </a:rPr>
              <a:t>SLR의</a:t>
            </a:r>
            <a:r>
              <a:rPr lang="ko-KR" altLang="ko-KR" sz="900" dirty="0">
                <a:latin typeface="a고딕14" panose="02020600000000000000" pitchFamily="18" charset="-127"/>
                <a:ea typeface="a고딕14" panose="02020600000000000000" pitchFamily="18" charset="-127"/>
              </a:rPr>
              <a:t> </a:t>
            </a:r>
            <a:r>
              <a:rPr lang="ko-KR" altLang="ko-KR" sz="900" dirty="0" err="1">
                <a:latin typeface="a고딕14" panose="02020600000000000000" pitchFamily="18" charset="-127"/>
                <a:ea typeface="a고딕14" panose="02020600000000000000" pitchFamily="18" charset="-127"/>
              </a:rPr>
              <a:t>분야·직무</a:t>
            </a:r>
            <a:r>
              <a:rPr lang="ko-KR" altLang="ko-KR" sz="900" dirty="0">
                <a:latin typeface="a고딕14" panose="02020600000000000000" pitchFamily="18" charset="-127"/>
                <a:ea typeface="a고딕14" panose="02020600000000000000" pitchFamily="18" charset="-127"/>
              </a:rPr>
              <a:t> 구조에 누락된 </a:t>
            </a:r>
            <a:r>
              <a:rPr lang="ko-KR" altLang="ko-KR" sz="900" dirty="0" err="1">
                <a:latin typeface="a고딕14" panose="02020600000000000000" pitchFamily="18" charset="-127"/>
                <a:ea typeface="a고딕14" panose="02020600000000000000" pitchFamily="18" charset="-127"/>
              </a:rPr>
              <a:t>Master</a:t>
            </a:r>
            <a:r>
              <a:rPr lang="ko-KR" altLang="ko-KR" sz="900" dirty="0">
                <a:latin typeface="a고딕14" panose="02020600000000000000" pitchFamily="18" charset="-127"/>
                <a:ea typeface="a고딕14" panose="02020600000000000000" pitchFamily="18" charset="-127"/>
              </a:rPr>
              <a:t> DB </a:t>
            </a:r>
            <a:r>
              <a:rPr lang="ko-KR" altLang="ko-KR" sz="900" dirty="0" err="1">
                <a:latin typeface="a고딕14" panose="02020600000000000000" pitchFamily="18" charset="-127"/>
                <a:ea typeface="a고딕14" panose="02020600000000000000" pitchFamily="18" charset="-127"/>
              </a:rPr>
              <a:t>과목·능력단위가</a:t>
            </a:r>
            <a:r>
              <a:rPr lang="ko-KR" altLang="ko-KR" sz="900" dirty="0">
                <a:latin typeface="a고딕14" panose="02020600000000000000" pitchFamily="18" charset="-127"/>
                <a:ea typeface="a고딕14" panose="02020600000000000000" pitchFamily="18" charset="-127"/>
              </a:rPr>
              <a:t> 있는지 확인</a:t>
            </a:r>
          </a:p>
        </p:txBody>
      </p:sp>
      <p:sp>
        <p:nvSpPr>
          <p:cNvPr id="27" name="TextBox 26">
            <a:extLst>
              <a:ext uri="{FF2B5EF4-FFF2-40B4-BE49-F238E27FC236}">
                <a16:creationId xmlns:a16="http://schemas.microsoft.com/office/drawing/2014/main" id="{A06D93D8-793F-CFE0-DD37-6695D2C4271B}"/>
              </a:ext>
            </a:extLst>
          </p:cNvPr>
          <p:cNvSpPr txBox="1"/>
          <p:nvPr/>
        </p:nvSpPr>
        <p:spPr>
          <a:xfrm>
            <a:off x="603803" y="3306777"/>
            <a:ext cx="1271845" cy="2239485"/>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defPPr>
              <a:defRPr lang="en-US"/>
            </a:defPPr>
            <a:lvl1pPr>
              <a:buNone/>
              <a:defRPr sz="1100">
                <a:solidFill>
                  <a:schemeClr val="bg1"/>
                </a:solidFill>
                <a:latin typeface="a고딕14" panose="02020600000000000000" pitchFamily="18" charset="-127"/>
                <a:ea typeface="a고딕14" panose="02020600000000000000" pitchFamily="18" charset="-127"/>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latinLnBrk="0"/>
            <a:r>
              <a:rPr lang="ko-KR" altLang="ko-KR" dirty="0"/>
              <a:t>② SLR 4계층 구조 정합성 점검</a:t>
            </a:r>
            <a:endParaRPr lang="en-US" altLang="ko-KR" dirty="0"/>
          </a:p>
        </p:txBody>
      </p:sp>
      <p:sp>
        <p:nvSpPr>
          <p:cNvPr id="31" name="이등변 삼각형 30">
            <a:extLst>
              <a:ext uri="{FF2B5EF4-FFF2-40B4-BE49-F238E27FC236}">
                <a16:creationId xmlns:a16="http://schemas.microsoft.com/office/drawing/2014/main" id="{5EF6475D-4C41-A8F9-B7EF-DE2CE8964A58}"/>
              </a:ext>
            </a:extLst>
          </p:cNvPr>
          <p:cNvSpPr/>
          <p:nvPr/>
        </p:nvSpPr>
        <p:spPr>
          <a:xfrm rot="10800000">
            <a:off x="1137450" y="3115269"/>
            <a:ext cx="204550" cy="130694"/>
          </a:xfrm>
          <a:prstGeom prst="triangle">
            <a:avLst/>
          </a:prstGeom>
          <a:solidFill>
            <a:schemeClr val="accent1">
              <a:lumMod val="75000"/>
            </a:schemeClr>
          </a:solidFill>
          <a:ln w="19050" cap="flat" cmpd="sng" algn="ctr">
            <a:noFill/>
            <a:prstDash val="solid"/>
            <a:miter lim="800000"/>
          </a:ln>
          <a:effectLst/>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ptos" panose="0211000402020202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61C3DA99-4AA5-B26B-58DA-BD73F524ACFB}"/>
              </a:ext>
            </a:extLst>
          </p:cNvPr>
          <p:cNvSpPr txBox="1"/>
          <p:nvPr/>
        </p:nvSpPr>
        <p:spPr>
          <a:xfrm>
            <a:off x="2017268" y="5805264"/>
            <a:ext cx="2756345" cy="701779"/>
          </a:xfrm>
          <a:prstGeom prst="rect">
            <a:avLst/>
          </a:prstGeom>
          <a:solidFill>
            <a:sysClr val="window" lastClr="FFFFFF"/>
          </a:solidFill>
          <a:ln w="38100" cmpd="tri">
            <a:solidFill>
              <a:sysClr val="window" lastClr="FFFFFF">
                <a:lumMod val="75000"/>
              </a:sysClr>
            </a:solidFill>
            <a:miter lim="800000"/>
            <a:headEnd/>
            <a:tailEnd/>
          </a:ln>
          <a:effectLst/>
        </p:spPr>
        <p:txBody>
          <a:bodyPr wrap="square" lIns="72000" tIns="72000" rIns="72000" bIns="72000" rtlCol="0" anchor="ctr"/>
          <a:lstStyle>
            <a:defPPr>
              <a:defRPr lang="en-US"/>
            </a:defPPr>
            <a:lvl1pPr marL="92075" lvl="0" indent="-92075" algn="l" defTabSz="457200" latinLnBrk="0">
              <a:lnSpc>
                <a:spcPts val="1500"/>
              </a:lnSpc>
              <a:buFont typeface="Arial" panose="020B0604020202020204" pitchFamily="34" charset="0"/>
              <a:buChar char="•"/>
              <a:defRPr kumimoji="1" sz="1050" b="0">
                <a:latin typeface="a고딕14" panose="02020600000000000000" pitchFamily="18" charset="-127"/>
                <a:ea typeface="a고딕14" panose="02020600000000000000" pitchFamily="18" charset="-127"/>
              </a:defRPr>
            </a:lvl1pPr>
            <a:lvl2pPr>
              <a:lnSpc>
                <a:spcPct val="130000"/>
              </a:lnSpc>
              <a:defRPr kumimoji="1" sz="1000" b="1">
                <a:solidFill>
                  <a:srgbClr val="FFFFFF"/>
                </a:solidFill>
              </a:defRPr>
            </a:lvl2pPr>
            <a:lvl3pPr>
              <a:lnSpc>
                <a:spcPct val="130000"/>
              </a:lnSpc>
              <a:defRPr kumimoji="1" sz="1000" b="1">
                <a:solidFill>
                  <a:srgbClr val="FFFFFF"/>
                </a:solidFill>
              </a:defRPr>
            </a:lvl3pPr>
            <a:lvl4pPr>
              <a:lnSpc>
                <a:spcPct val="130000"/>
              </a:lnSpc>
              <a:defRPr kumimoji="1" sz="1000" b="1">
                <a:solidFill>
                  <a:srgbClr val="FFFFFF"/>
                </a:solidFill>
              </a:defRPr>
            </a:lvl4pPr>
            <a:lvl5pPr>
              <a:lnSpc>
                <a:spcPct val="130000"/>
              </a:lnSpc>
              <a:defRPr kumimoji="1" sz="1000" b="1">
                <a:solidFill>
                  <a:srgbClr val="FFFFFF"/>
                </a:solidFill>
              </a:defRPr>
            </a:lvl5pPr>
            <a:lvl6pPr>
              <a:defRPr kumimoji="1" sz="1000" b="1">
                <a:solidFill>
                  <a:srgbClr val="FFFFFF"/>
                </a:solidFill>
              </a:defRPr>
            </a:lvl6pPr>
            <a:lvl7pPr>
              <a:defRPr kumimoji="1" sz="1000" b="1">
                <a:solidFill>
                  <a:srgbClr val="FFFFFF"/>
                </a:solidFill>
              </a:defRPr>
            </a:lvl7pPr>
            <a:lvl8pPr>
              <a:defRPr kumimoji="1" sz="1000" b="1">
                <a:solidFill>
                  <a:srgbClr val="FFFFFF"/>
                </a:solidFill>
              </a:defRPr>
            </a:lvl8pPr>
            <a:lvl9pPr>
              <a:defRPr kumimoji="1" sz="1000" b="1">
                <a:solidFill>
                  <a:srgbClr val="FFFFFF"/>
                </a:solidFill>
              </a:defRPr>
            </a:lvl9pPr>
          </a:lstStyle>
          <a:p>
            <a:r>
              <a:rPr lang="ko-KR" altLang="ko-KR" dirty="0" err="1"/>
              <a:t>변경·신설</a:t>
            </a:r>
            <a:r>
              <a:rPr lang="ko-KR" altLang="ko-KR" dirty="0"/>
              <a:t> NCS 반영 → 분야별 SLR 1차 정비</a:t>
            </a:r>
            <a:endParaRPr lang="en-US" altLang="ko-KR" dirty="0"/>
          </a:p>
          <a:p>
            <a:r>
              <a:rPr lang="ko-KR" altLang="ko-KR" dirty="0"/>
              <a:t>분야별 </a:t>
            </a:r>
            <a:r>
              <a:rPr lang="ko-KR" altLang="ko-KR" dirty="0" err="1"/>
              <a:t>누락·중복</a:t>
            </a:r>
            <a:r>
              <a:rPr lang="ko-KR" altLang="ko-KR" dirty="0"/>
              <a:t> 정리 → SLR 1차 </a:t>
            </a:r>
            <a:r>
              <a:rPr lang="ko-KR" altLang="ko-KR" dirty="0" err="1"/>
              <a:t>정비본</a:t>
            </a:r>
            <a:r>
              <a:rPr lang="ko-KR" altLang="ko-KR" dirty="0"/>
              <a:t> 확정</a:t>
            </a:r>
            <a:endParaRPr lang="en-US" altLang="ko-KR" dirty="0"/>
          </a:p>
        </p:txBody>
      </p:sp>
      <p:sp>
        <p:nvSpPr>
          <p:cNvPr id="55" name="TextBox 54">
            <a:extLst>
              <a:ext uri="{FF2B5EF4-FFF2-40B4-BE49-F238E27FC236}">
                <a16:creationId xmlns:a16="http://schemas.microsoft.com/office/drawing/2014/main" id="{D078E1D1-DCA6-E9EB-599B-30753330DDBB}"/>
              </a:ext>
            </a:extLst>
          </p:cNvPr>
          <p:cNvSpPr txBox="1"/>
          <p:nvPr/>
        </p:nvSpPr>
        <p:spPr>
          <a:xfrm>
            <a:off x="603803" y="5804716"/>
            <a:ext cx="1271845" cy="702098"/>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defPPr>
              <a:defRPr lang="en-US"/>
            </a:defPPr>
            <a:lvl1pPr>
              <a:buNone/>
              <a:defRPr sz="1100">
                <a:solidFill>
                  <a:schemeClr val="bg1"/>
                </a:solidFill>
                <a:latin typeface="a고딕14" panose="02020600000000000000" pitchFamily="18" charset="-127"/>
                <a:ea typeface="a고딕14" panose="02020600000000000000" pitchFamily="18" charset="-127"/>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latinLnBrk="0"/>
            <a:r>
              <a:rPr lang="ko-KR" altLang="ko-KR" dirty="0"/>
              <a:t>③ SLR 1차 </a:t>
            </a:r>
            <a:endParaRPr lang="en-US" altLang="ko-KR" dirty="0"/>
          </a:p>
          <a:p>
            <a:pPr latinLnBrk="0"/>
            <a:r>
              <a:rPr lang="ko-KR" altLang="ko-KR" dirty="0" err="1"/>
              <a:t>정비본</a:t>
            </a:r>
            <a:r>
              <a:rPr lang="ko-KR" altLang="ko-KR" dirty="0"/>
              <a:t> 도출</a:t>
            </a:r>
            <a:endParaRPr lang="en-US" altLang="ko-KR" dirty="0"/>
          </a:p>
        </p:txBody>
      </p:sp>
      <p:sp>
        <p:nvSpPr>
          <p:cNvPr id="67" name="이등변 삼각형 66">
            <a:extLst>
              <a:ext uri="{FF2B5EF4-FFF2-40B4-BE49-F238E27FC236}">
                <a16:creationId xmlns:a16="http://schemas.microsoft.com/office/drawing/2014/main" id="{FD8DFA66-712E-7925-D792-CE98BAAACB9D}"/>
              </a:ext>
            </a:extLst>
          </p:cNvPr>
          <p:cNvSpPr/>
          <p:nvPr/>
        </p:nvSpPr>
        <p:spPr>
          <a:xfrm rot="10800000">
            <a:off x="1137450" y="5610142"/>
            <a:ext cx="204550" cy="130694"/>
          </a:xfrm>
          <a:prstGeom prst="triangle">
            <a:avLst/>
          </a:prstGeom>
          <a:solidFill>
            <a:schemeClr val="accent1">
              <a:lumMod val="75000"/>
            </a:schemeClr>
          </a:solidFill>
          <a:ln w="19050" cap="flat" cmpd="sng" algn="ctr">
            <a:noFill/>
            <a:prstDash val="solid"/>
            <a:miter lim="800000"/>
          </a:ln>
          <a:effectLst/>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ptos" panose="02110004020202020204"/>
              <a:ea typeface="맑은 고딕" panose="020B0503020000020004" pitchFamily="50" charset="-127"/>
              <a:cs typeface="+mn-cs"/>
            </a:endParaRPr>
          </a:p>
        </p:txBody>
      </p:sp>
      <p:pic>
        <p:nvPicPr>
          <p:cNvPr id="86" name="그림 85">
            <a:extLst>
              <a:ext uri="{FF2B5EF4-FFF2-40B4-BE49-F238E27FC236}">
                <a16:creationId xmlns:a16="http://schemas.microsoft.com/office/drawing/2014/main" id="{1160DAE7-19EE-4245-CD4B-97E169DBB5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32387" y="4592678"/>
            <a:ext cx="4208357" cy="1939802"/>
          </a:xfrm>
          <a:prstGeom prst="rect">
            <a:avLst/>
          </a:prstGeom>
        </p:spPr>
      </p:pic>
      <p:pic>
        <p:nvPicPr>
          <p:cNvPr id="92" name="그림 91">
            <a:extLst>
              <a:ext uri="{FF2B5EF4-FFF2-40B4-BE49-F238E27FC236}">
                <a16:creationId xmlns:a16="http://schemas.microsoft.com/office/drawing/2014/main" id="{D30C0E69-8DCA-15FF-C9B5-07B7F7E5E2F7}"/>
              </a:ext>
            </a:extLst>
          </p:cNvPr>
          <p:cNvPicPr>
            <a:picLocks noChangeAspect="1"/>
          </p:cNvPicPr>
          <p:nvPr/>
        </p:nvPicPr>
        <p:blipFill>
          <a:blip r:embed="rId3"/>
          <a:stretch>
            <a:fillRect/>
          </a:stretch>
        </p:blipFill>
        <p:spPr>
          <a:xfrm>
            <a:off x="5132388" y="2492375"/>
            <a:ext cx="4213225" cy="1388694"/>
          </a:xfrm>
          <a:prstGeom prst="rect">
            <a:avLst/>
          </a:prstGeom>
        </p:spPr>
      </p:pic>
      <p:sp>
        <p:nvSpPr>
          <p:cNvPr id="93" name="직사각형 92">
            <a:extLst>
              <a:ext uri="{FF2B5EF4-FFF2-40B4-BE49-F238E27FC236}">
                <a16:creationId xmlns:a16="http://schemas.microsoft.com/office/drawing/2014/main" id="{34A9571F-F37F-3693-4ABF-BD6252A220DD}"/>
              </a:ext>
            </a:extLst>
          </p:cNvPr>
          <p:cNvSpPr/>
          <p:nvPr/>
        </p:nvSpPr>
        <p:spPr bwMode="auto">
          <a:xfrm>
            <a:off x="5128198" y="2337691"/>
            <a:ext cx="4212547" cy="149225"/>
          </a:xfrm>
          <a:prstGeom prst="rect">
            <a:avLst/>
          </a:prstGeom>
          <a:noFill/>
          <a:ln w="3175">
            <a:noFill/>
            <a:miter lim="800000"/>
            <a:headEnd/>
            <a:tailEnd/>
          </a:ln>
          <a:effectLst/>
        </p:spPr>
        <p:txBody>
          <a:bodyPr wrap="square" lIns="36000" tIns="36000" rIns="36000" bIns="36000" rtlCol="0" anchor="ctr"/>
          <a:lstStyle/>
          <a:p>
            <a:pPr marL="0" marR="0" lvl="0" indent="0" algn="l" defTabSz="914400" eaLnBrk="1" fontAlgn="auto" latinLnBrk="0" hangingPunct="1">
              <a:lnSpc>
                <a:spcPct val="100000"/>
              </a:lnSpc>
              <a:spcBef>
                <a:spcPts val="0"/>
              </a:spcBef>
              <a:spcAft>
                <a:spcPts val="600"/>
              </a:spcAft>
              <a:buClrTx/>
              <a:buSzTx/>
              <a:buFontTx/>
              <a:buNone/>
              <a:tabLst/>
              <a:defRPr/>
            </a:pPr>
            <a:r>
              <a:rPr kumimoji="0" lang="en-US" altLang="ko-KR" sz="700" i="0" u="none" strike="noStrike" kern="0" cap="none" spc="0" normalizeH="0" baseline="0" noProof="0" dirty="0">
                <a:ln>
                  <a:noFill/>
                </a:ln>
                <a:solidFill>
                  <a:schemeClr val="tx1">
                    <a:lumMod val="85000"/>
                    <a:lumOff val="15000"/>
                  </a:schemeClr>
                </a:solidFill>
                <a:effectLst/>
                <a:uLnTx/>
                <a:uFillTx/>
                <a:latin typeface="+mj-ea"/>
                <a:ea typeface="+mj-ea"/>
              </a:rPr>
              <a:t>[Master DB]</a:t>
            </a:r>
          </a:p>
        </p:txBody>
      </p:sp>
      <p:sp>
        <p:nvSpPr>
          <p:cNvPr id="94" name="직사각형 93">
            <a:extLst>
              <a:ext uri="{FF2B5EF4-FFF2-40B4-BE49-F238E27FC236}">
                <a16:creationId xmlns:a16="http://schemas.microsoft.com/office/drawing/2014/main" id="{FE7BFCFB-78DE-12FB-0756-E121D0412247}"/>
              </a:ext>
            </a:extLst>
          </p:cNvPr>
          <p:cNvSpPr/>
          <p:nvPr/>
        </p:nvSpPr>
        <p:spPr bwMode="auto">
          <a:xfrm>
            <a:off x="5128198" y="4445755"/>
            <a:ext cx="4212547" cy="149225"/>
          </a:xfrm>
          <a:prstGeom prst="rect">
            <a:avLst/>
          </a:prstGeom>
          <a:noFill/>
          <a:ln w="3175">
            <a:noFill/>
            <a:miter lim="800000"/>
            <a:headEnd/>
            <a:tailEnd/>
          </a:ln>
          <a:effectLst/>
        </p:spPr>
        <p:txBody>
          <a:bodyPr wrap="square" lIns="36000" tIns="36000" rIns="36000" bIns="36000" rtlCol="0" anchor="ctr"/>
          <a:lstStyle/>
          <a:p>
            <a:pPr marL="0" marR="0" lvl="0" indent="0" algn="l" defTabSz="914400" eaLnBrk="1" fontAlgn="auto" latinLnBrk="0" hangingPunct="1">
              <a:lnSpc>
                <a:spcPct val="100000"/>
              </a:lnSpc>
              <a:spcBef>
                <a:spcPts val="0"/>
              </a:spcBef>
              <a:spcAft>
                <a:spcPts val="600"/>
              </a:spcAft>
              <a:buClrTx/>
              <a:buSzTx/>
              <a:buFontTx/>
              <a:buNone/>
              <a:tabLst/>
              <a:defRPr/>
            </a:pPr>
            <a:r>
              <a:rPr kumimoji="0" lang="en-US" altLang="ko-KR" sz="700" i="0" u="none" strike="noStrike" kern="0" cap="none" spc="0" normalizeH="0" baseline="0" noProof="0" dirty="0">
                <a:ln>
                  <a:noFill/>
                </a:ln>
                <a:solidFill>
                  <a:schemeClr val="tx1">
                    <a:lumMod val="85000"/>
                    <a:lumOff val="15000"/>
                  </a:schemeClr>
                </a:solidFill>
                <a:effectLst/>
                <a:uLnTx/>
                <a:uFillTx/>
                <a:latin typeface="+mj-ea"/>
                <a:ea typeface="+mj-ea"/>
              </a:rPr>
              <a:t>[</a:t>
            </a:r>
            <a:r>
              <a:rPr kumimoji="0" lang="ko-KR" altLang="en-US" sz="700" i="0" u="none" strike="noStrike" kern="0" cap="none" spc="0" normalizeH="0" baseline="0" noProof="0" dirty="0">
                <a:ln>
                  <a:noFill/>
                </a:ln>
                <a:solidFill>
                  <a:schemeClr val="tx1">
                    <a:lumMod val="85000"/>
                    <a:lumOff val="15000"/>
                  </a:schemeClr>
                </a:solidFill>
                <a:effectLst/>
                <a:uLnTx/>
                <a:uFillTx/>
                <a:latin typeface="+mj-ea"/>
                <a:ea typeface="+mj-ea"/>
              </a:rPr>
              <a:t>인공지능서비스기획 </a:t>
            </a:r>
            <a:r>
              <a:rPr kumimoji="0" lang="en-US" altLang="ko-KR" sz="700" i="0" u="none" strike="noStrike" kern="0" cap="none" spc="0" normalizeH="0" baseline="0" noProof="0" dirty="0">
                <a:ln>
                  <a:noFill/>
                </a:ln>
                <a:solidFill>
                  <a:schemeClr val="tx1">
                    <a:lumMod val="85000"/>
                    <a:lumOff val="15000"/>
                  </a:schemeClr>
                </a:solidFill>
                <a:effectLst/>
                <a:uLnTx/>
                <a:uFillTx/>
                <a:latin typeface="+mj-ea"/>
                <a:ea typeface="+mj-ea"/>
              </a:rPr>
              <a:t>SLR]</a:t>
            </a:r>
          </a:p>
        </p:txBody>
      </p:sp>
      <p:cxnSp>
        <p:nvCxnSpPr>
          <p:cNvPr id="96" name="직선 화살표 연결선 95">
            <a:extLst>
              <a:ext uri="{FF2B5EF4-FFF2-40B4-BE49-F238E27FC236}">
                <a16:creationId xmlns:a16="http://schemas.microsoft.com/office/drawing/2014/main" id="{5E4B717C-E0C6-1E9E-2A22-C06E71C1BFBC}"/>
              </a:ext>
            </a:extLst>
          </p:cNvPr>
          <p:cNvCxnSpPr>
            <a:cxnSpLocks/>
          </p:cNvCxnSpPr>
          <p:nvPr/>
        </p:nvCxnSpPr>
        <p:spPr>
          <a:xfrm>
            <a:off x="7004625" y="3984270"/>
            <a:ext cx="0" cy="360000"/>
          </a:xfrm>
          <a:prstGeom prst="straightConnector1">
            <a:avLst/>
          </a:prstGeom>
          <a:ln w="38100">
            <a:solidFill>
              <a:srgbClr val="003F56"/>
            </a:solidFill>
            <a:tailEnd type="triangle"/>
          </a:ln>
        </p:spPr>
        <p:style>
          <a:lnRef idx="1">
            <a:schemeClr val="accent1"/>
          </a:lnRef>
          <a:fillRef idx="0">
            <a:schemeClr val="accent1"/>
          </a:fillRef>
          <a:effectRef idx="0">
            <a:schemeClr val="accent1"/>
          </a:effectRef>
          <a:fontRef idx="minor">
            <a:schemeClr val="tx1"/>
          </a:fontRef>
        </p:style>
      </p:cxnSp>
      <p:cxnSp>
        <p:nvCxnSpPr>
          <p:cNvPr id="97" name="직선 화살표 연결선 96">
            <a:extLst>
              <a:ext uri="{FF2B5EF4-FFF2-40B4-BE49-F238E27FC236}">
                <a16:creationId xmlns:a16="http://schemas.microsoft.com/office/drawing/2014/main" id="{885AE983-4AD9-A5AC-6D15-3EF910CD8C64}"/>
              </a:ext>
            </a:extLst>
          </p:cNvPr>
          <p:cNvCxnSpPr>
            <a:cxnSpLocks/>
          </p:cNvCxnSpPr>
          <p:nvPr/>
        </p:nvCxnSpPr>
        <p:spPr>
          <a:xfrm flipV="1">
            <a:off x="7293260" y="3984270"/>
            <a:ext cx="0" cy="360000"/>
          </a:xfrm>
          <a:prstGeom prst="straightConnector1">
            <a:avLst/>
          </a:prstGeom>
          <a:ln w="38100">
            <a:solidFill>
              <a:srgbClr val="003F56"/>
            </a:solidFill>
            <a:tailEnd type="triangle"/>
          </a:ln>
        </p:spPr>
        <p:style>
          <a:lnRef idx="1">
            <a:schemeClr val="accent1"/>
          </a:lnRef>
          <a:fillRef idx="0">
            <a:schemeClr val="accent1"/>
          </a:fillRef>
          <a:effectRef idx="0">
            <a:schemeClr val="accent1"/>
          </a:effectRef>
          <a:fontRef idx="minor">
            <a:schemeClr val="tx1"/>
          </a:fontRef>
        </p:style>
      </p:cxnSp>
      <p:sp>
        <p:nvSpPr>
          <p:cNvPr id="99" name="직사각형 98">
            <a:extLst>
              <a:ext uri="{FF2B5EF4-FFF2-40B4-BE49-F238E27FC236}">
                <a16:creationId xmlns:a16="http://schemas.microsoft.com/office/drawing/2014/main" id="{C581E361-EF19-8784-E317-7F87D8E25630}"/>
              </a:ext>
            </a:extLst>
          </p:cNvPr>
          <p:cNvSpPr/>
          <p:nvPr/>
        </p:nvSpPr>
        <p:spPr bwMode="auto">
          <a:xfrm>
            <a:off x="5205153" y="3997989"/>
            <a:ext cx="1760196" cy="373095"/>
          </a:xfrm>
          <a:prstGeom prst="rect">
            <a:avLst/>
          </a:prstGeom>
          <a:noFill/>
          <a:ln w="3175">
            <a:noFill/>
            <a:miter lim="800000"/>
            <a:headEnd/>
            <a:tailEnd/>
          </a:ln>
          <a:effectLst/>
        </p:spPr>
        <p:txBody>
          <a:bodyPr wrap="square" lIns="36000" tIns="36000" rIns="36000" bIns="36000" rtlCol="0" anchor="ctr"/>
          <a:lstStyle/>
          <a:p>
            <a:pPr marL="0" marR="0" lvl="0" indent="0" algn="l" defTabSz="914400" eaLnBrk="1" fontAlgn="auto" latinLnBrk="0" hangingPunct="1">
              <a:lnSpc>
                <a:spcPct val="100000"/>
              </a:lnSpc>
              <a:spcBef>
                <a:spcPts val="0"/>
              </a:spcBef>
              <a:spcAft>
                <a:spcPts val="600"/>
              </a:spcAft>
              <a:buClrTx/>
              <a:buSzTx/>
              <a:buFontTx/>
              <a:buNone/>
              <a:tabLst/>
              <a:defRPr/>
            </a:pPr>
            <a:r>
              <a:rPr kumimoji="0" lang="en-US" altLang="ko-KR" sz="900" i="0" u="none" strike="noStrike" kern="0" cap="none" spc="0" normalizeH="0" baseline="0" noProof="0" dirty="0">
                <a:ln>
                  <a:noFill/>
                </a:ln>
                <a:solidFill>
                  <a:schemeClr val="tx1">
                    <a:lumMod val="85000"/>
                    <a:lumOff val="15000"/>
                  </a:schemeClr>
                </a:solidFill>
                <a:effectLst/>
                <a:uLnTx/>
                <a:uFillTx/>
                <a:latin typeface="+mj-ea"/>
                <a:ea typeface="+mj-ea"/>
              </a:rPr>
              <a:t>Master DB </a:t>
            </a:r>
            <a:r>
              <a:rPr lang="ko-KR" altLang="en-US" sz="900" kern="0" dirty="0">
                <a:solidFill>
                  <a:schemeClr val="tx1">
                    <a:lumMod val="85000"/>
                    <a:lumOff val="15000"/>
                  </a:schemeClr>
                </a:solidFill>
                <a:latin typeface="+mj-ea"/>
                <a:ea typeface="+mj-ea"/>
              </a:rPr>
              <a:t>과목</a:t>
            </a:r>
            <a:r>
              <a:rPr lang="ko-KR" altLang="ko-KR" sz="900" kern="0" dirty="0">
                <a:solidFill>
                  <a:schemeClr val="tx1">
                    <a:lumMod val="85000"/>
                    <a:lumOff val="15000"/>
                  </a:schemeClr>
                </a:solidFill>
                <a:latin typeface="+mj-ea"/>
                <a:ea typeface="+mj-ea"/>
              </a:rPr>
              <a:t> ↔</a:t>
            </a:r>
            <a:r>
              <a:rPr lang="en-US" altLang="ko-KR" sz="900" kern="0" dirty="0">
                <a:solidFill>
                  <a:schemeClr val="tx1">
                    <a:lumMod val="85000"/>
                    <a:lumOff val="15000"/>
                  </a:schemeClr>
                </a:solidFill>
                <a:latin typeface="+mj-ea"/>
                <a:ea typeface="+mj-ea"/>
              </a:rPr>
              <a:t> </a:t>
            </a:r>
            <a:r>
              <a:rPr lang="ko-KR" altLang="en-US" sz="900" kern="0" dirty="0">
                <a:solidFill>
                  <a:schemeClr val="tx1">
                    <a:lumMod val="85000"/>
                    <a:lumOff val="15000"/>
                  </a:schemeClr>
                </a:solidFill>
                <a:latin typeface="+mj-ea"/>
                <a:ea typeface="+mj-ea"/>
              </a:rPr>
              <a:t>능력단위 매핑이 </a:t>
            </a:r>
            <a:r>
              <a:rPr lang="en-US" altLang="ko-KR" sz="900" kern="0" dirty="0">
                <a:solidFill>
                  <a:schemeClr val="tx1">
                    <a:lumMod val="85000"/>
                    <a:lumOff val="15000"/>
                  </a:schemeClr>
                </a:solidFill>
                <a:latin typeface="+mj-ea"/>
                <a:ea typeface="+mj-ea"/>
              </a:rPr>
              <a:t>SLR </a:t>
            </a:r>
            <a:r>
              <a:rPr lang="ko-KR" altLang="en-US" sz="900" kern="0" dirty="0">
                <a:solidFill>
                  <a:schemeClr val="tx1">
                    <a:lumMod val="85000"/>
                    <a:lumOff val="15000"/>
                  </a:schemeClr>
                </a:solidFill>
                <a:latin typeface="+mj-ea"/>
                <a:ea typeface="+mj-ea"/>
              </a:rPr>
              <a:t>과목과 일치하는지 확인 </a:t>
            </a:r>
            <a:endParaRPr lang="en-US" altLang="ko-KR" sz="900" kern="0" dirty="0">
              <a:solidFill>
                <a:schemeClr val="tx1">
                  <a:lumMod val="85000"/>
                  <a:lumOff val="15000"/>
                </a:schemeClr>
              </a:solidFill>
              <a:latin typeface="+mj-ea"/>
              <a:ea typeface="+mj-ea"/>
            </a:endParaRPr>
          </a:p>
        </p:txBody>
      </p:sp>
      <p:sp>
        <p:nvSpPr>
          <p:cNvPr id="100" name="직사각형 99">
            <a:extLst>
              <a:ext uri="{FF2B5EF4-FFF2-40B4-BE49-F238E27FC236}">
                <a16:creationId xmlns:a16="http://schemas.microsoft.com/office/drawing/2014/main" id="{6179F635-F311-931A-4EA4-99E33052C3AA}"/>
              </a:ext>
            </a:extLst>
          </p:cNvPr>
          <p:cNvSpPr/>
          <p:nvPr/>
        </p:nvSpPr>
        <p:spPr bwMode="auto">
          <a:xfrm>
            <a:off x="7401272" y="3997989"/>
            <a:ext cx="1908208" cy="373095"/>
          </a:xfrm>
          <a:prstGeom prst="rect">
            <a:avLst/>
          </a:prstGeom>
          <a:noFill/>
          <a:ln w="3175">
            <a:noFill/>
            <a:miter lim="800000"/>
            <a:headEnd/>
            <a:tailEnd/>
          </a:ln>
          <a:effectLst/>
        </p:spPr>
        <p:txBody>
          <a:bodyPr wrap="square" lIns="36000" tIns="36000" rIns="36000" bIns="36000" rtlCol="0" anchor="ctr"/>
          <a:lstStyle/>
          <a:p>
            <a:pPr marL="0" marR="0" lvl="0" indent="0" algn="l" defTabSz="914400" eaLnBrk="1" fontAlgn="auto" latinLnBrk="0" hangingPunct="1">
              <a:lnSpc>
                <a:spcPct val="100000"/>
              </a:lnSpc>
              <a:spcBef>
                <a:spcPts val="0"/>
              </a:spcBef>
              <a:spcAft>
                <a:spcPts val="600"/>
              </a:spcAft>
              <a:buClrTx/>
              <a:buSzTx/>
              <a:buFontTx/>
              <a:buNone/>
              <a:tabLst/>
              <a:defRPr/>
            </a:pPr>
            <a:r>
              <a:rPr kumimoji="0" lang="en-US" altLang="ko-KR" sz="900" i="0" u="none" strike="noStrike" kern="0" cap="none" spc="0" normalizeH="0" baseline="0" noProof="0" dirty="0">
                <a:ln>
                  <a:noFill/>
                </a:ln>
                <a:solidFill>
                  <a:schemeClr val="tx1">
                    <a:lumMod val="85000"/>
                    <a:lumOff val="15000"/>
                  </a:schemeClr>
                </a:solidFill>
                <a:effectLst/>
                <a:uLnTx/>
                <a:uFillTx/>
                <a:latin typeface="+mj-ea"/>
                <a:ea typeface="+mj-ea"/>
              </a:rPr>
              <a:t>SLR </a:t>
            </a:r>
            <a:r>
              <a:rPr kumimoji="0" lang="ko-KR" altLang="en-US" sz="900" i="0" u="none" strike="noStrike" kern="0" cap="none" spc="0" normalizeH="0" baseline="0" noProof="0" dirty="0">
                <a:ln>
                  <a:noFill/>
                </a:ln>
                <a:solidFill>
                  <a:schemeClr val="tx1">
                    <a:lumMod val="85000"/>
                    <a:lumOff val="15000"/>
                  </a:schemeClr>
                </a:solidFill>
                <a:effectLst/>
                <a:uLnTx/>
                <a:uFillTx/>
                <a:latin typeface="+mj-ea"/>
                <a:ea typeface="+mj-ea"/>
              </a:rPr>
              <a:t>과목</a:t>
            </a:r>
            <a:r>
              <a:rPr lang="ko-KR" altLang="ko-KR" sz="900" dirty="0">
                <a:latin typeface="a고딕14" panose="02020600000000000000" pitchFamily="18" charset="-127"/>
                <a:ea typeface="a고딕14" panose="02020600000000000000" pitchFamily="18" charset="-127"/>
              </a:rPr>
              <a:t> ↔</a:t>
            </a:r>
            <a:r>
              <a:rPr kumimoji="0" lang="ko-KR" altLang="en-US" sz="900" i="0" u="none" strike="noStrike" kern="0" cap="none" spc="0" normalizeH="0" baseline="0" noProof="0" dirty="0">
                <a:ln>
                  <a:noFill/>
                </a:ln>
                <a:solidFill>
                  <a:schemeClr val="tx1">
                    <a:lumMod val="85000"/>
                    <a:lumOff val="15000"/>
                  </a:schemeClr>
                </a:solidFill>
                <a:effectLst/>
                <a:uLnTx/>
                <a:uFillTx/>
                <a:latin typeface="+mj-ea"/>
                <a:ea typeface="+mj-ea"/>
              </a:rPr>
              <a:t> </a:t>
            </a:r>
            <a:r>
              <a:rPr kumimoji="0" lang="en-US" altLang="ko-KR" sz="900" i="0" u="none" strike="noStrike" kern="0" cap="none" spc="0" normalizeH="0" baseline="0" noProof="0" dirty="0">
                <a:ln>
                  <a:noFill/>
                </a:ln>
                <a:solidFill>
                  <a:schemeClr val="tx1">
                    <a:lumMod val="85000"/>
                    <a:lumOff val="15000"/>
                  </a:schemeClr>
                </a:solidFill>
                <a:effectLst/>
                <a:uLnTx/>
                <a:uFillTx/>
                <a:latin typeface="+mj-ea"/>
                <a:ea typeface="+mj-ea"/>
              </a:rPr>
              <a:t>Master DB </a:t>
            </a:r>
            <a:r>
              <a:rPr kumimoji="0" lang="ko-KR" altLang="en-US" sz="900" i="0" u="none" strike="noStrike" kern="0" cap="none" spc="0" normalizeH="0" baseline="0" noProof="0" dirty="0">
                <a:ln>
                  <a:noFill/>
                </a:ln>
                <a:solidFill>
                  <a:schemeClr val="tx1">
                    <a:lumMod val="85000"/>
                    <a:lumOff val="15000"/>
                  </a:schemeClr>
                </a:solidFill>
                <a:effectLst/>
                <a:uLnTx/>
                <a:uFillTx/>
                <a:latin typeface="+mj-ea"/>
                <a:ea typeface="+mj-ea"/>
              </a:rPr>
              <a:t>정보</a:t>
            </a:r>
            <a:r>
              <a:rPr kumimoji="0" lang="en-US" altLang="ko-KR" sz="900" i="0" u="none" strike="noStrike" kern="0" cap="none" spc="0" normalizeH="0" baseline="0" noProof="0" dirty="0">
                <a:ln>
                  <a:noFill/>
                </a:ln>
                <a:solidFill>
                  <a:schemeClr val="tx1">
                    <a:lumMod val="85000"/>
                    <a:lumOff val="15000"/>
                  </a:schemeClr>
                </a:solidFill>
                <a:effectLst/>
                <a:uLnTx/>
                <a:uFillTx/>
                <a:latin typeface="+mj-ea"/>
                <a:ea typeface="+mj-ea"/>
              </a:rPr>
              <a:t>(</a:t>
            </a:r>
            <a:r>
              <a:rPr lang="ko-KR" altLang="en-US" sz="900" kern="0" dirty="0">
                <a:solidFill>
                  <a:schemeClr val="tx1">
                    <a:lumMod val="85000"/>
                    <a:lumOff val="15000"/>
                  </a:schemeClr>
                </a:solidFill>
                <a:latin typeface="+mj-ea"/>
                <a:ea typeface="+mj-ea"/>
              </a:rPr>
              <a:t>능력단위</a:t>
            </a:r>
            <a:r>
              <a:rPr lang="en-US" altLang="ko-KR" sz="900" kern="0" dirty="0">
                <a:solidFill>
                  <a:schemeClr val="tx1">
                    <a:lumMod val="85000"/>
                    <a:lumOff val="15000"/>
                  </a:schemeClr>
                </a:solidFill>
                <a:latin typeface="+mj-ea"/>
                <a:ea typeface="+mj-ea"/>
              </a:rPr>
              <a:t>, TTR </a:t>
            </a:r>
            <a:r>
              <a:rPr lang="ko-KR" altLang="en-US" sz="900" kern="0" dirty="0">
                <a:solidFill>
                  <a:schemeClr val="tx1">
                    <a:lumMod val="85000"/>
                    <a:lumOff val="15000"/>
                  </a:schemeClr>
                </a:solidFill>
                <a:latin typeface="+mj-ea"/>
                <a:ea typeface="+mj-ea"/>
              </a:rPr>
              <a:t>직무체계</a:t>
            </a:r>
            <a:r>
              <a:rPr lang="en-US" altLang="ko-KR" sz="900" kern="0" dirty="0">
                <a:solidFill>
                  <a:schemeClr val="tx1">
                    <a:lumMod val="85000"/>
                    <a:lumOff val="15000"/>
                  </a:schemeClr>
                </a:solidFill>
                <a:latin typeface="+mj-ea"/>
                <a:ea typeface="+mj-ea"/>
              </a:rPr>
              <a:t> </a:t>
            </a:r>
            <a:r>
              <a:rPr lang="ko-KR" altLang="en-US" sz="900" kern="0" dirty="0">
                <a:solidFill>
                  <a:schemeClr val="tx1">
                    <a:lumMod val="85000"/>
                    <a:lumOff val="15000"/>
                  </a:schemeClr>
                </a:solidFill>
                <a:latin typeface="+mj-ea"/>
                <a:ea typeface="+mj-ea"/>
              </a:rPr>
              <a:t>등</a:t>
            </a:r>
            <a:r>
              <a:rPr lang="en-US" altLang="ko-KR" sz="900" kern="0" dirty="0">
                <a:solidFill>
                  <a:schemeClr val="tx1">
                    <a:lumMod val="85000"/>
                    <a:lumOff val="15000"/>
                  </a:schemeClr>
                </a:solidFill>
                <a:latin typeface="+mj-ea"/>
                <a:ea typeface="+mj-ea"/>
              </a:rPr>
              <a:t>)</a:t>
            </a:r>
            <a:r>
              <a:rPr lang="ko-KR" altLang="en-US" sz="900" kern="0" dirty="0">
                <a:solidFill>
                  <a:schemeClr val="tx1">
                    <a:lumMod val="85000"/>
                    <a:lumOff val="15000"/>
                  </a:schemeClr>
                </a:solidFill>
                <a:latin typeface="+mj-ea"/>
                <a:ea typeface="+mj-ea"/>
              </a:rPr>
              <a:t>와 일치하는지 확인</a:t>
            </a:r>
            <a:endParaRPr lang="en-US" altLang="ko-KR" sz="900" kern="0" dirty="0">
              <a:solidFill>
                <a:schemeClr val="tx1">
                  <a:lumMod val="85000"/>
                  <a:lumOff val="15000"/>
                </a:schemeClr>
              </a:solidFill>
              <a:latin typeface="+mj-ea"/>
              <a:ea typeface="+mj-ea"/>
            </a:endParaRPr>
          </a:p>
        </p:txBody>
      </p:sp>
    </p:spTree>
    <p:extLst>
      <p:ext uri="{BB962C8B-B14F-4D97-AF65-F5344CB8AC3E}">
        <p14:creationId xmlns:p14="http://schemas.microsoft.com/office/powerpoint/2010/main" val="1253669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CDB9C-0F6E-17D1-9AD4-2BA5AD31C699}"/>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76B8EFCA-E3CD-E554-4BDE-CFD3E5A46AD1}"/>
              </a:ext>
            </a:extLst>
          </p:cNvPr>
          <p:cNvSpPr>
            <a:spLocks noGrp="1"/>
          </p:cNvSpPr>
          <p:nvPr>
            <p:ph type="body" sz="quarter" idx="12"/>
          </p:nvPr>
        </p:nvSpPr>
        <p:spPr/>
        <p:txBody>
          <a:bodyPr vert="horz" wrap="square" lIns="0" tIns="45720" rIns="0" bIns="0" rtlCol="0">
            <a:noAutofit/>
          </a:bodyPr>
          <a:lstStyle/>
          <a:p>
            <a:pPr algn="l" latinLnBrk="0"/>
            <a:r>
              <a:rPr lang="ko-KR" altLang="ko-KR" dirty="0"/>
              <a:t>기존 </a:t>
            </a:r>
            <a:r>
              <a:rPr lang="ko-KR" altLang="en-US" dirty="0"/>
              <a:t>수요평가 </a:t>
            </a:r>
            <a:r>
              <a:rPr lang="ko-KR" altLang="ko-KR" dirty="0"/>
              <a:t>흐름에서는 </a:t>
            </a:r>
            <a:r>
              <a:rPr lang="ko-KR" altLang="ko-KR" dirty="0" err="1"/>
              <a:t>응답률·</a:t>
            </a:r>
            <a:r>
              <a:rPr lang="ko-KR" altLang="en-US" dirty="0" err="1"/>
              <a:t>신뢰도에</a:t>
            </a:r>
            <a:r>
              <a:rPr lang="ko-KR" altLang="en-US" dirty="0"/>
              <a:t> </a:t>
            </a:r>
            <a:r>
              <a:rPr lang="ko-KR" altLang="ko-KR" dirty="0"/>
              <a:t>한계가 </a:t>
            </a:r>
            <a:r>
              <a:rPr lang="ko-KR" altLang="en-US" dirty="0"/>
              <a:t>있어</a:t>
            </a:r>
            <a:r>
              <a:rPr lang="en-US" altLang="ko-KR" dirty="0"/>
              <a:t>, </a:t>
            </a:r>
            <a:r>
              <a:rPr lang="ko-KR" altLang="ko-KR" dirty="0"/>
              <a:t>이를 </a:t>
            </a:r>
            <a:r>
              <a:rPr lang="ko-KR" altLang="ko-KR" dirty="0" err="1"/>
              <a:t>세분류</a:t>
            </a:r>
            <a:r>
              <a:rPr lang="ko-KR" altLang="ko-KR" dirty="0"/>
              <a:t> 단계에서 설문조사를 통합 진행하는 흐름으로 </a:t>
            </a:r>
            <a:r>
              <a:rPr lang="ko-KR" altLang="en-US" dirty="0"/>
              <a:t>개편 하여 </a:t>
            </a:r>
            <a:r>
              <a:rPr lang="ko-KR" altLang="ko-KR" dirty="0"/>
              <a:t>응답 부담을 줄이고 수요</a:t>
            </a:r>
            <a:r>
              <a:rPr lang="ko-KR" altLang="en-US" dirty="0"/>
              <a:t>를 취합하여 </a:t>
            </a:r>
            <a:r>
              <a:rPr lang="ko-KR" altLang="ko-KR" dirty="0"/>
              <a:t>정합성을 확보하고자 함</a:t>
            </a:r>
          </a:p>
        </p:txBody>
      </p:sp>
      <p:sp>
        <p:nvSpPr>
          <p:cNvPr id="5" name="텍스트 개체 틀 4">
            <a:extLst>
              <a:ext uri="{FF2B5EF4-FFF2-40B4-BE49-F238E27FC236}">
                <a16:creationId xmlns:a16="http://schemas.microsoft.com/office/drawing/2014/main" id="{91B8007A-853F-CF61-5F84-B8EB4CE67AD9}"/>
              </a:ext>
            </a:extLst>
          </p:cNvPr>
          <p:cNvSpPr>
            <a:spLocks noGrp="1"/>
          </p:cNvSpPr>
          <p:nvPr>
            <p:ph type="body" sz="quarter" idx="16"/>
          </p:nvPr>
        </p:nvSpPr>
        <p:spPr/>
        <p:txBody>
          <a:bodyPr vert="horz" wrap="none" lIns="0" tIns="0" rIns="0" bIns="0" rtlCol="0" anchor="ctr">
            <a:noAutofit/>
          </a:bodyPr>
          <a:lstStyle/>
          <a:p>
            <a:pPr latinLnBrk="0"/>
            <a:r>
              <a:rPr lang="en-US" altLang="ko-KR">
                <a:latin typeface="Arial Narrow" panose="020B0606020202030204" pitchFamily="34" charset="0"/>
              </a:rPr>
              <a:t>Ⅱ</a:t>
            </a:r>
            <a:r>
              <a:rPr lang="en-US" altLang="ko-KR">
                <a:latin typeface="+mn-ea"/>
              </a:rPr>
              <a:t>. </a:t>
            </a:r>
            <a:r>
              <a:rPr lang="ko-KR" altLang="en-US">
                <a:latin typeface="+mn-ea"/>
              </a:rPr>
              <a:t>제안 내용</a:t>
            </a:r>
            <a:endParaRPr lang="en-US" altLang="ko-KR">
              <a:latin typeface="+mn-ea"/>
            </a:endParaRPr>
          </a:p>
          <a:p>
            <a:pPr latinLnBrk="0"/>
            <a:r>
              <a:rPr lang="en-US" altLang="ko-KR">
                <a:latin typeface="+mn-ea"/>
              </a:rPr>
              <a:t>2. </a:t>
            </a:r>
            <a:r>
              <a:rPr lang="ko-KR" altLang="en-US">
                <a:latin typeface="+mn-ea"/>
              </a:rPr>
              <a:t>과업 수행계획 및 방법</a:t>
            </a:r>
          </a:p>
        </p:txBody>
      </p:sp>
      <p:sp>
        <p:nvSpPr>
          <p:cNvPr id="11" name="텍스트 개체 틀 87">
            <a:extLst>
              <a:ext uri="{FF2B5EF4-FFF2-40B4-BE49-F238E27FC236}">
                <a16:creationId xmlns:a16="http://schemas.microsoft.com/office/drawing/2014/main" id="{D0B7B4D2-1E5A-614C-EDFF-2A1FA32EC042}"/>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en-US" altLang="ko-KR" sz="1200">
                <a:solidFill>
                  <a:schemeClr val="bg1"/>
                </a:solidFill>
              </a:rPr>
              <a:t>Step3. </a:t>
            </a:r>
            <a:r>
              <a:rPr lang="ko-KR" altLang="en-US" sz="1200">
                <a:solidFill>
                  <a:schemeClr val="bg1"/>
                </a:solidFill>
              </a:rPr>
              <a:t>정량</a:t>
            </a:r>
            <a:r>
              <a:rPr lang="en-US" altLang="ko-KR" sz="1200">
                <a:solidFill>
                  <a:schemeClr val="bg1"/>
                </a:solidFill>
              </a:rPr>
              <a:t>·</a:t>
            </a:r>
            <a:r>
              <a:rPr lang="ko-KR" altLang="en-US" sz="1200">
                <a:solidFill>
                  <a:schemeClr val="bg1"/>
                </a:solidFill>
              </a:rPr>
              <a:t>정성</a:t>
            </a:r>
            <a:r>
              <a:rPr lang="en-US" altLang="ko-KR" sz="1200">
                <a:solidFill>
                  <a:schemeClr val="bg1"/>
                </a:solidFill>
              </a:rPr>
              <a:t> Data </a:t>
            </a:r>
            <a:r>
              <a:rPr lang="ko-KR" altLang="en-US" sz="1200">
                <a:solidFill>
                  <a:schemeClr val="bg1"/>
                </a:solidFill>
              </a:rPr>
              <a:t>기반 </a:t>
            </a:r>
            <a:r>
              <a:rPr lang="en-US" altLang="ko-KR" sz="1200">
                <a:solidFill>
                  <a:schemeClr val="bg1"/>
                </a:solidFill>
              </a:rPr>
              <a:t>NCS </a:t>
            </a:r>
            <a:r>
              <a:rPr lang="ko-KR" altLang="en-US" sz="1200" err="1">
                <a:solidFill>
                  <a:schemeClr val="bg1"/>
                </a:solidFill>
              </a:rPr>
              <a:t>세분류</a:t>
            </a:r>
            <a:r>
              <a:rPr lang="ko-KR" altLang="en-US" sz="1200">
                <a:solidFill>
                  <a:schemeClr val="bg1"/>
                </a:solidFill>
              </a:rPr>
              <a:t> 수요분석</a:t>
            </a:r>
          </a:p>
        </p:txBody>
      </p:sp>
      <p:sp>
        <p:nvSpPr>
          <p:cNvPr id="12" name="직사각형 11">
            <a:extLst>
              <a:ext uri="{FF2B5EF4-FFF2-40B4-BE49-F238E27FC236}">
                <a16:creationId xmlns:a16="http://schemas.microsoft.com/office/drawing/2014/main" id="{5348AADE-7CA0-F2CA-5667-3161E514BCB9}"/>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a:ln>
                  <a:noFill/>
                </a:ln>
                <a:solidFill>
                  <a:srgbClr val="003F56"/>
                </a:solidFill>
                <a:effectLst/>
                <a:uLnTx/>
                <a:uFillTx/>
                <a:latin typeface="a고딕14"/>
                <a:ea typeface="a고딕14"/>
                <a:cs typeface="+mn-cs"/>
              </a:rPr>
              <a:t>Module 2. </a:t>
            </a:r>
            <a:r>
              <a:rPr lang="en-US" altLang="ko-KR" sz="1100">
                <a:solidFill>
                  <a:srgbClr val="003F56"/>
                </a:solidFill>
                <a:latin typeface="a고딕14"/>
                <a:ea typeface="a고딕14"/>
              </a:rPr>
              <a:t>NCS </a:t>
            </a:r>
            <a:r>
              <a:rPr lang="ko-KR" altLang="en-US" sz="1100" err="1">
                <a:solidFill>
                  <a:srgbClr val="003F56"/>
                </a:solidFill>
                <a:latin typeface="a고딕14"/>
                <a:ea typeface="a고딕14"/>
              </a:rPr>
              <a:t>세분류</a:t>
            </a:r>
            <a:r>
              <a:rPr lang="ko-KR" altLang="en-US" sz="1100">
                <a:solidFill>
                  <a:srgbClr val="003F56"/>
                </a:solidFill>
                <a:latin typeface="a고딕14"/>
                <a:ea typeface="a고딕14"/>
              </a:rPr>
              <a:t> 우선순위 도출</a:t>
            </a:r>
          </a:p>
        </p:txBody>
      </p:sp>
      <p:grpSp>
        <p:nvGrpSpPr>
          <p:cNvPr id="8" name="그룹 7">
            <a:extLst>
              <a:ext uri="{FF2B5EF4-FFF2-40B4-BE49-F238E27FC236}">
                <a16:creationId xmlns:a16="http://schemas.microsoft.com/office/drawing/2014/main" id="{9851C905-0FF2-A82A-8AE4-2238410C8EB0}"/>
              </a:ext>
            </a:extLst>
          </p:cNvPr>
          <p:cNvGrpSpPr/>
          <p:nvPr/>
        </p:nvGrpSpPr>
        <p:grpSpPr>
          <a:xfrm>
            <a:off x="596515" y="1681027"/>
            <a:ext cx="8749098" cy="266602"/>
            <a:chOff x="802640" y="2236632"/>
            <a:chExt cx="4130805" cy="266552"/>
          </a:xfrm>
        </p:grpSpPr>
        <p:sp>
          <p:nvSpPr>
            <p:cNvPr id="9" name="ListLeanHorizontalTextTopic0">
              <a:extLst>
                <a:ext uri="{FF2B5EF4-FFF2-40B4-BE49-F238E27FC236}">
                  <a16:creationId xmlns:a16="http://schemas.microsoft.com/office/drawing/2014/main" id="{4D03AA09-AF64-54E6-7CEB-9E595229D441}"/>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lang="en-US" altLang="ko-KR" sz="1400" kern="0">
                  <a:solidFill>
                    <a:srgbClr val="000000"/>
                  </a:solidFill>
                  <a:latin typeface="a고딕14" panose="02020600000000000000" pitchFamily="18" charset="-127"/>
                  <a:ea typeface="a고딕14" panose="02020600000000000000" pitchFamily="18" charset="-127"/>
                  <a:cs typeface="Arial Narrow" pitchFamily="34" charset="0"/>
                </a:rPr>
                <a:t>NCS </a:t>
              </a:r>
              <a:r>
                <a:rPr lang="ko-KR" altLang="en-US" sz="1400" kern="0" err="1">
                  <a:solidFill>
                    <a:srgbClr val="000000"/>
                  </a:solidFill>
                  <a:latin typeface="a고딕14" panose="02020600000000000000" pitchFamily="18" charset="-127"/>
                  <a:ea typeface="a고딕14" panose="02020600000000000000" pitchFamily="18" charset="-127"/>
                  <a:cs typeface="Arial Narrow" pitchFamily="34" charset="0"/>
                </a:rPr>
                <a:t>세분류</a:t>
              </a:r>
              <a:r>
                <a:rPr lang="ko-KR" altLang="en-US" sz="1400" kern="0">
                  <a:solidFill>
                    <a:srgbClr val="000000"/>
                  </a:solidFill>
                  <a:latin typeface="a고딕14" panose="02020600000000000000" pitchFamily="18" charset="-127"/>
                  <a:ea typeface="a고딕14" panose="02020600000000000000" pitchFamily="18" charset="-127"/>
                  <a:cs typeface="Arial Narrow" pitchFamily="34" charset="0"/>
                </a:rPr>
                <a:t> 및 능력단위 수요평가 및 설문조사 단계 재배치</a:t>
              </a:r>
              <a:r>
                <a:rPr lang="en-US" altLang="ko-KR" sz="1400" kern="0">
                  <a:solidFill>
                    <a:srgbClr val="000000"/>
                  </a:solidFill>
                  <a:latin typeface="a고딕14" panose="02020600000000000000" pitchFamily="18" charset="-127"/>
                  <a:ea typeface="a고딕14" panose="02020600000000000000" pitchFamily="18" charset="-127"/>
                  <a:cs typeface="Arial Narrow" pitchFamily="34" charset="0"/>
                </a:rPr>
                <a:t>(</a:t>
              </a:r>
              <a:r>
                <a:rPr lang="ko-KR" altLang="en-US" sz="1400" kern="0">
                  <a:solidFill>
                    <a:srgbClr val="000000"/>
                  </a:solidFill>
                  <a:latin typeface="a고딕14" panose="02020600000000000000" pitchFamily="18" charset="-127"/>
                  <a:ea typeface="a고딕14" panose="02020600000000000000" pitchFamily="18" charset="-127"/>
                  <a:cs typeface="Arial Narrow" pitchFamily="34" charset="0"/>
                </a:rPr>
                <a:t>안</a:t>
              </a:r>
              <a:r>
                <a:rPr lang="en-US" altLang="ko-KR" sz="1400" kern="0">
                  <a:solidFill>
                    <a:srgbClr val="000000"/>
                  </a:solidFill>
                  <a:latin typeface="a고딕14" panose="02020600000000000000" pitchFamily="18" charset="-127"/>
                  <a:ea typeface="a고딕14" panose="02020600000000000000" pitchFamily="18" charset="-127"/>
                  <a:cs typeface="Arial Narrow" pitchFamily="34" charset="0"/>
                </a:rPr>
                <a:t>)</a:t>
              </a:r>
              <a:endParaRPr kumimoji="0" lang="de-DE" altLang="ko-KR"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10" name="Horizontal Line">
              <a:extLst>
                <a:ext uri="{FF2B5EF4-FFF2-40B4-BE49-F238E27FC236}">
                  <a16:creationId xmlns:a16="http://schemas.microsoft.com/office/drawing/2014/main" id="{6FE9A320-6981-A865-BADB-3AE338DE61B3}"/>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grpSp>
        <p:nvGrpSpPr>
          <p:cNvPr id="74" name="그룹 73">
            <a:extLst>
              <a:ext uri="{FF2B5EF4-FFF2-40B4-BE49-F238E27FC236}">
                <a16:creationId xmlns:a16="http://schemas.microsoft.com/office/drawing/2014/main" id="{EA8BA451-A9E6-A9C5-01FE-1FE0A399F21F}"/>
              </a:ext>
            </a:extLst>
          </p:cNvPr>
          <p:cNvGrpSpPr/>
          <p:nvPr/>
        </p:nvGrpSpPr>
        <p:grpSpPr>
          <a:xfrm>
            <a:off x="2036524" y="2085818"/>
            <a:ext cx="7306585" cy="539947"/>
            <a:chOff x="2036524" y="2085818"/>
            <a:chExt cx="7306585" cy="757847"/>
          </a:xfrm>
        </p:grpSpPr>
        <p:sp>
          <p:nvSpPr>
            <p:cNvPr id="56" name="오른쪽 화살표 45">
              <a:extLst>
                <a:ext uri="{FF2B5EF4-FFF2-40B4-BE49-F238E27FC236}">
                  <a16:creationId xmlns:a16="http://schemas.microsoft.com/office/drawing/2014/main" id="{D04B7E6C-A64F-8238-7D1F-F9DB93EA746E}"/>
                </a:ext>
              </a:extLst>
            </p:cNvPr>
            <p:cNvSpPr/>
            <p:nvPr/>
          </p:nvSpPr>
          <p:spPr>
            <a:xfrm>
              <a:off x="2036524" y="2303717"/>
              <a:ext cx="5419741" cy="322048"/>
            </a:xfrm>
            <a:prstGeom prst="rightArrow">
              <a:avLst/>
            </a:prstGeom>
            <a:solidFill>
              <a:sysClr val="window" lastClr="FFFFFF">
                <a:lumMod val="75000"/>
              </a:sysClr>
            </a:solidFill>
            <a:ln w="25400" cap="flat" cmpd="sng" algn="ctr">
              <a:noFill/>
              <a:prstDash val="solid"/>
            </a:ln>
            <a:effectLst/>
          </p:spPr>
          <p:txBody>
            <a:bodyPr lIns="0" rIns="0" rtlCol="0" anchor="ctr"/>
            <a:lstStyle/>
            <a:p>
              <a:pPr marL="0" marR="0" lvl="0" indent="0" defTabSz="914395" eaLnBrk="1" fontAlgn="auto" latinLnBrk="0" hangingPunct="1">
                <a:lnSpc>
                  <a:spcPct val="100000"/>
                </a:lnSpc>
                <a:spcBef>
                  <a:spcPts val="0"/>
                </a:spcBef>
                <a:spcAft>
                  <a:spcPts val="0"/>
                </a:spcAft>
                <a:buClrTx/>
                <a:buSzTx/>
                <a:buFontTx/>
                <a:buNone/>
                <a:tabLst/>
                <a:defRPr/>
              </a:pPr>
              <a:endParaRPr kumimoji="0" lang="ko-KR" altLang="en-US" sz="2400" b="0" i="0" u="none" strike="noStrike" kern="0" cap="none" spc="-50" normalizeH="0" baseline="0" noProof="0">
                <a:ln>
                  <a:noFill/>
                </a:ln>
                <a:solidFill>
                  <a:prstClr val="white"/>
                </a:solidFill>
                <a:effectLst/>
                <a:uLnTx/>
                <a:uFillTx/>
                <a:latin typeface="Arial Narrow" panose="020B0606020202030204" pitchFamily="34" charset="0"/>
                <a:ea typeface="a고딕14" panose="02020600000000000000" pitchFamily="18" charset="-127"/>
              </a:endParaRPr>
            </a:p>
          </p:txBody>
        </p:sp>
        <p:sp>
          <p:nvSpPr>
            <p:cNvPr id="57" name="직사각형 178">
              <a:extLst>
                <a:ext uri="{FF2B5EF4-FFF2-40B4-BE49-F238E27FC236}">
                  <a16:creationId xmlns:a16="http://schemas.microsoft.com/office/drawing/2014/main" id="{65E01238-DD44-25A4-025E-6DE2B8EB12CB}"/>
                </a:ext>
              </a:extLst>
            </p:cNvPr>
            <p:cNvSpPr>
              <a:spLocks noChangeArrowheads="1"/>
            </p:cNvSpPr>
            <p:nvPr>
              <p:custDataLst>
                <p:tags r:id="rId4"/>
              </p:custDataLst>
            </p:nvPr>
          </p:nvSpPr>
          <p:spPr bwMode="auto">
            <a:xfrm>
              <a:off x="2036525" y="2085818"/>
              <a:ext cx="1886843" cy="757847"/>
            </a:xfrm>
            <a:prstGeom prst="rect">
              <a:avLst/>
            </a:prstGeom>
            <a:solidFill>
              <a:srgbClr val="0078A2"/>
            </a:solidFill>
            <a:ln w="19050" algn="ctr">
              <a:solidFill>
                <a:srgbClr val="004300"/>
              </a:solidFill>
              <a:round/>
              <a:headEnd/>
              <a:tailEnd/>
            </a:ln>
            <a:effectLst>
              <a:outerShdw blurRad="50800" dist="38100" dir="2700000" algn="tl" rotWithShape="0">
                <a:prstClr val="black">
                  <a:alpha val="40000"/>
                </a:prstClr>
              </a:outerShdw>
            </a:effectLst>
          </p:spPr>
          <p:txBody>
            <a:bodyPr lIns="90000" tIns="46800" rIns="54000" bIns="46800" anchor="ctr"/>
            <a:lstStyle/>
            <a:p>
              <a:pPr marL="0" marR="0" lvl="0" indent="0" defTabSz="914395" eaLnBrk="1" fontAlgn="auto" latinLnBrk="0" hangingPunct="1">
                <a:lnSpc>
                  <a:spcPct val="100000"/>
                </a:lnSpc>
                <a:spcBef>
                  <a:spcPts val="0"/>
                </a:spcBef>
                <a:spcAft>
                  <a:spcPts val="0"/>
                </a:spcAft>
                <a:buClrTx/>
                <a:buSzTx/>
                <a:buFontTx/>
                <a:buNone/>
                <a:tabLst/>
                <a:defRPr/>
              </a:pPr>
              <a:r>
                <a:rPr kumimoji="0" lang="ko-KR" altLang="en-US" sz="1400" b="0" i="0" u="none" strike="noStrike" kern="0" cap="none" spc="-50" normalizeH="0" baseline="0" noProof="0" err="1">
                  <a:ln>
                    <a:noFill/>
                  </a:ln>
                  <a:solidFill>
                    <a:schemeClr val="bg1"/>
                  </a:solidFill>
                  <a:effectLst/>
                  <a:uLnTx/>
                  <a:uFillTx/>
                  <a:latin typeface="a고딕14" panose="02020600000000000000" pitchFamily="18" charset="-127"/>
                  <a:ea typeface="a고딕14" panose="02020600000000000000" pitchFamily="18" charset="-127"/>
                </a:rPr>
                <a:t>세분류</a:t>
              </a:r>
              <a:r>
                <a:rPr kumimoji="0" lang="ko-KR" altLang="en-US" sz="1400" b="0" i="0" u="none" strike="noStrike" kern="0" cap="none" spc="-50" normalizeH="0" baseline="0" noProof="0">
                  <a:ln>
                    <a:noFill/>
                  </a:ln>
                  <a:solidFill>
                    <a:schemeClr val="bg1"/>
                  </a:solidFill>
                  <a:effectLst/>
                  <a:uLnTx/>
                  <a:uFillTx/>
                  <a:latin typeface="a고딕14" panose="02020600000000000000" pitchFamily="18" charset="-127"/>
                  <a:ea typeface="a고딕14" panose="02020600000000000000" pitchFamily="18" charset="-127"/>
                </a:rPr>
                <a:t> 순위 도출</a:t>
              </a:r>
              <a:endParaRPr kumimoji="0" lang="en-US" altLang="ko-KR" sz="1400" b="0" i="0" u="none" strike="noStrike" kern="0" cap="none" spc="-50" normalizeH="0" baseline="0" noProof="0">
                <a:ln>
                  <a:noFill/>
                </a:ln>
                <a:solidFill>
                  <a:schemeClr val="bg1"/>
                </a:solidFill>
                <a:effectLst/>
                <a:uLnTx/>
                <a:uFillTx/>
                <a:latin typeface="a고딕14" panose="02020600000000000000" pitchFamily="18" charset="-127"/>
                <a:ea typeface="a고딕14" panose="02020600000000000000" pitchFamily="18" charset="-127"/>
              </a:endParaRPr>
            </a:p>
          </p:txBody>
        </p:sp>
        <p:sp>
          <p:nvSpPr>
            <p:cNvPr id="58" name="직사각형 178">
              <a:extLst>
                <a:ext uri="{FF2B5EF4-FFF2-40B4-BE49-F238E27FC236}">
                  <a16:creationId xmlns:a16="http://schemas.microsoft.com/office/drawing/2014/main" id="{0FBA2D4F-9F6B-343F-7221-DF58AB0CEDF9}"/>
                </a:ext>
              </a:extLst>
            </p:cNvPr>
            <p:cNvSpPr>
              <a:spLocks noChangeArrowheads="1"/>
            </p:cNvSpPr>
            <p:nvPr>
              <p:custDataLst>
                <p:tags r:id="rId5"/>
              </p:custDataLst>
            </p:nvPr>
          </p:nvSpPr>
          <p:spPr bwMode="auto">
            <a:xfrm>
              <a:off x="4746396" y="2085818"/>
              <a:ext cx="1886843" cy="757847"/>
            </a:xfrm>
            <a:prstGeom prst="rect">
              <a:avLst/>
            </a:prstGeom>
            <a:solidFill>
              <a:srgbClr val="0078A2"/>
            </a:solidFill>
            <a:ln w="19050" algn="ctr">
              <a:solidFill>
                <a:srgbClr val="004300"/>
              </a:solidFill>
              <a:round/>
              <a:headEnd/>
              <a:tailEnd/>
            </a:ln>
            <a:effectLst>
              <a:outerShdw blurRad="50800" dist="38100" dir="2700000" algn="tl" rotWithShape="0">
                <a:prstClr val="black">
                  <a:alpha val="40000"/>
                </a:prstClr>
              </a:outerShdw>
            </a:effectLst>
          </p:spPr>
          <p:txBody>
            <a:bodyPr lIns="90000" tIns="46800" rIns="54000" bIns="46800" anchor="ctr"/>
            <a:lstStyle/>
            <a:p>
              <a:pPr marL="0" marR="0" lvl="0" indent="0" defTabSz="914395" eaLnBrk="1" fontAlgn="auto" latinLnBrk="0" hangingPunct="1">
                <a:lnSpc>
                  <a:spcPct val="100000"/>
                </a:lnSpc>
                <a:spcBef>
                  <a:spcPts val="0"/>
                </a:spcBef>
                <a:spcAft>
                  <a:spcPts val="0"/>
                </a:spcAft>
                <a:buClrTx/>
                <a:buSzTx/>
                <a:buFontTx/>
                <a:buNone/>
                <a:tabLst/>
                <a:defRPr/>
              </a:pPr>
              <a:r>
                <a:rPr kumimoji="0" lang="ko-KR" altLang="en-US" sz="1400" b="0" i="0" u="none" strike="noStrike" kern="0" cap="none" spc="-50" normalizeH="0" baseline="0" noProof="0">
                  <a:ln>
                    <a:noFill/>
                  </a:ln>
                  <a:solidFill>
                    <a:schemeClr val="bg1"/>
                  </a:solidFill>
                  <a:effectLst/>
                  <a:uLnTx/>
                  <a:uFillTx/>
                  <a:latin typeface="a고딕14" panose="02020600000000000000" pitchFamily="18" charset="-127"/>
                  <a:ea typeface="a고딕14" panose="02020600000000000000" pitchFamily="18" charset="-127"/>
                </a:rPr>
                <a:t>능력단위 및 </a:t>
              </a:r>
              <a:r>
                <a:rPr kumimoji="0" lang="ko-KR" altLang="en-US" sz="1400" b="0" i="0" u="none" strike="noStrike" kern="0" cap="none" spc="-50" normalizeH="0" baseline="0" noProof="0" err="1">
                  <a:ln>
                    <a:noFill/>
                  </a:ln>
                  <a:solidFill>
                    <a:schemeClr val="bg1"/>
                  </a:solidFill>
                  <a:effectLst/>
                  <a:uLnTx/>
                  <a:uFillTx/>
                  <a:latin typeface="a고딕14" panose="02020600000000000000" pitchFamily="18" charset="-127"/>
                  <a:ea typeface="a고딕14" panose="02020600000000000000" pitchFamily="18" charset="-127"/>
                </a:rPr>
                <a:t>과정명</a:t>
              </a:r>
              <a:r>
                <a:rPr kumimoji="0" lang="ko-KR" altLang="en-US" sz="1400" b="0" i="0" u="none" strike="noStrike" kern="0" cap="none" spc="-50" normalizeH="0" baseline="0" noProof="0">
                  <a:ln>
                    <a:noFill/>
                  </a:ln>
                  <a:solidFill>
                    <a:schemeClr val="bg1"/>
                  </a:solidFill>
                  <a:effectLst/>
                  <a:uLnTx/>
                  <a:uFillTx/>
                  <a:latin typeface="a고딕14" panose="02020600000000000000" pitchFamily="18" charset="-127"/>
                  <a:ea typeface="a고딕14" panose="02020600000000000000" pitchFamily="18" charset="-127"/>
                </a:rPr>
                <a:t> 도출</a:t>
              </a:r>
              <a:endParaRPr kumimoji="0" lang="en-US" altLang="ko-KR" sz="1400" b="0" i="0" u="none" strike="noStrike" kern="0" cap="none" spc="-50" normalizeH="0" baseline="0" noProof="0">
                <a:ln>
                  <a:noFill/>
                </a:ln>
                <a:solidFill>
                  <a:schemeClr val="bg1"/>
                </a:solidFill>
                <a:effectLst/>
                <a:uLnTx/>
                <a:uFillTx/>
                <a:latin typeface="a고딕14" panose="02020600000000000000" pitchFamily="18" charset="-127"/>
                <a:ea typeface="a고딕14" panose="02020600000000000000" pitchFamily="18" charset="-127"/>
              </a:endParaRPr>
            </a:p>
          </p:txBody>
        </p:sp>
        <p:sp>
          <p:nvSpPr>
            <p:cNvPr id="59" name="직사각형 178">
              <a:extLst>
                <a:ext uri="{FF2B5EF4-FFF2-40B4-BE49-F238E27FC236}">
                  <a16:creationId xmlns:a16="http://schemas.microsoft.com/office/drawing/2014/main" id="{BD2B4F50-045A-DFE4-8A60-385128298BCB}"/>
                </a:ext>
              </a:extLst>
            </p:cNvPr>
            <p:cNvSpPr>
              <a:spLocks noChangeArrowheads="1"/>
            </p:cNvSpPr>
            <p:nvPr>
              <p:custDataLst>
                <p:tags r:id="rId6"/>
              </p:custDataLst>
            </p:nvPr>
          </p:nvSpPr>
          <p:spPr bwMode="auto">
            <a:xfrm>
              <a:off x="7456266" y="2085818"/>
              <a:ext cx="1886843" cy="757847"/>
            </a:xfrm>
            <a:prstGeom prst="rect">
              <a:avLst/>
            </a:prstGeom>
            <a:solidFill>
              <a:srgbClr val="003F56"/>
            </a:solidFill>
            <a:ln w="19050" algn="ctr">
              <a:solidFill>
                <a:srgbClr val="004300"/>
              </a:solidFill>
              <a:round/>
              <a:headEnd/>
              <a:tailEnd/>
            </a:ln>
            <a:effectLst>
              <a:outerShdw blurRad="50800" dist="38100" dir="2700000" algn="tl" rotWithShape="0">
                <a:prstClr val="black">
                  <a:alpha val="40000"/>
                </a:prstClr>
              </a:outerShdw>
            </a:effectLst>
          </p:spPr>
          <p:txBody>
            <a:bodyPr lIns="90000" tIns="46800" rIns="54000" bIns="46800" anchor="ctr"/>
            <a:lstStyle/>
            <a:p>
              <a:pPr marL="0" marR="0" lvl="0" indent="0" defTabSz="914395" eaLnBrk="1" fontAlgn="auto" latinLnBrk="0" hangingPunct="1">
                <a:lnSpc>
                  <a:spcPct val="100000"/>
                </a:lnSpc>
                <a:spcBef>
                  <a:spcPts val="0"/>
                </a:spcBef>
                <a:spcAft>
                  <a:spcPts val="0"/>
                </a:spcAft>
                <a:buClrTx/>
                <a:buSzTx/>
                <a:buFontTx/>
                <a:buNone/>
                <a:tabLst/>
                <a:defRPr/>
              </a:pPr>
              <a:r>
                <a:rPr kumimoji="0" lang="ko-KR" altLang="en-US" sz="1400" b="0" i="0" u="none" strike="noStrike" kern="0" cap="none" spc="-50" normalizeH="0" baseline="0" noProof="0">
                  <a:ln>
                    <a:noFill/>
                  </a:ln>
                  <a:solidFill>
                    <a:schemeClr val="bg1"/>
                  </a:solidFill>
                  <a:effectLst/>
                  <a:uLnTx/>
                  <a:uFillTx/>
                  <a:latin typeface="a고딕14" panose="02020600000000000000" pitchFamily="18" charset="-127"/>
                  <a:ea typeface="a고딕14" panose="02020600000000000000" pitchFamily="18" charset="-127"/>
                </a:rPr>
                <a:t>설문조사</a:t>
              </a:r>
              <a:endParaRPr kumimoji="0" lang="en-US" altLang="ko-KR" sz="1400" b="0" i="0" u="none" strike="noStrike" kern="0" cap="none" spc="-50" normalizeH="0" baseline="0" noProof="0">
                <a:ln>
                  <a:noFill/>
                </a:ln>
                <a:solidFill>
                  <a:schemeClr val="bg1"/>
                </a:solidFill>
                <a:effectLst/>
                <a:uLnTx/>
                <a:uFillTx/>
                <a:latin typeface="a고딕14" panose="02020600000000000000" pitchFamily="18" charset="-127"/>
                <a:ea typeface="a고딕14" panose="02020600000000000000" pitchFamily="18" charset="-127"/>
              </a:endParaRPr>
            </a:p>
          </p:txBody>
        </p:sp>
      </p:grpSp>
      <p:sp>
        <p:nvSpPr>
          <p:cNvPr id="60" name="TextBox 59">
            <a:extLst>
              <a:ext uri="{FF2B5EF4-FFF2-40B4-BE49-F238E27FC236}">
                <a16:creationId xmlns:a16="http://schemas.microsoft.com/office/drawing/2014/main" id="{869A9D22-5EFC-4F5B-2A1F-0C0998C2F07F}"/>
              </a:ext>
            </a:extLst>
          </p:cNvPr>
          <p:cNvSpPr txBox="1"/>
          <p:nvPr/>
        </p:nvSpPr>
        <p:spPr>
          <a:xfrm>
            <a:off x="603803" y="2106178"/>
            <a:ext cx="1271710" cy="1981773"/>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defPPr>
              <a:defRPr lang="en-US"/>
            </a:defPPr>
            <a:lvl1pPr>
              <a:buNone/>
              <a:defRPr sz="1100">
                <a:solidFill>
                  <a:schemeClr val="bg1"/>
                </a:solidFill>
                <a:latin typeface="a고딕14" panose="02020600000000000000" pitchFamily="18" charset="-127"/>
                <a:ea typeface="a고딕14" panose="02020600000000000000" pitchFamily="18" charset="-127"/>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latinLnBrk="0"/>
            <a:r>
              <a:rPr lang="ko-KR" altLang="en-US" sz="1600"/>
              <a:t>기존 조사체계</a:t>
            </a:r>
            <a:endParaRPr lang="en-US" altLang="ko-KR" sz="1600"/>
          </a:p>
        </p:txBody>
      </p:sp>
      <p:grpSp>
        <p:nvGrpSpPr>
          <p:cNvPr id="75" name="그룹 74">
            <a:extLst>
              <a:ext uri="{FF2B5EF4-FFF2-40B4-BE49-F238E27FC236}">
                <a16:creationId xmlns:a16="http://schemas.microsoft.com/office/drawing/2014/main" id="{D0402089-B587-9947-E774-745AACD1FC12}"/>
              </a:ext>
            </a:extLst>
          </p:cNvPr>
          <p:cNvGrpSpPr/>
          <p:nvPr/>
        </p:nvGrpSpPr>
        <p:grpSpPr>
          <a:xfrm>
            <a:off x="2036524" y="4484311"/>
            <a:ext cx="7306585" cy="539947"/>
            <a:chOff x="2036524" y="4484311"/>
            <a:chExt cx="7306585" cy="757847"/>
          </a:xfrm>
        </p:grpSpPr>
        <p:sp>
          <p:nvSpPr>
            <p:cNvPr id="63" name="오른쪽 화살표 45">
              <a:extLst>
                <a:ext uri="{FF2B5EF4-FFF2-40B4-BE49-F238E27FC236}">
                  <a16:creationId xmlns:a16="http://schemas.microsoft.com/office/drawing/2014/main" id="{8F480D61-B904-9B8F-8C89-A2361EC5D47A}"/>
                </a:ext>
              </a:extLst>
            </p:cNvPr>
            <p:cNvSpPr/>
            <p:nvPr/>
          </p:nvSpPr>
          <p:spPr>
            <a:xfrm>
              <a:off x="2036524" y="4702210"/>
              <a:ext cx="5419741" cy="322048"/>
            </a:xfrm>
            <a:prstGeom prst="rightArrow">
              <a:avLst/>
            </a:prstGeom>
            <a:solidFill>
              <a:sysClr val="window" lastClr="FFFFFF">
                <a:lumMod val="75000"/>
              </a:sysClr>
            </a:solidFill>
            <a:ln w="25400" cap="flat" cmpd="sng" algn="ctr">
              <a:noFill/>
              <a:prstDash val="solid"/>
            </a:ln>
            <a:effectLst/>
          </p:spPr>
          <p:txBody>
            <a:bodyPr lIns="0" rIns="0" rtlCol="0" anchor="ctr"/>
            <a:lstStyle/>
            <a:p>
              <a:pPr marL="0" marR="0" lvl="0" indent="0" defTabSz="914395" eaLnBrk="1" fontAlgn="auto" latinLnBrk="0" hangingPunct="1">
                <a:lnSpc>
                  <a:spcPct val="100000"/>
                </a:lnSpc>
                <a:spcBef>
                  <a:spcPts val="0"/>
                </a:spcBef>
                <a:spcAft>
                  <a:spcPts val="0"/>
                </a:spcAft>
                <a:buClrTx/>
                <a:buSzTx/>
                <a:buFontTx/>
                <a:buNone/>
                <a:tabLst/>
                <a:defRPr/>
              </a:pPr>
              <a:endParaRPr kumimoji="0" lang="ko-KR" altLang="en-US" sz="2400" b="0" i="0" u="none" strike="noStrike" kern="0" cap="none" spc="-50" normalizeH="0" baseline="0" noProof="0">
                <a:ln>
                  <a:noFill/>
                </a:ln>
                <a:solidFill>
                  <a:prstClr val="white"/>
                </a:solidFill>
                <a:effectLst/>
                <a:uLnTx/>
                <a:uFillTx/>
                <a:latin typeface="Arial Narrow" panose="020B0606020202030204" pitchFamily="34" charset="0"/>
                <a:ea typeface="a고딕14" panose="02020600000000000000" pitchFamily="18" charset="-127"/>
              </a:endParaRPr>
            </a:p>
          </p:txBody>
        </p:sp>
        <p:sp>
          <p:nvSpPr>
            <p:cNvPr id="64" name="직사각형 178">
              <a:extLst>
                <a:ext uri="{FF2B5EF4-FFF2-40B4-BE49-F238E27FC236}">
                  <a16:creationId xmlns:a16="http://schemas.microsoft.com/office/drawing/2014/main" id="{367F1827-6E22-301A-0132-36873B5750FF}"/>
                </a:ext>
              </a:extLst>
            </p:cNvPr>
            <p:cNvSpPr>
              <a:spLocks noChangeArrowheads="1"/>
            </p:cNvSpPr>
            <p:nvPr>
              <p:custDataLst>
                <p:tags r:id="rId1"/>
              </p:custDataLst>
            </p:nvPr>
          </p:nvSpPr>
          <p:spPr bwMode="auto">
            <a:xfrm>
              <a:off x="2036525" y="4484311"/>
              <a:ext cx="1886843" cy="757847"/>
            </a:xfrm>
            <a:prstGeom prst="rect">
              <a:avLst/>
            </a:prstGeom>
            <a:solidFill>
              <a:srgbClr val="0078A2"/>
            </a:solidFill>
            <a:ln w="19050" algn="ctr">
              <a:solidFill>
                <a:srgbClr val="004300"/>
              </a:solidFill>
              <a:round/>
              <a:headEnd/>
              <a:tailEnd/>
            </a:ln>
            <a:effectLst>
              <a:outerShdw blurRad="50800" dist="38100" dir="2700000" algn="tl" rotWithShape="0">
                <a:prstClr val="black">
                  <a:alpha val="40000"/>
                </a:prstClr>
              </a:outerShdw>
            </a:effectLst>
          </p:spPr>
          <p:txBody>
            <a:bodyPr lIns="90000" tIns="46800" rIns="54000" bIns="46800" anchor="ctr"/>
            <a:lstStyle/>
            <a:p>
              <a:pPr defTabSz="914395" eaLnBrk="1" fontAlgn="auto" latinLnBrk="0" hangingPunct="1">
                <a:spcBef>
                  <a:spcPts val="0"/>
                </a:spcBef>
                <a:spcAft>
                  <a:spcPts val="0"/>
                </a:spcAft>
                <a:buNone/>
              </a:pPr>
              <a:r>
                <a:rPr lang="ko-KR" altLang="en-US" sz="1400" kern="0" spc="-50" err="1">
                  <a:solidFill>
                    <a:schemeClr val="bg1"/>
                  </a:solidFill>
                  <a:latin typeface="a고딕14" panose="02020600000000000000" pitchFamily="18" charset="-127"/>
                  <a:ea typeface="a고딕14" panose="02020600000000000000" pitchFamily="18" charset="-127"/>
                </a:rPr>
                <a:t>세분류</a:t>
              </a:r>
              <a:r>
                <a:rPr lang="ko-KR" altLang="en-US" sz="1400" kern="0" spc="-50">
                  <a:solidFill>
                    <a:schemeClr val="bg1"/>
                  </a:solidFill>
                  <a:latin typeface="a고딕14" panose="02020600000000000000" pitchFamily="18" charset="-127"/>
                  <a:ea typeface="a고딕14" panose="02020600000000000000" pitchFamily="18" charset="-127"/>
                </a:rPr>
                <a:t> 순위 도출</a:t>
              </a:r>
              <a:endParaRPr lang="en-US" altLang="ko-KR" sz="1400" kern="0" spc="-50">
                <a:solidFill>
                  <a:schemeClr val="bg1"/>
                </a:solidFill>
                <a:latin typeface="a고딕14" panose="02020600000000000000" pitchFamily="18" charset="-127"/>
                <a:ea typeface="a고딕14" panose="02020600000000000000" pitchFamily="18" charset="-127"/>
              </a:endParaRPr>
            </a:p>
          </p:txBody>
        </p:sp>
        <p:sp>
          <p:nvSpPr>
            <p:cNvPr id="65" name="직사각형 178">
              <a:extLst>
                <a:ext uri="{FF2B5EF4-FFF2-40B4-BE49-F238E27FC236}">
                  <a16:creationId xmlns:a16="http://schemas.microsoft.com/office/drawing/2014/main" id="{075C68AE-377C-C8A5-0573-12F4144D16F8}"/>
                </a:ext>
              </a:extLst>
            </p:cNvPr>
            <p:cNvSpPr>
              <a:spLocks noChangeArrowheads="1"/>
            </p:cNvSpPr>
            <p:nvPr>
              <p:custDataLst>
                <p:tags r:id="rId2"/>
              </p:custDataLst>
            </p:nvPr>
          </p:nvSpPr>
          <p:spPr bwMode="auto">
            <a:xfrm>
              <a:off x="4746396" y="4484311"/>
              <a:ext cx="1886843" cy="757847"/>
            </a:xfrm>
            <a:prstGeom prst="rect">
              <a:avLst/>
            </a:prstGeom>
            <a:solidFill>
              <a:srgbClr val="003F56"/>
            </a:solidFill>
            <a:ln w="19050" algn="ctr">
              <a:solidFill>
                <a:srgbClr val="004300"/>
              </a:solidFill>
              <a:round/>
              <a:headEnd/>
              <a:tailEnd/>
            </a:ln>
            <a:effectLst>
              <a:outerShdw blurRad="50800" dist="38100" dir="2700000" algn="tl" rotWithShape="0">
                <a:prstClr val="black">
                  <a:alpha val="40000"/>
                </a:prstClr>
              </a:outerShdw>
            </a:effectLst>
          </p:spPr>
          <p:txBody>
            <a:bodyPr lIns="90000" tIns="46800" rIns="54000" bIns="46800" anchor="ctr"/>
            <a:lstStyle/>
            <a:p>
              <a:pPr defTabSz="914395" eaLnBrk="1" fontAlgn="auto" latinLnBrk="0" hangingPunct="1">
                <a:spcBef>
                  <a:spcPts val="0"/>
                </a:spcBef>
                <a:spcAft>
                  <a:spcPts val="0"/>
                </a:spcAft>
                <a:buNone/>
              </a:pPr>
              <a:r>
                <a:rPr lang="ko-KR" altLang="en-US" sz="1400" kern="0" spc="-50">
                  <a:solidFill>
                    <a:schemeClr val="bg1"/>
                  </a:solidFill>
                  <a:latin typeface="a고딕14" panose="02020600000000000000" pitchFamily="18" charset="-127"/>
                  <a:ea typeface="a고딕14" panose="02020600000000000000" pitchFamily="18" charset="-127"/>
                </a:rPr>
                <a:t>설문조사</a:t>
              </a:r>
              <a:endParaRPr lang="en-US" altLang="ko-KR" sz="1400" kern="0" spc="-50">
                <a:solidFill>
                  <a:schemeClr val="bg1"/>
                </a:solidFill>
                <a:latin typeface="a고딕14" panose="02020600000000000000" pitchFamily="18" charset="-127"/>
                <a:ea typeface="a고딕14" panose="02020600000000000000" pitchFamily="18" charset="-127"/>
              </a:endParaRPr>
            </a:p>
          </p:txBody>
        </p:sp>
        <p:sp>
          <p:nvSpPr>
            <p:cNvPr id="66" name="직사각형 178">
              <a:extLst>
                <a:ext uri="{FF2B5EF4-FFF2-40B4-BE49-F238E27FC236}">
                  <a16:creationId xmlns:a16="http://schemas.microsoft.com/office/drawing/2014/main" id="{ECBE1903-538C-DD19-9A65-FB46068274AC}"/>
                </a:ext>
              </a:extLst>
            </p:cNvPr>
            <p:cNvSpPr>
              <a:spLocks noChangeArrowheads="1"/>
            </p:cNvSpPr>
            <p:nvPr>
              <p:custDataLst>
                <p:tags r:id="rId3"/>
              </p:custDataLst>
            </p:nvPr>
          </p:nvSpPr>
          <p:spPr bwMode="auto">
            <a:xfrm>
              <a:off x="7456266" y="4484311"/>
              <a:ext cx="1886843" cy="757847"/>
            </a:xfrm>
            <a:prstGeom prst="rect">
              <a:avLst/>
            </a:prstGeom>
            <a:solidFill>
              <a:srgbClr val="0078A2"/>
            </a:solidFill>
            <a:ln w="19050" algn="ctr">
              <a:solidFill>
                <a:srgbClr val="004300"/>
              </a:solidFill>
              <a:round/>
              <a:headEnd/>
              <a:tailEnd/>
            </a:ln>
            <a:effectLst>
              <a:outerShdw blurRad="50800" dist="38100" dir="2700000" algn="tl" rotWithShape="0">
                <a:prstClr val="black">
                  <a:alpha val="40000"/>
                </a:prstClr>
              </a:outerShdw>
            </a:effectLst>
          </p:spPr>
          <p:txBody>
            <a:bodyPr lIns="90000" tIns="46800" rIns="54000" bIns="46800" anchor="ctr"/>
            <a:lstStyle/>
            <a:p>
              <a:pPr defTabSz="914395" eaLnBrk="1" fontAlgn="auto" latinLnBrk="0" hangingPunct="1">
                <a:spcBef>
                  <a:spcPts val="0"/>
                </a:spcBef>
                <a:spcAft>
                  <a:spcPts val="0"/>
                </a:spcAft>
                <a:buNone/>
              </a:pPr>
              <a:r>
                <a:rPr lang="ko-KR" altLang="en-US" sz="1400" kern="0" spc="-50">
                  <a:solidFill>
                    <a:schemeClr val="bg1"/>
                  </a:solidFill>
                  <a:latin typeface="a고딕14" panose="02020600000000000000" pitchFamily="18" charset="-127"/>
                  <a:ea typeface="a고딕14" panose="02020600000000000000" pitchFamily="18" charset="-127"/>
                </a:rPr>
                <a:t>능력단위 및 </a:t>
              </a:r>
              <a:r>
                <a:rPr lang="ko-KR" altLang="en-US" sz="1400" kern="0" spc="-50" err="1">
                  <a:solidFill>
                    <a:schemeClr val="bg1"/>
                  </a:solidFill>
                  <a:latin typeface="a고딕14" panose="02020600000000000000" pitchFamily="18" charset="-127"/>
                  <a:ea typeface="a고딕14" panose="02020600000000000000" pitchFamily="18" charset="-127"/>
                </a:rPr>
                <a:t>과정명</a:t>
              </a:r>
              <a:r>
                <a:rPr lang="ko-KR" altLang="en-US" sz="1400" kern="0" spc="-50">
                  <a:solidFill>
                    <a:schemeClr val="bg1"/>
                  </a:solidFill>
                  <a:latin typeface="a고딕14" panose="02020600000000000000" pitchFamily="18" charset="-127"/>
                  <a:ea typeface="a고딕14" panose="02020600000000000000" pitchFamily="18" charset="-127"/>
                </a:rPr>
                <a:t> 도출</a:t>
              </a:r>
              <a:endParaRPr lang="en-US" altLang="ko-KR" sz="1400" kern="0" spc="-50">
                <a:solidFill>
                  <a:schemeClr val="bg1"/>
                </a:solidFill>
                <a:latin typeface="a고딕14" panose="02020600000000000000" pitchFamily="18" charset="-127"/>
                <a:ea typeface="a고딕14" panose="02020600000000000000" pitchFamily="18" charset="-127"/>
              </a:endParaRPr>
            </a:p>
          </p:txBody>
        </p:sp>
      </p:grpSp>
      <p:sp>
        <p:nvSpPr>
          <p:cNvPr id="67" name="TextBox 66">
            <a:extLst>
              <a:ext uri="{FF2B5EF4-FFF2-40B4-BE49-F238E27FC236}">
                <a16:creationId xmlns:a16="http://schemas.microsoft.com/office/drawing/2014/main" id="{4188AD31-717C-CBE6-C764-685EA634D0CA}"/>
              </a:ext>
            </a:extLst>
          </p:cNvPr>
          <p:cNvSpPr txBox="1"/>
          <p:nvPr/>
        </p:nvSpPr>
        <p:spPr>
          <a:xfrm>
            <a:off x="603803" y="4504672"/>
            <a:ext cx="1271710" cy="1981772"/>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defPPr>
              <a:defRPr lang="en-US"/>
            </a:defPPr>
            <a:lvl1pPr>
              <a:buNone/>
              <a:defRPr sz="1100">
                <a:solidFill>
                  <a:schemeClr val="bg1"/>
                </a:solidFill>
                <a:latin typeface="a고딕14" panose="02020600000000000000" pitchFamily="18" charset="-127"/>
                <a:ea typeface="a고딕14" panose="02020600000000000000" pitchFamily="18" charset="-127"/>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latinLnBrk="0"/>
            <a:r>
              <a:rPr lang="ko-KR" altLang="en-US" sz="1600"/>
              <a:t>조사체계 개편</a:t>
            </a:r>
            <a:r>
              <a:rPr lang="en-US" altLang="ko-KR" sz="1600"/>
              <a:t>(</a:t>
            </a:r>
            <a:r>
              <a:rPr lang="ko-KR" altLang="en-US" sz="1600"/>
              <a:t>안</a:t>
            </a:r>
            <a:r>
              <a:rPr lang="en-US" altLang="ko-KR" sz="1600"/>
              <a:t>)</a:t>
            </a:r>
          </a:p>
        </p:txBody>
      </p:sp>
      <p:sp>
        <p:nvSpPr>
          <p:cNvPr id="69" name="TextBox 68">
            <a:extLst>
              <a:ext uri="{FF2B5EF4-FFF2-40B4-BE49-F238E27FC236}">
                <a16:creationId xmlns:a16="http://schemas.microsoft.com/office/drawing/2014/main" id="{37CC0345-34E6-AA82-3F58-24C4A43862F3}"/>
              </a:ext>
            </a:extLst>
          </p:cNvPr>
          <p:cNvSpPr txBox="1"/>
          <p:nvPr/>
        </p:nvSpPr>
        <p:spPr>
          <a:xfrm>
            <a:off x="2017118" y="2743356"/>
            <a:ext cx="7327569" cy="1344597"/>
          </a:xfrm>
          <a:prstGeom prst="rect">
            <a:avLst/>
          </a:prstGeom>
          <a:solidFill>
            <a:sysClr val="window" lastClr="FFFFFF"/>
          </a:solidFill>
          <a:ln w="38100" cmpd="tri">
            <a:solidFill>
              <a:sysClr val="window" lastClr="FFFFFF">
                <a:lumMod val="75000"/>
              </a:sysClr>
            </a:solidFill>
            <a:miter lim="800000"/>
            <a:headEnd/>
            <a:tailEnd/>
          </a:ln>
          <a:effectLst/>
        </p:spPr>
        <p:txBody>
          <a:bodyPr wrap="square" lIns="72000" tIns="72000" rIns="72000" bIns="72000" rtlCol="0" anchor="ctr"/>
          <a:lstStyle>
            <a:defPPr>
              <a:defRPr lang="en-US"/>
            </a:defPPr>
            <a:lvl1pPr marL="228600" indent="-228600" eaLnBrk="0" fontAlgn="base" hangingPunct="0">
              <a:lnSpc>
                <a:spcPct val="130000"/>
              </a:lnSpc>
              <a:spcBef>
                <a:spcPct val="0"/>
              </a:spcBef>
              <a:spcAft>
                <a:spcPct val="0"/>
              </a:spcAft>
              <a:buFont typeface="+mj-lt"/>
              <a:buAutoNum type="arabicPeriod"/>
              <a:defRPr kumimoji="1" sz="1100" b="0">
                <a:latin typeface="페이퍼로지 5 Medium" pitchFamily="2" charset="-127"/>
                <a:ea typeface="페이퍼로지 5 Medium" pitchFamily="2" charset="-127"/>
              </a:defRPr>
            </a:lvl1pPr>
            <a:lvl2pPr algn="ctr" eaLnBrk="0" fontAlgn="base" hangingPunct="0">
              <a:lnSpc>
                <a:spcPct val="130000"/>
              </a:lnSpc>
              <a:spcBef>
                <a:spcPct val="0"/>
              </a:spcBef>
              <a:spcAft>
                <a:spcPct val="0"/>
              </a:spcAft>
              <a:defRPr kumimoji="1" sz="1000" b="1">
                <a:solidFill>
                  <a:srgbClr val="FFFFFF"/>
                </a:solidFill>
                <a:latin typeface="맑은 고딕" pitchFamily="50" charset="-127"/>
                <a:ea typeface="맑은 고딕" pitchFamily="50" charset="-127"/>
              </a:defRPr>
            </a:lvl2pPr>
            <a:lvl3pPr algn="ctr" eaLnBrk="0" fontAlgn="base" hangingPunct="0">
              <a:lnSpc>
                <a:spcPct val="130000"/>
              </a:lnSpc>
              <a:spcBef>
                <a:spcPct val="0"/>
              </a:spcBef>
              <a:spcAft>
                <a:spcPct val="0"/>
              </a:spcAft>
              <a:defRPr kumimoji="1" sz="1000" b="1">
                <a:solidFill>
                  <a:srgbClr val="FFFFFF"/>
                </a:solidFill>
                <a:latin typeface="맑은 고딕" pitchFamily="50" charset="-127"/>
                <a:ea typeface="맑은 고딕" pitchFamily="50" charset="-127"/>
              </a:defRPr>
            </a:lvl3pPr>
            <a:lvl4pPr algn="ctr" eaLnBrk="0" fontAlgn="base" hangingPunct="0">
              <a:lnSpc>
                <a:spcPct val="130000"/>
              </a:lnSpc>
              <a:spcBef>
                <a:spcPct val="0"/>
              </a:spcBef>
              <a:spcAft>
                <a:spcPct val="0"/>
              </a:spcAft>
              <a:defRPr kumimoji="1" sz="1000" b="1">
                <a:solidFill>
                  <a:srgbClr val="FFFFFF"/>
                </a:solidFill>
                <a:latin typeface="맑은 고딕" pitchFamily="50" charset="-127"/>
                <a:ea typeface="맑은 고딕" pitchFamily="50" charset="-127"/>
              </a:defRPr>
            </a:lvl4pPr>
            <a:lvl5pPr algn="ctr" eaLnBrk="0" fontAlgn="base" hangingPunct="0">
              <a:lnSpc>
                <a:spcPct val="130000"/>
              </a:lnSpc>
              <a:spcBef>
                <a:spcPct val="0"/>
              </a:spcBef>
              <a:spcAft>
                <a:spcPct val="0"/>
              </a:spcAft>
              <a:defRPr kumimoji="1" sz="1000" b="1">
                <a:solidFill>
                  <a:srgbClr val="FFFFFF"/>
                </a:solidFill>
                <a:latin typeface="맑은 고딕" pitchFamily="50" charset="-127"/>
                <a:ea typeface="맑은 고딕" pitchFamily="50" charset="-127"/>
              </a:defRPr>
            </a:lvl5pPr>
            <a:lvl6pPr defTabSz="914400" latinLnBrk="1">
              <a:defRPr kumimoji="1" sz="1000" b="1">
                <a:solidFill>
                  <a:srgbClr val="FFFFFF"/>
                </a:solidFill>
                <a:latin typeface="맑은 고딕" pitchFamily="50" charset="-127"/>
                <a:ea typeface="맑은 고딕" pitchFamily="50" charset="-127"/>
              </a:defRPr>
            </a:lvl6pPr>
            <a:lvl7pPr defTabSz="914400" latinLnBrk="1">
              <a:defRPr kumimoji="1" sz="1000" b="1">
                <a:solidFill>
                  <a:srgbClr val="FFFFFF"/>
                </a:solidFill>
                <a:latin typeface="맑은 고딕" pitchFamily="50" charset="-127"/>
                <a:ea typeface="맑은 고딕" pitchFamily="50" charset="-127"/>
              </a:defRPr>
            </a:lvl7pPr>
            <a:lvl8pPr defTabSz="914400" latinLnBrk="1">
              <a:defRPr kumimoji="1" sz="1000" b="1">
                <a:solidFill>
                  <a:srgbClr val="FFFFFF"/>
                </a:solidFill>
                <a:latin typeface="맑은 고딕" pitchFamily="50" charset="-127"/>
                <a:ea typeface="맑은 고딕" pitchFamily="50" charset="-127"/>
              </a:defRPr>
            </a:lvl8pPr>
            <a:lvl9pPr defTabSz="914400" latinLnBrk="1">
              <a:defRPr kumimoji="1" sz="1000" b="1">
                <a:solidFill>
                  <a:srgbClr val="FFFFFF"/>
                </a:solidFill>
                <a:latin typeface="맑은 고딕" pitchFamily="50" charset="-127"/>
                <a:ea typeface="맑은 고딕" pitchFamily="50" charset="-127"/>
              </a:defRPr>
            </a:lvl9pPr>
          </a:lstStyle>
          <a:p>
            <a:pPr marL="0" lvl="0" indent="0" algn="l" defTabSz="457200" latinLnBrk="0">
              <a:lnSpc>
                <a:spcPct val="150000"/>
              </a:lnSpc>
              <a:buNone/>
            </a:pPr>
            <a:r>
              <a:rPr lang="ko-KR" altLang="ko-KR" sz="1400"/>
              <a:t>① </a:t>
            </a:r>
            <a:r>
              <a:rPr lang="en-US" altLang="ko-KR" sz="1400"/>
              <a:t>2025</a:t>
            </a:r>
            <a:r>
              <a:rPr lang="ko-KR" altLang="en-US" sz="1400"/>
              <a:t>년 </a:t>
            </a:r>
            <a:r>
              <a:rPr lang="ko-KR" altLang="ko-KR" sz="1400"/>
              <a:t>응답률 약 9.5%</a:t>
            </a:r>
            <a:r>
              <a:rPr lang="ko-KR" altLang="en-US" sz="1400"/>
              <a:t>로 설문조사 참여율 저조</a:t>
            </a:r>
            <a:endParaRPr lang="en-US" altLang="ko-KR" sz="1400"/>
          </a:p>
          <a:p>
            <a:pPr marL="0" lvl="0" indent="0" algn="l" defTabSz="457200" latinLnBrk="0">
              <a:lnSpc>
                <a:spcPct val="150000"/>
              </a:lnSpc>
              <a:buNone/>
            </a:pPr>
            <a:r>
              <a:rPr lang="ko-KR" altLang="ko-KR" sz="1400"/>
              <a:t>② </a:t>
            </a:r>
            <a:r>
              <a:rPr lang="ko-KR" altLang="ko-KR" sz="1400" err="1"/>
              <a:t>세분류</a:t>
            </a:r>
            <a:r>
              <a:rPr lang="ko-KR" altLang="ko-KR" sz="1400"/>
              <a:t> 우선순위 산정 시 </a:t>
            </a:r>
            <a:r>
              <a:rPr lang="ko-KR" altLang="ko-KR" sz="1400" err="1"/>
              <a:t>학습자·기업·기관</a:t>
            </a:r>
            <a:r>
              <a:rPr lang="ko-KR" altLang="ko-KR" sz="1400"/>
              <a:t> 수요가 직접 반영되지 않음 </a:t>
            </a:r>
            <a:endParaRPr lang="en-US" altLang="ko-KR" sz="1400"/>
          </a:p>
          <a:p>
            <a:pPr marL="0" lvl="0" indent="0" algn="l" defTabSz="457200" latinLnBrk="0">
              <a:lnSpc>
                <a:spcPct val="150000"/>
              </a:lnSpc>
              <a:buNone/>
            </a:pPr>
            <a:r>
              <a:rPr lang="ko-KR" altLang="ko-KR" sz="1400"/>
              <a:t>③ 능력단위 단위 설문은 </a:t>
            </a:r>
            <a:r>
              <a:rPr lang="ko-KR" altLang="en-US" sz="1400"/>
              <a:t>조사량이 많아 </a:t>
            </a:r>
            <a:r>
              <a:rPr lang="ko-KR" altLang="ko-KR" sz="1400"/>
              <a:t>응답 부담이 크고 결과 활용도가 낮음 </a:t>
            </a:r>
            <a:endParaRPr lang="en-US" altLang="ko-KR" sz="1400"/>
          </a:p>
          <a:p>
            <a:pPr marL="0" lvl="0" indent="0" algn="l" defTabSz="457200" latinLnBrk="0">
              <a:lnSpc>
                <a:spcPct val="150000"/>
              </a:lnSpc>
              <a:buNone/>
            </a:pPr>
            <a:r>
              <a:rPr lang="ko-KR" altLang="ko-KR" sz="1400"/>
              <a:t>④ 능력단위 단위 설문은 </a:t>
            </a:r>
            <a:r>
              <a:rPr lang="ko-KR" altLang="en-US" sz="1400"/>
              <a:t>조사량이 많아 </a:t>
            </a:r>
            <a:r>
              <a:rPr lang="ko-KR" altLang="en-US" sz="1400" err="1"/>
              <a:t>결측치</a:t>
            </a:r>
            <a:r>
              <a:rPr lang="en-US" altLang="ko-KR" sz="1400"/>
              <a:t>(</a:t>
            </a:r>
            <a:r>
              <a:rPr lang="ko-KR" altLang="en-US" sz="1400"/>
              <a:t>불성실 직선형 응답 결과</a:t>
            </a:r>
            <a:r>
              <a:rPr lang="en-US" altLang="ko-KR" sz="1400"/>
              <a:t> </a:t>
            </a:r>
            <a:r>
              <a:rPr lang="ko-KR" altLang="en-US" sz="1400"/>
              <a:t>등</a:t>
            </a:r>
            <a:r>
              <a:rPr lang="en-US" altLang="ko-KR" sz="1400"/>
              <a:t>) </a:t>
            </a:r>
            <a:r>
              <a:rPr lang="ko-KR" altLang="en-US" sz="1400"/>
              <a:t>위험</a:t>
            </a:r>
            <a:endParaRPr lang="en-US" altLang="ko-KR" sz="1400">
              <a:latin typeface="a고딕14" panose="02020600000000000000" pitchFamily="18" charset="-127"/>
              <a:ea typeface="a고딕14" panose="02020600000000000000" pitchFamily="18" charset="-127"/>
            </a:endParaRPr>
          </a:p>
        </p:txBody>
      </p:sp>
      <p:sp>
        <p:nvSpPr>
          <p:cNvPr id="70" name="TextBox 69">
            <a:extLst>
              <a:ext uri="{FF2B5EF4-FFF2-40B4-BE49-F238E27FC236}">
                <a16:creationId xmlns:a16="http://schemas.microsoft.com/office/drawing/2014/main" id="{FB75F284-B64F-28B7-3CA5-D95622CACD80}"/>
              </a:ext>
            </a:extLst>
          </p:cNvPr>
          <p:cNvSpPr txBox="1"/>
          <p:nvPr/>
        </p:nvSpPr>
        <p:spPr>
          <a:xfrm>
            <a:off x="2017118" y="5162446"/>
            <a:ext cx="7327569" cy="1344597"/>
          </a:xfrm>
          <a:prstGeom prst="rect">
            <a:avLst/>
          </a:prstGeom>
          <a:solidFill>
            <a:sysClr val="window" lastClr="FFFFFF"/>
          </a:solidFill>
          <a:ln w="38100" cmpd="tri">
            <a:solidFill>
              <a:sysClr val="window" lastClr="FFFFFF">
                <a:lumMod val="75000"/>
              </a:sysClr>
            </a:solidFill>
            <a:miter lim="800000"/>
            <a:headEnd/>
            <a:tailEnd/>
          </a:ln>
          <a:effectLst/>
        </p:spPr>
        <p:txBody>
          <a:bodyPr wrap="square" lIns="72000" tIns="72000" rIns="72000" bIns="72000" rtlCol="0" anchor="ctr"/>
          <a:lstStyle>
            <a:defPPr>
              <a:defRPr lang="en-US"/>
            </a:defPPr>
            <a:lvl1pPr marL="228600" indent="-228600" eaLnBrk="0" fontAlgn="base" hangingPunct="0">
              <a:lnSpc>
                <a:spcPct val="130000"/>
              </a:lnSpc>
              <a:spcBef>
                <a:spcPct val="0"/>
              </a:spcBef>
              <a:spcAft>
                <a:spcPct val="0"/>
              </a:spcAft>
              <a:buFont typeface="+mj-lt"/>
              <a:buAutoNum type="arabicPeriod"/>
              <a:defRPr kumimoji="1" sz="1100" b="0">
                <a:latin typeface="페이퍼로지 5 Medium" pitchFamily="2" charset="-127"/>
                <a:ea typeface="페이퍼로지 5 Medium" pitchFamily="2" charset="-127"/>
              </a:defRPr>
            </a:lvl1pPr>
            <a:lvl2pPr algn="ctr" eaLnBrk="0" fontAlgn="base" hangingPunct="0">
              <a:lnSpc>
                <a:spcPct val="130000"/>
              </a:lnSpc>
              <a:spcBef>
                <a:spcPct val="0"/>
              </a:spcBef>
              <a:spcAft>
                <a:spcPct val="0"/>
              </a:spcAft>
              <a:defRPr kumimoji="1" sz="1000" b="1">
                <a:solidFill>
                  <a:srgbClr val="FFFFFF"/>
                </a:solidFill>
                <a:latin typeface="맑은 고딕" pitchFamily="50" charset="-127"/>
                <a:ea typeface="맑은 고딕" pitchFamily="50" charset="-127"/>
              </a:defRPr>
            </a:lvl2pPr>
            <a:lvl3pPr algn="ctr" eaLnBrk="0" fontAlgn="base" hangingPunct="0">
              <a:lnSpc>
                <a:spcPct val="130000"/>
              </a:lnSpc>
              <a:spcBef>
                <a:spcPct val="0"/>
              </a:spcBef>
              <a:spcAft>
                <a:spcPct val="0"/>
              </a:spcAft>
              <a:defRPr kumimoji="1" sz="1000" b="1">
                <a:solidFill>
                  <a:srgbClr val="FFFFFF"/>
                </a:solidFill>
                <a:latin typeface="맑은 고딕" pitchFamily="50" charset="-127"/>
                <a:ea typeface="맑은 고딕" pitchFamily="50" charset="-127"/>
              </a:defRPr>
            </a:lvl3pPr>
            <a:lvl4pPr algn="ctr" eaLnBrk="0" fontAlgn="base" hangingPunct="0">
              <a:lnSpc>
                <a:spcPct val="130000"/>
              </a:lnSpc>
              <a:spcBef>
                <a:spcPct val="0"/>
              </a:spcBef>
              <a:spcAft>
                <a:spcPct val="0"/>
              </a:spcAft>
              <a:defRPr kumimoji="1" sz="1000" b="1">
                <a:solidFill>
                  <a:srgbClr val="FFFFFF"/>
                </a:solidFill>
                <a:latin typeface="맑은 고딕" pitchFamily="50" charset="-127"/>
                <a:ea typeface="맑은 고딕" pitchFamily="50" charset="-127"/>
              </a:defRPr>
            </a:lvl4pPr>
            <a:lvl5pPr algn="ctr" eaLnBrk="0" fontAlgn="base" hangingPunct="0">
              <a:lnSpc>
                <a:spcPct val="130000"/>
              </a:lnSpc>
              <a:spcBef>
                <a:spcPct val="0"/>
              </a:spcBef>
              <a:spcAft>
                <a:spcPct val="0"/>
              </a:spcAft>
              <a:defRPr kumimoji="1" sz="1000" b="1">
                <a:solidFill>
                  <a:srgbClr val="FFFFFF"/>
                </a:solidFill>
                <a:latin typeface="맑은 고딕" pitchFamily="50" charset="-127"/>
                <a:ea typeface="맑은 고딕" pitchFamily="50" charset="-127"/>
              </a:defRPr>
            </a:lvl5pPr>
            <a:lvl6pPr defTabSz="914400" latinLnBrk="1">
              <a:defRPr kumimoji="1" sz="1000" b="1">
                <a:solidFill>
                  <a:srgbClr val="FFFFFF"/>
                </a:solidFill>
                <a:latin typeface="맑은 고딕" pitchFamily="50" charset="-127"/>
                <a:ea typeface="맑은 고딕" pitchFamily="50" charset="-127"/>
              </a:defRPr>
            </a:lvl6pPr>
            <a:lvl7pPr defTabSz="914400" latinLnBrk="1">
              <a:defRPr kumimoji="1" sz="1000" b="1">
                <a:solidFill>
                  <a:srgbClr val="FFFFFF"/>
                </a:solidFill>
                <a:latin typeface="맑은 고딕" pitchFamily="50" charset="-127"/>
                <a:ea typeface="맑은 고딕" pitchFamily="50" charset="-127"/>
              </a:defRPr>
            </a:lvl7pPr>
            <a:lvl8pPr defTabSz="914400" latinLnBrk="1">
              <a:defRPr kumimoji="1" sz="1000" b="1">
                <a:solidFill>
                  <a:srgbClr val="FFFFFF"/>
                </a:solidFill>
                <a:latin typeface="맑은 고딕" pitchFamily="50" charset="-127"/>
                <a:ea typeface="맑은 고딕" pitchFamily="50" charset="-127"/>
              </a:defRPr>
            </a:lvl8pPr>
            <a:lvl9pPr defTabSz="914400" latinLnBrk="1">
              <a:defRPr kumimoji="1" sz="1000" b="1">
                <a:solidFill>
                  <a:srgbClr val="FFFFFF"/>
                </a:solidFill>
                <a:latin typeface="맑은 고딕" pitchFamily="50" charset="-127"/>
                <a:ea typeface="맑은 고딕" pitchFamily="50" charset="-127"/>
              </a:defRPr>
            </a:lvl9pPr>
          </a:lstStyle>
          <a:p>
            <a:pPr marL="0" lvl="0" indent="0" algn="l" defTabSz="457200" latinLnBrk="0">
              <a:lnSpc>
                <a:spcPct val="150000"/>
              </a:lnSpc>
              <a:buNone/>
            </a:pPr>
            <a:r>
              <a:rPr lang="ko-KR" altLang="ko-KR" sz="1400"/>
              <a:t>① </a:t>
            </a:r>
            <a:r>
              <a:rPr lang="ko-KR" altLang="en-US" sz="1400"/>
              <a:t>설문 </a:t>
            </a:r>
            <a:r>
              <a:rPr lang="ko-KR" altLang="ko-KR" sz="1400"/>
              <a:t>응답 부담 감소로 응답률 </a:t>
            </a:r>
            <a:r>
              <a:rPr lang="ko-KR" altLang="en-US" sz="1400"/>
              <a:t>향상 기대</a:t>
            </a:r>
            <a:endParaRPr lang="en-US" altLang="ko-KR" sz="1400"/>
          </a:p>
          <a:p>
            <a:pPr marL="0" lvl="0" indent="0" algn="l" defTabSz="457200" latinLnBrk="0">
              <a:lnSpc>
                <a:spcPct val="150000"/>
              </a:lnSpc>
              <a:buNone/>
            </a:pPr>
            <a:r>
              <a:rPr lang="ko-KR" altLang="ko-KR" sz="1400"/>
              <a:t>② </a:t>
            </a:r>
            <a:r>
              <a:rPr lang="ko-KR" altLang="ko-KR" sz="1400" err="1"/>
              <a:t>세분류</a:t>
            </a:r>
            <a:r>
              <a:rPr lang="ko-KR" altLang="ko-KR" sz="1400"/>
              <a:t> 우선순위에 </a:t>
            </a:r>
            <a:r>
              <a:rPr lang="ko-KR" altLang="ko-KR" sz="1400" err="1"/>
              <a:t>학습자·기업·기관</a:t>
            </a:r>
            <a:r>
              <a:rPr lang="ko-KR" altLang="ko-KR" sz="1400"/>
              <a:t> 수요 직접 반영 </a:t>
            </a:r>
            <a:endParaRPr lang="en-US" altLang="ko-KR" sz="1400"/>
          </a:p>
          <a:p>
            <a:pPr marL="0" lvl="0" indent="0" algn="l" defTabSz="457200" latinLnBrk="0">
              <a:lnSpc>
                <a:spcPct val="150000"/>
              </a:lnSpc>
              <a:buNone/>
            </a:pPr>
            <a:r>
              <a:rPr lang="ko-KR" altLang="ko-KR" sz="1400"/>
              <a:t>③ 후행 단계(</a:t>
            </a:r>
            <a:r>
              <a:rPr lang="ko-KR" altLang="ko-KR" sz="1400" err="1"/>
              <a:t>능력단위·과목</a:t>
            </a:r>
            <a:r>
              <a:rPr lang="ko-KR" altLang="ko-KR" sz="1400"/>
              <a:t>)의 신뢰성 향상 </a:t>
            </a:r>
            <a:endParaRPr lang="en-US" altLang="ko-KR" sz="1400"/>
          </a:p>
          <a:p>
            <a:pPr marL="0" lvl="0" indent="0" algn="l" defTabSz="457200" latinLnBrk="0">
              <a:lnSpc>
                <a:spcPct val="150000"/>
              </a:lnSpc>
              <a:buNone/>
            </a:pPr>
            <a:r>
              <a:rPr lang="ko-KR" altLang="ko-KR" sz="1400"/>
              <a:t>④</a:t>
            </a:r>
            <a:r>
              <a:rPr lang="en-US" altLang="ko-KR" sz="1400"/>
              <a:t> </a:t>
            </a:r>
            <a:r>
              <a:rPr lang="ko-KR" altLang="en-US" sz="1400"/>
              <a:t>설문 응답 부담 감소로 </a:t>
            </a:r>
            <a:r>
              <a:rPr lang="ko-KR" altLang="en-US" sz="1400" err="1"/>
              <a:t>결측치</a:t>
            </a:r>
            <a:r>
              <a:rPr lang="ko-KR" altLang="en-US" sz="1400"/>
              <a:t> 감소 기대 및 설문조사 결과 신뢰도 제고</a:t>
            </a:r>
            <a:endParaRPr lang="en-US" altLang="ko-KR" sz="1400">
              <a:latin typeface="a고딕14" panose="02020600000000000000" pitchFamily="18" charset="-127"/>
              <a:ea typeface="a고딕14" panose="02020600000000000000" pitchFamily="18" charset="-127"/>
            </a:endParaRPr>
          </a:p>
        </p:txBody>
      </p:sp>
      <p:sp>
        <p:nvSpPr>
          <p:cNvPr id="76" name="이등변 삼각형 75">
            <a:extLst>
              <a:ext uri="{FF2B5EF4-FFF2-40B4-BE49-F238E27FC236}">
                <a16:creationId xmlns:a16="http://schemas.microsoft.com/office/drawing/2014/main" id="{A07F85C8-3579-2AB6-A0F5-793BB73FD57A}"/>
              </a:ext>
            </a:extLst>
          </p:cNvPr>
          <p:cNvSpPr/>
          <p:nvPr/>
        </p:nvSpPr>
        <p:spPr>
          <a:xfrm rot="10800000">
            <a:off x="2404538" y="4171406"/>
            <a:ext cx="6552728" cy="229451"/>
          </a:xfrm>
          <a:prstGeom prst="triangle">
            <a:avLst/>
          </a:prstGeom>
          <a:solidFill>
            <a:schemeClr val="accent1">
              <a:lumMod val="75000"/>
            </a:schemeClr>
          </a:solidFill>
          <a:ln w="19050" cap="flat" cmpd="sng" algn="ctr">
            <a:noFill/>
            <a:prstDash val="solid"/>
            <a:miter lim="800000"/>
          </a:ln>
          <a:effectLst/>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ptos" panose="02110004020202020204"/>
              <a:ea typeface="맑은 고딕" panose="020B0503020000020004" pitchFamily="50" charset="-127"/>
              <a:cs typeface="+mn-cs"/>
            </a:endParaRPr>
          </a:p>
        </p:txBody>
      </p:sp>
    </p:spTree>
    <p:extLst>
      <p:ext uri="{BB962C8B-B14F-4D97-AF65-F5344CB8AC3E}">
        <p14:creationId xmlns:p14="http://schemas.microsoft.com/office/powerpoint/2010/main" val="1611122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D793C-2ED1-D2EB-8163-A9AC4BFB501E}"/>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77F6275F-FBDB-71E2-B713-59636191C6CC}"/>
              </a:ext>
            </a:extLst>
          </p:cNvPr>
          <p:cNvSpPr>
            <a:spLocks noGrp="1"/>
          </p:cNvSpPr>
          <p:nvPr>
            <p:ph type="body" sz="quarter" idx="12"/>
          </p:nvPr>
        </p:nvSpPr>
        <p:spPr/>
        <p:txBody>
          <a:bodyPr vert="horz" wrap="square" lIns="0" tIns="45720" rIns="0" bIns="0" rtlCol="0">
            <a:noAutofit/>
          </a:bodyPr>
          <a:lstStyle/>
          <a:p>
            <a:pPr algn="l" latinLnBrk="0"/>
            <a:r>
              <a:rPr lang="ko-KR" altLang="ko-KR"/>
              <a:t>2025년 </a:t>
            </a:r>
            <a:r>
              <a:rPr lang="ko-KR" altLang="en-US"/>
              <a:t>고시 기준 </a:t>
            </a:r>
            <a:r>
              <a:rPr lang="ko-KR" altLang="ko-KR"/>
              <a:t>NCS 최신 </a:t>
            </a:r>
            <a:r>
              <a:rPr lang="ko-KR" altLang="ko-KR" err="1"/>
              <a:t>세분류</a:t>
            </a:r>
            <a:r>
              <a:rPr lang="en-US" altLang="ko-KR"/>
              <a:t>(STEP 10</a:t>
            </a:r>
            <a:r>
              <a:rPr lang="ko-KR" altLang="en-US"/>
              <a:t>대 분야</a:t>
            </a:r>
            <a:r>
              <a:rPr lang="en-US" altLang="ko-KR"/>
              <a:t>)</a:t>
            </a:r>
            <a:r>
              <a:rPr lang="ko-KR" altLang="en-US"/>
              <a:t>에 대한 수요평가</a:t>
            </a:r>
            <a:r>
              <a:rPr lang="en-US" altLang="ko-KR"/>
              <a:t>(</a:t>
            </a:r>
            <a:r>
              <a:rPr lang="ko-KR" altLang="ko-KR"/>
              <a:t>정량</a:t>
            </a:r>
            <a:r>
              <a:rPr lang="ko-KR" altLang="en-US"/>
              <a:t>평가</a:t>
            </a:r>
            <a:r>
              <a:rPr lang="ko-KR" altLang="ko-KR"/>
              <a:t> + 정성</a:t>
            </a:r>
            <a:r>
              <a:rPr lang="ko-KR" altLang="en-US"/>
              <a:t>평가</a:t>
            </a:r>
            <a:r>
              <a:rPr lang="en-US" altLang="ko-KR"/>
              <a:t>)</a:t>
            </a:r>
            <a:r>
              <a:rPr lang="ko-KR" altLang="ko-KR"/>
              <a:t> </a:t>
            </a:r>
            <a:r>
              <a:rPr lang="ko-KR" altLang="en-US"/>
              <a:t>를 실시하여</a:t>
            </a:r>
            <a:r>
              <a:rPr lang="en-US" altLang="ko-KR"/>
              <a:t>, NCS </a:t>
            </a:r>
            <a:r>
              <a:rPr lang="ko-KR" altLang="en-US"/>
              <a:t>세분류별 수요평가 합산 값을 도출함</a:t>
            </a:r>
            <a:endParaRPr lang="ko-KR" altLang="ko-KR"/>
          </a:p>
        </p:txBody>
      </p:sp>
      <p:sp>
        <p:nvSpPr>
          <p:cNvPr id="5" name="텍스트 개체 틀 4">
            <a:extLst>
              <a:ext uri="{FF2B5EF4-FFF2-40B4-BE49-F238E27FC236}">
                <a16:creationId xmlns:a16="http://schemas.microsoft.com/office/drawing/2014/main" id="{A4C81EB4-F899-7F08-1F8A-0976D03C6C59}"/>
              </a:ext>
            </a:extLst>
          </p:cNvPr>
          <p:cNvSpPr>
            <a:spLocks noGrp="1"/>
          </p:cNvSpPr>
          <p:nvPr>
            <p:ph type="body" sz="quarter" idx="16"/>
          </p:nvPr>
        </p:nvSpPr>
        <p:spPr/>
        <p:txBody>
          <a:bodyPr vert="horz" wrap="none" lIns="0" tIns="0" rIns="0" bIns="0" rtlCol="0" anchor="ctr">
            <a:noAutofit/>
          </a:bodyPr>
          <a:lstStyle/>
          <a:p>
            <a:pPr latinLnBrk="0"/>
            <a:r>
              <a:rPr lang="en-US" altLang="ko-KR">
                <a:latin typeface="Arial Narrow" panose="020B0606020202030204" pitchFamily="34" charset="0"/>
              </a:rPr>
              <a:t>Ⅱ</a:t>
            </a:r>
            <a:r>
              <a:rPr lang="en-US" altLang="ko-KR">
                <a:latin typeface="+mn-ea"/>
              </a:rPr>
              <a:t>. </a:t>
            </a:r>
            <a:r>
              <a:rPr lang="ko-KR" altLang="en-US">
                <a:latin typeface="+mn-ea"/>
              </a:rPr>
              <a:t>제안 내용</a:t>
            </a:r>
            <a:endParaRPr lang="en-US" altLang="ko-KR">
              <a:latin typeface="+mn-ea"/>
            </a:endParaRPr>
          </a:p>
          <a:p>
            <a:pPr latinLnBrk="0"/>
            <a:r>
              <a:rPr lang="en-US" altLang="ko-KR">
                <a:latin typeface="+mn-ea"/>
              </a:rPr>
              <a:t>2. </a:t>
            </a:r>
            <a:r>
              <a:rPr lang="ko-KR" altLang="en-US">
                <a:latin typeface="+mn-ea"/>
              </a:rPr>
              <a:t>과업 수행계획 및 방법</a:t>
            </a:r>
          </a:p>
        </p:txBody>
      </p:sp>
      <p:sp>
        <p:nvSpPr>
          <p:cNvPr id="11" name="텍스트 개체 틀 87">
            <a:extLst>
              <a:ext uri="{FF2B5EF4-FFF2-40B4-BE49-F238E27FC236}">
                <a16:creationId xmlns:a16="http://schemas.microsoft.com/office/drawing/2014/main" id="{2869A4E0-3DEC-E2F8-36B0-A3276F378000}"/>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en-US" altLang="ko-KR" sz="1200">
                <a:solidFill>
                  <a:schemeClr val="bg1"/>
                </a:solidFill>
              </a:rPr>
              <a:t>Step3. </a:t>
            </a:r>
            <a:r>
              <a:rPr lang="ko-KR" altLang="en-US" sz="1200">
                <a:solidFill>
                  <a:schemeClr val="bg1"/>
                </a:solidFill>
              </a:rPr>
              <a:t>정량</a:t>
            </a:r>
            <a:r>
              <a:rPr lang="en-US" altLang="ko-KR" sz="1200">
                <a:solidFill>
                  <a:schemeClr val="bg1"/>
                </a:solidFill>
              </a:rPr>
              <a:t>·</a:t>
            </a:r>
            <a:r>
              <a:rPr lang="ko-KR" altLang="en-US" sz="1200">
                <a:solidFill>
                  <a:schemeClr val="bg1"/>
                </a:solidFill>
              </a:rPr>
              <a:t>정성</a:t>
            </a:r>
            <a:r>
              <a:rPr lang="en-US" altLang="ko-KR" sz="1200">
                <a:solidFill>
                  <a:schemeClr val="bg1"/>
                </a:solidFill>
              </a:rPr>
              <a:t> Data </a:t>
            </a:r>
            <a:r>
              <a:rPr lang="ko-KR" altLang="en-US" sz="1200">
                <a:solidFill>
                  <a:schemeClr val="bg1"/>
                </a:solidFill>
              </a:rPr>
              <a:t>기반 </a:t>
            </a:r>
            <a:r>
              <a:rPr lang="en-US" altLang="ko-KR" sz="1200">
                <a:solidFill>
                  <a:schemeClr val="bg1"/>
                </a:solidFill>
              </a:rPr>
              <a:t>NCS </a:t>
            </a:r>
            <a:r>
              <a:rPr lang="ko-KR" altLang="en-US" sz="1200" err="1">
                <a:solidFill>
                  <a:schemeClr val="bg1"/>
                </a:solidFill>
              </a:rPr>
              <a:t>세분류</a:t>
            </a:r>
            <a:r>
              <a:rPr lang="ko-KR" altLang="en-US" sz="1200">
                <a:solidFill>
                  <a:schemeClr val="bg1"/>
                </a:solidFill>
              </a:rPr>
              <a:t> 수요분석</a:t>
            </a:r>
          </a:p>
        </p:txBody>
      </p:sp>
      <p:sp>
        <p:nvSpPr>
          <p:cNvPr id="12" name="직사각형 11">
            <a:extLst>
              <a:ext uri="{FF2B5EF4-FFF2-40B4-BE49-F238E27FC236}">
                <a16:creationId xmlns:a16="http://schemas.microsoft.com/office/drawing/2014/main" id="{791117B9-A8FD-6767-2A76-776489A16BD4}"/>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a:ln>
                  <a:noFill/>
                </a:ln>
                <a:solidFill>
                  <a:srgbClr val="003F56"/>
                </a:solidFill>
                <a:effectLst/>
                <a:uLnTx/>
                <a:uFillTx/>
                <a:latin typeface="a고딕14"/>
                <a:ea typeface="a고딕14"/>
                <a:cs typeface="+mn-cs"/>
              </a:rPr>
              <a:t>Module 2. </a:t>
            </a:r>
            <a:r>
              <a:rPr lang="en-US" altLang="ko-KR" sz="1100">
                <a:solidFill>
                  <a:srgbClr val="003F56"/>
                </a:solidFill>
                <a:latin typeface="a고딕14"/>
                <a:ea typeface="a고딕14"/>
              </a:rPr>
              <a:t>NCS </a:t>
            </a:r>
            <a:r>
              <a:rPr lang="ko-KR" altLang="en-US" sz="1100" err="1">
                <a:solidFill>
                  <a:srgbClr val="003F56"/>
                </a:solidFill>
                <a:latin typeface="a고딕14"/>
                <a:ea typeface="a고딕14"/>
              </a:rPr>
              <a:t>세분류</a:t>
            </a:r>
            <a:r>
              <a:rPr lang="ko-KR" altLang="en-US" sz="1100">
                <a:solidFill>
                  <a:srgbClr val="003F56"/>
                </a:solidFill>
                <a:latin typeface="a고딕14"/>
                <a:ea typeface="a고딕14"/>
              </a:rPr>
              <a:t> 우선순위 도출</a:t>
            </a:r>
          </a:p>
        </p:txBody>
      </p:sp>
      <p:sp>
        <p:nvSpPr>
          <p:cNvPr id="7" name="직사각형 6">
            <a:extLst>
              <a:ext uri="{FF2B5EF4-FFF2-40B4-BE49-F238E27FC236}">
                <a16:creationId xmlns:a16="http://schemas.microsoft.com/office/drawing/2014/main" id="{8DA4788C-92BB-1E13-A809-23871D51CF7A}"/>
              </a:ext>
            </a:extLst>
          </p:cNvPr>
          <p:cNvSpPr/>
          <p:nvPr/>
        </p:nvSpPr>
        <p:spPr>
          <a:xfrm>
            <a:off x="611397" y="2353832"/>
            <a:ext cx="1821323" cy="413586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buNone/>
            </a:pPr>
            <a:endParaRPr lang="ko-KR" altLang="en-US">
              <a:latin typeface="Arial Narrow" panose="020B0606020202030204" pitchFamily="34" charset="0"/>
              <a:ea typeface="a고딕14" panose="02020600000000000000" pitchFamily="18" charset="-127"/>
            </a:endParaRPr>
          </a:p>
        </p:txBody>
      </p:sp>
      <p:grpSp>
        <p:nvGrpSpPr>
          <p:cNvPr id="8" name="그룹 7">
            <a:extLst>
              <a:ext uri="{FF2B5EF4-FFF2-40B4-BE49-F238E27FC236}">
                <a16:creationId xmlns:a16="http://schemas.microsoft.com/office/drawing/2014/main" id="{30C0478E-C4C9-72B1-3A2B-CEB44735AFA5}"/>
              </a:ext>
            </a:extLst>
          </p:cNvPr>
          <p:cNvGrpSpPr/>
          <p:nvPr/>
        </p:nvGrpSpPr>
        <p:grpSpPr>
          <a:xfrm>
            <a:off x="596515" y="1681027"/>
            <a:ext cx="8749098" cy="266602"/>
            <a:chOff x="802640" y="2236632"/>
            <a:chExt cx="4130805" cy="266552"/>
          </a:xfrm>
        </p:grpSpPr>
        <p:sp>
          <p:nvSpPr>
            <p:cNvPr id="9" name="ListLeanHorizontalTextTopic0">
              <a:extLst>
                <a:ext uri="{FF2B5EF4-FFF2-40B4-BE49-F238E27FC236}">
                  <a16:creationId xmlns:a16="http://schemas.microsoft.com/office/drawing/2014/main" id="{C0989D23-9298-3F2D-0509-614187598716}"/>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lang="en-US" altLang="ko-KR" sz="1400" kern="0">
                  <a:solidFill>
                    <a:srgbClr val="000000"/>
                  </a:solidFill>
                  <a:latin typeface="a고딕14" panose="02020600000000000000" pitchFamily="18" charset="-127"/>
                  <a:ea typeface="a고딕14" panose="02020600000000000000" pitchFamily="18" charset="-127"/>
                  <a:cs typeface="Arial Narrow" pitchFamily="34" charset="0"/>
                </a:rPr>
                <a:t>NCS </a:t>
              </a:r>
              <a:r>
                <a:rPr lang="ko-KR" altLang="en-US" sz="1400" kern="0" err="1">
                  <a:solidFill>
                    <a:srgbClr val="000000"/>
                  </a:solidFill>
                  <a:latin typeface="a고딕14" panose="02020600000000000000" pitchFamily="18" charset="-127"/>
                  <a:ea typeface="a고딕14" panose="02020600000000000000" pitchFamily="18" charset="-127"/>
                  <a:cs typeface="Arial Narrow" pitchFamily="34" charset="0"/>
                </a:rPr>
                <a:t>세분류</a:t>
              </a:r>
              <a:r>
                <a:rPr lang="ko-KR" altLang="en-US" sz="1400" kern="0">
                  <a:solidFill>
                    <a:srgbClr val="000000"/>
                  </a:solidFill>
                  <a:latin typeface="a고딕14" panose="02020600000000000000" pitchFamily="18" charset="-127"/>
                  <a:ea typeface="a고딕14" panose="02020600000000000000" pitchFamily="18" charset="-127"/>
                  <a:cs typeface="Arial Narrow" pitchFamily="34" charset="0"/>
                </a:rPr>
                <a:t> 수요</a:t>
              </a:r>
              <a:r>
                <a:rPr kumimoji="0" lang="ko-KR" altLang="en-US"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평가 프로세스 </a:t>
              </a:r>
              <a:endParaRPr kumimoji="0" lang="de-DE" altLang="ko-KR"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10" name="Horizontal Line">
              <a:extLst>
                <a:ext uri="{FF2B5EF4-FFF2-40B4-BE49-F238E27FC236}">
                  <a16:creationId xmlns:a16="http://schemas.microsoft.com/office/drawing/2014/main" id="{6D583FD0-AC1E-7846-C8E0-D1AAD4AD5BE9}"/>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16" name="화살표: 오각형 15">
            <a:extLst>
              <a:ext uri="{FF2B5EF4-FFF2-40B4-BE49-F238E27FC236}">
                <a16:creationId xmlns:a16="http://schemas.microsoft.com/office/drawing/2014/main" id="{7C5D3D8C-6ACD-91F1-9F48-60ADFA923B17}"/>
              </a:ext>
            </a:extLst>
          </p:cNvPr>
          <p:cNvSpPr/>
          <p:nvPr/>
        </p:nvSpPr>
        <p:spPr>
          <a:xfrm>
            <a:off x="2564857" y="2024844"/>
            <a:ext cx="3648663" cy="252024"/>
          </a:xfrm>
          <a:prstGeom prst="homePlate">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en-US" altLang="ko-KR">
                <a:solidFill>
                  <a:schemeClr val="bg1"/>
                </a:solidFill>
                <a:latin typeface="Arial Narrow" panose="020B0606020202030204" pitchFamily="34" charset="0"/>
                <a:ea typeface="a고딕14" panose="02020600000000000000" pitchFamily="18" charset="-127"/>
              </a:rPr>
              <a:t>STEP 2. </a:t>
            </a:r>
            <a:r>
              <a:rPr lang="ko-KR" altLang="en-US">
                <a:solidFill>
                  <a:schemeClr val="bg1"/>
                </a:solidFill>
                <a:latin typeface="Arial Narrow" panose="020B0606020202030204" pitchFamily="34" charset="0"/>
                <a:ea typeface="a고딕14" panose="02020600000000000000" pitchFamily="18" charset="-127"/>
              </a:rPr>
              <a:t>정량평가</a:t>
            </a:r>
          </a:p>
        </p:txBody>
      </p:sp>
      <p:sp>
        <p:nvSpPr>
          <p:cNvPr id="17" name="화살표: 오각형 16">
            <a:extLst>
              <a:ext uri="{FF2B5EF4-FFF2-40B4-BE49-F238E27FC236}">
                <a16:creationId xmlns:a16="http://schemas.microsoft.com/office/drawing/2014/main" id="{F0ACC40B-0789-BFE7-BD5C-361D38AEEC31}"/>
              </a:ext>
            </a:extLst>
          </p:cNvPr>
          <p:cNvSpPr/>
          <p:nvPr/>
        </p:nvSpPr>
        <p:spPr>
          <a:xfrm>
            <a:off x="6345656" y="2024844"/>
            <a:ext cx="2999957" cy="252024"/>
          </a:xfrm>
          <a:prstGeom prst="homePlate">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en-US" altLang="ko-KR">
                <a:solidFill>
                  <a:schemeClr val="bg1"/>
                </a:solidFill>
                <a:latin typeface="Arial Narrow" panose="020B0606020202030204" pitchFamily="34" charset="0"/>
                <a:ea typeface="a고딕14" panose="02020600000000000000" pitchFamily="18" charset="-127"/>
              </a:rPr>
              <a:t>STEP 3. </a:t>
            </a:r>
            <a:r>
              <a:rPr lang="ko-KR" altLang="en-US">
                <a:solidFill>
                  <a:schemeClr val="bg1"/>
                </a:solidFill>
                <a:latin typeface="Arial Narrow" panose="020B0606020202030204" pitchFamily="34" charset="0"/>
                <a:ea typeface="a고딕14" panose="02020600000000000000" pitchFamily="18" charset="-127"/>
              </a:rPr>
              <a:t>정성평가 및 합산</a:t>
            </a:r>
          </a:p>
        </p:txBody>
      </p:sp>
      <p:sp>
        <p:nvSpPr>
          <p:cNvPr id="18" name="화살표: 오각형 17">
            <a:extLst>
              <a:ext uri="{FF2B5EF4-FFF2-40B4-BE49-F238E27FC236}">
                <a16:creationId xmlns:a16="http://schemas.microsoft.com/office/drawing/2014/main" id="{B6F5F980-681B-BD72-3535-B2E7C9CE5890}"/>
              </a:ext>
            </a:extLst>
          </p:cNvPr>
          <p:cNvSpPr/>
          <p:nvPr/>
        </p:nvSpPr>
        <p:spPr>
          <a:xfrm>
            <a:off x="595002" y="2024844"/>
            <a:ext cx="1837718" cy="252024"/>
          </a:xfrm>
          <a:prstGeom prst="homePlate">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en-US" altLang="ko-KR">
                <a:solidFill>
                  <a:schemeClr val="bg1"/>
                </a:solidFill>
                <a:latin typeface="Arial Narrow" panose="020B0606020202030204" pitchFamily="34" charset="0"/>
                <a:ea typeface="a고딕14" panose="02020600000000000000" pitchFamily="18" charset="-127"/>
              </a:rPr>
              <a:t>STEP 1. </a:t>
            </a:r>
            <a:r>
              <a:rPr lang="ko-KR" altLang="en-US">
                <a:solidFill>
                  <a:schemeClr val="bg1"/>
                </a:solidFill>
                <a:latin typeface="Arial Narrow" panose="020B0606020202030204" pitchFamily="34" charset="0"/>
                <a:ea typeface="a고딕14" panose="02020600000000000000" pitchFamily="18" charset="-127"/>
              </a:rPr>
              <a:t>평가 준비</a:t>
            </a:r>
          </a:p>
        </p:txBody>
      </p:sp>
      <p:grpSp>
        <p:nvGrpSpPr>
          <p:cNvPr id="19" name="그룹 18">
            <a:extLst>
              <a:ext uri="{FF2B5EF4-FFF2-40B4-BE49-F238E27FC236}">
                <a16:creationId xmlns:a16="http://schemas.microsoft.com/office/drawing/2014/main" id="{10CE2D42-D3EF-B23D-BB84-F2D4195C51D5}"/>
              </a:ext>
            </a:extLst>
          </p:cNvPr>
          <p:cNvGrpSpPr/>
          <p:nvPr/>
        </p:nvGrpSpPr>
        <p:grpSpPr>
          <a:xfrm>
            <a:off x="747972" y="2759210"/>
            <a:ext cx="1548172" cy="3325113"/>
            <a:chOff x="704528" y="2462093"/>
            <a:chExt cx="1548172" cy="3325113"/>
          </a:xfrm>
        </p:grpSpPr>
        <p:sp>
          <p:nvSpPr>
            <p:cNvPr id="20" name="직사각형 19">
              <a:extLst>
                <a:ext uri="{FF2B5EF4-FFF2-40B4-BE49-F238E27FC236}">
                  <a16:creationId xmlns:a16="http://schemas.microsoft.com/office/drawing/2014/main" id="{1747E971-229B-2FA9-E848-C4BB90BE7253}"/>
                </a:ext>
              </a:extLst>
            </p:cNvPr>
            <p:cNvSpPr/>
            <p:nvPr/>
          </p:nvSpPr>
          <p:spPr>
            <a:xfrm>
              <a:off x="704528" y="2462093"/>
              <a:ext cx="1548172" cy="1465200"/>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8000" rtlCol="0" anchor="t"/>
            <a:lstStyle/>
            <a:p>
              <a:pPr latinLnBrk="0">
                <a:buNone/>
              </a:pPr>
              <a:r>
                <a:rPr lang="ko-KR" altLang="en-US">
                  <a:solidFill>
                    <a:schemeClr val="tx1"/>
                  </a:solidFill>
                  <a:latin typeface="+mj-ea"/>
                  <a:ea typeface="+mj-ea"/>
                </a:rPr>
                <a:t>평가 대상 </a:t>
              </a:r>
              <a:br>
                <a:rPr lang="en-US" altLang="ko-KR">
                  <a:solidFill>
                    <a:schemeClr val="tx1"/>
                  </a:solidFill>
                  <a:latin typeface="+mj-ea"/>
                  <a:ea typeface="+mj-ea"/>
                </a:rPr>
              </a:br>
              <a:r>
                <a:rPr lang="ko-KR" altLang="en-US" err="1">
                  <a:solidFill>
                    <a:schemeClr val="tx1"/>
                  </a:solidFill>
                  <a:latin typeface="+mj-ea"/>
                  <a:ea typeface="+mj-ea"/>
                </a:rPr>
                <a:t>세분류</a:t>
              </a:r>
              <a:r>
                <a:rPr lang="ko-KR" altLang="en-US">
                  <a:solidFill>
                    <a:schemeClr val="tx1"/>
                  </a:solidFill>
                  <a:latin typeface="+mj-ea"/>
                  <a:ea typeface="+mj-ea"/>
                </a:rPr>
                <a:t> 범위 확인</a:t>
              </a:r>
              <a:endParaRPr lang="en-US" altLang="ko-KR">
                <a:solidFill>
                  <a:schemeClr val="tx1"/>
                </a:solidFill>
                <a:latin typeface="+mj-ea"/>
                <a:ea typeface="+mj-ea"/>
              </a:endParaRPr>
            </a:p>
            <a:p>
              <a:pPr latinLnBrk="0">
                <a:buNone/>
              </a:pPr>
              <a:endParaRPr lang="en-US" altLang="ko-KR">
                <a:solidFill>
                  <a:schemeClr val="tx1"/>
                </a:solidFill>
                <a:latin typeface="+mj-ea"/>
                <a:ea typeface="+mj-ea"/>
              </a:endParaRPr>
            </a:p>
            <a:p>
              <a:pPr marL="171450" indent="-171450" algn="l" latinLnBrk="0">
                <a:spcAft>
                  <a:spcPts val="300"/>
                </a:spcAft>
              </a:pPr>
              <a:r>
                <a:rPr lang="ko-KR" altLang="en-US">
                  <a:solidFill>
                    <a:schemeClr val="tx1"/>
                  </a:solidFill>
                  <a:latin typeface="+mj-ea"/>
                  <a:ea typeface="+mj-ea"/>
                </a:rPr>
                <a:t>최신 고시 기준 확인</a:t>
              </a:r>
              <a:endParaRPr lang="en-US" altLang="ko-KR">
                <a:solidFill>
                  <a:schemeClr val="tx1"/>
                </a:solidFill>
                <a:latin typeface="+mj-ea"/>
                <a:ea typeface="+mj-ea"/>
              </a:endParaRPr>
            </a:p>
            <a:p>
              <a:pPr marL="171450" indent="-171450" algn="l" latinLnBrk="0">
                <a:spcAft>
                  <a:spcPts val="300"/>
                </a:spcAft>
              </a:pPr>
              <a:r>
                <a:rPr lang="ko-KR" altLang="en-US">
                  <a:solidFill>
                    <a:schemeClr val="tx1"/>
                  </a:solidFill>
                  <a:latin typeface="+mj-ea"/>
                  <a:ea typeface="+mj-ea"/>
                </a:rPr>
                <a:t>신설 </a:t>
              </a:r>
              <a:r>
                <a:rPr lang="ko-KR" altLang="en-US" err="1">
                  <a:solidFill>
                    <a:schemeClr val="tx1"/>
                  </a:solidFill>
                  <a:latin typeface="+mj-ea"/>
                  <a:ea typeface="+mj-ea"/>
                </a:rPr>
                <a:t>세분류</a:t>
              </a:r>
              <a:r>
                <a:rPr lang="ko-KR" altLang="en-US">
                  <a:solidFill>
                    <a:schemeClr val="tx1"/>
                  </a:solidFill>
                  <a:latin typeface="+mj-ea"/>
                  <a:ea typeface="+mj-ea"/>
                </a:rPr>
                <a:t> 확인 </a:t>
              </a:r>
              <a:endParaRPr lang="en-US" altLang="ko-KR">
                <a:solidFill>
                  <a:schemeClr val="tx1"/>
                </a:solidFill>
                <a:latin typeface="+mj-ea"/>
                <a:ea typeface="+mj-ea"/>
              </a:endParaRPr>
            </a:p>
            <a:p>
              <a:pPr latinLnBrk="0">
                <a:buNone/>
              </a:pPr>
              <a:endParaRPr lang="ko-KR" altLang="en-US">
                <a:solidFill>
                  <a:schemeClr val="tx1"/>
                </a:solidFill>
                <a:latin typeface="+mj-ea"/>
                <a:ea typeface="+mj-ea"/>
              </a:endParaRPr>
            </a:p>
          </p:txBody>
        </p:sp>
        <p:sp>
          <p:nvSpPr>
            <p:cNvPr id="21" name="직사각형 20">
              <a:extLst>
                <a:ext uri="{FF2B5EF4-FFF2-40B4-BE49-F238E27FC236}">
                  <a16:creationId xmlns:a16="http://schemas.microsoft.com/office/drawing/2014/main" id="{00980583-22E9-4CB8-627F-E9B2B16BF940}"/>
                </a:ext>
              </a:extLst>
            </p:cNvPr>
            <p:cNvSpPr/>
            <p:nvPr/>
          </p:nvSpPr>
          <p:spPr>
            <a:xfrm>
              <a:off x="704528" y="4323433"/>
              <a:ext cx="1548172" cy="1463773"/>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8000" rtlCol="0" anchor="t"/>
            <a:lstStyle/>
            <a:p>
              <a:pPr latinLnBrk="0">
                <a:buNone/>
              </a:pPr>
              <a:r>
                <a:rPr lang="ko-KR" altLang="en-US">
                  <a:solidFill>
                    <a:schemeClr val="tx1"/>
                  </a:solidFill>
                  <a:latin typeface="+mj-ea"/>
                  <a:ea typeface="+mj-ea"/>
                </a:rPr>
                <a:t>평가 데이터 최신화 이슈 검토 및 실무 협의</a:t>
              </a:r>
              <a:endParaRPr lang="en-US" altLang="ko-KR">
                <a:solidFill>
                  <a:schemeClr val="tx1"/>
                </a:solidFill>
                <a:latin typeface="+mj-ea"/>
                <a:ea typeface="+mj-ea"/>
              </a:endParaRPr>
            </a:p>
            <a:p>
              <a:pPr latinLnBrk="0">
                <a:buNone/>
              </a:pPr>
              <a:endParaRPr lang="en-US" altLang="ko-KR">
                <a:solidFill>
                  <a:schemeClr val="tx1"/>
                </a:solidFill>
                <a:latin typeface="+mj-ea"/>
                <a:ea typeface="+mj-ea"/>
              </a:endParaRPr>
            </a:p>
            <a:p>
              <a:pPr marL="171450" indent="-171450" algn="l" latinLnBrk="0">
                <a:spcAft>
                  <a:spcPts val="300"/>
                </a:spcAft>
              </a:pPr>
              <a:r>
                <a:rPr lang="ko-KR" altLang="ko-KR">
                  <a:solidFill>
                    <a:schemeClr val="tx1"/>
                  </a:solidFill>
                  <a:latin typeface="+mj-ea"/>
                  <a:ea typeface="+mj-ea"/>
                </a:rPr>
                <a:t>HRD-Net 운영현황 · 자격통계연보 · STEP 실적 3년치</a:t>
              </a:r>
              <a:r>
                <a:rPr lang="ko-KR" altLang="en-US">
                  <a:solidFill>
                    <a:schemeClr val="tx1"/>
                  </a:solidFill>
                  <a:latin typeface="+mj-ea"/>
                  <a:ea typeface="+mj-ea"/>
                </a:rPr>
                <a:t>등</a:t>
              </a:r>
              <a:endParaRPr lang="en-US" altLang="ko-KR">
                <a:solidFill>
                  <a:schemeClr val="tx1"/>
                </a:solidFill>
                <a:latin typeface="+mj-ea"/>
                <a:ea typeface="+mj-ea"/>
              </a:endParaRPr>
            </a:p>
            <a:p>
              <a:pPr marL="171450" indent="-171450" algn="l" latinLnBrk="0">
                <a:spcAft>
                  <a:spcPts val="300"/>
                </a:spcAft>
              </a:pPr>
              <a:r>
                <a:rPr lang="ko-KR" altLang="en-US">
                  <a:solidFill>
                    <a:schemeClr val="tx1"/>
                  </a:solidFill>
                  <a:latin typeface="+mj-ea"/>
                  <a:ea typeface="+mj-ea"/>
                </a:rPr>
                <a:t>최신화 방안에 따름</a:t>
              </a:r>
              <a:endParaRPr lang="en-US" altLang="ko-KR">
                <a:solidFill>
                  <a:schemeClr val="tx1"/>
                </a:solidFill>
                <a:latin typeface="+mj-ea"/>
                <a:ea typeface="+mj-ea"/>
              </a:endParaRPr>
            </a:p>
          </p:txBody>
        </p:sp>
      </p:grpSp>
      <p:cxnSp>
        <p:nvCxnSpPr>
          <p:cNvPr id="22" name="직선 화살표 연결선 21">
            <a:extLst>
              <a:ext uri="{FF2B5EF4-FFF2-40B4-BE49-F238E27FC236}">
                <a16:creationId xmlns:a16="http://schemas.microsoft.com/office/drawing/2014/main" id="{94781755-7A14-FB17-8AA3-A6D62D7F29C7}"/>
              </a:ext>
            </a:extLst>
          </p:cNvPr>
          <p:cNvCxnSpPr>
            <a:cxnSpLocks/>
            <a:stCxn id="20" idx="2"/>
            <a:endCxn id="21" idx="0"/>
          </p:cNvCxnSpPr>
          <p:nvPr/>
        </p:nvCxnSpPr>
        <p:spPr>
          <a:xfrm>
            <a:off x="1522058" y="4224410"/>
            <a:ext cx="0" cy="3961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직사각형 23">
            <a:extLst>
              <a:ext uri="{FF2B5EF4-FFF2-40B4-BE49-F238E27FC236}">
                <a16:creationId xmlns:a16="http://schemas.microsoft.com/office/drawing/2014/main" id="{3F12EC39-908B-FD41-DA51-1742B4A32431}"/>
              </a:ext>
            </a:extLst>
          </p:cNvPr>
          <p:cNvSpPr/>
          <p:nvPr/>
        </p:nvSpPr>
        <p:spPr>
          <a:xfrm>
            <a:off x="2564857" y="2353832"/>
            <a:ext cx="3648663" cy="413586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buNone/>
            </a:pPr>
            <a:endParaRPr lang="ko-KR" altLang="en-US">
              <a:latin typeface="Arial Narrow" panose="020B0606020202030204" pitchFamily="34" charset="0"/>
              <a:ea typeface="a고딕14" panose="02020600000000000000" pitchFamily="18" charset="-127"/>
            </a:endParaRPr>
          </a:p>
        </p:txBody>
      </p:sp>
      <p:sp>
        <p:nvSpPr>
          <p:cNvPr id="28" name="직사각형 27">
            <a:extLst>
              <a:ext uri="{FF2B5EF4-FFF2-40B4-BE49-F238E27FC236}">
                <a16:creationId xmlns:a16="http://schemas.microsoft.com/office/drawing/2014/main" id="{85B2AA89-8295-06FF-E631-4DD851399F6E}"/>
              </a:ext>
            </a:extLst>
          </p:cNvPr>
          <p:cNvSpPr/>
          <p:nvPr/>
        </p:nvSpPr>
        <p:spPr>
          <a:xfrm>
            <a:off x="2679188" y="2421896"/>
            <a:ext cx="3420000" cy="390842"/>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8000" rtlCol="0" anchor="t"/>
          <a:lstStyle/>
          <a:p>
            <a:pPr latinLnBrk="0">
              <a:buNone/>
            </a:pPr>
            <a:r>
              <a:rPr lang="ko-KR" altLang="en-US">
                <a:solidFill>
                  <a:schemeClr val="tx1"/>
                </a:solidFill>
                <a:latin typeface="+mj-ea"/>
                <a:ea typeface="+mj-ea"/>
              </a:rPr>
              <a:t>최신화 대상 지표 평가 데이터 확보</a:t>
            </a:r>
          </a:p>
        </p:txBody>
      </p:sp>
      <p:sp>
        <p:nvSpPr>
          <p:cNvPr id="33" name="직사각형 32">
            <a:extLst>
              <a:ext uri="{FF2B5EF4-FFF2-40B4-BE49-F238E27FC236}">
                <a16:creationId xmlns:a16="http://schemas.microsoft.com/office/drawing/2014/main" id="{56386403-5079-A0AD-D059-C659EEDD9E5A}"/>
              </a:ext>
            </a:extLst>
          </p:cNvPr>
          <p:cNvSpPr/>
          <p:nvPr/>
        </p:nvSpPr>
        <p:spPr>
          <a:xfrm>
            <a:off x="2679188" y="2997960"/>
            <a:ext cx="3420000" cy="2048491"/>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8000" rtlCol="0" anchor="t"/>
          <a:lstStyle/>
          <a:p>
            <a:pPr latinLnBrk="0">
              <a:buNone/>
            </a:pPr>
            <a:r>
              <a:rPr lang="ko-KR" altLang="en-US">
                <a:solidFill>
                  <a:schemeClr val="tx1"/>
                </a:solidFill>
                <a:latin typeface="+mj-ea"/>
                <a:ea typeface="+mj-ea"/>
              </a:rPr>
              <a:t>최신화 대상 지표 평가 진행</a:t>
            </a:r>
            <a:endParaRPr lang="en-US" altLang="ko-KR">
              <a:solidFill>
                <a:schemeClr val="tx1"/>
              </a:solidFill>
              <a:latin typeface="+mj-ea"/>
              <a:ea typeface="+mj-ea"/>
            </a:endParaRPr>
          </a:p>
          <a:p>
            <a:pPr latinLnBrk="0">
              <a:buNone/>
            </a:pPr>
            <a:endParaRPr lang="en-US" altLang="ko-KR">
              <a:solidFill>
                <a:schemeClr val="tx1"/>
              </a:solidFill>
              <a:latin typeface="+mj-ea"/>
              <a:ea typeface="+mj-ea"/>
            </a:endParaRPr>
          </a:p>
          <a:p>
            <a:pPr marL="171450" indent="-171450" algn="l" latinLnBrk="0">
              <a:spcAft>
                <a:spcPts val="600"/>
              </a:spcAft>
            </a:pPr>
            <a:r>
              <a:rPr lang="en-US" altLang="ko-KR">
                <a:solidFill>
                  <a:schemeClr val="tx1"/>
                </a:solidFill>
                <a:latin typeface="+mj-ea"/>
                <a:ea typeface="+mj-ea"/>
              </a:rPr>
              <a:t>(</a:t>
            </a:r>
            <a:r>
              <a:rPr lang="ko-KR" altLang="en-US">
                <a:solidFill>
                  <a:schemeClr val="tx1"/>
                </a:solidFill>
                <a:latin typeface="+mj-ea"/>
                <a:ea typeface="+mj-ea"/>
              </a:rPr>
              <a:t>국가기술자격시험 응시자 수</a:t>
            </a:r>
            <a:r>
              <a:rPr lang="en-US" altLang="ko-KR">
                <a:solidFill>
                  <a:schemeClr val="tx1"/>
                </a:solidFill>
                <a:latin typeface="+mj-ea"/>
                <a:ea typeface="+mj-ea"/>
              </a:rPr>
              <a:t>) </a:t>
            </a:r>
            <a:r>
              <a:rPr lang="ko-KR" altLang="en-US">
                <a:solidFill>
                  <a:schemeClr val="tx1"/>
                </a:solidFill>
                <a:latin typeface="+mj-ea"/>
                <a:ea typeface="+mj-ea"/>
              </a:rPr>
              <a:t>국가기술자격과 </a:t>
            </a:r>
            <a:r>
              <a:rPr lang="en-US" altLang="ko-KR">
                <a:solidFill>
                  <a:schemeClr val="tx1"/>
                </a:solidFill>
                <a:latin typeface="+mj-ea"/>
                <a:ea typeface="+mj-ea"/>
              </a:rPr>
              <a:t>NCS</a:t>
            </a:r>
            <a:r>
              <a:rPr lang="ko-KR" altLang="en-US">
                <a:solidFill>
                  <a:schemeClr val="tx1"/>
                </a:solidFill>
                <a:latin typeface="+mj-ea"/>
                <a:ea typeface="+mj-ea"/>
              </a:rPr>
              <a:t> 세분류간 맵핑</a:t>
            </a:r>
            <a:endParaRPr lang="en-US" altLang="ko-KR">
              <a:solidFill>
                <a:schemeClr val="tx1"/>
              </a:solidFill>
              <a:latin typeface="+mj-ea"/>
              <a:ea typeface="+mj-ea"/>
            </a:endParaRPr>
          </a:p>
          <a:p>
            <a:pPr marL="171450" indent="-171450" algn="l" latinLnBrk="0">
              <a:spcAft>
                <a:spcPts val="600"/>
              </a:spcAft>
            </a:pPr>
            <a:r>
              <a:rPr lang="en-US" altLang="ko-KR">
                <a:solidFill>
                  <a:schemeClr val="tx1"/>
                </a:solidFill>
                <a:latin typeface="+mj-ea"/>
                <a:ea typeface="+mj-ea"/>
              </a:rPr>
              <a:t>(</a:t>
            </a:r>
            <a:r>
              <a:rPr lang="ko-KR" altLang="en-US">
                <a:solidFill>
                  <a:schemeClr val="tx1"/>
                </a:solidFill>
                <a:latin typeface="+mj-ea"/>
                <a:ea typeface="+mj-ea"/>
              </a:rPr>
              <a:t>취업자 수 연평균 성장률 전망</a:t>
            </a:r>
            <a:r>
              <a:rPr lang="en-US" altLang="ko-KR">
                <a:solidFill>
                  <a:schemeClr val="tx1"/>
                </a:solidFill>
                <a:latin typeface="+mj-ea"/>
                <a:ea typeface="+mj-ea"/>
              </a:rPr>
              <a:t>) </a:t>
            </a:r>
            <a:r>
              <a:rPr lang="ko-KR" altLang="en-US">
                <a:solidFill>
                  <a:schemeClr val="tx1"/>
                </a:solidFill>
                <a:latin typeface="+mj-ea"/>
                <a:ea typeface="+mj-ea"/>
              </a:rPr>
              <a:t>중장기인력수급전망 직업 세분류와 </a:t>
            </a:r>
            <a:r>
              <a:rPr lang="en-US" altLang="ko-KR">
                <a:solidFill>
                  <a:schemeClr val="tx1"/>
                </a:solidFill>
                <a:latin typeface="+mj-ea"/>
                <a:ea typeface="+mj-ea"/>
              </a:rPr>
              <a:t>NCS </a:t>
            </a:r>
            <a:r>
              <a:rPr lang="ko-KR" altLang="en-US">
                <a:solidFill>
                  <a:schemeClr val="tx1"/>
                </a:solidFill>
                <a:latin typeface="+mj-ea"/>
                <a:ea typeface="+mj-ea"/>
              </a:rPr>
              <a:t>세분류간 맵핑</a:t>
            </a:r>
            <a:endParaRPr lang="en-US" altLang="ko-KR">
              <a:solidFill>
                <a:schemeClr val="tx1"/>
              </a:solidFill>
              <a:latin typeface="+mj-ea"/>
              <a:ea typeface="+mj-ea"/>
            </a:endParaRPr>
          </a:p>
          <a:p>
            <a:pPr marL="171450" indent="-171450" algn="l" latinLnBrk="0">
              <a:spcAft>
                <a:spcPts val="600"/>
              </a:spcAft>
            </a:pPr>
            <a:r>
              <a:rPr lang="en-US" altLang="ko-KR">
                <a:solidFill>
                  <a:schemeClr val="tx1"/>
                </a:solidFill>
                <a:latin typeface="+mj-ea"/>
                <a:ea typeface="+mj-ea"/>
              </a:rPr>
              <a:t>(STEP </a:t>
            </a:r>
            <a:r>
              <a:rPr lang="ko-KR" altLang="en-US">
                <a:solidFill>
                  <a:schemeClr val="tx1"/>
                </a:solidFill>
                <a:latin typeface="+mj-ea"/>
                <a:ea typeface="+mj-ea"/>
              </a:rPr>
              <a:t>과정별 연평균 수강생 수</a:t>
            </a:r>
            <a:r>
              <a:rPr lang="en-US" altLang="ko-KR">
                <a:solidFill>
                  <a:schemeClr val="tx1"/>
                </a:solidFill>
                <a:latin typeface="+mj-ea"/>
                <a:ea typeface="+mj-ea"/>
              </a:rPr>
              <a:t>) NCS </a:t>
            </a:r>
            <a:r>
              <a:rPr lang="ko-KR" altLang="en-US">
                <a:solidFill>
                  <a:schemeClr val="tx1"/>
                </a:solidFill>
                <a:latin typeface="+mj-ea"/>
                <a:ea typeface="+mj-ea"/>
              </a:rPr>
              <a:t>세분류별 최근 </a:t>
            </a:r>
            <a:r>
              <a:rPr lang="en-US" altLang="ko-KR">
                <a:solidFill>
                  <a:schemeClr val="tx1"/>
                </a:solidFill>
                <a:latin typeface="+mj-ea"/>
                <a:ea typeface="+mj-ea"/>
              </a:rPr>
              <a:t>3</a:t>
            </a:r>
            <a:r>
              <a:rPr lang="ko-KR" altLang="en-US">
                <a:solidFill>
                  <a:schemeClr val="tx1"/>
                </a:solidFill>
                <a:latin typeface="+mj-ea"/>
                <a:ea typeface="+mj-ea"/>
              </a:rPr>
              <a:t>년간 연평균 수강생 수 산출</a:t>
            </a:r>
            <a:endParaRPr lang="en-US" altLang="ko-KR">
              <a:solidFill>
                <a:schemeClr val="tx1"/>
              </a:solidFill>
              <a:latin typeface="+mj-ea"/>
              <a:ea typeface="+mj-ea"/>
            </a:endParaRPr>
          </a:p>
        </p:txBody>
      </p:sp>
      <p:sp>
        <p:nvSpPr>
          <p:cNvPr id="34" name="직사각형 33">
            <a:extLst>
              <a:ext uri="{FF2B5EF4-FFF2-40B4-BE49-F238E27FC236}">
                <a16:creationId xmlns:a16="http://schemas.microsoft.com/office/drawing/2014/main" id="{1F18E242-D37C-273C-C773-5582823B1D4C}"/>
              </a:ext>
            </a:extLst>
          </p:cNvPr>
          <p:cNvSpPr/>
          <p:nvPr/>
        </p:nvSpPr>
        <p:spPr>
          <a:xfrm>
            <a:off x="2679188" y="5349486"/>
            <a:ext cx="3420000" cy="107922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8000" rtlCol="0" anchor="t"/>
          <a:lstStyle/>
          <a:p>
            <a:pPr latinLnBrk="0">
              <a:buNone/>
            </a:pPr>
            <a:r>
              <a:rPr lang="ko-KR" altLang="en-US">
                <a:solidFill>
                  <a:schemeClr val="tx1"/>
                </a:solidFill>
                <a:latin typeface="+mj-ea"/>
                <a:ea typeface="+mj-ea"/>
              </a:rPr>
              <a:t>정량 지표 최신화를 통한 정량 </a:t>
            </a:r>
            <a:r>
              <a:rPr lang="ko-KR" altLang="en-US" err="1">
                <a:solidFill>
                  <a:schemeClr val="tx1"/>
                </a:solidFill>
                <a:latin typeface="+mj-ea"/>
                <a:ea typeface="+mj-ea"/>
              </a:rPr>
              <a:t>평가값</a:t>
            </a:r>
            <a:r>
              <a:rPr lang="en-US" altLang="ko-KR">
                <a:solidFill>
                  <a:schemeClr val="tx1"/>
                </a:solidFill>
                <a:latin typeface="+mj-ea"/>
                <a:ea typeface="+mj-ea"/>
              </a:rPr>
              <a:t> + </a:t>
            </a:r>
            <a:r>
              <a:rPr lang="ko-KR" altLang="en-US">
                <a:solidFill>
                  <a:schemeClr val="tx1"/>
                </a:solidFill>
                <a:latin typeface="+mj-ea"/>
                <a:ea typeface="+mj-ea"/>
              </a:rPr>
              <a:t>전년도 정량 </a:t>
            </a:r>
            <a:r>
              <a:rPr lang="ko-KR" altLang="en-US" err="1">
                <a:solidFill>
                  <a:schemeClr val="tx1"/>
                </a:solidFill>
                <a:latin typeface="+mj-ea"/>
                <a:ea typeface="+mj-ea"/>
              </a:rPr>
              <a:t>평가값</a:t>
            </a:r>
            <a:r>
              <a:rPr lang="ko-KR" altLang="en-US">
                <a:solidFill>
                  <a:schemeClr val="tx1"/>
                </a:solidFill>
                <a:latin typeface="+mj-ea"/>
                <a:ea typeface="+mj-ea"/>
              </a:rPr>
              <a:t> 합산</a:t>
            </a:r>
            <a:endParaRPr lang="en-US" altLang="ko-KR">
              <a:solidFill>
                <a:schemeClr val="tx1"/>
              </a:solidFill>
              <a:latin typeface="+mj-ea"/>
              <a:ea typeface="+mj-ea"/>
            </a:endParaRPr>
          </a:p>
          <a:p>
            <a:pPr marL="171450" indent="-171450" algn="l" latinLnBrk="0">
              <a:spcAft>
                <a:spcPts val="600"/>
              </a:spcAft>
            </a:pPr>
            <a:r>
              <a:rPr lang="ko-KR" altLang="en-US">
                <a:solidFill>
                  <a:schemeClr val="tx1"/>
                </a:solidFill>
                <a:latin typeface="+mj-ea"/>
                <a:ea typeface="+mj-ea"/>
              </a:rPr>
              <a:t>자문회의 통해 산출한 비율 적용 </a:t>
            </a:r>
            <a:endParaRPr lang="en-US" altLang="ko-KR">
              <a:solidFill>
                <a:schemeClr val="tx1"/>
              </a:solidFill>
              <a:latin typeface="+mj-ea"/>
              <a:ea typeface="+mj-ea"/>
            </a:endParaRPr>
          </a:p>
          <a:p>
            <a:pPr algn="l" latinLnBrk="0">
              <a:spcAft>
                <a:spcPts val="600"/>
              </a:spcAft>
              <a:buNone/>
            </a:pPr>
            <a:r>
              <a:rPr lang="en-US" altLang="ko-KR">
                <a:solidFill>
                  <a:schemeClr val="tx1"/>
                </a:solidFill>
                <a:latin typeface="+mj-ea"/>
                <a:ea typeface="+mj-ea"/>
              </a:rPr>
              <a:t>    (</a:t>
            </a:r>
            <a:r>
              <a:rPr lang="ko-KR" altLang="en-US">
                <a:solidFill>
                  <a:schemeClr val="tx1"/>
                </a:solidFill>
                <a:latin typeface="+mj-ea"/>
                <a:ea typeface="+mj-ea"/>
              </a:rPr>
              <a:t>디지털</a:t>
            </a:r>
            <a:r>
              <a:rPr lang="en-US" altLang="ko-KR">
                <a:solidFill>
                  <a:schemeClr val="tx1"/>
                </a:solidFill>
                <a:latin typeface="+mj-ea"/>
                <a:ea typeface="+mj-ea"/>
              </a:rPr>
              <a:t>·</a:t>
            </a:r>
            <a:r>
              <a:rPr lang="ko-KR" altLang="en-US">
                <a:solidFill>
                  <a:schemeClr val="tx1"/>
                </a:solidFill>
                <a:latin typeface="+mj-ea"/>
                <a:ea typeface="+mj-ea"/>
              </a:rPr>
              <a:t>첨단 분야의 경우 미래 지표 가중치 적용</a:t>
            </a:r>
            <a:r>
              <a:rPr lang="en-US" altLang="ko-KR">
                <a:solidFill>
                  <a:schemeClr val="tx1"/>
                </a:solidFill>
                <a:latin typeface="+mj-ea"/>
                <a:ea typeface="+mj-ea"/>
              </a:rPr>
              <a:t>)</a:t>
            </a:r>
          </a:p>
        </p:txBody>
      </p:sp>
      <p:cxnSp>
        <p:nvCxnSpPr>
          <p:cNvPr id="35" name="직선 화살표 연결선 34">
            <a:extLst>
              <a:ext uri="{FF2B5EF4-FFF2-40B4-BE49-F238E27FC236}">
                <a16:creationId xmlns:a16="http://schemas.microsoft.com/office/drawing/2014/main" id="{CED86AA0-3B22-F8C8-BDD3-7C41E490FA1B}"/>
              </a:ext>
            </a:extLst>
          </p:cNvPr>
          <p:cNvCxnSpPr>
            <a:cxnSpLocks/>
            <a:stCxn id="28" idx="2"/>
            <a:endCxn id="33" idx="0"/>
          </p:cNvCxnSpPr>
          <p:nvPr/>
        </p:nvCxnSpPr>
        <p:spPr>
          <a:xfrm>
            <a:off x="4389188" y="2812738"/>
            <a:ext cx="0" cy="185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직선 화살표 연결선 35">
            <a:extLst>
              <a:ext uri="{FF2B5EF4-FFF2-40B4-BE49-F238E27FC236}">
                <a16:creationId xmlns:a16="http://schemas.microsoft.com/office/drawing/2014/main" id="{DB322876-42B3-73C4-1533-13328C96A383}"/>
              </a:ext>
            </a:extLst>
          </p:cNvPr>
          <p:cNvCxnSpPr>
            <a:cxnSpLocks/>
            <a:stCxn id="33" idx="2"/>
            <a:endCxn id="34" idx="0"/>
          </p:cNvCxnSpPr>
          <p:nvPr/>
        </p:nvCxnSpPr>
        <p:spPr>
          <a:xfrm>
            <a:off x="4389188" y="5046451"/>
            <a:ext cx="0" cy="303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직사각형 37">
            <a:extLst>
              <a:ext uri="{FF2B5EF4-FFF2-40B4-BE49-F238E27FC236}">
                <a16:creationId xmlns:a16="http://schemas.microsoft.com/office/drawing/2014/main" id="{4E2B4964-FAEF-A462-4978-8B64ECEC9665}"/>
              </a:ext>
            </a:extLst>
          </p:cNvPr>
          <p:cNvSpPr/>
          <p:nvPr/>
        </p:nvSpPr>
        <p:spPr>
          <a:xfrm>
            <a:off x="6345656" y="2356561"/>
            <a:ext cx="3017941" cy="413586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buNone/>
            </a:pPr>
            <a:endParaRPr lang="ko-KR" altLang="en-US">
              <a:latin typeface="Arial Narrow" panose="020B0606020202030204" pitchFamily="34" charset="0"/>
              <a:ea typeface="a고딕14" panose="02020600000000000000" pitchFamily="18" charset="-127"/>
            </a:endParaRPr>
          </a:p>
        </p:txBody>
      </p:sp>
      <p:sp>
        <p:nvSpPr>
          <p:cNvPr id="40" name="직사각형 39">
            <a:extLst>
              <a:ext uri="{FF2B5EF4-FFF2-40B4-BE49-F238E27FC236}">
                <a16:creationId xmlns:a16="http://schemas.microsoft.com/office/drawing/2014/main" id="{55696828-7DFA-CA9E-7B1E-5478D2A63D35}"/>
              </a:ext>
            </a:extLst>
          </p:cNvPr>
          <p:cNvSpPr/>
          <p:nvPr/>
        </p:nvSpPr>
        <p:spPr>
          <a:xfrm>
            <a:off x="6440223" y="2424625"/>
            <a:ext cx="2828806" cy="390842"/>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8000" rtlCol="0" anchor="t"/>
          <a:lstStyle/>
          <a:p>
            <a:pPr latinLnBrk="0">
              <a:buNone/>
            </a:pPr>
            <a:r>
              <a:rPr lang="ko-KR" altLang="en-US">
                <a:solidFill>
                  <a:schemeClr val="tx1"/>
                </a:solidFill>
                <a:latin typeface="+mj-ea"/>
                <a:ea typeface="+mj-ea"/>
              </a:rPr>
              <a:t>신설 및 개편 필요 </a:t>
            </a:r>
            <a:r>
              <a:rPr lang="ko-KR" altLang="en-US" err="1">
                <a:solidFill>
                  <a:schemeClr val="tx1"/>
                </a:solidFill>
                <a:latin typeface="+mj-ea"/>
                <a:ea typeface="+mj-ea"/>
              </a:rPr>
              <a:t>세분류</a:t>
            </a:r>
            <a:r>
              <a:rPr lang="ko-KR" altLang="en-US">
                <a:solidFill>
                  <a:schemeClr val="tx1"/>
                </a:solidFill>
                <a:latin typeface="+mj-ea"/>
                <a:ea typeface="+mj-ea"/>
              </a:rPr>
              <a:t> 평가 계획 수립</a:t>
            </a:r>
          </a:p>
        </p:txBody>
      </p:sp>
      <p:sp>
        <p:nvSpPr>
          <p:cNvPr id="41" name="직사각형 40">
            <a:extLst>
              <a:ext uri="{FF2B5EF4-FFF2-40B4-BE49-F238E27FC236}">
                <a16:creationId xmlns:a16="http://schemas.microsoft.com/office/drawing/2014/main" id="{F156825C-5B82-71BA-420E-EFF76E7742CB}"/>
              </a:ext>
            </a:extLst>
          </p:cNvPr>
          <p:cNvSpPr/>
          <p:nvPr/>
        </p:nvSpPr>
        <p:spPr>
          <a:xfrm>
            <a:off x="6440223" y="3000689"/>
            <a:ext cx="2828806" cy="2048491"/>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8000" rtlCol="0" anchor="t"/>
          <a:lstStyle/>
          <a:p>
            <a:pPr latinLnBrk="0">
              <a:buNone/>
            </a:pPr>
            <a:r>
              <a:rPr lang="ko-KR" altLang="en-US">
                <a:solidFill>
                  <a:schemeClr val="tx1"/>
                </a:solidFill>
                <a:latin typeface="+mj-ea"/>
                <a:ea typeface="+mj-ea"/>
              </a:rPr>
              <a:t>신설 및 개편 필요 </a:t>
            </a:r>
            <a:r>
              <a:rPr lang="ko-KR" altLang="en-US" err="1">
                <a:solidFill>
                  <a:schemeClr val="tx1"/>
                </a:solidFill>
                <a:latin typeface="+mj-ea"/>
                <a:ea typeface="+mj-ea"/>
              </a:rPr>
              <a:t>세분류</a:t>
            </a:r>
            <a:r>
              <a:rPr lang="ko-KR" altLang="en-US">
                <a:solidFill>
                  <a:schemeClr val="tx1"/>
                </a:solidFill>
                <a:latin typeface="+mj-ea"/>
                <a:ea typeface="+mj-ea"/>
              </a:rPr>
              <a:t> 정성평가 진행</a:t>
            </a:r>
            <a:endParaRPr lang="en-US" altLang="ko-KR">
              <a:solidFill>
                <a:schemeClr val="tx1"/>
              </a:solidFill>
              <a:latin typeface="+mj-ea"/>
              <a:ea typeface="+mj-ea"/>
            </a:endParaRPr>
          </a:p>
          <a:p>
            <a:pPr latinLnBrk="0">
              <a:buNone/>
            </a:pPr>
            <a:endParaRPr lang="en-US" altLang="ko-KR">
              <a:solidFill>
                <a:schemeClr val="tx1"/>
              </a:solidFill>
              <a:latin typeface="+mj-ea"/>
              <a:ea typeface="+mj-ea"/>
            </a:endParaRPr>
          </a:p>
          <a:p>
            <a:pPr marL="171450" indent="-171450" algn="l" latinLnBrk="0">
              <a:spcAft>
                <a:spcPts val="600"/>
              </a:spcAft>
            </a:pPr>
            <a:r>
              <a:rPr lang="en-US" altLang="ko-KR">
                <a:solidFill>
                  <a:schemeClr val="tx1"/>
                </a:solidFill>
                <a:latin typeface="+mj-ea"/>
                <a:ea typeface="+mj-ea"/>
              </a:rPr>
              <a:t>ISC, </a:t>
            </a:r>
            <a:r>
              <a:rPr lang="ko-KR" altLang="en-US">
                <a:solidFill>
                  <a:schemeClr val="tx1"/>
                </a:solidFill>
                <a:latin typeface="+mj-ea"/>
                <a:ea typeface="+mj-ea"/>
              </a:rPr>
              <a:t>훈련</a:t>
            </a:r>
            <a:r>
              <a:rPr lang="en-US" altLang="ko-KR">
                <a:solidFill>
                  <a:schemeClr val="tx1"/>
                </a:solidFill>
                <a:latin typeface="+mj-ea"/>
                <a:ea typeface="+mj-ea"/>
              </a:rPr>
              <a:t>·</a:t>
            </a:r>
            <a:r>
              <a:rPr lang="ko-KR" altLang="en-US" err="1">
                <a:solidFill>
                  <a:schemeClr val="tx1"/>
                </a:solidFill>
                <a:latin typeface="+mj-ea"/>
                <a:ea typeface="+mj-ea"/>
              </a:rPr>
              <a:t>교강사</a:t>
            </a:r>
            <a:r>
              <a:rPr lang="en-US" altLang="ko-KR">
                <a:solidFill>
                  <a:schemeClr val="tx1"/>
                </a:solidFill>
                <a:latin typeface="+mj-ea"/>
                <a:ea typeface="+mj-ea"/>
              </a:rPr>
              <a:t>, </a:t>
            </a:r>
            <a:r>
              <a:rPr lang="ko-KR" altLang="en-US">
                <a:solidFill>
                  <a:schemeClr val="tx1"/>
                </a:solidFill>
                <a:latin typeface="+mj-ea"/>
                <a:ea typeface="+mj-ea"/>
              </a:rPr>
              <a:t>산업전문가 등 교육수요에 대한 평가를 진행할 수 있는 전문가 </a:t>
            </a:r>
            <a:r>
              <a:rPr lang="en-US" altLang="ko-KR">
                <a:solidFill>
                  <a:schemeClr val="tx1"/>
                </a:solidFill>
                <a:latin typeface="+mj-ea"/>
                <a:ea typeface="+mj-ea"/>
              </a:rPr>
              <a:t>3</a:t>
            </a:r>
            <a:r>
              <a:rPr lang="ko-KR" altLang="en-US">
                <a:solidFill>
                  <a:schemeClr val="tx1"/>
                </a:solidFill>
                <a:latin typeface="+mj-ea"/>
                <a:ea typeface="+mj-ea"/>
              </a:rPr>
              <a:t>인 구성 </a:t>
            </a:r>
            <a:endParaRPr lang="en-US" altLang="ko-KR">
              <a:solidFill>
                <a:schemeClr val="tx1"/>
              </a:solidFill>
              <a:latin typeface="+mj-ea"/>
              <a:ea typeface="+mj-ea"/>
            </a:endParaRPr>
          </a:p>
          <a:p>
            <a:pPr marL="171450" indent="-171450" algn="l" latinLnBrk="0">
              <a:spcAft>
                <a:spcPts val="600"/>
              </a:spcAft>
            </a:pPr>
            <a:r>
              <a:rPr lang="ko-KR" altLang="en-US">
                <a:solidFill>
                  <a:schemeClr val="tx1"/>
                </a:solidFill>
                <a:latin typeface="+mj-ea"/>
                <a:ea typeface="+mj-ea"/>
              </a:rPr>
              <a:t>기존 평가지표 기반</a:t>
            </a:r>
            <a:r>
              <a:rPr lang="en-US" altLang="ko-KR">
                <a:solidFill>
                  <a:schemeClr val="tx1"/>
                </a:solidFill>
                <a:latin typeface="+mj-ea"/>
                <a:ea typeface="+mj-ea"/>
              </a:rPr>
              <a:t>(3</a:t>
            </a:r>
            <a:r>
              <a:rPr lang="ko-KR" altLang="en-US">
                <a:solidFill>
                  <a:schemeClr val="tx1"/>
                </a:solidFill>
                <a:latin typeface="+mj-ea"/>
                <a:ea typeface="+mj-ea"/>
              </a:rPr>
              <a:t>개 지표</a:t>
            </a:r>
            <a:r>
              <a:rPr lang="en-US" altLang="ko-KR">
                <a:solidFill>
                  <a:schemeClr val="tx1"/>
                </a:solidFill>
                <a:latin typeface="+mj-ea"/>
                <a:ea typeface="+mj-ea"/>
              </a:rPr>
              <a:t>)</a:t>
            </a:r>
            <a:r>
              <a:rPr lang="ko-KR" altLang="en-US">
                <a:solidFill>
                  <a:schemeClr val="tx1"/>
                </a:solidFill>
                <a:latin typeface="+mj-ea"/>
                <a:ea typeface="+mj-ea"/>
              </a:rPr>
              <a:t> 평가 진행 </a:t>
            </a:r>
            <a:r>
              <a:rPr lang="en-US" altLang="ko-KR">
                <a:solidFill>
                  <a:schemeClr val="tx1"/>
                </a:solidFill>
                <a:latin typeface="+mj-ea"/>
                <a:ea typeface="+mj-ea"/>
              </a:rPr>
              <a:t>(</a:t>
            </a:r>
            <a:r>
              <a:rPr lang="ko-KR" altLang="en-US">
                <a:solidFill>
                  <a:schemeClr val="tx1"/>
                </a:solidFill>
                <a:latin typeface="+mj-ea"/>
                <a:ea typeface="+mj-ea"/>
              </a:rPr>
              <a:t>미래 교육과정 수요 예상도</a:t>
            </a:r>
            <a:r>
              <a:rPr lang="en-US" altLang="ko-KR">
                <a:solidFill>
                  <a:schemeClr val="tx1"/>
                </a:solidFill>
                <a:latin typeface="+mj-ea"/>
                <a:ea typeface="+mj-ea"/>
              </a:rPr>
              <a:t>, </a:t>
            </a:r>
            <a:r>
              <a:rPr lang="ko-KR" altLang="en-US">
                <a:solidFill>
                  <a:schemeClr val="tx1"/>
                </a:solidFill>
                <a:latin typeface="+mj-ea"/>
                <a:ea typeface="+mj-ea"/>
              </a:rPr>
              <a:t>교육과정 개발 필요성</a:t>
            </a:r>
            <a:r>
              <a:rPr lang="en-US" altLang="ko-KR">
                <a:solidFill>
                  <a:schemeClr val="tx1"/>
                </a:solidFill>
                <a:latin typeface="+mj-ea"/>
                <a:ea typeface="+mj-ea"/>
              </a:rPr>
              <a:t>, </a:t>
            </a:r>
            <a:r>
              <a:rPr lang="ko-KR" altLang="en-US">
                <a:solidFill>
                  <a:schemeClr val="tx1"/>
                </a:solidFill>
                <a:latin typeface="+mj-ea"/>
                <a:ea typeface="+mj-ea"/>
              </a:rPr>
              <a:t>교육과정 개발 시급성</a:t>
            </a:r>
            <a:r>
              <a:rPr lang="en-US" altLang="ko-KR">
                <a:solidFill>
                  <a:schemeClr val="tx1"/>
                </a:solidFill>
                <a:latin typeface="+mj-ea"/>
                <a:ea typeface="+mj-ea"/>
              </a:rPr>
              <a:t>)</a:t>
            </a:r>
          </a:p>
        </p:txBody>
      </p:sp>
      <p:sp>
        <p:nvSpPr>
          <p:cNvPr id="42" name="직사각형 41">
            <a:extLst>
              <a:ext uri="{FF2B5EF4-FFF2-40B4-BE49-F238E27FC236}">
                <a16:creationId xmlns:a16="http://schemas.microsoft.com/office/drawing/2014/main" id="{380425D8-307B-07CF-FDB5-F0559916E3C9}"/>
              </a:ext>
            </a:extLst>
          </p:cNvPr>
          <p:cNvSpPr/>
          <p:nvPr/>
        </p:nvSpPr>
        <p:spPr>
          <a:xfrm>
            <a:off x="6440223" y="5352215"/>
            <a:ext cx="2828806" cy="107922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8000" rtlCol="0" anchor="t"/>
          <a:lstStyle/>
          <a:p>
            <a:pPr latinLnBrk="0">
              <a:buNone/>
            </a:pPr>
            <a:r>
              <a:rPr lang="ko-KR" altLang="en-US" err="1">
                <a:solidFill>
                  <a:schemeClr val="tx1"/>
                </a:solidFill>
                <a:latin typeface="+mj-ea"/>
              </a:rPr>
              <a:t>정량평가값과</a:t>
            </a:r>
            <a:r>
              <a:rPr lang="ko-KR" altLang="en-US">
                <a:solidFill>
                  <a:schemeClr val="tx1"/>
                </a:solidFill>
                <a:latin typeface="+mj-ea"/>
              </a:rPr>
              <a:t> </a:t>
            </a:r>
            <a:r>
              <a:rPr lang="ko-KR" altLang="en-US" err="1">
                <a:solidFill>
                  <a:schemeClr val="tx1"/>
                </a:solidFill>
                <a:latin typeface="+mj-ea"/>
              </a:rPr>
              <a:t>정성평가값</a:t>
            </a:r>
            <a:r>
              <a:rPr lang="ko-KR" altLang="en-US">
                <a:solidFill>
                  <a:schemeClr val="tx1"/>
                </a:solidFill>
                <a:latin typeface="+mj-ea"/>
              </a:rPr>
              <a:t> 합산</a:t>
            </a:r>
            <a:endParaRPr lang="en-US" altLang="ko-KR">
              <a:solidFill>
                <a:schemeClr val="tx1"/>
              </a:solidFill>
              <a:latin typeface="+mj-ea"/>
            </a:endParaRPr>
          </a:p>
          <a:p>
            <a:pPr latinLnBrk="0">
              <a:buNone/>
            </a:pPr>
            <a:endParaRPr lang="en-US" altLang="ko-KR">
              <a:solidFill>
                <a:schemeClr val="tx1"/>
              </a:solidFill>
              <a:latin typeface="+mj-ea"/>
            </a:endParaRPr>
          </a:p>
          <a:p>
            <a:pPr marL="171450" indent="-171450" algn="l" latinLnBrk="0">
              <a:spcAft>
                <a:spcPts val="600"/>
              </a:spcAft>
            </a:pPr>
            <a:r>
              <a:rPr lang="ko-KR" altLang="en-US">
                <a:solidFill>
                  <a:schemeClr val="tx1"/>
                </a:solidFill>
                <a:latin typeface="+mj-ea"/>
              </a:rPr>
              <a:t>자문회의 통해 산출한 비율 적용 </a:t>
            </a:r>
            <a:r>
              <a:rPr lang="en-US" altLang="ko-KR">
                <a:solidFill>
                  <a:schemeClr val="tx1"/>
                </a:solidFill>
                <a:latin typeface="+mj-ea"/>
              </a:rPr>
              <a:t>(</a:t>
            </a:r>
            <a:r>
              <a:rPr lang="ko-KR" altLang="en-US">
                <a:solidFill>
                  <a:schemeClr val="tx1"/>
                </a:solidFill>
                <a:latin typeface="+mj-ea"/>
              </a:rPr>
              <a:t>정량평가 </a:t>
            </a:r>
            <a:r>
              <a:rPr lang="en-US" altLang="ko-KR">
                <a:solidFill>
                  <a:schemeClr val="tx1"/>
                </a:solidFill>
                <a:latin typeface="+mj-ea"/>
              </a:rPr>
              <a:t>7: </a:t>
            </a:r>
            <a:r>
              <a:rPr lang="ko-KR" altLang="en-US">
                <a:solidFill>
                  <a:schemeClr val="tx1"/>
                </a:solidFill>
                <a:latin typeface="+mj-ea"/>
              </a:rPr>
              <a:t>정성평가 </a:t>
            </a:r>
            <a:r>
              <a:rPr lang="en-US" altLang="ko-KR">
                <a:solidFill>
                  <a:schemeClr val="tx1"/>
                </a:solidFill>
                <a:latin typeface="+mj-ea"/>
              </a:rPr>
              <a:t>3)</a:t>
            </a:r>
          </a:p>
        </p:txBody>
      </p:sp>
      <p:cxnSp>
        <p:nvCxnSpPr>
          <p:cNvPr id="43" name="직선 화살표 연결선 42">
            <a:extLst>
              <a:ext uri="{FF2B5EF4-FFF2-40B4-BE49-F238E27FC236}">
                <a16:creationId xmlns:a16="http://schemas.microsoft.com/office/drawing/2014/main" id="{F757539C-84D6-B839-89E0-39E884226343}"/>
              </a:ext>
            </a:extLst>
          </p:cNvPr>
          <p:cNvCxnSpPr>
            <a:cxnSpLocks/>
            <a:stCxn id="40" idx="2"/>
            <a:endCxn id="41" idx="0"/>
          </p:cNvCxnSpPr>
          <p:nvPr/>
        </p:nvCxnSpPr>
        <p:spPr>
          <a:xfrm>
            <a:off x="7854626" y="2815467"/>
            <a:ext cx="0" cy="185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직선 화살표 연결선 43">
            <a:extLst>
              <a:ext uri="{FF2B5EF4-FFF2-40B4-BE49-F238E27FC236}">
                <a16:creationId xmlns:a16="http://schemas.microsoft.com/office/drawing/2014/main" id="{409339D7-7CB2-46B9-9800-F1227F7C9554}"/>
              </a:ext>
            </a:extLst>
          </p:cNvPr>
          <p:cNvCxnSpPr>
            <a:cxnSpLocks/>
            <a:stCxn id="41" idx="2"/>
            <a:endCxn id="42" idx="0"/>
          </p:cNvCxnSpPr>
          <p:nvPr/>
        </p:nvCxnSpPr>
        <p:spPr>
          <a:xfrm>
            <a:off x="7854626" y="5049180"/>
            <a:ext cx="0" cy="303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8129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6E126-1AD1-1051-AD8B-56222604747E}"/>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F601EB41-D907-5641-A9A2-649DC3C45B5F}"/>
              </a:ext>
            </a:extLst>
          </p:cNvPr>
          <p:cNvSpPr>
            <a:spLocks noGrp="1"/>
          </p:cNvSpPr>
          <p:nvPr>
            <p:ph type="body" sz="quarter" idx="12"/>
          </p:nvPr>
        </p:nvSpPr>
        <p:spPr/>
        <p:txBody>
          <a:bodyPr vert="horz" wrap="square" lIns="0" tIns="45720" rIns="0" bIns="0" rtlCol="0">
            <a:noAutofit/>
          </a:bodyPr>
          <a:lstStyle/>
          <a:p>
            <a:pPr algn="l" latinLnBrk="0"/>
            <a:r>
              <a:rPr lang="ko-KR" altLang="ko-KR"/>
              <a:t>정량 11지표(70점) + 정성 3지표(30점) 의 평가지표</a:t>
            </a:r>
            <a:r>
              <a:rPr lang="en-US" altLang="ko-KR"/>
              <a:t> </a:t>
            </a:r>
            <a:r>
              <a:rPr lang="ko-KR" altLang="en-US"/>
              <a:t>및 </a:t>
            </a:r>
            <a:r>
              <a:rPr lang="ko-KR" altLang="ko-KR"/>
              <a:t>비중</a:t>
            </a:r>
            <a:r>
              <a:rPr lang="ko-KR" altLang="en-US"/>
              <a:t>을 활용하여</a:t>
            </a:r>
            <a:r>
              <a:rPr lang="en-US" altLang="ko-KR"/>
              <a:t> </a:t>
            </a:r>
            <a:r>
              <a:rPr lang="ko-KR" altLang="ko-KR"/>
              <a:t>연속성</a:t>
            </a:r>
            <a:r>
              <a:rPr lang="en-US" altLang="ko-KR"/>
              <a:t> </a:t>
            </a:r>
            <a:r>
              <a:rPr lang="ko-KR" altLang="en-US"/>
              <a:t>및 </a:t>
            </a:r>
            <a:r>
              <a:rPr lang="ko-KR" altLang="ko-KR"/>
              <a:t>비교 가능성을 확보</a:t>
            </a:r>
            <a:r>
              <a:rPr lang="ko-KR" altLang="en-US"/>
              <a:t>하고자 함</a:t>
            </a:r>
            <a:endParaRPr lang="ko-KR" altLang="ko-KR" dirty="0"/>
          </a:p>
        </p:txBody>
      </p:sp>
      <p:sp>
        <p:nvSpPr>
          <p:cNvPr id="5" name="텍스트 개체 틀 4">
            <a:extLst>
              <a:ext uri="{FF2B5EF4-FFF2-40B4-BE49-F238E27FC236}">
                <a16:creationId xmlns:a16="http://schemas.microsoft.com/office/drawing/2014/main" id="{9D6C64F3-1A03-1A13-C151-2CA8EEC94AAB}"/>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169CBAB1-6545-B621-885E-0B5FDDE59FC6}"/>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en-US" altLang="ko-KR" sz="1200" dirty="0">
                <a:solidFill>
                  <a:schemeClr val="bg1"/>
                </a:solidFill>
              </a:rPr>
              <a:t>Step3. </a:t>
            </a:r>
            <a:r>
              <a:rPr lang="ko-KR" altLang="en-US" sz="1200" dirty="0">
                <a:solidFill>
                  <a:schemeClr val="bg1"/>
                </a:solidFill>
              </a:rPr>
              <a:t>정량</a:t>
            </a:r>
            <a:r>
              <a:rPr lang="en-US" altLang="ko-KR" sz="1200" dirty="0">
                <a:solidFill>
                  <a:schemeClr val="bg1"/>
                </a:solidFill>
              </a:rPr>
              <a:t>·</a:t>
            </a:r>
            <a:r>
              <a:rPr lang="ko-KR" altLang="en-US" sz="1200" dirty="0">
                <a:solidFill>
                  <a:schemeClr val="bg1"/>
                </a:solidFill>
              </a:rPr>
              <a:t>정성</a:t>
            </a:r>
            <a:r>
              <a:rPr lang="en-US" altLang="ko-KR" sz="1200" dirty="0">
                <a:solidFill>
                  <a:schemeClr val="bg1"/>
                </a:solidFill>
              </a:rPr>
              <a:t> Data </a:t>
            </a:r>
            <a:r>
              <a:rPr lang="ko-KR" altLang="en-US" sz="1200" dirty="0">
                <a:solidFill>
                  <a:schemeClr val="bg1"/>
                </a:solidFill>
              </a:rPr>
              <a:t>기반 </a:t>
            </a:r>
            <a:r>
              <a:rPr lang="en-US" altLang="ko-KR" sz="1200" dirty="0">
                <a:solidFill>
                  <a:schemeClr val="bg1"/>
                </a:solidFill>
              </a:rPr>
              <a:t>NCS </a:t>
            </a:r>
            <a:r>
              <a:rPr lang="ko-KR" altLang="en-US" sz="1200" dirty="0" err="1">
                <a:solidFill>
                  <a:schemeClr val="bg1"/>
                </a:solidFill>
              </a:rPr>
              <a:t>세분류</a:t>
            </a:r>
            <a:r>
              <a:rPr lang="ko-KR" altLang="en-US" sz="1200" dirty="0">
                <a:solidFill>
                  <a:schemeClr val="bg1"/>
                </a:solidFill>
              </a:rPr>
              <a:t> 수요분석</a:t>
            </a:r>
          </a:p>
        </p:txBody>
      </p:sp>
      <p:sp>
        <p:nvSpPr>
          <p:cNvPr id="12" name="직사각형 11">
            <a:extLst>
              <a:ext uri="{FF2B5EF4-FFF2-40B4-BE49-F238E27FC236}">
                <a16:creationId xmlns:a16="http://schemas.microsoft.com/office/drawing/2014/main" id="{65D15DC3-0BEF-D073-CE75-BA3532FF1244}"/>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2. </a:t>
            </a:r>
            <a:r>
              <a:rPr lang="en-US" altLang="ko-KR" sz="1100" dirty="0">
                <a:solidFill>
                  <a:srgbClr val="003F56"/>
                </a:solidFill>
                <a:latin typeface="a고딕14"/>
                <a:ea typeface="a고딕14"/>
              </a:rPr>
              <a:t>NCS </a:t>
            </a:r>
            <a:r>
              <a:rPr lang="ko-KR" altLang="en-US" sz="1100" dirty="0" err="1">
                <a:solidFill>
                  <a:srgbClr val="003F56"/>
                </a:solidFill>
                <a:latin typeface="a고딕14"/>
                <a:ea typeface="a고딕14"/>
              </a:rPr>
              <a:t>세분류</a:t>
            </a:r>
            <a:r>
              <a:rPr lang="ko-KR" altLang="en-US" sz="1100" dirty="0">
                <a:solidFill>
                  <a:srgbClr val="003F56"/>
                </a:solidFill>
                <a:latin typeface="a고딕14"/>
                <a:ea typeface="a고딕14"/>
              </a:rPr>
              <a:t> 우선순위 도출</a:t>
            </a:r>
          </a:p>
        </p:txBody>
      </p:sp>
      <p:grpSp>
        <p:nvGrpSpPr>
          <p:cNvPr id="3" name="그룹 2">
            <a:extLst>
              <a:ext uri="{FF2B5EF4-FFF2-40B4-BE49-F238E27FC236}">
                <a16:creationId xmlns:a16="http://schemas.microsoft.com/office/drawing/2014/main" id="{EDCA86C2-C3D5-BA79-E5C1-29AE42D75F6E}"/>
              </a:ext>
            </a:extLst>
          </p:cNvPr>
          <p:cNvGrpSpPr/>
          <p:nvPr/>
        </p:nvGrpSpPr>
        <p:grpSpPr>
          <a:xfrm>
            <a:off x="596515" y="1681027"/>
            <a:ext cx="8749098" cy="266602"/>
            <a:chOff x="802640" y="2236632"/>
            <a:chExt cx="4130805" cy="266552"/>
          </a:xfrm>
        </p:grpSpPr>
        <p:sp>
          <p:nvSpPr>
            <p:cNvPr id="4" name="ListLeanHorizontalTextTopic0">
              <a:extLst>
                <a:ext uri="{FF2B5EF4-FFF2-40B4-BE49-F238E27FC236}">
                  <a16:creationId xmlns:a16="http://schemas.microsoft.com/office/drawing/2014/main" id="{6CCA2CBA-EA50-1E67-65B8-43F8C6607F5F}"/>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수요평가 최신화 방안</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6" name="Horizontal Line">
              <a:extLst>
                <a:ext uri="{FF2B5EF4-FFF2-40B4-BE49-F238E27FC236}">
                  <a16:creationId xmlns:a16="http://schemas.microsoft.com/office/drawing/2014/main" id="{52939321-AF63-45DB-5827-ECE6C2F79754}"/>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graphicFrame>
        <p:nvGraphicFramePr>
          <p:cNvPr id="13" name="표 12">
            <a:extLst>
              <a:ext uri="{FF2B5EF4-FFF2-40B4-BE49-F238E27FC236}">
                <a16:creationId xmlns:a16="http://schemas.microsoft.com/office/drawing/2014/main" id="{CFD1F8EE-1930-2A6D-4837-32027E6F0F31}"/>
              </a:ext>
            </a:extLst>
          </p:cNvPr>
          <p:cNvGraphicFramePr>
            <a:graphicFrameLocks noGrp="1"/>
          </p:cNvGraphicFramePr>
          <p:nvPr/>
        </p:nvGraphicFramePr>
        <p:xfrm>
          <a:off x="589922" y="2464803"/>
          <a:ext cx="4183690" cy="3592489"/>
        </p:xfrm>
        <a:graphic>
          <a:graphicData uri="http://schemas.openxmlformats.org/drawingml/2006/table">
            <a:tbl>
              <a:tblPr/>
              <a:tblGrid>
                <a:gridCol w="314450">
                  <a:extLst>
                    <a:ext uri="{9D8B030D-6E8A-4147-A177-3AD203B41FA5}">
                      <a16:colId xmlns:a16="http://schemas.microsoft.com/office/drawing/2014/main" val="2375786829"/>
                    </a:ext>
                  </a:extLst>
                </a:gridCol>
                <a:gridCol w="314450">
                  <a:extLst>
                    <a:ext uri="{9D8B030D-6E8A-4147-A177-3AD203B41FA5}">
                      <a16:colId xmlns:a16="http://schemas.microsoft.com/office/drawing/2014/main" val="3314547520"/>
                    </a:ext>
                  </a:extLst>
                </a:gridCol>
                <a:gridCol w="1759048">
                  <a:extLst>
                    <a:ext uri="{9D8B030D-6E8A-4147-A177-3AD203B41FA5}">
                      <a16:colId xmlns:a16="http://schemas.microsoft.com/office/drawing/2014/main" val="2136334367"/>
                    </a:ext>
                  </a:extLst>
                </a:gridCol>
                <a:gridCol w="342572">
                  <a:extLst>
                    <a:ext uri="{9D8B030D-6E8A-4147-A177-3AD203B41FA5}">
                      <a16:colId xmlns:a16="http://schemas.microsoft.com/office/drawing/2014/main" val="1339223810"/>
                    </a:ext>
                  </a:extLst>
                </a:gridCol>
                <a:gridCol w="888407">
                  <a:extLst>
                    <a:ext uri="{9D8B030D-6E8A-4147-A177-3AD203B41FA5}">
                      <a16:colId xmlns:a16="http://schemas.microsoft.com/office/drawing/2014/main" val="2462476086"/>
                    </a:ext>
                  </a:extLst>
                </a:gridCol>
                <a:gridCol w="564763">
                  <a:extLst>
                    <a:ext uri="{9D8B030D-6E8A-4147-A177-3AD203B41FA5}">
                      <a16:colId xmlns:a16="http://schemas.microsoft.com/office/drawing/2014/main" val="1620232774"/>
                    </a:ext>
                  </a:extLst>
                </a:gridCol>
              </a:tblGrid>
              <a:tr h="284885">
                <a:tc>
                  <a:txBody>
                    <a:bodyPr/>
                    <a:lstStyle/>
                    <a:p>
                      <a:pPr algn="ctr" fontAlgn="ctr" latinLnBrk="0"/>
                      <a:r>
                        <a:rPr lang="ko-KR" altLang="en-US" sz="1050" b="1" i="0" u="none" strike="noStrike" dirty="0">
                          <a:solidFill>
                            <a:schemeClr val="bg1"/>
                          </a:solidFill>
                          <a:effectLst/>
                          <a:latin typeface="a고딕14" panose="02020600000000000000" pitchFamily="18" charset="-127"/>
                          <a:ea typeface="a고딕14" panose="02020600000000000000" pitchFamily="18" charset="-127"/>
                        </a:rPr>
                        <a:t>구분</a:t>
                      </a:r>
                    </a:p>
                  </a:txBody>
                  <a:tcPr marL="36000" marR="36000" marT="18000" marB="18000" anchor="ctr">
                    <a:lnL w="63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r>
                        <a:rPr lang="ko-KR" altLang="en-US" sz="1050" b="1" i="0" u="none" strike="noStrike" dirty="0">
                          <a:solidFill>
                            <a:schemeClr val="bg1"/>
                          </a:solidFill>
                          <a:effectLst/>
                          <a:latin typeface="a고딕14" panose="02020600000000000000" pitchFamily="18" charset="-127"/>
                          <a:ea typeface="a고딕14" panose="02020600000000000000" pitchFamily="18" charset="-127"/>
                        </a:rPr>
                        <a:t>순번</a:t>
                      </a:r>
                    </a:p>
                  </a:txBody>
                  <a:tcPr marL="36000" marR="36000" marT="18000" marB="1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r>
                        <a:rPr lang="ko-KR" altLang="en-US" sz="1050" b="1" i="0" u="none" strike="noStrike" dirty="0" err="1">
                          <a:solidFill>
                            <a:schemeClr val="bg1"/>
                          </a:solidFill>
                          <a:effectLst/>
                          <a:latin typeface="a고딕14" panose="02020600000000000000" pitchFamily="18" charset="-127"/>
                          <a:ea typeface="a고딕14" panose="02020600000000000000" pitchFamily="18" charset="-127"/>
                        </a:rPr>
                        <a:t>지표명</a:t>
                      </a:r>
                      <a:endParaRPr lang="ko-KR" altLang="en-US" sz="1050" b="1" i="0" u="none" strike="noStrike" dirty="0">
                        <a:solidFill>
                          <a:schemeClr val="bg1"/>
                        </a:solidFill>
                        <a:effectLst/>
                        <a:latin typeface="a고딕14" panose="02020600000000000000" pitchFamily="18" charset="-127"/>
                        <a:ea typeface="a고딕14" panose="02020600000000000000" pitchFamily="18" charset="-127"/>
                      </a:endParaRPr>
                    </a:p>
                  </a:txBody>
                  <a:tcPr marL="36000" marR="36000" marT="18000" marB="1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r>
                        <a:rPr lang="ko-KR" altLang="en-US" sz="1050" b="1" i="0" u="none" strike="noStrike" dirty="0">
                          <a:solidFill>
                            <a:schemeClr val="bg1"/>
                          </a:solidFill>
                          <a:effectLst/>
                          <a:latin typeface="a고딕14" panose="02020600000000000000" pitchFamily="18" charset="-127"/>
                          <a:ea typeface="a고딕14" panose="02020600000000000000" pitchFamily="18" charset="-127"/>
                        </a:rPr>
                        <a:t>비중</a:t>
                      </a:r>
                    </a:p>
                  </a:txBody>
                  <a:tcPr marL="36000" marR="36000" marT="18000" marB="1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r>
                        <a:rPr lang="ko-KR" altLang="en-US" sz="1050" b="1" i="0" u="none" strike="noStrike" dirty="0">
                          <a:solidFill>
                            <a:schemeClr val="bg1"/>
                          </a:solidFill>
                          <a:effectLst/>
                          <a:latin typeface="a고딕14" panose="02020600000000000000" pitchFamily="18" charset="-127"/>
                          <a:ea typeface="a고딕14" panose="02020600000000000000" pitchFamily="18" charset="-127"/>
                        </a:rPr>
                        <a:t>자료</a:t>
                      </a:r>
                    </a:p>
                  </a:txBody>
                  <a:tcPr marL="36000" marR="36000" marT="18000" marB="1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r>
                        <a:rPr lang="ko-KR" altLang="en-US" sz="1050" b="1" i="0" u="none" strike="noStrike" dirty="0">
                          <a:solidFill>
                            <a:schemeClr val="bg1"/>
                          </a:solidFill>
                          <a:effectLst/>
                          <a:latin typeface="a고딕14" panose="02020600000000000000" pitchFamily="18" charset="-127"/>
                          <a:ea typeface="a고딕14" panose="02020600000000000000" pitchFamily="18" charset="-127"/>
                        </a:rPr>
                        <a:t>평가주기</a:t>
                      </a:r>
                    </a:p>
                  </a:txBody>
                  <a:tcPr marL="36000" marR="36000" marT="18000" marB="18000" anchor="ctr">
                    <a:lnL w="12700"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extLst>
                  <a:ext uri="{0D108BD9-81ED-4DB2-BD59-A6C34878D82A}">
                    <a16:rowId xmlns:a16="http://schemas.microsoft.com/office/drawing/2014/main" val="4278197487"/>
                  </a:ext>
                </a:extLst>
              </a:tr>
              <a:tr h="213203">
                <a:tc rowSpan="11">
                  <a:txBody>
                    <a:bodyPr/>
                    <a:lstStyle/>
                    <a:p>
                      <a:pPr algn="ctr" fontAlgn="ctr" latinLnBrk="0">
                        <a:lnSpc>
                          <a:spcPct val="100000"/>
                        </a:lnSpc>
                      </a:pPr>
                      <a:r>
                        <a:rPr lang="ko-KR" altLang="en-US" sz="900" b="0" i="0" u="none" strike="noStrike" dirty="0">
                          <a:solidFill>
                            <a:srgbClr val="000000"/>
                          </a:solidFill>
                          <a:effectLst/>
                          <a:latin typeface="a고딕14" panose="02020600000000000000" pitchFamily="18" charset="-127"/>
                          <a:ea typeface="a고딕14" panose="02020600000000000000" pitchFamily="18" charset="-127"/>
                        </a:rPr>
                        <a:t>정량</a:t>
                      </a:r>
                      <a:endParaRPr lang="en-US" altLang="ko-KR" sz="900" b="0" i="0" u="none" strike="noStrike" dirty="0">
                        <a:solidFill>
                          <a:srgbClr val="000000"/>
                        </a:solidFill>
                        <a:effectLst/>
                        <a:latin typeface="a고딕14" panose="02020600000000000000" pitchFamily="18" charset="-127"/>
                        <a:ea typeface="a고딕14" panose="02020600000000000000" pitchFamily="18" charset="-127"/>
                      </a:endParaRPr>
                    </a:p>
                    <a:p>
                      <a:pPr algn="ctr" fontAlgn="ctr" latinLnBrk="0">
                        <a:lnSpc>
                          <a:spcPct val="100000"/>
                        </a:lnSpc>
                      </a:pPr>
                      <a:r>
                        <a:rPr lang="ko-KR" altLang="en-US" sz="900" b="0" i="0" u="none" strike="noStrike" dirty="0">
                          <a:solidFill>
                            <a:srgbClr val="000000"/>
                          </a:solidFill>
                          <a:effectLst/>
                          <a:latin typeface="a고딕14" panose="02020600000000000000" pitchFamily="18" charset="-127"/>
                          <a:ea typeface="a고딕14" panose="02020600000000000000" pitchFamily="18" charset="-127"/>
                        </a:rPr>
                        <a:t>평가</a:t>
                      </a:r>
                    </a:p>
                  </a:txBody>
                  <a:tcPr marL="0" marR="0" marT="0"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1</a:t>
                      </a:r>
                      <a:endPar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ctr" latinLnBrk="0" hangingPunct="1">
                        <a:lnSpc>
                          <a:spcPct val="100000"/>
                        </a:lnSpc>
                        <a:buNone/>
                      </a:pPr>
                      <a:r>
                        <a:rPr lang="ko-KR" altLang="en-US" sz="900" b="0" i="0" u="none" strike="noStrike" kern="1200" spc="-50" baseline="0" dirty="0">
                          <a:solidFill>
                            <a:srgbClr val="000000"/>
                          </a:solidFill>
                          <a:effectLst/>
                          <a:latin typeface="a고딕14" panose="02020600000000000000" pitchFamily="18" charset="-127"/>
                          <a:ea typeface="a고딕14" panose="02020600000000000000" pitchFamily="18" charset="-127"/>
                          <a:cs typeface="+mn-cs"/>
                        </a:rPr>
                        <a:t>훈련유형별 연평균 실시인원 수</a:t>
                      </a:r>
                    </a:p>
                  </a:txBody>
                  <a:tcPr marL="72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buNone/>
                      </a:pPr>
                      <a:r>
                        <a:rPr lang="en-US" sz="900" b="0" i="0" u="none" strike="noStrike" kern="1200" dirty="0">
                          <a:solidFill>
                            <a:srgbClr val="000000"/>
                          </a:solidFill>
                          <a:effectLst/>
                          <a:latin typeface="a고딕14" panose="02020600000000000000" pitchFamily="18" charset="-127"/>
                          <a:ea typeface="a고딕14" panose="02020600000000000000" pitchFamily="18" charset="-127"/>
                          <a:cs typeface="+mn-cs"/>
                        </a:rPr>
                        <a:t>7.2</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marL="0" algn="ctr" defTabSz="914400" rtl="0" eaLnBrk="1" fontAlgn="ctr" latinLnBrk="0" hangingPunct="1">
                        <a:lnSpc>
                          <a:spcPct val="100000"/>
                        </a:lnSpc>
                      </a:pPr>
                      <a:r>
                        <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rPr>
                        <a:t>훈련과정 </a:t>
                      </a:r>
                      <a:endPar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p>
                      <a:pPr marL="0" algn="ctr" defTabSz="914400" rtl="0" eaLnBrk="1" fontAlgn="ctr" latinLnBrk="0" hangingPunct="1">
                        <a:lnSpc>
                          <a:spcPct val="100000"/>
                        </a:lnSpc>
                      </a:pPr>
                      <a:r>
                        <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rPr>
                        <a:t>심사승인 및 운영현황</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marL="0" algn="ctr" defTabSz="914400" rtl="0" eaLnBrk="1" fontAlgn="ctr" latinLnBrk="0" hangingPunct="1">
                        <a:lnSpc>
                          <a:spcPct val="100000"/>
                        </a:lnSpc>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3</a:t>
                      </a:r>
                      <a:r>
                        <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rPr>
                        <a:t>년</a:t>
                      </a: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 </a:t>
                      </a:r>
                      <a:endPar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29330875"/>
                  </a:ext>
                </a:extLst>
              </a:tr>
              <a:tr h="213203">
                <a:tc vMerge="1">
                  <a:txBody>
                    <a:bodyPr/>
                    <a:lstStyle/>
                    <a:p>
                      <a:pPr algn="ctr" fontAlgn="ctr" latinLnBrk="0"/>
                      <a:endParaRPr lang="ko-KR" altLang="en-US" sz="1100" b="0" i="0" u="none" strike="noStrike" spc="-100" baseline="0" dirty="0">
                        <a:solidFill>
                          <a:srgbClr val="000000"/>
                        </a:solidFill>
                        <a:effectLst/>
                        <a:latin typeface="+mj-ea"/>
                        <a:ea typeface="+mj-ea"/>
                      </a:endParaRP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2</a:t>
                      </a:r>
                      <a:endPar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ctr" latinLnBrk="0" hangingPunct="1">
                        <a:lnSpc>
                          <a:spcPct val="100000"/>
                        </a:lnSpc>
                        <a:buNone/>
                      </a:pPr>
                      <a:r>
                        <a:rPr lang="ko-KR" altLang="en-US" sz="900" b="0" i="0" u="none" strike="noStrike" kern="1200" spc="-50" baseline="0" dirty="0">
                          <a:solidFill>
                            <a:srgbClr val="000000"/>
                          </a:solidFill>
                          <a:effectLst/>
                          <a:latin typeface="a고딕14" panose="02020600000000000000" pitchFamily="18" charset="-127"/>
                          <a:ea typeface="a고딕14" panose="02020600000000000000" pitchFamily="18" charset="-127"/>
                          <a:cs typeface="+mn-cs"/>
                        </a:rPr>
                        <a:t>훈련유형별 연평균 개설 과정 수</a:t>
                      </a:r>
                    </a:p>
                  </a:txBody>
                  <a:tcPr marL="72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buNone/>
                      </a:pPr>
                      <a:r>
                        <a:rPr lang="en-US" sz="900" b="0" i="0" u="none" strike="noStrike" kern="1200" dirty="0">
                          <a:solidFill>
                            <a:srgbClr val="000000"/>
                          </a:solidFill>
                          <a:effectLst/>
                          <a:latin typeface="a고딕14" panose="02020600000000000000" pitchFamily="18" charset="-127"/>
                          <a:ea typeface="a고딕14" panose="02020600000000000000" pitchFamily="18" charset="-127"/>
                          <a:cs typeface="+mn-cs"/>
                        </a:rPr>
                        <a:t>6.0</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38098685"/>
                  </a:ext>
                </a:extLst>
              </a:tr>
              <a:tr h="213203">
                <a:tc vMerge="1">
                  <a:txBody>
                    <a:bodyPr/>
                    <a:lstStyle/>
                    <a:p>
                      <a:pPr algn="ctr" fontAlgn="ctr" latinLnBrk="0"/>
                      <a:endParaRPr lang="ko-KR" altLang="en-US" sz="1100" b="0" i="0" u="none" strike="noStrike" spc="-150" dirty="0">
                        <a:solidFill>
                          <a:srgbClr val="000000"/>
                        </a:solidFill>
                        <a:effectLst/>
                        <a:latin typeface="+mj-ea"/>
                        <a:ea typeface="+mj-ea"/>
                      </a:endParaRP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3</a:t>
                      </a:r>
                      <a:endPar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ctr" latinLnBrk="0" hangingPunct="1">
                        <a:lnSpc>
                          <a:spcPct val="100000"/>
                        </a:lnSpc>
                        <a:buNone/>
                      </a:pPr>
                      <a:r>
                        <a:rPr lang="ko-KR" altLang="en-US" sz="900" b="0" i="0" u="none" strike="noStrike" kern="1200" spc="-50" baseline="0" dirty="0">
                          <a:solidFill>
                            <a:srgbClr val="000000"/>
                          </a:solidFill>
                          <a:effectLst/>
                          <a:latin typeface="a고딕14" panose="02020600000000000000" pitchFamily="18" charset="-127"/>
                          <a:ea typeface="a고딕14" panose="02020600000000000000" pitchFamily="18" charset="-127"/>
                          <a:cs typeface="+mn-cs"/>
                        </a:rPr>
                        <a:t>훈련유형별 연평균 개설과정 증가 수</a:t>
                      </a:r>
                    </a:p>
                  </a:txBody>
                  <a:tcPr marL="72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buNone/>
                      </a:pPr>
                      <a:r>
                        <a:rPr lang="en-US" sz="900" b="0" i="0" u="none" strike="noStrike" kern="1200" dirty="0">
                          <a:solidFill>
                            <a:srgbClr val="000000"/>
                          </a:solidFill>
                          <a:effectLst/>
                          <a:latin typeface="a고딕14" panose="02020600000000000000" pitchFamily="18" charset="-127"/>
                          <a:ea typeface="a고딕14" panose="02020600000000000000" pitchFamily="18" charset="-127"/>
                          <a:cs typeface="+mn-cs"/>
                        </a:rPr>
                        <a:t>6.0</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94900075"/>
                  </a:ext>
                </a:extLst>
              </a:tr>
              <a:tr h="213203">
                <a:tc vMerge="1">
                  <a:txBody>
                    <a:bodyPr/>
                    <a:lstStyle/>
                    <a:p>
                      <a:pPr algn="ctr" fontAlgn="ctr" latinLnBrk="0"/>
                      <a:endParaRPr lang="ko-KR" altLang="en-US" sz="1100" b="0" i="0" u="none" strike="noStrike" dirty="0">
                        <a:solidFill>
                          <a:srgbClr val="000000"/>
                        </a:solidFill>
                        <a:effectLst/>
                        <a:latin typeface="+mj-ea"/>
                        <a:ea typeface="+mj-ea"/>
                      </a:endParaRP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4</a:t>
                      </a:r>
                      <a:endPar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ctr" latinLnBrk="0" hangingPunct="1">
                        <a:lnSpc>
                          <a:spcPct val="100000"/>
                        </a:lnSpc>
                        <a:buNone/>
                      </a:pPr>
                      <a:r>
                        <a:rPr lang="ko-KR" altLang="en-US" sz="900" b="0" i="0" u="none" strike="noStrike" kern="1200" spc="-50" baseline="0" dirty="0">
                          <a:solidFill>
                            <a:srgbClr val="000000"/>
                          </a:solidFill>
                          <a:effectLst/>
                          <a:latin typeface="a고딕14" panose="02020600000000000000" pitchFamily="18" charset="-127"/>
                          <a:ea typeface="a고딕14" panose="02020600000000000000" pitchFamily="18" charset="-127"/>
                          <a:cs typeface="+mn-cs"/>
                        </a:rPr>
                        <a:t>신청 훈련과정 수</a:t>
                      </a:r>
                    </a:p>
                  </a:txBody>
                  <a:tcPr marL="72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buNone/>
                      </a:pPr>
                      <a:r>
                        <a:rPr lang="en-US" sz="900" b="0" i="0" u="none" strike="noStrike" kern="1200">
                          <a:solidFill>
                            <a:srgbClr val="000000"/>
                          </a:solidFill>
                          <a:effectLst/>
                          <a:latin typeface="a고딕14" panose="02020600000000000000" pitchFamily="18" charset="-127"/>
                          <a:ea typeface="a고딕14" panose="02020600000000000000" pitchFamily="18" charset="-127"/>
                          <a:cs typeface="+mn-cs"/>
                        </a:rPr>
                        <a:t>5.7</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42879281"/>
                  </a:ext>
                </a:extLst>
              </a:tr>
              <a:tr h="213203">
                <a:tc vMerge="1">
                  <a:txBody>
                    <a:bodyPr/>
                    <a:lstStyle/>
                    <a:p>
                      <a:pPr algn="ctr" fontAlgn="ctr" latinLnBrk="0"/>
                      <a:endParaRPr lang="ko-KR" altLang="en-US" sz="1100" b="0" i="0" u="none" strike="noStrike" dirty="0">
                        <a:solidFill>
                          <a:srgbClr val="000000"/>
                        </a:solidFill>
                        <a:effectLst/>
                        <a:latin typeface="+mj-ea"/>
                        <a:ea typeface="+mj-ea"/>
                      </a:endParaRP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5</a:t>
                      </a:r>
                      <a:endPar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ctr" latinLnBrk="0" hangingPunct="1">
                        <a:lnSpc>
                          <a:spcPct val="100000"/>
                        </a:lnSpc>
                        <a:buNone/>
                      </a:pPr>
                      <a:r>
                        <a:rPr lang="ko-KR" altLang="en-US" sz="900" b="0" i="0" u="none" strike="noStrike" kern="1200" spc="-50" baseline="0" dirty="0">
                          <a:solidFill>
                            <a:srgbClr val="000000"/>
                          </a:solidFill>
                          <a:effectLst/>
                          <a:latin typeface="a고딕14" panose="02020600000000000000" pitchFamily="18" charset="-127"/>
                          <a:ea typeface="a고딕14" panose="02020600000000000000" pitchFamily="18" charset="-127"/>
                          <a:cs typeface="+mn-cs"/>
                        </a:rPr>
                        <a:t>국가기술자격시험 응시자 수</a:t>
                      </a:r>
                    </a:p>
                  </a:txBody>
                  <a:tcPr marL="72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ctr" latinLnBrk="0" hangingPunct="1">
                        <a:lnSpc>
                          <a:spcPct val="100000"/>
                        </a:lnSpc>
                        <a:buNone/>
                      </a:pPr>
                      <a:r>
                        <a:rPr lang="en-US" sz="900" b="0" i="0" u="none" strike="noStrike" kern="1200">
                          <a:solidFill>
                            <a:srgbClr val="000000"/>
                          </a:solidFill>
                          <a:effectLst/>
                          <a:latin typeface="a고딕14" panose="02020600000000000000" pitchFamily="18" charset="-127"/>
                          <a:ea typeface="a고딕14" panose="02020600000000000000" pitchFamily="18" charset="-127"/>
                          <a:cs typeface="+mn-cs"/>
                        </a:rPr>
                        <a:t>6.5</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marL="0" algn="ctr" defTabSz="914400" rtl="0" eaLnBrk="1" fontAlgn="ctr" latinLnBrk="0" hangingPunct="1">
                        <a:lnSpc>
                          <a:spcPct val="100000"/>
                        </a:lnSpc>
                      </a:pPr>
                      <a:r>
                        <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rPr>
                        <a:t>국가기술자격</a:t>
                      </a:r>
                      <a:endPar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p>
                      <a:pPr marL="0" algn="ctr" defTabSz="914400" rtl="0" eaLnBrk="1" fontAlgn="ctr" latinLnBrk="0" hangingPunct="1">
                        <a:lnSpc>
                          <a:spcPct val="100000"/>
                        </a:lnSpc>
                      </a:pPr>
                      <a:r>
                        <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rPr>
                        <a:t>통계연보</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marL="0" algn="ctr" defTabSz="914400" rtl="0" eaLnBrk="1" fontAlgn="ctr" latinLnBrk="0" hangingPunct="1">
                        <a:lnSpc>
                          <a:spcPct val="100000"/>
                        </a:lnSpc>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1</a:t>
                      </a:r>
                      <a:r>
                        <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rPr>
                        <a:t>년</a:t>
                      </a: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331249505"/>
                  </a:ext>
                </a:extLst>
              </a:tr>
              <a:tr h="213203">
                <a:tc vMerge="1">
                  <a:txBody>
                    <a:bodyPr/>
                    <a:lstStyle/>
                    <a:p>
                      <a:pPr algn="ctr" fontAlgn="ctr" latinLnBrk="0"/>
                      <a:endParaRPr lang="ko-KR" altLang="en-US" sz="1100" b="0" i="0" u="none" strike="noStrike" dirty="0">
                        <a:solidFill>
                          <a:srgbClr val="000000"/>
                        </a:solidFill>
                        <a:effectLst/>
                        <a:latin typeface="+mj-ea"/>
                        <a:ea typeface="+mj-ea"/>
                      </a:endParaRP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6</a:t>
                      </a:r>
                      <a:endPar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ctr" latinLnBrk="0" hangingPunct="1">
                        <a:lnSpc>
                          <a:spcPct val="100000"/>
                        </a:lnSpc>
                        <a:buNone/>
                      </a:pPr>
                      <a:r>
                        <a:rPr lang="ko-KR" altLang="en-US" sz="900" b="0" i="0" u="none" strike="noStrike" kern="1200" spc="-50" baseline="0" dirty="0">
                          <a:solidFill>
                            <a:srgbClr val="000000"/>
                          </a:solidFill>
                          <a:effectLst/>
                          <a:latin typeface="a고딕14" panose="02020600000000000000" pitchFamily="18" charset="-127"/>
                          <a:ea typeface="a고딕14" panose="02020600000000000000" pitchFamily="18" charset="-127"/>
                          <a:cs typeface="+mn-cs"/>
                        </a:rPr>
                        <a:t>국가기술자격시험 응시자 증가율</a:t>
                      </a:r>
                    </a:p>
                  </a:txBody>
                  <a:tcPr marL="72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ctr" latinLnBrk="0" hangingPunct="1">
                        <a:lnSpc>
                          <a:spcPct val="100000"/>
                        </a:lnSpc>
                        <a:buNone/>
                      </a:pPr>
                      <a:r>
                        <a:rPr lang="en-US" sz="900" b="0" i="0" u="none" strike="noStrike" kern="1200" dirty="0">
                          <a:solidFill>
                            <a:srgbClr val="000000"/>
                          </a:solidFill>
                          <a:effectLst/>
                          <a:latin typeface="a고딕14" panose="02020600000000000000" pitchFamily="18" charset="-127"/>
                          <a:ea typeface="a고딕14" panose="02020600000000000000" pitchFamily="18" charset="-127"/>
                          <a:cs typeface="+mn-cs"/>
                        </a:rPr>
                        <a:t>5.8</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01858733"/>
                  </a:ext>
                </a:extLst>
              </a:tr>
              <a:tr h="213203">
                <a:tc vMerge="1">
                  <a:txBody>
                    <a:bodyPr/>
                    <a:lstStyle/>
                    <a:p>
                      <a:pPr algn="ctr" fontAlgn="ctr" latinLnBrk="0"/>
                      <a:endParaRPr lang="ko-KR" altLang="en-US" sz="1100" b="0" i="0" u="none" strike="noStrike" dirty="0">
                        <a:solidFill>
                          <a:srgbClr val="000000"/>
                        </a:solidFill>
                        <a:effectLst/>
                        <a:latin typeface="+mj-ea"/>
                        <a:ea typeface="+mj-ea"/>
                      </a:endParaRP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7</a:t>
                      </a:r>
                      <a:endPar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ctr" latinLnBrk="0" hangingPunct="1">
                        <a:lnSpc>
                          <a:spcPct val="100000"/>
                        </a:lnSpc>
                        <a:buNone/>
                      </a:pPr>
                      <a:r>
                        <a:rPr lang="ko-KR" altLang="en-US" sz="900" b="0" i="0" u="none" strike="noStrike" kern="1200" spc="-50" baseline="0" dirty="0">
                          <a:solidFill>
                            <a:srgbClr val="000000"/>
                          </a:solidFill>
                          <a:effectLst/>
                          <a:latin typeface="a고딕14" panose="02020600000000000000" pitchFamily="18" charset="-127"/>
                          <a:ea typeface="a고딕14" panose="02020600000000000000" pitchFamily="18" charset="-127"/>
                          <a:cs typeface="+mn-cs"/>
                        </a:rPr>
                        <a:t>향상훈련수요</a:t>
                      </a:r>
                    </a:p>
                  </a:txBody>
                  <a:tcPr marL="72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buNone/>
                      </a:pPr>
                      <a:r>
                        <a:rPr lang="en-US" sz="900" b="0" i="0" u="none" strike="noStrike" kern="1200" dirty="0">
                          <a:solidFill>
                            <a:srgbClr val="000000"/>
                          </a:solidFill>
                          <a:effectLst/>
                          <a:latin typeface="a고딕14" panose="02020600000000000000" pitchFamily="18" charset="-127"/>
                          <a:ea typeface="a고딕14" panose="02020600000000000000" pitchFamily="18" charset="-127"/>
                          <a:cs typeface="+mn-cs"/>
                        </a:rPr>
                        <a:t>6.9</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marL="0" algn="ctr" defTabSz="914400" rtl="0" eaLnBrk="1" fontAlgn="ctr" latinLnBrk="0" hangingPunct="1">
                        <a:lnSpc>
                          <a:spcPct val="100000"/>
                        </a:lnSpc>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RSC </a:t>
                      </a:r>
                      <a:r>
                        <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rPr>
                        <a:t>지역인력 훈련수요</a:t>
                      </a: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r>
                        <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rPr>
                        <a:t>공급조사</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marL="0" algn="ctr" defTabSz="914400" rtl="0" eaLnBrk="1" fontAlgn="ctr" latinLnBrk="0" hangingPunct="1">
                        <a:lnSpc>
                          <a:spcPct val="100000"/>
                        </a:lnSpc>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3</a:t>
                      </a:r>
                      <a:r>
                        <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rPr>
                        <a:t>년</a:t>
                      </a: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0277448"/>
                  </a:ext>
                </a:extLst>
              </a:tr>
              <a:tr h="213203">
                <a:tc vMerge="1">
                  <a:txBody>
                    <a:bodyPr/>
                    <a:lstStyle/>
                    <a:p>
                      <a:pPr algn="ctr" fontAlgn="ctr" latinLnBrk="0"/>
                      <a:endParaRPr lang="ko-KR" altLang="en-US" sz="1100" b="0" i="0" u="none" strike="noStrike" spc="-150" dirty="0">
                        <a:solidFill>
                          <a:srgbClr val="000000"/>
                        </a:solidFill>
                        <a:effectLst/>
                        <a:latin typeface="+mj-ea"/>
                        <a:ea typeface="+mj-ea"/>
                      </a:endParaRP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8</a:t>
                      </a:r>
                      <a:endPar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ctr" latinLnBrk="0" hangingPunct="1">
                        <a:lnSpc>
                          <a:spcPct val="100000"/>
                        </a:lnSpc>
                        <a:buNone/>
                      </a:pPr>
                      <a:r>
                        <a:rPr lang="ko-KR" altLang="en-US" sz="900" b="0" i="0" u="none" strike="noStrike" kern="1200" spc="-50" baseline="0" dirty="0">
                          <a:solidFill>
                            <a:srgbClr val="000000"/>
                          </a:solidFill>
                          <a:effectLst/>
                          <a:latin typeface="a고딕14" panose="02020600000000000000" pitchFamily="18" charset="-127"/>
                          <a:ea typeface="a고딕14" panose="02020600000000000000" pitchFamily="18" charset="-127"/>
                          <a:cs typeface="+mn-cs"/>
                        </a:rPr>
                        <a:t>양성훈련수요</a:t>
                      </a:r>
                    </a:p>
                  </a:txBody>
                  <a:tcPr marL="72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buNone/>
                      </a:pPr>
                      <a:r>
                        <a:rPr lang="en-US" sz="900" b="0" i="0" u="none" strike="noStrike" kern="1200" dirty="0">
                          <a:solidFill>
                            <a:srgbClr val="000000"/>
                          </a:solidFill>
                          <a:effectLst/>
                          <a:latin typeface="a고딕14" panose="02020600000000000000" pitchFamily="18" charset="-127"/>
                          <a:ea typeface="a고딕14" panose="02020600000000000000" pitchFamily="18" charset="-127"/>
                          <a:cs typeface="+mn-cs"/>
                        </a:rPr>
                        <a:t>6.9</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62367562"/>
                  </a:ext>
                </a:extLst>
              </a:tr>
              <a:tr h="322762">
                <a:tc vMerge="1">
                  <a:txBody>
                    <a:bodyPr/>
                    <a:lstStyle/>
                    <a:p>
                      <a:pPr algn="ctr" fontAlgn="ctr" latinLnBrk="0"/>
                      <a:endParaRPr lang="ko-KR" altLang="en-US" sz="1100" b="0" i="0" u="none" strike="noStrike" spc="-150" dirty="0">
                        <a:solidFill>
                          <a:srgbClr val="000000"/>
                        </a:solidFill>
                        <a:effectLst/>
                        <a:latin typeface="+mj-ea"/>
                        <a:ea typeface="+mj-ea"/>
                      </a:endParaRP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9</a:t>
                      </a:r>
                      <a:endPar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ctr" latinLnBrk="0" hangingPunct="1">
                        <a:lnSpc>
                          <a:spcPct val="100000"/>
                        </a:lnSpc>
                        <a:buNone/>
                      </a:pPr>
                      <a:r>
                        <a:rPr lang="ko-KR" altLang="en-US" sz="900" b="0" i="0" u="none" strike="noStrike" kern="1200" spc="-50" baseline="0" dirty="0">
                          <a:solidFill>
                            <a:srgbClr val="000000"/>
                          </a:solidFill>
                          <a:effectLst/>
                          <a:latin typeface="a고딕14" panose="02020600000000000000" pitchFamily="18" charset="-127"/>
                          <a:ea typeface="a고딕14" panose="02020600000000000000" pitchFamily="18" charset="-127"/>
                          <a:cs typeface="+mn-cs"/>
                        </a:rPr>
                        <a:t>취업자 수 연평균 성장률 전망</a:t>
                      </a:r>
                    </a:p>
                  </a:txBody>
                  <a:tcPr marL="72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ctr" latinLnBrk="0" hangingPunct="1">
                        <a:lnSpc>
                          <a:spcPct val="100000"/>
                        </a:lnSpc>
                        <a:buNone/>
                      </a:pPr>
                      <a:r>
                        <a:rPr lang="en-US" sz="900" b="0" i="0" u="none" strike="noStrike" kern="1200">
                          <a:solidFill>
                            <a:srgbClr val="000000"/>
                          </a:solidFill>
                          <a:effectLst/>
                          <a:latin typeface="a고딕14" panose="02020600000000000000" pitchFamily="18" charset="-127"/>
                          <a:ea typeface="a고딕14" panose="02020600000000000000" pitchFamily="18" charset="-127"/>
                          <a:cs typeface="+mn-cs"/>
                        </a:rPr>
                        <a:t>6.1</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algn="ctr" defTabSz="914400" rtl="0" eaLnBrk="1" fontAlgn="ctr" latinLnBrk="0" hangingPunct="1">
                        <a:lnSpc>
                          <a:spcPct val="100000"/>
                        </a:lnSpc>
                      </a:pPr>
                      <a:r>
                        <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rPr>
                        <a:t>중장기 인력수급전망</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algn="ctr" defTabSz="914400" rtl="0" eaLnBrk="1" fontAlgn="ctr" latinLnBrk="0" hangingPunct="1">
                        <a:lnSpc>
                          <a:spcPct val="100000"/>
                        </a:lnSpc>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1</a:t>
                      </a:r>
                      <a:r>
                        <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rPr>
                        <a:t>년</a:t>
                      </a: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936599842"/>
                  </a:ext>
                </a:extLst>
              </a:tr>
              <a:tr h="213203">
                <a:tc vMerge="1">
                  <a:txBody>
                    <a:bodyPr/>
                    <a:lstStyle/>
                    <a:p>
                      <a:pPr algn="ctr" fontAlgn="ctr" latinLnBrk="0"/>
                      <a:endParaRPr lang="ko-KR" altLang="en-US" sz="1100" b="0" i="0" u="none" strike="noStrike" spc="-150" dirty="0">
                        <a:solidFill>
                          <a:schemeClr val="tx1"/>
                        </a:solidFill>
                        <a:effectLst/>
                        <a:latin typeface="+mj-ea"/>
                        <a:ea typeface="+mj-ea"/>
                      </a:endParaRP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10</a:t>
                      </a:r>
                      <a:endPar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ctr" latinLnBrk="0" hangingPunct="1">
                        <a:lnSpc>
                          <a:spcPct val="100000"/>
                        </a:lnSpc>
                        <a:buNone/>
                      </a:pPr>
                      <a:r>
                        <a:rPr lang="en-US" altLang="ko-KR" sz="900" b="0" i="0" u="none" strike="noStrike" kern="1200" spc="-50" baseline="0" dirty="0">
                          <a:solidFill>
                            <a:srgbClr val="000000"/>
                          </a:solidFill>
                          <a:effectLst/>
                          <a:latin typeface="a고딕14" panose="02020600000000000000" pitchFamily="18" charset="-127"/>
                          <a:ea typeface="a고딕14" panose="02020600000000000000" pitchFamily="18" charset="-127"/>
                          <a:cs typeface="+mn-cs"/>
                        </a:rPr>
                        <a:t>STEP </a:t>
                      </a:r>
                      <a:r>
                        <a:rPr lang="ko-KR" altLang="en-US" sz="900" b="0" i="0" u="none" strike="noStrike" kern="1200" spc="-50" baseline="0" dirty="0">
                          <a:solidFill>
                            <a:srgbClr val="000000"/>
                          </a:solidFill>
                          <a:effectLst/>
                          <a:latin typeface="a고딕14" panose="02020600000000000000" pitchFamily="18" charset="-127"/>
                          <a:ea typeface="a고딕14" panose="02020600000000000000" pitchFamily="18" charset="-127"/>
                          <a:cs typeface="+mn-cs"/>
                        </a:rPr>
                        <a:t>과정별 연평균 수강생 수</a:t>
                      </a:r>
                    </a:p>
                  </a:txBody>
                  <a:tcPr marL="72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ctr" latinLnBrk="0" hangingPunct="1">
                        <a:lnSpc>
                          <a:spcPct val="100000"/>
                        </a:lnSpc>
                        <a:buNone/>
                      </a:pPr>
                      <a:r>
                        <a:rPr lang="en-US" sz="900" b="0" i="0" u="none" strike="noStrike" kern="1200" dirty="0">
                          <a:solidFill>
                            <a:srgbClr val="000000"/>
                          </a:solidFill>
                          <a:effectLst/>
                          <a:latin typeface="a고딕14" panose="02020600000000000000" pitchFamily="18" charset="-127"/>
                          <a:ea typeface="a고딕14" panose="02020600000000000000" pitchFamily="18" charset="-127"/>
                          <a:cs typeface="+mn-cs"/>
                        </a:rPr>
                        <a:t>6.4</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marL="0" algn="ctr" defTabSz="914400" rtl="0" eaLnBrk="1" fontAlgn="ctr" latinLnBrk="0" hangingPunct="1">
                        <a:lnSpc>
                          <a:spcPct val="100000"/>
                        </a:lnSpc>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STEP </a:t>
                      </a:r>
                      <a:r>
                        <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rPr>
                        <a:t>실적</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marL="0" algn="ctr" defTabSz="914400" rtl="0" eaLnBrk="1" fontAlgn="ctr" latinLnBrk="0" hangingPunct="1">
                        <a:lnSpc>
                          <a:spcPct val="100000"/>
                        </a:lnSpc>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1</a:t>
                      </a:r>
                      <a:r>
                        <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rPr>
                        <a:t>년</a:t>
                      </a: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941215463"/>
                  </a:ext>
                </a:extLst>
              </a:tr>
              <a:tr h="213203">
                <a:tc vMerge="1">
                  <a:txBody>
                    <a:bodyPr/>
                    <a:lstStyle/>
                    <a:p>
                      <a:pPr algn="ctr" fontAlgn="ctr" latinLnBrk="0"/>
                      <a:endParaRPr lang="ko-KR" altLang="en-US" sz="1100" b="0" i="0" u="none" strike="noStrike" dirty="0">
                        <a:solidFill>
                          <a:srgbClr val="000000"/>
                        </a:solidFill>
                        <a:effectLst/>
                        <a:latin typeface="+mj-ea"/>
                        <a:ea typeface="+mj-ea"/>
                      </a:endParaRP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11</a:t>
                      </a:r>
                      <a:endPar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ctr" latinLnBrk="0" hangingPunct="1">
                        <a:lnSpc>
                          <a:spcPct val="100000"/>
                        </a:lnSpc>
                        <a:buNone/>
                      </a:pPr>
                      <a:r>
                        <a:rPr lang="en-US" altLang="ko-KR" sz="900" b="0" i="0" u="none" strike="noStrike" kern="1200" spc="-50" baseline="0" dirty="0">
                          <a:solidFill>
                            <a:srgbClr val="000000"/>
                          </a:solidFill>
                          <a:effectLst/>
                          <a:latin typeface="a고딕14" panose="02020600000000000000" pitchFamily="18" charset="-127"/>
                          <a:ea typeface="a고딕14" panose="02020600000000000000" pitchFamily="18" charset="-127"/>
                          <a:cs typeface="+mn-cs"/>
                        </a:rPr>
                        <a:t>STEP </a:t>
                      </a:r>
                      <a:r>
                        <a:rPr lang="ko-KR" altLang="en-US" sz="900" b="0" i="0" u="none" strike="noStrike" kern="1200" spc="-50" baseline="0" dirty="0">
                          <a:solidFill>
                            <a:srgbClr val="000000"/>
                          </a:solidFill>
                          <a:effectLst/>
                          <a:latin typeface="a고딕14" panose="02020600000000000000" pitchFamily="18" charset="-127"/>
                          <a:ea typeface="a고딕14" panose="02020600000000000000" pitchFamily="18" charset="-127"/>
                          <a:cs typeface="+mn-cs"/>
                        </a:rPr>
                        <a:t>과정별 연평균 수강생 증가 수</a:t>
                      </a:r>
                    </a:p>
                  </a:txBody>
                  <a:tcPr marL="72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ctr" latinLnBrk="0" hangingPunct="1">
                        <a:lnSpc>
                          <a:spcPct val="100000"/>
                        </a:lnSpc>
                        <a:buNone/>
                      </a:pPr>
                      <a:r>
                        <a:rPr lang="en-US" sz="900" b="0" i="0" u="none" strike="noStrike" kern="1200" dirty="0">
                          <a:solidFill>
                            <a:srgbClr val="000000"/>
                          </a:solidFill>
                          <a:effectLst/>
                          <a:latin typeface="a고딕14" panose="02020600000000000000" pitchFamily="18" charset="-127"/>
                          <a:ea typeface="a고딕14" panose="02020600000000000000" pitchFamily="18" charset="-127"/>
                          <a:cs typeface="+mn-cs"/>
                        </a:rPr>
                        <a:t>6.4</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89642110"/>
                  </a:ext>
                </a:extLst>
              </a:tr>
              <a:tr h="213203">
                <a:tc rowSpan="3">
                  <a:txBody>
                    <a:bodyPr/>
                    <a:lstStyle/>
                    <a:p>
                      <a:pPr algn="ctr" fontAlgn="ctr" latinLnBrk="0">
                        <a:lnSpc>
                          <a:spcPct val="100000"/>
                        </a:lnSpc>
                      </a:pPr>
                      <a:r>
                        <a:rPr lang="ko-KR" altLang="en-US" sz="900" b="0" i="0" u="none" strike="noStrike" dirty="0">
                          <a:solidFill>
                            <a:srgbClr val="000000"/>
                          </a:solidFill>
                          <a:effectLst/>
                          <a:latin typeface="a고딕14" panose="02020600000000000000" pitchFamily="18" charset="-127"/>
                          <a:ea typeface="a고딕14" panose="02020600000000000000" pitchFamily="18" charset="-127"/>
                        </a:rPr>
                        <a:t>정성</a:t>
                      </a:r>
                      <a:endParaRPr lang="en-US" altLang="ko-KR" sz="900" b="0" i="0" u="none" strike="noStrike" dirty="0">
                        <a:solidFill>
                          <a:srgbClr val="000000"/>
                        </a:solidFill>
                        <a:effectLst/>
                        <a:latin typeface="a고딕14" panose="02020600000000000000" pitchFamily="18" charset="-127"/>
                        <a:ea typeface="a고딕14" panose="02020600000000000000" pitchFamily="18" charset="-127"/>
                      </a:endParaRPr>
                    </a:p>
                    <a:p>
                      <a:pPr algn="ctr" fontAlgn="ctr" latinLnBrk="0">
                        <a:lnSpc>
                          <a:spcPct val="100000"/>
                        </a:lnSpc>
                      </a:pPr>
                      <a:r>
                        <a:rPr lang="ko-KR" altLang="en-US" sz="900" b="0" i="0" u="none" strike="noStrike" dirty="0">
                          <a:solidFill>
                            <a:srgbClr val="000000"/>
                          </a:solidFill>
                          <a:effectLst/>
                          <a:latin typeface="a고딕14" panose="02020600000000000000" pitchFamily="18" charset="-127"/>
                          <a:ea typeface="a고딕14" panose="02020600000000000000" pitchFamily="18" charset="-127"/>
                        </a:rPr>
                        <a:t>평가</a:t>
                      </a:r>
                    </a:p>
                  </a:txBody>
                  <a:tcPr marL="0" marR="0" marT="0"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1</a:t>
                      </a:r>
                      <a:endPar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ctr" latinLnBrk="0" hangingPunct="1">
                        <a:lnSpc>
                          <a:spcPct val="100000"/>
                        </a:lnSpc>
                        <a:buNone/>
                      </a:pPr>
                      <a:r>
                        <a:rPr lang="ko-KR" altLang="en-US" sz="900" b="0" i="0" u="none" strike="noStrike" kern="1200" spc="-50" baseline="0" dirty="0">
                          <a:solidFill>
                            <a:srgbClr val="000000"/>
                          </a:solidFill>
                          <a:effectLst/>
                          <a:latin typeface="a고딕14" panose="02020600000000000000" pitchFamily="18" charset="-127"/>
                          <a:ea typeface="a고딕14" panose="02020600000000000000" pitchFamily="18" charset="-127"/>
                          <a:cs typeface="+mn-cs"/>
                        </a:rPr>
                        <a:t>미래 교육과정 수요 예상도</a:t>
                      </a:r>
                    </a:p>
                  </a:txBody>
                  <a:tcPr marL="72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buNone/>
                      </a:pPr>
                      <a:r>
                        <a:rPr lang="en-US" sz="900" b="0" i="0" u="none" strike="noStrike" kern="1200" dirty="0">
                          <a:solidFill>
                            <a:srgbClr val="000000"/>
                          </a:solidFill>
                          <a:effectLst/>
                          <a:latin typeface="a고딕14" panose="02020600000000000000" pitchFamily="18" charset="-127"/>
                          <a:ea typeface="a고딕14" panose="02020600000000000000" pitchFamily="18" charset="-127"/>
                          <a:cs typeface="+mn-cs"/>
                        </a:rPr>
                        <a:t>10</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0" algn="ctr" defTabSz="914400" rtl="0" eaLnBrk="1" fontAlgn="ctr" latinLnBrk="0" hangingPunct="1">
                        <a:lnSpc>
                          <a:spcPct val="100000"/>
                        </a:lnSpc>
                      </a:pPr>
                      <a:r>
                        <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rPr>
                        <a:t>전문가 평가</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0" algn="ctr" defTabSz="914400" rtl="0" eaLnBrk="1" fontAlgn="ctr" latinLnBrk="0" hangingPunct="1">
                        <a:lnSpc>
                          <a:spcPct val="100000"/>
                        </a:lnSpc>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3</a:t>
                      </a:r>
                      <a:r>
                        <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rPr>
                        <a:t>년</a:t>
                      </a:r>
                      <a:endParaRPr lang="ko-KR" altLang="en-US" sz="8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71720195"/>
                  </a:ext>
                </a:extLst>
              </a:tr>
              <a:tr h="213203">
                <a:tc vMerge="1">
                  <a:txBody>
                    <a:bodyPr/>
                    <a:lstStyle/>
                    <a:p>
                      <a:pPr algn="ctr" fontAlgn="ctr" latinLnBrk="0"/>
                      <a:endParaRPr lang="ko-KR" altLang="en-US" sz="1100" b="0" i="0" u="none" strike="noStrike" dirty="0">
                        <a:solidFill>
                          <a:srgbClr val="000000"/>
                        </a:solidFill>
                        <a:effectLst/>
                        <a:latin typeface="+mj-ea"/>
                        <a:ea typeface="+mj-ea"/>
                      </a:endParaRP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2</a:t>
                      </a:r>
                      <a:endPar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ctr" latinLnBrk="0" hangingPunct="1">
                        <a:lnSpc>
                          <a:spcPct val="100000"/>
                        </a:lnSpc>
                        <a:buNone/>
                      </a:pPr>
                      <a:r>
                        <a:rPr lang="ko-KR" altLang="en-US" sz="900" b="0" i="0" u="none" strike="noStrike" kern="1200" spc="-50" baseline="0" dirty="0">
                          <a:solidFill>
                            <a:srgbClr val="000000"/>
                          </a:solidFill>
                          <a:effectLst/>
                          <a:latin typeface="a고딕14" panose="02020600000000000000" pitchFamily="18" charset="-127"/>
                          <a:ea typeface="a고딕14" panose="02020600000000000000" pitchFamily="18" charset="-127"/>
                          <a:cs typeface="+mn-cs"/>
                        </a:rPr>
                        <a:t>교육과정 개발 필요성</a:t>
                      </a:r>
                    </a:p>
                  </a:txBody>
                  <a:tcPr marL="72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buNone/>
                      </a:pPr>
                      <a:r>
                        <a:rPr lang="en-US" sz="900" b="0" i="0" u="none" strike="noStrike" kern="1200" dirty="0">
                          <a:solidFill>
                            <a:srgbClr val="000000"/>
                          </a:solidFill>
                          <a:effectLst/>
                          <a:latin typeface="a고딕14" panose="02020600000000000000" pitchFamily="18" charset="-127"/>
                          <a:ea typeface="a고딕14" panose="02020600000000000000" pitchFamily="18" charset="-127"/>
                          <a:cs typeface="+mn-cs"/>
                        </a:rPr>
                        <a:t>10</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34871295"/>
                  </a:ext>
                </a:extLst>
              </a:tr>
              <a:tr h="213203">
                <a:tc vMerge="1">
                  <a:txBody>
                    <a:bodyPr/>
                    <a:lstStyle/>
                    <a:p>
                      <a:pPr algn="ctr" fontAlgn="ctr" latinLnBrk="0"/>
                      <a:endParaRPr lang="ko-KR" altLang="en-US" sz="1100" b="0" i="0" u="none" strike="noStrike" dirty="0">
                        <a:solidFill>
                          <a:srgbClr val="000000"/>
                        </a:solidFill>
                        <a:effectLst/>
                        <a:latin typeface="+mj-ea"/>
                        <a:ea typeface="+mj-ea"/>
                      </a:endParaRP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pPr>
                      <a:r>
                        <a:rPr lang="en-US" altLang="ko-KR" sz="900" b="0" i="0" u="none" strike="noStrike" kern="1200" dirty="0">
                          <a:solidFill>
                            <a:srgbClr val="000000"/>
                          </a:solidFill>
                          <a:effectLst/>
                          <a:latin typeface="a고딕14" panose="02020600000000000000" pitchFamily="18" charset="-127"/>
                          <a:ea typeface="a고딕14" panose="02020600000000000000" pitchFamily="18" charset="-127"/>
                          <a:cs typeface="+mn-cs"/>
                        </a:rPr>
                        <a:t>3</a:t>
                      </a:r>
                      <a:endParaRPr lang="ko-KR" altLang="en-US" sz="900" b="0" i="0" u="none" strike="noStrike" kern="1200" dirty="0">
                        <a:solidFill>
                          <a:srgbClr val="000000"/>
                        </a:solidFill>
                        <a:effectLst/>
                        <a:latin typeface="a고딕14" panose="02020600000000000000" pitchFamily="18" charset="-127"/>
                        <a:ea typeface="a고딕14" panose="02020600000000000000" pitchFamily="18" charset="-127"/>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ctr" latinLnBrk="0" hangingPunct="1">
                        <a:lnSpc>
                          <a:spcPct val="100000"/>
                        </a:lnSpc>
                        <a:buNone/>
                      </a:pPr>
                      <a:r>
                        <a:rPr lang="ko-KR" altLang="en-US" sz="900" b="0" i="0" u="none" strike="noStrike" kern="1200" spc="-50" baseline="0" dirty="0">
                          <a:solidFill>
                            <a:srgbClr val="000000"/>
                          </a:solidFill>
                          <a:effectLst/>
                          <a:latin typeface="a고딕14" panose="02020600000000000000" pitchFamily="18" charset="-127"/>
                          <a:ea typeface="a고딕14" panose="02020600000000000000" pitchFamily="18" charset="-127"/>
                          <a:cs typeface="+mn-cs"/>
                        </a:rPr>
                        <a:t>교육과정 개발 시급성</a:t>
                      </a:r>
                    </a:p>
                  </a:txBody>
                  <a:tcPr marL="72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buNone/>
                      </a:pPr>
                      <a:r>
                        <a:rPr lang="en-US" sz="900" b="0" i="0" u="none" strike="noStrike" kern="1200" dirty="0">
                          <a:solidFill>
                            <a:srgbClr val="000000"/>
                          </a:solidFill>
                          <a:effectLst/>
                          <a:latin typeface="a고딕14" panose="02020600000000000000" pitchFamily="18" charset="-127"/>
                          <a:ea typeface="a고딕14" panose="02020600000000000000" pitchFamily="18" charset="-127"/>
                          <a:cs typeface="+mn-cs"/>
                        </a:rPr>
                        <a:t>10</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algn="ctr" defTabSz="914400" rtl="0" eaLnBrk="1" fontAlgn="ctr" latinLnBrk="0" hangingPunct="1"/>
                      <a:endParaRPr lang="ko-KR" altLang="en-US" sz="1000" b="0" i="0" u="none" strike="noStrike" kern="1200" dirty="0">
                        <a:solidFill>
                          <a:srgbClr val="000000"/>
                        </a:solidFill>
                        <a:effectLst/>
                        <a:latin typeface="+mj-ea"/>
                        <a:ea typeface="+mj-ea"/>
                        <a:cs typeface="+mn-cs"/>
                      </a:endParaRP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72674776"/>
                  </a:ext>
                </a:extLst>
              </a:tr>
              <a:tr h="213203">
                <a:tc gridSpan="3">
                  <a:txBody>
                    <a:bodyPr/>
                    <a:lstStyle/>
                    <a:p>
                      <a:pPr algn="ctr" fontAlgn="ctr" latinLnBrk="0">
                        <a:lnSpc>
                          <a:spcPct val="100000"/>
                        </a:lnSpc>
                      </a:pPr>
                      <a:r>
                        <a:rPr lang="ko-KR" altLang="en-US" sz="900" b="0" i="0" u="none" strike="noStrike" dirty="0">
                          <a:solidFill>
                            <a:srgbClr val="000000"/>
                          </a:solidFill>
                          <a:effectLst/>
                          <a:latin typeface="a고딕14" panose="02020600000000000000" pitchFamily="18" charset="-127"/>
                          <a:ea typeface="a고딕14" panose="02020600000000000000" pitchFamily="18" charset="-127"/>
                        </a:rPr>
                        <a:t>계</a:t>
                      </a:r>
                    </a:p>
                  </a:txBody>
                  <a:tcPr marL="0" marR="0" marT="0"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fontAlgn="ctr" latinLnBrk="0"/>
                      <a:endParaRPr lang="ko-KR" altLang="en-US" sz="110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indent="0" algn="l" defTabSz="914400" rtl="0" eaLnBrk="1" fontAlgn="ctr" latinLnBrk="0" hangingPunct="1">
                        <a:lnSpc>
                          <a:spcPct val="140000"/>
                        </a:lnSpc>
                        <a:buNone/>
                      </a:pPr>
                      <a:endParaRPr lang="ko-KR" altLang="en-US" sz="1100" b="0" i="0" u="none" strike="noStrike" kern="1200" spc="0" dirty="0">
                        <a:solidFill>
                          <a:srgbClr val="000000"/>
                        </a:solidFill>
                        <a:effectLst/>
                        <a:latin typeface="+mj-ea"/>
                        <a:ea typeface="+mj-ea"/>
                        <a:cs typeface="+mn-cs"/>
                      </a:endParaRPr>
                    </a:p>
                  </a:txBody>
                  <a:tcPr marT="35941" marB="3594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latinLnBrk="0">
                        <a:lnSpc>
                          <a:spcPct val="100000"/>
                        </a:lnSpc>
                      </a:pPr>
                      <a:r>
                        <a:rPr lang="en-US" altLang="ko-KR" sz="900" b="0" i="0" u="none" strike="noStrike" kern="1200" spc="0" dirty="0">
                          <a:solidFill>
                            <a:srgbClr val="000000"/>
                          </a:solidFill>
                          <a:effectLst/>
                          <a:latin typeface="a고딕14" panose="02020600000000000000" pitchFamily="18" charset="-127"/>
                          <a:ea typeface="a고딕14" panose="02020600000000000000" pitchFamily="18" charset="-127"/>
                          <a:cs typeface="+mn-cs"/>
                        </a:rPr>
                        <a:t>100</a:t>
                      </a:r>
                      <a:endParaRPr lang="ko-KR" altLang="en-US" sz="900" b="0" i="0" u="none" strike="noStrike" kern="1200" spc="0" dirty="0">
                        <a:solidFill>
                          <a:srgbClr val="000000"/>
                        </a:solidFill>
                        <a:effectLst/>
                        <a:latin typeface="a고딕14" panose="02020600000000000000" pitchFamily="18" charset="-127"/>
                        <a:ea typeface="a고딕14" panose="02020600000000000000" pitchFamily="18" charset="-127"/>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latinLnBrk="0">
                        <a:lnSpc>
                          <a:spcPct val="100000"/>
                        </a:lnSpc>
                      </a:pPr>
                      <a:r>
                        <a:rPr lang="en-US" altLang="ko-KR" sz="900" b="0" i="0" u="none" strike="noStrike" kern="1200" spc="0" dirty="0">
                          <a:solidFill>
                            <a:srgbClr val="000000"/>
                          </a:solidFill>
                          <a:effectLst/>
                          <a:latin typeface="a고딕14" panose="02020600000000000000" pitchFamily="18" charset="-127"/>
                          <a:ea typeface="a고딕14" panose="02020600000000000000" pitchFamily="18" charset="-127"/>
                          <a:cs typeface="+mn-cs"/>
                        </a:rPr>
                        <a:t>-</a:t>
                      </a:r>
                      <a:endParaRPr lang="ko-KR" altLang="en-US" sz="900" b="0" i="0" u="none" strike="noStrike" kern="1200" spc="0" dirty="0">
                        <a:solidFill>
                          <a:srgbClr val="000000"/>
                        </a:solidFill>
                        <a:effectLst/>
                        <a:latin typeface="a고딕14" panose="02020600000000000000" pitchFamily="18" charset="-127"/>
                        <a:ea typeface="a고딕14" panose="02020600000000000000" pitchFamily="18" charset="-127"/>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latinLnBrk="0">
                        <a:lnSpc>
                          <a:spcPct val="100000"/>
                        </a:lnSpc>
                      </a:pPr>
                      <a:r>
                        <a:rPr lang="en-US" altLang="ko-KR" sz="900" b="0" i="0" u="none" strike="noStrike" kern="1200" spc="0" dirty="0">
                          <a:solidFill>
                            <a:srgbClr val="000000"/>
                          </a:solidFill>
                          <a:effectLst/>
                          <a:latin typeface="a고딕14" panose="02020600000000000000" pitchFamily="18" charset="-127"/>
                          <a:ea typeface="a고딕14" panose="02020600000000000000" pitchFamily="18" charset="-127"/>
                          <a:cs typeface="+mn-cs"/>
                        </a:rPr>
                        <a:t>-</a:t>
                      </a:r>
                      <a:endParaRPr lang="ko-KR" altLang="en-US" sz="900" b="0" i="0" u="none" strike="noStrike" kern="1200" spc="0" dirty="0">
                        <a:solidFill>
                          <a:srgbClr val="000000"/>
                        </a:solidFill>
                        <a:effectLst/>
                        <a:latin typeface="a고딕14" panose="02020600000000000000" pitchFamily="18" charset="-127"/>
                        <a:ea typeface="a고딕14" panose="02020600000000000000" pitchFamily="18" charset="-127"/>
                        <a:cs typeface="+mn-cs"/>
                      </a:endParaRPr>
                    </a:p>
                  </a:txBody>
                  <a:tcPr marL="0" marR="0" marT="0"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87051982"/>
                  </a:ext>
                </a:extLst>
              </a:tr>
            </a:tbl>
          </a:graphicData>
        </a:graphic>
      </p:graphicFrame>
      <p:grpSp>
        <p:nvGrpSpPr>
          <p:cNvPr id="53" name="그룹 52">
            <a:extLst>
              <a:ext uri="{FF2B5EF4-FFF2-40B4-BE49-F238E27FC236}">
                <a16:creationId xmlns:a16="http://schemas.microsoft.com/office/drawing/2014/main" id="{92B8312F-E53A-D43C-8265-848C62F456AD}"/>
              </a:ext>
            </a:extLst>
          </p:cNvPr>
          <p:cNvGrpSpPr/>
          <p:nvPr/>
        </p:nvGrpSpPr>
        <p:grpSpPr>
          <a:xfrm>
            <a:off x="642432" y="2103893"/>
            <a:ext cx="3852428" cy="292388"/>
            <a:chOff x="672170" y="1944148"/>
            <a:chExt cx="3852428" cy="292388"/>
          </a:xfrm>
        </p:grpSpPr>
        <p:sp>
          <p:nvSpPr>
            <p:cNvPr id="54" name="TextBox 53">
              <a:extLst>
                <a:ext uri="{FF2B5EF4-FFF2-40B4-BE49-F238E27FC236}">
                  <a16:creationId xmlns:a16="http://schemas.microsoft.com/office/drawing/2014/main" id="{84394B33-F6D1-0400-5DFC-877E54073138}"/>
                </a:ext>
              </a:extLst>
            </p:cNvPr>
            <p:cNvSpPr txBox="1"/>
            <p:nvPr/>
          </p:nvSpPr>
          <p:spPr>
            <a:xfrm>
              <a:off x="708173" y="1944148"/>
              <a:ext cx="3816425" cy="292388"/>
            </a:xfrm>
            <a:prstGeom prst="rect">
              <a:avLst/>
            </a:prstGeom>
            <a:noFill/>
          </p:spPr>
          <p:txBody>
            <a:bodyPr wrap="square" rtlCol="0">
              <a:spAutoFit/>
            </a:bodyPr>
            <a:lstStyle/>
            <a:p>
              <a:pPr marL="0" marR="0" lvl="0" indent="0" algn="l" defTabSz="914400" rtl="0" eaLnBrk="0" fontAlgn="base" latinLnBrk="1" hangingPunct="0">
                <a:lnSpc>
                  <a:spcPct val="100000"/>
                </a:lnSpc>
                <a:spcBef>
                  <a:spcPct val="0"/>
                </a:spcBef>
                <a:spcAft>
                  <a:spcPct val="0"/>
                </a:spcAft>
                <a:buClrTx/>
                <a:buSzTx/>
                <a:buFont typeface="Wingdings" pitchFamily="2" charset="2"/>
                <a:buNone/>
                <a:tabLst/>
                <a:defRPr/>
              </a:pPr>
              <a:r>
                <a:rPr kumimoji="0" lang="en-US" altLang="ko-KR" sz="1300" b="0" i="0" u="none" strike="noStrike" kern="1200" cap="none" spc="0" normalizeH="0" baseline="0" noProof="0">
                  <a:ln>
                    <a:noFill/>
                  </a:ln>
                  <a:solidFill>
                    <a:prstClr val="black"/>
                  </a:solidFill>
                  <a:effectLst/>
                  <a:uLnTx/>
                  <a:uFillTx/>
                  <a:latin typeface="Arial Narrow" panose="020B0606020202030204" pitchFamily="34" charset="0"/>
                  <a:ea typeface="a고딕14" panose="02020600000000000000" pitchFamily="18" charset="-127"/>
                  <a:cs typeface="+mn-cs"/>
                </a:rPr>
                <a:t>NCS </a:t>
              </a:r>
              <a:r>
                <a:rPr kumimoji="0" lang="ko-KR" altLang="en-US" sz="1300" b="0" i="0" u="none" strike="noStrike" kern="1200" cap="none" spc="0" normalizeH="0" baseline="0" noProof="0" err="1">
                  <a:ln>
                    <a:noFill/>
                  </a:ln>
                  <a:solidFill>
                    <a:prstClr val="black"/>
                  </a:solidFill>
                  <a:effectLst/>
                  <a:uLnTx/>
                  <a:uFillTx/>
                  <a:latin typeface="Arial Narrow" panose="020B0606020202030204" pitchFamily="34" charset="0"/>
                  <a:ea typeface="a고딕14" panose="02020600000000000000" pitchFamily="18" charset="-127"/>
                  <a:cs typeface="+mn-cs"/>
                </a:rPr>
                <a:t>세분류</a:t>
              </a:r>
              <a:r>
                <a:rPr kumimoji="0" lang="ko-KR" altLang="en-US" sz="1300" b="0" i="0" u="none" strike="noStrike" kern="1200" cap="none" spc="0" normalizeH="0" baseline="0" noProof="0">
                  <a:ln>
                    <a:noFill/>
                  </a:ln>
                  <a:solidFill>
                    <a:prstClr val="black"/>
                  </a:solidFill>
                  <a:effectLst/>
                  <a:uLnTx/>
                  <a:uFillTx/>
                  <a:latin typeface="Arial Narrow" panose="020B0606020202030204" pitchFamily="34" charset="0"/>
                  <a:ea typeface="a고딕14" panose="02020600000000000000" pitchFamily="18" charset="-127"/>
                  <a:cs typeface="+mn-cs"/>
                </a:rPr>
                <a:t> 수요평가 지표</a:t>
              </a:r>
            </a:p>
          </p:txBody>
        </p:sp>
        <p:sp>
          <p:nvSpPr>
            <p:cNvPr id="55" name="직사각형 54">
              <a:extLst>
                <a:ext uri="{FF2B5EF4-FFF2-40B4-BE49-F238E27FC236}">
                  <a16:creationId xmlns:a16="http://schemas.microsoft.com/office/drawing/2014/main" id="{68BAA8B3-842C-834E-E6EF-DB252D50E320}"/>
                </a:ext>
              </a:extLst>
            </p:cNvPr>
            <p:cNvSpPr/>
            <p:nvPr/>
          </p:nvSpPr>
          <p:spPr>
            <a:xfrm>
              <a:off x="672170" y="1980004"/>
              <a:ext cx="53948" cy="205288"/>
            </a:xfrm>
            <a:prstGeom prst="rect">
              <a:avLst/>
            </a:prstGeom>
            <a:solidFill>
              <a:srgbClr val="3444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sp>
        <p:nvSpPr>
          <p:cNvPr id="56" name="모서리가 둥근 직사각형 28">
            <a:extLst>
              <a:ext uri="{FF2B5EF4-FFF2-40B4-BE49-F238E27FC236}">
                <a16:creationId xmlns:a16="http://schemas.microsoft.com/office/drawing/2014/main" id="{0B448367-44D5-4E1F-2581-CA81367C0A59}"/>
              </a:ext>
            </a:extLst>
          </p:cNvPr>
          <p:cNvSpPr/>
          <p:nvPr/>
        </p:nvSpPr>
        <p:spPr>
          <a:xfrm>
            <a:off x="582215" y="6057292"/>
            <a:ext cx="4191397" cy="430095"/>
          </a:xfrm>
          <a:prstGeom prst="rect">
            <a:avLst/>
          </a:prstGeom>
          <a:noFill/>
          <a:ln>
            <a:solidFill>
              <a:schemeClr val="bg1">
                <a:lumMod val="65000"/>
              </a:schemeClr>
            </a:solidFill>
          </a:ln>
        </p:spPr>
        <p:txBody>
          <a:bodyPr wrap="square" tIns="36000" bIns="36000" anchor="ctr">
            <a:noAutofit/>
          </a:bodyPr>
          <a:lstStyle/>
          <a:p>
            <a:pPr marL="171450" indent="-171450" algn="l" latinLnBrk="0">
              <a:spcAft>
                <a:spcPts val="300"/>
              </a:spcAft>
              <a:buFont typeface="Wingdings" panose="05000000000000000000" pitchFamily="2" charset="2"/>
              <a:buChar char="Ø"/>
            </a:pPr>
            <a:r>
              <a:rPr lang="ko-KR" altLang="en-US" sz="1050" dirty="0">
                <a:latin typeface="a고딕14" panose="02020600000000000000" pitchFamily="18" charset="-127"/>
                <a:ea typeface="a고딕14" panose="02020600000000000000" pitchFamily="18" charset="-127"/>
              </a:rPr>
              <a:t>신설된 </a:t>
            </a:r>
            <a:r>
              <a:rPr lang="ko-KR" altLang="en-US" sz="1050" dirty="0" err="1">
                <a:latin typeface="a고딕14" panose="02020600000000000000" pitchFamily="18" charset="-127"/>
                <a:ea typeface="a고딕14" panose="02020600000000000000" pitchFamily="18" charset="-127"/>
              </a:rPr>
              <a:t>세분류</a:t>
            </a:r>
            <a:r>
              <a:rPr lang="ko-KR" altLang="en-US" sz="1050" dirty="0">
                <a:latin typeface="a고딕14" panose="02020600000000000000" pitchFamily="18" charset="-127"/>
                <a:ea typeface="a고딕14" panose="02020600000000000000" pitchFamily="18" charset="-127"/>
              </a:rPr>
              <a:t> 평가방법</a:t>
            </a:r>
            <a:r>
              <a:rPr lang="en-US" altLang="ko-KR" sz="1050" dirty="0">
                <a:latin typeface="a고딕14" panose="02020600000000000000" pitchFamily="18" charset="-127"/>
                <a:ea typeface="a고딕14" panose="02020600000000000000" pitchFamily="18" charset="-127"/>
              </a:rPr>
              <a:t>:</a:t>
            </a:r>
            <a:r>
              <a:rPr lang="ko-KR" altLang="en-US" sz="1050" dirty="0">
                <a:latin typeface="a고딕14" panose="02020600000000000000" pitchFamily="18" charset="-127"/>
                <a:ea typeface="a고딕14" panose="02020600000000000000" pitchFamily="18" charset="-127"/>
              </a:rPr>
              <a:t> 정량평가는 해당 소분류의 </a:t>
            </a:r>
            <a:r>
              <a:rPr lang="ko-KR" altLang="en-US" sz="1050" dirty="0" err="1">
                <a:latin typeface="a고딕14" panose="02020600000000000000" pitchFamily="18" charset="-127"/>
                <a:ea typeface="a고딕14" panose="02020600000000000000" pitchFamily="18" charset="-127"/>
              </a:rPr>
              <a:t>중간값을</a:t>
            </a:r>
            <a:r>
              <a:rPr lang="ko-KR" altLang="en-US" sz="1050" dirty="0">
                <a:latin typeface="a고딕14" panose="02020600000000000000" pitchFamily="18" charset="-127"/>
                <a:ea typeface="a고딕14" panose="02020600000000000000" pitchFamily="18" charset="-127"/>
              </a:rPr>
              <a:t> 반영하고</a:t>
            </a:r>
            <a:r>
              <a:rPr lang="en-US" altLang="ko-KR" sz="1050" dirty="0">
                <a:latin typeface="a고딕14" panose="02020600000000000000" pitchFamily="18" charset="-127"/>
                <a:ea typeface="a고딕14" panose="02020600000000000000" pitchFamily="18" charset="-127"/>
              </a:rPr>
              <a:t>, </a:t>
            </a:r>
            <a:r>
              <a:rPr lang="ko-KR" altLang="en-US" sz="1050" dirty="0">
                <a:latin typeface="a고딕14" panose="02020600000000000000" pitchFamily="18" charset="-127"/>
                <a:ea typeface="a고딕14" panose="02020600000000000000" pitchFamily="18" charset="-127"/>
              </a:rPr>
              <a:t>정성평가는 신설된 당해 평가 후 </a:t>
            </a:r>
            <a:r>
              <a:rPr lang="en-US" altLang="ko-KR" sz="1050" dirty="0">
                <a:latin typeface="a고딕14" panose="02020600000000000000" pitchFamily="18" charset="-127"/>
                <a:ea typeface="a고딕14" panose="02020600000000000000" pitchFamily="18" charset="-127"/>
              </a:rPr>
              <a:t>3</a:t>
            </a:r>
            <a:r>
              <a:rPr lang="ko-KR" altLang="en-US" sz="1050" dirty="0">
                <a:latin typeface="a고딕14" panose="02020600000000000000" pitchFamily="18" charset="-127"/>
                <a:ea typeface="a고딕14" panose="02020600000000000000" pitchFamily="18" charset="-127"/>
              </a:rPr>
              <a:t>년 주기에 따라 같이 평가를 진행함</a:t>
            </a:r>
            <a:endParaRPr lang="en-US" altLang="ko-KR" sz="1050" dirty="0">
              <a:latin typeface="a고딕14" panose="02020600000000000000" pitchFamily="18" charset="-127"/>
              <a:ea typeface="a고딕14" panose="02020600000000000000" pitchFamily="18" charset="-127"/>
            </a:endParaRPr>
          </a:p>
        </p:txBody>
      </p:sp>
      <p:grpSp>
        <p:nvGrpSpPr>
          <p:cNvPr id="57" name="그룹 56">
            <a:extLst>
              <a:ext uri="{FF2B5EF4-FFF2-40B4-BE49-F238E27FC236}">
                <a16:creationId xmlns:a16="http://schemas.microsoft.com/office/drawing/2014/main" id="{0B48727D-D9EC-B186-AB94-2A24771C5A36}"/>
              </a:ext>
            </a:extLst>
          </p:cNvPr>
          <p:cNvGrpSpPr/>
          <p:nvPr/>
        </p:nvGrpSpPr>
        <p:grpSpPr>
          <a:xfrm>
            <a:off x="5148825" y="2065964"/>
            <a:ext cx="3980639" cy="276999"/>
            <a:chOff x="613333" y="2068037"/>
            <a:chExt cx="3980639" cy="276999"/>
          </a:xfrm>
        </p:grpSpPr>
        <p:sp>
          <p:nvSpPr>
            <p:cNvPr id="58" name="TextBox 57">
              <a:extLst>
                <a:ext uri="{FF2B5EF4-FFF2-40B4-BE49-F238E27FC236}">
                  <a16:creationId xmlns:a16="http://schemas.microsoft.com/office/drawing/2014/main" id="{13639E69-23D7-8BFC-A843-692B3F35E28B}"/>
                </a:ext>
              </a:extLst>
            </p:cNvPr>
            <p:cNvSpPr txBox="1"/>
            <p:nvPr/>
          </p:nvSpPr>
          <p:spPr>
            <a:xfrm>
              <a:off x="649336" y="2068037"/>
              <a:ext cx="3944636" cy="276999"/>
            </a:xfrm>
            <a:prstGeom prst="rect">
              <a:avLst/>
            </a:prstGeom>
            <a:noFill/>
          </p:spPr>
          <p:txBody>
            <a:bodyPr wrap="square" rtlCol="0">
              <a:noAutofit/>
            </a:bodyPr>
            <a:lstStyle/>
            <a:p>
              <a:pPr lvl="0" algn="l">
                <a:buNone/>
                <a:defRPr/>
              </a:pPr>
              <a:r>
                <a:rPr lang="ko-KR" altLang="en-US" sz="1300">
                  <a:solidFill>
                    <a:prstClr val="black"/>
                  </a:solidFill>
                  <a:latin typeface="Arial Narrow" panose="020B0606020202030204" pitchFamily="34" charset="0"/>
                  <a:ea typeface="a고딕14" panose="02020600000000000000" pitchFamily="18" charset="-127"/>
                </a:rPr>
                <a:t>순위 그룹별 </a:t>
              </a:r>
              <a:r>
                <a:rPr lang="ko-KR" altLang="en-US" sz="1300" err="1">
                  <a:solidFill>
                    <a:prstClr val="black"/>
                  </a:solidFill>
                  <a:latin typeface="Arial Narrow" panose="020B0606020202030204" pitchFamily="34" charset="0"/>
                  <a:ea typeface="a고딕14" panose="02020600000000000000" pitchFamily="18" charset="-127"/>
                </a:rPr>
                <a:t>세분류</a:t>
              </a:r>
              <a:r>
                <a:rPr lang="ko-KR" altLang="en-US" sz="1300">
                  <a:solidFill>
                    <a:prstClr val="black"/>
                  </a:solidFill>
                  <a:latin typeface="Arial Narrow" panose="020B0606020202030204" pitchFamily="34" charset="0"/>
                  <a:ea typeface="a고딕14" panose="02020600000000000000" pitchFamily="18" charset="-127"/>
                </a:rPr>
                <a:t> 수 </a:t>
              </a:r>
              <a:r>
                <a:rPr lang="ko-KR" altLang="en-US" sz="1300" err="1">
                  <a:solidFill>
                    <a:prstClr val="black"/>
                  </a:solidFill>
                  <a:latin typeface="Arial Narrow" panose="020B0606020202030204" pitchFamily="34" charset="0"/>
                  <a:ea typeface="a고딕14" panose="02020600000000000000" pitchFamily="18" charset="-127"/>
                </a:rPr>
                <a:t>누적값</a:t>
              </a:r>
              <a:r>
                <a:rPr lang="en-US" altLang="ko-KR" sz="1300">
                  <a:solidFill>
                    <a:prstClr val="black"/>
                  </a:solidFill>
                  <a:latin typeface="Arial Narrow" panose="020B0606020202030204" pitchFamily="34" charset="0"/>
                  <a:ea typeface="a고딕14" panose="02020600000000000000" pitchFamily="18" charset="-127"/>
                </a:rPr>
                <a:t>(</a:t>
              </a:r>
              <a:r>
                <a:rPr lang="ko-KR" altLang="en-US" sz="1300">
                  <a:solidFill>
                    <a:prstClr val="black"/>
                  </a:solidFill>
                  <a:latin typeface="Arial Narrow" panose="020B0606020202030204" pitchFamily="34" charset="0"/>
                  <a:ea typeface="a고딕14" panose="02020600000000000000" pitchFamily="18" charset="-127"/>
                </a:rPr>
                <a:t>디지털</a:t>
              </a:r>
              <a:r>
                <a:rPr lang="en-US" altLang="ko-KR" sz="1300">
                  <a:solidFill>
                    <a:prstClr val="black"/>
                  </a:solidFill>
                  <a:latin typeface="Arial Narrow" panose="020B0606020202030204" pitchFamily="34" charset="0"/>
                  <a:ea typeface="a고딕14" panose="02020600000000000000" pitchFamily="18" charset="-127"/>
                </a:rPr>
                <a:t>·</a:t>
              </a:r>
              <a:r>
                <a:rPr lang="ko-KR" altLang="en-US" sz="1300">
                  <a:solidFill>
                    <a:prstClr val="black"/>
                  </a:solidFill>
                  <a:latin typeface="Arial Narrow" panose="020B0606020202030204" pitchFamily="34" charset="0"/>
                  <a:ea typeface="a고딕14" panose="02020600000000000000" pitchFamily="18" charset="-127"/>
                </a:rPr>
                <a:t>첨단 분야</a:t>
              </a:r>
              <a:r>
                <a:rPr lang="en-US" altLang="ko-KR" sz="1300">
                  <a:solidFill>
                    <a:prstClr val="black"/>
                  </a:solidFill>
                  <a:latin typeface="Arial Narrow" panose="020B0606020202030204" pitchFamily="34" charset="0"/>
                  <a:ea typeface="a고딕14" panose="02020600000000000000" pitchFamily="18" charset="-127"/>
                </a:rPr>
                <a:t>) </a:t>
              </a:r>
              <a:r>
                <a:rPr lang="ko-KR" altLang="en-US" sz="1300">
                  <a:solidFill>
                    <a:prstClr val="black"/>
                  </a:solidFill>
                  <a:latin typeface="Arial Narrow" panose="020B0606020202030204" pitchFamily="34" charset="0"/>
                  <a:ea typeface="a고딕14" panose="02020600000000000000" pitchFamily="18" charset="-127"/>
                </a:rPr>
                <a:t>도출 예시</a:t>
              </a:r>
              <a:endParaRPr kumimoji="0" lang="ko-KR" altLang="en-US" sz="1300" b="0" i="0" u="none" strike="noStrike" kern="1200" cap="none" normalizeH="0" baseline="0" noProof="0">
                <a:ln>
                  <a:noFill/>
                </a:ln>
                <a:solidFill>
                  <a:prstClr val="black"/>
                </a:solidFill>
                <a:effectLst/>
                <a:uLnTx/>
                <a:uFillTx/>
                <a:latin typeface="Arial Narrow" panose="020B0606020202030204" pitchFamily="34" charset="0"/>
                <a:ea typeface="a고딕14" panose="02020600000000000000" pitchFamily="18" charset="-127"/>
                <a:cs typeface="+mn-cs"/>
              </a:endParaRPr>
            </a:p>
          </p:txBody>
        </p:sp>
        <p:sp>
          <p:nvSpPr>
            <p:cNvPr id="59" name="직사각형 58">
              <a:extLst>
                <a:ext uri="{FF2B5EF4-FFF2-40B4-BE49-F238E27FC236}">
                  <a16:creationId xmlns:a16="http://schemas.microsoft.com/office/drawing/2014/main" id="{ACC934A6-7D40-292F-7E21-63BA0ED63C11}"/>
                </a:ext>
              </a:extLst>
            </p:cNvPr>
            <p:cNvSpPr/>
            <p:nvPr/>
          </p:nvSpPr>
          <p:spPr>
            <a:xfrm>
              <a:off x="613333" y="2103893"/>
              <a:ext cx="53948" cy="205288"/>
            </a:xfrm>
            <a:prstGeom prst="rect">
              <a:avLst/>
            </a:prstGeom>
            <a:solidFill>
              <a:srgbClr val="3444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300" b="0" i="0" u="none" strike="noStrike" kern="1200" cap="none" normalizeH="0" baseline="0" noProof="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graphicFrame>
        <p:nvGraphicFramePr>
          <p:cNvPr id="60" name="표 59">
            <a:extLst>
              <a:ext uri="{FF2B5EF4-FFF2-40B4-BE49-F238E27FC236}">
                <a16:creationId xmlns:a16="http://schemas.microsoft.com/office/drawing/2014/main" id="{EB402692-9375-A52D-1C91-25D7011E578A}"/>
              </a:ext>
            </a:extLst>
          </p:cNvPr>
          <p:cNvGraphicFramePr>
            <a:graphicFrameLocks noGrp="1"/>
          </p:cNvGraphicFramePr>
          <p:nvPr/>
        </p:nvGraphicFramePr>
        <p:xfrm>
          <a:off x="5132390" y="2420887"/>
          <a:ext cx="4213223" cy="3830466"/>
        </p:xfrm>
        <a:graphic>
          <a:graphicData uri="http://schemas.openxmlformats.org/drawingml/2006/table">
            <a:tbl>
              <a:tblPr>
                <a:tableStyleId>{5C22544A-7EE6-4342-B048-85BDC9FD1C3A}</a:tableStyleId>
              </a:tblPr>
              <a:tblGrid>
                <a:gridCol w="702203">
                  <a:extLst>
                    <a:ext uri="{9D8B030D-6E8A-4147-A177-3AD203B41FA5}">
                      <a16:colId xmlns:a16="http://schemas.microsoft.com/office/drawing/2014/main" val="2927134266"/>
                    </a:ext>
                  </a:extLst>
                </a:gridCol>
                <a:gridCol w="351102">
                  <a:extLst>
                    <a:ext uri="{9D8B030D-6E8A-4147-A177-3AD203B41FA5}">
                      <a16:colId xmlns:a16="http://schemas.microsoft.com/office/drawing/2014/main" val="453876193"/>
                    </a:ext>
                  </a:extLst>
                </a:gridCol>
                <a:gridCol w="351102">
                  <a:extLst>
                    <a:ext uri="{9D8B030D-6E8A-4147-A177-3AD203B41FA5}">
                      <a16:colId xmlns:a16="http://schemas.microsoft.com/office/drawing/2014/main" val="2789042025"/>
                    </a:ext>
                  </a:extLst>
                </a:gridCol>
                <a:gridCol w="351102">
                  <a:extLst>
                    <a:ext uri="{9D8B030D-6E8A-4147-A177-3AD203B41FA5}">
                      <a16:colId xmlns:a16="http://schemas.microsoft.com/office/drawing/2014/main" val="2907208444"/>
                    </a:ext>
                  </a:extLst>
                </a:gridCol>
                <a:gridCol w="351102">
                  <a:extLst>
                    <a:ext uri="{9D8B030D-6E8A-4147-A177-3AD203B41FA5}">
                      <a16:colId xmlns:a16="http://schemas.microsoft.com/office/drawing/2014/main" val="3081939206"/>
                    </a:ext>
                  </a:extLst>
                </a:gridCol>
                <a:gridCol w="351102">
                  <a:extLst>
                    <a:ext uri="{9D8B030D-6E8A-4147-A177-3AD203B41FA5}">
                      <a16:colId xmlns:a16="http://schemas.microsoft.com/office/drawing/2014/main" val="4088465695"/>
                    </a:ext>
                  </a:extLst>
                </a:gridCol>
                <a:gridCol w="351102">
                  <a:extLst>
                    <a:ext uri="{9D8B030D-6E8A-4147-A177-3AD203B41FA5}">
                      <a16:colId xmlns:a16="http://schemas.microsoft.com/office/drawing/2014/main" val="3937504668"/>
                    </a:ext>
                  </a:extLst>
                </a:gridCol>
                <a:gridCol w="351102">
                  <a:extLst>
                    <a:ext uri="{9D8B030D-6E8A-4147-A177-3AD203B41FA5}">
                      <a16:colId xmlns:a16="http://schemas.microsoft.com/office/drawing/2014/main" val="645534009"/>
                    </a:ext>
                  </a:extLst>
                </a:gridCol>
                <a:gridCol w="351102">
                  <a:extLst>
                    <a:ext uri="{9D8B030D-6E8A-4147-A177-3AD203B41FA5}">
                      <a16:colId xmlns:a16="http://schemas.microsoft.com/office/drawing/2014/main" val="3789986302"/>
                    </a:ext>
                  </a:extLst>
                </a:gridCol>
                <a:gridCol w="351102">
                  <a:extLst>
                    <a:ext uri="{9D8B030D-6E8A-4147-A177-3AD203B41FA5}">
                      <a16:colId xmlns:a16="http://schemas.microsoft.com/office/drawing/2014/main" val="370382356"/>
                    </a:ext>
                  </a:extLst>
                </a:gridCol>
                <a:gridCol w="351102">
                  <a:extLst>
                    <a:ext uri="{9D8B030D-6E8A-4147-A177-3AD203B41FA5}">
                      <a16:colId xmlns:a16="http://schemas.microsoft.com/office/drawing/2014/main" val="2302158830"/>
                    </a:ext>
                  </a:extLst>
                </a:gridCol>
              </a:tblGrid>
              <a:tr h="166542">
                <a:tc rowSpan="2">
                  <a:txBody>
                    <a:bodyPr/>
                    <a:lstStyle/>
                    <a:p>
                      <a:pPr algn="ctr" fontAlgn="ctr"/>
                      <a:r>
                        <a:rPr lang="ko-KR" altLang="en-US" sz="800" b="0" i="0" u="none" strike="noStrike" dirty="0">
                          <a:solidFill>
                            <a:schemeClr val="bg1"/>
                          </a:solidFill>
                          <a:effectLst/>
                          <a:latin typeface="+mn-ea"/>
                          <a:ea typeface="+mn-ea"/>
                        </a:rPr>
                        <a:t>분야</a:t>
                      </a:r>
                    </a:p>
                  </a:txBody>
                  <a:tcPr marL="0" marR="0" marT="0" marB="0" anchor="ctr">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gridSpan="2">
                  <a:txBody>
                    <a:bodyPr/>
                    <a:lstStyle/>
                    <a:p>
                      <a:pPr algn="ctr" fontAlgn="ctr"/>
                      <a:r>
                        <a:rPr lang="ko-KR" altLang="en-US" sz="800" u="none" strike="noStrike" dirty="0">
                          <a:solidFill>
                            <a:schemeClr val="bg1"/>
                          </a:solidFill>
                          <a:effectLst/>
                          <a:latin typeface="+mn-ea"/>
                          <a:ea typeface="+mn-ea"/>
                        </a:rPr>
                        <a:t>상위</a:t>
                      </a:r>
                      <a:r>
                        <a:rPr lang="en-US" altLang="ko-KR" sz="800" u="none" strike="noStrike" dirty="0">
                          <a:solidFill>
                            <a:schemeClr val="bg1"/>
                          </a:solidFill>
                          <a:effectLst/>
                          <a:latin typeface="+mn-ea"/>
                          <a:ea typeface="+mn-ea"/>
                        </a:rPr>
                        <a:t> ~</a:t>
                      </a:r>
                      <a:r>
                        <a:rPr lang="ko-KR" altLang="en-US" sz="800" u="none" strike="noStrike" dirty="0">
                          <a:solidFill>
                            <a:schemeClr val="bg1"/>
                          </a:solidFill>
                          <a:effectLst/>
                          <a:latin typeface="+mn-ea"/>
                          <a:ea typeface="+mn-ea"/>
                        </a:rPr>
                        <a:t> </a:t>
                      </a:r>
                      <a:r>
                        <a:rPr lang="en-US" altLang="ko-KR" sz="800" u="none" strike="noStrike" dirty="0">
                          <a:solidFill>
                            <a:schemeClr val="bg1"/>
                          </a:solidFill>
                          <a:effectLst/>
                          <a:latin typeface="+mn-ea"/>
                          <a:ea typeface="+mn-ea"/>
                        </a:rPr>
                        <a:t>20%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ko-KR" altLang="en-US"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gridSpan="2">
                  <a:txBody>
                    <a:bodyPr/>
                    <a:lstStyle/>
                    <a:p>
                      <a:pPr algn="ctr" fontAlgn="ctr"/>
                      <a:r>
                        <a:rPr lang="ko-KR" altLang="en-US" sz="800" u="none" strike="noStrike" dirty="0">
                          <a:solidFill>
                            <a:schemeClr val="bg1"/>
                          </a:solidFill>
                          <a:effectLst/>
                          <a:latin typeface="+mn-ea"/>
                          <a:ea typeface="+mn-ea"/>
                        </a:rPr>
                        <a:t>상위 </a:t>
                      </a:r>
                      <a:r>
                        <a:rPr lang="en-US" altLang="ko-KR" sz="800" u="none" strike="noStrike" dirty="0">
                          <a:solidFill>
                            <a:schemeClr val="bg1"/>
                          </a:solidFill>
                          <a:effectLst/>
                          <a:latin typeface="+mn-ea"/>
                          <a:ea typeface="+mn-ea"/>
                        </a:rPr>
                        <a:t>~ 40%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gridSpan="2">
                  <a:txBody>
                    <a:bodyPr/>
                    <a:lstStyle/>
                    <a:p>
                      <a:pPr algn="ctr" fontAlgn="ctr"/>
                      <a:r>
                        <a:rPr lang="ko-KR" altLang="en-US" sz="800" u="none" strike="noStrike" dirty="0">
                          <a:solidFill>
                            <a:schemeClr val="bg1"/>
                          </a:solidFill>
                          <a:effectLst/>
                          <a:latin typeface="+mn-ea"/>
                          <a:ea typeface="+mn-ea"/>
                        </a:rPr>
                        <a:t>상위 </a:t>
                      </a:r>
                      <a:r>
                        <a:rPr lang="en-US" altLang="ko-KR" sz="800" u="none" strike="noStrike" dirty="0">
                          <a:solidFill>
                            <a:schemeClr val="bg1"/>
                          </a:solidFill>
                          <a:effectLst/>
                          <a:latin typeface="+mn-ea"/>
                          <a:ea typeface="+mn-ea"/>
                        </a:rPr>
                        <a:t>~ 60%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gridSpan="2">
                  <a:txBody>
                    <a:bodyPr/>
                    <a:lstStyle/>
                    <a:p>
                      <a:pPr algn="ctr" fontAlgn="ctr"/>
                      <a:r>
                        <a:rPr lang="ko-KR" altLang="en-US" sz="800" u="none" strike="noStrike" dirty="0">
                          <a:solidFill>
                            <a:schemeClr val="bg1"/>
                          </a:solidFill>
                          <a:effectLst/>
                          <a:latin typeface="+mn-ea"/>
                          <a:ea typeface="+mn-ea"/>
                        </a:rPr>
                        <a:t>상위</a:t>
                      </a:r>
                      <a:r>
                        <a:rPr lang="en-US" altLang="ko-KR" sz="800" u="none" strike="noStrike" dirty="0">
                          <a:solidFill>
                            <a:schemeClr val="bg1"/>
                          </a:solidFill>
                          <a:effectLst/>
                          <a:latin typeface="+mn-ea"/>
                          <a:ea typeface="+mn-ea"/>
                        </a:rPr>
                        <a:t> ~ 80%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gridSpan="2">
                  <a:txBody>
                    <a:bodyPr/>
                    <a:lstStyle/>
                    <a:p>
                      <a:pPr algn="ctr" fontAlgn="ctr"/>
                      <a:r>
                        <a:rPr lang="ko-KR" altLang="en-US" sz="800" u="none" strike="noStrike" dirty="0">
                          <a:solidFill>
                            <a:schemeClr val="bg1"/>
                          </a:solidFill>
                          <a:effectLst/>
                          <a:latin typeface="+mn-ea"/>
                          <a:ea typeface="+mn-ea"/>
                        </a:rPr>
                        <a:t>상위 </a:t>
                      </a:r>
                      <a:r>
                        <a:rPr lang="en-US" altLang="ko-KR" sz="800" u="none" strike="noStrike" dirty="0">
                          <a:solidFill>
                            <a:schemeClr val="bg1"/>
                          </a:solidFill>
                          <a:effectLst/>
                          <a:latin typeface="+mn-ea"/>
                          <a:ea typeface="+mn-ea"/>
                        </a:rPr>
                        <a:t>~100%</a:t>
                      </a:r>
                    </a:p>
                  </a:txBody>
                  <a:tcPr marL="0" marR="0" marT="0" marB="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12E55"/>
                    </a:solidFill>
                  </a:tcPr>
                </a:tc>
                <a:tc hMerge="1">
                  <a:txBody>
                    <a:bodyPr/>
                    <a:lstStyle/>
                    <a:p>
                      <a:pPr algn="ctr" fontAlgn="ctr"/>
                      <a:endParaRPr lang="ko-KR" altLang="en-US" sz="800" b="0" i="0" u="none" strike="noStrike" dirty="0">
                        <a:solidFill>
                          <a:schemeClr val="bg1"/>
                        </a:solidFill>
                        <a:effectLst/>
                        <a:latin typeface="+mn-ea"/>
                        <a:ea typeface="+mn-ea"/>
                      </a:endParaRPr>
                    </a:p>
                  </a:txBody>
                  <a:tcPr marL="0" marR="0" marT="0" marB="0" anchor="ctr">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extLst>
                  <a:ext uri="{0D108BD9-81ED-4DB2-BD59-A6C34878D82A}">
                    <a16:rowId xmlns:a16="http://schemas.microsoft.com/office/drawing/2014/main" val="3627044472"/>
                  </a:ext>
                </a:extLst>
              </a:tr>
              <a:tr h="166542">
                <a:tc vMerge="1">
                  <a:txBody>
                    <a:bodyPr/>
                    <a:lstStyle/>
                    <a:p>
                      <a:pPr algn="ctr" fontAlgn="ctr"/>
                      <a:endParaRPr lang="ko-KR" altLang="en-US" sz="800" b="0" i="0" u="none" strike="noStrike" dirty="0">
                        <a:solidFill>
                          <a:schemeClr val="bg1"/>
                        </a:solidFill>
                        <a:effectLst/>
                        <a:latin typeface="+mn-ea"/>
                        <a:ea typeface="+mn-ea"/>
                      </a:endParaRPr>
                    </a:p>
                  </a:txBody>
                  <a:tcPr marL="0" marR="0" marT="0" marB="0" anchor="ctr">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err="1">
                          <a:solidFill>
                            <a:schemeClr val="bg1"/>
                          </a:solidFill>
                          <a:effectLst/>
                          <a:latin typeface="+mn-ea"/>
                          <a:ea typeface="+mn-ea"/>
                        </a:rPr>
                        <a:t>누적값</a:t>
                      </a:r>
                      <a:endParaRPr lang="ko-KR" altLang="en-US"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a:solidFill>
                            <a:schemeClr val="bg1"/>
                          </a:solidFill>
                          <a:effectLst/>
                          <a:latin typeface="+mn-ea"/>
                          <a:ea typeface="+mn-ea"/>
                        </a:rPr>
                        <a:t>비중</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err="1">
                          <a:solidFill>
                            <a:schemeClr val="bg1"/>
                          </a:solidFill>
                          <a:effectLst/>
                          <a:latin typeface="+mn-ea"/>
                          <a:ea typeface="+mn-ea"/>
                        </a:rPr>
                        <a:t>누적값</a:t>
                      </a: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a:solidFill>
                            <a:schemeClr val="bg1"/>
                          </a:solidFill>
                          <a:effectLst/>
                          <a:latin typeface="+mn-ea"/>
                          <a:ea typeface="+mn-ea"/>
                        </a:rPr>
                        <a:t>비중</a:t>
                      </a: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err="1">
                          <a:solidFill>
                            <a:schemeClr val="bg1"/>
                          </a:solidFill>
                          <a:effectLst/>
                          <a:latin typeface="+mn-ea"/>
                          <a:ea typeface="+mn-ea"/>
                        </a:rPr>
                        <a:t>누적값</a:t>
                      </a:r>
                      <a:endParaRPr lang="ko-KR" altLang="en-US"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a:solidFill>
                            <a:schemeClr val="bg1"/>
                          </a:solidFill>
                          <a:effectLst/>
                          <a:latin typeface="+mn-ea"/>
                          <a:ea typeface="+mn-ea"/>
                        </a:rPr>
                        <a:t>비중</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err="1">
                          <a:solidFill>
                            <a:schemeClr val="bg1"/>
                          </a:solidFill>
                          <a:effectLst/>
                          <a:latin typeface="+mn-ea"/>
                          <a:ea typeface="+mn-ea"/>
                        </a:rPr>
                        <a:t>누적값</a:t>
                      </a: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a:solidFill>
                            <a:schemeClr val="bg1"/>
                          </a:solidFill>
                          <a:effectLst/>
                          <a:latin typeface="+mn-ea"/>
                          <a:ea typeface="+mn-ea"/>
                        </a:rPr>
                        <a:t>비중</a:t>
                      </a: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err="1">
                          <a:solidFill>
                            <a:schemeClr val="bg1"/>
                          </a:solidFill>
                          <a:effectLst/>
                          <a:latin typeface="+mn-ea"/>
                          <a:ea typeface="+mn-ea"/>
                        </a:rPr>
                        <a:t>누적값</a:t>
                      </a: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tc>
                  <a:txBody>
                    <a:bodyPr/>
                    <a:lstStyle/>
                    <a:p>
                      <a:pPr algn="ctr" fontAlgn="ctr"/>
                      <a:r>
                        <a:rPr lang="ko-KR" altLang="en-US" sz="800" b="0" i="0" u="none" strike="noStrike" dirty="0">
                          <a:solidFill>
                            <a:schemeClr val="bg1"/>
                          </a:solidFill>
                          <a:effectLst/>
                          <a:latin typeface="+mn-ea"/>
                          <a:ea typeface="+mn-ea"/>
                        </a:rPr>
                        <a:t>비중</a:t>
                      </a:r>
                      <a:endParaRPr lang="en-US" altLang="ko-KR" sz="800" b="0" i="0" u="none" strike="noStrike" dirty="0">
                        <a:solidFill>
                          <a:schemeClr val="bg1"/>
                        </a:solidFill>
                        <a:effectLst/>
                        <a:latin typeface="+mn-ea"/>
                        <a:ea typeface="+mn-ea"/>
                      </a:endParaRPr>
                    </a:p>
                  </a:txBody>
                  <a:tcPr marL="0" marR="0" marT="0" marB="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12E55"/>
                    </a:solidFill>
                  </a:tcPr>
                </a:tc>
                <a:extLst>
                  <a:ext uri="{0D108BD9-81ED-4DB2-BD59-A6C34878D82A}">
                    <a16:rowId xmlns:a16="http://schemas.microsoft.com/office/drawing/2014/main" val="4092088754"/>
                  </a:ext>
                </a:extLst>
              </a:tr>
              <a:tr h="166542">
                <a:tc>
                  <a:txBody>
                    <a:bodyPr/>
                    <a:lstStyle/>
                    <a:p>
                      <a:pPr marL="0" algn="ctr" defTabSz="914400" rtl="0" eaLnBrk="1" fontAlgn="ctr" latinLnBrk="0" hangingPunct="1"/>
                      <a:r>
                        <a:rPr lang="ko-KR" altLang="en-US" sz="800" u="none" strike="noStrike" kern="1200" dirty="0">
                          <a:solidFill>
                            <a:schemeClr val="tx2">
                              <a:lumMod val="75000"/>
                            </a:schemeClr>
                          </a:solidFill>
                          <a:effectLst/>
                          <a:latin typeface="+mn-ea"/>
                          <a:ea typeface="+mn-ea"/>
                          <a:cs typeface="+mn-cs"/>
                        </a:rPr>
                        <a:t>인공지능</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50.0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66.7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83.3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097235903"/>
                  </a:ext>
                </a:extLst>
              </a:tr>
              <a:tr h="166542">
                <a:tc>
                  <a:txBody>
                    <a:bodyPr/>
                    <a:lstStyle/>
                    <a:p>
                      <a:pPr marL="0" algn="ctr" defTabSz="914400" rtl="0" eaLnBrk="1" fontAlgn="ctr" latinLnBrk="1" hangingPunct="1"/>
                      <a:r>
                        <a:rPr lang="ko-KR" altLang="en-US" sz="800" u="none" strike="noStrike" kern="1200" dirty="0">
                          <a:solidFill>
                            <a:schemeClr val="dk1"/>
                          </a:solidFill>
                          <a:effectLst/>
                          <a:latin typeface="+mn-ea"/>
                          <a:ea typeface="+mn-ea"/>
                          <a:cs typeface="+mn-cs"/>
                        </a:rPr>
                        <a:t>사물인터넷</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dirty="0">
                          <a:solidFill>
                            <a:schemeClr val="dk1"/>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49091222"/>
                  </a:ext>
                </a:extLst>
              </a:tr>
              <a:tr h="166542">
                <a:tc>
                  <a:txBody>
                    <a:bodyPr/>
                    <a:lstStyle/>
                    <a:p>
                      <a:pPr marL="0" algn="ctr" defTabSz="914400" rtl="0" eaLnBrk="1" fontAlgn="ctr" latinLnBrk="1" hangingPunct="1"/>
                      <a:r>
                        <a:rPr lang="ko-KR" altLang="en-US" sz="800" u="none" strike="noStrike" kern="1200" dirty="0">
                          <a:solidFill>
                            <a:schemeClr val="dk1"/>
                          </a:solidFill>
                          <a:effectLst/>
                          <a:latin typeface="+mn-ea"/>
                          <a:ea typeface="+mn-ea"/>
                          <a:cs typeface="+mn-cs"/>
                        </a:rPr>
                        <a:t>메타버스</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66.7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66.7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dirty="0">
                          <a:solidFill>
                            <a:schemeClr val="dk1"/>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25109579"/>
                  </a:ext>
                </a:extLst>
              </a:tr>
              <a:tr h="166542">
                <a:tc>
                  <a:txBody>
                    <a:bodyPr/>
                    <a:lstStyle/>
                    <a:p>
                      <a:pPr marL="0" algn="ctr" defTabSz="914400" rtl="0" eaLnBrk="1" fontAlgn="ctr" latinLnBrk="0" hangingPunct="1"/>
                      <a:r>
                        <a:rPr lang="ko-KR" altLang="en-US" sz="800" u="none" strike="noStrike" kern="1200" dirty="0">
                          <a:solidFill>
                            <a:schemeClr val="tx2">
                              <a:lumMod val="75000"/>
                            </a:schemeClr>
                          </a:solidFill>
                          <a:effectLst/>
                          <a:latin typeface="+mn-ea"/>
                          <a:ea typeface="+mn-ea"/>
                          <a:cs typeface="+mn-cs"/>
                        </a:rPr>
                        <a:t>일반 </a:t>
                      </a:r>
                      <a:r>
                        <a:rPr lang="en-US" sz="800" u="none" strike="noStrike" kern="1200" dirty="0">
                          <a:solidFill>
                            <a:schemeClr val="tx2">
                              <a:lumMod val="75000"/>
                            </a:schemeClr>
                          </a:solidFill>
                          <a:effectLst/>
                          <a:latin typeface="+mn-ea"/>
                          <a:ea typeface="+mn-ea"/>
                          <a:cs typeface="+mn-cs"/>
                        </a:rPr>
                        <a:t>S/W</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85.7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a:solidFill>
                            <a:schemeClr val="tx2">
                              <a:lumMod val="75000"/>
                            </a:schemeClr>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85.7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85.7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85.7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7</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906783108"/>
                  </a:ext>
                </a:extLst>
              </a:tr>
              <a:tr h="166542">
                <a:tc>
                  <a:txBody>
                    <a:bodyPr/>
                    <a:lstStyle/>
                    <a:p>
                      <a:pPr marL="0" algn="ctr" defTabSz="914400" rtl="0" eaLnBrk="1" fontAlgn="ctr" latinLnBrk="1" hangingPunct="1"/>
                      <a:r>
                        <a:rPr lang="ko-KR" altLang="en-US" sz="800" u="none" strike="noStrike" kern="1200" dirty="0">
                          <a:solidFill>
                            <a:schemeClr val="dk1"/>
                          </a:solidFill>
                          <a:effectLst/>
                          <a:latin typeface="+mn-ea"/>
                          <a:ea typeface="+mn-ea"/>
                          <a:cs typeface="+mn-cs"/>
                        </a:rPr>
                        <a:t>블록체인</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66.7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22951344"/>
                  </a:ext>
                </a:extLst>
              </a:tr>
              <a:tr h="166542">
                <a:tc>
                  <a:txBody>
                    <a:bodyPr/>
                    <a:lstStyle/>
                    <a:p>
                      <a:pPr marL="0" algn="ctr" defTabSz="914400" rtl="0" eaLnBrk="1" fontAlgn="ctr" latinLnBrk="0" hangingPunct="1"/>
                      <a:r>
                        <a:rPr lang="ko-KR" altLang="en-US" sz="800" u="none" strike="noStrike" kern="1200" dirty="0">
                          <a:solidFill>
                            <a:schemeClr val="tx2">
                              <a:lumMod val="75000"/>
                            </a:schemeClr>
                          </a:solidFill>
                          <a:effectLst/>
                          <a:latin typeface="+mn-ea"/>
                          <a:ea typeface="+mn-ea"/>
                          <a:cs typeface="+mn-cs"/>
                        </a:rPr>
                        <a:t>빅데이터</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50.0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buNone/>
                      </a:pPr>
                      <a:r>
                        <a:rPr lang="en-US" altLang="ko-KR" sz="800" u="none" strike="noStrike" kern="1200" dirty="0">
                          <a:solidFill>
                            <a:schemeClr val="tx2">
                              <a:lumMod val="75000"/>
                            </a:schemeClr>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878588169"/>
                  </a:ext>
                </a:extLst>
              </a:tr>
              <a:tr h="166542">
                <a:tc>
                  <a:txBody>
                    <a:bodyPr/>
                    <a:lstStyle/>
                    <a:p>
                      <a:pPr marL="0" algn="ctr" defTabSz="914400" rtl="0" eaLnBrk="1" fontAlgn="ctr" latinLnBrk="1" hangingPunct="1"/>
                      <a:r>
                        <a:rPr lang="ko-KR" altLang="en-US" sz="800" u="none" strike="noStrike" kern="1200" dirty="0">
                          <a:solidFill>
                            <a:schemeClr val="dk1"/>
                          </a:solidFill>
                          <a:effectLst/>
                          <a:latin typeface="+mn-ea"/>
                          <a:ea typeface="+mn-ea"/>
                          <a:cs typeface="+mn-cs"/>
                        </a:rPr>
                        <a:t>사이버 보안</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40.0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73.3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55035409"/>
                  </a:ext>
                </a:extLst>
              </a:tr>
              <a:tr h="166542">
                <a:tc>
                  <a:txBody>
                    <a:bodyPr/>
                    <a:lstStyle/>
                    <a:p>
                      <a:pPr marL="0" algn="ctr" defTabSz="914400" rtl="0" eaLnBrk="1" fontAlgn="ctr" latinLnBrk="1" hangingPunct="1"/>
                      <a:r>
                        <a:rPr lang="en-US" sz="800" u="none" strike="noStrike" kern="1200" dirty="0">
                          <a:solidFill>
                            <a:schemeClr val="dk1"/>
                          </a:solidFill>
                          <a:effectLst/>
                          <a:latin typeface="+mn-ea"/>
                          <a:ea typeface="+mn-ea"/>
                          <a:cs typeface="+mn-cs"/>
                        </a:rPr>
                        <a:t>3D </a:t>
                      </a:r>
                      <a:r>
                        <a:rPr lang="ko-KR" altLang="en-US" sz="800" u="none" strike="noStrike" kern="1200" dirty="0">
                          <a:solidFill>
                            <a:schemeClr val="dk1"/>
                          </a:solidFill>
                          <a:effectLst/>
                          <a:latin typeface="+mn-ea"/>
                          <a:ea typeface="+mn-ea"/>
                          <a:cs typeface="+mn-cs"/>
                        </a:rPr>
                        <a:t>프린팅</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57967497"/>
                  </a:ext>
                </a:extLst>
              </a:tr>
              <a:tr h="166542">
                <a:tc>
                  <a:txBody>
                    <a:bodyPr/>
                    <a:lstStyle/>
                    <a:p>
                      <a:pPr marL="0" algn="ctr" defTabSz="914400" rtl="0" eaLnBrk="1" fontAlgn="ctr" latinLnBrk="1" hangingPunct="1"/>
                      <a:r>
                        <a:rPr lang="ko-KR" altLang="en-US" sz="800" u="none" strike="noStrike" kern="1200" dirty="0">
                          <a:solidFill>
                            <a:schemeClr val="dk1"/>
                          </a:solidFill>
                          <a:effectLst/>
                          <a:latin typeface="+mn-ea"/>
                          <a:ea typeface="+mn-ea"/>
                          <a:cs typeface="+mn-cs"/>
                        </a:rPr>
                        <a:t>첨단소재</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25.0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62.5</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75.0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7</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87.5</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8</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dirty="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5956108"/>
                  </a:ext>
                </a:extLst>
              </a:tr>
              <a:tr h="166542">
                <a:tc>
                  <a:txBody>
                    <a:bodyPr/>
                    <a:lstStyle/>
                    <a:p>
                      <a:pPr marL="0" algn="ctr" defTabSz="914400" rtl="0" eaLnBrk="1" fontAlgn="ctr" latinLnBrk="1" hangingPunct="1"/>
                      <a:r>
                        <a:rPr lang="ko-KR" altLang="en-US" sz="800" u="none" strike="noStrike" kern="1200" dirty="0">
                          <a:solidFill>
                            <a:schemeClr val="dk1"/>
                          </a:solidFill>
                          <a:effectLst/>
                          <a:latin typeface="+mn-ea"/>
                          <a:ea typeface="+mn-ea"/>
                          <a:cs typeface="+mn-cs"/>
                        </a:rPr>
                        <a:t>반도체</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25.0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75.0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32417639"/>
                  </a:ext>
                </a:extLst>
              </a:tr>
              <a:tr h="166542">
                <a:tc>
                  <a:txBody>
                    <a:bodyPr/>
                    <a:lstStyle/>
                    <a:p>
                      <a:pPr marL="0" algn="ctr" defTabSz="914400" rtl="0" eaLnBrk="1" fontAlgn="ctr" latinLnBrk="1" hangingPunct="1"/>
                      <a:r>
                        <a:rPr lang="ko-KR" altLang="en-US" sz="800" u="none" strike="noStrike" kern="1200" dirty="0" err="1">
                          <a:solidFill>
                            <a:schemeClr val="dk1"/>
                          </a:solidFill>
                          <a:effectLst/>
                          <a:latin typeface="+mn-ea"/>
                          <a:ea typeface="+mn-ea"/>
                          <a:cs typeface="+mn-cs"/>
                        </a:rPr>
                        <a:t>드론</a:t>
                      </a:r>
                      <a:endParaRPr lang="ko-KR" altLang="en-US" sz="800" u="none" strike="noStrike" kern="1200" dirty="0">
                        <a:solidFill>
                          <a:schemeClr val="dk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60453290"/>
                  </a:ext>
                </a:extLst>
              </a:tr>
              <a:tr h="166542">
                <a:tc>
                  <a:txBody>
                    <a:bodyPr/>
                    <a:lstStyle/>
                    <a:p>
                      <a:pPr marL="0" algn="ctr" defTabSz="914400" rtl="0" eaLnBrk="1" fontAlgn="ctr" latinLnBrk="1" hangingPunct="1"/>
                      <a:r>
                        <a:rPr lang="ko-KR" altLang="en-US" sz="800" u="none" strike="noStrike" kern="1200" dirty="0" err="1">
                          <a:solidFill>
                            <a:schemeClr val="dk1"/>
                          </a:solidFill>
                          <a:effectLst/>
                          <a:latin typeface="+mn-ea"/>
                          <a:ea typeface="+mn-ea"/>
                          <a:cs typeface="+mn-cs"/>
                        </a:rPr>
                        <a:t>에코업</a:t>
                      </a:r>
                      <a:endParaRPr lang="ko-KR" altLang="en-US" sz="800" u="none" strike="noStrike" kern="1200" dirty="0">
                        <a:solidFill>
                          <a:schemeClr val="dk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14.8</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37.0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59.3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81.5</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27</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39316209"/>
                  </a:ext>
                </a:extLst>
              </a:tr>
              <a:tr h="166542">
                <a:tc>
                  <a:txBody>
                    <a:bodyPr/>
                    <a:lstStyle/>
                    <a:p>
                      <a:pPr marL="0" algn="ctr" defTabSz="914400" rtl="0" eaLnBrk="1" fontAlgn="ctr" latinLnBrk="1" hangingPunct="1"/>
                      <a:r>
                        <a:rPr lang="ko-KR" altLang="en-US" sz="800" u="none" strike="noStrike" kern="1200" dirty="0">
                          <a:solidFill>
                            <a:schemeClr val="dk1"/>
                          </a:solidFill>
                          <a:effectLst/>
                          <a:latin typeface="+mn-ea"/>
                          <a:ea typeface="+mn-ea"/>
                          <a:cs typeface="+mn-cs"/>
                        </a:rPr>
                        <a:t>신재생에너지</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dirty="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12.5</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12.5</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25.0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4</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50.0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8</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33181667"/>
                  </a:ext>
                </a:extLst>
              </a:tr>
              <a:tr h="166542">
                <a:tc>
                  <a:txBody>
                    <a:bodyPr/>
                    <a:lstStyle/>
                    <a:p>
                      <a:pPr marL="0" algn="ctr" defTabSz="914400" rtl="0" eaLnBrk="1" fontAlgn="ctr" latinLnBrk="1" hangingPunct="1"/>
                      <a:r>
                        <a:rPr lang="ko-KR" altLang="en-US" sz="800" u="none" strike="noStrike" kern="1200" dirty="0">
                          <a:solidFill>
                            <a:schemeClr val="dk1"/>
                          </a:solidFill>
                          <a:effectLst/>
                          <a:latin typeface="+mn-ea"/>
                          <a:ea typeface="+mn-ea"/>
                          <a:cs typeface="+mn-cs"/>
                        </a:rPr>
                        <a:t>클라우드</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82432098"/>
                  </a:ext>
                </a:extLst>
              </a:tr>
              <a:tr h="166542">
                <a:tc>
                  <a:txBody>
                    <a:bodyPr/>
                    <a:lstStyle/>
                    <a:p>
                      <a:pPr marL="0" algn="ctr" defTabSz="914400" rtl="0" eaLnBrk="1" fontAlgn="ctr" latinLnBrk="1" hangingPunct="1"/>
                      <a:r>
                        <a:rPr lang="en-US" sz="800" u="none" strike="noStrike" kern="1200">
                          <a:solidFill>
                            <a:schemeClr val="dk1"/>
                          </a:solidFill>
                          <a:effectLst/>
                          <a:latin typeface="+mn-ea"/>
                          <a:ea typeface="+mn-ea"/>
                          <a:cs typeface="+mn-cs"/>
                        </a:rPr>
                        <a:t>5G·6G</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16.7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83.3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98204169"/>
                  </a:ext>
                </a:extLst>
              </a:tr>
              <a:tr h="166542">
                <a:tc>
                  <a:txBody>
                    <a:bodyPr/>
                    <a:lstStyle/>
                    <a:p>
                      <a:pPr marL="0" algn="ctr" defTabSz="914400" rtl="0" eaLnBrk="1" fontAlgn="ctr" latinLnBrk="1" hangingPunct="1"/>
                      <a:r>
                        <a:rPr lang="ko-KR" altLang="en-US" sz="800" u="none" strike="noStrike" kern="1200" dirty="0">
                          <a:solidFill>
                            <a:schemeClr val="dk1"/>
                          </a:solidFill>
                          <a:effectLst/>
                          <a:latin typeface="+mn-ea"/>
                          <a:ea typeface="+mn-ea"/>
                          <a:cs typeface="+mn-cs"/>
                        </a:rPr>
                        <a:t>이차전지</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50.0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67292867"/>
                  </a:ext>
                </a:extLst>
              </a:tr>
              <a:tr h="166542">
                <a:tc>
                  <a:txBody>
                    <a:bodyPr/>
                    <a:lstStyle/>
                    <a:p>
                      <a:pPr marL="0" algn="ctr" defTabSz="914400" rtl="0" eaLnBrk="1" fontAlgn="ctr" latinLnBrk="1" hangingPunct="1"/>
                      <a:r>
                        <a:rPr lang="ko-KR" altLang="en-US" sz="800" u="none" strike="noStrike" kern="1200" dirty="0">
                          <a:solidFill>
                            <a:schemeClr val="dk1"/>
                          </a:solidFill>
                          <a:effectLst/>
                          <a:latin typeface="+mn-ea"/>
                          <a:ea typeface="+mn-ea"/>
                          <a:cs typeface="+mn-cs"/>
                        </a:rPr>
                        <a:t>디스플레이</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dirty="0">
                          <a:solidFill>
                            <a:schemeClr val="dk1"/>
                          </a:solidFill>
                          <a:effectLst/>
                          <a:latin typeface="+mn-ea"/>
                          <a:ea typeface="+mn-ea"/>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14.3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14.3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28.6</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7</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81055263"/>
                  </a:ext>
                </a:extLst>
              </a:tr>
              <a:tr h="166542">
                <a:tc>
                  <a:txBody>
                    <a:bodyPr/>
                    <a:lstStyle/>
                    <a:p>
                      <a:pPr marL="0" algn="ctr" defTabSz="914400" rtl="0" eaLnBrk="1" fontAlgn="ctr" latinLnBrk="1" hangingPunct="1"/>
                      <a:r>
                        <a:rPr lang="ko-KR" altLang="en-US" sz="800" u="none" strike="noStrike" kern="1200" dirty="0">
                          <a:solidFill>
                            <a:schemeClr val="dk1"/>
                          </a:solidFill>
                          <a:effectLst/>
                          <a:latin typeface="+mn-ea"/>
                          <a:ea typeface="+mn-ea"/>
                          <a:cs typeface="+mn-cs"/>
                        </a:rPr>
                        <a:t>나노</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52577779"/>
                  </a:ext>
                </a:extLst>
              </a:tr>
              <a:tr h="166542">
                <a:tc>
                  <a:txBody>
                    <a:bodyPr/>
                    <a:lstStyle/>
                    <a:p>
                      <a:pPr marL="0" algn="ctr" defTabSz="914400" rtl="0" eaLnBrk="1" fontAlgn="ctr" latinLnBrk="1" hangingPunct="1"/>
                      <a:r>
                        <a:rPr lang="ko-KR" altLang="en-US" sz="800" u="none" strike="noStrike" kern="1200" dirty="0">
                          <a:solidFill>
                            <a:schemeClr val="dk1"/>
                          </a:solidFill>
                          <a:effectLst/>
                          <a:latin typeface="+mn-ea"/>
                          <a:ea typeface="+mn-ea"/>
                          <a:cs typeface="+mn-cs"/>
                        </a:rPr>
                        <a:t>로봇</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16.7</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50.0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5</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83.3</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40396111"/>
                  </a:ext>
                </a:extLst>
              </a:tr>
              <a:tr h="166542">
                <a:tc>
                  <a:txBody>
                    <a:bodyPr/>
                    <a:lstStyle/>
                    <a:p>
                      <a:pPr marL="0" algn="ctr" defTabSz="914400" rtl="0" eaLnBrk="1" fontAlgn="ctr" latinLnBrk="1" hangingPunct="1"/>
                      <a:r>
                        <a:rPr lang="ko-KR" altLang="en-US" sz="800" u="none" strike="noStrike" kern="1200" dirty="0" err="1">
                          <a:solidFill>
                            <a:schemeClr val="dk1"/>
                          </a:solidFill>
                          <a:effectLst/>
                          <a:latin typeface="+mn-ea"/>
                          <a:ea typeface="+mn-ea"/>
                          <a:cs typeface="+mn-cs"/>
                        </a:rPr>
                        <a:t>바이오헬스</a:t>
                      </a:r>
                      <a:endParaRPr lang="ko-KR" altLang="en-US" sz="800" u="none" strike="noStrike" kern="1200" dirty="0">
                        <a:solidFill>
                          <a:schemeClr val="dk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dirty="0">
                          <a:solidFill>
                            <a:schemeClr val="dk1"/>
                          </a:solidFill>
                          <a:effectLst/>
                          <a:latin typeface="+mn-ea"/>
                          <a:ea typeface="+mn-ea"/>
                          <a:cs typeface="+mn-cs"/>
                        </a:rPr>
                        <a:t>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30.0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50.0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80.0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2167845"/>
                  </a:ext>
                </a:extLst>
              </a:tr>
              <a:tr h="166542">
                <a:tc>
                  <a:txBody>
                    <a:bodyPr/>
                    <a:lstStyle/>
                    <a:p>
                      <a:pPr marL="0" algn="ctr" defTabSz="914400" rtl="0" eaLnBrk="1" fontAlgn="ctr" latinLnBrk="1" hangingPunct="1"/>
                      <a:r>
                        <a:rPr lang="ko-KR" altLang="en-US" sz="800" u="none" strike="noStrike" kern="1200" dirty="0">
                          <a:solidFill>
                            <a:schemeClr val="dk1"/>
                          </a:solidFill>
                          <a:effectLst/>
                          <a:latin typeface="+mn-ea"/>
                          <a:ea typeface="+mn-ea"/>
                          <a:cs typeface="+mn-cs"/>
                        </a:rPr>
                        <a:t>수소</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dirty="0">
                          <a:solidFill>
                            <a:schemeClr val="dk1"/>
                          </a:solidFill>
                          <a:effectLst/>
                          <a:latin typeface="+mn-ea"/>
                          <a:ea typeface="+mn-ea"/>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a:solidFill>
                            <a:schemeClr val="dk1"/>
                          </a:solidFill>
                          <a:effectLst/>
                          <a:latin typeface="+mn-ea"/>
                          <a:ea typeface="+mn-ea"/>
                          <a:cs typeface="+mn-cs"/>
                        </a:rPr>
                        <a:t>2</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chemeClr val="tx1"/>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1" hangingPunct="1">
                        <a:buNone/>
                      </a:pPr>
                      <a:r>
                        <a:rPr lang="en-US" altLang="ko-KR" sz="800" u="none" strike="noStrike" kern="1200" dirty="0">
                          <a:solidFill>
                            <a:schemeClr val="dk1"/>
                          </a:solidFill>
                          <a:effectLst/>
                          <a:latin typeface="+mn-ea"/>
                          <a:ea typeface="+mn-ea"/>
                          <a:cs typeface="+mn-cs"/>
                        </a:rPr>
                        <a:t>100.0</a:t>
                      </a:r>
                    </a:p>
                  </a:txBody>
                  <a:tcPr marL="9525" marR="9525" marT="9525" marB="0" anchor="ctr">
                    <a:lnL w="6350" cap="flat" cmpd="sng" algn="ctr">
                      <a:solidFill>
                        <a:schemeClr val="tx1"/>
                      </a:solidFill>
                      <a:prstDash val="dot"/>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0391544"/>
                  </a:ext>
                </a:extLst>
              </a:tr>
            </a:tbl>
          </a:graphicData>
        </a:graphic>
      </p:graphicFrame>
      <p:sp>
        <p:nvSpPr>
          <p:cNvPr id="61" name="TextBox 60">
            <a:extLst>
              <a:ext uri="{FF2B5EF4-FFF2-40B4-BE49-F238E27FC236}">
                <a16:creationId xmlns:a16="http://schemas.microsoft.com/office/drawing/2014/main" id="{349B22AE-3B5D-58DC-B68F-4CBD4957AC04}"/>
              </a:ext>
            </a:extLst>
          </p:cNvPr>
          <p:cNvSpPr txBox="1"/>
          <p:nvPr/>
        </p:nvSpPr>
        <p:spPr>
          <a:xfrm>
            <a:off x="5060444" y="6273316"/>
            <a:ext cx="4428048" cy="215444"/>
          </a:xfrm>
          <a:prstGeom prst="rect">
            <a:avLst/>
          </a:prstGeom>
          <a:noFill/>
        </p:spPr>
        <p:txBody>
          <a:bodyPr wrap="square" rtlCol="0">
            <a:spAutoFit/>
          </a:bodyPr>
          <a:lstStyle/>
          <a:p>
            <a:pPr algn="l">
              <a:buNone/>
            </a:pPr>
            <a:r>
              <a:rPr lang="ko-KR" altLang="en-US" sz="800" dirty="0">
                <a:latin typeface="a고딕14" panose="02020600000000000000" pitchFamily="18" charset="-127"/>
                <a:ea typeface="a고딕14" panose="02020600000000000000" pitchFamily="18" charset="-127"/>
              </a:rPr>
              <a:t>* 전체 상위 </a:t>
            </a:r>
            <a:r>
              <a:rPr lang="en-US" altLang="ko-KR" sz="800" dirty="0">
                <a:latin typeface="a고딕14" panose="02020600000000000000" pitchFamily="18" charset="-127"/>
                <a:ea typeface="a고딕14" panose="02020600000000000000" pitchFamily="18" charset="-127"/>
              </a:rPr>
              <a:t>20%</a:t>
            </a:r>
            <a:r>
              <a:rPr lang="ko-KR" altLang="en-US" sz="800" dirty="0">
                <a:latin typeface="a고딕14" panose="02020600000000000000" pitchFamily="18" charset="-127"/>
                <a:ea typeface="a고딕14" panose="02020600000000000000" pitchFamily="18" charset="-127"/>
              </a:rPr>
              <a:t>에 속하는 </a:t>
            </a:r>
            <a:r>
              <a:rPr lang="ko-KR" altLang="en-US" sz="800" dirty="0" err="1">
                <a:latin typeface="a고딕14" panose="02020600000000000000" pitchFamily="18" charset="-127"/>
                <a:ea typeface="a고딕14" panose="02020600000000000000" pitchFamily="18" charset="-127"/>
              </a:rPr>
              <a:t>세분류</a:t>
            </a:r>
            <a:r>
              <a:rPr lang="ko-KR" altLang="en-US" sz="800" dirty="0">
                <a:latin typeface="a고딕14" panose="02020600000000000000" pitchFamily="18" charset="-127"/>
                <a:ea typeface="a고딕14" panose="02020600000000000000" pitchFamily="18" charset="-127"/>
              </a:rPr>
              <a:t> 내 해당분야 </a:t>
            </a:r>
            <a:r>
              <a:rPr lang="ko-KR" altLang="en-US" sz="800" dirty="0" err="1">
                <a:latin typeface="a고딕14" panose="02020600000000000000" pitchFamily="18" charset="-127"/>
                <a:ea typeface="a고딕14" panose="02020600000000000000" pitchFamily="18" charset="-127"/>
              </a:rPr>
              <a:t>세분류</a:t>
            </a:r>
            <a:r>
              <a:rPr lang="ko-KR" altLang="en-US" sz="800" dirty="0">
                <a:latin typeface="a고딕14" panose="02020600000000000000" pitchFamily="18" charset="-127"/>
                <a:ea typeface="a고딕14" panose="02020600000000000000" pitchFamily="18" charset="-127"/>
              </a:rPr>
              <a:t> 수 </a:t>
            </a:r>
            <a:r>
              <a:rPr lang="en-US" altLang="ko-KR" sz="800" dirty="0">
                <a:latin typeface="a고딕14" panose="02020600000000000000" pitchFamily="18" charset="-127"/>
                <a:ea typeface="a고딕14" panose="02020600000000000000" pitchFamily="18" charset="-127"/>
              </a:rPr>
              <a:t>50% </a:t>
            </a:r>
            <a:r>
              <a:rPr lang="ko-KR" altLang="en-US" sz="800" dirty="0">
                <a:latin typeface="a고딕14" panose="02020600000000000000" pitchFamily="18" charset="-127"/>
                <a:ea typeface="a고딕14" panose="02020600000000000000" pitchFamily="18" charset="-127"/>
              </a:rPr>
              <a:t>이상 분포하는 분야에 대해 </a:t>
            </a:r>
            <a:r>
              <a:rPr lang="ko-KR" altLang="en-US" sz="800" dirty="0" err="1">
                <a:latin typeface="a고딕14" panose="02020600000000000000" pitchFamily="18" charset="-127"/>
                <a:ea typeface="a고딕14" panose="02020600000000000000" pitchFamily="18" charset="-127"/>
              </a:rPr>
              <a:t>음영표기함</a:t>
            </a:r>
            <a:endParaRPr lang="ko-KR" altLang="en-US" sz="800" dirty="0">
              <a:latin typeface="a고딕14" panose="02020600000000000000" pitchFamily="18" charset="-127"/>
              <a:ea typeface="a고딕14" panose="02020600000000000000" pitchFamily="18" charset="-127"/>
            </a:endParaRPr>
          </a:p>
        </p:txBody>
      </p:sp>
    </p:spTree>
    <p:extLst>
      <p:ext uri="{BB962C8B-B14F-4D97-AF65-F5344CB8AC3E}">
        <p14:creationId xmlns:p14="http://schemas.microsoft.com/office/powerpoint/2010/main" val="1467731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96463-ACCF-AE29-77B7-00A403983027}"/>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B203E6D9-8756-C474-7AF7-DE211554C1A3}"/>
              </a:ext>
            </a:extLst>
          </p:cNvPr>
          <p:cNvSpPr>
            <a:spLocks noGrp="1"/>
          </p:cNvSpPr>
          <p:nvPr>
            <p:ph type="body" sz="quarter" idx="12"/>
          </p:nvPr>
        </p:nvSpPr>
        <p:spPr/>
        <p:txBody>
          <a:bodyPr vert="horz" wrap="square" lIns="0" tIns="45720" rIns="0" bIns="0" rtlCol="0">
            <a:noAutofit/>
          </a:bodyPr>
          <a:lstStyle/>
          <a:p>
            <a:pPr algn="l" latinLnBrk="0"/>
            <a:r>
              <a:rPr lang="ko-KR" altLang="ko-KR"/>
              <a:t>학습자</a:t>
            </a:r>
            <a:r>
              <a:rPr lang="en-US" altLang="ko-KR"/>
              <a:t> </a:t>
            </a:r>
            <a:r>
              <a:rPr lang="ko-KR" altLang="en-US"/>
              <a:t>및 </a:t>
            </a:r>
            <a:r>
              <a:rPr lang="ko-KR" altLang="ko-KR"/>
              <a:t>기업</a:t>
            </a:r>
            <a:r>
              <a:rPr lang="en-US" altLang="ko-KR"/>
              <a:t> HR </a:t>
            </a:r>
            <a:r>
              <a:rPr lang="ko-KR" altLang="en-US"/>
              <a:t>담당자를 대상으로 </a:t>
            </a:r>
            <a:r>
              <a:rPr lang="ko-KR" altLang="ko-KR" err="1"/>
              <a:t>정량·정성</a:t>
            </a:r>
            <a:r>
              <a:rPr lang="ko-KR" altLang="ko-KR"/>
              <a:t> 평가로 측정하기 어려운 </a:t>
            </a:r>
            <a:r>
              <a:rPr lang="ko-KR" altLang="ko-KR" err="1"/>
              <a:t>세분류</a:t>
            </a:r>
            <a:r>
              <a:rPr lang="ko-KR" altLang="ko-KR"/>
              <a:t> 단위 수요</a:t>
            </a:r>
            <a:r>
              <a:rPr lang="ko-KR" altLang="en-US"/>
              <a:t>에 대한  </a:t>
            </a:r>
            <a:r>
              <a:rPr lang="ko-KR" altLang="ko-KR"/>
              <a:t>설문조사</a:t>
            </a:r>
            <a:r>
              <a:rPr lang="ko-KR" altLang="en-US"/>
              <a:t>를 실시하여</a:t>
            </a:r>
            <a:r>
              <a:rPr lang="en-US" altLang="ko-KR"/>
              <a:t>, NCS </a:t>
            </a:r>
            <a:r>
              <a:rPr lang="ko-KR" altLang="en-US" err="1"/>
              <a:t>세분류</a:t>
            </a:r>
            <a:r>
              <a:rPr lang="ko-KR" altLang="en-US"/>
              <a:t> 선정의 </a:t>
            </a:r>
            <a:r>
              <a:rPr lang="ko-KR" altLang="ko-KR"/>
              <a:t>신뢰성과 현장 정합성을 확보하고자 함</a:t>
            </a:r>
            <a:endParaRPr lang="ko-KR" altLang="en-US"/>
          </a:p>
        </p:txBody>
      </p:sp>
      <p:sp>
        <p:nvSpPr>
          <p:cNvPr id="5" name="텍스트 개체 틀 4">
            <a:extLst>
              <a:ext uri="{FF2B5EF4-FFF2-40B4-BE49-F238E27FC236}">
                <a16:creationId xmlns:a16="http://schemas.microsoft.com/office/drawing/2014/main" id="{6CF9B4AF-E8DB-16F0-4973-CB1131E7D637}"/>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D19F5AF9-7E9D-EF38-F32B-90192D9CDC19}"/>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en-US" altLang="ko-KR" sz="1200" dirty="0">
                <a:solidFill>
                  <a:schemeClr val="bg1"/>
                </a:solidFill>
              </a:rPr>
              <a:t>Step3. </a:t>
            </a:r>
            <a:r>
              <a:rPr lang="ko-KR" altLang="en-US" sz="1200" dirty="0">
                <a:solidFill>
                  <a:schemeClr val="bg1"/>
                </a:solidFill>
              </a:rPr>
              <a:t>정량</a:t>
            </a:r>
            <a:r>
              <a:rPr lang="en-US" altLang="ko-KR" sz="1200" dirty="0">
                <a:solidFill>
                  <a:schemeClr val="bg1"/>
                </a:solidFill>
              </a:rPr>
              <a:t>·</a:t>
            </a:r>
            <a:r>
              <a:rPr lang="ko-KR" altLang="en-US" sz="1200" dirty="0">
                <a:solidFill>
                  <a:schemeClr val="bg1"/>
                </a:solidFill>
              </a:rPr>
              <a:t>정성</a:t>
            </a:r>
            <a:r>
              <a:rPr lang="en-US" altLang="ko-KR" sz="1200" dirty="0">
                <a:solidFill>
                  <a:schemeClr val="bg1"/>
                </a:solidFill>
              </a:rPr>
              <a:t> Data </a:t>
            </a:r>
            <a:r>
              <a:rPr lang="ko-KR" altLang="en-US" sz="1200" dirty="0">
                <a:solidFill>
                  <a:schemeClr val="bg1"/>
                </a:solidFill>
              </a:rPr>
              <a:t>기반 </a:t>
            </a:r>
            <a:r>
              <a:rPr lang="en-US" altLang="ko-KR" sz="1200" dirty="0">
                <a:solidFill>
                  <a:schemeClr val="bg1"/>
                </a:solidFill>
              </a:rPr>
              <a:t>NCS </a:t>
            </a:r>
            <a:r>
              <a:rPr lang="ko-KR" altLang="en-US" sz="1200" dirty="0" err="1">
                <a:solidFill>
                  <a:schemeClr val="bg1"/>
                </a:solidFill>
              </a:rPr>
              <a:t>세분류</a:t>
            </a:r>
            <a:r>
              <a:rPr lang="ko-KR" altLang="en-US" sz="1200" dirty="0">
                <a:solidFill>
                  <a:schemeClr val="bg1"/>
                </a:solidFill>
              </a:rPr>
              <a:t> 수요분석</a:t>
            </a:r>
          </a:p>
        </p:txBody>
      </p:sp>
      <p:sp>
        <p:nvSpPr>
          <p:cNvPr id="12" name="직사각형 11">
            <a:extLst>
              <a:ext uri="{FF2B5EF4-FFF2-40B4-BE49-F238E27FC236}">
                <a16:creationId xmlns:a16="http://schemas.microsoft.com/office/drawing/2014/main" id="{FCE319E3-59C2-8DDE-43BB-2D29A7AC454D}"/>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2. </a:t>
            </a:r>
            <a:r>
              <a:rPr lang="en-US" altLang="ko-KR" sz="1100" dirty="0">
                <a:solidFill>
                  <a:srgbClr val="003F56"/>
                </a:solidFill>
                <a:latin typeface="a고딕14"/>
                <a:ea typeface="a고딕14"/>
              </a:rPr>
              <a:t>NCS </a:t>
            </a:r>
            <a:r>
              <a:rPr lang="ko-KR" altLang="en-US" sz="1100" dirty="0" err="1">
                <a:solidFill>
                  <a:srgbClr val="003F56"/>
                </a:solidFill>
                <a:latin typeface="a고딕14"/>
                <a:ea typeface="a고딕14"/>
              </a:rPr>
              <a:t>세분류</a:t>
            </a:r>
            <a:r>
              <a:rPr lang="ko-KR" altLang="en-US" sz="1100" dirty="0">
                <a:solidFill>
                  <a:srgbClr val="003F56"/>
                </a:solidFill>
                <a:latin typeface="a고딕14"/>
                <a:ea typeface="a고딕14"/>
              </a:rPr>
              <a:t> 우선순위 도출</a:t>
            </a:r>
          </a:p>
        </p:txBody>
      </p:sp>
      <p:grpSp>
        <p:nvGrpSpPr>
          <p:cNvPr id="63" name="그룹 62">
            <a:extLst>
              <a:ext uri="{FF2B5EF4-FFF2-40B4-BE49-F238E27FC236}">
                <a16:creationId xmlns:a16="http://schemas.microsoft.com/office/drawing/2014/main" id="{EA713428-DFFF-C424-8210-D8CF96B64862}"/>
              </a:ext>
            </a:extLst>
          </p:cNvPr>
          <p:cNvGrpSpPr/>
          <p:nvPr/>
        </p:nvGrpSpPr>
        <p:grpSpPr>
          <a:xfrm>
            <a:off x="596515" y="1681027"/>
            <a:ext cx="8749098" cy="266602"/>
            <a:chOff x="802640" y="2236632"/>
            <a:chExt cx="4130805" cy="266552"/>
          </a:xfrm>
        </p:grpSpPr>
        <p:sp>
          <p:nvSpPr>
            <p:cNvPr id="64" name="ListLeanHorizontalTextTopic0">
              <a:extLst>
                <a:ext uri="{FF2B5EF4-FFF2-40B4-BE49-F238E27FC236}">
                  <a16:creationId xmlns:a16="http://schemas.microsoft.com/office/drawing/2014/main" id="{AF0C77E0-0F84-78D7-26C4-2437666EEA88}"/>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수요조사 대상 및 문항개발</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65" name="Horizontal Line">
              <a:extLst>
                <a:ext uri="{FF2B5EF4-FFF2-40B4-BE49-F238E27FC236}">
                  <a16:creationId xmlns:a16="http://schemas.microsoft.com/office/drawing/2014/main" id="{4DF40762-DFF6-9F58-0757-C2568924B0B7}"/>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78" name="직사각형 77">
            <a:extLst>
              <a:ext uri="{FF2B5EF4-FFF2-40B4-BE49-F238E27FC236}">
                <a16:creationId xmlns:a16="http://schemas.microsoft.com/office/drawing/2014/main" id="{CB4AD5F8-F16E-1CB7-512C-4EBA2F57C98E}"/>
              </a:ext>
            </a:extLst>
          </p:cNvPr>
          <p:cNvSpPr/>
          <p:nvPr/>
        </p:nvSpPr>
        <p:spPr>
          <a:xfrm>
            <a:off x="560512" y="6282418"/>
            <a:ext cx="2539478" cy="215444"/>
          </a:xfrm>
          <a:prstGeom prst="rect">
            <a:avLst/>
          </a:prstGeom>
        </p:spPr>
        <p:txBody>
          <a:bodyPr wrap="none">
            <a:spAutoFit/>
          </a:bodyPr>
          <a:lstStyle/>
          <a:p>
            <a:pPr algn="l">
              <a:buNone/>
            </a:pPr>
            <a:r>
              <a:rPr lang="en-US" altLang="ko-KR" sz="800" dirty="0">
                <a:latin typeface="Arial Narrow" panose="020B0606020202030204" pitchFamily="34" charset="0"/>
                <a:ea typeface="+mn-ea"/>
              </a:rPr>
              <a:t>* </a:t>
            </a:r>
            <a:r>
              <a:rPr lang="ko-KR" altLang="en-US" sz="800" dirty="0">
                <a:latin typeface="Arial Narrow" panose="020B0606020202030204" pitchFamily="34" charset="0"/>
                <a:ea typeface="+mn-ea"/>
              </a:rPr>
              <a:t>수요조사 대상은 발주처와의 협의를 통해 최종 확정하겠음</a:t>
            </a:r>
          </a:p>
        </p:txBody>
      </p:sp>
      <p:sp>
        <p:nvSpPr>
          <p:cNvPr id="81" name="직사각형 80">
            <a:extLst>
              <a:ext uri="{FF2B5EF4-FFF2-40B4-BE49-F238E27FC236}">
                <a16:creationId xmlns:a16="http://schemas.microsoft.com/office/drawing/2014/main" id="{ADC58C51-5F46-CB9A-2C70-79491B34BEC8}"/>
              </a:ext>
            </a:extLst>
          </p:cNvPr>
          <p:cNvSpPr/>
          <p:nvPr/>
        </p:nvSpPr>
        <p:spPr>
          <a:xfrm>
            <a:off x="4956996" y="2107024"/>
            <a:ext cx="4387691" cy="295893"/>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고딕14" panose="02020600000000000000" pitchFamily="18" charset="-127"/>
                <a:ea typeface="a고딕14" panose="02020600000000000000" pitchFamily="18" charset="-127"/>
              </a:rPr>
              <a:t>설문조사</a:t>
            </a:r>
            <a:r>
              <a:rPr lang="en-US" altLang="ko-KR"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 </a:t>
            </a:r>
            <a:r>
              <a:rPr lang="ko-KR" altLang="en-US">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항목 및 문항</a:t>
            </a:r>
            <a:r>
              <a:rPr lang="en-US" altLang="ko-KR">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a:t>
            </a:r>
            <a:r>
              <a:rPr lang="ko-KR" altLang="en-US">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안</a:t>
            </a:r>
            <a:r>
              <a:rPr lang="en-US" altLang="ko-KR">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a:t>
            </a:r>
            <a:endParaRPr lang="ko-KR" altLang="en-US" dirty="0">
              <a:solidFill>
                <a:schemeClr val="bg1"/>
              </a:solidFill>
              <a:latin typeface="a고딕14" panose="02020600000000000000" pitchFamily="18" charset="-127"/>
              <a:ea typeface="a고딕14" panose="02020600000000000000" pitchFamily="18" charset="-127"/>
            </a:endParaRPr>
          </a:p>
        </p:txBody>
      </p:sp>
      <p:grpSp>
        <p:nvGrpSpPr>
          <p:cNvPr id="8" name="그룹 7">
            <a:extLst>
              <a:ext uri="{FF2B5EF4-FFF2-40B4-BE49-F238E27FC236}">
                <a16:creationId xmlns:a16="http://schemas.microsoft.com/office/drawing/2014/main" id="{A001BCCA-246F-1C44-E3E6-6C2EE1A16B5A}"/>
              </a:ext>
            </a:extLst>
          </p:cNvPr>
          <p:cNvGrpSpPr/>
          <p:nvPr/>
        </p:nvGrpSpPr>
        <p:grpSpPr>
          <a:xfrm>
            <a:off x="599021" y="2048730"/>
            <a:ext cx="4174950" cy="4159085"/>
            <a:chOff x="599021" y="2048731"/>
            <a:chExt cx="4174950" cy="3247803"/>
          </a:xfrm>
        </p:grpSpPr>
        <p:grpSp>
          <p:nvGrpSpPr>
            <p:cNvPr id="66" name="그룹 65">
              <a:extLst>
                <a:ext uri="{FF2B5EF4-FFF2-40B4-BE49-F238E27FC236}">
                  <a16:creationId xmlns:a16="http://schemas.microsoft.com/office/drawing/2014/main" id="{19AD0394-EFA8-27E6-B52C-CBBD5CF05A6B}"/>
                </a:ext>
              </a:extLst>
            </p:cNvPr>
            <p:cNvGrpSpPr/>
            <p:nvPr/>
          </p:nvGrpSpPr>
          <p:grpSpPr>
            <a:xfrm>
              <a:off x="599021" y="2048731"/>
              <a:ext cx="4174946" cy="634280"/>
              <a:chOff x="599021" y="2048731"/>
              <a:chExt cx="4174946" cy="634280"/>
            </a:xfrm>
          </p:grpSpPr>
          <p:sp>
            <p:nvSpPr>
              <p:cNvPr id="67" name="직사각형 66">
                <a:extLst>
                  <a:ext uri="{FF2B5EF4-FFF2-40B4-BE49-F238E27FC236}">
                    <a16:creationId xmlns:a16="http://schemas.microsoft.com/office/drawing/2014/main" id="{60925186-ED37-A50F-FB62-FBB8342BF06A}"/>
                  </a:ext>
                </a:extLst>
              </p:cNvPr>
              <p:cNvSpPr/>
              <p:nvPr/>
            </p:nvSpPr>
            <p:spPr>
              <a:xfrm>
                <a:off x="599021" y="2048731"/>
                <a:ext cx="370519" cy="632571"/>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a:solidFill>
                      <a:schemeClr val="bg1"/>
                    </a:solidFill>
                    <a:latin typeface="a고딕14" panose="02020600000000000000" pitchFamily="18" charset="-127"/>
                    <a:ea typeface="a고딕14" panose="02020600000000000000" pitchFamily="18" charset="-127"/>
                  </a:rPr>
                  <a:t>대상</a:t>
                </a:r>
              </a:p>
            </p:txBody>
          </p:sp>
          <p:sp>
            <p:nvSpPr>
              <p:cNvPr id="68" name="직사각형 67">
                <a:extLst>
                  <a:ext uri="{FF2B5EF4-FFF2-40B4-BE49-F238E27FC236}">
                    <a16:creationId xmlns:a16="http://schemas.microsoft.com/office/drawing/2014/main" id="{1A7ECCBD-D3A8-C05A-2D13-E76DDE5582CB}"/>
                  </a:ext>
                </a:extLst>
              </p:cNvPr>
              <p:cNvSpPr/>
              <p:nvPr/>
            </p:nvSpPr>
            <p:spPr bwMode="auto">
              <a:xfrm>
                <a:off x="1057978" y="2050440"/>
                <a:ext cx="3715989" cy="632571"/>
              </a:xfrm>
              <a:prstGeom prst="rect">
                <a:avLst/>
              </a:prstGeom>
              <a:solidFill>
                <a:srgbClr val="F2F2F2"/>
              </a:solidFill>
              <a:ln w="28575" cap="flat" cmpd="sng" algn="ctr">
                <a:noFill/>
                <a:prstDash val="solid"/>
                <a:round/>
                <a:headEnd type="none" w="med" len="med"/>
                <a:tailEnd type="none" w="med" len="med"/>
              </a:ln>
              <a:effectLst/>
            </p:spPr>
            <p:txBody>
              <a:bodyPr vert="horz" wrap="square" lIns="72000" tIns="36000" rIns="36000" bIns="36000" numCol="1" rtlCol="0" anchor="ctr" anchorCtr="0" compatLnSpc="1">
                <a:prstTxWarp prst="textNoShape">
                  <a:avLst/>
                </a:prstTxWarp>
              </a:bodyPr>
              <a:lstStyle/>
              <a:p>
                <a:pPr marL="84138" indent="-84138" algn="l" latinLnBrk="0">
                  <a:spcAft>
                    <a:spcPts val="300"/>
                  </a:spcAft>
                  <a:buFont typeface="Arial" panose="020B0604020202020204" pitchFamily="34" charset="0"/>
                  <a:buChar char="•"/>
                </a:pPr>
                <a:r>
                  <a:rPr lang="en-US"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2023</a:t>
                </a:r>
                <a:r>
                  <a:rPr lang="ko-KR" altLang="en-US"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년 </a:t>
                </a:r>
                <a:r>
                  <a:rPr lang="en-US"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 2025</a:t>
                </a:r>
                <a:r>
                  <a:rPr lang="ko-KR" altLang="en-US"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년 </a:t>
                </a:r>
                <a:r>
                  <a:rPr lang="en-US"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STEP </a:t>
                </a:r>
                <a:r>
                  <a:rPr lang="ko-KR" altLang="en-US"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학습자</a:t>
                </a:r>
                <a:endParaRPr lang="en-US"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a:p>
                <a:pPr marL="84138" indent="-84138" algn="l" latinLnBrk="0">
                  <a:spcAft>
                    <a:spcPts val="300"/>
                  </a:spcAft>
                  <a:buFont typeface="Arial" panose="020B0604020202020204" pitchFamily="34" charset="0"/>
                  <a:buChar char="•"/>
                </a:pPr>
                <a:r>
                  <a:rPr lang="en-US"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22</a:t>
                </a:r>
                <a:r>
                  <a:rPr lang="ko-KR" altLang="en-US"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년 이후 </a:t>
                </a:r>
                <a:r>
                  <a:rPr lang="en-US"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STEP </a:t>
                </a:r>
                <a:r>
                  <a:rPr lang="ko-KR" altLang="en-US"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훈련기관 협력 기업 </a:t>
                </a:r>
                <a:r>
                  <a:rPr lang="en-US"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HR </a:t>
                </a:r>
                <a:r>
                  <a:rPr lang="ko-KR" altLang="en-US"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담당자</a:t>
                </a:r>
                <a:endParaRPr lang="en-US"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a:p>
                <a:pPr marL="84138" indent="-84138" algn="l" latinLnBrk="0">
                  <a:spcAft>
                    <a:spcPts val="300"/>
                  </a:spcAft>
                  <a:buFont typeface="Arial" panose="020B0604020202020204" pitchFamily="34" charset="0"/>
                  <a:buChar char="•"/>
                </a:pPr>
                <a:r>
                  <a:rPr lang="en-US"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STEP</a:t>
                </a:r>
                <a:r>
                  <a:rPr lang="ko-KR" altLang="en-US"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 </a:t>
                </a:r>
                <a:r>
                  <a:rPr lang="en-US"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10</a:t>
                </a:r>
                <a:r>
                  <a:rPr lang="ko-KR" altLang="en-US"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대 분야 관련 기업 </a:t>
                </a:r>
                <a:r>
                  <a:rPr lang="en-US"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HR</a:t>
                </a:r>
                <a:r>
                  <a:rPr lang="ko-KR" altLang="en-US"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담당자</a:t>
                </a:r>
                <a:endParaRPr lang="en-US"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p:txBody>
          </p:sp>
        </p:grpSp>
        <p:grpSp>
          <p:nvGrpSpPr>
            <p:cNvPr id="69" name="그룹 68">
              <a:extLst>
                <a:ext uri="{FF2B5EF4-FFF2-40B4-BE49-F238E27FC236}">
                  <a16:creationId xmlns:a16="http://schemas.microsoft.com/office/drawing/2014/main" id="{68CBA1A5-D4C9-D9D1-F8B1-D3F1828E2898}"/>
                </a:ext>
              </a:extLst>
            </p:cNvPr>
            <p:cNvGrpSpPr/>
            <p:nvPr/>
          </p:nvGrpSpPr>
          <p:grpSpPr>
            <a:xfrm>
              <a:off x="599022" y="3217197"/>
              <a:ext cx="4174949" cy="402414"/>
              <a:chOff x="599021" y="2778969"/>
              <a:chExt cx="3993616" cy="434753"/>
            </a:xfrm>
          </p:grpSpPr>
          <p:sp>
            <p:nvSpPr>
              <p:cNvPr id="70" name="직사각형 69">
                <a:extLst>
                  <a:ext uri="{FF2B5EF4-FFF2-40B4-BE49-F238E27FC236}">
                    <a16:creationId xmlns:a16="http://schemas.microsoft.com/office/drawing/2014/main" id="{60B51552-F96C-4EB2-65DE-32042DB62386}"/>
                  </a:ext>
                </a:extLst>
              </p:cNvPr>
              <p:cNvSpPr/>
              <p:nvPr/>
            </p:nvSpPr>
            <p:spPr>
              <a:xfrm>
                <a:off x="599021" y="2778969"/>
                <a:ext cx="354426" cy="432000"/>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a:solidFill>
                      <a:schemeClr val="bg1"/>
                    </a:solidFill>
                    <a:latin typeface="a고딕14" panose="02020600000000000000" pitchFamily="18" charset="-127"/>
                    <a:ea typeface="a고딕14" panose="02020600000000000000" pitchFamily="18" charset="-127"/>
                  </a:rPr>
                  <a:t>설문</a:t>
                </a:r>
                <a:endParaRPr lang="en-US" altLang="ko-KR" sz="1100">
                  <a:solidFill>
                    <a:schemeClr val="bg1"/>
                  </a:solidFill>
                  <a:latin typeface="a고딕14" panose="02020600000000000000" pitchFamily="18" charset="-127"/>
                  <a:ea typeface="a고딕14" panose="02020600000000000000" pitchFamily="18" charset="-127"/>
                </a:endParaRPr>
              </a:p>
              <a:p>
                <a:pPr>
                  <a:buNone/>
                </a:pPr>
                <a:r>
                  <a:rPr lang="ko-KR" altLang="en-US" sz="1100">
                    <a:solidFill>
                      <a:schemeClr val="bg1"/>
                    </a:solidFill>
                    <a:latin typeface="a고딕14" panose="02020600000000000000" pitchFamily="18" charset="-127"/>
                    <a:ea typeface="a고딕14" panose="02020600000000000000" pitchFamily="18" charset="-127"/>
                  </a:rPr>
                  <a:t>기간</a:t>
                </a:r>
              </a:p>
            </p:txBody>
          </p:sp>
          <p:sp>
            <p:nvSpPr>
              <p:cNvPr id="71" name="직사각형 70">
                <a:extLst>
                  <a:ext uri="{FF2B5EF4-FFF2-40B4-BE49-F238E27FC236}">
                    <a16:creationId xmlns:a16="http://schemas.microsoft.com/office/drawing/2014/main" id="{A397D29C-02FF-FFA0-6820-1A9219F5A442}"/>
                  </a:ext>
                </a:extLst>
              </p:cNvPr>
              <p:cNvSpPr/>
              <p:nvPr/>
            </p:nvSpPr>
            <p:spPr bwMode="auto">
              <a:xfrm>
                <a:off x="1038044" y="2781722"/>
                <a:ext cx="3554593" cy="432000"/>
              </a:xfrm>
              <a:prstGeom prst="rect">
                <a:avLst/>
              </a:prstGeom>
              <a:solidFill>
                <a:srgbClr val="F2F2F2"/>
              </a:solidFill>
              <a:ln w="28575" cap="flat" cmpd="sng" algn="ctr">
                <a:noFill/>
                <a:prstDash val="solid"/>
                <a:round/>
                <a:headEnd type="none" w="med" len="med"/>
                <a:tailEnd type="none" w="med" len="med"/>
              </a:ln>
              <a:effectLst/>
            </p:spPr>
            <p:txBody>
              <a:bodyPr vert="horz" wrap="square" lIns="72000" tIns="36000" rIns="36000" bIns="36000" numCol="1" rtlCol="0" anchor="ctr" anchorCtr="0" compatLnSpc="1">
                <a:prstTxWarp prst="textNoShape">
                  <a:avLst/>
                </a:prstTxWarp>
              </a:bodyPr>
              <a:lstStyle/>
              <a:p>
                <a:pPr marL="84138" indent="-84138" algn="l" latinLnBrk="0">
                  <a:lnSpc>
                    <a:spcPct val="120000"/>
                  </a:lnSpc>
                  <a:spcAft>
                    <a:spcPts val="300"/>
                  </a:spcAft>
                  <a:buFont typeface="Arial" panose="020B0604020202020204" pitchFamily="34" charset="0"/>
                  <a:buChar char="•"/>
                </a:pPr>
                <a:r>
                  <a:rPr lang="ko-KR" altLang="en-US"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약 </a:t>
                </a:r>
                <a:r>
                  <a:rPr lang="en-US"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2</a:t>
                </a:r>
                <a:r>
                  <a:rPr lang="ko-KR" altLang="en-US"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주</a:t>
                </a:r>
                <a:r>
                  <a:rPr lang="en-US"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(14</a:t>
                </a:r>
                <a:r>
                  <a:rPr lang="ko-KR" altLang="en-US"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일간</a:t>
                </a:r>
                <a:r>
                  <a:rPr lang="en-US"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a:t>
                </a:r>
              </a:p>
            </p:txBody>
          </p:sp>
        </p:grpSp>
        <p:sp>
          <p:nvSpPr>
            <p:cNvPr id="73" name="직사각형 72">
              <a:extLst>
                <a:ext uri="{FF2B5EF4-FFF2-40B4-BE49-F238E27FC236}">
                  <a16:creationId xmlns:a16="http://schemas.microsoft.com/office/drawing/2014/main" id="{E304FB40-78AC-E28C-B167-B3A76DDA9B5D}"/>
                </a:ext>
              </a:extLst>
            </p:cNvPr>
            <p:cNvSpPr/>
            <p:nvPr/>
          </p:nvSpPr>
          <p:spPr>
            <a:xfrm>
              <a:off x="599021" y="3687851"/>
              <a:ext cx="370519" cy="1608683"/>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a:solidFill>
                    <a:schemeClr val="bg1"/>
                  </a:solidFill>
                  <a:latin typeface="a고딕14" panose="02020600000000000000" pitchFamily="18" charset="-127"/>
                  <a:ea typeface="a고딕14" panose="02020600000000000000" pitchFamily="18" charset="-127"/>
                </a:rPr>
                <a:t>조사</a:t>
              </a:r>
              <a:endParaRPr lang="en-US" altLang="ko-KR" sz="1100">
                <a:solidFill>
                  <a:schemeClr val="bg1"/>
                </a:solidFill>
                <a:latin typeface="a고딕14" panose="02020600000000000000" pitchFamily="18" charset="-127"/>
                <a:ea typeface="a고딕14" panose="02020600000000000000" pitchFamily="18" charset="-127"/>
              </a:endParaRPr>
            </a:p>
            <a:p>
              <a:pPr>
                <a:buNone/>
              </a:pPr>
              <a:r>
                <a:rPr lang="ko-KR" altLang="en-US" sz="1100">
                  <a:solidFill>
                    <a:schemeClr val="bg1"/>
                  </a:solidFill>
                  <a:latin typeface="a고딕14" panose="02020600000000000000" pitchFamily="18" charset="-127"/>
                  <a:ea typeface="a고딕14" panose="02020600000000000000" pitchFamily="18" charset="-127"/>
                </a:rPr>
                <a:t>방법</a:t>
              </a:r>
            </a:p>
          </p:txBody>
        </p:sp>
        <p:sp>
          <p:nvSpPr>
            <p:cNvPr id="74" name="직사각형 73">
              <a:extLst>
                <a:ext uri="{FF2B5EF4-FFF2-40B4-BE49-F238E27FC236}">
                  <a16:creationId xmlns:a16="http://schemas.microsoft.com/office/drawing/2014/main" id="{71E5A951-1DC5-29B8-EC91-7C798765F889}"/>
                </a:ext>
              </a:extLst>
            </p:cNvPr>
            <p:cNvSpPr/>
            <p:nvPr/>
          </p:nvSpPr>
          <p:spPr bwMode="auto">
            <a:xfrm>
              <a:off x="1057978" y="3685497"/>
              <a:ext cx="3715989" cy="1608683"/>
            </a:xfrm>
            <a:prstGeom prst="rect">
              <a:avLst/>
            </a:prstGeom>
            <a:solidFill>
              <a:srgbClr val="F2F2F2"/>
            </a:solidFill>
            <a:ln w="28575" cap="flat" cmpd="sng" algn="ctr">
              <a:noFill/>
              <a:prstDash val="solid"/>
              <a:round/>
              <a:headEnd type="none" w="med" len="med"/>
              <a:tailEnd type="none" w="med" len="med"/>
            </a:ln>
            <a:effectLst/>
          </p:spPr>
          <p:txBody>
            <a:bodyPr vert="horz" wrap="square" lIns="72000" tIns="36000" rIns="36000" bIns="36000" numCol="1" rtlCol="0" anchor="ctr" anchorCtr="0" compatLnSpc="1">
              <a:prstTxWarp prst="textNoShape">
                <a:avLst/>
              </a:prstTxWarp>
            </a:bodyPr>
            <a:lstStyle/>
            <a:p>
              <a:pPr marL="84138" indent="-84138" algn="l" latinLnBrk="0">
                <a:lnSpc>
                  <a:spcPct val="120000"/>
                </a:lnSpc>
                <a:spcAft>
                  <a:spcPts val="300"/>
                </a:spcAft>
                <a:buFont typeface="Arial" panose="020B0604020202020204" pitchFamily="34" charset="0"/>
                <a:buChar char="•"/>
              </a:pPr>
              <a:r>
                <a:rPr lang="ko-KR"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온라인 설문 플랫폼 (</a:t>
              </a:r>
              <a:r>
                <a:rPr lang="ko-KR" altLang="ko-KR" sz="1050" err="1">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모아폼</a:t>
              </a:r>
              <a:r>
                <a:rPr lang="ko-KR"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 · </a:t>
              </a:r>
              <a:r>
                <a:rPr lang="ko-KR" altLang="ko-KR" sz="1050" err="1">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서베이몽키</a:t>
              </a:r>
              <a:r>
                <a:rPr lang="ko-KR"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 활용) </a:t>
              </a:r>
              <a:endParaRPr lang="en-US"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a:p>
              <a:pPr marL="84138" indent="-84138" algn="l" latinLnBrk="0">
                <a:lnSpc>
                  <a:spcPct val="120000"/>
                </a:lnSpc>
                <a:spcAft>
                  <a:spcPts val="300"/>
                </a:spcAft>
                <a:buFont typeface="Arial" panose="020B0604020202020204" pitchFamily="34" charset="0"/>
                <a:buChar char="•"/>
              </a:pPr>
              <a:r>
                <a:rPr lang="ko-KR" altLang="en-US"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주체별 </a:t>
              </a:r>
              <a:r>
                <a:rPr lang="ko-KR"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설문지 구분 (학습자 / 기업</a:t>
              </a:r>
              <a:r>
                <a:rPr lang="en-US"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a:t>
              </a:r>
              <a:r>
                <a:rPr lang="ko-KR"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기관) </a:t>
              </a:r>
              <a:endParaRPr lang="en-US"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a:p>
              <a:pPr marL="84138" indent="-84138" algn="l" latinLnBrk="0">
                <a:lnSpc>
                  <a:spcPct val="120000"/>
                </a:lnSpc>
                <a:spcAft>
                  <a:spcPts val="300"/>
                </a:spcAft>
                <a:buFont typeface="Arial" panose="020B0604020202020204" pitchFamily="34" charset="0"/>
                <a:buChar char="•"/>
              </a:pPr>
              <a:r>
                <a:rPr lang="ko-KR"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응답자 사전 매칭 </a:t>
              </a:r>
              <a:endParaRPr lang="en-US"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a:p>
              <a:pPr algn="l" latinLnBrk="0">
                <a:lnSpc>
                  <a:spcPct val="120000"/>
                </a:lnSpc>
                <a:spcAft>
                  <a:spcPts val="300"/>
                </a:spcAft>
                <a:buNone/>
              </a:pPr>
              <a:r>
                <a:rPr lang="en-US"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 - </a:t>
              </a:r>
              <a:r>
                <a:rPr lang="ko-KR"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응답자가 본인 </a:t>
              </a:r>
              <a:r>
                <a:rPr lang="ko-KR" altLang="ko-KR" sz="1050" err="1">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직무·관심</a:t>
              </a:r>
              <a:r>
                <a:rPr lang="ko-KR"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 분야 NCS 세분류를 5~1</a:t>
              </a:r>
              <a:r>
                <a:rPr lang="en-US"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5</a:t>
              </a:r>
              <a:r>
                <a:rPr lang="ko-KR"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개 선택</a:t>
              </a:r>
            </a:p>
            <a:p>
              <a:pPr marL="84138" indent="-84138" algn="l" latinLnBrk="0">
                <a:lnSpc>
                  <a:spcPct val="120000"/>
                </a:lnSpc>
                <a:spcAft>
                  <a:spcPts val="300"/>
                </a:spcAft>
                <a:buFont typeface="Arial" panose="020B0604020202020204" pitchFamily="34" charset="0"/>
                <a:buChar char="•"/>
              </a:pPr>
              <a:r>
                <a:rPr lang="ko-KR"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응답자 1인당 평균 </a:t>
              </a:r>
              <a:r>
                <a:rPr lang="en-US"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10</a:t>
              </a:r>
              <a:r>
                <a:rPr lang="ko-KR"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개 </a:t>
              </a:r>
              <a:r>
                <a:rPr lang="ko-KR" altLang="ko-KR" sz="1050" err="1">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세분류</a:t>
              </a:r>
              <a:r>
                <a:rPr lang="ko-KR"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 응답 → 응답 피로 완화</a:t>
              </a:r>
            </a:p>
            <a:p>
              <a:pPr marL="84138" indent="-84138" algn="l" latinLnBrk="0">
                <a:lnSpc>
                  <a:spcPct val="120000"/>
                </a:lnSpc>
                <a:spcAft>
                  <a:spcPts val="300"/>
                </a:spcAft>
                <a:buFont typeface="Arial" panose="020B0604020202020204" pitchFamily="34" charset="0"/>
                <a:buChar char="•"/>
              </a:pPr>
              <a:r>
                <a:rPr lang="ko-KR"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5점 척도 일관 적용 (1=매우 낮음 ~ 5=매우 높음)</a:t>
              </a:r>
              <a:endParaRPr lang="en-US"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p:txBody>
        </p:sp>
        <p:grpSp>
          <p:nvGrpSpPr>
            <p:cNvPr id="83" name="그룹 82">
              <a:extLst>
                <a:ext uri="{FF2B5EF4-FFF2-40B4-BE49-F238E27FC236}">
                  <a16:creationId xmlns:a16="http://schemas.microsoft.com/office/drawing/2014/main" id="{91C6E201-E9B3-C801-83C0-3A5734180C45}"/>
                </a:ext>
              </a:extLst>
            </p:cNvPr>
            <p:cNvGrpSpPr/>
            <p:nvPr/>
          </p:nvGrpSpPr>
          <p:grpSpPr>
            <a:xfrm>
              <a:off x="599022" y="2748897"/>
              <a:ext cx="4174949" cy="402414"/>
              <a:chOff x="599021" y="2778969"/>
              <a:chExt cx="3993616" cy="434753"/>
            </a:xfrm>
          </p:grpSpPr>
          <p:sp>
            <p:nvSpPr>
              <p:cNvPr id="84" name="직사각형 83">
                <a:extLst>
                  <a:ext uri="{FF2B5EF4-FFF2-40B4-BE49-F238E27FC236}">
                    <a16:creationId xmlns:a16="http://schemas.microsoft.com/office/drawing/2014/main" id="{9D4277B2-FE24-3750-E559-62776417C7B3}"/>
                  </a:ext>
                </a:extLst>
              </p:cNvPr>
              <p:cNvSpPr/>
              <p:nvPr/>
            </p:nvSpPr>
            <p:spPr>
              <a:xfrm>
                <a:off x="599021" y="2778969"/>
                <a:ext cx="354426" cy="432000"/>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a:solidFill>
                      <a:schemeClr val="bg1"/>
                    </a:solidFill>
                    <a:latin typeface="a고딕14" panose="02020600000000000000" pitchFamily="18" charset="-127"/>
                    <a:ea typeface="a고딕14" panose="02020600000000000000" pitchFamily="18" charset="-127"/>
                  </a:rPr>
                  <a:t>목표</a:t>
                </a:r>
                <a:endParaRPr lang="en-US" altLang="ko-KR" sz="1100">
                  <a:solidFill>
                    <a:schemeClr val="bg1"/>
                  </a:solidFill>
                  <a:latin typeface="a고딕14" panose="02020600000000000000" pitchFamily="18" charset="-127"/>
                  <a:ea typeface="a고딕14" panose="02020600000000000000" pitchFamily="18" charset="-127"/>
                </a:endParaRPr>
              </a:p>
              <a:p>
                <a:pPr>
                  <a:buNone/>
                </a:pPr>
                <a:r>
                  <a:rPr lang="ko-KR" altLang="en-US" sz="1100">
                    <a:solidFill>
                      <a:schemeClr val="bg1"/>
                    </a:solidFill>
                    <a:latin typeface="a고딕14" panose="02020600000000000000" pitchFamily="18" charset="-127"/>
                    <a:ea typeface="a고딕14" panose="02020600000000000000" pitchFamily="18" charset="-127"/>
                  </a:rPr>
                  <a:t>표본</a:t>
                </a:r>
              </a:p>
            </p:txBody>
          </p:sp>
          <p:sp>
            <p:nvSpPr>
              <p:cNvPr id="85" name="직사각형 84">
                <a:extLst>
                  <a:ext uri="{FF2B5EF4-FFF2-40B4-BE49-F238E27FC236}">
                    <a16:creationId xmlns:a16="http://schemas.microsoft.com/office/drawing/2014/main" id="{4A9B355B-FAFB-98A5-2831-CE42C2A2990C}"/>
                  </a:ext>
                </a:extLst>
              </p:cNvPr>
              <p:cNvSpPr/>
              <p:nvPr/>
            </p:nvSpPr>
            <p:spPr bwMode="auto">
              <a:xfrm>
                <a:off x="1038044" y="2781722"/>
                <a:ext cx="3554593" cy="432000"/>
              </a:xfrm>
              <a:prstGeom prst="rect">
                <a:avLst/>
              </a:prstGeom>
              <a:solidFill>
                <a:srgbClr val="F2F2F2"/>
              </a:solidFill>
              <a:ln w="28575" cap="flat" cmpd="sng" algn="ctr">
                <a:noFill/>
                <a:prstDash val="solid"/>
                <a:round/>
                <a:headEnd type="none" w="med" len="med"/>
                <a:tailEnd type="none" w="med" len="med"/>
              </a:ln>
              <a:effectLst/>
            </p:spPr>
            <p:txBody>
              <a:bodyPr vert="horz" wrap="square" lIns="72000" tIns="36000" rIns="36000" bIns="36000" numCol="1" rtlCol="0" anchor="ctr" anchorCtr="0" compatLnSpc="1">
                <a:prstTxWarp prst="textNoShape">
                  <a:avLst/>
                </a:prstTxWarp>
              </a:bodyPr>
              <a:lstStyle/>
              <a:p>
                <a:pPr marL="84138" indent="-84138" algn="l" latinLnBrk="0">
                  <a:lnSpc>
                    <a:spcPct val="120000"/>
                  </a:lnSpc>
                  <a:spcAft>
                    <a:spcPts val="300"/>
                  </a:spcAft>
                  <a:buFont typeface="Arial" panose="020B0604020202020204" pitchFamily="34" charset="0"/>
                  <a:buChar char="•"/>
                </a:pPr>
                <a:r>
                  <a:rPr lang="ko-KR" altLang="en-US"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약 </a:t>
                </a:r>
                <a:r>
                  <a:rPr lang="en-US"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2,000</a:t>
                </a:r>
                <a:r>
                  <a:rPr lang="ko-KR" altLang="en-US"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개</a:t>
                </a:r>
                <a:endParaRPr lang="en-US" altLang="ko-KR" sz="105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p:txBody>
          </p:sp>
        </p:grpSp>
      </p:grpSp>
      <p:sp>
        <p:nvSpPr>
          <p:cNvPr id="9" name="직사각형 8">
            <a:extLst>
              <a:ext uri="{FF2B5EF4-FFF2-40B4-BE49-F238E27FC236}">
                <a16:creationId xmlns:a16="http://schemas.microsoft.com/office/drawing/2014/main" id="{063654D0-9622-9B27-3C4A-8300D3BA546F}"/>
              </a:ext>
            </a:extLst>
          </p:cNvPr>
          <p:cNvSpPr/>
          <p:nvPr/>
        </p:nvSpPr>
        <p:spPr>
          <a:xfrm>
            <a:off x="5132388" y="6282418"/>
            <a:ext cx="2563522" cy="215444"/>
          </a:xfrm>
          <a:prstGeom prst="rect">
            <a:avLst/>
          </a:prstGeom>
        </p:spPr>
        <p:txBody>
          <a:bodyPr wrap="none">
            <a:spAutoFit/>
          </a:bodyPr>
          <a:lstStyle/>
          <a:p>
            <a:pPr algn="l">
              <a:buNone/>
            </a:pPr>
            <a:r>
              <a:rPr lang="en-US" altLang="ko-KR" sz="800">
                <a:latin typeface="Arial Narrow" panose="020B0606020202030204" pitchFamily="34" charset="0"/>
                <a:ea typeface="+mn-ea"/>
              </a:rPr>
              <a:t>* </a:t>
            </a:r>
            <a:r>
              <a:rPr lang="ko-KR" altLang="en-US" sz="800">
                <a:latin typeface="Arial Narrow" panose="020B0606020202030204" pitchFamily="34" charset="0"/>
                <a:ea typeface="+mn-ea"/>
              </a:rPr>
              <a:t>설문조사 문항은 전문가 검토 및 발주기관과 협의하여 확정</a:t>
            </a:r>
          </a:p>
        </p:txBody>
      </p:sp>
      <p:graphicFrame>
        <p:nvGraphicFramePr>
          <p:cNvPr id="10" name="표 9">
            <a:extLst>
              <a:ext uri="{FF2B5EF4-FFF2-40B4-BE49-F238E27FC236}">
                <a16:creationId xmlns:a16="http://schemas.microsoft.com/office/drawing/2014/main" id="{17506732-E0DC-DBF0-7D28-DE4F28DC46F4}"/>
              </a:ext>
            </a:extLst>
          </p:cNvPr>
          <p:cNvGraphicFramePr>
            <a:graphicFrameLocks noGrp="1"/>
          </p:cNvGraphicFramePr>
          <p:nvPr>
            <p:extLst>
              <p:ext uri="{D42A27DB-BD31-4B8C-83A1-F6EECF244321}">
                <p14:modId xmlns:p14="http://schemas.microsoft.com/office/powerpoint/2010/main" val="1692823234"/>
              </p:ext>
            </p:extLst>
          </p:nvPr>
        </p:nvGraphicFramePr>
        <p:xfrm>
          <a:off x="4956996" y="2429956"/>
          <a:ext cx="4388616" cy="3774842"/>
        </p:xfrm>
        <a:graphic>
          <a:graphicData uri="http://schemas.openxmlformats.org/drawingml/2006/table">
            <a:tbl>
              <a:tblPr/>
              <a:tblGrid>
                <a:gridCol w="490280">
                  <a:extLst>
                    <a:ext uri="{9D8B030D-6E8A-4147-A177-3AD203B41FA5}">
                      <a16:colId xmlns:a16="http://schemas.microsoft.com/office/drawing/2014/main" val="2846875702"/>
                    </a:ext>
                  </a:extLst>
                </a:gridCol>
                <a:gridCol w="137229">
                  <a:extLst>
                    <a:ext uri="{9D8B030D-6E8A-4147-A177-3AD203B41FA5}">
                      <a16:colId xmlns:a16="http://schemas.microsoft.com/office/drawing/2014/main" val="2640352711"/>
                    </a:ext>
                  </a:extLst>
                </a:gridCol>
                <a:gridCol w="1900762">
                  <a:extLst>
                    <a:ext uri="{9D8B030D-6E8A-4147-A177-3AD203B41FA5}">
                      <a16:colId xmlns:a16="http://schemas.microsoft.com/office/drawing/2014/main" val="4032127808"/>
                    </a:ext>
                  </a:extLst>
                </a:gridCol>
                <a:gridCol w="350760">
                  <a:extLst>
                    <a:ext uri="{9D8B030D-6E8A-4147-A177-3AD203B41FA5}">
                      <a16:colId xmlns:a16="http://schemas.microsoft.com/office/drawing/2014/main" val="4145553455"/>
                    </a:ext>
                  </a:extLst>
                </a:gridCol>
                <a:gridCol w="465345">
                  <a:extLst>
                    <a:ext uri="{9D8B030D-6E8A-4147-A177-3AD203B41FA5}">
                      <a16:colId xmlns:a16="http://schemas.microsoft.com/office/drawing/2014/main" val="132587468"/>
                    </a:ext>
                  </a:extLst>
                </a:gridCol>
                <a:gridCol w="1044240">
                  <a:extLst>
                    <a:ext uri="{9D8B030D-6E8A-4147-A177-3AD203B41FA5}">
                      <a16:colId xmlns:a16="http://schemas.microsoft.com/office/drawing/2014/main" val="3234976648"/>
                    </a:ext>
                  </a:extLst>
                </a:gridCol>
              </a:tblGrid>
              <a:tr h="348063">
                <a:tc>
                  <a:txBody>
                    <a:bodyPr/>
                    <a:lstStyle/>
                    <a:p>
                      <a:pPr algn="ctr" latinLnBrk="0">
                        <a:buNone/>
                      </a:pPr>
                      <a:r>
                        <a:rPr lang="ko-KR" altLang="en-US" sz="900" b="1" i="0" u="none" strike="noStrike" kern="1200">
                          <a:solidFill>
                            <a:schemeClr val="bg1"/>
                          </a:solidFill>
                          <a:effectLst/>
                          <a:latin typeface="a고딕14" panose="02020600000000000000" pitchFamily="18" charset="-127"/>
                          <a:ea typeface="a고딕14" panose="02020600000000000000" pitchFamily="18" charset="-127"/>
                          <a:cs typeface="+mn-cs"/>
                        </a:rPr>
                        <a:t>설문 항목</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212E55"/>
                    </a:solidFill>
                  </a:tcPr>
                </a:tc>
                <a:tc>
                  <a:txBody>
                    <a:bodyPr/>
                    <a:lstStyle/>
                    <a:p>
                      <a:pPr algn="ctr" latinLnBrk="0">
                        <a:buNone/>
                      </a:pPr>
                      <a:endParaRPr lang="en-US" altLang="ko-KR" sz="900" b="1" i="0" u="none" strike="noStrike" kern="1200" dirty="0">
                        <a:solidFill>
                          <a:schemeClr val="bg1"/>
                        </a:solidFill>
                        <a:effectLst/>
                        <a:latin typeface="a고딕14" panose="02020600000000000000" pitchFamily="18" charset="-127"/>
                        <a:ea typeface="a고딕14" panose="02020600000000000000" pitchFamily="18" charset="-127"/>
                        <a:cs typeface="+mn-cs"/>
                      </a:endParaRP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212E55"/>
                    </a:solidFill>
                  </a:tcPr>
                </a:tc>
                <a:tc>
                  <a:txBody>
                    <a:bodyPr/>
                    <a:lstStyle/>
                    <a:p>
                      <a:pPr algn="ctr" latinLnBrk="0">
                        <a:buNone/>
                      </a:pPr>
                      <a:r>
                        <a:rPr lang="ko-KR" altLang="en-US" sz="900" b="1" i="0" u="none" strike="noStrike" kern="1200" dirty="0">
                          <a:solidFill>
                            <a:schemeClr val="bg1"/>
                          </a:solidFill>
                          <a:effectLst/>
                          <a:latin typeface="a고딕14" panose="02020600000000000000" pitchFamily="18" charset="-127"/>
                          <a:ea typeface="a고딕14" panose="02020600000000000000" pitchFamily="18" charset="-127"/>
                          <a:cs typeface="+mn-cs"/>
                        </a:rPr>
                        <a:t>설문 문항</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212E55"/>
                    </a:solidFill>
                  </a:tcPr>
                </a:tc>
                <a:tc>
                  <a:txBody>
                    <a:bodyPr/>
                    <a:lstStyle/>
                    <a:p>
                      <a:pPr algn="ctr" latinLnBrk="0">
                        <a:buNone/>
                      </a:pPr>
                      <a:r>
                        <a:rPr lang="ko-KR" altLang="en-US" sz="900" b="1" i="0" u="none" strike="noStrike" kern="1200">
                          <a:solidFill>
                            <a:schemeClr val="bg1"/>
                          </a:solidFill>
                          <a:effectLst/>
                          <a:latin typeface="a고딕14" panose="02020600000000000000" pitchFamily="18" charset="-127"/>
                          <a:ea typeface="a고딕14" panose="02020600000000000000" pitchFamily="18" charset="-127"/>
                          <a:cs typeface="+mn-cs"/>
                        </a:rPr>
                        <a:t>응답 </a:t>
                      </a:r>
                      <a:endParaRPr lang="en-US" altLang="ko-KR" sz="900" b="1" i="0" u="none" strike="noStrike" kern="1200">
                        <a:solidFill>
                          <a:schemeClr val="bg1"/>
                        </a:solidFill>
                        <a:effectLst/>
                        <a:latin typeface="a고딕14" panose="02020600000000000000" pitchFamily="18" charset="-127"/>
                        <a:ea typeface="a고딕14" panose="02020600000000000000" pitchFamily="18" charset="-127"/>
                        <a:cs typeface="+mn-cs"/>
                      </a:endParaRPr>
                    </a:p>
                    <a:p>
                      <a:pPr algn="ctr" latinLnBrk="0">
                        <a:buNone/>
                      </a:pPr>
                      <a:r>
                        <a:rPr lang="ko-KR" altLang="en-US" sz="900" b="1" i="0" u="none" strike="noStrike" kern="1200">
                          <a:solidFill>
                            <a:schemeClr val="bg1"/>
                          </a:solidFill>
                          <a:effectLst/>
                          <a:latin typeface="a고딕14" panose="02020600000000000000" pitchFamily="18" charset="-127"/>
                          <a:ea typeface="a고딕14" panose="02020600000000000000" pitchFamily="18" charset="-127"/>
                          <a:cs typeface="+mn-cs"/>
                        </a:rPr>
                        <a:t>대상</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212E55"/>
                    </a:solidFill>
                  </a:tcPr>
                </a:tc>
                <a:tc>
                  <a:txBody>
                    <a:bodyPr/>
                    <a:lstStyle/>
                    <a:p>
                      <a:pPr algn="ctr" latinLnBrk="0">
                        <a:buNone/>
                      </a:pPr>
                      <a:r>
                        <a:rPr lang="ko-KR" altLang="en-US" sz="900" b="1" i="0" u="none" strike="noStrike" kern="1200">
                          <a:solidFill>
                            <a:schemeClr val="bg1"/>
                          </a:solidFill>
                          <a:effectLst/>
                          <a:latin typeface="a고딕14" panose="02020600000000000000" pitchFamily="18" charset="-127"/>
                          <a:ea typeface="a고딕14" panose="02020600000000000000" pitchFamily="18" charset="-127"/>
                          <a:cs typeface="+mn-cs"/>
                        </a:rPr>
                        <a:t>응답 </a:t>
                      </a:r>
                      <a:endParaRPr lang="en-US" altLang="ko-KR" sz="900" b="1" i="0" u="none" strike="noStrike" kern="1200">
                        <a:solidFill>
                          <a:schemeClr val="bg1"/>
                        </a:solidFill>
                        <a:effectLst/>
                        <a:latin typeface="a고딕14" panose="02020600000000000000" pitchFamily="18" charset="-127"/>
                        <a:ea typeface="a고딕14" panose="02020600000000000000" pitchFamily="18" charset="-127"/>
                        <a:cs typeface="+mn-cs"/>
                      </a:endParaRPr>
                    </a:p>
                    <a:p>
                      <a:pPr algn="ctr" latinLnBrk="0">
                        <a:buNone/>
                      </a:pPr>
                      <a:r>
                        <a:rPr lang="ko-KR" altLang="en-US" sz="900" b="1" i="0" u="none" strike="noStrike" kern="1200">
                          <a:solidFill>
                            <a:schemeClr val="bg1"/>
                          </a:solidFill>
                          <a:effectLst/>
                          <a:latin typeface="a고딕14" panose="02020600000000000000" pitchFamily="18" charset="-127"/>
                          <a:ea typeface="a고딕14" panose="02020600000000000000" pitchFamily="18" charset="-127"/>
                          <a:cs typeface="+mn-cs"/>
                        </a:rPr>
                        <a:t>방식</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212E55"/>
                    </a:solidFill>
                  </a:tcPr>
                </a:tc>
                <a:tc>
                  <a:txBody>
                    <a:bodyPr/>
                    <a:lstStyle/>
                    <a:p>
                      <a:pPr algn="ctr" latinLnBrk="0">
                        <a:buNone/>
                      </a:pPr>
                      <a:r>
                        <a:rPr lang="ko-KR" altLang="en-US" sz="900" b="1" i="0" u="none" strike="noStrike" kern="1200">
                          <a:solidFill>
                            <a:schemeClr val="bg1"/>
                          </a:solidFill>
                          <a:effectLst/>
                          <a:latin typeface="a고딕14" panose="02020600000000000000" pitchFamily="18" charset="-127"/>
                          <a:ea typeface="a고딕14" panose="02020600000000000000" pitchFamily="18" charset="-127"/>
                          <a:cs typeface="+mn-cs"/>
                        </a:rPr>
                        <a:t>정량</a:t>
                      </a:r>
                      <a:r>
                        <a:rPr lang="en-US" altLang="ko-KR" sz="900" b="1" i="0" u="none" strike="noStrike" kern="1200">
                          <a:solidFill>
                            <a:schemeClr val="bg1"/>
                          </a:solidFill>
                          <a:effectLst/>
                          <a:latin typeface="a고딕14" panose="02020600000000000000" pitchFamily="18" charset="-127"/>
                          <a:ea typeface="a고딕14" panose="02020600000000000000" pitchFamily="18" charset="-127"/>
                          <a:cs typeface="+mn-cs"/>
                        </a:rPr>
                        <a:t>·</a:t>
                      </a:r>
                      <a:r>
                        <a:rPr lang="ko-KR" altLang="en-US" sz="900" b="1" i="0" u="none" strike="noStrike" kern="1200">
                          <a:solidFill>
                            <a:schemeClr val="bg1"/>
                          </a:solidFill>
                          <a:effectLst/>
                          <a:latin typeface="a고딕14" panose="02020600000000000000" pitchFamily="18" charset="-127"/>
                          <a:ea typeface="a고딕14" panose="02020600000000000000" pitchFamily="18" charset="-127"/>
                          <a:cs typeface="+mn-cs"/>
                        </a:rPr>
                        <a:t>정성 보완 차원</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212E55"/>
                    </a:solidFill>
                  </a:tcPr>
                </a:tc>
                <a:extLst>
                  <a:ext uri="{0D108BD9-81ED-4DB2-BD59-A6C34878D82A}">
                    <a16:rowId xmlns:a16="http://schemas.microsoft.com/office/drawing/2014/main" val="877566692"/>
                  </a:ext>
                </a:extLst>
              </a:tr>
              <a:tr h="158747">
                <a:tc rowSpan="5">
                  <a:txBody>
                    <a:bodyPr/>
                    <a:lstStyle/>
                    <a:p>
                      <a:pPr algn="ctr" latinLnBrk="0">
                        <a:buNone/>
                      </a:pPr>
                      <a:r>
                        <a:rPr lang="ko-KR" sz="800" b="1">
                          <a:latin typeface="a고딕14" panose="02020600000000000000" pitchFamily="18" charset="-127"/>
                          <a:ea typeface="a고딕14" panose="02020600000000000000" pitchFamily="18" charset="-127"/>
                        </a:rPr>
                        <a:t>A. 응답자 일반사항</a:t>
                      </a:r>
                      <a:endParaRPr lang="ko-KR" sz="800">
                        <a:latin typeface="a고딕14" panose="02020600000000000000" pitchFamily="18" charset="-127"/>
                        <a:ea typeface="a고딕14" panose="02020600000000000000" pitchFamily="18" charset="-127"/>
                      </a:endParaRP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latinLnBrk="0">
                        <a:buNone/>
                      </a:pPr>
                      <a:r>
                        <a:rPr lang="ko-KR" sz="800">
                          <a:latin typeface="a고딕14" panose="02020600000000000000" pitchFamily="18" charset="-127"/>
                          <a:ea typeface="a고딕14" panose="02020600000000000000" pitchFamily="18" charset="-127"/>
                        </a:rPr>
                        <a:t>A1</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latinLnBrk="0">
                        <a:buNone/>
                      </a:pPr>
                      <a:r>
                        <a:rPr lang="ko-KR" sz="800">
                          <a:latin typeface="a고딕14" panose="02020600000000000000" pitchFamily="18" charset="-127"/>
                          <a:ea typeface="a고딕14" panose="02020600000000000000" pitchFamily="18" charset="-127"/>
                        </a:rPr>
                        <a:t>귀하의 주 직무 분야는 어떻게 분류되십니까?</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공통</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사전 매칭</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en-US" altLang="ko-KR" sz="800">
                          <a:latin typeface="a고딕14" panose="02020600000000000000" pitchFamily="18" charset="-127"/>
                          <a:ea typeface="a고딕14" panose="02020600000000000000" pitchFamily="18" charset="-127"/>
                        </a:rPr>
                        <a:t>-</a:t>
                      </a:r>
                      <a:endParaRPr lang="ko-KR" sz="800">
                        <a:latin typeface="a고딕14" panose="02020600000000000000" pitchFamily="18" charset="-127"/>
                        <a:ea typeface="a고딕14" panose="02020600000000000000" pitchFamily="18" charset="-127"/>
                      </a:endParaRP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528789047"/>
                  </a:ext>
                </a:extLst>
              </a:tr>
              <a:tr h="158747">
                <a:tc vMerge="1">
                  <a:txBody>
                    <a:bodyPr/>
                    <a:lstStyle/>
                    <a:p>
                      <a:pPr>
                        <a:buNone/>
                      </a:pPr>
                      <a:endParaRPr lang="ko-KR" sz="800">
                        <a:latin typeface="a고딕14" panose="02020600000000000000" pitchFamily="18" charset="-127"/>
                        <a:ea typeface="a고딕14" panose="02020600000000000000" pitchFamily="18" charset="-127"/>
                      </a:endParaRP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latinLnBrk="0">
                        <a:buNone/>
                      </a:pPr>
                      <a:r>
                        <a:rPr lang="ko-KR" sz="800">
                          <a:latin typeface="a고딕14" panose="02020600000000000000" pitchFamily="18" charset="-127"/>
                          <a:ea typeface="a고딕14" panose="02020600000000000000" pitchFamily="18" charset="-127"/>
                        </a:rPr>
                        <a:t>A2</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latinLnBrk="0">
                        <a:buNone/>
                      </a:pPr>
                      <a:r>
                        <a:rPr lang="ko-KR" sz="800">
                          <a:latin typeface="a고딕14" panose="02020600000000000000" pitchFamily="18" charset="-127"/>
                          <a:ea typeface="a고딕14" panose="02020600000000000000" pitchFamily="18" charset="-127"/>
                        </a:rPr>
                        <a:t>귀하가 속한 산업 분류는 무엇입니까? </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공통</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선택</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en-US" altLang="ko-KR" sz="800">
                          <a:latin typeface="a고딕14" panose="02020600000000000000" pitchFamily="18" charset="-127"/>
                          <a:ea typeface="a고딕14" panose="02020600000000000000" pitchFamily="18" charset="-127"/>
                        </a:rPr>
                        <a:t>-</a:t>
                      </a:r>
                      <a:endParaRPr lang="ko-KR" sz="800">
                        <a:latin typeface="a고딕14" panose="02020600000000000000" pitchFamily="18" charset="-127"/>
                        <a:ea typeface="a고딕14" panose="02020600000000000000" pitchFamily="18" charset="-127"/>
                      </a:endParaRP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738075365"/>
                  </a:ext>
                </a:extLst>
              </a:tr>
              <a:tr h="158747">
                <a:tc vMerge="1">
                  <a:txBody>
                    <a:bodyPr/>
                    <a:lstStyle/>
                    <a:p>
                      <a:pPr>
                        <a:buNone/>
                      </a:pPr>
                      <a:endParaRPr lang="ko-KR" sz="800">
                        <a:latin typeface="a고딕14" panose="02020600000000000000" pitchFamily="18" charset="-127"/>
                        <a:ea typeface="a고딕14" panose="02020600000000000000" pitchFamily="18" charset="-127"/>
                      </a:endParaRP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latinLnBrk="0">
                        <a:buNone/>
                      </a:pPr>
                      <a:r>
                        <a:rPr lang="ko-KR" sz="800">
                          <a:latin typeface="a고딕14" panose="02020600000000000000" pitchFamily="18" charset="-127"/>
                          <a:ea typeface="a고딕14" panose="02020600000000000000" pitchFamily="18" charset="-127"/>
                        </a:rPr>
                        <a:t>A3</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latinLnBrk="0">
                        <a:buNone/>
                      </a:pPr>
                      <a:r>
                        <a:rPr lang="ko-KR" sz="800">
                          <a:latin typeface="a고딕14" panose="02020600000000000000" pitchFamily="18" charset="-127"/>
                          <a:ea typeface="a고딕14" panose="02020600000000000000" pitchFamily="18" charset="-127"/>
                        </a:rPr>
                        <a:t>귀하의 경력 단계는 어디에 해당합니까? </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공통</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선택</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en-US" altLang="ko-KR" sz="800">
                          <a:latin typeface="a고딕14" panose="02020600000000000000" pitchFamily="18" charset="-127"/>
                          <a:ea typeface="a고딕14" panose="02020600000000000000" pitchFamily="18" charset="-127"/>
                        </a:rPr>
                        <a:t>-</a:t>
                      </a:r>
                      <a:endParaRPr lang="ko-KR" sz="800">
                        <a:latin typeface="a고딕14" panose="02020600000000000000" pitchFamily="18" charset="-127"/>
                        <a:ea typeface="a고딕14" panose="02020600000000000000" pitchFamily="18" charset="-127"/>
                      </a:endParaRP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835993028"/>
                  </a:ext>
                </a:extLst>
              </a:tr>
              <a:tr h="310199">
                <a:tc vMerge="1">
                  <a:txBody>
                    <a:bodyPr/>
                    <a:lstStyle/>
                    <a:p>
                      <a:pPr>
                        <a:buNone/>
                      </a:pPr>
                      <a:endParaRPr lang="ko-KR" sz="800">
                        <a:latin typeface="a고딕14" panose="02020600000000000000" pitchFamily="18" charset="-127"/>
                        <a:ea typeface="a고딕14" panose="02020600000000000000" pitchFamily="18" charset="-127"/>
                      </a:endParaRP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latinLnBrk="0">
                        <a:buNone/>
                      </a:pPr>
                      <a:r>
                        <a:rPr lang="ko-KR" sz="800">
                          <a:latin typeface="a고딕14" panose="02020600000000000000" pitchFamily="18" charset="-127"/>
                          <a:ea typeface="a고딕14" panose="02020600000000000000" pitchFamily="18" charset="-127"/>
                        </a:rPr>
                        <a:t>A4</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latinLnBrk="0">
                        <a:buNone/>
                      </a:pPr>
                      <a:r>
                        <a:rPr lang="ko-KR" sz="800" b="1">
                          <a:latin typeface="a고딕14" panose="02020600000000000000" pitchFamily="18" charset="-127"/>
                          <a:ea typeface="a고딕14" panose="02020600000000000000" pitchFamily="18" charset="-127"/>
                        </a:rPr>
                        <a:t>관심 NCS 세분류를 5~10개 선택해 주십시오.</a:t>
                      </a:r>
                      <a:endParaRPr lang="ko-KR" sz="800">
                        <a:latin typeface="a고딕14" panose="02020600000000000000" pitchFamily="18" charset="-127"/>
                        <a:ea typeface="a고딕14" panose="02020600000000000000" pitchFamily="18" charset="-127"/>
                      </a:endParaRP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공통</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5~1</a:t>
                      </a:r>
                      <a:r>
                        <a:rPr lang="en-US" altLang="ko-KR" sz="800">
                          <a:latin typeface="a고딕14" panose="02020600000000000000" pitchFamily="18" charset="-127"/>
                          <a:ea typeface="a고딕14" panose="02020600000000000000" pitchFamily="18" charset="-127"/>
                        </a:rPr>
                        <a:t>5</a:t>
                      </a:r>
                      <a:r>
                        <a:rPr lang="ko-KR" sz="800">
                          <a:latin typeface="a고딕14" panose="02020600000000000000" pitchFamily="18" charset="-127"/>
                          <a:ea typeface="a고딕14" panose="02020600000000000000" pitchFamily="18" charset="-127"/>
                        </a:rPr>
                        <a:t>개 </a:t>
                      </a:r>
                      <a:endParaRPr lang="en-US" altLang="ko-KR" sz="800">
                        <a:latin typeface="a고딕14" panose="02020600000000000000" pitchFamily="18" charset="-127"/>
                        <a:ea typeface="a고딕14" panose="02020600000000000000" pitchFamily="18" charset="-127"/>
                      </a:endParaRPr>
                    </a:p>
                    <a:p>
                      <a:pPr algn="ctr" latinLnBrk="0">
                        <a:buNone/>
                      </a:pPr>
                      <a:r>
                        <a:rPr lang="ko-KR" sz="800">
                          <a:latin typeface="a고딕14" panose="02020600000000000000" pitchFamily="18" charset="-127"/>
                          <a:ea typeface="a고딕14" panose="02020600000000000000" pitchFamily="18" charset="-127"/>
                        </a:rPr>
                        <a:t>선택</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dirty="0">
                          <a:latin typeface="a고딕14" panose="02020600000000000000" pitchFamily="18" charset="-127"/>
                          <a:ea typeface="a고딕14" panose="02020600000000000000" pitchFamily="18" charset="-127"/>
                        </a:rPr>
                        <a:t>1인당 평균 </a:t>
                      </a:r>
                      <a:r>
                        <a:rPr lang="en-US" altLang="ko-KR" sz="800" dirty="0">
                          <a:latin typeface="a고딕14" panose="02020600000000000000" pitchFamily="18" charset="-127"/>
                          <a:ea typeface="a고딕14" panose="02020600000000000000" pitchFamily="18" charset="-127"/>
                        </a:rPr>
                        <a:t>10</a:t>
                      </a:r>
                      <a:r>
                        <a:rPr lang="ko-KR" sz="800" dirty="0">
                          <a:latin typeface="a고딕14" panose="02020600000000000000" pitchFamily="18" charset="-127"/>
                          <a:ea typeface="a고딕14" panose="02020600000000000000" pitchFamily="18" charset="-127"/>
                        </a:rPr>
                        <a:t>개 분배 </a:t>
                      </a:r>
                      <a:endParaRPr lang="en-US" altLang="ko-KR" sz="800" dirty="0">
                        <a:latin typeface="a고딕14" panose="02020600000000000000" pitchFamily="18" charset="-127"/>
                        <a:ea typeface="a고딕14" panose="02020600000000000000" pitchFamily="18" charset="-127"/>
                      </a:endParaRPr>
                    </a:p>
                    <a:p>
                      <a:pPr algn="ctr" latinLnBrk="0">
                        <a:buNone/>
                      </a:pPr>
                      <a:r>
                        <a:rPr lang="en-US" altLang="ko-KR" sz="800" dirty="0">
                          <a:latin typeface="a고딕14" panose="02020600000000000000" pitchFamily="18" charset="-127"/>
                          <a:ea typeface="a고딕14" panose="02020600000000000000" pitchFamily="18" charset="-127"/>
                        </a:rPr>
                        <a:t>(</a:t>
                      </a:r>
                      <a:r>
                        <a:rPr lang="ko-KR" sz="800" dirty="0">
                          <a:latin typeface="a고딕14" panose="02020600000000000000" pitchFamily="18" charset="-127"/>
                          <a:ea typeface="a고딕14" panose="02020600000000000000" pitchFamily="18" charset="-127"/>
                        </a:rPr>
                        <a:t>응답 피로 완화</a:t>
                      </a:r>
                      <a:r>
                        <a:rPr lang="en-US" altLang="ko-KR" sz="800" dirty="0">
                          <a:latin typeface="a고딕14" panose="02020600000000000000" pitchFamily="18" charset="-127"/>
                          <a:ea typeface="a고딕14" panose="02020600000000000000" pitchFamily="18" charset="-127"/>
                        </a:rPr>
                        <a:t>)</a:t>
                      </a:r>
                      <a:endParaRPr lang="ko-KR" sz="800" dirty="0">
                        <a:latin typeface="a고딕14" panose="02020600000000000000" pitchFamily="18" charset="-127"/>
                        <a:ea typeface="a고딕14" panose="02020600000000000000" pitchFamily="18" charset="-127"/>
                      </a:endParaRP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38143665"/>
                  </a:ext>
                </a:extLst>
              </a:tr>
              <a:tr h="158747">
                <a:tc vMerge="1">
                  <a:txBody>
                    <a:bodyPr/>
                    <a:lstStyle/>
                    <a:p>
                      <a:pPr>
                        <a:buNone/>
                      </a:pPr>
                      <a:endParaRPr lang="ko-KR" sz="800">
                        <a:latin typeface="a고딕14" panose="02020600000000000000" pitchFamily="18" charset="-127"/>
                        <a:ea typeface="a고딕14" panose="02020600000000000000" pitchFamily="18" charset="-127"/>
                      </a:endParaRP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latinLnBrk="0">
                        <a:buNone/>
                      </a:pPr>
                      <a:r>
                        <a:rPr lang="ko-KR" sz="800">
                          <a:latin typeface="a고딕14" panose="02020600000000000000" pitchFamily="18" charset="-127"/>
                          <a:ea typeface="a고딕14" panose="02020600000000000000" pitchFamily="18" charset="-127"/>
                        </a:rPr>
                        <a:t>A5</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latinLnBrk="0">
                        <a:buNone/>
                      </a:pPr>
                      <a:r>
                        <a:rPr lang="ko-KR" sz="800">
                          <a:latin typeface="a고딕14" panose="02020600000000000000" pitchFamily="18" charset="-127"/>
                          <a:ea typeface="a고딕14" panose="02020600000000000000" pitchFamily="18" charset="-127"/>
                        </a:rPr>
                        <a:t>귀하의 소속 주체는 무엇입니까</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공통</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선택</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en-US" altLang="ko-KR" sz="800">
                          <a:latin typeface="a고딕14" panose="02020600000000000000" pitchFamily="18" charset="-127"/>
                          <a:ea typeface="a고딕14" panose="02020600000000000000" pitchFamily="18" charset="-127"/>
                        </a:rPr>
                        <a:t>-</a:t>
                      </a:r>
                      <a:endParaRPr lang="ko-KR" sz="800">
                        <a:latin typeface="a고딕14" panose="02020600000000000000" pitchFamily="18" charset="-127"/>
                        <a:ea typeface="a고딕14" panose="02020600000000000000" pitchFamily="18" charset="-127"/>
                      </a:endParaRP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44276524"/>
                  </a:ext>
                </a:extLst>
              </a:tr>
              <a:tr h="310199">
                <a:tc rowSpan="4">
                  <a:txBody>
                    <a:bodyPr/>
                    <a:lstStyle/>
                    <a:p>
                      <a:pPr algn="ctr" latinLnBrk="0">
                        <a:buNone/>
                      </a:pPr>
                      <a:r>
                        <a:rPr lang="ko-KR" sz="800" b="1">
                          <a:latin typeface="a고딕14" panose="02020600000000000000" pitchFamily="18" charset="-127"/>
                          <a:ea typeface="a고딕14" panose="02020600000000000000" pitchFamily="18" charset="-127"/>
                        </a:rPr>
                        <a:t>B. 학습자 수요</a:t>
                      </a:r>
                      <a:endParaRPr lang="ko-KR" sz="800">
                        <a:latin typeface="a고딕14" panose="02020600000000000000" pitchFamily="18" charset="-127"/>
                        <a:ea typeface="a고딕14" panose="02020600000000000000" pitchFamily="18" charset="-127"/>
                      </a:endParaRP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latinLnBrk="0">
                        <a:buNone/>
                      </a:pPr>
                      <a:r>
                        <a:rPr lang="ko-KR" sz="800">
                          <a:latin typeface="a고딕14" panose="02020600000000000000" pitchFamily="18" charset="-127"/>
                          <a:ea typeface="a고딕14" panose="02020600000000000000" pitchFamily="18" charset="-127"/>
                        </a:rPr>
                        <a:t>B1</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latinLnBrk="0">
                        <a:buNone/>
                      </a:pPr>
                      <a:r>
                        <a:rPr lang="ko-KR" sz="800">
                          <a:latin typeface="a고딕14" panose="02020600000000000000" pitchFamily="18" charset="-127"/>
                          <a:ea typeface="a고딕14" panose="02020600000000000000" pitchFamily="18" charset="-127"/>
                        </a:rPr>
                        <a:t>본 세분류는 귀하의 </a:t>
                      </a:r>
                      <a:r>
                        <a:rPr lang="ko-KR" sz="800" b="1">
                          <a:latin typeface="a고딕14" panose="02020600000000000000" pitchFamily="18" charset="-127"/>
                          <a:ea typeface="a고딕14" panose="02020600000000000000" pitchFamily="18" charset="-127"/>
                        </a:rPr>
                        <a:t>현재 또는 예정 직무</a:t>
                      </a:r>
                      <a:r>
                        <a:rPr lang="ko-KR" sz="800">
                          <a:latin typeface="a고딕14" panose="02020600000000000000" pitchFamily="18" charset="-127"/>
                          <a:ea typeface="a고딕14" panose="02020600000000000000" pitchFamily="18" charset="-127"/>
                        </a:rPr>
                        <a:t>와 얼마나 부합합니까?</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학습자</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5점 척도</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개인 직무 부합성 </a:t>
                      </a:r>
                      <a:endParaRPr lang="en-US" altLang="ko-KR" sz="800">
                        <a:latin typeface="a고딕14" panose="02020600000000000000" pitchFamily="18" charset="-127"/>
                        <a:ea typeface="a고딕14" panose="02020600000000000000" pitchFamily="18" charset="-127"/>
                      </a:endParaRPr>
                    </a:p>
                    <a:p>
                      <a:pPr algn="ctr" latinLnBrk="0">
                        <a:buNone/>
                      </a:pPr>
                      <a:r>
                        <a:rPr lang="en-US" altLang="ko-KR" sz="800">
                          <a:latin typeface="a고딕14" panose="02020600000000000000" pitchFamily="18" charset="-127"/>
                          <a:ea typeface="a고딕14" panose="02020600000000000000" pitchFamily="18" charset="-127"/>
                        </a:rPr>
                        <a:t>(</a:t>
                      </a:r>
                      <a:r>
                        <a:rPr lang="ko-KR" sz="800">
                          <a:latin typeface="a고딕14" panose="02020600000000000000" pitchFamily="18" charset="-127"/>
                          <a:ea typeface="a고딕14" panose="02020600000000000000" pitchFamily="18" charset="-127"/>
                        </a:rPr>
                        <a:t>정량 </a:t>
                      </a:r>
                      <a:r>
                        <a:rPr lang="ko-KR" altLang="en-US" sz="800">
                          <a:latin typeface="a고딕14" panose="02020600000000000000" pitchFamily="18" charset="-127"/>
                          <a:ea typeface="a고딕14" panose="02020600000000000000" pitchFamily="18" charset="-127"/>
                        </a:rPr>
                        <a:t>보완</a:t>
                      </a:r>
                      <a:r>
                        <a:rPr lang="en-US" altLang="ko-KR" sz="800">
                          <a:latin typeface="a고딕14" panose="02020600000000000000" pitchFamily="18" charset="-127"/>
                          <a:ea typeface="a고딕14" panose="02020600000000000000" pitchFamily="18" charset="-127"/>
                        </a:rPr>
                        <a:t>)</a:t>
                      </a:r>
                      <a:endParaRPr lang="ko-KR" sz="800">
                        <a:latin typeface="a고딕14" panose="02020600000000000000" pitchFamily="18" charset="-127"/>
                        <a:ea typeface="a고딕14" panose="02020600000000000000" pitchFamily="18" charset="-127"/>
                      </a:endParaRP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24163896"/>
                  </a:ext>
                </a:extLst>
              </a:tr>
              <a:tr h="310199">
                <a:tc vMerge="1">
                  <a:txBody>
                    <a:bodyPr/>
                    <a:lstStyle/>
                    <a:p>
                      <a:pPr>
                        <a:buNone/>
                      </a:pPr>
                      <a:endParaRPr lang="ko-KR" sz="800">
                        <a:latin typeface="a고딕14" panose="02020600000000000000" pitchFamily="18" charset="-127"/>
                        <a:ea typeface="a고딕14" panose="02020600000000000000" pitchFamily="18" charset="-127"/>
                      </a:endParaRP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latinLnBrk="0">
                        <a:buNone/>
                      </a:pPr>
                      <a:r>
                        <a:rPr lang="ko-KR" sz="800">
                          <a:latin typeface="a고딕14" panose="02020600000000000000" pitchFamily="18" charset="-127"/>
                          <a:ea typeface="a고딕14" panose="02020600000000000000" pitchFamily="18" charset="-127"/>
                        </a:rPr>
                        <a:t>B2</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latinLnBrk="0">
                        <a:buNone/>
                      </a:pPr>
                      <a:r>
                        <a:rPr lang="ko-KR" sz="800" dirty="0">
                          <a:latin typeface="a고딕14" panose="02020600000000000000" pitchFamily="18" charset="-127"/>
                          <a:ea typeface="a고딕14" panose="02020600000000000000" pitchFamily="18" charset="-127"/>
                        </a:rPr>
                        <a:t>본 세분류를 </a:t>
                      </a:r>
                      <a:r>
                        <a:rPr lang="ko-KR" sz="800" b="1" dirty="0">
                          <a:latin typeface="a고딕14" panose="02020600000000000000" pitchFamily="18" charset="-127"/>
                          <a:ea typeface="a고딕14" panose="02020600000000000000" pitchFamily="18" charset="-127"/>
                        </a:rPr>
                        <a:t>향후 새롭게 학습할 의향</a:t>
                      </a:r>
                      <a:r>
                        <a:rPr lang="ko-KR" sz="800" dirty="0">
                          <a:latin typeface="a고딕14" panose="02020600000000000000" pitchFamily="18" charset="-127"/>
                          <a:ea typeface="a고딕14" panose="02020600000000000000" pitchFamily="18" charset="-127"/>
                        </a:rPr>
                        <a:t>이 있습니까?</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dirty="0">
                          <a:latin typeface="a고딕14" panose="02020600000000000000" pitchFamily="18" charset="-127"/>
                          <a:ea typeface="a고딕14" panose="02020600000000000000" pitchFamily="18" charset="-127"/>
                        </a:rPr>
                        <a:t>학습자</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5점 척도</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학습 동기</a:t>
                      </a:r>
                      <a:endParaRPr lang="en-US" altLang="ko-KR" sz="800">
                        <a:latin typeface="a고딕14" panose="02020600000000000000" pitchFamily="18" charset="-127"/>
                        <a:ea typeface="a고딕14" panose="02020600000000000000" pitchFamily="18" charset="-127"/>
                      </a:endParaRPr>
                    </a:p>
                    <a:p>
                      <a:pPr algn="ctr" latinLnBrk="0">
                        <a:buNone/>
                      </a:pPr>
                      <a:r>
                        <a:rPr lang="en-US" altLang="ko-KR" sz="800">
                          <a:latin typeface="a고딕14" panose="02020600000000000000" pitchFamily="18" charset="-127"/>
                          <a:ea typeface="a고딕14" panose="02020600000000000000" pitchFamily="18" charset="-127"/>
                        </a:rPr>
                        <a:t>(</a:t>
                      </a:r>
                      <a:r>
                        <a:rPr lang="ko-KR" sz="800">
                          <a:latin typeface="a고딕14" panose="02020600000000000000" pitchFamily="18" charset="-127"/>
                          <a:ea typeface="a고딕14" panose="02020600000000000000" pitchFamily="18" charset="-127"/>
                        </a:rPr>
                        <a:t>정성 보완</a:t>
                      </a:r>
                      <a:r>
                        <a:rPr lang="en-US" altLang="ko-KR" sz="800">
                          <a:latin typeface="a고딕14" panose="02020600000000000000" pitchFamily="18" charset="-127"/>
                          <a:ea typeface="a고딕14" panose="02020600000000000000" pitchFamily="18" charset="-127"/>
                        </a:rPr>
                        <a:t>)</a:t>
                      </a:r>
                      <a:endParaRPr lang="ko-KR" sz="800">
                        <a:latin typeface="a고딕14" panose="02020600000000000000" pitchFamily="18" charset="-127"/>
                        <a:ea typeface="a고딕14" panose="02020600000000000000" pitchFamily="18" charset="-127"/>
                      </a:endParaRP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426763854"/>
                  </a:ext>
                </a:extLst>
              </a:tr>
              <a:tr h="310199">
                <a:tc vMerge="1">
                  <a:txBody>
                    <a:bodyPr/>
                    <a:lstStyle/>
                    <a:p>
                      <a:pPr>
                        <a:buNone/>
                      </a:pPr>
                      <a:endParaRPr lang="ko-KR" sz="800">
                        <a:latin typeface="a고딕14" panose="02020600000000000000" pitchFamily="18" charset="-127"/>
                        <a:ea typeface="a고딕14" panose="02020600000000000000" pitchFamily="18" charset="-127"/>
                      </a:endParaRP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latinLnBrk="0">
                        <a:buNone/>
                      </a:pPr>
                      <a:r>
                        <a:rPr lang="ko-KR" sz="800">
                          <a:latin typeface="a고딕14" panose="02020600000000000000" pitchFamily="18" charset="-127"/>
                          <a:ea typeface="a고딕14" panose="02020600000000000000" pitchFamily="18" charset="-127"/>
                        </a:rPr>
                        <a:t>B3</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latinLnBrk="0">
                        <a:buNone/>
                      </a:pPr>
                      <a:r>
                        <a:rPr lang="ko-KR" sz="800">
                          <a:latin typeface="a고딕14" panose="02020600000000000000" pitchFamily="18" charset="-127"/>
                          <a:ea typeface="a고딕14" panose="02020600000000000000" pitchFamily="18" charset="-127"/>
                        </a:rPr>
                        <a:t>본 세분류 관련 </a:t>
                      </a:r>
                      <a:r>
                        <a:rPr lang="ko-KR" sz="800" b="1">
                          <a:latin typeface="a고딕14" panose="02020600000000000000" pitchFamily="18" charset="-127"/>
                          <a:ea typeface="a고딕14" panose="02020600000000000000" pitchFamily="18" charset="-127"/>
                        </a:rPr>
                        <a:t>STEP 신규 과정이 개설된다면 수강할 의향</a:t>
                      </a:r>
                      <a:r>
                        <a:rPr lang="ko-KR" sz="800">
                          <a:latin typeface="a고딕14" panose="02020600000000000000" pitchFamily="18" charset="-127"/>
                          <a:ea typeface="a고딕14" panose="02020600000000000000" pitchFamily="18" charset="-127"/>
                        </a:rPr>
                        <a:t>이 있습니까?</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학습자</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5점 척도</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운영 측면 수요</a:t>
                      </a:r>
                      <a:endParaRPr lang="en-US" altLang="ko-KR" sz="800">
                        <a:latin typeface="a고딕14" panose="02020600000000000000" pitchFamily="18" charset="-127"/>
                        <a:ea typeface="a고딕14" panose="02020600000000000000" pitchFamily="18" charset="-127"/>
                      </a:endParaRPr>
                    </a:p>
                    <a:p>
                      <a:pPr algn="ctr" latinLnBrk="0">
                        <a:buNone/>
                      </a:pPr>
                      <a:r>
                        <a:rPr lang="en-US" altLang="ko-KR" sz="800">
                          <a:latin typeface="a고딕14" panose="02020600000000000000" pitchFamily="18" charset="-127"/>
                          <a:ea typeface="a고딕14" panose="02020600000000000000" pitchFamily="18" charset="-127"/>
                        </a:rPr>
                        <a:t>(</a:t>
                      </a:r>
                      <a:r>
                        <a:rPr lang="ko-KR" sz="800">
                          <a:latin typeface="a고딕14" panose="02020600000000000000" pitchFamily="18" charset="-127"/>
                          <a:ea typeface="a고딕14" panose="02020600000000000000" pitchFamily="18" charset="-127"/>
                        </a:rPr>
                        <a:t>정량 </a:t>
                      </a:r>
                      <a:r>
                        <a:rPr lang="ko-KR" altLang="en-US" sz="800">
                          <a:latin typeface="a고딕14" panose="02020600000000000000" pitchFamily="18" charset="-127"/>
                          <a:ea typeface="a고딕14" panose="02020600000000000000" pitchFamily="18" charset="-127"/>
                        </a:rPr>
                        <a:t>보완</a:t>
                      </a:r>
                      <a:r>
                        <a:rPr lang="en-US" altLang="ko-KR" sz="800">
                          <a:latin typeface="a고딕14" panose="02020600000000000000" pitchFamily="18" charset="-127"/>
                          <a:ea typeface="a고딕14" panose="02020600000000000000" pitchFamily="18" charset="-127"/>
                        </a:rPr>
                        <a:t>)</a:t>
                      </a:r>
                      <a:endParaRPr lang="ko-KR" sz="800">
                        <a:latin typeface="a고딕14" panose="02020600000000000000" pitchFamily="18" charset="-127"/>
                        <a:ea typeface="a고딕14" panose="02020600000000000000" pitchFamily="18" charset="-127"/>
                      </a:endParaRP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45545327"/>
                  </a:ext>
                </a:extLst>
              </a:tr>
              <a:tr h="310199">
                <a:tc vMerge="1">
                  <a:txBody>
                    <a:bodyPr/>
                    <a:lstStyle/>
                    <a:p>
                      <a:pPr>
                        <a:buNone/>
                      </a:pPr>
                      <a:endParaRPr lang="ko-KR" sz="800">
                        <a:latin typeface="a고딕14" panose="02020600000000000000" pitchFamily="18" charset="-127"/>
                        <a:ea typeface="a고딕14" panose="02020600000000000000" pitchFamily="18" charset="-127"/>
                      </a:endParaRP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latinLnBrk="0">
                        <a:buNone/>
                      </a:pPr>
                      <a:r>
                        <a:rPr lang="ko-KR" sz="800">
                          <a:latin typeface="a고딕14" panose="02020600000000000000" pitchFamily="18" charset="-127"/>
                          <a:ea typeface="a고딕14" panose="02020600000000000000" pitchFamily="18" charset="-127"/>
                        </a:rPr>
                        <a:t>B4</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latinLnBrk="0">
                        <a:buNone/>
                      </a:pPr>
                      <a:r>
                        <a:rPr lang="ko-KR" sz="800">
                          <a:latin typeface="a고딕14" panose="02020600000000000000" pitchFamily="18" charset="-127"/>
                          <a:ea typeface="a고딕14" panose="02020600000000000000" pitchFamily="18" charset="-127"/>
                        </a:rPr>
                        <a:t>본 세분류 학습이 귀하의 경력 관점에서 얼마나 </a:t>
                      </a:r>
                      <a:r>
                        <a:rPr lang="ko-KR" sz="800" b="1">
                          <a:latin typeface="a고딕14" panose="02020600000000000000" pitchFamily="18" charset="-127"/>
                          <a:ea typeface="a고딕14" panose="02020600000000000000" pitchFamily="18" charset="-127"/>
                        </a:rPr>
                        <a:t>시급</a:t>
                      </a:r>
                      <a:r>
                        <a:rPr lang="ko-KR" sz="800">
                          <a:latin typeface="a고딕14" panose="02020600000000000000" pitchFamily="18" charset="-127"/>
                          <a:ea typeface="a고딕14" panose="02020600000000000000" pitchFamily="18" charset="-127"/>
                        </a:rPr>
                        <a:t>합니까?</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학습자</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5점 척도</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개인 시급성 </a:t>
                      </a:r>
                      <a:endParaRPr lang="en-US" altLang="ko-KR" sz="800">
                        <a:latin typeface="a고딕14" panose="02020600000000000000" pitchFamily="18" charset="-127"/>
                        <a:ea typeface="a고딕14" panose="02020600000000000000" pitchFamily="18" charset="-127"/>
                      </a:endParaRPr>
                    </a:p>
                    <a:p>
                      <a:pPr algn="ctr" latinLnBrk="0">
                        <a:buNone/>
                      </a:pPr>
                      <a:r>
                        <a:rPr lang="en-US" altLang="ko-KR" sz="800">
                          <a:latin typeface="a고딕14" panose="02020600000000000000" pitchFamily="18" charset="-127"/>
                          <a:ea typeface="a고딕14" panose="02020600000000000000" pitchFamily="18" charset="-127"/>
                        </a:rPr>
                        <a:t>(</a:t>
                      </a:r>
                      <a:r>
                        <a:rPr lang="ko-KR" sz="800">
                          <a:latin typeface="a고딕14" panose="02020600000000000000" pitchFamily="18" charset="-127"/>
                          <a:ea typeface="a고딕14" panose="02020600000000000000" pitchFamily="18" charset="-127"/>
                        </a:rPr>
                        <a:t>정성 보완</a:t>
                      </a:r>
                      <a:r>
                        <a:rPr lang="en-US" altLang="ko-KR" sz="800">
                          <a:latin typeface="a고딕14" panose="02020600000000000000" pitchFamily="18" charset="-127"/>
                          <a:ea typeface="a고딕14" panose="02020600000000000000" pitchFamily="18" charset="-127"/>
                        </a:rPr>
                        <a:t>)</a:t>
                      </a:r>
                      <a:endParaRPr lang="ko-KR" sz="800">
                        <a:latin typeface="a고딕14" panose="02020600000000000000" pitchFamily="18" charset="-127"/>
                        <a:ea typeface="a고딕14" panose="02020600000000000000" pitchFamily="18" charset="-127"/>
                      </a:endParaRP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696762829"/>
                  </a:ext>
                </a:extLst>
              </a:tr>
              <a:tr h="310199">
                <a:tc rowSpan="4">
                  <a:txBody>
                    <a:bodyPr/>
                    <a:lstStyle/>
                    <a:p>
                      <a:pPr algn="ctr" latinLnBrk="0">
                        <a:buNone/>
                      </a:pPr>
                      <a:r>
                        <a:rPr lang="ko-KR" sz="800" b="1">
                          <a:latin typeface="a고딕14" panose="02020600000000000000" pitchFamily="18" charset="-127"/>
                          <a:ea typeface="a고딕14" panose="02020600000000000000" pitchFamily="18" charset="-127"/>
                        </a:rPr>
                        <a:t>C. 기업 </a:t>
                      </a:r>
                      <a:endParaRPr lang="en-US" altLang="ko-KR" sz="800" b="1">
                        <a:latin typeface="a고딕14" panose="02020600000000000000" pitchFamily="18" charset="-127"/>
                        <a:ea typeface="a고딕14" panose="02020600000000000000" pitchFamily="18" charset="-127"/>
                      </a:endParaRPr>
                    </a:p>
                    <a:p>
                      <a:pPr algn="ctr" latinLnBrk="0">
                        <a:buNone/>
                      </a:pPr>
                      <a:r>
                        <a:rPr lang="ko-KR" sz="800" b="1">
                          <a:latin typeface="a고딕14" panose="02020600000000000000" pitchFamily="18" charset="-127"/>
                          <a:ea typeface="a고딕14" panose="02020600000000000000" pitchFamily="18" charset="-127"/>
                        </a:rPr>
                        <a:t>수요</a:t>
                      </a:r>
                      <a:endParaRPr lang="ko-KR" sz="800">
                        <a:latin typeface="a고딕14" panose="02020600000000000000" pitchFamily="18" charset="-127"/>
                        <a:ea typeface="a고딕14" panose="02020600000000000000" pitchFamily="18" charset="-127"/>
                      </a:endParaRP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latinLnBrk="0">
                        <a:buNone/>
                      </a:pPr>
                      <a:r>
                        <a:rPr lang="ko-KR" sz="800">
                          <a:latin typeface="a고딕14" panose="02020600000000000000" pitchFamily="18" charset="-127"/>
                          <a:ea typeface="a고딕14" panose="02020600000000000000" pitchFamily="18" charset="-127"/>
                        </a:rPr>
                        <a:t>C1</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latinLnBrk="0">
                        <a:buNone/>
                      </a:pPr>
                      <a:r>
                        <a:rPr lang="ko-KR" sz="800">
                          <a:latin typeface="a고딕14" panose="02020600000000000000" pitchFamily="18" charset="-127"/>
                          <a:ea typeface="a고딕14" panose="02020600000000000000" pitchFamily="18" charset="-127"/>
                        </a:rPr>
                        <a:t>귀사에서 본 세분류 인재의 </a:t>
                      </a:r>
                      <a:r>
                        <a:rPr lang="ko-KR" sz="800" b="1">
                          <a:latin typeface="a고딕14" panose="02020600000000000000" pitchFamily="18" charset="-127"/>
                          <a:ea typeface="a고딕14" panose="02020600000000000000" pitchFamily="18" charset="-127"/>
                        </a:rPr>
                        <a:t>현재 채용 수요</a:t>
                      </a:r>
                      <a:r>
                        <a:rPr lang="ko-KR" sz="800">
                          <a:latin typeface="a고딕14" panose="02020600000000000000" pitchFamily="18" charset="-127"/>
                          <a:ea typeface="a고딕14" panose="02020600000000000000" pitchFamily="18" charset="-127"/>
                        </a:rPr>
                        <a:t>는 어느 정도입니까?</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기업</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5점 척도</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현장 채용 </a:t>
                      </a:r>
                      <a:endParaRPr lang="en-US" altLang="ko-KR" sz="800">
                        <a:latin typeface="a고딕14" panose="02020600000000000000" pitchFamily="18" charset="-127"/>
                        <a:ea typeface="a고딕14" panose="02020600000000000000" pitchFamily="18" charset="-127"/>
                      </a:endParaRPr>
                    </a:p>
                    <a:p>
                      <a:pPr algn="ctr" latinLnBrk="0">
                        <a:buNone/>
                      </a:pPr>
                      <a:r>
                        <a:rPr lang="en-US" altLang="ko-KR" sz="800">
                          <a:latin typeface="a고딕14" panose="02020600000000000000" pitchFamily="18" charset="-127"/>
                          <a:ea typeface="a고딕14" panose="02020600000000000000" pitchFamily="18" charset="-127"/>
                        </a:rPr>
                        <a:t>(</a:t>
                      </a:r>
                      <a:r>
                        <a:rPr lang="ko-KR" sz="800">
                          <a:latin typeface="a고딕14" panose="02020600000000000000" pitchFamily="18" charset="-127"/>
                          <a:ea typeface="a고딕14" panose="02020600000000000000" pitchFamily="18" charset="-127"/>
                        </a:rPr>
                        <a:t>정량 보완</a:t>
                      </a:r>
                      <a:r>
                        <a:rPr lang="en-US" altLang="ko-KR" sz="800">
                          <a:latin typeface="a고딕14" panose="02020600000000000000" pitchFamily="18" charset="-127"/>
                          <a:ea typeface="a고딕14" panose="02020600000000000000" pitchFamily="18" charset="-127"/>
                        </a:rPr>
                        <a:t>)</a:t>
                      </a:r>
                      <a:endParaRPr lang="ko-KR" sz="800">
                        <a:latin typeface="a고딕14" panose="02020600000000000000" pitchFamily="18" charset="-127"/>
                        <a:ea typeface="a고딕14" panose="02020600000000000000" pitchFamily="18" charset="-127"/>
                      </a:endParaRP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76721247"/>
                  </a:ext>
                </a:extLst>
              </a:tr>
              <a:tr h="310199">
                <a:tc vMerge="1">
                  <a:txBody>
                    <a:bodyPr/>
                    <a:lstStyle/>
                    <a:p>
                      <a:pPr>
                        <a:buNone/>
                      </a:pPr>
                      <a:endParaRPr lang="ko-KR" sz="800">
                        <a:latin typeface="a고딕14" panose="02020600000000000000" pitchFamily="18" charset="-127"/>
                        <a:ea typeface="a고딕14" panose="02020600000000000000" pitchFamily="18" charset="-127"/>
                      </a:endParaRP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latinLnBrk="0">
                        <a:buNone/>
                      </a:pPr>
                      <a:r>
                        <a:rPr lang="ko-KR" sz="800">
                          <a:latin typeface="a고딕14" panose="02020600000000000000" pitchFamily="18" charset="-127"/>
                          <a:ea typeface="a고딕14" panose="02020600000000000000" pitchFamily="18" charset="-127"/>
                        </a:rPr>
                        <a:t>C2</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latinLnBrk="0">
                        <a:buNone/>
                      </a:pPr>
                      <a:r>
                        <a:rPr lang="ko-KR" sz="800">
                          <a:latin typeface="a고딕14" panose="02020600000000000000" pitchFamily="18" charset="-127"/>
                          <a:ea typeface="a고딕14" panose="02020600000000000000" pitchFamily="18" charset="-127"/>
                        </a:rPr>
                        <a:t>향후 3년간 본 세분류 인재의 </a:t>
                      </a:r>
                      <a:r>
                        <a:rPr lang="ko-KR" sz="800" b="1">
                          <a:latin typeface="a고딕14" panose="02020600000000000000" pitchFamily="18" charset="-127"/>
                          <a:ea typeface="a고딕14" panose="02020600000000000000" pitchFamily="18" charset="-127"/>
                        </a:rPr>
                        <a:t>채용 수요 전망</a:t>
                      </a:r>
                      <a:r>
                        <a:rPr lang="ko-KR" sz="800">
                          <a:latin typeface="a고딕14" panose="02020600000000000000" pitchFamily="18" charset="-127"/>
                          <a:ea typeface="a고딕14" panose="02020600000000000000" pitchFamily="18" charset="-127"/>
                        </a:rPr>
                        <a:t>은 어느 정도입니까?</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기업</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5점 척도</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미래 수요 </a:t>
                      </a:r>
                      <a:endParaRPr lang="en-US" altLang="ko-KR" sz="800">
                        <a:latin typeface="a고딕14" panose="02020600000000000000" pitchFamily="18" charset="-127"/>
                        <a:ea typeface="a고딕14" panose="02020600000000000000" pitchFamily="18" charset="-127"/>
                      </a:endParaRPr>
                    </a:p>
                    <a:p>
                      <a:pPr algn="ctr" latinLnBrk="0">
                        <a:buNone/>
                      </a:pPr>
                      <a:r>
                        <a:rPr lang="en-US" altLang="ko-KR" sz="800">
                          <a:latin typeface="a고딕14" panose="02020600000000000000" pitchFamily="18" charset="-127"/>
                          <a:ea typeface="a고딕14" panose="02020600000000000000" pitchFamily="18" charset="-127"/>
                        </a:rPr>
                        <a:t>(</a:t>
                      </a:r>
                      <a:r>
                        <a:rPr lang="ko-KR" sz="800">
                          <a:latin typeface="a고딕14" panose="02020600000000000000" pitchFamily="18" charset="-127"/>
                          <a:ea typeface="a고딕14" panose="02020600000000000000" pitchFamily="18" charset="-127"/>
                        </a:rPr>
                        <a:t>정성 보완</a:t>
                      </a:r>
                      <a:r>
                        <a:rPr lang="en-US" altLang="ko-KR" sz="800">
                          <a:latin typeface="a고딕14" panose="02020600000000000000" pitchFamily="18" charset="-127"/>
                          <a:ea typeface="a고딕14" panose="02020600000000000000" pitchFamily="18" charset="-127"/>
                        </a:rPr>
                        <a:t>)</a:t>
                      </a:r>
                      <a:endParaRPr lang="ko-KR" sz="800">
                        <a:latin typeface="a고딕14" panose="02020600000000000000" pitchFamily="18" charset="-127"/>
                        <a:ea typeface="a고딕14" panose="02020600000000000000" pitchFamily="18" charset="-127"/>
                      </a:endParaRP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643273078"/>
                  </a:ext>
                </a:extLst>
              </a:tr>
              <a:tr h="310199">
                <a:tc vMerge="1">
                  <a:txBody>
                    <a:bodyPr/>
                    <a:lstStyle/>
                    <a:p>
                      <a:pPr>
                        <a:buNone/>
                      </a:pPr>
                      <a:endParaRPr lang="ko-KR" sz="800">
                        <a:latin typeface="a고딕14" panose="02020600000000000000" pitchFamily="18" charset="-127"/>
                        <a:ea typeface="a고딕14" panose="02020600000000000000" pitchFamily="18" charset="-127"/>
                      </a:endParaRP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latinLnBrk="0">
                        <a:buNone/>
                      </a:pPr>
                      <a:r>
                        <a:rPr lang="ko-KR" sz="800">
                          <a:latin typeface="a고딕14" panose="02020600000000000000" pitchFamily="18" charset="-127"/>
                          <a:ea typeface="a고딕14" panose="02020600000000000000" pitchFamily="18" charset="-127"/>
                        </a:rPr>
                        <a:t>C3</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latinLnBrk="0">
                        <a:buNone/>
                      </a:pPr>
                      <a:r>
                        <a:rPr lang="ko-KR" sz="800">
                          <a:latin typeface="a고딕14" panose="02020600000000000000" pitchFamily="18" charset="-127"/>
                          <a:ea typeface="a고딕14" panose="02020600000000000000" pitchFamily="18" charset="-127"/>
                        </a:rPr>
                        <a:t>귀사 재직자의 본 </a:t>
                      </a:r>
                      <a:r>
                        <a:rPr lang="ko-KR" sz="800" err="1">
                          <a:latin typeface="a고딕14" panose="02020600000000000000" pitchFamily="18" charset="-127"/>
                          <a:ea typeface="a고딕14" panose="02020600000000000000" pitchFamily="18" charset="-127"/>
                        </a:rPr>
                        <a:t>세분류</a:t>
                      </a:r>
                      <a:r>
                        <a:rPr lang="ko-KR" sz="800">
                          <a:latin typeface="a고딕14" panose="02020600000000000000" pitchFamily="18" charset="-127"/>
                          <a:ea typeface="a고딕14" panose="02020600000000000000" pitchFamily="18" charset="-127"/>
                        </a:rPr>
                        <a:t> </a:t>
                      </a:r>
                      <a:r>
                        <a:rPr lang="ko-KR" sz="800" b="1">
                          <a:latin typeface="a고딕14" panose="02020600000000000000" pitchFamily="18" charset="-127"/>
                          <a:ea typeface="a고딕14" panose="02020600000000000000" pitchFamily="18" charset="-127"/>
                        </a:rPr>
                        <a:t>재교육 수요</a:t>
                      </a:r>
                      <a:r>
                        <a:rPr lang="ko-KR" sz="800">
                          <a:latin typeface="a고딕14" panose="02020600000000000000" pitchFamily="18" charset="-127"/>
                          <a:ea typeface="a고딕14" panose="02020600000000000000" pitchFamily="18" charset="-127"/>
                        </a:rPr>
                        <a:t>는 어느 정도입니까?</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기업</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5점 척도</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재직자 교육 </a:t>
                      </a:r>
                      <a:endParaRPr lang="en-US" altLang="ko-KR" sz="800">
                        <a:latin typeface="a고딕14" panose="02020600000000000000" pitchFamily="18" charset="-127"/>
                        <a:ea typeface="a고딕14" panose="02020600000000000000" pitchFamily="18" charset="-127"/>
                      </a:endParaRPr>
                    </a:p>
                    <a:p>
                      <a:pPr algn="ctr" latinLnBrk="0">
                        <a:buNone/>
                      </a:pPr>
                      <a:r>
                        <a:rPr lang="en-US" altLang="ko-KR" sz="800">
                          <a:latin typeface="a고딕14" panose="02020600000000000000" pitchFamily="18" charset="-127"/>
                          <a:ea typeface="a고딕14" panose="02020600000000000000" pitchFamily="18" charset="-127"/>
                        </a:rPr>
                        <a:t>(</a:t>
                      </a:r>
                      <a:r>
                        <a:rPr lang="ko-KR" sz="800">
                          <a:latin typeface="a고딕14" panose="02020600000000000000" pitchFamily="18" charset="-127"/>
                          <a:ea typeface="a고딕14" panose="02020600000000000000" pitchFamily="18" charset="-127"/>
                        </a:rPr>
                        <a:t>정량 </a:t>
                      </a:r>
                      <a:r>
                        <a:rPr lang="ko-KR" altLang="en-US" sz="800">
                          <a:latin typeface="a고딕14" panose="02020600000000000000" pitchFamily="18" charset="-127"/>
                          <a:ea typeface="a고딕14" panose="02020600000000000000" pitchFamily="18" charset="-127"/>
                        </a:rPr>
                        <a:t>보완</a:t>
                      </a:r>
                      <a:r>
                        <a:rPr lang="en-US" altLang="ko-KR" sz="800">
                          <a:latin typeface="a고딕14" panose="02020600000000000000" pitchFamily="18" charset="-127"/>
                          <a:ea typeface="a고딕14" panose="02020600000000000000" pitchFamily="18" charset="-127"/>
                        </a:rPr>
                        <a:t>)</a:t>
                      </a:r>
                      <a:endParaRPr lang="ko-KR" sz="800">
                        <a:latin typeface="a고딕14" panose="02020600000000000000" pitchFamily="18" charset="-127"/>
                        <a:ea typeface="a고딕14" panose="02020600000000000000" pitchFamily="18" charset="-127"/>
                      </a:endParaRP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606946643"/>
                  </a:ext>
                </a:extLst>
              </a:tr>
              <a:tr h="310199">
                <a:tc vMerge="1">
                  <a:txBody>
                    <a:bodyPr/>
                    <a:lstStyle/>
                    <a:p>
                      <a:pPr>
                        <a:buNone/>
                      </a:pPr>
                      <a:endParaRPr lang="ko-KR" sz="800">
                        <a:latin typeface="a고딕14" panose="02020600000000000000" pitchFamily="18" charset="-127"/>
                        <a:ea typeface="a고딕14" panose="02020600000000000000" pitchFamily="18" charset="-127"/>
                      </a:endParaRP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latinLnBrk="0">
                        <a:buNone/>
                      </a:pPr>
                      <a:r>
                        <a:rPr lang="ko-KR" sz="800">
                          <a:latin typeface="a고딕14" panose="02020600000000000000" pitchFamily="18" charset="-127"/>
                          <a:ea typeface="a고딕14" panose="02020600000000000000" pitchFamily="18" charset="-127"/>
                        </a:rPr>
                        <a:t>C4</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latinLnBrk="0">
                        <a:buNone/>
                      </a:pPr>
                      <a:r>
                        <a:rPr lang="ko-KR" sz="800">
                          <a:latin typeface="a고딕14" panose="02020600000000000000" pitchFamily="18" charset="-127"/>
                          <a:ea typeface="a고딕14" panose="02020600000000000000" pitchFamily="18" charset="-127"/>
                        </a:rPr>
                        <a:t>STEP 신규 과정이 개설된다면 귀사에서 본 세분류 과정을 </a:t>
                      </a:r>
                      <a:r>
                        <a:rPr lang="ko-KR" sz="800" b="1">
                          <a:latin typeface="a고딕14" panose="02020600000000000000" pitchFamily="18" charset="-127"/>
                          <a:ea typeface="a고딕14" panose="02020600000000000000" pitchFamily="18" charset="-127"/>
                        </a:rPr>
                        <a:t>활용할 의향</a:t>
                      </a:r>
                      <a:r>
                        <a:rPr lang="ko-KR" sz="800">
                          <a:latin typeface="a고딕14" panose="02020600000000000000" pitchFamily="18" charset="-127"/>
                          <a:ea typeface="a고딕14" panose="02020600000000000000" pitchFamily="18" charset="-127"/>
                        </a:rPr>
                        <a:t>이 있습니까?</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기업</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a:latin typeface="a고딕14" panose="02020600000000000000" pitchFamily="18" charset="-127"/>
                          <a:ea typeface="a고딕14" panose="02020600000000000000" pitchFamily="18" charset="-127"/>
                        </a:rPr>
                        <a:t>5점 척도</a:t>
                      </a: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latinLnBrk="0">
                        <a:buNone/>
                      </a:pPr>
                      <a:r>
                        <a:rPr lang="ko-KR" sz="800" dirty="0">
                          <a:latin typeface="a고딕14" panose="02020600000000000000" pitchFamily="18" charset="-127"/>
                          <a:ea typeface="a고딕14" panose="02020600000000000000" pitchFamily="18" charset="-127"/>
                        </a:rPr>
                        <a:t>운영 측면 수요 </a:t>
                      </a:r>
                      <a:endParaRPr lang="en-US" altLang="ko-KR" sz="800" dirty="0">
                        <a:latin typeface="a고딕14" panose="02020600000000000000" pitchFamily="18" charset="-127"/>
                        <a:ea typeface="a고딕14" panose="02020600000000000000" pitchFamily="18" charset="-127"/>
                      </a:endParaRPr>
                    </a:p>
                    <a:p>
                      <a:pPr algn="ctr" latinLnBrk="0">
                        <a:buNone/>
                      </a:pPr>
                      <a:r>
                        <a:rPr lang="en-US" altLang="ko-KR" sz="800" dirty="0">
                          <a:latin typeface="a고딕14" panose="02020600000000000000" pitchFamily="18" charset="-127"/>
                          <a:ea typeface="a고딕14" panose="02020600000000000000" pitchFamily="18" charset="-127"/>
                        </a:rPr>
                        <a:t>(</a:t>
                      </a:r>
                      <a:r>
                        <a:rPr lang="ko-KR" sz="800" dirty="0">
                          <a:latin typeface="a고딕14" panose="02020600000000000000" pitchFamily="18" charset="-127"/>
                          <a:ea typeface="a고딕14" panose="02020600000000000000" pitchFamily="18" charset="-127"/>
                        </a:rPr>
                        <a:t>정량 </a:t>
                      </a:r>
                      <a:r>
                        <a:rPr lang="ko-KR" altLang="en-US" sz="800" dirty="0">
                          <a:latin typeface="a고딕14" panose="02020600000000000000" pitchFamily="18" charset="-127"/>
                          <a:ea typeface="a고딕14" panose="02020600000000000000" pitchFamily="18" charset="-127"/>
                        </a:rPr>
                        <a:t>보완</a:t>
                      </a:r>
                      <a:r>
                        <a:rPr lang="en-US" altLang="ko-KR" sz="800" dirty="0">
                          <a:latin typeface="a고딕14" panose="02020600000000000000" pitchFamily="18" charset="-127"/>
                          <a:ea typeface="a고딕14" panose="02020600000000000000" pitchFamily="18" charset="-127"/>
                        </a:rPr>
                        <a:t>)</a:t>
                      </a:r>
                      <a:endParaRPr lang="ko-KR" sz="800" dirty="0">
                        <a:latin typeface="a고딕14" panose="02020600000000000000" pitchFamily="18" charset="-127"/>
                        <a:ea typeface="a고딕14" panose="02020600000000000000" pitchFamily="18" charset="-127"/>
                      </a:endParaRPr>
                    </a:p>
                  </a:txBody>
                  <a:tcPr marL="5872" marR="5872" marT="2936" marB="2936"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890503934"/>
                  </a:ext>
                </a:extLst>
              </a:tr>
            </a:tbl>
          </a:graphicData>
        </a:graphic>
      </p:graphicFrame>
    </p:spTree>
    <p:extLst>
      <p:ext uri="{BB962C8B-B14F-4D97-AF65-F5344CB8AC3E}">
        <p14:creationId xmlns:p14="http://schemas.microsoft.com/office/powerpoint/2010/main" val="32597464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85283-591D-B7C8-0350-25F5F9015BCA}"/>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A9C45D7A-D421-3D12-5116-DDFE50A49041}"/>
              </a:ext>
            </a:extLst>
          </p:cNvPr>
          <p:cNvSpPr>
            <a:spLocks noGrp="1"/>
          </p:cNvSpPr>
          <p:nvPr>
            <p:ph type="body" sz="quarter" idx="12"/>
          </p:nvPr>
        </p:nvSpPr>
        <p:spPr/>
        <p:txBody>
          <a:bodyPr vert="horz" wrap="square" lIns="0" tIns="45720" rIns="0" bIns="0" rtlCol="0">
            <a:noAutofit/>
          </a:bodyPr>
          <a:lstStyle/>
          <a:p>
            <a:pPr algn="l" latinLnBrk="0"/>
            <a:r>
              <a:rPr lang="ko-KR" altLang="ko-KR"/>
              <a:t>설문조사 회수율 2</a:t>
            </a:r>
            <a:r>
              <a:rPr lang="en-US" altLang="ko-KR"/>
              <a:t>0</a:t>
            </a:r>
            <a:r>
              <a:rPr lang="ko-KR" altLang="ko-KR"/>
              <a:t>% 이상을 </a:t>
            </a:r>
            <a:r>
              <a:rPr lang="ko-KR" altLang="en-US"/>
              <a:t>목표로 </a:t>
            </a:r>
            <a:r>
              <a:rPr lang="ko-KR" altLang="ko-KR"/>
              <a:t>홈페이지 공지</a:t>
            </a:r>
            <a:r>
              <a:rPr lang="en-US" altLang="ko-KR"/>
              <a:t>, </a:t>
            </a:r>
            <a:r>
              <a:rPr lang="ko-KR" altLang="ko-KR"/>
              <a:t>답례품 활용 등 응답률 제고 방안을 통해 </a:t>
            </a:r>
            <a:r>
              <a:rPr lang="ko-KR" altLang="en-US"/>
              <a:t>응답자를 </a:t>
            </a:r>
            <a:r>
              <a:rPr lang="ko-KR" altLang="ko-KR"/>
              <a:t>확보</a:t>
            </a:r>
            <a:r>
              <a:rPr lang="ko-KR" altLang="en-US"/>
              <a:t>하고</a:t>
            </a:r>
            <a:r>
              <a:rPr lang="en-US" altLang="ko-KR"/>
              <a:t>, </a:t>
            </a:r>
            <a:r>
              <a:rPr lang="ko-KR" altLang="en-US"/>
              <a:t>정량 </a:t>
            </a:r>
            <a:r>
              <a:rPr lang="en-US" altLang="ko-KR"/>
              <a:t>+ </a:t>
            </a:r>
            <a:r>
              <a:rPr lang="ko-KR" altLang="en-US"/>
              <a:t>정성 </a:t>
            </a:r>
            <a:r>
              <a:rPr lang="en-US" altLang="ko-KR"/>
              <a:t>+ </a:t>
            </a:r>
            <a:r>
              <a:rPr lang="ko-KR" altLang="en-US"/>
              <a:t>설문조사 </a:t>
            </a:r>
            <a:r>
              <a:rPr lang="ko-KR" altLang="ko-KR"/>
              <a:t>가중치를 부여하여 </a:t>
            </a:r>
            <a:r>
              <a:rPr lang="ko-KR" altLang="ko-KR" err="1"/>
              <a:t>세분류</a:t>
            </a:r>
            <a:r>
              <a:rPr lang="ko-KR" altLang="ko-KR"/>
              <a:t> 종합 점수를 산정하고자 함</a:t>
            </a:r>
            <a:endParaRPr lang="ko-KR" altLang="en-US"/>
          </a:p>
        </p:txBody>
      </p:sp>
      <p:sp>
        <p:nvSpPr>
          <p:cNvPr id="5" name="텍스트 개체 틀 4">
            <a:extLst>
              <a:ext uri="{FF2B5EF4-FFF2-40B4-BE49-F238E27FC236}">
                <a16:creationId xmlns:a16="http://schemas.microsoft.com/office/drawing/2014/main" id="{65DE9459-0686-6380-CB95-2A1246949716}"/>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236E6394-EB12-3E1F-FC96-5FEB239A2E94}"/>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en-US" altLang="ko-KR" sz="1200" dirty="0">
                <a:solidFill>
                  <a:schemeClr val="bg1"/>
                </a:solidFill>
              </a:rPr>
              <a:t>Step3. </a:t>
            </a:r>
            <a:r>
              <a:rPr lang="ko-KR" altLang="en-US" sz="1200" dirty="0">
                <a:solidFill>
                  <a:schemeClr val="bg1"/>
                </a:solidFill>
              </a:rPr>
              <a:t>정량</a:t>
            </a:r>
            <a:r>
              <a:rPr lang="en-US" altLang="ko-KR" sz="1200" dirty="0">
                <a:solidFill>
                  <a:schemeClr val="bg1"/>
                </a:solidFill>
              </a:rPr>
              <a:t>·</a:t>
            </a:r>
            <a:r>
              <a:rPr lang="ko-KR" altLang="en-US" sz="1200" dirty="0">
                <a:solidFill>
                  <a:schemeClr val="bg1"/>
                </a:solidFill>
              </a:rPr>
              <a:t>정성</a:t>
            </a:r>
            <a:r>
              <a:rPr lang="en-US" altLang="ko-KR" sz="1200" dirty="0">
                <a:solidFill>
                  <a:schemeClr val="bg1"/>
                </a:solidFill>
              </a:rPr>
              <a:t> Data </a:t>
            </a:r>
            <a:r>
              <a:rPr lang="ko-KR" altLang="en-US" sz="1200" dirty="0">
                <a:solidFill>
                  <a:schemeClr val="bg1"/>
                </a:solidFill>
              </a:rPr>
              <a:t>기반 </a:t>
            </a:r>
            <a:r>
              <a:rPr lang="en-US" altLang="ko-KR" sz="1200" dirty="0">
                <a:solidFill>
                  <a:schemeClr val="bg1"/>
                </a:solidFill>
              </a:rPr>
              <a:t>NCS </a:t>
            </a:r>
            <a:r>
              <a:rPr lang="ko-KR" altLang="en-US" sz="1200" dirty="0" err="1">
                <a:solidFill>
                  <a:schemeClr val="bg1"/>
                </a:solidFill>
              </a:rPr>
              <a:t>세분류</a:t>
            </a:r>
            <a:r>
              <a:rPr lang="ko-KR" altLang="en-US" sz="1200" dirty="0">
                <a:solidFill>
                  <a:schemeClr val="bg1"/>
                </a:solidFill>
              </a:rPr>
              <a:t> 수요분석</a:t>
            </a:r>
          </a:p>
        </p:txBody>
      </p:sp>
      <p:sp>
        <p:nvSpPr>
          <p:cNvPr id="12" name="직사각형 11">
            <a:extLst>
              <a:ext uri="{FF2B5EF4-FFF2-40B4-BE49-F238E27FC236}">
                <a16:creationId xmlns:a16="http://schemas.microsoft.com/office/drawing/2014/main" id="{FDCFA41C-025E-8A75-8391-4FFBDBDD336F}"/>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2. </a:t>
            </a:r>
            <a:r>
              <a:rPr lang="en-US" altLang="ko-KR" sz="1100" dirty="0">
                <a:solidFill>
                  <a:srgbClr val="003F56"/>
                </a:solidFill>
                <a:latin typeface="a고딕14"/>
                <a:ea typeface="a고딕14"/>
              </a:rPr>
              <a:t>NCS </a:t>
            </a:r>
            <a:r>
              <a:rPr lang="ko-KR" altLang="en-US" sz="1100" dirty="0" err="1">
                <a:solidFill>
                  <a:srgbClr val="003F56"/>
                </a:solidFill>
                <a:latin typeface="a고딕14"/>
                <a:ea typeface="a고딕14"/>
              </a:rPr>
              <a:t>세분류</a:t>
            </a:r>
            <a:r>
              <a:rPr lang="ko-KR" altLang="en-US" sz="1100" dirty="0">
                <a:solidFill>
                  <a:srgbClr val="003F56"/>
                </a:solidFill>
                <a:latin typeface="a고딕14"/>
                <a:ea typeface="a고딕14"/>
              </a:rPr>
              <a:t> 우선순위 도출</a:t>
            </a:r>
          </a:p>
        </p:txBody>
      </p:sp>
      <p:grpSp>
        <p:nvGrpSpPr>
          <p:cNvPr id="3" name="그룹 2">
            <a:extLst>
              <a:ext uri="{FF2B5EF4-FFF2-40B4-BE49-F238E27FC236}">
                <a16:creationId xmlns:a16="http://schemas.microsoft.com/office/drawing/2014/main" id="{9D2A0208-2C80-29AF-75AF-AE6C1DB85A78}"/>
              </a:ext>
            </a:extLst>
          </p:cNvPr>
          <p:cNvGrpSpPr/>
          <p:nvPr/>
        </p:nvGrpSpPr>
        <p:grpSpPr>
          <a:xfrm>
            <a:off x="596515" y="1681027"/>
            <a:ext cx="8749098" cy="266602"/>
            <a:chOff x="802640" y="2236632"/>
            <a:chExt cx="4130805" cy="266552"/>
          </a:xfrm>
        </p:grpSpPr>
        <p:sp>
          <p:nvSpPr>
            <p:cNvPr id="4" name="ListLeanHorizontalTextTopic0">
              <a:extLst>
                <a:ext uri="{FF2B5EF4-FFF2-40B4-BE49-F238E27FC236}">
                  <a16:creationId xmlns:a16="http://schemas.microsoft.com/office/drawing/2014/main" id="{79D9F50C-15BE-8FA6-E143-3E455A83CD0D}"/>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응답률 제고방안 및 결과 분석 방안</a:t>
              </a:r>
              <a:endParaRPr kumimoji="0" lang="de-DE" altLang="ko-KR"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6" name="Horizontal Line">
              <a:extLst>
                <a:ext uri="{FF2B5EF4-FFF2-40B4-BE49-F238E27FC236}">
                  <a16:creationId xmlns:a16="http://schemas.microsoft.com/office/drawing/2014/main" id="{8B8E4025-37A0-EE0A-A2FE-6D5D1B13C994}"/>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7" name="직사각형 6">
            <a:extLst>
              <a:ext uri="{FF2B5EF4-FFF2-40B4-BE49-F238E27FC236}">
                <a16:creationId xmlns:a16="http://schemas.microsoft.com/office/drawing/2014/main" id="{97F540DE-14FD-4808-A701-4701802E9313}"/>
              </a:ext>
            </a:extLst>
          </p:cNvPr>
          <p:cNvSpPr/>
          <p:nvPr/>
        </p:nvSpPr>
        <p:spPr>
          <a:xfrm>
            <a:off x="606790" y="2107585"/>
            <a:ext cx="2880000" cy="4359890"/>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8" name="모서리가 둥근 직사각형 18">
            <a:extLst>
              <a:ext uri="{FF2B5EF4-FFF2-40B4-BE49-F238E27FC236}">
                <a16:creationId xmlns:a16="http://schemas.microsoft.com/office/drawing/2014/main" id="{034E179F-5A73-5728-32FA-7B5B73D69C0B}"/>
              </a:ext>
            </a:extLst>
          </p:cNvPr>
          <p:cNvSpPr/>
          <p:nvPr/>
        </p:nvSpPr>
        <p:spPr bwMode="auto">
          <a:xfrm flipH="1" flipV="1">
            <a:off x="607283" y="2032195"/>
            <a:ext cx="2434864" cy="85044"/>
          </a:xfrm>
          <a:prstGeom prst="roundRect">
            <a:avLst/>
          </a:prstGeom>
          <a:solidFill>
            <a:srgbClr val="004A64"/>
          </a:solidFill>
          <a:ln w="25400" cap="flat" cmpd="sng" algn="ctr">
            <a:noFill/>
            <a:prstDash val="solid"/>
          </a:ln>
          <a:effectLst/>
        </p:spPr>
        <p:txBody>
          <a:bodyPr anchor="ct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8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endParaRPr>
          </a:p>
        </p:txBody>
      </p:sp>
      <p:sp>
        <p:nvSpPr>
          <p:cNvPr id="9" name="AutoShape 94">
            <a:extLst>
              <a:ext uri="{FF2B5EF4-FFF2-40B4-BE49-F238E27FC236}">
                <a16:creationId xmlns:a16="http://schemas.microsoft.com/office/drawing/2014/main" id="{A3BCA588-86C6-B1FB-B8FD-A97E673041A1}"/>
              </a:ext>
            </a:extLst>
          </p:cNvPr>
          <p:cNvSpPr>
            <a:spLocks noChangeArrowheads="1"/>
          </p:cNvSpPr>
          <p:nvPr/>
        </p:nvSpPr>
        <p:spPr bwMode="auto">
          <a:xfrm>
            <a:off x="696444" y="2024844"/>
            <a:ext cx="2245134" cy="31633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000 w 10000"/>
              <a:gd name="connsiteY2" fmla="*/ 10000 h 10000"/>
              <a:gd name="connsiteX3" fmla="*/ 1375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723 w 10000"/>
              <a:gd name="connsiteY2" fmla="*/ 10000 h 10000"/>
              <a:gd name="connsiteX3" fmla="*/ 1375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0"/>
                </a:moveTo>
                <a:lnTo>
                  <a:pt x="10000" y="0"/>
                </a:lnTo>
                <a:lnTo>
                  <a:pt x="8723" y="10000"/>
                </a:lnTo>
                <a:lnTo>
                  <a:pt x="1375" y="10000"/>
                </a:lnTo>
                <a:lnTo>
                  <a:pt x="0" y="0"/>
                </a:lnTo>
                <a:close/>
              </a:path>
            </a:pathLst>
          </a:custGeom>
          <a:solidFill>
            <a:srgbClr val="00B0F0"/>
          </a:solidFill>
          <a:ln>
            <a:noFill/>
          </a:ln>
          <a:effectLst/>
        </p:spPr>
        <p:txBody>
          <a:bodyPr wrap="none" tIns="0" bIns="36000" anchor="ct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ko-KR" altLang="en-US" sz="1100" b="0" i="0" u="none" strike="noStrike" kern="1200" cap="none" spc="-50" normalizeH="0" baseline="0" noProof="0" dirty="0">
                <a:ln w="3175">
                  <a:solidFill>
                    <a:prstClr val="white">
                      <a:alpha val="15000"/>
                    </a:prstClr>
                  </a:solidFill>
                </a:ln>
                <a:solidFill>
                  <a:prstClr val="white"/>
                </a:solidFill>
                <a:effectLst/>
                <a:uLnTx/>
                <a:uFillTx/>
                <a:latin typeface="a고딕14" panose="02020600000000000000" pitchFamily="18" charset="-127"/>
                <a:ea typeface="a고딕14" panose="02020600000000000000" pitchFamily="18" charset="-127"/>
                <a:cs typeface="+mn-cs"/>
              </a:rPr>
              <a:t>홈페이지</a:t>
            </a:r>
            <a:r>
              <a:rPr kumimoji="0" lang="en-US" altLang="ko-KR" sz="1100" b="0" i="0" u="none" strike="noStrike" kern="1200" cap="none" spc="-50" normalizeH="0" baseline="0" noProof="0" dirty="0">
                <a:ln w="3175">
                  <a:solidFill>
                    <a:prstClr val="white">
                      <a:alpha val="15000"/>
                    </a:prstClr>
                  </a:solidFill>
                </a:ln>
                <a:solidFill>
                  <a:prstClr val="white"/>
                </a:solidFill>
                <a:effectLst/>
                <a:uLnTx/>
                <a:uFillTx/>
                <a:latin typeface="a고딕14" panose="02020600000000000000" pitchFamily="18" charset="-127"/>
                <a:ea typeface="a고딕14" panose="02020600000000000000" pitchFamily="18" charset="-127"/>
                <a:cs typeface="+mn-cs"/>
              </a:rPr>
              <a:t>, </a:t>
            </a:r>
            <a:r>
              <a:rPr kumimoji="0" lang="ko-KR" altLang="en-US" sz="1100" b="0" i="0" u="none" strike="noStrike" kern="1200" cap="none" spc="-50" normalizeH="0" baseline="0" noProof="0" dirty="0">
                <a:ln w="3175">
                  <a:solidFill>
                    <a:prstClr val="white">
                      <a:alpha val="15000"/>
                    </a:prstClr>
                  </a:solidFill>
                </a:ln>
                <a:solidFill>
                  <a:prstClr val="white"/>
                </a:solidFill>
                <a:effectLst/>
                <a:uLnTx/>
                <a:uFillTx/>
                <a:latin typeface="a고딕14" panose="02020600000000000000" pitchFamily="18" charset="-127"/>
                <a:ea typeface="a고딕14" panose="02020600000000000000" pitchFamily="18" charset="-127"/>
                <a:cs typeface="+mn-cs"/>
              </a:rPr>
              <a:t>주요 사이트</a:t>
            </a:r>
            <a:r>
              <a:rPr kumimoji="0" lang="en-US" altLang="ko-KR" sz="1100" b="0" i="0" u="none" strike="noStrike" kern="1200" cap="none" spc="-50" normalizeH="0" baseline="0" noProof="0" dirty="0">
                <a:ln w="3175">
                  <a:solidFill>
                    <a:prstClr val="white">
                      <a:alpha val="15000"/>
                    </a:prstClr>
                  </a:solidFill>
                </a:ln>
                <a:solidFill>
                  <a:prstClr val="white"/>
                </a:solidFill>
                <a:effectLst/>
                <a:uLnTx/>
                <a:uFillTx/>
                <a:latin typeface="a고딕14" panose="02020600000000000000" pitchFamily="18" charset="-127"/>
                <a:ea typeface="a고딕14" panose="02020600000000000000" pitchFamily="18" charset="-127"/>
                <a:cs typeface="+mn-cs"/>
              </a:rPr>
              <a:t> </a:t>
            </a:r>
            <a:r>
              <a:rPr kumimoji="0" lang="ko-KR" altLang="en-US" sz="1100" b="0" i="0" u="none" strike="noStrike" kern="1200" cap="none" spc="-50" normalizeH="0" baseline="0" noProof="0" dirty="0">
                <a:ln w="3175">
                  <a:solidFill>
                    <a:prstClr val="white">
                      <a:alpha val="15000"/>
                    </a:prstClr>
                  </a:solidFill>
                </a:ln>
                <a:solidFill>
                  <a:prstClr val="white"/>
                </a:solidFill>
                <a:effectLst/>
                <a:uLnTx/>
                <a:uFillTx/>
                <a:latin typeface="a고딕14" panose="02020600000000000000" pitchFamily="18" charset="-127"/>
                <a:ea typeface="a고딕14" panose="02020600000000000000" pitchFamily="18" charset="-127"/>
                <a:cs typeface="+mn-cs"/>
              </a:rPr>
              <a:t>활용 방안</a:t>
            </a:r>
            <a:endParaRPr kumimoji="0" lang="en-US" altLang="ko-KR" sz="1100" b="0" i="0" u="none" strike="noStrike" kern="1200" cap="none" spc="-50" normalizeH="0" baseline="0" noProof="0" dirty="0">
              <a:ln w="3175">
                <a:solidFill>
                  <a:prstClr val="white">
                    <a:alpha val="15000"/>
                  </a:prstClr>
                </a:solidFill>
              </a:ln>
              <a:solidFill>
                <a:prstClr val="white"/>
              </a:solidFill>
              <a:effectLst/>
              <a:uLnTx/>
              <a:uFillTx/>
              <a:latin typeface="a고딕14" panose="02020600000000000000" pitchFamily="18" charset="-127"/>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5EB7ADD0-C3FD-6E45-0177-26F589E3A154}"/>
              </a:ext>
            </a:extLst>
          </p:cNvPr>
          <p:cNvGrpSpPr/>
          <p:nvPr/>
        </p:nvGrpSpPr>
        <p:grpSpPr>
          <a:xfrm>
            <a:off x="697081" y="2536237"/>
            <a:ext cx="1880398" cy="885344"/>
            <a:chOff x="697081" y="2536237"/>
            <a:chExt cx="1880398" cy="885344"/>
          </a:xfrm>
        </p:grpSpPr>
        <p:sp>
          <p:nvSpPr>
            <p:cNvPr id="13" name="사각형 설명선 122">
              <a:extLst>
                <a:ext uri="{FF2B5EF4-FFF2-40B4-BE49-F238E27FC236}">
                  <a16:creationId xmlns:a16="http://schemas.microsoft.com/office/drawing/2014/main" id="{9D843F1C-57A8-89EB-1BDF-2A433A6FA964}"/>
                </a:ext>
              </a:extLst>
            </p:cNvPr>
            <p:cNvSpPr/>
            <p:nvPr/>
          </p:nvSpPr>
          <p:spPr>
            <a:xfrm>
              <a:off x="697081" y="2536237"/>
              <a:ext cx="1880398" cy="885344"/>
            </a:xfrm>
            <a:prstGeom prst="wedgeRectCallout">
              <a:avLst>
                <a:gd name="adj1" fmla="val 21633"/>
                <a:gd name="adj2" fmla="val 77047"/>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14" name="직사각형 13">
              <a:extLst>
                <a:ext uri="{FF2B5EF4-FFF2-40B4-BE49-F238E27FC236}">
                  <a16:creationId xmlns:a16="http://schemas.microsoft.com/office/drawing/2014/main" id="{9476B265-8F5F-8E84-B5AC-B135A255484D}"/>
                </a:ext>
              </a:extLst>
            </p:cNvPr>
            <p:cNvSpPr/>
            <p:nvPr/>
          </p:nvSpPr>
          <p:spPr>
            <a:xfrm>
              <a:off x="699547" y="2540159"/>
              <a:ext cx="761065" cy="258331"/>
            </a:xfrm>
            <a:prstGeom prst="rect">
              <a:avLst/>
            </a:prstGeom>
            <a:noFill/>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l" defTabSz="914400" rtl="0" eaLnBrk="1" fontAlgn="base" latinLnBrk="1" hangingPunct="1">
                <a:lnSpc>
                  <a:spcPct val="100000"/>
                </a:lnSpc>
                <a:spcBef>
                  <a:spcPct val="0"/>
                </a:spcBef>
                <a:spcAft>
                  <a:spcPct val="0"/>
                </a:spcAft>
                <a:buClrTx/>
                <a:buSzTx/>
                <a:buFont typeface="Wingdings" pitchFamily="2" charset="2"/>
                <a:buNone/>
                <a:tabLst/>
                <a:defRPr/>
              </a:pPr>
              <a:r>
                <a:rPr kumimoji="0" lang="ko-KR" altLang="en-US" sz="900" b="0" i="0" u="none" strike="noStrike" kern="1200" cap="none" spc="-80" normalizeH="0" baseline="0" noProof="0">
                  <a:ln w="3175">
                    <a:solidFill>
                      <a:prstClr val="white">
                        <a:alpha val="15000"/>
                      </a:prstClr>
                    </a:solidFill>
                  </a:ln>
                  <a:solidFill>
                    <a:prstClr val="black">
                      <a:lumMod val="85000"/>
                      <a:lumOff val="15000"/>
                    </a:prstClr>
                  </a:solidFill>
                  <a:effectLst/>
                  <a:uLnTx/>
                  <a:uFillTx/>
                  <a:latin typeface="a고딕14" panose="02020600000000000000" pitchFamily="18" charset="-127"/>
                  <a:ea typeface="a고딕14" panose="02020600000000000000" pitchFamily="18" charset="-127"/>
                  <a:cs typeface="조선일보명조" panose="02030304000000000000" pitchFamily="18" charset="-127"/>
                </a:rPr>
                <a:t>공지사항</a:t>
              </a:r>
              <a:endParaRPr kumimoji="0" lang="en-US" altLang="ko-KR" sz="900" b="0" i="0" u="none" strike="noStrike" kern="1200" cap="none" spc="-80" normalizeH="0" baseline="0" noProof="0" dirty="0">
                <a:ln w="3175">
                  <a:solidFill>
                    <a:prstClr val="white">
                      <a:alpha val="15000"/>
                    </a:prstClr>
                  </a:solidFill>
                </a:ln>
                <a:solidFill>
                  <a:prstClr val="black">
                    <a:lumMod val="85000"/>
                    <a:lumOff val="15000"/>
                  </a:prstClr>
                </a:solidFill>
                <a:effectLst/>
                <a:uLnTx/>
                <a:uFillTx/>
                <a:latin typeface="a고딕14" panose="02020600000000000000" pitchFamily="18" charset="-127"/>
                <a:ea typeface="a고딕14" panose="02020600000000000000" pitchFamily="18" charset="-127"/>
                <a:cs typeface="조선일보명조" panose="02030304000000000000" pitchFamily="18" charset="-127"/>
              </a:endParaRPr>
            </a:p>
          </p:txBody>
        </p:sp>
        <p:sp>
          <p:nvSpPr>
            <p:cNvPr id="15" name="직사각형 14">
              <a:extLst>
                <a:ext uri="{FF2B5EF4-FFF2-40B4-BE49-F238E27FC236}">
                  <a16:creationId xmlns:a16="http://schemas.microsoft.com/office/drawing/2014/main" id="{B8DCDEDC-AE33-FC67-F081-A72140DCEA2F}"/>
                </a:ext>
              </a:extLst>
            </p:cNvPr>
            <p:cNvSpPr/>
            <p:nvPr/>
          </p:nvSpPr>
          <p:spPr>
            <a:xfrm>
              <a:off x="733425" y="2807243"/>
              <a:ext cx="1819275" cy="459631"/>
            </a:xfrm>
            <a:prstGeom prst="rect">
              <a:avLst/>
            </a:prstGeom>
            <a:solidFill>
              <a:srgbClr val="FFDB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16" name="직사각형 15">
              <a:extLst>
                <a:ext uri="{FF2B5EF4-FFF2-40B4-BE49-F238E27FC236}">
                  <a16:creationId xmlns:a16="http://schemas.microsoft.com/office/drawing/2014/main" id="{F3F733A2-C3A1-5E14-A186-0887B0D84220}"/>
                </a:ext>
              </a:extLst>
            </p:cNvPr>
            <p:cNvSpPr/>
            <p:nvPr/>
          </p:nvSpPr>
          <p:spPr>
            <a:xfrm>
              <a:off x="700264" y="2849192"/>
              <a:ext cx="1859137" cy="369332"/>
            </a:xfrm>
            <a:prstGeom prst="rect">
              <a:avLst/>
            </a:prstGeom>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300"/>
                </a:spcBef>
                <a:spcAft>
                  <a:spcPct val="0"/>
                </a:spcAft>
                <a:buClrTx/>
                <a:buSzTx/>
                <a:buFont typeface="Wingdings" pitchFamily="2" charset="2"/>
                <a:buNone/>
                <a:tabLst/>
                <a:defRPr/>
              </a:pPr>
              <a:r>
                <a:rPr kumimoji="0" lang="en-US" altLang="ko-KR" sz="900" b="0" i="0" u="none" strike="noStrike" kern="1200" cap="none" spc="-10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조선일보명조" panose="02030304000000000000" pitchFamily="18" charset="-127"/>
                </a:rPr>
                <a:t>2026</a:t>
              </a:r>
              <a:r>
                <a:rPr kumimoji="0" lang="ko-KR" altLang="en-US" sz="900" b="0" i="0" u="none" strike="noStrike" kern="1200" cap="none" spc="-10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조선일보명조" panose="02030304000000000000" pitchFamily="18" charset="-127"/>
                </a:rPr>
                <a:t>년도 </a:t>
              </a:r>
              <a:r>
                <a:rPr kumimoji="0" lang="ko-KR" altLang="en-US" sz="900" b="0" i="0" u="none" strike="noStrike" kern="1200" cap="none" spc="-100" normalizeH="0" baseline="0" noProof="0" dirty="0" err="1">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조선일보명조" panose="02030304000000000000" pitchFamily="18" charset="-127"/>
                </a:rPr>
                <a:t>신규콘텐츠</a:t>
              </a:r>
              <a:r>
                <a:rPr kumimoji="0" lang="ko-KR" altLang="en-US" sz="900" b="0" i="0" u="none" strike="noStrike" kern="1200" cap="none" spc="-10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조선일보명조" panose="02030304000000000000" pitchFamily="18" charset="-127"/>
                </a:rPr>
                <a:t> 개발을 위한 수요조사 실시 안내</a:t>
              </a:r>
              <a:endParaRPr kumimoji="0" lang="en-US" altLang="ko-KR" sz="900" b="0" i="0" u="none" strike="noStrike" kern="1200" cap="none" spc="-100" normalizeH="0" baseline="0" noProof="0" dirty="0">
                <a:ln w="3175">
                  <a:solidFill>
                    <a:prstClr val="white">
                      <a:alpha val="15000"/>
                    </a:prstClr>
                  </a:solidFill>
                </a:ln>
                <a:solidFill>
                  <a:prstClr val="black">
                    <a:lumMod val="85000"/>
                    <a:lumOff val="15000"/>
                  </a:prstClr>
                </a:solidFill>
                <a:effectLst/>
                <a:uLnTx/>
                <a:uFillTx/>
                <a:latin typeface="a고딕14" panose="02020600000000000000" pitchFamily="18" charset="-127"/>
                <a:ea typeface="a고딕14" panose="02020600000000000000" pitchFamily="18" charset="-127"/>
                <a:cs typeface="조선일보명조" panose="02030304000000000000" pitchFamily="18" charset="-127"/>
              </a:endParaRPr>
            </a:p>
          </p:txBody>
        </p:sp>
      </p:grpSp>
      <p:sp>
        <p:nvSpPr>
          <p:cNvPr id="17" name="직사각형 16">
            <a:extLst>
              <a:ext uri="{FF2B5EF4-FFF2-40B4-BE49-F238E27FC236}">
                <a16:creationId xmlns:a16="http://schemas.microsoft.com/office/drawing/2014/main" id="{E0FC9881-C868-F392-EEC7-008A0900C97C}"/>
              </a:ext>
            </a:extLst>
          </p:cNvPr>
          <p:cNvSpPr/>
          <p:nvPr/>
        </p:nvSpPr>
        <p:spPr>
          <a:xfrm>
            <a:off x="700264" y="5803042"/>
            <a:ext cx="2718807" cy="589399"/>
          </a:xfrm>
          <a:prstGeom prst="rect">
            <a:avLst/>
          </a:prstGeom>
          <a:solidFill>
            <a:schemeClr val="bg1">
              <a:lumMod val="95000"/>
            </a:scheme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88900" marR="0" lvl="0" indent="-38100"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ko-KR" sz="10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STEP</a:t>
            </a:r>
            <a:r>
              <a:rPr kumimoji="0" lang="ko-KR" altLang="en-US" sz="10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 홈페이지를 활용한 </a:t>
            </a:r>
            <a:r>
              <a:rPr lang="ko-KR" altLang="en-US" sz="1000" spc="-50" dirty="0">
                <a:ln w="3175">
                  <a:solidFill>
                    <a:prstClr val="white">
                      <a:alpha val="15000"/>
                    </a:prstClr>
                  </a:solidFill>
                </a:ln>
                <a:solidFill>
                  <a:prstClr val="black">
                    <a:lumMod val="95000"/>
                    <a:lumOff val="5000"/>
                  </a:prstClr>
                </a:solidFill>
                <a:latin typeface="a고딕14" panose="02020600000000000000" pitchFamily="18" charset="-127"/>
                <a:ea typeface="a고딕14" panose="02020600000000000000" pitchFamily="18" charset="-127"/>
              </a:rPr>
              <a:t>공지 및 홍보</a:t>
            </a:r>
            <a:endParaRPr kumimoji="0" lang="en-US" altLang="ko-KR" sz="10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endParaRPr>
          </a:p>
          <a:p>
            <a:pPr marL="88900" marR="0" lvl="0" indent="-38100"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ko-KR" altLang="en-US" sz="10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설문 조사기간 </a:t>
            </a:r>
            <a:r>
              <a:rPr lang="ko-KR" altLang="en-US" sz="1000" spc="-50" dirty="0">
                <a:ln w="3175">
                  <a:solidFill>
                    <a:prstClr val="white">
                      <a:alpha val="15000"/>
                    </a:prstClr>
                  </a:solidFill>
                </a:ln>
                <a:solidFill>
                  <a:prstClr val="black">
                    <a:lumMod val="95000"/>
                    <a:lumOff val="5000"/>
                  </a:prstClr>
                </a:solidFill>
                <a:latin typeface="a고딕14" panose="02020600000000000000" pitchFamily="18" charset="-127"/>
                <a:ea typeface="a고딕14" panose="02020600000000000000" pitchFamily="18" charset="-127"/>
              </a:rPr>
              <a:t>동안 발주처에 누적 응답자 현황 공유</a:t>
            </a:r>
            <a:endParaRPr kumimoji="0" lang="en-US" altLang="ko-KR" sz="10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endParaRPr>
          </a:p>
        </p:txBody>
      </p:sp>
      <p:sp>
        <p:nvSpPr>
          <p:cNvPr id="18" name="직사각형 17">
            <a:extLst>
              <a:ext uri="{FF2B5EF4-FFF2-40B4-BE49-F238E27FC236}">
                <a16:creationId xmlns:a16="http://schemas.microsoft.com/office/drawing/2014/main" id="{1797B021-113D-1837-5DBB-B778FF86ED2E}"/>
              </a:ext>
            </a:extLst>
          </p:cNvPr>
          <p:cNvSpPr/>
          <p:nvPr/>
        </p:nvSpPr>
        <p:spPr>
          <a:xfrm>
            <a:off x="3620876" y="2107585"/>
            <a:ext cx="2880000" cy="4359890"/>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19" name="모서리가 둥근 직사각형 24">
            <a:extLst>
              <a:ext uri="{FF2B5EF4-FFF2-40B4-BE49-F238E27FC236}">
                <a16:creationId xmlns:a16="http://schemas.microsoft.com/office/drawing/2014/main" id="{786877A7-B6E1-6A60-470B-42206DCC0631}"/>
              </a:ext>
            </a:extLst>
          </p:cNvPr>
          <p:cNvSpPr/>
          <p:nvPr/>
        </p:nvSpPr>
        <p:spPr bwMode="auto">
          <a:xfrm flipH="1" flipV="1">
            <a:off x="3621369" y="2032195"/>
            <a:ext cx="2434864" cy="85044"/>
          </a:xfrm>
          <a:prstGeom prst="roundRect">
            <a:avLst/>
          </a:prstGeom>
          <a:solidFill>
            <a:srgbClr val="004A64"/>
          </a:solidFill>
          <a:ln w="25400" cap="flat" cmpd="sng" algn="ctr">
            <a:noFill/>
            <a:prstDash val="solid"/>
          </a:ln>
          <a:effectLst/>
        </p:spPr>
        <p:txBody>
          <a:bodyPr anchor="ct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8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endParaRPr>
          </a:p>
        </p:txBody>
      </p:sp>
      <p:sp>
        <p:nvSpPr>
          <p:cNvPr id="20" name="AutoShape 94">
            <a:extLst>
              <a:ext uri="{FF2B5EF4-FFF2-40B4-BE49-F238E27FC236}">
                <a16:creationId xmlns:a16="http://schemas.microsoft.com/office/drawing/2014/main" id="{40ACE2CA-D968-0909-D2C4-8316F49052BD}"/>
              </a:ext>
            </a:extLst>
          </p:cNvPr>
          <p:cNvSpPr>
            <a:spLocks noChangeArrowheads="1"/>
          </p:cNvSpPr>
          <p:nvPr/>
        </p:nvSpPr>
        <p:spPr bwMode="auto">
          <a:xfrm>
            <a:off x="3710530" y="2024844"/>
            <a:ext cx="2245134" cy="31633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000 w 10000"/>
              <a:gd name="connsiteY2" fmla="*/ 10000 h 10000"/>
              <a:gd name="connsiteX3" fmla="*/ 1375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723 w 10000"/>
              <a:gd name="connsiteY2" fmla="*/ 10000 h 10000"/>
              <a:gd name="connsiteX3" fmla="*/ 1375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0"/>
                </a:moveTo>
                <a:lnTo>
                  <a:pt x="10000" y="0"/>
                </a:lnTo>
                <a:lnTo>
                  <a:pt x="8723" y="10000"/>
                </a:lnTo>
                <a:lnTo>
                  <a:pt x="1375" y="10000"/>
                </a:lnTo>
                <a:lnTo>
                  <a:pt x="0" y="0"/>
                </a:lnTo>
                <a:close/>
              </a:path>
            </a:pathLst>
          </a:custGeom>
          <a:solidFill>
            <a:srgbClr val="00B0F0"/>
          </a:solidFill>
          <a:ln>
            <a:noFill/>
          </a:ln>
          <a:effectLst/>
        </p:spPr>
        <p:txBody>
          <a:bodyPr wrap="none" tIns="0" bIns="36000" anchor="ct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ko-KR" altLang="en-US" sz="1100" b="0" i="0" u="none" strike="noStrike" kern="1200" cap="none" spc="0" normalizeH="0" baseline="0" noProof="0" dirty="0">
                <a:ln w="3175">
                  <a:solidFill>
                    <a:prstClr val="white">
                      <a:alpha val="15000"/>
                    </a:prstClr>
                  </a:solidFill>
                </a:ln>
                <a:solidFill>
                  <a:prstClr val="white"/>
                </a:solidFill>
                <a:effectLst/>
                <a:uLnTx/>
                <a:uFillTx/>
                <a:latin typeface="a고딕14" panose="02020600000000000000" pitchFamily="18" charset="-127"/>
                <a:ea typeface="a고딕14" panose="02020600000000000000" pitchFamily="18" charset="-127"/>
                <a:cs typeface="+mn-cs"/>
              </a:rPr>
              <a:t>답례품 활용 방안</a:t>
            </a:r>
            <a:endParaRPr kumimoji="0" lang="en-US" altLang="ko-KR" sz="1100" b="0" i="0" u="none" strike="noStrike" kern="1200" cap="none" spc="0" normalizeH="0" baseline="0" noProof="0" dirty="0">
              <a:ln w="3175">
                <a:solidFill>
                  <a:prstClr val="white">
                    <a:alpha val="15000"/>
                  </a:prstClr>
                </a:solidFill>
              </a:ln>
              <a:solidFill>
                <a:prstClr val="white"/>
              </a:solidFill>
              <a:effectLst/>
              <a:uLnTx/>
              <a:uFillTx/>
              <a:latin typeface="a고딕14" panose="02020600000000000000" pitchFamily="18" charset="-127"/>
              <a:ea typeface="a고딕14" panose="02020600000000000000" pitchFamily="18" charset="-127"/>
              <a:cs typeface="+mn-cs"/>
            </a:endParaRPr>
          </a:p>
        </p:txBody>
      </p:sp>
      <p:grpSp>
        <p:nvGrpSpPr>
          <p:cNvPr id="21" name="그룹 20">
            <a:extLst>
              <a:ext uri="{FF2B5EF4-FFF2-40B4-BE49-F238E27FC236}">
                <a16:creationId xmlns:a16="http://schemas.microsoft.com/office/drawing/2014/main" id="{F2F420B0-D85A-42DC-B962-A744C2E7B1FE}"/>
              </a:ext>
            </a:extLst>
          </p:cNvPr>
          <p:cNvGrpSpPr/>
          <p:nvPr/>
        </p:nvGrpSpPr>
        <p:grpSpPr>
          <a:xfrm>
            <a:off x="3594819" y="2420471"/>
            <a:ext cx="2853563" cy="2043954"/>
            <a:chOff x="6429083" y="2483224"/>
            <a:chExt cx="2853563" cy="2043954"/>
          </a:xfrm>
        </p:grpSpPr>
        <p:sp>
          <p:nvSpPr>
            <p:cNvPr id="22" name="자유형 66">
              <a:extLst>
                <a:ext uri="{FF2B5EF4-FFF2-40B4-BE49-F238E27FC236}">
                  <a16:creationId xmlns:a16="http://schemas.microsoft.com/office/drawing/2014/main" id="{CE41A4F8-0B7C-23B3-1248-CD6F04353327}"/>
                </a:ext>
              </a:extLst>
            </p:cNvPr>
            <p:cNvSpPr/>
            <p:nvPr/>
          </p:nvSpPr>
          <p:spPr>
            <a:xfrm>
              <a:off x="6823769" y="3452779"/>
              <a:ext cx="368825" cy="540693"/>
            </a:xfrm>
            <a:custGeom>
              <a:avLst/>
              <a:gdLst>
                <a:gd name="connsiteX0" fmla="*/ 952500 w 952500"/>
                <a:gd name="connsiteY0" fmla="*/ 0 h 698500"/>
                <a:gd name="connsiteX1" fmla="*/ 0 w 952500"/>
                <a:gd name="connsiteY1" fmla="*/ 0 h 698500"/>
                <a:gd name="connsiteX2" fmla="*/ 0 w 952500"/>
                <a:gd name="connsiteY2" fmla="*/ 698500 h 698500"/>
              </a:gdLst>
              <a:ahLst/>
              <a:cxnLst>
                <a:cxn ang="0">
                  <a:pos x="connsiteX0" y="connsiteY0"/>
                </a:cxn>
                <a:cxn ang="0">
                  <a:pos x="connsiteX1" y="connsiteY1"/>
                </a:cxn>
                <a:cxn ang="0">
                  <a:pos x="connsiteX2" y="connsiteY2"/>
                </a:cxn>
              </a:cxnLst>
              <a:rect l="l" t="t" r="r" b="b"/>
              <a:pathLst>
                <a:path w="952500" h="698500">
                  <a:moveTo>
                    <a:pt x="952500" y="0"/>
                  </a:moveTo>
                  <a:lnTo>
                    <a:pt x="0" y="0"/>
                  </a:lnTo>
                  <a:lnTo>
                    <a:pt x="0" y="698500"/>
                  </a:lnTo>
                </a:path>
              </a:pathLst>
            </a:cu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23" name="자유형 67">
              <a:extLst>
                <a:ext uri="{FF2B5EF4-FFF2-40B4-BE49-F238E27FC236}">
                  <a16:creationId xmlns:a16="http://schemas.microsoft.com/office/drawing/2014/main" id="{2AAFCA11-B023-8E04-D852-27F2D682FA64}"/>
                </a:ext>
              </a:extLst>
            </p:cNvPr>
            <p:cNvSpPr/>
            <p:nvPr/>
          </p:nvSpPr>
          <p:spPr>
            <a:xfrm flipH="1">
              <a:off x="8439720" y="3452659"/>
              <a:ext cx="545119" cy="401307"/>
            </a:xfrm>
            <a:custGeom>
              <a:avLst/>
              <a:gdLst>
                <a:gd name="connsiteX0" fmla="*/ 952500 w 952500"/>
                <a:gd name="connsiteY0" fmla="*/ 0 h 698500"/>
                <a:gd name="connsiteX1" fmla="*/ 0 w 952500"/>
                <a:gd name="connsiteY1" fmla="*/ 0 h 698500"/>
                <a:gd name="connsiteX2" fmla="*/ 0 w 952500"/>
                <a:gd name="connsiteY2" fmla="*/ 698500 h 698500"/>
              </a:gdLst>
              <a:ahLst/>
              <a:cxnLst>
                <a:cxn ang="0">
                  <a:pos x="connsiteX0" y="connsiteY0"/>
                </a:cxn>
                <a:cxn ang="0">
                  <a:pos x="connsiteX1" y="connsiteY1"/>
                </a:cxn>
                <a:cxn ang="0">
                  <a:pos x="connsiteX2" y="connsiteY2"/>
                </a:cxn>
              </a:cxnLst>
              <a:rect l="l" t="t" r="r" b="b"/>
              <a:pathLst>
                <a:path w="952500" h="698500">
                  <a:moveTo>
                    <a:pt x="952500" y="0"/>
                  </a:moveTo>
                  <a:lnTo>
                    <a:pt x="0" y="0"/>
                  </a:lnTo>
                  <a:lnTo>
                    <a:pt x="0" y="698500"/>
                  </a:lnTo>
                </a:path>
              </a:pathLst>
            </a:cu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grpSp>
          <p:nvGrpSpPr>
            <p:cNvPr id="24" name="그룹 23">
              <a:extLst>
                <a:ext uri="{FF2B5EF4-FFF2-40B4-BE49-F238E27FC236}">
                  <a16:creationId xmlns:a16="http://schemas.microsoft.com/office/drawing/2014/main" id="{9A6200D2-4BA0-C92C-C1FB-920A53A2D46F}"/>
                </a:ext>
              </a:extLst>
            </p:cNvPr>
            <p:cNvGrpSpPr/>
            <p:nvPr/>
          </p:nvGrpSpPr>
          <p:grpSpPr>
            <a:xfrm>
              <a:off x="6546973" y="3784213"/>
              <a:ext cx="530102" cy="556318"/>
              <a:chOff x="8358162" y="4462667"/>
              <a:chExt cx="764814" cy="574303"/>
            </a:xfrm>
          </p:grpSpPr>
          <p:sp>
            <p:nvSpPr>
              <p:cNvPr id="40" name="타원 39">
                <a:extLst>
                  <a:ext uri="{FF2B5EF4-FFF2-40B4-BE49-F238E27FC236}">
                    <a16:creationId xmlns:a16="http://schemas.microsoft.com/office/drawing/2014/main" id="{25F07E13-C5A0-EC50-17A8-8CC0AF03DEBD}"/>
                  </a:ext>
                </a:extLst>
              </p:cNvPr>
              <p:cNvSpPr/>
              <p:nvPr/>
            </p:nvSpPr>
            <p:spPr>
              <a:xfrm>
                <a:off x="8358162" y="4462667"/>
                <a:ext cx="764814" cy="574303"/>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pic>
            <p:nvPicPr>
              <p:cNvPr id="41" name="그림 40">
                <a:extLst>
                  <a:ext uri="{FF2B5EF4-FFF2-40B4-BE49-F238E27FC236}">
                    <a16:creationId xmlns:a16="http://schemas.microsoft.com/office/drawing/2014/main" id="{15691152-B2A3-3036-58DC-29F0F8E0C53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18118"/>
              <a:stretch/>
            </p:blipFill>
            <p:spPr>
              <a:xfrm>
                <a:off x="8468099" y="4499128"/>
                <a:ext cx="544939" cy="424697"/>
              </a:xfrm>
              <a:prstGeom prst="rect">
                <a:avLst/>
              </a:prstGeom>
            </p:spPr>
          </p:pic>
        </p:grpSp>
        <p:pic>
          <p:nvPicPr>
            <p:cNvPr id="25" name="그림 24">
              <a:extLst>
                <a:ext uri="{FF2B5EF4-FFF2-40B4-BE49-F238E27FC236}">
                  <a16:creationId xmlns:a16="http://schemas.microsoft.com/office/drawing/2014/main" id="{B25B2A65-43C3-1A0C-B8B2-B39366580D7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18118"/>
            <a:stretch/>
          </p:blipFill>
          <p:spPr>
            <a:xfrm>
              <a:off x="6918062" y="2483224"/>
              <a:ext cx="1939068" cy="2043954"/>
            </a:xfrm>
            <a:prstGeom prst="rect">
              <a:avLst/>
            </a:prstGeom>
          </p:spPr>
        </p:pic>
        <p:sp>
          <p:nvSpPr>
            <p:cNvPr id="26" name="타원 25">
              <a:extLst>
                <a:ext uri="{FF2B5EF4-FFF2-40B4-BE49-F238E27FC236}">
                  <a16:creationId xmlns:a16="http://schemas.microsoft.com/office/drawing/2014/main" id="{4EC8791F-9965-B16F-33C3-95D24262E4E8}"/>
                </a:ext>
              </a:extLst>
            </p:cNvPr>
            <p:cNvSpPr/>
            <p:nvPr/>
          </p:nvSpPr>
          <p:spPr>
            <a:xfrm>
              <a:off x="7334472" y="3249361"/>
              <a:ext cx="252013" cy="3522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27" name="타원 26">
              <a:extLst>
                <a:ext uri="{FF2B5EF4-FFF2-40B4-BE49-F238E27FC236}">
                  <a16:creationId xmlns:a16="http://schemas.microsoft.com/office/drawing/2014/main" id="{0D216E15-3F0B-E1C2-DA01-BD3EC6370822}"/>
                </a:ext>
              </a:extLst>
            </p:cNvPr>
            <p:cNvSpPr/>
            <p:nvPr/>
          </p:nvSpPr>
          <p:spPr>
            <a:xfrm>
              <a:off x="7320011" y="3217831"/>
              <a:ext cx="259340" cy="3837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28" name="타원 27">
              <a:extLst>
                <a:ext uri="{FF2B5EF4-FFF2-40B4-BE49-F238E27FC236}">
                  <a16:creationId xmlns:a16="http://schemas.microsoft.com/office/drawing/2014/main" id="{FB4E4DF1-FA69-BDBE-0190-A7F96B6531CF}"/>
                </a:ext>
              </a:extLst>
            </p:cNvPr>
            <p:cNvSpPr/>
            <p:nvPr/>
          </p:nvSpPr>
          <p:spPr>
            <a:xfrm>
              <a:off x="7249284" y="3217832"/>
              <a:ext cx="341284" cy="39434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29" name="직사각형 28">
              <a:extLst>
                <a:ext uri="{FF2B5EF4-FFF2-40B4-BE49-F238E27FC236}">
                  <a16:creationId xmlns:a16="http://schemas.microsoft.com/office/drawing/2014/main" id="{D4A89998-91AD-138B-8252-ED16AED18C6E}"/>
                </a:ext>
              </a:extLst>
            </p:cNvPr>
            <p:cNvSpPr/>
            <p:nvPr/>
          </p:nvSpPr>
          <p:spPr>
            <a:xfrm>
              <a:off x="6429083" y="3267742"/>
              <a:ext cx="1943506" cy="338554"/>
            </a:xfrm>
            <a:prstGeom prst="rect">
              <a:avLst/>
            </a:prstGeom>
            <a:ln>
              <a:noFill/>
            </a:ln>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r>
                <a:rPr kumimoji="0" lang="en-US" altLang="ko-KR" sz="8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1,000</a:t>
              </a:r>
              <a:r>
                <a:rPr kumimoji="0" lang="ko-KR" altLang="en-US" sz="8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명</a:t>
              </a:r>
              <a:endParaRPr kumimoji="0" lang="en-US" altLang="ko-KR" sz="8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endParaRPr>
            </a:p>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r>
                <a:rPr kumimoji="0" lang="ko-KR" altLang="en-US" sz="8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이상</a:t>
              </a:r>
              <a:endParaRPr kumimoji="0" lang="en-US" altLang="ko-KR" sz="8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endParaRPr>
            </a:p>
          </p:txBody>
        </p:sp>
        <p:grpSp>
          <p:nvGrpSpPr>
            <p:cNvPr id="30" name="그룹 29">
              <a:extLst>
                <a:ext uri="{FF2B5EF4-FFF2-40B4-BE49-F238E27FC236}">
                  <a16:creationId xmlns:a16="http://schemas.microsoft.com/office/drawing/2014/main" id="{77CD010F-E055-856C-9667-4F6C138465EF}"/>
                </a:ext>
              </a:extLst>
            </p:cNvPr>
            <p:cNvGrpSpPr/>
            <p:nvPr/>
          </p:nvGrpSpPr>
          <p:grpSpPr>
            <a:xfrm>
              <a:off x="7448782" y="3234926"/>
              <a:ext cx="1833864" cy="404323"/>
              <a:chOff x="7410682" y="3234926"/>
              <a:chExt cx="1833864" cy="404323"/>
            </a:xfrm>
          </p:grpSpPr>
          <p:grpSp>
            <p:nvGrpSpPr>
              <p:cNvPr id="34" name="그룹 33">
                <a:extLst>
                  <a:ext uri="{FF2B5EF4-FFF2-40B4-BE49-F238E27FC236}">
                    <a16:creationId xmlns:a16="http://schemas.microsoft.com/office/drawing/2014/main" id="{4D0C6406-124F-3EE9-6F1B-50C6A5535068}"/>
                  </a:ext>
                </a:extLst>
              </p:cNvPr>
              <p:cNvGrpSpPr/>
              <p:nvPr/>
            </p:nvGrpSpPr>
            <p:grpSpPr>
              <a:xfrm>
                <a:off x="8144783" y="3234926"/>
                <a:ext cx="392616" cy="404323"/>
                <a:chOff x="8144783" y="3234926"/>
                <a:chExt cx="392616" cy="404323"/>
              </a:xfrm>
            </p:grpSpPr>
            <p:sp>
              <p:nvSpPr>
                <p:cNvPr id="36" name="타원 35">
                  <a:extLst>
                    <a:ext uri="{FF2B5EF4-FFF2-40B4-BE49-F238E27FC236}">
                      <a16:creationId xmlns:a16="http://schemas.microsoft.com/office/drawing/2014/main" id="{C44BCE62-4AC5-6F54-25EF-4A6509A840D9}"/>
                    </a:ext>
                  </a:extLst>
                </p:cNvPr>
                <p:cNvSpPr/>
                <p:nvPr/>
              </p:nvSpPr>
              <p:spPr>
                <a:xfrm>
                  <a:off x="8238074" y="3535669"/>
                  <a:ext cx="68955" cy="963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37" name="타원 36">
                  <a:extLst>
                    <a:ext uri="{FF2B5EF4-FFF2-40B4-BE49-F238E27FC236}">
                      <a16:creationId xmlns:a16="http://schemas.microsoft.com/office/drawing/2014/main" id="{575660AC-224C-C604-5ABA-0C1300BDA874}"/>
                    </a:ext>
                  </a:extLst>
                </p:cNvPr>
                <p:cNvSpPr/>
                <p:nvPr/>
              </p:nvSpPr>
              <p:spPr>
                <a:xfrm>
                  <a:off x="8144784" y="3239121"/>
                  <a:ext cx="259340" cy="3624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38" name="타원 37">
                  <a:extLst>
                    <a:ext uri="{FF2B5EF4-FFF2-40B4-BE49-F238E27FC236}">
                      <a16:creationId xmlns:a16="http://schemas.microsoft.com/office/drawing/2014/main" id="{9B15C31A-D24D-1957-205D-CC7CD0CE9D35}"/>
                    </a:ext>
                  </a:extLst>
                </p:cNvPr>
                <p:cNvSpPr/>
                <p:nvPr/>
              </p:nvSpPr>
              <p:spPr>
                <a:xfrm>
                  <a:off x="8144783" y="3234926"/>
                  <a:ext cx="392616" cy="4043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39" name="타원 38">
                  <a:extLst>
                    <a:ext uri="{FF2B5EF4-FFF2-40B4-BE49-F238E27FC236}">
                      <a16:creationId xmlns:a16="http://schemas.microsoft.com/office/drawing/2014/main" id="{44311FF2-6B35-6FE2-77B3-374F9E515548}"/>
                    </a:ext>
                  </a:extLst>
                </p:cNvPr>
                <p:cNvSpPr/>
                <p:nvPr/>
              </p:nvSpPr>
              <p:spPr>
                <a:xfrm>
                  <a:off x="8230249" y="3531475"/>
                  <a:ext cx="68955" cy="963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grpSp>
          <p:sp>
            <p:nvSpPr>
              <p:cNvPr id="35" name="직사각형 34">
                <a:extLst>
                  <a:ext uri="{FF2B5EF4-FFF2-40B4-BE49-F238E27FC236}">
                    <a16:creationId xmlns:a16="http://schemas.microsoft.com/office/drawing/2014/main" id="{48CC7337-9059-E0D6-E270-04ADB3246B9C}"/>
                  </a:ext>
                </a:extLst>
              </p:cNvPr>
              <p:cNvSpPr/>
              <p:nvPr/>
            </p:nvSpPr>
            <p:spPr>
              <a:xfrm>
                <a:off x="7410682" y="3276457"/>
                <a:ext cx="1833864" cy="307777"/>
              </a:xfrm>
              <a:prstGeom prst="rect">
                <a:avLst/>
              </a:prstGeom>
              <a:ln>
                <a:noFill/>
              </a:ln>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r>
                  <a:rPr kumimoji="0" lang="ko-KR" altLang="en-US" sz="700" b="0" i="0" u="none" strike="noStrike" kern="1200" cap="none" spc="-10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답례품은</a:t>
                </a:r>
                <a:endParaRPr kumimoji="0" lang="en-US" altLang="ko-KR" sz="700" b="0" i="0" u="none" strike="noStrike" kern="1200" cap="none" spc="-10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endParaRPr>
              </a:p>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r>
                  <a:rPr kumimoji="0" lang="ko-KR" altLang="en-US" sz="700" b="0" i="0" u="none" strike="noStrike" kern="1200" cap="none" spc="-10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협의 후 결정</a:t>
                </a:r>
                <a:endParaRPr kumimoji="0" lang="en-US" altLang="ko-KR" sz="700" b="0" i="0" u="none" strike="noStrike" kern="1200" cap="none" spc="-10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endParaRPr>
              </a:p>
            </p:txBody>
          </p:sp>
        </p:grpSp>
        <p:sp>
          <p:nvSpPr>
            <p:cNvPr id="31" name="타원 30">
              <a:extLst>
                <a:ext uri="{FF2B5EF4-FFF2-40B4-BE49-F238E27FC236}">
                  <a16:creationId xmlns:a16="http://schemas.microsoft.com/office/drawing/2014/main" id="{091F502D-6D4A-099C-0696-CAB335B2CCB4}"/>
                </a:ext>
              </a:extLst>
            </p:cNvPr>
            <p:cNvSpPr/>
            <p:nvPr/>
          </p:nvSpPr>
          <p:spPr>
            <a:xfrm>
              <a:off x="8716142" y="3780838"/>
              <a:ext cx="504058" cy="556318"/>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32" name="TextBox 31">
              <a:extLst>
                <a:ext uri="{FF2B5EF4-FFF2-40B4-BE49-F238E27FC236}">
                  <a16:creationId xmlns:a16="http://schemas.microsoft.com/office/drawing/2014/main" id="{D57BF684-434B-1BFA-087D-4960F42A7EA8}"/>
                </a:ext>
              </a:extLst>
            </p:cNvPr>
            <p:cNvSpPr txBox="1"/>
            <p:nvPr/>
          </p:nvSpPr>
          <p:spPr>
            <a:xfrm>
              <a:off x="8868962" y="3993472"/>
              <a:ext cx="199638" cy="268324"/>
            </a:xfrm>
            <a:prstGeom prst="rect">
              <a:avLst/>
            </a:prstGeom>
            <a:noFill/>
          </p:spPr>
          <p:txBody>
            <a:bodyPr wrap="square" rtlCol="0">
              <a:sp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en-US" altLang="ko-KR" sz="12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 </a:t>
              </a:r>
              <a:endParaRPr kumimoji="0" lang="ko-KR" altLang="en-US" sz="12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endParaRPr>
            </a:p>
          </p:txBody>
        </p:sp>
        <p:sp>
          <p:nvSpPr>
            <p:cNvPr id="33" name="직사각형 32">
              <a:extLst>
                <a:ext uri="{FF2B5EF4-FFF2-40B4-BE49-F238E27FC236}">
                  <a16:creationId xmlns:a16="http://schemas.microsoft.com/office/drawing/2014/main" id="{B38D6187-B7CD-DD49-A2BE-FCEB1D06D405}"/>
                </a:ext>
              </a:extLst>
            </p:cNvPr>
            <p:cNvSpPr/>
            <p:nvPr/>
          </p:nvSpPr>
          <p:spPr>
            <a:xfrm>
              <a:off x="8796167" y="3891363"/>
              <a:ext cx="359266" cy="327952"/>
            </a:xfrm>
            <a:prstGeom prst="rect">
              <a:avLst/>
            </a:prstGeom>
          </p:spPr>
          <p:txBody>
            <a:bodyPr wrap="square">
              <a:sp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Char char="ü"/>
                <a:tabLst/>
                <a:defRPr/>
              </a:pPr>
              <a:r>
                <a:rPr kumimoji="0" lang="en-US" altLang="ko-KR" sz="1600" b="0" i="0" u="none" strike="noStrike" kern="1200" cap="none" spc="0" normalizeH="0" baseline="0" noProof="0" dirty="0">
                  <a:ln>
                    <a:noFill/>
                  </a:ln>
                  <a:solidFill>
                    <a:prstClr val="black"/>
                  </a:solidFill>
                  <a:effectLst/>
                  <a:uLnTx/>
                  <a:uFillTx/>
                  <a:latin typeface="맑은 고딕" pitchFamily="50" charset="-127"/>
                  <a:ea typeface="맑은 고딕" pitchFamily="50" charset="-127"/>
                  <a:cs typeface="+mn-cs"/>
                </a:rPr>
                <a:t> </a:t>
              </a:r>
              <a:endParaRPr kumimoji="0" lang="ko-KR" altLang="en-US" sz="1600" b="0" i="0" u="none" strike="noStrike" kern="1200" cap="none" spc="0" normalizeH="0" baseline="0" noProof="0" dirty="0">
                <a:ln>
                  <a:noFill/>
                </a:ln>
                <a:solidFill>
                  <a:prstClr val="black"/>
                </a:solidFill>
                <a:effectLst/>
                <a:uLnTx/>
                <a:uFillTx/>
                <a:latin typeface="맑은 고딕" pitchFamily="50" charset="-127"/>
                <a:ea typeface="맑은 고딕" pitchFamily="50" charset="-127"/>
                <a:cs typeface="+mn-cs"/>
              </a:endParaRPr>
            </a:p>
          </p:txBody>
        </p:sp>
      </p:grpSp>
      <p:sp>
        <p:nvSpPr>
          <p:cNvPr id="42" name="직사각형 41">
            <a:extLst>
              <a:ext uri="{FF2B5EF4-FFF2-40B4-BE49-F238E27FC236}">
                <a16:creationId xmlns:a16="http://schemas.microsoft.com/office/drawing/2014/main" id="{57302F73-7E6B-5B4C-EDF4-268B0BD39CA7}"/>
              </a:ext>
            </a:extLst>
          </p:cNvPr>
          <p:cNvSpPr/>
          <p:nvPr/>
        </p:nvSpPr>
        <p:spPr>
          <a:xfrm>
            <a:off x="3745831" y="4525568"/>
            <a:ext cx="2627238" cy="438825"/>
          </a:xfrm>
          <a:prstGeom prst="rect">
            <a:avLst/>
          </a:prstGeom>
          <a:solidFill>
            <a:schemeClr val="bg1">
              <a:lumMod val="95000"/>
            </a:scheme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r>
              <a:rPr kumimoji="0" lang="ko-KR" altLang="en-US" sz="1000" b="0" i="0" u="none" strike="noStrike" kern="1200" cap="none" spc="-3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설문 응답자 중 성실 응답자 </a:t>
            </a:r>
            <a:r>
              <a:rPr lang="en-US" altLang="ko-KR" sz="1000" spc="-30" dirty="0">
                <a:ln w="3175">
                  <a:solidFill>
                    <a:prstClr val="white">
                      <a:alpha val="15000"/>
                    </a:prstClr>
                  </a:solidFill>
                </a:ln>
                <a:solidFill>
                  <a:prstClr val="black">
                    <a:lumMod val="95000"/>
                    <a:lumOff val="5000"/>
                  </a:prstClr>
                </a:solidFill>
                <a:latin typeface="a고딕14" panose="02020600000000000000" pitchFamily="18" charset="-127"/>
                <a:ea typeface="a고딕14" panose="02020600000000000000" pitchFamily="18" charset="-127"/>
              </a:rPr>
              <a:t>1,000</a:t>
            </a:r>
            <a:r>
              <a:rPr kumimoji="0" lang="ko-KR" altLang="en-US" sz="1000" b="0" i="0" u="none" strike="noStrike" kern="1200" cap="none" spc="-3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명</a:t>
            </a:r>
            <a:r>
              <a:rPr kumimoji="0" lang="ko-KR" altLang="en-US" sz="1000" b="0" i="0" u="none" strike="noStrike" kern="1200" cap="none" spc="-30" normalizeH="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 이상</a:t>
            </a:r>
            <a:r>
              <a:rPr kumimoji="0" lang="ko-KR" altLang="en-US" sz="1000" b="0" i="0" u="none" strike="noStrike" kern="1200" cap="none" spc="-3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 </a:t>
            </a:r>
            <a:br>
              <a:rPr kumimoji="0" lang="en-US" altLang="ko-KR" sz="1000" b="0" i="0" u="none" strike="noStrike" kern="1200" cap="none" spc="-3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br>
            <a:r>
              <a:rPr kumimoji="0" lang="ko-KR" altLang="en-US" sz="1000" b="0" i="0" u="none" strike="noStrike" kern="1200" cap="none" spc="-3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추첨하여 답례품 제공</a:t>
            </a:r>
            <a:endParaRPr kumimoji="0" lang="en-US" altLang="ko-KR" sz="1000" b="0" i="0" u="none" strike="noStrike" kern="1200" cap="none" spc="-3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endParaRPr>
          </a:p>
        </p:txBody>
      </p:sp>
      <p:pic>
        <p:nvPicPr>
          <p:cNvPr id="43" name="그림 42">
            <a:extLst>
              <a:ext uri="{FF2B5EF4-FFF2-40B4-BE49-F238E27FC236}">
                <a16:creationId xmlns:a16="http://schemas.microsoft.com/office/drawing/2014/main" id="{25C68D12-7727-6CA2-6869-7704C6BA632D}"/>
              </a:ext>
            </a:extLst>
          </p:cNvPr>
          <p:cNvPicPr>
            <a:picLocks noChangeAspect="1"/>
          </p:cNvPicPr>
          <p:nvPr/>
        </p:nvPicPr>
        <p:blipFill>
          <a:blip r:embed="rId5"/>
          <a:stretch>
            <a:fillRect/>
          </a:stretch>
        </p:blipFill>
        <p:spPr>
          <a:xfrm>
            <a:off x="3744173" y="5015407"/>
            <a:ext cx="1142378" cy="1400172"/>
          </a:xfrm>
          <a:prstGeom prst="rect">
            <a:avLst/>
          </a:prstGeom>
          <a:ln w="3175">
            <a:solidFill>
              <a:schemeClr val="tx1">
                <a:lumMod val="85000"/>
                <a:lumOff val="15000"/>
              </a:schemeClr>
            </a:solidFill>
          </a:ln>
        </p:spPr>
      </p:pic>
      <p:pic>
        <p:nvPicPr>
          <p:cNvPr id="44" name="그림 43">
            <a:extLst>
              <a:ext uri="{FF2B5EF4-FFF2-40B4-BE49-F238E27FC236}">
                <a16:creationId xmlns:a16="http://schemas.microsoft.com/office/drawing/2014/main" id="{4BF8B59A-39A4-A8D4-25E8-84BAA44A6A16}"/>
              </a:ext>
            </a:extLst>
          </p:cNvPr>
          <p:cNvPicPr>
            <a:picLocks noChangeAspect="1"/>
          </p:cNvPicPr>
          <p:nvPr/>
        </p:nvPicPr>
        <p:blipFill>
          <a:blip r:embed="rId6"/>
          <a:stretch>
            <a:fillRect/>
          </a:stretch>
        </p:blipFill>
        <p:spPr>
          <a:xfrm>
            <a:off x="5011335" y="5015407"/>
            <a:ext cx="1364757" cy="1401054"/>
          </a:xfrm>
          <a:prstGeom prst="rect">
            <a:avLst/>
          </a:prstGeom>
          <a:ln w="3175">
            <a:solidFill>
              <a:schemeClr val="tx1">
                <a:lumMod val="85000"/>
                <a:lumOff val="15000"/>
              </a:schemeClr>
            </a:solidFill>
          </a:ln>
        </p:spPr>
      </p:pic>
      <p:pic>
        <p:nvPicPr>
          <p:cNvPr id="45" name="그림 44">
            <a:extLst>
              <a:ext uri="{FF2B5EF4-FFF2-40B4-BE49-F238E27FC236}">
                <a16:creationId xmlns:a16="http://schemas.microsoft.com/office/drawing/2014/main" id="{1CF3B991-0FA2-B7F6-2E59-E4605D6EC1EC}"/>
              </a:ext>
            </a:extLst>
          </p:cNvPr>
          <p:cNvPicPr>
            <a:picLocks noChangeAspect="1"/>
          </p:cNvPicPr>
          <p:nvPr/>
        </p:nvPicPr>
        <p:blipFill>
          <a:blip r:embed="rId7"/>
          <a:stretch>
            <a:fillRect/>
          </a:stretch>
        </p:blipFill>
        <p:spPr>
          <a:xfrm>
            <a:off x="710619" y="3714672"/>
            <a:ext cx="2434864" cy="958387"/>
          </a:xfrm>
          <a:prstGeom prst="rect">
            <a:avLst/>
          </a:prstGeom>
          <a:ln w="3175">
            <a:solidFill>
              <a:schemeClr val="tx1">
                <a:lumMod val="85000"/>
                <a:lumOff val="15000"/>
              </a:schemeClr>
            </a:solidFill>
          </a:ln>
        </p:spPr>
      </p:pic>
      <p:pic>
        <p:nvPicPr>
          <p:cNvPr id="46" name="그림 45">
            <a:extLst>
              <a:ext uri="{FF2B5EF4-FFF2-40B4-BE49-F238E27FC236}">
                <a16:creationId xmlns:a16="http://schemas.microsoft.com/office/drawing/2014/main" id="{1BCF06F8-8A84-09A1-9891-123AF67FAE13}"/>
              </a:ext>
            </a:extLst>
          </p:cNvPr>
          <p:cNvPicPr>
            <a:picLocks noChangeAspect="1"/>
          </p:cNvPicPr>
          <p:nvPr/>
        </p:nvPicPr>
        <p:blipFill>
          <a:blip r:embed="rId8"/>
          <a:stretch>
            <a:fillRect/>
          </a:stretch>
        </p:blipFill>
        <p:spPr>
          <a:xfrm>
            <a:off x="890131" y="4361343"/>
            <a:ext cx="2452426" cy="1224035"/>
          </a:xfrm>
          <a:prstGeom prst="rect">
            <a:avLst/>
          </a:prstGeom>
          <a:ln w="3175">
            <a:solidFill>
              <a:schemeClr val="tx1">
                <a:lumMod val="85000"/>
                <a:lumOff val="15000"/>
              </a:schemeClr>
            </a:solidFill>
          </a:ln>
        </p:spPr>
      </p:pic>
      <p:sp>
        <p:nvSpPr>
          <p:cNvPr id="47" name="직사각형 46">
            <a:extLst>
              <a:ext uri="{FF2B5EF4-FFF2-40B4-BE49-F238E27FC236}">
                <a16:creationId xmlns:a16="http://schemas.microsoft.com/office/drawing/2014/main" id="{427F3A5F-7019-9CAB-B88A-BBDE1589EDFD}"/>
              </a:ext>
            </a:extLst>
          </p:cNvPr>
          <p:cNvSpPr/>
          <p:nvPr/>
        </p:nvSpPr>
        <p:spPr>
          <a:xfrm>
            <a:off x="6624047" y="2035066"/>
            <a:ext cx="2720640" cy="295893"/>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고딕14" panose="02020600000000000000" pitchFamily="18" charset="-127"/>
                <a:ea typeface="a고딕14" panose="02020600000000000000" pitchFamily="18" charset="-127"/>
              </a:rPr>
              <a:t>결과분석</a:t>
            </a:r>
          </a:p>
        </p:txBody>
      </p:sp>
      <p:sp>
        <p:nvSpPr>
          <p:cNvPr id="48" name="직사각형 47">
            <a:extLst>
              <a:ext uri="{FF2B5EF4-FFF2-40B4-BE49-F238E27FC236}">
                <a16:creationId xmlns:a16="http://schemas.microsoft.com/office/drawing/2014/main" id="{5C888FC5-51C1-646E-7F6A-3C29BA2517BA}"/>
              </a:ext>
            </a:extLst>
          </p:cNvPr>
          <p:cNvSpPr/>
          <p:nvPr/>
        </p:nvSpPr>
        <p:spPr>
          <a:xfrm>
            <a:off x="6624510" y="2425922"/>
            <a:ext cx="2720640" cy="458818"/>
          </a:xfrm>
          <a:prstGeom prst="rect">
            <a:avLst/>
          </a:prstGeom>
          <a:solidFill>
            <a:srgbClr val="DCF1F9"/>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en-US" altLang="ko-KR" dirty="0">
                <a:solidFill>
                  <a:schemeClr val="tx1"/>
                </a:solidFill>
                <a:latin typeface="a고딕14" panose="02020600000000000000" pitchFamily="18" charset="-127"/>
                <a:ea typeface="a고딕14" panose="02020600000000000000" pitchFamily="18" charset="-127"/>
              </a:rPr>
              <a:t>2026</a:t>
            </a:r>
            <a:r>
              <a:rPr lang="ko-KR" altLang="en-US" dirty="0">
                <a:solidFill>
                  <a:schemeClr val="tx1"/>
                </a:solidFill>
                <a:latin typeface="a고딕14" panose="02020600000000000000" pitchFamily="18" charset="-127"/>
                <a:ea typeface="a고딕14" panose="02020600000000000000" pitchFamily="18" charset="-127"/>
              </a:rPr>
              <a:t>년도 </a:t>
            </a:r>
            <a:r>
              <a:rPr lang="ko-KR" altLang="en-US" dirty="0" err="1">
                <a:solidFill>
                  <a:schemeClr val="tx1"/>
                </a:solidFill>
                <a:latin typeface="a고딕14" panose="02020600000000000000" pitchFamily="18" charset="-127"/>
                <a:ea typeface="a고딕14" panose="02020600000000000000" pitchFamily="18" charset="-127"/>
              </a:rPr>
              <a:t>세분류</a:t>
            </a:r>
            <a:r>
              <a:rPr lang="ko-KR" altLang="en-US" dirty="0">
                <a:solidFill>
                  <a:schemeClr val="tx1"/>
                </a:solidFill>
                <a:latin typeface="a고딕14" panose="02020600000000000000" pitchFamily="18" charset="-127"/>
                <a:ea typeface="a고딕14" panose="02020600000000000000" pitchFamily="18" charset="-127"/>
              </a:rPr>
              <a:t> 정량평가 결과</a:t>
            </a:r>
          </a:p>
        </p:txBody>
      </p:sp>
      <p:sp>
        <p:nvSpPr>
          <p:cNvPr id="49" name="직사각형 48">
            <a:extLst>
              <a:ext uri="{FF2B5EF4-FFF2-40B4-BE49-F238E27FC236}">
                <a16:creationId xmlns:a16="http://schemas.microsoft.com/office/drawing/2014/main" id="{8227740E-4AA7-5EEA-1E11-C9F9D3A0F0BE}"/>
              </a:ext>
            </a:extLst>
          </p:cNvPr>
          <p:cNvSpPr/>
          <p:nvPr/>
        </p:nvSpPr>
        <p:spPr>
          <a:xfrm>
            <a:off x="6624510" y="3498772"/>
            <a:ext cx="2720640" cy="458818"/>
          </a:xfrm>
          <a:prstGeom prst="rect">
            <a:avLst/>
          </a:prstGeom>
          <a:solidFill>
            <a:srgbClr val="DCF1F9"/>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en-US" altLang="ko-KR" dirty="0">
                <a:solidFill>
                  <a:schemeClr val="tx1"/>
                </a:solidFill>
                <a:latin typeface="a고딕14" panose="02020600000000000000" pitchFamily="18" charset="-127"/>
                <a:ea typeface="a고딕14" panose="02020600000000000000" pitchFamily="18" charset="-127"/>
              </a:rPr>
              <a:t>2026</a:t>
            </a:r>
            <a:r>
              <a:rPr lang="ko-KR" altLang="en-US" dirty="0">
                <a:solidFill>
                  <a:schemeClr val="tx1"/>
                </a:solidFill>
                <a:latin typeface="a고딕14" panose="02020600000000000000" pitchFamily="18" charset="-127"/>
                <a:ea typeface="a고딕14" panose="02020600000000000000" pitchFamily="18" charset="-127"/>
              </a:rPr>
              <a:t>년도 </a:t>
            </a:r>
            <a:r>
              <a:rPr lang="ko-KR" altLang="en-US" dirty="0" err="1">
                <a:solidFill>
                  <a:schemeClr val="tx1"/>
                </a:solidFill>
                <a:latin typeface="a고딕14" panose="02020600000000000000" pitchFamily="18" charset="-127"/>
                <a:ea typeface="a고딕14" panose="02020600000000000000" pitchFamily="18" charset="-127"/>
              </a:rPr>
              <a:t>세분류</a:t>
            </a:r>
            <a:r>
              <a:rPr lang="ko-KR" altLang="en-US" dirty="0">
                <a:solidFill>
                  <a:schemeClr val="tx1"/>
                </a:solidFill>
                <a:latin typeface="a고딕14" panose="02020600000000000000" pitchFamily="18" charset="-127"/>
                <a:ea typeface="a고딕14" panose="02020600000000000000" pitchFamily="18" charset="-127"/>
              </a:rPr>
              <a:t> 정성평가 결과</a:t>
            </a:r>
          </a:p>
        </p:txBody>
      </p:sp>
      <p:sp>
        <p:nvSpPr>
          <p:cNvPr id="50" name="직사각형 49">
            <a:extLst>
              <a:ext uri="{FF2B5EF4-FFF2-40B4-BE49-F238E27FC236}">
                <a16:creationId xmlns:a16="http://schemas.microsoft.com/office/drawing/2014/main" id="{45361257-E4D0-C900-3EE5-0E344A59DFE7}"/>
              </a:ext>
            </a:extLst>
          </p:cNvPr>
          <p:cNvSpPr/>
          <p:nvPr/>
        </p:nvSpPr>
        <p:spPr>
          <a:xfrm>
            <a:off x="6624510" y="4571622"/>
            <a:ext cx="2720640" cy="458818"/>
          </a:xfrm>
          <a:prstGeom prst="rect">
            <a:avLst/>
          </a:prstGeom>
          <a:solidFill>
            <a:srgbClr val="DCF1F9"/>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en-US" altLang="ko-KR" dirty="0">
                <a:solidFill>
                  <a:schemeClr val="tx1"/>
                </a:solidFill>
                <a:latin typeface="a고딕14" panose="02020600000000000000" pitchFamily="18" charset="-127"/>
                <a:ea typeface="a고딕14" panose="02020600000000000000" pitchFamily="18" charset="-127"/>
              </a:rPr>
              <a:t>2026</a:t>
            </a:r>
            <a:r>
              <a:rPr lang="ko-KR" altLang="en-US" dirty="0">
                <a:solidFill>
                  <a:schemeClr val="tx1"/>
                </a:solidFill>
                <a:latin typeface="a고딕14" panose="02020600000000000000" pitchFamily="18" charset="-127"/>
                <a:ea typeface="a고딕14" panose="02020600000000000000" pitchFamily="18" charset="-127"/>
              </a:rPr>
              <a:t>년도 수요조사</a:t>
            </a:r>
            <a:r>
              <a:rPr lang="en-US" altLang="ko-KR" dirty="0">
                <a:solidFill>
                  <a:schemeClr val="tx1"/>
                </a:solidFill>
                <a:latin typeface="a고딕14" panose="02020600000000000000" pitchFamily="18" charset="-127"/>
                <a:ea typeface="a고딕14" panose="02020600000000000000" pitchFamily="18" charset="-127"/>
              </a:rPr>
              <a:t>(</a:t>
            </a:r>
            <a:r>
              <a:rPr lang="ko-KR" altLang="en-US" dirty="0">
                <a:solidFill>
                  <a:schemeClr val="tx1"/>
                </a:solidFill>
                <a:latin typeface="a고딕14" panose="02020600000000000000" pitchFamily="18" charset="-127"/>
                <a:ea typeface="a고딕14" panose="02020600000000000000" pitchFamily="18" charset="-127"/>
              </a:rPr>
              <a:t>설문</a:t>
            </a:r>
            <a:r>
              <a:rPr lang="en-US" altLang="ko-KR" dirty="0">
                <a:solidFill>
                  <a:schemeClr val="tx1"/>
                </a:solidFill>
                <a:latin typeface="a고딕14" panose="02020600000000000000" pitchFamily="18" charset="-127"/>
                <a:ea typeface="a고딕14" panose="02020600000000000000" pitchFamily="18" charset="-127"/>
              </a:rPr>
              <a:t>)</a:t>
            </a:r>
            <a:r>
              <a:rPr lang="ko-KR" altLang="en-US" dirty="0">
                <a:solidFill>
                  <a:schemeClr val="tx1"/>
                </a:solidFill>
                <a:latin typeface="a고딕14" panose="02020600000000000000" pitchFamily="18" charset="-127"/>
                <a:ea typeface="a고딕14" panose="02020600000000000000" pitchFamily="18" charset="-127"/>
              </a:rPr>
              <a:t> 결과</a:t>
            </a:r>
          </a:p>
        </p:txBody>
      </p:sp>
      <p:sp>
        <p:nvSpPr>
          <p:cNvPr id="51" name="더하기 기호 50">
            <a:extLst>
              <a:ext uri="{FF2B5EF4-FFF2-40B4-BE49-F238E27FC236}">
                <a16:creationId xmlns:a16="http://schemas.microsoft.com/office/drawing/2014/main" id="{42BFAD85-0323-9661-CE7C-77F223D971B8}"/>
              </a:ext>
            </a:extLst>
          </p:cNvPr>
          <p:cNvSpPr/>
          <p:nvPr/>
        </p:nvSpPr>
        <p:spPr>
          <a:xfrm>
            <a:off x="7661357" y="2868283"/>
            <a:ext cx="646946" cy="646946"/>
          </a:xfrm>
          <a:prstGeom prst="mathPlus">
            <a:avLst/>
          </a:prstGeom>
          <a:solidFill>
            <a:srgbClr val="82B5DE"/>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sp>
        <p:nvSpPr>
          <p:cNvPr id="52" name="더하기 기호 51">
            <a:extLst>
              <a:ext uri="{FF2B5EF4-FFF2-40B4-BE49-F238E27FC236}">
                <a16:creationId xmlns:a16="http://schemas.microsoft.com/office/drawing/2014/main" id="{037F4161-D246-729D-E72B-63EDBF72B6C2}"/>
              </a:ext>
            </a:extLst>
          </p:cNvPr>
          <p:cNvSpPr/>
          <p:nvPr/>
        </p:nvSpPr>
        <p:spPr>
          <a:xfrm>
            <a:off x="7661357" y="3941133"/>
            <a:ext cx="646946" cy="646946"/>
          </a:xfrm>
          <a:prstGeom prst="mathPlus">
            <a:avLst/>
          </a:prstGeom>
          <a:solidFill>
            <a:srgbClr val="82B5DE"/>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sp>
        <p:nvSpPr>
          <p:cNvPr id="53" name="자유형 3">
            <a:extLst>
              <a:ext uri="{FF2B5EF4-FFF2-40B4-BE49-F238E27FC236}">
                <a16:creationId xmlns:a16="http://schemas.microsoft.com/office/drawing/2014/main" id="{D3E0A2A1-33CA-3234-906B-834BA01DB3EA}"/>
              </a:ext>
            </a:extLst>
          </p:cNvPr>
          <p:cNvSpPr>
            <a:spLocks/>
          </p:cNvSpPr>
          <p:nvPr>
            <p:custDataLst>
              <p:tags r:id="rId1"/>
            </p:custDataLst>
          </p:nvPr>
        </p:nvSpPr>
        <p:spPr bwMode="auto">
          <a:xfrm rot="5400000" flipV="1">
            <a:off x="7718521" y="3936432"/>
            <a:ext cx="532160" cy="2720177"/>
          </a:xfrm>
          <a:custGeom>
            <a:avLst/>
            <a:gdLst>
              <a:gd name="connsiteX0" fmla="*/ 833286 w 833286"/>
              <a:gd name="connsiteY0" fmla="*/ 2496942 h 5034729"/>
              <a:gd name="connsiteX1" fmla="*/ 621706 w 833286"/>
              <a:gd name="connsiteY1" fmla="*/ 3061826 h 5034729"/>
              <a:gd name="connsiteX2" fmla="*/ 618254 w 833286"/>
              <a:gd name="connsiteY2" fmla="*/ 3068504 h 5034729"/>
              <a:gd name="connsiteX3" fmla="*/ 618254 w 833286"/>
              <a:gd name="connsiteY3" fmla="*/ 2909120 h 5034729"/>
              <a:gd name="connsiteX4" fmla="*/ 586913 w 833286"/>
              <a:gd name="connsiteY4" fmla="*/ 2935933 h 5034729"/>
              <a:gd name="connsiteX5" fmla="*/ 556998 w 833286"/>
              <a:gd name="connsiteY5" fmla="*/ 2952318 h 5034729"/>
              <a:gd name="connsiteX6" fmla="*/ 527083 w 833286"/>
              <a:gd name="connsiteY6" fmla="*/ 2974661 h 5034729"/>
              <a:gd name="connsiteX7" fmla="*/ 497167 w 833286"/>
              <a:gd name="connsiteY7" fmla="*/ 3008921 h 5034729"/>
              <a:gd name="connsiteX8" fmla="*/ 468676 w 833286"/>
              <a:gd name="connsiteY8" fmla="*/ 3043181 h 5034729"/>
              <a:gd name="connsiteX9" fmla="*/ 440185 w 833286"/>
              <a:gd name="connsiteY9" fmla="*/ 3077441 h 5034729"/>
              <a:gd name="connsiteX10" fmla="*/ 411694 w 833286"/>
              <a:gd name="connsiteY10" fmla="*/ 3116170 h 5034729"/>
              <a:gd name="connsiteX11" fmla="*/ 384628 w 833286"/>
              <a:gd name="connsiteY11" fmla="*/ 3159367 h 5034729"/>
              <a:gd name="connsiteX12" fmla="*/ 358986 w 833286"/>
              <a:gd name="connsiteY12" fmla="*/ 3207033 h 5034729"/>
              <a:gd name="connsiteX13" fmla="*/ 333344 w 833286"/>
              <a:gd name="connsiteY13" fmla="*/ 3259168 h 5034729"/>
              <a:gd name="connsiteX14" fmla="*/ 307702 w 833286"/>
              <a:gd name="connsiteY14" fmla="*/ 3314282 h 5034729"/>
              <a:gd name="connsiteX15" fmla="*/ 283485 w 833286"/>
              <a:gd name="connsiteY15" fmla="*/ 3370886 h 5034729"/>
              <a:gd name="connsiteX16" fmla="*/ 257843 w 833286"/>
              <a:gd name="connsiteY16" fmla="*/ 3430468 h 5034729"/>
              <a:gd name="connsiteX17" fmla="*/ 235050 w 833286"/>
              <a:gd name="connsiteY17" fmla="*/ 3496009 h 5034729"/>
              <a:gd name="connsiteX18" fmla="*/ 215107 w 833286"/>
              <a:gd name="connsiteY18" fmla="*/ 3560060 h 5034729"/>
              <a:gd name="connsiteX19" fmla="*/ 192314 w 833286"/>
              <a:gd name="connsiteY19" fmla="*/ 3630070 h 5034729"/>
              <a:gd name="connsiteX20" fmla="*/ 173795 w 833286"/>
              <a:gd name="connsiteY20" fmla="*/ 3698590 h 5034729"/>
              <a:gd name="connsiteX21" fmla="*/ 155276 w 833286"/>
              <a:gd name="connsiteY21" fmla="*/ 3776047 h 5034729"/>
              <a:gd name="connsiteX22" fmla="*/ 136757 w 833286"/>
              <a:gd name="connsiteY22" fmla="*/ 3853504 h 5034729"/>
              <a:gd name="connsiteX23" fmla="*/ 121087 w 833286"/>
              <a:gd name="connsiteY23" fmla="*/ 3930962 h 5034729"/>
              <a:gd name="connsiteX24" fmla="*/ 102568 w 833286"/>
              <a:gd name="connsiteY24" fmla="*/ 4012888 h 5034729"/>
              <a:gd name="connsiteX25" fmla="*/ 86897 w 833286"/>
              <a:gd name="connsiteY25" fmla="*/ 4094814 h 5034729"/>
              <a:gd name="connsiteX26" fmla="*/ 74077 w 833286"/>
              <a:gd name="connsiteY26" fmla="*/ 4181209 h 5034729"/>
              <a:gd name="connsiteX27" fmla="*/ 59831 w 833286"/>
              <a:gd name="connsiteY27" fmla="*/ 4267603 h 5034729"/>
              <a:gd name="connsiteX28" fmla="*/ 48435 w 833286"/>
              <a:gd name="connsiteY28" fmla="*/ 4362936 h 5034729"/>
              <a:gd name="connsiteX29" fmla="*/ 38463 w 833286"/>
              <a:gd name="connsiteY29" fmla="*/ 4452309 h 5034729"/>
              <a:gd name="connsiteX30" fmla="*/ 28491 w 833286"/>
              <a:gd name="connsiteY30" fmla="*/ 4547642 h 5034729"/>
              <a:gd name="connsiteX31" fmla="*/ 21368 w 833286"/>
              <a:gd name="connsiteY31" fmla="*/ 4642974 h 5034729"/>
              <a:gd name="connsiteX32" fmla="*/ 12821 w 833286"/>
              <a:gd name="connsiteY32" fmla="*/ 4736816 h 5034729"/>
              <a:gd name="connsiteX33" fmla="*/ 7123 w 833286"/>
              <a:gd name="connsiteY33" fmla="*/ 4836617 h 5034729"/>
              <a:gd name="connsiteX34" fmla="*/ 2849 w 833286"/>
              <a:gd name="connsiteY34" fmla="*/ 4934928 h 5034729"/>
              <a:gd name="connsiteX35" fmla="*/ 0 w 833286"/>
              <a:gd name="connsiteY35" fmla="*/ 5034729 h 5034729"/>
              <a:gd name="connsiteX36" fmla="*/ 0 w 833286"/>
              <a:gd name="connsiteY36" fmla="*/ 0 h 5034729"/>
              <a:gd name="connsiteX37" fmla="*/ 2849 w 833286"/>
              <a:gd name="connsiteY37" fmla="*/ 99801 h 5034729"/>
              <a:gd name="connsiteX38" fmla="*/ 7123 w 833286"/>
              <a:gd name="connsiteY38" fmla="*/ 202581 h 5034729"/>
              <a:gd name="connsiteX39" fmla="*/ 12821 w 833286"/>
              <a:gd name="connsiteY39" fmla="*/ 297913 h 5034729"/>
              <a:gd name="connsiteX40" fmla="*/ 21368 w 833286"/>
              <a:gd name="connsiteY40" fmla="*/ 396225 h 5034729"/>
              <a:gd name="connsiteX41" fmla="*/ 28491 w 833286"/>
              <a:gd name="connsiteY41" fmla="*/ 491557 h 5034729"/>
              <a:gd name="connsiteX42" fmla="*/ 38463 w 833286"/>
              <a:gd name="connsiteY42" fmla="*/ 582420 h 5034729"/>
              <a:gd name="connsiteX43" fmla="*/ 48435 w 833286"/>
              <a:gd name="connsiteY43" fmla="*/ 676263 h 5034729"/>
              <a:gd name="connsiteX44" fmla="*/ 59831 w 833286"/>
              <a:gd name="connsiteY44" fmla="*/ 767126 h 5034729"/>
              <a:gd name="connsiteX45" fmla="*/ 74077 w 833286"/>
              <a:gd name="connsiteY45" fmla="*/ 853521 h 5034729"/>
              <a:gd name="connsiteX46" fmla="*/ 86897 w 833286"/>
              <a:gd name="connsiteY46" fmla="*/ 944384 h 5034729"/>
              <a:gd name="connsiteX47" fmla="*/ 102567 w 833286"/>
              <a:gd name="connsiteY47" fmla="*/ 1021842 h 5034729"/>
              <a:gd name="connsiteX48" fmla="*/ 121087 w 833286"/>
              <a:gd name="connsiteY48" fmla="*/ 1108236 h 5034729"/>
              <a:gd name="connsiteX49" fmla="*/ 136757 w 833286"/>
              <a:gd name="connsiteY49" fmla="*/ 1185694 h 5034729"/>
              <a:gd name="connsiteX50" fmla="*/ 155276 w 833286"/>
              <a:gd name="connsiteY50" fmla="*/ 1258682 h 5034729"/>
              <a:gd name="connsiteX51" fmla="*/ 173795 w 833286"/>
              <a:gd name="connsiteY51" fmla="*/ 1340609 h 5034729"/>
              <a:gd name="connsiteX52" fmla="*/ 192314 w 833286"/>
              <a:gd name="connsiteY52" fmla="*/ 1404660 h 5034729"/>
              <a:gd name="connsiteX53" fmla="*/ 215107 w 833286"/>
              <a:gd name="connsiteY53" fmla="*/ 1479138 h 5034729"/>
              <a:gd name="connsiteX54" fmla="*/ 235050 w 833286"/>
              <a:gd name="connsiteY54" fmla="*/ 1543189 h 5034729"/>
              <a:gd name="connsiteX55" fmla="*/ 257843 w 833286"/>
              <a:gd name="connsiteY55" fmla="*/ 1607241 h 5034729"/>
              <a:gd name="connsiteX56" fmla="*/ 283485 w 833286"/>
              <a:gd name="connsiteY56" fmla="*/ 1668313 h 5034729"/>
              <a:gd name="connsiteX57" fmla="*/ 307702 w 833286"/>
              <a:gd name="connsiteY57" fmla="*/ 1724916 h 5034729"/>
              <a:gd name="connsiteX58" fmla="*/ 333344 w 833286"/>
              <a:gd name="connsiteY58" fmla="*/ 1775561 h 5034729"/>
              <a:gd name="connsiteX59" fmla="*/ 358986 w 833286"/>
              <a:gd name="connsiteY59" fmla="*/ 1827696 h 5034729"/>
              <a:gd name="connsiteX60" fmla="*/ 384628 w 833286"/>
              <a:gd name="connsiteY60" fmla="*/ 1879831 h 5034729"/>
              <a:gd name="connsiteX61" fmla="*/ 411694 w 833286"/>
              <a:gd name="connsiteY61" fmla="*/ 1923028 h 5034729"/>
              <a:gd name="connsiteX62" fmla="*/ 440185 w 833286"/>
              <a:gd name="connsiteY62" fmla="*/ 1961757 h 5034729"/>
              <a:gd name="connsiteX63" fmla="*/ 468676 w 833286"/>
              <a:gd name="connsiteY63" fmla="*/ 1996017 h 5034729"/>
              <a:gd name="connsiteX64" fmla="*/ 497167 w 833286"/>
              <a:gd name="connsiteY64" fmla="*/ 2030277 h 5034729"/>
              <a:gd name="connsiteX65" fmla="*/ 527083 w 833286"/>
              <a:gd name="connsiteY65" fmla="*/ 2060068 h 5034729"/>
              <a:gd name="connsiteX66" fmla="*/ 556998 w 833286"/>
              <a:gd name="connsiteY66" fmla="*/ 2086880 h 5034729"/>
              <a:gd name="connsiteX67" fmla="*/ 586913 w 833286"/>
              <a:gd name="connsiteY67" fmla="*/ 2107734 h 5034729"/>
              <a:gd name="connsiteX68" fmla="*/ 618254 w 833286"/>
              <a:gd name="connsiteY68" fmla="*/ 2125609 h 5034729"/>
              <a:gd name="connsiteX69" fmla="*/ 618254 w 833286"/>
              <a:gd name="connsiteY69" fmla="*/ 1969205 h 5034729"/>
              <a:gd name="connsiteX70" fmla="*/ 635975 w 833286"/>
              <a:gd name="connsiteY70" fmla="*/ 2001318 h 5034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833286" h="5034729">
                <a:moveTo>
                  <a:pt x="833286" y="2496942"/>
                </a:moveTo>
                <a:lnTo>
                  <a:pt x="621706" y="3061826"/>
                </a:lnTo>
                <a:lnTo>
                  <a:pt x="618254" y="3068504"/>
                </a:lnTo>
                <a:lnTo>
                  <a:pt x="618254" y="2909120"/>
                </a:lnTo>
                <a:lnTo>
                  <a:pt x="586913" y="2935933"/>
                </a:lnTo>
                <a:lnTo>
                  <a:pt x="556998" y="2952318"/>
                </a:lnTo>
                <a:lnTo>
                  <a:pt x="527083" y="2974661"/>
                </a:lnTo>
                <a:lnTo>
                  <a:pt x="497167" y="3008921"/>
                </a:lnTo>
                <a:lnTo>
                  <a:pt x="468676" y="3043181"/>
                </a:lnTo>
                <a:lnTo>
                  <a:pt x="440185" y="3077441"/>
                </a:lnTo>
                <a:lnTo>
                  <a:pt x="411694" y="3116170"/>
                </a:lnTo>
                <a:lnTo>
                  <a:pt x="384628" y="3159367"/>
                </a:lnTo>
                <a:lnTo>
                  <a:pt x="358986" y="3207033"/>
                </a:lnTo>
                <a:lnTo>
                  <a:pt x="333344" y="3259168"/>
                </a:lnTo>
                <a:lnTo>
                  <a:pt x="307702" y="3314282"/>
                </a:lnTo>
                <a:lnTo>
                  <a:pt x="283485" y="3370886"/>
                </a:lnTo>
                <a:lnTo>
                  <a:pt x="257843" y="3430468"/>
                </a:lnTo>
                <a:lnTo>
                  <a:pt x="235050" y="3496009"/>
                </a:lnTo>
                <a:lnTo>
                  <a:pt x="215107" y="3560060"/>
                </a:lnTo>
                <a:lnTo>
                  <a:pt x="192314" y="3630070"/>
                </a:lnTo>
                <a:lnTo>
                  <a:pt x="173795" y="3698590"/>
                </a:lnTo>
                <a:lnTo>
                  <a:pt x="155276" y="3776047"/>
                </a:lnTo>
                <a:lnTo>
                  <a:pt x="136757" y="3853504"/>
                </a:lnTo>
                <a:lnTo>
                  <a:pt x="121087" y="3930962"/>
                </a:lnTo>
                <a:lnTo>
                  <a:pt x="102568" y="4012888"/>
                </a:lnTo>
                <a:lnTo>
                  <a:pt x="86897" y="4094814"/>
                </a:lnTo>
                <a:lnTo>
                  <a:pt x="74077" y="4181209"/>
                </a:lnTo>
                <a:lnTo>
                  <a:pt x="59831" y="4267603"/>
                </a:lnTo>
                <a:lnTo>
                  <a:pt x="48435" y="4362936"/>
                </a:lnTo>
                <a:lnTo>
                  <a:pt x="38463" y="4452309"/>
                </a:lnTo>
                <a:lnTo>
                  <a:pt x="28491" y="4547642"/>
                </a:lnTo>
                <a:lnTo>
                  <a:pt x="21368" y="4642974"/>
                </a:lnTo>
                <a:lnTo>
                  <a:pt x="12821" y="4736816"/>
                </a:lnTo>
                <a:lnTo>
                  <a:pt x="7123" y="4836617"/>
                </a:lnTo>
                <a:lnTo>
                  <a:pt x="2849" y="4934928"/>
                </a:lnTo>
                <a:lnTo>
                  <a:pt x="0" y="5034729"/>
                </a:lnTo>
                <a:lnTo>
                  <a:pt x="0" y="0"/>
                </a:lnTo>
                <a:lnTo>
                  <a:pt x="2849" y="99801"/>
                </a:lnTo>
                <a:lnTo>
                  <a:pt x="7123" y="202581"/>
                </a:lnTo>
                <a:lnTo>
                  <a:pt x="12821" y="297913"/>
                </a:lnTo>
                <a:lnTo>
                  <a:pt x="21368" y="396225"/>
                </a:lnTo>
                <a:lnTo>
                  <a:pt x="28491" y="491557"/>
                </a:lnTo>
                <a:lnTo>
                  <a:pt x="38463" y="582420"/>
                </a:lnTo>
                <a:lnTo>
                  <a:pt x="48435" y="676263"/>
                </a:lnTo>
                <a:lnTo>
                  <a:pt x="59831" y="767126"/>
                </a:lnTo>
                <a:lnTo>
                  <a:pt x="74077" y="853521"/>
                </a:lnTo>
                <a:lnTo>
                  <a:pt x="86897" y="944384"/>
                </a:lnTo>
                <a:lnTo>
                  <a:pt x="102567" y="1021842"/>
                </a:lnTo>
                <a:lnTo>
                  <a:pt x="121087" y="1108236"/>
                </a:lnTo>
                <a:lnTo>
                  <a:pt x="136757" y="1185694"/>
                </a:lnTo>
                <a:lnTo>
                  <a:pt x="155276" y="1258682"/>
                </a:lnTo>
                <a:lnTo>
                  <a:pt x="173795" y="1340609"/>
                </a:lnTo>
                <a:lnTo>
                  <a:pt x="192314" y="1404660"/>
                </a:lnTo>
                <a:lnTo>
                  <a:pt x="215107" y="1479138"/>
                </a:lnTo>
                <a:lnTo>
                  <a:pt x="235050" y="1543189"/>
                </a:lnTo>
                <a:lnTo>
                  <a:pt x="257843" y="1607241"/>
                </a:lnTo>
                <a:lnTo>
                  <a:pt x="283485" y="1668313"/>
                </a:lnTo>
                <a:lnTo>
                  <a:pt x="307702" y="1724916"/>
                </a:lnTo>
                <a:lnTo>
                  <a:pt x="333344" y="1775561"/>
                </a:lnTo>
                <a:lnTo>
                  <a:pt x="358986" y="1827696"/>
                </a:lnTo>
                <a:lnTo>
                  <a:pt x="384628" y="1879831"/>
                </a:lnTo>
                <a:lnTo>
                  <a:pt x="411694" y="1923028"/>
                </a:lnTo>
                <a:lnTo>
                  <a:pt x="440185" y="1961757"/>
                </a:lnTo>
                <a:lnTo>
                  <a:pt x="468676" y="1996017"/>
                </a:lnTo>
                <a:lnTo>
                  <a:pt x="497167" y="2030277"/>
                </a:lnTo>
                <a:lnTo>
                  <a:pt x="527083" y="2060068"/>
                </a:lnTo>
                <a:lnTo>
                  <a:pt x="556998" y="2086880"/>
                </a:lnTo>
                <a:lnTo>
                  <a:pt x="586913" y="2107734"/>
                </a:lnTo>
                <a:lnTo>
                  <a:pt x="618254" y="2125609"/>
                </a:lnTo>
                <a:lnTo>
                  <a:pt x="618254" y="1969205"/>
                </a:lnTo>
                <a:lnTo>
                  <a:pt x="635975" y="2001318"/>
                </a:lnTo>
                <a:close/>
              </a:path>
            </a:pathLst>
          </a:custGeom>
          <a:gradFill flip="none" rotWithShape="1">
            <a:gsLst>
              <a:gs pos="0">
                <a:schemeClr val="bg1"/>
              </a:gs>
              <a:gs pos="100000">
                <a:schemeClr val="bg1">
                  <a:lumMod val="50000"/>
                </a:schemeClr>
              </a:gs>
            </a:gsLst>
            <a:lin ang="0" scaled="1"/>
            <a:tileRect/>
          </a:gradFill>
          <a:ln w="4826" cap="flat" cmpd="sng">
            <a:noFill/>
            <a:prstDash val="solid"/>
            <a:round/>
            <a:headEnd type="none" w="med" len="med"/>
            <a:tailEnd type="none" w="med" len="med"/>
          </a:ln>
          <a:effectLst/>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ysClr val="windowText" lastClr="000000"/>
              </a:solidFill>
              <a:effectLst/>
              <a:uLnTx/>
              <a:uFillTx/>
              <a:latin typeface="a고딕14" panose="02020600000000000000" pitchFamily="18" charset="-127"/>
              <a:ea typeface="a고딕14" panose="02020600000000000000" pitchFamily="18" charset="-127"/>
            </a:endParaRPr>
          </a:p>
        </p:txBody>
      </p:sp>
      <p:sp>
        <p:nvSpPr>
          <p:cNvPr id="54" name="직사각형 53">
            <a:extLst>
              <a:ext uri="{FF2B5EF4-FFF2-40B4-BE49-F238E27FC236}">
                <a16:creationId xmlns:a16="http://schemas.microsoft.com/office/drawing/2014/main" id="{7ECEED57-D140-54DC-B28F-2DD3CBEF4FF2}"/>
              </a:ext>
            </a:extLst>
          </p:cNvPr>
          <p:cNvSpPr/>
          <p:nvPr/>
        </p:nvSpPr>
        <p:spPr>
          <a:xfrm>
            <a:off x="6624512" y="5586116"/>
            <a:ext cx="2721101" cy="916871"/>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72000" tIns="18000" rIns="72000" bIns="18000" rtlCol="0" anchor="ctr"/>
          <a:lstStyle/>
          <a:p>
            <a:pPr marL="85725" indent="-85725" algn="l" latinLnBrk="0">
              <a:spcBef>
                <a:spcPts val="0"/>
              </a:spcBef>
              <a:spcAft>
                <a:spcPts val="300"/>
              </a:spcAft>
              <a:buFont typeface="Arial" panose="020B0604020202020204" pitchFamily="34" charset="0"/>
              <a:buChar char="•"/>
            </a:pPr>
            <a:r>
              <a:rPr lang="en-US" altLang="ko-KR" sz="1100" dirty="0">
                <a:solidFill>
                  <a:schemeClr val="tx1"/>
                </a:solidFill>
                <a:latin typeface="Arial Narrow" panose="020B0606020202030204" pitchFamily="34" charset="0"/>
                <a:ea typeface="a고딕14" panose="02020600000000000000" pitchFamily="18" charset="-127"/>
              </a:rPr>
              <a:t>(</a:t>
            </a:r>
            <a:r>
              <a:rPr lang="ko-KR" altLang="en-US" sz="1100" dirty="0">
                <a:solidFill>
                  <a:schemeClr val="tx1"/>
                </a:solidFill>
                <a:latin typeface="Arial Narrow" panose="020B0606020202030204" pitchFamily="34" charset="0"/>
                <a:ea typeface="a고딕14" panose="02020600000000000000" pitchFamily="18" charset="-127"/>
              </a:rPr>
              <a:t>정량</a:t>
            </a:r>
            <a:r>
              <a:rPr lang="en-US" altLang="ko-KR" sz="1100" dirty="0">
                <a:solidFill>
                  <a:schemeClr val="tx1"/>
                </a:solidFill>
                <a:latin typeface="Arial Narrow" panose="020B0606020202030204" pitchFamily="34" charset="0"/>
                <a:ea typeface="a고딕14" panose="02020600000000000000" pitchFamily="18" charset="-127"/>
              </a:rPr>
              <a:t>70%:</a:t>
            </a:r>
            <a:r>
              <a:rPr lang="ko-KR" altLang="en-US" sz="1100" dirty="0">
                <a:solidFill>
                  <a:schemeClr val="tx1"/>
                </a:solidFill>
                <a:latin typeface="Arial Narrow" panose="020B0606020202030204" pitchFamily="34" charset="0"/>
                <a:ea typeface="a고딕14" panose="02020600000000000000" pitchFamily="18" charset="-127"/>
              </a:rPr>
              <a:t>정성</a:t>
            </a:r>
            <a:r>
              <a:rPr lang="en-US" altLang="ko-KR" sz="1100" dirty="0">
                <a:solidFill>
                  <a:schemeClr val="tx1"/>
                </a:solidFill>
                <a:latin typeface="Arial Narrow" panose="020B0606020202030204" pitchFamily="34" charset="0"/>
                <a:ea typeface="a고딕14" panose="02020600000000000000" pitchFamily="18" charset="-127"/>
              </a:rPr>
              <a:t>30%) + </a:t>
            </a:r>
            <a:r>
              <a:rPr lang="ko-KR" altLang="en-US" sz="1100" dirty="0">
                <a:solidFill>
                  <a:schemeClr val="tx1"/>
                </a:solidFill>
                <a:latin typeface="Arial Narrow" panose="020B0606020202030204" pitchFamily="34" charset="0"/>
                <a:ea typeface="a고딕14" panose="02020600000000000000" pitchFamily="18" charset="-127"/>
              </a:rPr>
              <a:t>수요조사 </a:t>
            </a:r>
            <a:r>
              <a:rPr lang="en-US" altLang="ko-KR" sz="1100" dirty="0">
                <a:solidFill>
                  <a:schemeClr val="tx1"/>
                </a:solidFill>
                <a:latin typeface="Arial Narrow" panose="020B0606020202030204" pitchFamily="34" charset="0"/>
                <a:ea typeface="a고딕14" panose="02020600000000000000" pitchFamily="18" charset="-127"/>
              </a:rPr>
              <a:t>= 200</a:t>
            </a:r>
            <a:r>
              <a:rPr lang="ko-KR" altLang="en-US" sz="1100" dirty="0">
                <a:solidFill>
                  <a:schemeClr val="tx1"/>
                </a:solidFill>
                <a:latin typeface="Arial Narrow" panose="020B0606020202030204" pitchFamily="34" charset="0"/>
                <a:ea typeface="a고딕14" panose="02020600000000000000" pitchFamily="18" charset="-127"/>
              </a:rPr>
              <a:t>점 만점으로 항목별 가중치를 부여하여 계산하겠음</a:t>
            </a:r>
            <a:endParaRPr lang="en-US" altLang="ko-KR" sz="1100" dirty="0">
              <a:solidFill>
                <a:schemeClr val="tx1"/>
              </a:solidFill>
              <a:latin typeface="Arial Narrow" panose="020B0606020202030204" pitchFamily="34" charset="0"/>
              <a:ea typeface="a고딕14" panose="02020600000000000000" pitchFamily="18" charset="-127"/>
            </a:endParaRPr>
          </a:p>
          <a:p>
            <a:pPr marL="85725" indent="-85725" algn="l" latinLnBrk="0">
              <a:spcBef>
                <a:spcPts val="0"/>
              </a:spcBef>
              <a:spcAft>
                <a:spcPts val="300"/>
              </a:spcAft>
              <a:buFont typeface="Arial" panose="020B0604020202020204" pitchFamily="34" charset="0"/>
              <a:buChar char="•"/>
            </a:pPr>
            <a:r>
              <a:rPr lang="en-US" altLang="ko-KR" sz="1100" dirty="0">
                <a:solidFill>
                  <a:schemeClr val="tx1"/>
                </a:solidFill>
                <a:latin typeface="Arial Narrow" panose="020B0606020202030204" pitchFamily="34" charset="0"/>
                <a:ea typeface="a고딕14" panose="02020600000000000000" pitchFamily="18" charset="-127"/>
              </a:rPr>
              <a:t> </a:t>
            </a:r>
            <a:r>
              <a:rPr lang="ko-KR" altLang="en-US" sz="1100" dirty="0">
                <a:solidFill>
                  <a:schemeClr val="tx1"/>
                </a:solidFill>
                <a:latin typeface="Arial Narrow" panose="020B0606020202030204" pitchFamily="34" charset="0"/>
                <a:ea typeface="a고딕14" panose="02020600000000000000" pitchFamily="18" charset="-127"/>
              </a:rPr>
              <a:t>점수 통합 후 전문가 검토를 실시하여  교육과정 중복 여부 및 타당도를 검증하겠음</a:t>
            </a:r>
            <a:endParaRPr lang="en-US" altLang="ko-KR" sz="1100" dirty="0">
              <a:solidFill>
                <a:schemeClr val="tx1"/>
              </a:solidFill>
              <a:latin typeface="Arial Narrow" panose="020B0606020202030204" pitchFamily="34" charset="0"/>
              <a:ea typeface="a고딕14" panose="02020600000000000000" pitchFamily="18" charset="-127"/>
            </a:endParaRPr>
          </a:p>
        </p:txBody>
      </p:sp>
      <p:sp>
        <p:nvSpPr>
          <p:cNvPr id="55" name="사각형: 둥근 모서리 54">
            <a:extLst>
              <a:ext uri="{FF2B5EF4-FFF2-40B4-BE49-F238E27FC236}">
                <a16:creationId xmlns:a16="http://schemas.microsoft.com/office/drawing/2014/main" id="{1453548B-A135-9069-4FAF-2FB66C533F0D}"/>
              </a:ext>
            </a:extLst>
          </p:cNvPr>
          <p:cNvSpPr/>
          <p:nvPr/>
        </p:nvSpPr>
        <p:spPr>
          <a:xfrm>
            <a:off x="6534426" y="2357164"/>
            <a:ext cx="468052" cy="220478"/>
          </a:xfrm>
          <a:prstGeom prst="round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rial Narrow" panose="020B0606020202030204" pitchFamily="34" charset="0"/>
                <a:ea typeface="a고딕14" panose="02020600000000000000" pitchFamily="18" charset="-127"/>
              </a:rPr>
              <a:t>①</a:t>
            </a:r>
            <a:endParaRPr lang="en-US" altLang="ko-KR" dirty="0">
              <a:solidFill>
                <a:schemeClr val="bg1"/>
              </a:solidFill>
              <a:latin typeface="Arial Narrow" panose="020B0606020202030204" pitchFamily="34" charset="0"/>
              <a:ea typeface="a고딕14" panose="02020600000000000000" pitchFamily="18" charset="-127"/>
            </a:endParaRPr>
          </a:p>
        </p:txBody>
      </p:sp>
      <p:sp>
        <p:nvSpPr>
          <p:cNvPr id="56" name="사각형: 둥근 모서리 55">
            <a:extLst>
              <a:ext uri="{FF2B5EF4-FFF2-40B4-BE49-F238E27FC236}">
                <a16:creationId xmlns:a16="http://schemas.microsoft.com/office/drawing/2014/main" id="{FF83D8D3-91F2-66A4-56F5-E91318BC36BA}"/>
              </a:ext>
            </a:extLst>
          </p:cNvPr>
          <p:cNvSpPr/>
          <p:nvPr/>
        </p:nvSpPr>
        <p:spPr>
          <a:xfrm>
            <a:off x="6534426" y="3443789"/>
            <a:ext cx="468052" cy="220478"/>
          </a:xfrm>
          <a:prstGeom prst="round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rial Narrow" panose="020B0606020202030204" pitchFamily="34" charset="0"/>
                <a:ea typeface="a고딕14" panose="02020600000000000000" pitchFamily="18" charset="-127"/>
              </a:rPr>
              <a:t>②</a:t>
            </a:r>
            <a:endParaRPr lang="en-US" altLang="ko-KR" dirty="0">
              <a:solidFill>
                <a:schemeClr val="bg1"/>
              </a:solidFill>
              <a:latin typeface="Arial Narrow" panose="020B0606020202030204" pitchFamily="34" charset="0"/>
              <a:ea typeface="a고딕14" panose="02020600000000000000" pitchFamily="18" charset="-127"/>
            </a:endParaRPr>
          </a:p>
        </p:txBody>
      </p:sp>
      <p:sp>
        <p:nvSpPr>
          <p:cNvPr id="57" name="사각형: 둥근 모서리 56">
            <a:extLst>
              <a:ext uri="{FF2B5EF4-FFF2-40B4-BE49-F238E27FC236}">
                <a16:creationId xmlns:a16="http://schemas.microsoft.com/office/drawing/2014/main" id="{DDCCD955-3D87-09F3-5BA1-E9ED4D551BB9}"/>
              </a:ext>
            </a:extLst>
          </p:cNvPr>
          <p:cNvSpPr/>
          <p:nvPr/>
        </p:nvSpPr>
        <p:spPr>
          <a:xfrm>
            <a:off x="6534426" y="4502946"/>
            <a:ext cx="468052" cy="220478"/>
          </a:xfrm>
          <a:prstGeom prst="round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rial Narrow" panose="020B0606020202030204" pitchFamily="34" charset="0"/>
                <a:ea typeface="a고딕14" panose="02020600000000000000" pitchFamily="18" charset="-127"/>
              </a:rPr>
              <a:t>③</a:t>
            </a:r>
            <a:endParaRPr lang="en-US" altLang="ko-KR" dirty="0">
              <a:solidFill>
                <a:schemeClr val="bg1"/>
              </a:solidFill>
              <a:latin typeface="Arial Narrow" panose="020B0606020202030204" pitchFamily="34" charset="0"/>
              <a:ea typeface="a고딕14" panose="02020600000000000000" pitchFamily="18" charset="-127"/>
            </a:endParaRPr>
          </a:p>
        </p:txBody>
      </p:sp>
      <p:pic>
        <p:nvPicPr>
          <p:cNvPr id="58" name="Picture 3">
            <a:extLst>
              <a:ext uri="{FF2B5EF4-FFF2-40B4-BE49-F238E27FC236}">
                <a16:creationId xmlns:a16="http://schemas.microsoft.com/office/drawing/2014/main" id="{B1BC706E-9BD6-56BE-0436-FA9130B641C2}"/>
              </a:ext>
            </a:extLst>
          </p:cNvPr>
          <p:cNvPicPr>
            <a:picLocks noChangeAspect="1" noChangeArrowheads="1"/>
          </p:cNvPicPr>
          <p:nvPr/>
        </p:nvPicPr>
        <p:blipFill>
          <a:blip r:embed="rId9" cstate="print">
            <a:grayscl/>
            <a:extLst>
              <a:ext uri="{28A0092B-C50C-407E-A947-70E740481C1C}">
                <a14:useLocalDpi xmlns:a14="http://schemas.microsoft.com/office/drawing/2010/main" val="0"/>
              </a:ext>
            </a:extLst>
          </a:blip>
          <a:srcRect/>
          <a:stretch>
            <a:fillRect/>
          </a:stretch>
        </p:blipFill>
        <p:spPr bwMode="auto">
          <a:xfrm rot="9412876" flipH="1" flipV="1">
            <a:off x="2218177" y="5516046"/>
            <a:ext cx="410061" cy="2792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40488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98E6A-519F-A64C-8E84-E114179E5A06}"/>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C183DB96-B816-4F0D-8857-5215F23BCB17}"/>
              </a:ext>
            </a:extLst>
          </p:cNvPr>
          <p:cNvSpPr>
            <a:spLocks noGrp="1"/>
          </p:cNvSpPr>
          <p:nvPr>
            <p:ph type="body" sz="quarter" idx="12"/>
          </p:nvPr>
        </p:nvSpPr>
        <p:spPr/>
        <p:txBody>
          <a:bodyPr vert="horz" wrap="square" lIns="0" tIns="45720" rIns="0" bIns="0" rtlCol="0">
            <a:noAutofit/>
          </a:bodyPr>
          <a:lstStyle/>
          <a:p>
            <a:pPr algn="l" latinLnBrk="0"/>
            <a:r>
              <a:rPr lang="ko-KR" altLang="ko-KR" err="1"/>
              <a:t>세분류</a:t>
            </a:r>
            <a:r>
              <a:rPr lang="ko-KR" altLang="ko-KR"/>
              <a:t> </a:t>
            </a:r>
            <a:r>
              <a:rPr lang="ko-KR" altLang="ko-KR" err="1"/>
              <a:t>정량·정성·설문조사</a:t>
            </a:r>
            <a:r>
              <a:rPr lang="ko-KR" altLang="ko-KR"/>
              <a:t> 결과의 가중치 </a:t>
            </a:r>
            <a:r>
              <a:rPr lang="ko-KR" altLang="en-US"/>
              <a:t>부여를 </a:t>
            </a:r>
            <a:r>
              <a:rPr lang="ko-KR" altLang="ko-KR"/>
              <a:t>통해 NCS </a:t>
            </a:r>
            <a:r>
              <a:rPr lang="ko-KR" altLang="ko-KR" err="1"/>
              <a:t>세분류</a:t>
            </a:r>
            <a:r>
              <a:rPr lang="ko-KR" altLang="ko-KR"/>
              <a:t> 우선순위(</a:t>
            </a:r>
            <a:r>
              <a:rPr lang="ko-KR" altLang="ko-KR" err="1"/>
              <a:t>N</a:t>
            </a:r>
            <a:r>
              <a:rPr lang="ko-KR" altLang="ko-KR"/>
              <a:t>₁)</a:t>
            </a:r>
            <a:r>
              <a:rPr lang="ko-KR" altLang="ko-KR" err="1"/>
              <a:t>를</a:t>
            </a:r>
            <a:r>
              <a:rPr lang="ko-KR" altLang="ko-KR"/>
              <a:t> 도출하고, 발주처 협의를 거쳐 </a:t>
            </a:r>
            <a:r>
              <a:rPr lang="en-US" altLang="ko-KR"/>
              <a:t>NCS </a:t>
            </a:r>
            <a:r>
              <a:rPr lang="ko-KR" altLang="en-US" err="1"/>
              <a:t>세분류</a:t>
            </a:r>
            <a:r>
              <a:rPr lang="ko-KR" altLang="en-US"/>
              <a:t> 우선순위를 </a:t>
            </a:r>
            <a:r>
              <a:rPr lang="ko-KR" altLang="ko-KR"/>
              <a:t>확정하고자 함</a:t>
            </a:r>
            <a:endParaRPr lang="ko-KR" altLang="ko-KR" dirty="0"/>
          </a:p>
        </p:txBody>
      </p:sp>
      <p:sp>
        <p:nvSpPr>
          <p:cNvPr id="5" name="텍스트 개체 틀 4">
            <a:extLst>
              <a:ext uri="{FF2B5EF4-FFF2-40B4-BE49-F238E27FC236}">
                <a16:creationId xmlns:a16="http://schemas.microsoft.com/office/drawing/2014/main" id="{D40AE647-1D71-A42F-6D1F-1D40BBE513F7}"/>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0BF3A30C-3A92-C7F0-212C-55B3F3D6B694}"/>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en-US" altLang="ko-KR" sz="1200" dirty="0">
                <a:solidFill>
                  <a:schemeClr val="bg1"/>
                </a:solidFill>
              </a:rPr>
              <a:t>Step4. NCS </a:t>
            </a:r>
            <a:r>
              <a:rPr lang="ko-KR" altLang="en-US" sz="1200" dirty="0" err="1">
                <a:solidFill>
                  <a:schemeClr val="bg1"/>
                </a:solidFill>
              </a:rPr>
              <a:t>세분류</a:t>
            </a:r>
            <a:r>
              <a:rPr lang="ko-KR" altLang="en-US" sz="1200" dirty="0">
                <a:solidFill>
                  <a:schemeClr val="bg1"/>
                </a:solidFill>
              </a:rPr>
              <a:t> 우선순위 검토 및 확정</a:t>
            </a:r>
          </a:p>
        </p:txBody>
      </p:sp>
      <p:sp>
        <p:nvSpPr>
          <p:cNvPr id="12" name="직사각형 11">
            <a:extLst>
              <a:ext uri="{FF2B5EF4-FFF2-40B4-BE49-F238E27FC236}">
                <a16:creationId xmlns:a16="http://schemas.microsoft.com/office/drawing/2014/main" id="{5B06D0DD-F2A3-3B14-6D54-9256EB5552A5}"/>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2. </a:t>
            </a:r>
            <a:r>
              <a:rPr lang="en-US" altLang="ko-KR" sz="1100" dirty="0">
                <a:solidFill>
                  <a:srgbClr val="003F56"/>
                </a:solidFill>
                <a:latin typeface="a고딕14"/>
                <a:ea typeface="a고딕14"/>
              </a:rPr>
              <a:t>NCS </a:t>
            </a:r>
            <a:r>
              <a:rPr lang="ko-KR" altLang="en-US" sz="1100" dirty="0" err="1">
                <a:solidFill>
                  <a:srgbClr val="003F56"/>
                </a:solidFill>
                <a:latin typeface="a고딕14"/>
                <a:ea typeface="a고딕14"/>
              </a:rPr>
              <a:t>세분류</a:t>
            </a:r>
            <a:r>
              <a:rPr lang="ko-KR" altLang="en-US" sz="1100" dirty="0">
                <a:solidFill>
                  <a:srgbClr val="003F56"/>
                </a:solidFill>
                <a:latin typeface="a고딕14"/>
                <a:ea typeface="a고딕14"/>
              </a:rPr>
              <a:t> 우선순위 도출</a:t>
            </a:r>
          </a:p>
        </p:txBody>
      </p:sp>
      <p:grpSp>
        <p:nvGrpSpPr>
          <p:cNvPr id="4" name="그룹 3">
            <a:extLst>
              <a:ext uri="{FF2B5EF4-FFF2-40B4-BE49-F238E27FC236}">
                <a16:creationId xmlns:a16="http://schemas.microsoft.com/office/drawing/2014/main" id="{3DA7CED3-BA68-2A6C-9945-7CC41FBFB1C9}"/>
              </a:ext>
            </a:extLst>
          </p:cNvPr>
          <p:cNvGrpSpPr/>
          <p:nvPr/>
        </p:nvGrpSpPr>
        <p:grpSpPr>
          <a:xfrm>
            <a:off x="596515" y="1681027"/>
            <a:ext cx="8749098" cy="266602"/>
            <a:chOff x="802640" y="2236632"/>
            <a:chExt cx="4130805" cy="266552"/>
          </a:xfrm>
        </p:grpSpPr>
        <p:sp>
          <p:nvSpPr>
            <p:cNvPr id="6" name="ListLeanHorizontalTextTopic0">
              <a:extLst>
                <a:ext uri="{FF2B5EF4-FFF2-40B4-BE49-F238E27FC236}">
                  <a16:creationId xmlns:a16="http://schemas.microsoft.com/office/drawing/2014/main" id="{374D3E0F-2E38-BFD8-4ADB-E3FD861C38CB}"/>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수요조사 대상 능력단위 최종 도출 </a:t>
              </a:r>
              <a:r>
                <a:rPr lang="ko-KR" altLang="en-US" sz="1400" kern="0">
                  <a:solidFill>
                    <a:srgbClr val="000000"/>
                  </a:solidFill>
                  <a:latin typeface="a고딕14" panose="02020600000000000000" pitchFamily="18" charset="-127"/>
                  <a:ea typeface="a고딕14" panose="02020600000000000000" pitchFamily="18" charset="-127"/>
                  <a:cs typeface="Arial Narrow" pitchFamily="34" charset="0"/>
                </a:rPr>
                <a:t>결과 예시</a:t>
              </a:r>
              <a:endParaRPr kumimoji="0" lang="de-DE" altLang="ko-KR"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7" name="Horizontal Line">
              <a:extLst>
                <a:ext uri="{FF2B5EF4-FFF2-40B4-BE49-F238E27FC236}">
                  <a16:creationId xmlns:a16="http://schemas.microsoft.com/office/drawing/2014/main" id="{B67CA74A-3989-F75D-01A1-692474AA9F84}"/>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graphicFrame>
        <p:nvGraphicFramePr>
          <p:cNvPr id="8" name="표 7">
            <a:extLst>
              <a:ext uri="{FF2B5EF4-FFF2-40B4-BE49-F238E27FC236}">
                <a16:creationId xmlns:a16="http://schemas.microsoft.com/office/drawing/2014/main" id="{5D970BE7-DDDB-859C-74D5-2FE1C2844812}"/>
              </a:ext>
            </a:extLst>
          </p:cNvPr>
          <p:cNvGraphicFramePr>
            <a:graphicFrameLocks noGrp="1"/>
          </p:cNvGraphicFramePr>
          <p:nvPr/>
        </p:nvGraphicFramePr>
        <p:xfrm>
          <a:off x="596514" y="2107783"/>
          <a:ext cx="8749096" cy="3337440"/>
        </p:xfrm>
        <a:graphic>
          <a:graphicData uri="http://schemas.openxmlformats.org/drawingml/2006/table">
            <a:tbl>
              <a:tblPr/>
              <a:tblGrid>
                <a:gridCol w="727992">
                  <a:extLst>
                    <a:ext uri="{9D8B030D-6E8A-4147-A177-3AD203B41FA5}">
                      <a16:colId xmlns:a16="http://schemas.microsoft.com/office/drawing/2014/main" val="842276980"/>
                    </a:ext>
                  </a:extLst>
                </a:gridCol>
                <a:gridCol w="727992">
                  <a:extLst>
                    <a:ext uri="{9D8B030D-6E8A-4147-A177-3AD203B41FA5}">
                      <a16:colId xmlns:a16="http://schemas.microsoft.com/office/drawing/2014/main" val="3979347348"/>
                    </a:ext>
                  </a:extLst>
                </a:gridCol>
                <a:gridCol w="1022086">
                  <a:extLst>
                    <a:ext uri="{9D8B030D-6E8A-4147-A177-3AD203B41FA5}">
                      <a16:colId xmlns:a16="http://schemas.microsoft.com/office/drawing/2014/main" val="2488187982"/>
                    </a:ext>
                  </a:extLst>
                </a:gridCol>
                <a:gridCol w="1508840">
                  <a:extLst>
                    <a:ext uri="{9D8B030D-6E8A-4147-A177-3AD203B41FA5}">
                      <a16:colId xmlns:a16="http://schemas.microsoft.com/office/drawing/2014/main" val="264908511"/>
                    </a:ext>
                  </a:extLst>
                </a:gridCol>
                <a:gridCol w="863338">
                  <a:extLst>
                    <a:ext uri="{9D8B030D-6E8A-4147-A177-3AD203B41FA5}">
                      <a16:colId xmlns:a16="http://schemas.microsoft.com/office/drawing/2014/main" val="375778904"/>
                    </a:ext>
                  </a:extLst>
                </a:gridCol>
                <a:gridCol w="863338">
                  <a:extLst>
                    <a:ext uri="{9D8B030D-6E8A-4147-A177-3AD203B41FA5}">
                      <a16:colId xmlns:a16="http://schemas.microsoft.com/office/drawing/2014/main" val="2159480267"/>
                    </a:ext>
                  </a:extLst>
                </a:gridCol>
                <a:gridCol w="918953">
                  <a:extLst>
                    <a:ext uri="{9D8B030D-6E8A-4147-A177-3AD203B41FA5}">
                      <a16:colId xmlns:a16="http://schemas.microsoft.com/office/drawing/2014/main" val="1808832596"/>
                    </a:ext>
                  </a:extLst>
                </a:gridCol>
                <a:gridCol w="1030471">
                  <a:extLst>
                    <a:ext uri="{9D8B030D-6E8A-4147-A177-3AD203B41FA5}">
                      <a16:colId xmlns:a16="http://schemas.microsoft.com/office/drawing/2014/main" val="2760624910"/>
                    </a:ext>
                  </a:extLst>
                </a:gridCol>
                <a:gridCol w="1086086">
                  <a:extLst>
                    <a:ext uri="{9D8B030D-6E8A-4147-A177-3AD203B41FA5}">
                      <a16:colId xmlns:a16="http://schemas.microsoft.com/office/drawing/2014/main" val="916745694"/>
                    </a:ext>
                  </a:extLst>
                </a:gridCol>
              </a:tblGrid>
              <a:tr h="209340">
                <a:tc gridSpan="7">
                  <a:txBody>
                    <a:bodyPr/>
                    <a:lstStyle/>
                    <a:p>
                      <a:pPr algn="ctr" fontAlgn="ctr"/>
                      <a:r>
                        <a:rPr lang="en-US" sz="1000" b="1" i="0" u="none" strike="noStrike">
                          <a:solidFill>
                            <a:srgbClr val="FFFFFF"/>
                          </a:solidFill>
                          <a:effectLst/>
                          <a:latin typeface="+mj-ea"/>
                          <a:ea typeface="+mj-ea"/>
                        </a:rPr>
                        <a:t>NCS </a:t>
                      </a:r>
                      <a:r>
                        <a:rPr lang="ko-KR" altLang="en-US" sz="1000" b="1" i="0" u="none" strike="noStrike">
                          <a:solidFill>
                            <a:srgbClr val="FFFFFF"/>
                          </a:solidFill>
                          <a:effectLst/>
                          <a:latin typeface="+mj-ea"/>
                          <a:ea typeface="+mj-ea"/>
                        </a:rPr>
                        <a:t>세분류 수요평가 결과</a:t>
                      </a:r>
                      <a:endParaRPr lang="en-US" sz="1000" b="1" i="0" u="none" strike="noStrike">
                        <a:solidFill>
                          <a:srgbClr val="FFFFFF"/>
                        </a:solidFill>
                        <a:effectLst/>
                        <a:latin typeface="+mj-ea"/>
                        <a:ea typeface="+mj-ea"/>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1F497D"/>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gridSpan="2">
                  <a:txBody>
                    <a:bodyPr/>
                    <a:lstStyle/>
                    <a:p>
                      <a:pPr algn="ctr" fontAlgn="ctr"/>
                      <a:r>
                        <a:rPr lang="ko-KR" altLang="en-US" sz="1000" b="1" i="0" u="none" strike="noStrike">
                          <a:solidFill>
                            <a:srgbClr val="FFFFFF"/>
                          </a:solidFill>
                          <a:effectLst/>
                          <a:latin typeface="+mj-ea"/>
                          <a:ea typeface="+mj-ea"/>
                        </a:rPr>
                        <a:t>세분류 선정</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fontAlgn="ctr"/>
                      <a:endParaRPr lang="ko-KR" altLang="en-US" sz="1000" b="1" i="0" u="none" strike="noStrike">
                        <a:solidFill>
                          <a:srgbClr val="FFFFFF"/>
                        </a:solidFill>
                        <a:effectLst/>
                        <a:latin typeface="+mj-ea"/>
                        <a:ea typeface="+mj-ea"/>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135531487"/>
                  </a:ext>
                </a:extLst>
              </a:tr>
              <a:tr h="209340">
                <a:tc>
                  <a:txBody>
                    <a:bodyPr/>
                    <a:lstStyle/>
                    <a:p>
                      <a:pPr algn="ctr" fontAlgn="ctr"/>
                      <a:r>
                        <a:rPr lang="ko-KR" altLang="en-US" sz="1000" b="1" i="0" u="none" strike="noStrike">
                          <a:solidFill>
                            <a:srgbClr val="000000"/>
                          </a:solidFill>
                          <a:effectLst/>
                          <a:latin typeface="+mj-ea"/>
                          <a:ea typeface="+mj-ea"/>
                        </a:rPr>
                        <a:t>대분류</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82B5DE"/>
                    </a:solidFill>
                  </a:tcPr>
                </a:tc>
                <a:tc>
                  <a:txBody>
                    <a:bodyPr/>
                    <a:lstStyle/>
                    <a:p>
                      <a:pPr algn="ctr" fontAlgn="ctr"/>
                      <a:r>
                        <a:rPr lang="ko-KR" altLang="en-US" sz="1000" b="1" i="0" u="none" strike="noStrike">
                          <a:solidFill>
                            <a:srgbClr val="000000"/>
                          </a:solidFill>
                          <a:effectLst/>
                          <a:latin typeface="+mj-ea"/>
                          <a:ea typeface="+mj-ea"/>
                        </a:rPr>
                        <a:t>중분류</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82B5DE"/>
                    </a:solidFill>
                  </a:tcPr>
                </a:tc>
                <a:tc>
                  <a:txBody>
                    <a:bodyPr/>
                    <a:lstStyle/>
                    <a:p>
                      <a:pPr algn="ctr" fontAlgn="ctr"/>
                      <a:r>
                        <a:rPr lang="ko-KR" altLang="en-US" sz="1000" b="1" i="0" u="none" strike="noStrike">
                          <a:solidFill>
                            <a:srgbClr val="000000"/>
                          </a:solidFill>
                          <a:effectLst/>
                          <a:latin typeface="+mj-ea"/>
                          <a:ea typeface="+mj-ea"/>
                        </a:rPr>
                        <a:t>소분류</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82B5DE"/>
                    </a:solidFill>
                  </a:tcPr>
                </a:tc>
                <a:tc>
                  <a:txBody>
                    <a:bodyPr/>
                    <a:lstStyle/>
                    <a:p>
                      <a:pPr algn="ctr" fontAlgn="ctr"/>
                      <a:r>
                        <a:rPr lang="ko-KR" altLang="en-US" sz="1000" b="1" i="0" u="none" strike="noStrike" err="1">
                          <a:solidFill>
                            <a:srgbClr val="000000"/>
                          </a:solidFill>
                          <a:effectLst/>
                          <a:latin typeface="+mj-ea"/>
                          <a:ea typeface="+mj-ea"/>
                        </a:rPr>
                        <a:t>세분류</a:t>
                      </a:r>
                      <a:endParaRPr lang="ko-KR" altLang="en-US" sz="1000" b="1" i="0" u="none" strike="noStrike">
                        <a:solidFill>
                          <a:srgbClr val="000000"/>
                        </a:solidFill>
                        <a:effectLst/>
                        <a:latin typeface="+mj-ea"/>
                        <a:ea typeface="+mj-ea"/>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82B5DE"/>
                    </a:solidFill>
                  </a:tcPr>
                </a:tc>
                <a:tc>
                  <a:txBody>
                    <a:bodyPr/>
                    <a:lstStyle/>
                    <a:p>
                      <a:pPr algn="ctr" fontAlgn="ctr"/>
                      <a:r>
                        <a:rPr lang="ko-KR" altLang="en-US" sz="1000" b="1" i="0" u="none" strike="noStrike">
                          <a:solidFill>
                            <a:srgbClr val="000000"/>
                          </a:solidFill>
                          <a:effectLst/>
                          <a:latin typeface="+mj-ea"/>
                          <a:ea typeface="+mj-ea"/>
                        </a:rPr>
                        <a:t>정량점수</a:t>
                      </a:r>
                      <a:r>
                        <a:rPr lang="en-US" altLang="ko-KR" sz="1000" b="1" i="0" u="none" strike="noStrike">
                          <a:solidFill>
                            <a:srgbClr val="000000"/>
                          </a:solidFill>
                          <a:effectLst/>
                          <a:latin typeface="+mj-ea"/>
                          <a:ea typeface="+mj-ea"/>
                        </a:rPr>
                        <a:t>(70</a:t>
                      </a:r>
                      <a:r>
                        <a:rPr lang="ko-KR" altLang="en-US" sz="1000" b="1" i="0" u="none" strike="noStrike">
                          <a:solidFill>
                            <a:srgbClr val="000000"/>
                          </a:solidFill>
                          <a:effectLst/>
                          <a:latin typeface="+mj-ea"/>
                          <a:ea typeface="+mj-ea"/>
                        </a:rPr>
                        <a:t>점</a:t>
                      </a:r>
                      <a:r>
                        <a:rPr lang="en-US" altLang="ko-KR" sz="1000" b="1" i="0" u="none" strike="noStrike">
                          <a:solidFill>
                            <a:srgbClr val="000000"/>
                          </a:solidFill>
                          <a:effectLst/>
                          <a:latin typeface="+mj-ea"/>
                          <a:ea typeface="+mj-ea"/>
                        </a:rPr>
                        <a:t>)</a:t>
                      </a:r>
                      <a:endParaRPr lang="ko-KR" altLang="en-US" sz="1000" b="1" i="0" u="none" strike="noStrike">
                        <a:solidFill>
                          <a:srgbClr val="000000"/>
                        </a:solidFill>
                        <a:effectLst/>
                        <a:latin typeface="+mj-ea"/>
                        <a:ea typeface="+mj-ea"/>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82B5DE"/>
                    </a:solidFill>
                  </a:tcPr>
                </a:tc>
                <a:tc>
                  <a:txBody>
                    <a:bodyPr/>
                    <a:lstStyle/>
                    <a:p>
                      <a:pPr algn="ctr" fontAlgn="ctr"/>
                      <a:r>
                        <a:rPr lang="ko-KR" altLang="en-US" sz="1000" b="1" i="0" u="none" strike="noStrike">
                          <a:solidFill>
                            <a:srgbClr val="000000"/>
                          </a:solidFill>
                          <a:effectLst/>
                          <a:latin typeface="+mj-ea"/>
                          <a:ea typeface="+mj-ea"/>
                        </a:rPr>
                        <a:t>정성점수</a:t>
                      </a:r>
                      <a:r>
                        <a:rPr lang="en-US" altLang="ko-KR" sz="1000" b="1" i="0" u="none" strike="noStrike">
                          <a:solidFill>
                            <a:srgbClr val="000000"/>
                          </a:solidFill>
                          <a:effectLst/>
                          <a:latin typeface="+mj-ea"/>
                          <a:ea typeface="+mj-ea"/>
                        </a:rPr>
                        <a:t>(30</a:t>
                      </a:r>
                      <a:r>
                        <a:rPr lang="ko-KR" altLang="en-US" sz="1000" b="1" i="0" u="none" strike="noStrike">
                          <a:solidFill>
                            <a:srgbClr val="000000"/>
                          </a:solidFill>
                          <a:effectLst/>
                          <a:latin typeface="+mj-ea"/>
                          <a:ea typeface="+mj-ea"/>
                        </a:rPr>
                        <a:t>점</a:t>
                      </a:r>
                      <a:r>
                        <a:rPr lang="en-US" altLang="ko-KR" sz="1000" b="1" i="0" u="none" strike="noStrike">
                          <a:solidFill>
                            <a:srgbClr val="000000"/>
                          </a:solidFill>
                          <a:effectLst/>
                          <a:latin typeface="+mj-ea"/>
                          <a:ea typeface="+mj-ea"/>
                        </a:rPr>
                        <a:t>)</a:t>
                      </a:r>
                      <a:endParaRPr lang="ko-KR" altLang="en-US" sz="1000" b="1" i="0" u="none" strike="noStrike">
                        <a:solidFill>
                          <a:srgbClr val="000000"/>
                        </a:solidFill>
                        <a:effectLst/>
                        <a:latin typeface="+mj-ea"/>
                        <a:ea typeface="+mj-ea"/>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82B5DE"/>
                    </a:solidFill>
                  </a:tcPr>
                </a:tc>
                <a:tc>
                  <a:txBody>
                    <a:bodyPr/>
                    <a:lstStyle/>
                    <a:p>
                      <a:pPr algn="ctr" fontAlgn="ctr"/>
                      <a:r>
                        <a:rPr lang="ko-KR" altLang="en-US" sz="1000" b="1" i="0" u="none" strike="noStrike">
                          <a:solidFill>
                            <a:srgbClr val="000000"/>
                          </a:solidFill>
                          <a:effectLst/>
                          <a:latin typeface="+mj-ea"/>
                          <a:ea typeface="+mj-ea"/>
                        </a:rPr>
                        <a:t>수요조사</a:t>
                      </a:r>
                      <a:r>
                        <a:rPr lang="en-US" altLang="ko-KR" sz="1000" b="1" i="0" u="none" strike="noStrike">
                          <a:solidFill>
                            <a:srgbClr val="000000"/>
                          </a:solidFill>
                          <a:effectLst/>
                          <a:latin typeface="+mj-ea"/>
                          <a:ea typeface="+mj-ea"/>
                        </a:rPr>
                        <a:t>(100</a:t>
                      </a:r>
                      <a:r>
                        <a:rPr lang="ko-KR" altLang="en-US" sz="1000" b="1" i="0" u="none" strike="noStrike">
                          <a:solidFill>
                            <a:srgbClr val="000000"/>
                          </a:solidFill>
                          <a:effectLst/>
                          <a:latin typeface="+mj-ea"/>
                          <a:ea typeface="+mj-ea"/>
                        </a:rPr>
                        <a:t>점</a:t>
                      </a:r>
                      <a:r>
                        <a:rPr lang="en-US" altLang="ko-KR" sz="1000" b="1" i="0" u="none" strike="noStrike">
                          <a:solidFill>
                            <a:srgbClr val="000000"/>
                          </a:solidFill>
                          <a:effectLst/>
                          <a:latin typeface="+mj-ea"/>
                          <a:ea typeface="+mj-ea"/>
                        </a:rPr>
                        <a:t>)</a:t>
                      </a:r>
                      <a:endParaRPr lang="ko-KR" altLang="en-US" sz="1000" b="1" i="0" u="none" strike="noStrike">
                        <a:solidFill>
                          <a:srgbClr val="000000"/>
                        </a:solidFill>
                        <a:effectLst/>
                        <a:latin typeface="+mj-ea"/>
                        <a:ea typeface="+mj-ea"/>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82B5DE"/>
                    </a:solidFill>
                  </a:tcPr>
                </a:tc>
                <a:tc>
                  <a:txBody>
                    <a:bodyPr/>
                    <a:lstStyle/>
                    <a:p>
                      <a:pPr algn="ctr" fontAlgn="ctr"/>
                      <a:r>
                        <a:rPr lang="ko-KR" altLang="en-US" sz="1000" b="1" i="0" u="none" strike="noStrike">
                          <a:solidFill>
                            <a:srgbClr val="000000"/>
                          </a:solidFill>
                          <a:effectLst/>
                          <a:latin typeface="+mj-ea"/>
                          <a:ea typeface="+mj-ea"/>
                        </a:rPr>
                        <a:t>합산</a:t>
                      </a:r>
                      <a:r>
                        <a:rPr lang="en-US" altLang="ko-KR" sz="1000" b="1" i="0" u="none" strike="noStrike">
                          <a:solidFill>
                            <a:srgbClr val="000000"/>
                          </a:solidFill>
                          <a:effectLst/>
                          <a:latin typeface="+mj-ea"/>
                          <a:ea typeface="+mj-ea"/>
                        </a:rPr>
                        <a:t>(200</a:t>
                      </a:r>
                      <a:r>
                        <a:rPr lang="ko-KR" altLang="en-US" sz="1000" b="1" i="0" u="none" strike="noStrike">
                          <a:solidFill>
                            <a:srgbClr val="000000"/>
                          </a:solidFill>
                          <a:effectLst/>
                          <a:latin typeface="+mj-ea"/>
                          <a:ea typeface="+mj-ea"/>
                        </a:rPr>
                        <a:t>점</a:t>
                      </a:r>
                      <a:r>
                        <a:rPr lang="en-US" altLang="ko-KR" sz="1000" b="1" i="0" u="none" strike="noStrike">
                          <a:solidFill>
                            <a:srgbClr val="000000"/>
                          </a:solidFill>
                          <a:effectLst/>
                          <a:latin typeface="+mj-ea"/>
                          <a:ea typeface="+mj-ea"/>
                        </a:rPr>
                        <a:t>)</a:t>
                      </a:r>
                      <a:endParaRPr lang="ko-KR" altLang="en-US" sz="1000" b="1" i="0" u="none" strike="noStrike">
                        <a:solidFill>
                          <a:srgbClr val="000000"/>
                        </a:solidFill>
                        <a:effectLst/>
                        <a:latin typeface="+mj-ea"/>
                        <a:ea typeface="+mj-ea"/>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r>
                        <a:rPr lang="ko-KR" altLang="en-US" sz="1000" b="1" i="0" u="none" strike="noStrike">
                          <a:solidFill>
                            <a:srgbClr val="000000"/>
                          </a:solidFill>
                          <a:effectLst/>
                          <a:latin typeface="+mj-ea"/>
                          <a:ea typeface="+mj-ea"/>
                        </a:rPr>
                        <a:t>세분류 </a:t>
                      </a:r>
                      <a:r>
                        <a:rPr lang="ko-KR" altLang="en-US" sz="1000" b="1" i="0" u="none" strike="noStrike" kern="1200">
                          <a:solidFill>
                            <a:srgbClr val="000000"/>
                          </a:solidFill>
                          <a:effectLst/>
                          <a:latin typeface="+mj-ea"/>
                          <a:ea typeface="+mj-ea"/>
                          <a:cs typeface="+mn-cs"/>
                        </a:rPr>
                        <a:t>우선순위</a:t>
                      </a:r>
                      <a:r>
                        <a:rPr lang="en-US" altLang="ko-KR" sz="1000" b="1" i="0" u="none" strike="noStrike" kern="1200">
                          <a:solidFill>
                            <a:srgbClr val="000000"/>
                          </a:solidFill>
                          <a:effectLst/>
                          <a:latin typeface="+mj-ea"/>
                          <a:ea typeface="+mj-ea"/>
                          <a:cs typeface="+mn-cs"/>
                        </a:rPr>
                        <a:t>(</a:t>
                      </a:r>
                      <a:r>
                        <a:rPr lang="ko-KR" altLang="ko-KR" sz="1000" b="1" i="0" u="none" strike="noStrike" kern="1200">
                          <a:solidFill>
                            <a:srgbClr val="000000"/>
                          </a:solidFill>
                          <a:effectLst/>
                          <a:latin typeface="+mj-ea"/>
                          <a:ea typeface="+mj-ea"/>
                          <a:cs typeface="+mn-cs"/>
                        </a:rPr>
                        <a:t>N₁</a:t>
                      </a:r>
                      <a:r>
                        <a:rPr lang="en-US" altLang="ko-KR" sz="1000" b="1" i="0" u="none" strike="noStrike" kern="1200">
                          <a:solidFill>
                            <a:srgbClr val="000000"/>
                          </a:solidFill>
                          <a:effectLst/>
                          <a:latin typeface="+mj-ea"/>
                          <a:ea typeface="+mj-ea"/>
                          <a:cs typeface="+mn-cs"/>
                        </a:rPr>
                        <a:t>)</a:t>
                      </a:r>
                      <a:endParaRPr lang="ko-KR" altLang="en-US" sz="1000" b="1" i="0" u="none" strike="noStrike" kern="1200">
                        <a:solidFill>
                          <a:srgbClr val="000000"/>
                        </a:solidFill>
                        <a:effectLst/>
                        <a:latin typeface="+mj-ea"/>
                        <a:ea typeface="+mj-ea"/>
                        <a:cs typeface="+mn-cs"/>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637581691"/>
                  </a:ext>
                </a:extLst>
              </a:tr>
              <a:tr h="270942">
                <a:tc>
                  <a:txBody>
                    <a:bodyPr/>
                    <a:lstStyle/>
                    <a:p>
                      <a:pPr algn="ctr">
                        <a:buNone/>
                      </a:pPr>
                      <a:r>
                        <a:rPr lang="ko-KR" sz="1000">
                          <a:latin typeface="a고딕14" panose="02020600000000000000" pitchFamily="18" charset="-127"/>
                          <a:ea typeface="a고딕14" panose="02020600000000000000" pitchFamily="18" charset="-127"/>
                        </a:rPr>
                        <a:t>정보통신</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a:buNone/>
                      </a:pPr>
                      <a:r>
                        <a:rPr lang="ko-KR" sz="1000">
                          <a:latin typeface="a고딕14" panose="02020600000000000000" pitchFamily="18" charset="-127"/>
                          <a:ea typeface="a고딕14" panose="02020600000000000000" pitchFamily="18" charset="-127"/>
                        </a:rPr>
                        <a:t>정보기술</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a:buNone/>
                      </a:pPr>
                      <a:r>
                        <a:rPr lang="ko-KR" sz="1000">
                          <a:latin typeface="a고딕14" panose="02020600000000000000" pitchFamily="18" charset="-127"/>
                          <a:ea typeface="a고딕14" panose="02020600000000000000" pitchFamily="18" charset="-127"/>
                        </a:rPr>
                        <a:t>인공지능</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a:buNone/>
                      </a:pPr>
                      <a:r>
                        <a:rPr lang="ko-KR" sz="1000" b="1">
                          <a:latin typeface="a고딕14" panose="02020600000000000000" pitchFamily="18" charset="-127"/>
                          <a:ea typeface="a고딕14" panose="02020600000000000000" pitchFamily="18" charset="-127"/>
                        </a:rPr>
                        <a:t>생성형 AI 엔지니어링</a:t>
                      </a:r>
                      <a:endParaRPr lang="ko-KR" sz="1000">
                        <a:latin typeface="a고딕14" panose="02020600000000000000" pitchFamily="18" charset="-127"/>
                        <a:ea typeface="a고딕14" panose="02020600000000000000" pitchFamily="18"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a:buNone/>
                      </a:pPr>
                      <a:r>
                        <a:rPr lang="ko-KR" sz="1000">
                          <a:latin typeface="a고딕14" panose="02020600000000000000" pitchFamily="18" charset="-127"/>
                          <a:ea typeface="a고딕14" panose="02020600000000000000" pitchFamily="18" charset="-127"/>
                        </a:rPr>
                        <a:t>58.5</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a:buNone/>
                      </a:pPr>
                      <a:r>
                        <a:rPr lang="ko-KR" sz="1000">
                          <a:latin typeface="a고딕14" panose="02020600000000000000" pitchFamily="18" charset="-127"/>
                          <a:ea typeface="a고딕14" panose="02020600000000000000" pitchFamily="18" charset="-127"/>
                        </a:rPr>
                        <a:t>29.2</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a:buNone/>
                      </a:pPr>
                      <a:r>
                        <a:rPr lang="ko-KR" sz="1000">
                          <a:latin typeface="a고딕14" panose="02020600000000000000" pitchFamily="18" charset="-127"/>
                          <a:ea typeface="a고딕14" panose="02020600000000000000" pitchFamily="18" charset="-127"/>
                        </a:rPr>
                        <a:t>96.8</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a:buNone/>
                      </a:pPr>
                      <a:r>
                        <a:rPr lang="ko-KR" sz="1000" b="1">
                          <a:latin typeface="a고딕14" panose="02020600000000000000" pitchFamily="18" charset="-127"/>
                          <a:ea typeface="a고딕14" panose="02020600000000000000" pitchFamily="18" charset="-127"/>
                        </a:rPr>
                        <a:t>184.5</a:t>
                      </a:r>
                      <a:endParaRPr lang="ko-KR" sz="1000">
                        <a:latin typeface="a고딕14" panose="02020600000000000000" pitchFamily="18" charset="-127"/>
                        <a:ea typeface="a고딕14" panose="02020600000000000000" pitchFamily="18"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a:buNone/>
                      </a:pPr>
                      <a:r>
                        <a:rPr lang="ko-KR" sz="1000" b="1">
                          <a:latin typeface="a고딕14" panose="02020600000000000000" pitchFamily="18" charset="-127"/>
                          <a:ea typeface="a고딕14" panose="02020600000000000000" pitchFamily="18" charset="-127"/>
                        </a:rPr>
                        <a:t>1</a:t>
                      </a:r>
                      <a:endParaRPr lang="ko-KR" sz="1000">
                        <a:latin typeface="a고딕14" panose="02020600000000000000" pitchFamily="18" charset="-127"/>
                        <a:ea typeface="a고딕14" panose="02020600000000000000" pitchFamily="18"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extLst>
                  <a:ext uri="{0D108BD9-81ED-4DB2-BD59-A6C34878D82A}">
                    <a16:rowId xmlns:a16="http://schemas.microsoft.com/office/drawing/2014/main" val="1979339666"/>
                  </a:ext>
                </a:extLst>
              </a:tr>
              <a:tr h="270942">
                <a:tc>
                  <a:txBody>
                    <a:bodyPr/>
                    <a:lstStyle/>
                    <a:p>
                      <a:pPr algn="ctr">
                        <a:buNone/>
                      </a:pPr>
                      <a:r>
                        <a:rPr lang="ko-KR" sz="1000">
                          <a:latin typeface="a고딕14" panose="02020600000000000000" pitchFamily="18" charset="-127"/>
                          <a:ea typeface="a고딕14" panose="02020600000000000000" pitchFamily="18" charset="-127"/>
                        </a:rPr>
                        <a:t>정보통신</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a:buNone/>
                      </a:pPr>
                      <a:r>
                        <a:rPr lang="ko-KR" sz="1000">
                          <a:latin typeface="a고딕14" panose="02020600000000000000" pitchFamily="18" charset="-127"/>
                          <a:ea typeface="a고딕14" panose="02020600000000000000" pitchFamily="18" charset="-127"/>
                        </a:rPr>
                        <a:t>정보기술</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a:buNone/>
                      </a:pPr>
                      <a:r>
                        <a:rPr lang="ko-KR" sz="1000">
                          <a:latin typeface="a고딕14" panose="02020600000000000000" pitchFamily="18" charset="-127"/>
                          <a:ea typeface="a고딕14" panose="02020600000000000000" pitchFamily="18" charset="-127"/>
                        </a:rPr>
                        <a:t>정보기술개발</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a:buNone/>
                      </a:pPr>
                      <a:r>
                        <a:rPr lang="ko-KR" sz="1000">
                          <a:latin typeface="a고딕14" panose="02020600000000000000" pitchFamily="18" charset="-127"/>
                          <a:ea typeface="a고딕14" panose="02020600000000000000" pitchFamily="18" charset="-127"/>
                        </a:rPr>
                        <a:t>데이터아키텍처</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a:buNone/>
                      </a:pPr>
                      <a:r>
                        <a:rPr lang="ko-KR" sz="1000">
                          <a:latin typeface="a고딕14" panose="02020600000000000000" pitchFamily="18" charset="-127"/>
                          <a:ea typeface="a고딕14" panose="02020600000000000000" pitchFamily="18" charset="-127"/>
                        </a:rPr>
                        <a:t>62.4</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a:buNone/>
                      </a:pPr>
                      <a:r>
                        <a:rPr lang="ko-KR" sz="1000">
                          <a:latin typeface="a고딕14" panose="02020600000000000000" pitchFamily="18" charset="-127"/>
                          <a:ea typeface="a고딕14" panose="02020600000000000000" pitchFamily="18" charset="-127"/>
                        </a:rPr>
                        <a:t>25.5</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a:buNone/>
                      </a:pPr>
                      <a:r>
                        <a:rPr lang="ko-KR" sz="1000">
                          <a:latin typeface="a고딕14" panose="02020600000000000000" pitchFamily="18" charset="-127"/>
                          <a:ea typeface="a고딕14" panose="02020600000000000000" pitchFamily="18" charset="-127"/>
                        </a:rPr>
                        <a:t>82.6</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a:buNone/>
                      </a:pPr>
                      <a:r>
                        <a:rPr lang="ko-KR" sz="1000">
                          <a:latin typeface="a고딕14" panose="02020600000000000000" pitchFamily="18" charset="-127"/>
                          <a:ea typeface="a고딕14" panose="02020600000000000000" pitchFamily="18" charset="-127"/>
                        </a:rPr>
                        <a:t>170.5</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a:buNone/>
                      </a:pPr>
                      <a:r>
                        <a:rPr lang="ko-KR" sz="1000">
                          <a:latin typeface="a고딕14" panose="02020600000000000000" pitchFamily="18" charset="-127"/>
                          <a:ea typeface="a고딕14" panose="02020600000000000000" pitchFamily="18" charset="-127"/>
                        </a:rPr>
                        <a:t>12</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extLst>
                  <a:ext uri="{0D108BD9-81ED-4DB2-BD59-A6C34878D82A}">
                    <a16:rowId xmlns:a16="http://schemas.microsoft.com/office/drawing/2014/main" val="896329457"/>
                  </a:ext>
                </a:extLst>
              </a:tr>
              <a:tr h="270942">
                <a:tc>
                  <a:txBody>
                    <a:bodyPr/>
                    <a:lstStyle/>
                    <a:p>
                      <a:pPr algn="ctr">
                        <a:buNone/>
                      </a:pPr>
                      <a:r>
                        <a:rPr lang="ko-KR" sz="1000">
                          <a:latin typeface="a고딕14" panose="02020600000000000000" pitchFamily="18" charset="-127"/>
                          <a:ea typeface="a고딕14" panose="02020600000000000000" pitchFamily="18" charset="-127"/>
                        </a:rPr>
                        <a:t>정보통신</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정보기술</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정보기술개발</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시스템SW엔지니어링</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60.8</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24.6</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78.3</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163.7</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24</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4242866"/>
                  </a:ext>
                </a:extLst>
              </a:tr>
              <a:tr h="270942">
                <a:tc>
                  <a:txBody>
                    <a:bodyPr/>
                    <a:lstStyle/>
                    <a:p>
                      <a:pPr algn="ctr">
                        <a:buNone/>
                      </a:pPr>
                      <a:r>
                        <a:rPr lang="ko-KR" sz="1000">
                          <a:latin typeface="a고딕14" panose="02020600000000000000" pitchFamily="18" charset="-127"/>
                          <a:ea typeface="a고딕14" panose="02020600000000000000" pitchFamily="18" charset="-127"/>
                        </a:rPr>
                        <a:t>정보통신</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통신기술</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통신서비스</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특수이동통신서비스</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48.5</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21.4</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72.8</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142.7</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73</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1760007"/>
                  </a:ext>
                </a:extLst>
              </a:tr>
              <a:tr h="270942">
                <a:tc>
                  <a:txBody>
                    <a:bodyPr/>
                    <a:lstStyle/>
                    <a:p>
                      <a:pPr algn="ctr">
                        <a:buNone/>
                      </a:pPr>
                      <a:r>
                        <a:rPr lang="ko-KR" sz="1000">
                          <a:latin typeface="a고딕14" panose="02020600000000000000" pitchFamily="18" charset="-127"/>
                          <a:ea typeface="a고딕14" panose="02020600000000000000" pitchFamily="18" charset="-127"/>
                        </a:rPr>
                        <a:t>정보통신</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정보기술</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정보기술개발</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시스템SW엔지니어링</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57.2</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23.5</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76.4</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157.1</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38</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0553745"/>
                  </a:ext>
                </a:extLst>
              </a:tr>
              <a:tr h="270942">
                <a:tc>
                  <a:txBody>
                    <a:bodyPr/>
                    <a:lstStyle/>
                    <a:p>
                      <a:pPr algn="ctr">
                        <a:buNone/>
                      </a:pPr>
                      <a:r>
                        <a:rPr lang="ko-KR" sz="1000">
                          <a:latin typeface="a고딕14" panose="02020600000000000000" pitchFamily="18" charset="-127"/>
                          <a:ea typeface="a고딕14" panose="02020600000000000000" pitchFamily="18" charset="-127"/>
                        </a:rPr>
                        <a:t>정보통신</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a:buNone/>
                      </a:pPr>
                      <a:r>
                        <a:rPr lang="ko-KR" sz="1000">
                          <a:latin typeface="a고딕14" panose="02020600000000000000" pitchFamily="18" charset="-127"/>
                          <a:ea typeface="a고딕14" panose="02020600000000000000" pitchFamily="18" charset="-127"/>
                        </a:rPr>
                        <a:t>정보기술</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a:buNone/>
                      </a:pPr>
                      <a:r>
                        <a:rPr lang="ko-KR" sz="1000">
                          <a:latin typeface="a고딕14" panose="02020600000000000000" pitchFamily="18" charset="-127"/>
                          <a:ea typeface="a고딕14" panose="02020600000000000000" pitchFamily="18" charset="-127"/>
                        </a:rPr>
                        <a:t>디지털트윈</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a:buNone/>
                      </a:pPr>
                      <a:r>
                        <a:rPr lang="ko-KR" sz="1000">
                          <a:latin typeface="a고딕14" panose="02020600000000000000" pitchFamily="18" charset="-127"/>
                          <a:ea typeface="a고딕14" panose="02020600000000000000" pitchFamily="18" charset="-127"/>
                        </a:rPr>
                        <a:t>디지털트윈구축</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a:buNone/>
                      </a:pPr>
                      <a:r>
                        <a:rPr lang="ko-KR" sz="1000">
                          <a:latin typeface="a고딕14" panose="02020600000000000000" pitchFamily="18" charset="-127"/>
                          <a:ea typeface="a고딕14" panose="02020600000000000000" pitchFamily="18" charset="-127"/>
                        </a:rPr>
                        <a:t>55.3</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a:buNone/>
                      </a:pPr>
                      <a:r>
                        <a:rPr lang="ko-KR" sz="1000">
                          <a:latin typeface="a고딕14" panose="02020600000000000000" pitchFamily="18" charset="-127"/>
                          <a:ea typeface="a고딕14" panose="02020600000000000000" pitchFamily="18" charset="-127"/>
                        </a:rPr>
                        <a:t>26.8</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a:buNone/>
                      </a:pPr>
                      <a:r>
                        <a:rPr lang="ko-KR" sz="1000">
                          <a:latin typeface="a고딕14" panose="02020600000000000000" pitchFamily="18" charset="-127"/>
                          <a:ea typeface="a고딕14" panose="02020600000000000000" pitchFamily="18" charset="-127"/>
                        </a:rPr>
                        <a:t>92.4</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a:buNone/>
                      </a:pPr>
                      <a:r>
                        <a:rPr lang="ko-KR" sz="1000">
                          <a:latin typeface="a고딕14" panose="02020600000000000000" pitchFamily="18" charset="-127"/>
                          <a:ea typeface="a고딕14" panose="02020600000000000000" pitchFamily="18" charset="-127"/>
                        </a:rPr>
                        <a:t>174.5</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a:buNone/>
                      </a:pPr>
                      <a:r>
                        <a:rPr lang="ko-KR" sz="1000">
                          <a:latin typeface="a고딕14" panose="02020600000000000000" pitchFamily="18" charset="-127"/>
                          <a:ea typeface="a고딕14" panose="02020600000000000000" pitchFamily="18" charset="-127"/>
                        </a:rPr>
                        <a:t>7</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extLst>
                  <a:ext uri="{0D108BD9-81ED-4DB2-BD59-A6C34878D82A}">
                    <a16:rowId xmlns:a16="http://schemas.microsoft.com/office/drawing/2014/main" val="97778700"/>
                  </a:ext>
                </a:extLst>
              </a:tr>
              <a:tr h="270942">
                <a:tc>
                  <a:txBody>
                    <a:bodyPr/>
                    <a:lstStyle/>
                    <a:p>
                      <a:pPr algn="ctr">
                        <a:buNone/>
                      </a:pPr>
                      <a:r>
                        <a:rPr lang="ko-KR" sz="1000">
                          <a:latin typeface="a고딕14" panose="02020600000000000000" pitchFamily="18" charset="-127"/>
                          <a:ea typeface="a고딕14" panose="02020600000000000000" pitchFamily="18" charset="-127"/>
                        </a:rPr>
                        <a:t>정보통신</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통신기술</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통신서비스</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이동통신서비스</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46.2</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20.6</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70.5</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137.3</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89</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7527343"/>
                  </a:ext>
                </a:extLst>
              </a:tr>
              <a:tr h="270942">
                <a:tc>
                  <a:txBody>
                    <a:bodyPr/>
                    <a:lstStyle/>
                    <a:p>
                      <a:pPr algn="ctr">
                        <a:buNone/>
                      </a:pPr>
                      <a:r>
                        <a:rPr lang="ko-KR" sz="1000">
                          <a:latin typeface="a고딕14" panose="02020600000000000000" pitchFamily="18" charset="-127"/>
                          <a:ea typeface="a고딕14" panose="02020600000000000000" pitchFamily="18" charset="-127"/>
                        </a:rPr>
                        <a:t>정보통신</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정보기술</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정보보호</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클라우드보안관리·운영</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54.6</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25.2</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86.1</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165.9</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18</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759490"/>
                  </a:ext>
                </a:extLst>
              </a:tr>
              <a:tr h="270942">
                <a:tc>
                  <a:txBody>
                    <a:bodyPr/>
                    <a:lstStyle/>
                    <a:p>
                      <a:pPr algn="ctr">
                        <a:buNone/>
                      </a:pPr>
                      <a:r>
                        <a:rPr lang="ko-KR" sz="1000">
                          <a:latin typeface="a고딕14" panose="02020600000000000000" pitchFamily="18" charset="-127"/>
                          <a:ea typeface="a고딕14" panose="02020600000000000000" pitchFamily="18" charset="-127"/>
                        </a:rPr>
                        <a:t>정보통신</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정보기술</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정보기술개발</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시스템SW엔지니어링</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53.9</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22.8</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74.6</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151.3</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52</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7652213"/>
                  </a:ext>
                </a:extLst>
              </a:tr>
              <a:tr h="270942">
                <a:tc>
                  <a:txBody>
                    <a:bodyPr/>
                    <a:lstStyle/>
                    <a:p>
                      <a:pPr algn="ctr">
                        <a:buNone/>
                      </a:pPr>
                      <a:r>
                        <a:rPr lang="ko-KR" sz="1000">
                          <a:latin typeface="a고딕14" panose="02020600000000000000" pitchFamily="18" charset="-127"/>
                          <a:ea typeface="a고딕14" panose="02020600000000000000" pitchFamily="18" charset="-127"/>
                        </a:rPr>
                        <a:t>정보통신</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통신기술</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유선통신구축</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구내통신설비공사</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41.8</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18.7</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64.2</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124.7</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142</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832783"/>
                  </a:ext>
                </a:extLst>
              </a:tr>
              <a:tr h="209340">
                <a:tc gridSpan="9">
                  <a:txBody>
                    <a:bodyPr/>
                    <a:lstStyle/>
                    <a:p>
                      <a:pPr algn="ctr" fontAlgn="ctr"/>
                      <a:r>
                        <a:rPr lang="en-US" altLang="ko-KR" sz="1000" b="0" i="0" u="none" strike="noStrike">
                          <a:solidFill>
                            <a:srgbClr val="000000"/>
                          </a:solidFill>
                          <a:effectLst/>
                          <a:latin typeface="+mj-ea"/>
                          <a:ea typeface="+mj-ea"/>
                        </a:rPr>
                        <a:t>:</a:t>
                      </a:r>
                      <a:endParaRPr lang="ko-KR" altLang="en-US" sz="1000" b="0" i="0" u="none" strike="noStrike">
                        <a:solidFill>
                          <a:srgbClr val="000000"/>
                        </a:solidFill>
                        <a:effectLst/>
                        <a:latin typeface="+mj-ea"/>
                        <a:ea typeface="+mj-ea"/>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a:solidFill>
                          <a:srgbClr val="000000"/>
                        </a:solidFill>
                        <a:effectLst/>
                        <a:latin typeface="+mj-ea"/>
                        <a:ea typeface="+mj-ea"/>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a:solidFill>
                          <a:srgbClr val="000000"/>
                        </a:solidFill>
                        <a:effectLst/>
                        <a:latin typeface="+mj-ea"/>
                        <a:ea typeface="+mj-ea"/>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a:solidFill>
                          <a:srgbClr val="000000"/>
                        </a:solidFill>
                        <a:effectLst/>
                        <a:latin typeface="+mj-ea"/>
                        <a:ea typeface="+mj-ea"/>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a:solidFill>
                          <a:srgbClr val="000000"/>
                        </a:solidFill>
                        <a:effectLst/>
                        <a:latin typeface="+mj-ea"/>
                        <a:ea typeface="+mj-ea"/>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a:solidFill>
                          <a:srgbClr val="000000"/>
                        </a:solidFill>
                        <a:effectLst/>
                        <a:latin typeface="+mj-ea"/>
                        <a:ea typeface="+mj-ea"/>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a:solidFill>
                          <a:srgbClr val="000000"/>
                        </a:solidFill>
                        <a:effectLst/>
                        <a:latin typeface="+mj-ea"/>
                        <a:ea typeface="+mj-ea"/>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000" b="0" i="0" u="none" strike="noStrike">
                        <a:solidFill>
                          <a:srgbClr val="000000"/>
                        </a:solidFill>
                        <a:effectLst/>
                        <a:latin typeface="+mj-ea"/>
                        <a:ea typeface="+mj-ea"/>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000" b="0" i="0" u="none" strike="noStrike">
                        <a:solidFill>
                          <a:srgbClr val="000000"/>
                        </a:solidFill>
                        <a:effectLst/>
                        <a:latin typeface="+mj-ea"/>
                        <a:ea typeface="+mj-ea"/>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8625133"/>
                  </a:ext>
                </a:extLst>
              </a:tr>
            </a:tbl>
          </a:graphicData>
        </a:graphic>
      </p:graphicFrame>
      <p:sp>
        <p:nvSpPr>
          <p:cNvPr id="23" name="직사각형 22">
            <a:extLst>
              <a:ext uri="{FF2B5EF4-FFF2-40B4-BE49-F238E27FC236}">
                <a16:creationId xmlns:a16="http://schemas.microsoft.com/office/drawing/2014/main" id="{343803F5-8771-E2A4-FABC-F7D1EACAB925}"/>
              </a:ext>
            </a:extLst>
          </p:cNvPr>
          <p:cNvSpPr/>
          <p:nvPr/>
        </p:nvSpPr>
        <p:spPr>
          <a:xfrm>
            <a:off x="596514" y="5553235"/>
            <a:ext cx="8749099" cy="936459"/>
          </a:xfrm>
          <a:prstGeom prst="rect">
            <a:avLst/>
          </a:prstGeom>
          <a:pattFill prst="dkUpDiag">
            <a:fgClr>
              <a:srgbClr val="E9F6FB"/>
            </a:fgClr>
            <a:bgClr>
              <a:sysClr val="window" lastClr="FFFFFF"/>
            </a:bgClr>
          </a:pattFill>
          <a:ln w="6350" cap="flat" cmpd="sng" algn="ctr">
            <a:solidFill>
              <a:sysClr val="windowText" lastClr="000000"/>
            </a:solidFill>
            <a:prstDash val="solid"/>
            <a:miter lim="800000"/>
          </a:ln>
          <a:effectLst>
            <a:outerShdw blurRad="50800" dist="38100" dir="2700000" algn="tl" rotWithShape="0">
              <a:sysClr val="windowText" lastClr="000000">
                <a:lumMod val="50000"/>
                <a:lumOff val="50000"/>
                <a:alpha val="40000"/>
              </a:sysClr>
            </a:outerShdw>
          </a:effectLst>
        </p:spPr>
        <p:txBody>
          <a:bodyPr lIns="0" rIns="0" rtlCol="0" anchor="ctr"/>
          <a:lstStyle/>
          <a:p>
            <a:pPr marL="180975" marR="0" lvl="1" indent="-93663" algn="l" defTabSz="914400" eaLnBrk="1" fontAlgn="auto" latinLnBrk="0" hangingPunct="1">
              <a:lnSpc>
                <a:spcPct val="120000"/>
              </a:lnSpc>
              <a:spcBef>
                <a:spcPts val="0"/>
              </a:spcBef>
              <a:spcAft>
                <a:spcPts val="0"/>
              </a:spcAft>
              <a:buClrTx/>
              <a:buSzTx/>
              <a:buFont typeface="Arial" panose="020B0604020202020204" pitchFamily="34" charset="0"/>
              <a:buChar char="•"/>
              <a:tabLst/>
              <a:defRPr/>
            </a:pPr>
            <a:r>
              <a:rPr lang="ko-KR" altLang="ko-KR" err="1">
                <a:latin typeface="a고딕14" panose="02020600000000000000" pitchFamily="18" charset="-127"/>
                <a:ea typeface="a고딕14" panose="02020600000000000000" pitchFamily="18" charset="-127"/>
              </a:rPr>
              <a:t>세분류</a:t>
            </a:r>
            <a:r>
              <a:rPr lang="ko-KR" altLang="ko-KR">
                <a:latin typeface="a고딕14" panose="02020600000000000000" pitchFamily="18" charset="-127"/>
                <a:ea typeface="a고딕14" panose="02020600000000000000" pitchFamily="18" charset="-127"/>
              </a:rPr>
              <a:t> 정량평가(70점) + 정성평가(30점) + 설문조사(100점)</a:t>
            </a:r>
            <a:r>
              <a:rPr lang="en-US" altLang="ko-KR">
                <a:latin typeface="a고딕14" panose="02020600000000000000" pitchFamily="18" charset="-127"/>
                <a:ea typeface="a고딕14" panose="02020600000000000000" pitchFamily="18" charset="-127"/>
              </a:rPr>
              <a:t> </a:t>
            </a:r>
            <a:r>
              <a:rPr lang="ko-KR" altLang="ko-KR" err="1">
                <a:latin typeface="a고딕14" panose="02020600000000000000" pitchFamily="18" charset="-127"/>
                <a:ea typeface="a고딕14" panose="02020600000000000000" pitchFamily="18" charset="-127"/>
              </a:rPr>
              <a:t>정량·정성·설문조사</a:t>
            </a:r>
            <a:r>
              <a:rPr lang="ko-KR" altLang="ko-KR">
                <a:latin typeface="a고딕14" panose="02020600000000000000" pitchFamily="18" charset="-127"/>
                <a:ea typeface="a고딕14" panose="02020600000000000000" pitchFamily="18" charset="-127"/>
              </a:rPr>
              <a:t> 3축 통합 평가</a:t>
            </a:r>
            <a:r>
              <a:rPr lang="ko-KR" altLang="en-US">
                <a:latin typeface="a고딕14" panose="02020600000000000000" pitchFamily="18" charset="-127"/>
                <a:ea typeface="a고딕14" panose="02020600000000000000" pitchFamily="18" charset="-127"/>
              </a:rPr>
              <a:t>로 </a:t>
            </a:r>
            <a:r>
              <a:rPr lang="ko-KR" altLang="ko-KR">
                <a:latin typeface="a고딕14" panose="02020600000000000000" pitchFamily="18" charset="-127"/>
                <a:ea typeface="a고딕14" panose="02020600000000000000" pitchFamily="18" charset="-127"/>
              </a:rPr>
              <a:t>NCS </a:t>
            </a:r>
            <a:r>
              <a:rPr lang="ko-KR" altLang="ko-KR" err="1">
                <a:latin typeface="a고딕14" panose="02020600000000000000" pitchFamily="18" charset="-127"/>
                <a:ea typeface="a고딕14" panose="02020600000000000000" pitchFamily="18" charset="-127"/>
              </a:rPr>
              <a:t>세분류</a:t>
            </a:r>
            <a:r>
              <a:rPr lang="ko-KR" altLang="ko-KR">
                <a:latin typeface="a고딕14" panose="02020600000000000000" pitchFamily="18" charset="-127"/>
                <a:ea typeface="a고딕14" panose="02020600000000000000" pitchFamily="18" charset="-127"/>
              </a:rPr>
              <a:t> 우선순위(</a:t>
            </a:r>
            <a:r>
              <a:rPr lang="ko-KR" altLang="ko-KR" err="1">
                <a:latin typeface="a고딕14" panose="02020600000000000000" pitchFamily="18" charset="-127"/>
                <a:ea typeface="a고딕14" panose="02020600000000000000" pitchFamily="18" charset="-127"/>
              </a:rPr>
              <a:t>N</a:t>
            </a:r>
            <a:r>
              <a:rPr lang="ko-KR" altLang="ko-KR">
                <a:latin typeface="a고딕14" panose="02020600000000000000" pitchFamily="18" charset="-127"/>
                <a:ea typeface="a고딕14" panose="02020600000000000000" pitchFamily="18" charset="-127"/>
              </a:rPr>
              <a:t>₁)의 </a:t>
            </a:r>
            <a:r>
              <a:rPr lang="ko-KR" altLang="ko-KR" err="1">
                <a:latin typeface="a고딕14" panose="02020600000000000000" pitchFamily="18" charset="-127"/>
                <a:ea typeface="a고딕14" panose="02020600000000000000" pitchFamily="18" charset="-127"/>
              </a:rPr>
              <a:t>객관성·다면성을</a:t>
            </a:r>
            <a:r>
              <a:rPr lang="ko-KR" altLang="ko-KR">
                <a:latin typeface="a고딕14" panose="02020600000000000000" pitchFamily="18" charset="-127"/>
                <a:ea typeface="a고딕14" panose="02020600000000000000" pitchFamily="18" charset="-127"/>
              </a:rPr>
              <a:t> 확보함</a:t>
            </a:r>
            <a:endParaRPr lang="en-US" altLang="ko-KR">
              <a:latin typeface="a고딕14" panose="02020600000000000000" pitchFamily="18" charset="-127"/>
              <a:ea typeface="a고딕14" panose="02020600000000000000" pitchFamily="18" charset="-127"/>
            </a:endParaRPr>
          </a:p>
          <a:p>
            <a:pPr marL="180975" marR="0" lvl="1" indent="-93663" algn="l" defTabSz="914400" eaLnBrk="1" fontAlgn="auto" latinLnBrk="0" hangingPunct="1">
              <a:lnSpc>
                <a:spcPct val="120000"/>
              </a:lnSpc>
              <a:spcBef>
                <a:spcPts val="0"/>
              </a:spcBef>
              <a:spcAft>
                <a:spcPts val="0"/>
              </a:spcAft>
              <a:buClrTx/>
              <a:buSzTx/>
              <a:buFont typeface="Arial" panose="020B0604020202020204" pitchFamily="34" charset="0"/>
              <a:buChar char="•"/>
              <a:tabLst/>
              <a:defRPr/>
            </a:pPr>
            <a:r>
              <a:rPr lang="ko-KR" altLang="ko-KR">
                <a:latin typeface="a고딕14" panose="02020600000000000000" pitchFamily="18" charset="-127"/>
                <a:ea typeface="a고딕14" panose="02020600000000000000" pitchFamily="18" charset="-127"/>
              </a:rPr>
              <a:t>가중치 비율은 '25년 </a:t>
            </a:r>
            <a:r>
              <a:rPr lang="ko-KR" altLang="en-US">
                <a:latin typeface="a고딕14" panose="02020600000000000000" pitchFamily="18" charset="-127"/>
                <a:ea typeface="a고딕14" panose="02020600000000000000" pitchFamily="18" charset="-127"/>
              </a:rPr>
              <a:t>기준을 </a:t>
            </a:r>
            <a:r>
              <a:rPr lang="ko-KR" altLang="ko-KR">
                <a:latin typeface="a고딕14" panose="02020600000000000000" pitchFamily="18" charset="-127"/>
                <a:ea typeface="a고딕14" panose="02020600000000000000" pitchFamily="18" charset="-127"/>
              </a:rPr>
              <a:t>본 </a:t>
            </a:r>
            <a:r>
              <a:rPr lang="ko-KR" altLang="en-US">
                <a:latin typeface="a고딕14" panose="02020600000000000000" pitchFamily="18" charset="-127"/>
                <a:ea typeface="a고딕14" panose="02020600000000000000" pitchFamily="18" charset="-127"/>
              </a:rPr>
              <a:t>연구</a:t>
            </a:r>
            <a:r>
              <a:rPr lang="ko-KR" altLang="ko-KR">
                <a:latin typeface="a고딕14" panose="02020600000000000000" pitchFamily="18" charset="-127"/>
                <a:ea typeface="a고딕14" panose="02020600000000000000" pitchFamily="18" charset="-127"/>
              </a:rPr>
              <a:t>에서</a:t>
            </a:r>
            <a:r>
              <a:rPr lang="ko-KR" altLang="en-US">
                <a:latin typeface="a고딕14" panose="02020600000000000000" pitchFamily="18" charset="-127"/>
                <a:ea typeface="a고딕14" panose="02020600000000000000" pitchFamily="18" charset="-127"/>
              </a:rPr>
              <a:t>도 </a:t>
            </a:r>
            <a:r>
              <a:rPr lang="ko-KR" altLang="ko-KR">
                <a:latin typeface="a고딕14" panose="02020600000000000000" pitchFamily="18" charset="-127"/>
                <a:ea typeface="a고딕14" panose="02020600000000000000" pitchFamily="18" charset="-127"/>
              </a:rPr>
              <a:t>유지하여 결과의 연속성과 비교 가능성을 </a:t>
            </a:r>
            <a:r>
              <a:rPr lang="ko-KR" altLang="en-US">
                <a:latin typeface="a고딕14" panose="02020600000000000000" pitchFamily="18" charset="-127"/>
                <a:ea typeface="a고딕14" panose="02020600000000000000" pitchFamily="18" charset="-127"/>
              </a:rPr>
              <a:t>확보할 계획임</a:t>
            </a:r>
            <a:endParaRPr lang="en-US" altLang="ko-KR">
              <a:latin typeface="a고딕14" panose="02020600000000000000" pitchFamily="18" charset="-127"/>
              <a:ea typeface="a고딕14" panose="02020600000000000000" pitchFamily="18" charset="-127"/>
            </a:endParaRPr>
          </a:p>
        </p:txBody>
      </p:sp>
    </p:spTree>
    <p:extLst>
      <p:ext uri="{BB962C8B-B14F-4D97-AF65-F5344CB8AC3E}">
        <p14:creationId xmlns:p14="http://schemas.microsoft.com/office/powerpoint/2010/main" val="1574826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080C2-8A37-BB61-72E9-9FA781E700F8}"/>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CCFD1F96-2F5D-8F27-489E-7A3B3E565660}"/>
              </a:ext>
            </a:extLst>
          </p:cNvPr>
          <p:cNvSpPr>
            <a:spLocks noGrp="1"/>
          </p:cNvSpPr>
          <p:nvPr>
            <p:ph type="body" sz="quarter" idx="12"/>
          </p:nvPr>
        </p:nvSpPr>
        <p:spPr/>
        <p:txBody>
          <a:bodyPr vert="horz" wrap="square" lIns="0" tIns="45720" rIns="0" bIns="0" rtlCol="0">
            <a:noAutofit/>
          </a:bodyPr>
          <a:lstStyle/>
          <a:p>
            <a:pPr algn="l" latinLnBrk="0"/>
            <a:r>
              <a:rPr lang="en-US" altLang="ko-KR" dirty="0"/>
              <a:t>NCS </a:t>
            </a:r>
            <a:r>
              <a:rPr lang="ko-KR" altLang="en-US" dirty="0" err="1"/>
              <a:t>세분류</a:t>
            </a:r>
            <a:r>
              <a:rPr lang="ko-KR" altLang="en-US" dirty="0"/>
              <a:t> 우선순위 도출 결과에 따른 능력단위 풀을 대상으로 능력단위 신규개발 적합성 검토를 다음과 같이 실시할 계획임</a:t>
            </a:r>
            <a:endParaRPr lang="ko-KR" altLang="en-US" dirty="0">
              <a:latin typeface="+mj-ea"/>
            </a:endParaRPr>
          </a:p>
        </p:txBody>
      </p:sp>
      <p:sp>
        <p:nvSpPr>
          <p:cNvPr id="51" name="텍스트 개체 틀 4">
            <a:extLst>
              <a:ext uri="{FF2B5EF4-FFF2-40B4-BE49-F238E27FC236}">
                <a16:creationId xmlns:a16="http://schemas.microsoft.com/office/drawing/2014/main" id="{12FECB08-443E-901C-0C25-DE4A894E402A}"/>
              </a:ext>
            </a:extLst>
          </p:cNvPr>
          <p:cNvSpPr txBox="1">
            <a:spLocks/>
          </p:cNvSpPr>
          <p:nvPr/>
        </p:nvSpPr>
        <p:spPr>
          <a:xfrm>
            <a:off x="7293260" y="138529"/>
            <a:ext cx="2052352" cy="446155"/>
          </a:xfrm>
          <a:prstGeom prst="rect">
            <a:avLst/>
          </a:prstGeom>
        </p:spPr>
        <p:txBody>
          <a:bodyPr vert="horz" wrap="none" lIns="0" tIns="0" rIns="0" bIns="0" rtlCol="0" anchor="ctr">
            <a:noAutofit/>
          </a:bodyPr>
          <a:lstStyle>
            <a:lvl1pPr marL="0" indent="0" algn="r" defTabSz="914400" rtl="0" eaLnBrk="1" latinLnBrk="1" hangingPunct="1">
              <a:spcBef>
                <a:spcPct val="20000"/>
              </a:spcBef>
              <a:buFontTx/>
              <a:buNone/>
              <a:defRPr lang="ko-KR" altLang="en-US" sz="1100" kern="1200" baseline="0" smtClean="0">
                <a:solidFill>
                  <a:schemeClr val="tx1">
                    <a:lumMod val="50000"/>
                    <a:lumOff val="50000"/>
                  </a:schemeClr>
                </a:solidFill>
                <a:latin typeface="a고딕14" panose="02020600000000000000" pitchFamily="18" charset="-127"/>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auto" latinLnBrk="0">
              <a:spcAft>
                <a:spcPts val="0"/>
              </a:spcAft>
            </a:pPr>
            <a:r>
              <a:rPr lang="en-US" altLang="ko-KR">
                <a:latin typeface="Arial Narrow" panose="020B0606020202030204" pitchFamily="34" charset="0"/>
              </a:rPr>
              <a:t>Ⅱ</a:t>
            </a:r>
            <a:r>
              <a:rPr lang="en-US" altLang="ko-KR">
                <a:latin typeface="+mn-ea"/>
              </a:rPr>
              <a:t>. </a:t>
            </a:r>
            <a:r>
              <a:rPr lang="ko-KR" altLang="en-US">
                <a:latin typeface="+mn-ea"/>
              </a:rPr>
              <a:t>제안 내용</a:t>
            </a:r>
          </a:p>
          <a:p>
            <a:pPr fontAlgn="auto" latinLnBrk="0">
              <a:spcAft>
                <a:spcPts val="0"/>
              </a:spcAft>
            </a:pPr>
            <a:r>
              <a:rPr lang="en-US" altLang="ko-KR">
                <a:latin typeface="+mn-ea"/>
              </a:rPr>
              <a:t>2. </a:t>
            </a:r>
            <a:r>
              <a:rPr lang="ko-KR" altLang="en-US">
                <a:latin typeface="+mn-ea"/>
              </a:rPr>
              <a:t>과업 수행계획 및 방법</a:t>
            </a:r>
            <a:endParaRPr lang="ko-KR" altLang="en-US" dirty="0">
              <a:latin typeface="+mn-ea"/>
            </a:endParaRPr>
          </a:p>
        </p:txBody>
      </p:sp>
      <p:sp>
        <p:nvSpPr>
          <p:cNvPr id="52" name="텍스트 개체 틀 87">
            <a:extLst>
              <a:ext uri="{FF2B5EF4-FFF2-40B4-BE49-F238E27FC236}">
                <a16:creationId xmlns:a16="http://schemas.microsoft.com/office/drawing/2014/main" id="{78A572BC-9C2C-E857-69ED-1122E95FB120}"/>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base" latinLnBrk="0">
              <a:spcAft>
                <a:spcPct val="0"/>
              </a:spcAft>
            </a:pPr>
            <a:r>
              <a:rPr lang="en-US" altLang="ko-KR" sz="1200">
                <a:solidFill>
                  <a:schemeClr val="bg1"/>
                </a:solidFill>
              </a:rPr>
              <a:t>Step5. NCS </a:t>
            </a:r>
            <a:r>
              <a:rPr lang="ko-KR" altLang="en-US" sz="1200">
                <a:solidFill>
                  <a:schemeClr val="bg1"/>
                </a:solidFill>
              </a:rPr>
              <a:t>능력단위 신규개발 적합성 검토</a:t>
            </a:r>
            <a:endParaRPr lang="ko-KR" altLang="en-US" sz="1200" dirty="0">
              <a:solidFill>
                <a:schemeClr val="bg1"/>
              </a:solidFill>
            </a:endParaRPr>
          </a:p>
        </p:txBody>
      </p:sp>
      <p:sp>
        <p:nvSpPr>
          <p:cNvPr id="53" name="직사각형 52">
            <a:extLst>
              <a:ext uri="{FF2B5EF4-FFF2-40B4-BE49-F238E27FC236}">
                <a16:creationId xmlns:a16="http://schemas.microsoft.com/office/drawing/2014/main" id="{9B887114-0D68-6E8A-E989-2E900DC54C2E}"/>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3. </a:t>
            </a:r>
            <a:r>
              <a:rPr lang="en-US" altLang="ko-KR" sz="1100" dirty="0">
                <a:solidFill>
                  <a:srgbClr val="003F56"/>
                </a:solidFill>
                <a:latin typeface="a고딕14"/>
                <a:ea typeface="a고딕14"/>
              </a:rPr>
              <a:t>NCS </a:t>
            </a:r>
            <a:r>
              <a:rPr lang="ko-KR" altLang="en-US" sz="1100" dirty="0">
                <a:solidFill>
                  <a:srgbClr val="003F56"/>
                </a:solidFill>
                <a:latin typeface="a고딕14"/>
                <a:ea typeface="a고딕14"/>
              </a:rPr>
              <a:t>능력단위 우선순위 도출</a:t>
            </a:r>
          </a:p>
        </p:txBody>
      </p:sp>
      <p:grpSp>
        <p:nvGrpSpPr>
          <p:cNvPr id="86" name="그룹 85">
            <a:extLst>
              <a:ext uri="{FF2B5EF4-FFF2-40B4-BE49-F238E27FC236}">
                <a16:creationId xmlns:a16="http://schemas.microsoft.com/office/drawing/2014/main" id="{A1D91905-B2D3-8AFE-D901-FFDC2CCA4E2B}"/>
              </a:ext>
            </a:extLst>
          </p:cNvPr>
          <p:cNvGrpSpPr/>
          <p:nvPr/>
        </p:nvGrpSpPr>
        <p:grpSpPr>
          <a:xfrm>
            <a:off x="596515" y="1681027"/>
            <a:ext cx="8749097" cy="266602"/>
            <a:chOff x="802640" y="2236632"/>
            <a:chExt cx="4130805" cy="266552"/>
          </a:xfrm>
        </p:grpSpPr>
        <p:sp>
          <p:nvSpPr>
            <p:cNvPr id="87" name="ListLeanHorizontalTextTopic0">
              <a:extLst>
                <a:ext uri="{FF2B5EF4-FFF2-40B4-BE49-F238E27FC236}">
                  <a16:creationId xmlns:a16="http://schemas.microsoft.com/office/drawing/2014/main" id="{55D963EE-0EAC-2A42-6157-21A7EA5A2A3C}"/>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ko-KR" altLang="en-US" sz="1400" kern="0">
                  <a:solidFill>
                    <a:srgbClr val="000000"/>
                  </a:solidFill>
                  <a:latin typeface="a고딕14" panose="02020600000000000000" pitchFamily="18" charset="-127"/>
                  <a:ea typeface="a고딕14" panose="02020600000000000000" pitchFamily="18" charset="-127"/>
                  <a:cs typeface="Arial Narrow" pitchFamily="34" charset="0"/>
                </a:rPr>
                <a:t>이러닝</a:t>
              </a:r>
              <a:r>
                <a:rPr lang="en-US" altLang="ko-KR" sz="1400" kern="0">
                  <a:solidFill>
                    <a:srgbClr val="000000"/>
                  </a:solidFill>
                  <a:latin typeface="a고딕14" panose="02020600000000000000" pitchFamily="18" charset="-127"/>
                  <a:ea typeface="a고딕14" panose="02020600000000000000" pitchFamily="18" charset="-127"/>
                  <a:cs typeface="Arial Narrow" pitchFamily="34" charset="0"/>
                </a:rPr>
                <a:t>, </a:t>
              </a:r>
              <a:r>
                <a:rPr lang="ko-KR" altLang="en-US" sz="1400" kern="0">
                  <a:solidFill>
                    <a:srgbClr val="000000"/>
                  </a:solidFill>
                  <a:latin typeface="a고딕14" panose="02020600000000000000" pitchFamily="18" charset="-127"/>
                  <a:ea typeface="a고딕14" panose="02020600000000000000" pitchFamily="18" charset="-127"/>
                  <a:cs typeface="Arial Narrow" pitchFamily="34" charset="0"/>
                </a:rPr>
                <a:t>가상훈련 콘텐츠</a:t>
              </a:r>
              <a:r>
                <a:rPr lang="en-US" altLang="ko-KR" sz="1400" kern="0">
                  <a:solidFill>
                    <a:srgbClr val="000000"/>
                  </a:solidFill>
                  <a:latin typeface="a고딕14" panose="02020600000000000000" pitchFamily="18" charset="-127"/>
                  <a:ea typeface="a고딕14" panose="02020600000000000000" pitchFamily="18" charset="-127"/>
                  <a:cs typeface="Arial Narrow" pitchFamily="34" charset="0"/>
                </a:rPr>
                <a:t>, AI </a:t>
              </a:r>
              <a:r>
                <a:rPr lang="ko-KR" altLang="en-US" sz="1400" kern="0">
                  <a:solidFill>
                    <a:srgbClr val="000000"/>
                  </a:solidFill>
                  <a:latin typeface="a고딕14" panose="02020600000000000000" pitchFamily="18" charset="-127"/>
                  <a:ea typeface="a고딕14" panose="02020600000000000000" pitchFamily="18" charset="-127"/>
                  <a:cs typeface="Arial Narrow" pitchFamily="34" charset="0"/>
                </a:rPr>
                <a:t>융합 과목 개발에 적합한 </a:t>
              </a:r>
              <a:r>
                <a:rPr lang="en-US" altLang="ko-KR" sz="1400" kern="0">
                  <a:solidFill>
                    <a:srgbClr val="000000"/>
                  </a:solidFill>
                  <a:latin typeface="a고딕14" panose="02020600000000000000" pitchFamily="18" charset="-127"/>
                  <a:ea typeface="a고딕14" panose="02020600000000000000" pitchFamily="18" charset="-127"/>
                  <a:cs typeface="Arial Narrow" pitchFamily="34" charset="0"/>
                </a:rPr>
                <a:t>NCS </a:t>
              </a:r>
              <a:r>
                <a:rPr lang="ko-KR" altLang="en-US" sz="1400" kern="0">
                  <a:solidFill>
                    <a:srgbClr val="000000"/>
                  </a:solidFill>
                  <a:latin typeface="a고딕14" panose="02020600000000000000" pitchFamily="18" charset="-127"/>
                  <a:ea typeface="a고딕14" panose="02020600000000000000" pitchFamily="18" charset="-127"/>
                  <a:cs typeface="Arial Narrow" pitchFamily="34" charset="0"/>
                </a:rPr>
                <a:t>능력단위 선별 절차</a:t>
              </a:r>
              <a:endParaRPr lang="en-US" altLang="ko-KR" sz="1400" kern="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88" name="Horizontal Line">
              <a:extLst>
                <a:ext uri="{FF2B5EF4-FFF2-40B4-BE49-F238E27FC236}">
                  <a16:creationId xmlns:a16="http://schemas.microsoft.com/office/drawing/2014/main" id="{FC62B4EF-4F72-70AB-47C5-2BB67FD2EA96}"/>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102" name="직사각형 101">
            <a:extLst>
              <a:ext uri="{FF2B5EF4-FFF2-40B4-BE49-F238E27FC236}">
                <a16:creationId xmlns:a16="http://schemas.microsoft.com/office/drawing/2014/main" id="{86A89F3B-D9E1-ABCF-F684-85017766EFE5}"/>
              </a:ext>
            </a:extLst>
          </p:cNvPr>
          <p:cNvSpPr/>
          <p:nvPr/>
        </p:nvSpPr>
        <p:spPr>
          <a:xfrm>
            <a:off x="616417" y="2097088"/>
            <a:ext cx="778683" cy="576064"/>
          </a:xfrm>
          <a:prstGeom prst="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rial Narrow" panose="020B0606020202030204" pitchFamily="34" charset="0"/>
                <a:ea typeface="a고딕14" panose="02020600000000000000" pitchFamily="18" charset="-127"/>
              </a:rPr>
              <a:t>적합성 평가 목적</a:t>
            </a:r>
          </a:p>
        </p:txBody>
      </p:sp>
      <p:sp>
        <p:nvSpPr>
          <p:cNvPr id="104" name="직사각형 103">
            <a:extLst>
              <a:ext uri="{FF2B5EF4-FFF2-40B4-BE49-F238E27FC236}">
                <a16:creationId xmlns:a16="http://schemas.microsoft.com/office/drawing/2014/main" id="{C7A6A539-1082-842E-6F5A-26D924008A03}"/>
              </a:ext>
            </a:extLst>
          </p:cNvPr>
          <p:cNvSpPr/>
          <p:nvPr/>
        </p:nvSpPr>
        <p:spPr>
          <a:xfrm>
            <a:off x="616417" y="2852936"/>
            <a:ext cx="778683" cy="576064"/>
          </a:xfrm>
          <a:prstGeom prst="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rial Narrow" panose="020B0606020202030204" pitchFamily="34" charset="0"/>
                <a:ea typeface="a고딕14" panose="02020600000000000000" pitchFamily="18" charset="-127"/>
              </a:rPr>
              <a:t>적합성 평가 범위</a:t>
            </a:r>
          </a:p>
        </p:txBody>
      </p:sp>
      <p:sp>
        <p:nvSpPr>
          <p:cNvPr id="106" name="직사각형 105">
            <a:extLst>
              <a:ext uri="{FF2B5EF4-FFF2-40B4-BE49-F238E27FC236}">
                <a16:creationId xmlns:a16="http://schemas.microsoft.com/office/drawing/2014/main" id="{3955576C-FA41-3A36-BB69-B2F8632A5F3F}"/>
              </a:ext>
            </a:extLst>
          </p:cNvPr>
          <p:cNvSpPr/>
          <p:nvPr/>
        </p:nvSpPr>
        <p:spPr>
          <a:xfrm>
            <a:off x="616417" y="3608783"/>
            <a:ext cx="778683" cy="708953"/>
          </a:xfrm>
          <a:prstGeom prst="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rial Narrow" panose="020B0606020202030204" pitchFamily="34" charset="0"/>
                <a:ea typeface="a고딕14" panose="02020600000000000000" pitchFamily="18" charset="-127"/>
              </a:rPr>
              <a:t>적합성 평가 절차</a:t>
            </a:r>
          </a:p>
        </p:txBody>
      </p:sp>
      <p:sp>
        <p:nvSpPr>
          <p:cNvPr id="107" name="직사각형 106">
            <a:extLst>
              <a:ext uri="{FF2B5EF4-FFF2-40B4-BE49-F238E27FC236}">
                <a16:creationId xmlns:a16="http://schemas.microsoft.com/office/drawing/2014/main" id="{9B5AD86F-51B3-765A-7563-A2B5BEB35527}"/>
              </a:ext>
            </a:extLst>
          </p:cNvPr>
          <p:cNvSpPr/>
          <p:nvPr/>
        </p:nvSpPr>
        <p:spPr>
          <a:xfrm>
            <a:off x="616417" y="4468020"/>
            <a:ext cx="778683" cy="2021680"/>
          </a:xfrm>
          <a:prstGeom prst="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rial Narrow" panose="020B0606020202030204" pitchFamily="34" charset="0"/>
                <a:ea typeface="a고딕14" panose="02020600000000000000" pitchFamily="18" charset="-127"/>
              </a:rPr>
              <a:t>내용</a:t>
            </a:r>
          </a:p>
        </p:txBody>
      </p:sp>
      <p:grpSp>
        <p:nvGrpSpPr>
          <p:cNvPr id="89" name="그룹 88">
            <a:extLst>
              <a:ext uri="{FF2B5EF4-FFF2-40B4-BE49-F238E27FC236}">
                <a16:creationId xmlns:a16="http://schemas.microsoft.com/office/drawing/2014/main" id="{F7FFF8D8-F132-F519-D247-2FF71F728419}"/>
              </a:ext>
            </a:extLst>
          </p:cNvPr>
          <p:cNvGrpSpPr/>
          <p:nvPr/>
        </p:nvGrpSpPr>
        <p:grpSpPr>
          <a:xfrm>
            <a:off x="1532620" y="3613061"/>
            <a:ext cx="7812992" cy="704676"/>
            <a:chOff x="2321507" y="4364632"/>
            <a:chExt cx="7024104" cy="704676"/>
          </a:xfrm>
        </p:grpSpPr>
        <p:sp>
          <p:nvSpPr>
            <p:cNvPr id="90" name="오각형 56">
              <a:extLst>
                <a:ext uri="{FF2B5EF4-FFF2-40B4-BE49-F238E27FC236}">
                  <a16:creationId xmlns:a16="http://schemas.microsoft.com/office/drawing/2014/main" id="{F55A8C45-91C2-BD40-ED35-68212E7A512C}"/>
                </a:ext>
              </a:extLst>
            </p:cNvPr>
            <p:cNvSpPr/>
            <p:nvPr/>
          </p:nvSpPr>
          <p:spPr>
            <a:xfrm>
              <a:off x="2340040" y="4377778"/>
              <a:ext cx="1835358" cy="691413"/>
            </a:xfrm>
            <a:prstGeom prst="homePlate">
              <a:avLst>
                <a:gd name="adj" fmla="val 21438"/>
              </a:avLst>
            </a:prstGeom>
            <a:solidFill>
              <a:srgbClr val="003F56"/>
            </a:solidFill>
            <a:ln w="12700" cap="flat" cmpd="sng" algn="ctr">
              <a:noFill/>
              <a:prstDash val="solid"/>
              <a:miter lim="800000"/>
            </a:ln>
            <a:effectLst/>
          </p:spPr>
          <p:txBody>
            <a:bodyPr rtlCol="0" anchor="ctr"/>
            <a:lstStyle/>
            <a:p>
              <a:pPr algn="l" eaLnBrk="1" fontAlgn="auto" latinLnBrk="0" hangingPunct="1">
                <a:spcBef>
                  <a:spcPts val="0"/>
                </a:spcBef>
                <a:spcAft>
                  <a:spcPts val="0"/>
                </a:spcAft>
                <a:buFontTx/>
                <a:buNone/>
                <a:defRPr/>
              </a:pPr>
              <a:endParaRPr lang="ko-KR" altLang="en-US" kern="0">
                <a:solidFill>
                  <a:prstClr val="white"/>
                </a:solidFill>
                <a:latin typeface="Arial Narrow" panose="020B0606020202030204" pitchFamily="34" charset="0"/>
                <a:ea typeface="a고딕14" panose="02020600000000000000" pitchFamily="18" charset="-127"/>
              </a:endParaRPr>
            </a:p>
          </p:txBody>
        </p:sp>
        <p:sp>
          <p:nvSpPr>
            <p:cNvPr id="91" name="갈매기형 수장 54">
              <a:extLst>
                <a:ext uri="{FF2B5EF4-FFF2-40B4-BE49-F238E27FC236}">
                  <a16:creationId xmlns:a16="http://schemas.microsoft.com/office/drawing/2014/main" id="{548C8086-1B4D-FA05-2D0B-4B0E1418C053}"/>
                </a:ext>
              </a:extLst>
            </p:cNvPr>
            <p:cNvSpPr/>
            <p:nvPr/>
          </p:nvSpPr>
          <p:spPr>
            <a:xfrm>
              <a:off x="3885971" y="4377587"/>
              <a:ext cx="2082751" cy="691720"/>
            </a:xfrm>
            <a:prstGeom prst="chevron">
              <a:avLst>
                <a:gd name="adj" fmla="val 18166"/>
              </a:avLst>
            </a:prstGeom>
            <a:solidFill>
              <a:srgbClr val="005E80"/>
            </a:solidFill>
            <a:ln w="12700" cap="flat" cmpd="sng" algn="ctr">
              <a:noFill/>
              <a:prstDash val="solid"/>
              <a:miter lim="800000"/>
            </a:ln>
            <a:effectLst/>
          </p:spPr>
          <p:txBody>
            <a:bodyPr rtlCol="0" anchor="ctr"/>
            <a:lstStyle/>
            <a:p>
              <a:pPr algn="l" eaLnBrk="1" fontAlgn="auto" latinLnBrk="0" hangingPunct="1">
                <a:spcBef>
                  <a:spcPts val="0"/>
                </a:spcBef>
                <a:spcAft>
                  <a:spcPts val="0"/>
                </a:spcAft>
                <a:buFontTx/>
                <a:buNone/>
                <a:defRPr/>
              </a:pPr>
              <a:endParaRPr lang="ko-KR" altLang="en-US" kern="0">
                <a:solidFill>
                  <a:prstClr val="black"/>
                </a:solidFill>
                <a:latin typeface="Arial Narrow" panose="020B0606020202030204" pitchFamily="34" charset="0"/>
                <a:ea typeface="a고딕14" panose="02020600000000000000" pitchFamily="18" charset="-127"/>
              </a:endParaRPr>
            </a:p>
          </p:txBody>
        </p:sp>
        <p:sp>
          <p:nvSpPr>
            <p:cNvPr id="92" name="갈매기형 수장 49">
              <a:extLst>
                <a:ext uri="{FF2B5EF4-FFF2-40B4-BE49-F238E27FC236}">
                  <a16:creationId xmlns:a16="http://schemas.microsoft.com/office/drawing/2014/main" id="{6F6A5B14-A8AF-C0FB-C827-2A1259924ACC}"/>
                </a:ext>
              </a:extLst>
            </p:cNvPr>
            <p:cNvSpPr/>
            <p:nvPr/>
          </p:nvSpPr>
          <p:spPr>
            <a:xfrm>
              <a:off x="7295234" y="4377776"/>
              <a:ext cx="2050377" cy="691531"/>
            </a:xfrm>
            <a:prstGeom prst="chevron">
              <a:avLst>
                <a:gd name="adj" fmla="val 16289"/>
              </a:avLst>
            </a:prstGeom>
            <a:solidFill>
              <a:srgbClr val="D5F4FF"/>
            </a:solidFill>
            <a:ln w="12700" cap="flat" cmpd="sng" algn="ctr">
              <a:noFill/>
              <a:prstDash val="solid"/>
              <a:miter lim="800000"/>
            </a:ln>
            <a:effectLst/>
          </p:spPr>
          <p:txBody>
            <a:bodyPr rtlCol="0" anchor="ctr"/>
            <a:lstStyle/>
            <a:p>
              <a:pPr algn="l" eaLnBrk="1" fontAlgn="auto" latinLnBrk="0" hangingPunct="1">
                <a:spcBef>
                  <a:spcPts val="0"/>
                </a:spcBef>
                <a:spcAft>
                  <a:spcPts val="0"/>
                </a:spcAft>
                <a:buFontTx/>
                <a:buNone/>
                <a:defRPr/>
              </a:pPr>
              <a:endParaRPr lang="ko-KR" altLang="en-US" kern="0">
                <a:solidFill>
                  <a:srgbClr val="005E80"/>
                </a:solidFill>
                <a:latin typeface="Arial Narrow" panose="020B0606020202030204" pitchFamily="34" charset="0"/>
                <a:ea typeface="a고딕14" panose="02020600000000000000" pitchFamily="18" charset="-127"/>
              </a:endParaRPr>
            </a:p>
          </p:txBody>
        </p:sp>
        <p:sp>
          <p:nvSpPr>
            <p:cNvPr id="93" name="갈매기형 수장 43">
              <a:extLst>
                <a:ext uri="{FF2B5EF4-FFF2-40B4-BE49-F238E27FC236}">
                  <a16:creationId xmlns:a16="http://schemas.microsoft.com/office/drawing/2014/main" id="{F130AC5E-2C59-7217-CCA0-5ECCB0A063FB}"/>
                </a:ext>
              </a:extLst>
            </p:cNvPr>
            <p:cNvSpPr/>
            <p:nvPr/>
          </p:nvSpPr>
          <p:spPr>
            <a:xfrm>
              <a:off x="5679294" y="4377589"/>
              <a:ext cx="1888462" cy="691719"/>
            </a:xfrm>
            <a:prstGeom prst="chevron">
              <a:avLst>
                <a:gd name="adj" fmla="val 18842"/>
              </a:avLst>
            </a:prstGeom>
            <a:solidFill>
              <a:srgbClr val="93CDDD"/>
            </a:solidFill>
            <a:ln w="12700" cap="flat" cmpd="sng" algn="ctr">
              <a:noFill/>
              <a:prstDash val="solid"/>
              <a:miter lim="800000"/>
            </a:ln>
            <a:effectLst/>
          </p:spPr>
          <p:txBody>
            <a:bodyPr rtlCol="0" anchor="ctr"/>
            <a:lstStyle/>
            <a:p>
              <a:pPr algn="l" eaLnBrk="1" fontAlgn="auto" latinLnBrk="0" hangingPunct="1">
                <a:spcBef>
                  <a:spcPts val="0"/>
                </a:spcBef>
                <a:spcAft>
                  <a:spcPts val="0"/>
                </a:spcAft>
                <a:buFontTx/>
                <a:buNone/>
                <a:defRPr/>
              </a:pPr>
              <a:endParaRPr lang="ko-KR" altLang="en-US" kern="0">
                <a:solidFill>
                  <a:prstClr val="black"/>
                </a:solidFill>
                <a:latin typeface="Arial Narrow" panose="020B0606020202030204" pitchFamily="34" charset="0"/>
                <a:ea typeface="a고딕14" panose="02020600000000000000" pitchFamily="18" charset="-127"/>
              </a:endParaRPr>
            </a:p>
          </p:txBody>
        </p:sp>
        <p:sp>
          <p:nvSpPr>
            <p:cNvPr id="94" name="TextBox 93">
              <a:extLst>
                <a:ext uri="{FF2B5EF4-FFF2-40B4-BE49-F238E27FC236}">
                  <a16:creationId xmlns:a16="http://schemas.microsoft.com/office/drawing/2014/main" id="{93ACCAE0-BE0E-2464-CD5D-D23070EE5D47}"/>
                </a:ext>
              </a:extLst>
            </p:cNvPr>
            <p:cNvSpPr txBox="1"/>
            <p:nvPr/>
          </p:nvSpPr>
          <p:spPr>
            <a:xfrm>
              <a:off x="2435540" y="4597782"/>
              <a:ext cx="1418191" cy="276999"/>
            </a:xfrm>
            <a:prstGeom prst="rect">
              <a:avLst/>
            </a:prstGeom>
            <a:noFill/>
          </p:spPr>
          <p:txBody>
            <a:bodyPr wrap="square" rtlCol="0">
              <a:spAutoFit/>
            </a:bodyPr>
            <a:lstStyle/>
            <a:p>
              <a:pPr latinLnBrk="0">
                <a:buNone/>
              </a:pPr>
              <a:r>
                <a:rPr lang="ko-KR" altLang="en-US">
                  <a:solidFill>
                    <a:schemeClr val="bg1"/>
                  </a:solidFill>
                  <a:latin typeface="Arial Narrow" panose="020B0606020202030204" pitchFamily="34" charset="0"/>
                  <a:ea typeface="a고딕14" panose="02020600000000000000" pitchFamily="18" charset="-127"/>
                </a:rPr>
                <a:t>평가 지표 </a:t>
              </a:r>
              <a:r>
                <a:rPr lang="en-US" altLang="ko-KR">
                  <a:solidFill>
                    <a:schemeClr val="bg1"/>
                  </a:solidFill>
                  <a:latin typeface="Arial Narrow" panose="020B0606020202030204" pitchFamily="34" charset="0"/>
                  <a:ea typeface="a고딕14" panose="02020600000000000000" pitchFamily="18" charset="-127"/>
                </a:rPr>
                <a:t>Pool </a:t>
              </a:r>
              <a:r>
                <a:rPr lang="ko-KR" altLang="en-US">
                  <a:solidFill>
                    <a:schemeClr val="bg1"/>
                  </a:solidFill>
                  <a:latin typeface="Arial Narrow" panose="020B0606020202030204" pitchFamily="34" charset="0"/>
                  <a:ea typeface="a고딕14" panose="02020600000000000000" pitchFamily="18" charset="-127"/>
                </a:rPr>
                <a:t>제작</a:t>
              </a:r>
            </a:p>
          </p:txBody>
        </p:sp>
        <p:sp>
          <p:nvSpPr>
            <p:cNvPr id="95" name="TextBox 94">
              <a:extLst>
                <a:ext uri="{FF2B5EF4-FFF2-40B4-BE49-F238E27FC236}">
                  <a16:creationId xmlns:a16="http://schemas.microsoft.com/office/drawing/2014/main" id="{B7E90363-B4EF-5E59-19F3-6CBFEB81EA3E}"/>
                </a:ext>
              </a:extLst>
            </p:cNvPr>
            <p:cNvSpPr txBox="1"/>
            <p:nvPr/>
          </p:nvSpPr>
          <p:spPr>
            <a:xfrm>
              <a:off x="4239878" y="4597782"/>
              <a:ext cx="1182045" cy="265756"/>
            </a:xfrm>
            <a:prstGeom prst="rect">
              <a:avLst/>
            </a:prstGeom>
            <a:noFill/>
          </p:spPr>
          <p:txBody>
            <a:bodyPr wrap="square" rtlCol="0">
              <a:spAutoFit/>
            </a:bodyPr>
            <a:lstStyle/>
            <a:p>
              <a:pPr latinLnBrk="0">
                <a:buNone/>
              </a:pPr>
              <a:r>
                <a:rPr lang="ko-KR" altLang="en-US">
                  <a:solidFill>
                    <a:schemeClr val="bg1"/>
                  </a:solidFill>
                  <a:latin typeface="Arial Narrow" panose="020B0606020202030204" pitchFamily="34" charset="0"/>
                  <a:ea typeface="a고딕14" panose="02020600000000000000" pitchFamily="18" charset="-127"/>
                </a:rPr>
                <a:t>전문가 자문회의</a:t>
              </a:r>
            </a:p>
          </p:txBody>
        </p:sp>
        <p:sp>
          <p:nvSpPr>
            <p:cNvPr id="96" name="TextBox 95">
              <a:extLst>
                <a:ext uri="{FF2B5EF4-FFF2-40B4-BE49-F238E27FC236}">
                  <a16:creationId xmlns:a16="http://schemas.microsoft.com/office/drawing/2014/main" id="{9399F12E-E9F5-A4CA-E7CB-6EB1DB220A68}"/>
                </a:ext>
              </a:extLst>
            </p:cNvPr>
            <p:cNvSpPr txBox="1"/>
            <p:nvPr/>
          </p:nvSpPr>
          <p:spPr>
            <a:xfrm>
              <a:off x="5769228" y="4597782"/>
              <a:ext cx="1694508" cy="461665"/>
            </a:xfrm>
            <a:prstGeom prst="rect">
              <a:avLst/>
            </a:prstGeom>
            <a:noFill/>
          </p:spPr>
          <p:txBody>
            <a:bodyPr wrap="square" rtlCol="0">
              <a:spAutoFit/>
            </a:bodyPr>
            <a:lstStyle/>
            <a:p>
              <a:pPr latinLnBrk="0">
                <a:buNone/>
              </a:pPr>
              <a:r>
                <a:rPr lang="ko-KR" altLang="en-US">
                  <a:solidFill>
                    <a:schemeClr val="bg1"/>
                  </a:solidFill>
                  <a:latin typeface="Arial Narrow" panose="020B0606020202030204" pitchFamily="34" charset="0"/>
                  <a:ea typeface="a고딕14" panose="02020600000000000000" pitchFamily="18" charset="-127"/>
                </a:rPr>
                <a:t>연구진 및 </a:t>
              </a:r>
              <a:r>
                <a:rPr lang="ko-KR" altLang="en-US" err="1">
                  <a:solidFill>
                    <a:schemeClr val="bg1"/>
                  </a:solidFill>
                  <a:latin typeface="Arial Narrow" panose="020B0606020202030204" pitchFamily="34" charset="0"/>
                  <a:ea typeface="a고딕14" panose="02020600000000000000" pitchFamily="18" charset="-127"/>
                </a:rPr>
                <a:t>온평원</a:t>
              </a:r>
              <a:r>
                <a:rPr lang="ko-KR" altLang="en-US">
                  <a:solidFill>
                    <a:schemeClr val="bg1"/>
                  </a:solidFill>
                  <a:latin typeface="Arial Narrow" panose="020B0606020202030204" pitchFamily="34" charset="0"/>
                  <a:ea typeface="a고딕14" panose="02020600000000000000" pitchFamily="18" charset="-127"/>
                </a:rPr>
                <a:t> 검토를 통한 평가지표 최종 확정</a:t>
              </a:r>
            </a:p>
          </p:txBody>
        </p:sp>
        <p:sp>
          <p:nvSpPr>
            <p:cNvPr id="97" name="TextBox 96">
              <a:extLst>
                <a:ext uri="{FF2B5EF4-FFF2-40B4-BE49-F238E27FC236}">
                  <a16:creationId xmlns:a16="http://schemas.microsoft.com/office/drawing/2014/main" id="{DBAC9891-7D38-6465-BCED-78B8B2E29E61}"/>
                </a:ext>
              </a:extLst>
            </p:cNvPr>
            <p:cNvSpPr txBox="1"/>
            <p:nvPr/>
          </p:nvSpPr>
          <p:spPr>
            <a:xfrm>
              <a:off x="7803332" y="4597782"/>
              <a:ext cx="1279261" cy="276999"/>
            </a:xfrm>
            <a:prstGeom prst="rect">
              <a:avLst/>
            </a:prstGeom>
            <a:noFill/>
          </p:spPr>
          <p:txBody>
            <a:bodyPr wrap="square" rtlCol="0">
              <a:spAutoFit/>
            </a:bodyPr>
            <a:lstStyle/>
            <a:p>
              <a:pPr latinLnBrk="0">
                <a:buNone/>
              </a:pPr>
              <a:r>
                <a:rPr lang="ko-KR" altLang="en-US">
                  <a:solidFill>
                    <a:srgbClr val="31859C"/>
                  </a:solidFill>
                  <a:latin typeface="Arial Narrow" panose="020B0606020202030204" pitchFamily="34" charset="0"/>
                  <a:ea typeface="a고딕14" panose="02020600000000000000" pitchFamily="18" charset="-127"/>
                </a:rPr>
                <a:t>적합성 평가 실시</a:t>
              </a:r>
            </a:p>
          </p:txBody>
        </p:sp>
        <p:sp>
          <p:nvSpPr>
            <p:cNvPr id="98" name="TextBox 97">
              <a:extLst>
                <a:ext uri="{FF2B5EF4-FFF2-40B4-BE49-F238E27FC236}">
                  <a16:creationId xmlns:a16="http://schemas.microsoft.com/office/drawing/2014/main" id="{E69B04D1-CC95-72EF-C1A2-9354A770B99B}"/>
                </a:ext>
              </a:extLst>
            </p:cNvPr>
            <p:cNvSpPr txBox="1"/>
            <p:nvPr/>
          </p:nvSpPr>
          <p:spPr>
            <a:xfrm>
              <a:off x="2321507" y="4364632"/>
              <a:ext cx="746352" cy="265756"/>
            </a:xfrm>
            <a:prstGeom prst="rect">
              <a:avLst/>
            </a:prstGeom>
            <a:noFill/>
          </p:spPr>
          <p:txBody>
            <a:bodyPr wrap="square">
              <a:spAutoFit/>
            </a:bodyPr>
            <a:lstStyle/>
            <a:p>
              <a:pPr algn="l" eaLnBrk="1" fontAlgn="auto" latinLnBrk="0" hangingPunct="1">
                <a:spcBef>
                  <a:spcPts val="0"/>
                </a:spcBef>
                <a:spcAft>
                  <a:spcPts val="0"/>
                </a:spcAft>
                <a:buFontTx/>
                <a:buNone/>
                <a:defRPr/>
              </a:pPr>
              <a:r>
                <a:rPr lang="en-US" altLang="ko-KR" sz="1200" i="1" kern="0">
                  <a:solidFill>
                    <a:prstClr val="white"/>
                  </a:solidFill>
                  <a:latin typeface="Arial Narrow" panose="020B0606020202030204" pitchFamily="34" charset="0"/>
                  <a:ea typeface="a고딕14" panose="02020600000000000000" pitchFamily="18" charset="-127"/>
                </a:rPr>
                <a:t>Section </a:t>
              </a:r>
              <a:r>
                <a:rPr lang="en-US" altLang="ko-KR" i="1" kern="0">
                  <a:solidFill>
                    <a:prstClr val="white"/>
                  </a:solidFill>
                  <a:latin typeface="Arial Narrow" panose="020B0606020202030204" pitchFamily="34" charset="0"/>
                  <a:ea typeface="a고딕14" panose="02020600000000000000" pitchFamily="18" charset="-127"/>
                </a:rPr>
                <a:t>1</a:t>
              </a:r>
            </a:p>
          </p:txBody>
        </p:sp>
        <p:sp>
          <p:nvSpPr>
            <p:cNvPr id="99" name="TextBox 98">
              <a:extLst>
                <a:ext uri="{FF2B5EF4-FFF2-40B4-BE49-F238E27FC236}">
                  <a16:creationId xmlns:a16="http://schemas.microsoft.com/office/drawing/2014/main" id="{E1D8DE1D-3BF6-1368-9075-E7ED37D13120}"/>
                </a:ext>
              </a:extLst>
            </p:cNvPr>
            <p:cNvSpPr txBox="1"/>
            <p:nvPr/>
          </p:nvSpPr>
          <p:spPr>
            <a:xfrm>
              <a:off x="3930908" y="4364632"/>
              <a:ext cx="746352" cy="265756"/>
            </a:xfrm>
            <a:prstGeom prst="rect">
              <a:avLst/>
            </a:prstGeom>
            <a:noFill/>
          </p:spPr>
          <p:txBody>
            <a:bodyPr wrap="square">
              <a:spAutoFit/>
            </a:bodyPr>
            <a:lstStyle/>
            <a:p>
              <a:pPr algn="l" eaLnBrk="1" fontAlgn="auto" latinLnBrk="0" hangingPunct="1">
                <a:spcBef>
                  <a:spcPts val="0"/>
                </a:spcBef>
                <a:spcAft>
                  <a:spcPts val="0"/>
                </a:spcAft>
                <a:buFontTx/>
                <a:buNone/>
                <a:defRPr/>
              </a:pPr>
              <a:r>
                <a:rPr lang="en-US" altLang="ko-KR" sz="1200" i="1" kern="0">
                  <a:solidFill>
                    <a:prstClr val="white"/>
                  </a:solidFill>
                  <a:latin typeface="Arial Narrow" panose="020B0606020202030204" pitchFamily="34" charset="0"/>
                  <a:ea typeface="a고딕14" panose="02020600000000000000" pitchFamily="18" charset="-127"/>
                </a:rPr>
                <a:t>Section </a:t>
              </a:r>
              <a:r>
                <a:rPr lang="en-US" altLang="ko-KR" i="1" kern="0">
                  <a:solidFill>
                    <a:prstClr val="white"/>
                  </a:solidFill>
                  <a:latin typeface="Arial Narrow" panose="020B0606020202030204" pitchFamily="34" charset="0"/>
                  <a:ea typeface="a고딕14" panose="02020600000000000000" pitchFamily="18" charset="-127"/>
                </a:rPr>
                <a:t>2</a:t>
              </a:r>
            </a:p>
          </p:txBody>
        </p:sp>
        <p:sp>
          <p:nvSpPr>
            <p:cNvPr id="100" name="TextBox 99">
              <a:extLst>
                <a:ext uri="{FF2B5EF4-FFF2-40B4-BE49-F238E27FC236}">
                  <a16:creationId xmlns:a16="http://schemas.microsoft.com/office/drawing/2014/main" id="{A82FC5A1-FA9E-B9BC-A62E-1F2037C8EA46}"/>
                </a:ext>
              </a:extLst>
            </p:cNvPr>
            <p:cNvSpPr txBox="1"/>
            <p:nvPr/>
          </p:nvSpPr>
          <p:spPr>
            <a:xfrm>
              <a:off x="5707135" y="4364632"/>
              <a:ext cx="746352" cy="265756"/>
            </a:xfrm>
            <a:prstGeom prst="rect">
              <a:avLst/>
            </a:prstGeom>
            <a:noFill/>
          </p:spPr>
          <p:txBody>
            <a:bodyPr wrap="square">
              <a:spAutoFit/>
            </a:bodyPr>
            <a:lstStyle/>
            <a:p>
              <a:pPr algn="l" eaLnBrk="1" fontAlgn="auto" latinLnBrk="0" hangingPunct="1">
                <a:spcBef>
                  <a:spcPts val="0"/>
                </a:spcBef>
                <a:spcAft>
                  <a:spcPts val="0"/>
                </a:spcAft>
                <a:buFontTx/>
                <a:buNone/>
                <a:defRPr/>
              </a:pPr>
              <a:r>
                <a:rPr lang="en-US" altLang="ko-KR" sz="1200" i="1" kern="0">
                  <a:solidFill>
                    <a:prstClr val="white"/>
                  </a:solidFill>
                  <a:latin typeface="Arial Narrow" panose="020B0606020202030204" pitchFamily="34" charset="0"/>
                  <a:ea typeface="a고딕14" panose="02020600000000000000" pitchFamily="18" charset="-127"/>
                </a:rPr>
                <a:t>Section </a:t>
              </a:r>
              <a:r>
                <a:rPr lang="en-US" altLang="ko-KR" i="1" kern="0">
                  <a:solidFill>
                    <a:prstClr val="white"/>
                  </a:solidFill>
                  <a:latin typeface="Arial Narrow" panose="020B0606020202030204" pitchFamily="34" charset="0"/>
                  <a:ea typeface="a고딕14" panose="02020600000000000000" pitchFamily="18" charset="-127"/>
                </a:rPr>
                <a:t>3</a:t>
              </a:r>
            </a:p>
          </p:txBody>
        </p:sp>
        <p:sp>
          <p:nvSpPr>
            <p:cNvPr id="101" name="TextBox 100">
              <a:extLst>
                <a:ext uri="{FF2B5EF4-FFF2-40B4-BE49-F238E27FC236}">
                  <a16:creationId xmlns:a16="http://schemas.microsoft.com/office/drawing/2014/main" id="{39CD46AD-7481-DFC8-72AB-838D42A985F6}"/>
                </a:ext>
              </a:extLst>
            </p:cNvPr>
            <p:cNvSpPr txBox="1"/>
            <p:nvPr/>
          </p:nvSpPr>
          <p:spPr>
            <a:xfrm>
              <a:off x="7556823" y="4364632"/>
              <a:ext cx="746352" cy="265756"/>
            </a:xfrm>
            <a:prstGeom prst="rect">
              <a:avLst/>
            </a:prstGeom>
            <a:noFill/>
          </p:spPr>
          <p:txBody>
            <a:bodyPr wrap="square">
              <a:spAutoFit/>
            </a:bodyPr>
            <a:lstStyle/>
            <a:p>
              <a:pPr algn="l" eaLnBrk="1" fontAlgn="auto" latinLnBrk="0" hangingPunct="1">
                <a:spcBef>
                  <a:spcPts val="0"/>
                </a:spcBef>
                <a:spcAft>
                  <a:spcPts val="0"/>
                </a:spcAft>
                <a:buFontTx/>
                <a:buNone/>
                <a:defRPr/>
              </a:pPr>
              <a:r>
                <a:rPr lang="en-US" altLang="ko-KR" sz="1200" i="1" kern="0">
                  <a:solidFill>
                    <a:srgbClr val="31859C"/>
                  </a:solidFill>
                  <a:latin typeface="Arial Narrow" panose="020B0606020202030204" pitchFamily="34" charset="0"/>
                  <a:ea typeface="a고딕14" panose="02020600000000000000" pitchFamily="18" charset="-127"/>
                </a:rPr>
                <a:t>Section </a:t>
              </a:r>
              <a:r>
                <a:rPr lang="en-US" altLang="ko-KR" i="1" kern="0">
                  <a:solidFill>
                    <a:srgbClr val="31859C"/>
                  </a:solidFill>
                  <a:latin typeface="Arial Narrow" panose="020B0606020202030204" pitchFamily="34" charset="0"/>
                  <a:ea typeface="a고딕14" panose="02020600000000000000" pitchFamily="18" charset="-127"/>
                </a:rPr>
                <a:t>4</a:t>
              </a:r>
            </a:p>
          </p:txBody>
        </p:sp>
      </p:grpSp>
      <p:sp>
        <p:nvSpPr>
          <p:cNvPr id="103" name="직사각형 102">
            <a:extLst>
              <a:ext uri="{FF2B5EF4-FFF2-40B4-BE49-F238E27FC236}">
                <a16:creationId xmlns:a16="http://schemas.microsoft.com/office/drawing/2014/main" id="{E2BE365F-F5C8-68CF-C569-B13A66AEAFA0}"/>
              </a:ext>
            </a:extLst>
          </p:cNvPr>
          <p:cNvSpPr/>
          <p:nvPr/>
        </p:nvSpPr>
        <p:spPr>
          <a:xfrm>
            <a:off x="1532620" y="2097088"/>
            <a:ext cx="7812993" cy="576064"/>
          </a:xfrm>
          <a:prstGeom prst="rect">
            <a:avLst/>
          </a:prstGeom>
          <a:solidFill>
            <a:schemeClr val="bg1">
              <a:lumMod val="95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ko-KR" sz="1300" dirty="0" err="1">
                <a:solidFill>
                  <a:schemeClr val="tx1"/>
                </a:solidFill>
                <a:latin typeface="+mj-ea"/>
                <a:ea typeface="+mj-ea"/>
              </a:rPr>
              <a:t>이러닝·가상훈련</a:t>
            </a:r>
            <a:r>
              <a:rPr lang="ko-KR" altLang="ko-KR" sz="1300" dirty="0">
                <a:solidFill>
                  <a:schemeClr val="tx1"/>
                </a:solidFill>
                <a:latin typeface="+mj-ea"/>
                <a:ea typeface="+mj-ea"/>
              </a:rPr>
              <a:t> 적합성 지표는 '25년 결과를 검토 유지하고, AI 융합(AI+X) 적합성 평가 지표를 신규 개발하여, </a:t>
            </a:r>
            <a:endParaRPr lang="en-US" altLang="ko-KR" sz="1300" dirty="0">
              <a:solidFill>
                <a:schemeClr val="tx1"/>
              </a:solidFill>
              <a:latin typeface="+mj-ea"/>
              <a:ea typeface="+mj-ea"/>
            </a:endParaRPr>
          </a:p>
          <a:p>
            <a:pPr>
              <a:buNone/>
            </a:pPr>
            <a:r>
              <a:rPr lang="ko-KR" altLang="ko-KR" sz="1300" dirty="0">
                <a:solidFill>
                  <a:schemeClr val="tx1"/>
                </a:solidFill>
                <a:latin typeface="+mj-ea"/>
                <a:ea typeface="+mj-ea"/>
              </a:rPr>
              <a:t>능력단위별 신규 개발 우선순위와 과목 유형(</a:t>
            </a:r>
            <a:r>
              <a:rPr lang="ko-KR" altLang="ko-KR" sz="1300" dirty="0" err="1">
                <a:solidFill>
                  <a:schemeClr val="tx1"/>
                </a:solidFill>
                <a:latin typeface="+mj-ea"/>
                <a:ea typeface="+mj-ea"/>
              </a:rPr>
              <a:t>E</a:t>
            </a:r>
            <a:r>
              <a:rPr lang="ko-KR" altLang="ko-KR" sz="1300" dirty="0">
                <a:solidFill>
                  <a:schemeClr val="tx1"/>
                </a:solidFill>
                <a:latin typeface="+mj-ea"/>
                <a:ea typeface="+mj-ea"/>
              </a:rPr>
              <a:t>/</a:t>
            </a:r>
            <a:r>
              <a:rPr lang="ko-KR" altLang="ko-KR" sz="1300" dirty="0" err="1">
                <a:solidFill>
                  <a:schemeClr val="tx1"/>
                </a:solidFill>
                <a:latin typeface="+mj-ea"/>
                <a:ea typeface="+mj-ea"/>
              </a:rPr>
              <a:t>V</a:t>
            </a:r>
            <a:r>
              <a:rPr lang="ko-KR" altLang="ko-KR" sz="1300" dirty="0">
                <a:solidFill>
                  <a:schemeClr val="tx1"/>
                </a:solidFill>
                <a:latin typeface="+mj-ea"/>
                <a:ea typeface="+mj-ea"/>
              </a:rPr>
              <a:t>/EV/AX)을 </a:t>
            </a:r>
            <a:r>
              <a:rPr lang="ko-KR" altLang="ko-KR" sz="1300" dirty="0" err="1">
                <a:solidFill>
                  <a:schemeClr val="tx1"/>
                </a:solidFill>
                <a:latin typeface="+mj-ea"/>
                <a:ea typeface="+mj-ea"/>
              </a:rPr>
              <a:t>객관·일관되게</a:t>
            </a:r>
            <a:r>
              <a:rPr lang="ko-KR" altLang="ko-KR" sz="1300" dirty="0">
                <a:solidFill>
                  <a:schemeClr val="tx1"/>
                </a:solidFill>
                <a:latin typeface="+mj-ea"/>
                <a:ea typeface="+mj-ea"/>
              </a:rPr>
              <a:t> 도출하는 데 목적이 있음</a:t>
            </a:r>
            <a:endParaRPr lang="ko-KR" altLang="en-US" sz="1300" dirty="0">
              <a:solidFill>
                <a:schemeClr val="tx1"/>
              </a:solidFill>
              <a:latin typeface="+mj-ea"/>
              <a:ea typeface="+mj-ea"/>
            </a:endParaRPr>
          </a:p>
        </p:txBody>
      </p:sp>
      <p:sp>
        <p:nvSpPr>
          <p:cNvPr id="105" name="직사각형 104">
            <a:extLst>
              <a:ext uri="{FF2B5EF4-FFF2-40B4-BE49-F238E27FC236}">
                <a16:creationId xmlns:a16="http://schemas.microsoft.com/office/drawing/2014/main" id="{44F467C9-F166-BB64-3027-B42DD24C29A2}"/>
              </a:ext>
            </a:extLst>
          </p:cNvPr>
          <p:cNvSpPr/>
          <p:nvPr/>
        </p:nvSpPr>
        <p:spPr>
          <a:xfrm>
            <a:off x="1532620" y="2852936"/>
            <a:ext cx="7812993" cy="576064"/>
          </a:xfrm>
          <a:prstGeom prst="rect">
            <a:avLst/>
          </a:prstGeom>
          <a:solidFill>
            <a:schemeClr val="bg1">
              <a:lumMod val="95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ko-KR" sz="1300">
                <a:solidFill>
                  <a:schemeClr val="tx1"/>
                </a:solidFill>
                <a:latin typeface="+mj-ea"/>
                <a:ea typeface="+mj-ea"/>
              </a:rPr>
              <a:t>2025년 NCS 최신 </a:t>
            </a:r>
            <a:r>
              <a:rPr lang="ko-KR" altLang="ko-KR" sz="1300" err="1">
                <a:solidFill>
                  <a:schemeClr val="tx1"/>
                </a:solidFill>
                <a:latin typeface="+mj-ea"/>
                <a:ea typeface="+mj-ea"/>
              </a:rPr>
              <a:t>고시본</a:t>
            </a:r>
            <a:r>
              <a:rPr lang="ko-KR" altLang="ko-KR" sz="1300">
                <a:solidFill>
                  <a:schemeClr val="tx1"/>
                </a:solidFill>
                <a:latin typeface="+mj-ea"/>
                <a:ea typeface="+mj-ea"/>
              </a:rPr>
              <a:t> 능력단위 중, </a:t>
            </a:r>
            <a:r>
              <a:rPr lang="ko-KR" altLang="ko-KR" sz="1300" err="1">
                <a:solidFill>
                  <a:schemeClr val="tx1"/>
                </a:solidFill>
                <a:latin typeface="+mj-ea"/>
                <a:ea typeface="+mj-ea"/>
              </a:rPr>
              <a:t>Module</a:t>
            </a:r>
            <a:r>
              <a:rPr lang="ko-KR" altLang="ko-KR" sz="1300">
                <a:solidFill>
                  <a:schemeClr val="tx1"/>
                </a:solidFill>
                <a:latin typeface="+mj-ea"/>
                <a:ea typeface="+mj-ea"/>
              </a:rPr>
              <a:t> 2에서 도출한 </a:t>
            </a:r>
            <a:r>
              <a:rPr lang="ko-KR" altLang="ko-KR" sz="1300" err="1">
                <a:solidFill>
                  <a:schemeClr val="tx1"/>
                </a:solidFill>
                <a:latin typeface="+mj-ea"/>
                <a:ea typeface="+mj-ea"/>
              </a:rPr>
              <a:t>N</a:t>
            </a:r>
            <a:r>
              <a:rPr lang="ko-KR" altLang="ko-KR" sz="1300">
                <a:solidFill>
                  <a:schemeClr val="tx1"/>
                </a:solidFill>
                <a:latin typeface="+mj-ea"/>
                <a:ea typeface="+mj-ea"/>
              </a:rPr>
              <a:t>₁</a:t>
            </a:r>
            <a:r>
              <a:rPr lang="en-US" altLang="ko-KR" sz="1300">
                <a:solidFill>
                  <a:schemeClr val="tx1"/>
                </a:solidFill>
                <a:latin typeface="+mj-ea"/>
                <a:ea typeface="+mj-ea"/>
              </a:rPr>
              <a:t> </a:t>
            </a:r>
            <a:r>
              <a:rPr lang="ko-KR" altLang="ko-KR" sz="1300" err="1">
                <a:solidFill>
                  <a:schemeClr val="tx1"/>
                </a:solidFill>
                <a:latin typeface="+mj-ea"/>
                <a:ea typeface="+mj-ea"/>
              </a:rPr>
              <a:t>세분류</a:t>
            </a:r>
            <a:r>
              <a:rPr lang="ko-KR" altLang="ko-KR" sz="1300">
                <a:solidFill>
                  <a:schemeClr val="tx1"/>
                </a:solidFill>
                <a:latin typeface="+mj-ea"/>
                <a:ea typeface="+mj-ea"/>
              </a:rPr>
              <a:t> 능력단위 풀을 본 평가 대상으로 설정함</a:t>
            </a:r>
          </a:p>
          <a:p>
            <a:pPr>
              <a:buNone/>
            </a:pPr>
            <a:r>
              <a:rPr lang="ko-KR" altLang="ko-KR" sz="1100">
                <a:solidFill>
                  <a:schemeClr val="tx1"/>
                </a:solidFill>
                <a:latin typeface="+mj-ea"/>
                <a:ea typeface="+mj-ea"/>
              </a:rPr>
              <a:t>※ </a:t>
            </a:r>
            <a:r>
              <a:rPr lang="ko-KR" altLang="ko-KR" sz="1100" err="1">
                <a:solidFill>
                  <a:schemeClr val="tx1"/>
                </a:solidFill>
                <a:latin typeface="+mj-ea"/>
                <a:ea typeface="+mj-ea"/>
              </a:rPr>
              <a:t>기개발</a:t>
            </a:r>
            <a:r>
              <a:rPr lang="ko-KR" altLang="ko-KR" sz="1100">
                <a:solidFill>
                  <a:schemeClr val="tx1"/>
                </a:solidFill>
                <a:latin typeface="+mj-ea"/>
                <a:ea typeface="+mj-ea"/>
              </a:rPr>
              <a:t> STEP 과목으로 콘텐츠가 이미 </a:t>
            </a:r>
            <a:r>
              <a:rPr lang="ko-KR" altLang="ko-KR" sz="1100" err="1">
                <a:solidFill>
                  <a:schemeClr val="tx1"/>
                </a:solidFill>
                <a:latin typeface="+mj-ea"/>
                <a:ea typeface="+mj-ea"/>
              </a:rPr>
              <a:t>매핑된</a:t>
            </a:r>
            <a:r>
              <a:rPr lang="ko-KR" altLang="ko-KR" sz="1100">
                <a:solidFill>
                  <a:schemeClr val="tx1"/>
                </a:solidFill>
                <a:latin typeface="+mj-ea"/>
                <a:ea typeface="+mj-ea"/>
              </a:rPr>
              <a:t> 능력단위는 본 평가에서 제외하고, </a:t>
            </a:r>
            <a:r>
              <a:rPr lang="ko-KR" altLang="ko-KR" sz="1100" err="1">
                <a:solidFill>
                  <a:schemeClr val="tx1"/>
                </a:solidFill>
                <a:latin typeface="+mj-ea"/>
                <a:ea typeface="+mj-ea"/>
              </a:rPr>
              <a:t>Master</a:t>
            </a:r>
            <a:r>
              <a:rPr lang="ko-KR" altLang="ko-KR" sz="1100">
                <a:solidFill>
                  <a:schemeClr val="tx1"/>
                </a:solidFill>
                <a:latin typeface="+mj-ea"/>
                <a:ea typeface="+mj-ea"/>
              </a:rPr>
              <a:t> DB 분석을 통해 추가 개선 필요 여부 별도 검토</a:t>
            </a:r>
          </a:p>
        </p:txBody>
      </p:sp>
      <p:sp>
        <p:nvSpPr>
          <p:cNvPr id="108" name="직사각형 107">
            <a:extLst>
              <a:ext uri="{FF2B5EF4-FFF2-40B4-BE49-F238E27FC236}">
                <a16:creationId xmlns:a16="http://schemas.microsoft.com/office/drawing/2014/main" id="{17CE1430-1216-6295-CA4C-6A15CD992170}"/>
              </a:ext>
            </a:extLst>
          </p:cNvPr>
          <p:cNvSpPr/>
          <p:nvPr/>
        </p:nvSpPr>
        <p:spPr>
          <a:xfrm>
            <a:off x="1559352" y="4468020"/>
            <a:ext cx="1670882" cy="2021680"/>
          </a:xfrm>
          <a:prstGeom prst="rect">
            <a:avLst/>
          </a:prstGeom>
          <a:solidFill>
            <a:sysClr val="window" lastClr="FFFFFF"/>
          </a:solidFill>
          <a:ln w="38100" cmpd="tri">
            <a:solidFill>
              <a:sysClr val="window" lastClr="FFFFFF">
                <a:lumMod val="75000"/>
              </a:sysClr>
            </a:solidFill>
            <a:miter lim="800000"/>
            <a:headEnd/>
            <a:tailEnd/>
          </a:ln>
          <a:effectLst/>
        </p:spPr>
        <p:txBody>
          <a:bodyPr wrap="square" lIns="72000" tIns="72000" rIns="72000" bIns="72000" rtlCol="0" anchor="ctr"/>
          <a:lstStyle/>
          <a:p>
            <a:pPr marL="92075" indent="-92075" algn="l" defTabSz="457200" latinLnBrk="0">
              <a:lnSpc>
                <a:spcPts val="1500"/>
              </a:lnSpc>
              <a:buFont typeface="Arial" panose="020B0604020202020204" pitchFamily="34" charset="0"/>
              <a:buChar char="•"/>
            </a:pPr>
            <a:r>
              <a:rPr kumimoji="1" lang="ko-KR" altLang="en-US" sz="1100" dirty="0">
                <a:solidFill>
                  <a:schemeClr val="tx1"/>
                </a:solidFill>
                <a:latin typeface="a고딕14" panose="02020600000000000000" pitchFamily="18" charset="-127"/>
                <a:ea typeface="a고딕14" panose="02020600000000000000" pitchFamily="18" charset="-127"/>
              </a:rPr>
              <a:t>담당 주체</a:t>
            </a:r>
            <a:r>
              <a:rPr kumimoji="1" lang="en-US" altLang="ko-KR" sz="1100" dirty="0">
                <a:solidFill>
                  <a:schemeClr val="tx1"/>
                </a:solidFill>
                <a:latin typeface="a고딕14" panose="02020600000000000000" pitchFamily="18" charset="-127"/>
                <a:ea typeface="a고딕14" panose="02020600000000000000" pitchFamily="18" charset="-127"/>
              </a:rPr>
              <a:t>: </a:t>
            </a:r>
            <a:r>
              <a:rPr kumimoji="1" lang="ko-KR" altLang="en-US" sz="1100" dirty="0">
                <a:solidFill>
                  <a:schemeClr val="tx1"/>
                </a:solidFill>
                <a:latin typeface="a고딕14" panose="02020600000000000000" pitchFamily="18" charset="-127"/>
                <a:ea typeface="a고딕14" panose="02020600000000000000" pitchFamily="18" charset="-127"/>
              </a:rPr>
              <a:t>연구진</a:t>
            </a:r>
            <a:endParaRPr kumimoji="1" lang="en-US" altLang="ko-KR" sz="1100" dirty="0">
              <a:solidFill>
                <a:schemeClr val="tx1"/>
              </a:solidFill>
              <a:latin typeface="a고딕14" panose="02020600000000000000" pitchFamily="18" charset="-127"/>
              <a:ea typeface="a고딕14" panose="02020600000000000000" pitchFamily="18" charset="-127"/>
            </a:endParaRPr>
          </a:p>
          <a:p>
            <a:pPr marL="92075" indent="-92075" algn="l" defTabSz="457200" latinLnBrk="0">
              <a:lnSpc>
                <a:spcPts val="1500"/>
              </a:lnSpc>
              <a:buFont typeface="Arial" panose="020B0604020202020204" pitchFamily="34" charset="0"/>
              <a:buChar char="•"/>
            </a:pPr>
            <a:endParaRPr kumimoji="1" lang="en-US" altLang="ko-KR" sz="1100" dirty="0">
              <a:solidFill>
                <a:schemeClr val="tx1"/>
              </a:solidFill>
              <a:latin typeface="a고딕14" panose="02020600000000000000" pitchFamily="18" charset="-127"/>
              <a:ea typeface="a고딕14" panose="02020600000000000000" pitchFamily="18" charset="-127"/>
            </a:endParaRPr>
          </a:p>
          <a:p>
            <a:pPr marL="92075" indent="-92075" algn="l" defTabSz="457200" latinLnBrk="0">
              <a:lnSpc>
                <a:spcPts val="1500"/>
              </a:lnSpc>
              <a:buFont typeface="Arial" panose="020B0604020202020204" pitchFamily="34" charset="0"/>
              <a:buChar char="•"/>
            </a:pPr>
            <a:r>
              <a:rPr kumimoji="1" lang="ko-KR" altLang="ko-KR" sz="1100" dirty="0" err="1">
                <a:solidFill>
                  <a:schemeClr val="tx1"/>
                </a:solidFill>
                <a:latin typeface="a고딕14" panose="02020600000000000000" pitchFamily="18" charset="-127"/>
                <a:ea typeface="a고딕14" panose="02020600000000000000" pitchFamily="18" charset="-127"/>
              </a:rPr>
              <a:t>이러닝·가상훈련</a:t>
            </a:r>
            <a:r>
              <a:rPr kumimoji="1" lang="ko-KR" altLang="ko-KR" sz="1100" dirty="0">
                <a:solidFill>
                  <a:schemeClr val="tx1"/>
                </a:solidFill>
                <a:latin typeface="a고딕14" panose="02020600000000000000" pitchFamily="18" charset="-127"/>
                <a:ea typeface="a고딕14" panose="02020600000000000000" pitchFamily="18" charset="-127"/>
              </a:rPr>
              <a:t> 적합성 지표 6개는 결과 검토 후 본 사업 </a:t>
            </a:r>
            <a:r>
              <a:rPr kumimoji="1" lang="ko-KR" altLang="ko-KR" sz="1100" dirty="0" err="1">
                <a:solidFill>
                  <a:schemeClr val="tx1"/>
                </a:solidFill>
                <a:latin typeface="a고딕14" panose="02020600000000000000" pitchFamily="18" charset="-127"/>
                <a:ea typeface="a고딕14" panose="02020600000000000000" pitchFamily="18" charset="-127"/>
              </a:rPr>
              <a:t>유지·반영</a:t>
            </a:r>
            <a:r>
              <a:rPr kumimoji="1" lang="en-US" altLang="ko-KR" sz="1100" dirty="0">
                <a:solidFill>
                  <a:schemeClr val="tx1"/>
                </a:solidFill>
                <a:latin typeface="a고딕14" panose="02020600000000000000" pitchFamily="18" charset="-127"/>
                <a:ea typeface="a고딕14" panose="02020600000000000000" pitchFamily="18" charset="-127"/>
              </a:rPr>
              <a:t>·</a:t>
            </a:r>
            <a:r>
              <a:rPr kumimoji="1" lang="ko-KR" altLang="en-US" sz="1100" dirty="0">
                <a:solidFill>
                  <a:schemeClr val="tx1"/>
                </a:solidFill>
                <a:latin typeface="a고딕14" panose="02020600000000000000" pitchFamily="18" charset="-127"/>
                <a:ea typeface="a고딕14" panose="02020600000000000000" pitchFamily="18" charset="-127"/>
              </a:rPr>
              <a:t>개선</a:t>
            </a:r>
            <a:endParaRPr kumimoji="1" lang="en-US" altLang="ko-KR" sz="1100" dirty="0">
              <a:solidFill>
                <a:schemeClr val="tx1"/>
              </a:solidFill>
              <a:latin typeface="a고딕14" panose="02020600000000000000" pitchFamily="18" charset="-127"/>
              <a:ea typeface="a고딕14" panose="02020600000000000000" pitchFamily="18" charset="-127"/>
            </a:endParaRPr>
          </a:p>
          <a:p>
            <a:pPr marL="92075" indent="-92075" algn="l" defTabSz="457200" latinLnBrk="0">
              <a:lnSpc>
                <a:spcPts val="1500"/>
              </a:lnSpc>
              <a:buFont typeface="Arial" panose="020B0604020202020204" pitchFamily="34" charset="0"/>
              <a:buChar char="•"/>
            </a:pPr>
            <a:r>
              <a:rPr kumimoji="1" lang="en-US" altLang="ko-KR" sz="1100" dirty="0">
                <a:solidFill>
                  <a:schemeClr val="tx1"/>
                </a:solidFill>
                <a:latin typeface="a고딕14" panose="02020600000000000000" pitchFamily="18" charset="-127"/>
                <a:ea typeface="a고딕14" panose="02020600000000000000" pitchFamily="18" charset="-127"/>
              </a:rPr>
              <a:t>AI </a:t>
            </a:r>
            <a:r>
              <a:rPr kumimoji="1" lang="ko-KR" altLang="en-US" sz="1100" dirty="0">
                <a:solidFill>
                  <a:schemeClr val="tx1"/>
                </a:solidFill>
                <a:latin typeface="a고딕14" panose="02020600000000000000" pitchFamily="18" charset="-127"/>
                <a:ea typeface="a고딕14" panose="02020600000000000000" pitchFamily="18" charset="-127"/>
              </a:rPr>
              <a:t>관련 문헌 분석을 통해 평가지표</a:t>
            </a:r>
            <a:r>
              <a:rPr kumimoji="1" lang="en-US" altLang="ko-KR" sz="1100" dirty="0">
                <a:solidFill>
                  <a:schemeClr val="tx1"/>
                </a:solidFill>
                <a:latin typeface="a고딕14" panose="02020600000000000000" pitchFamily="18" charset="-127"/>
                <a:ea typeface="a고딕14" panose="02020600000000000000" pitchFamily="18" charset="-127"/>
              </a:rPr>
              <a:t> Pool </a:t>
            </a:r>
            <a:r>
              <a:rPr kumimoji="1" lang="ko-KR" altLang="en-US" sz="1100" dirty="0">
                <a:solidFill>
                  <a:schemeClr val="tx1"/>
                </a:solidFill>
                <a:latin typeface="a고딕14" panose="02020600000000000000" pitchFamily="18" charset="-127"/>
                <a:ea typeface="a고딕14" panose="02020600000000000000" pitchFamily="18" charset="-127"/>
              </a:rPr>
              <a:t>개발</a:t>
            </a:r>
          </a:p>
        </p:txBody>
      </p:sp>
      <p:sp>
        <p:nvSpPr>
          <p:cNvPr id="109" name="직사각형 108">
            <a:extLst>
              <a:ext uri="{FF2B5EF4-FFF2-40B4-BE49-F238E27FC236}">
                <a16:creationId xmlns:a16="http://schemas.microsoft.com/office/drawing/2014/main" id="{842570B0-EB87-949D-BD8C-58771A7221B0}"/>
              </a:ext>
            </a:extLst>
          </p:cNvPr>
          <p:cNvSpPr/>
          <p:nvPr/>
        </p:nvSpPr>
        <p:spPr>
          <a:xfrm>
            <a:off x="3537093" y="4468020"/>
            <a:ext cx="1671791" cy="2021680"/>
          </a:xfrm>
          <a:prstGeom prst="rect">
            <a:avLst/>
          </a:prstGeom>
          <a:solidFill>
            <a:sysClr val="window" lastClr="FFFFFF"/>
          </a:solidFill>
          <a:ln w="38100" cmpd="tri">
            <a:solidFill>
              <a:sysClr val="window" lastClr="FFFFFF">
                <a:lumMod val="75000"/>
              </a:sysClr>
            </a:solidFill>
            <a:miter lim="800000"/>
            <a:headEnd/>
            <a:tailEnd/>
          </a:ln>
          <a:effectLst/>
        </p:spPr>
        <p:txBody>
          <a:bodyPr wrap="square" lIns="72000" tIns="72000" rIns="72000" bIns="72000" rtlCol="0" anchor="ctr"/>
          <a:lstStyle/>
          <a:p>
            <a:pPr marL="92075" indent="-92075" algn="l" defTabSz="457200" latinLnBrk="0">
              <a:lnSpc>
                <a:spcPts val="1500"/>
              </a:lnSpc>
              <a:buFont typeface="Arial" panose="020B0604020202020204" pitchFamily="34" charset="0"/>
              <a:buChar char="•"/>
            </a:pPr>
            <a:r>
              <a:rPr kumimoji="1" lang="ko-KR" altLang="en-US" sz="1100" dirty="0">
                <a:solidFill>
                  <a:schemeClr val="tx1"/>
                </a:solidFill>
                <a:latin typeface="a고딕14" panose="02020600000000000000" pitchFamily="18" charset="-127"/>
                <a:ea typeface="a고딕14" panose="02020600000000000000" pitchFamily="18" charset="-127"/>
              </a:rPr>
              <a:t>담당 주체</a:t>
            </a:r>
            <a:r>
              <a:rPr kumimoji="1" lang="en-US" altLang="ko-KR" sz="1100" dirty="0">
                <a:solidFill>
                  <a:schemeClr val="tx1"/>
                </a:solidFill>
                <a:latin typeface="a고딕14" panose="02020600000000000000" pitchFamily="18" charset="-127"/>
                <a:ea typeface="a고딕14" panose="02020600000000000000" pitchFamily="18" charset="-127"/>
              </a:rPr>
              <a:t>: </a:t>
            </a:r>
            <a:r>
              <a:rPr kumimoji="1" lang="ko-KR" altLang="en-US" sz="1100" dirty="0">
                <a:solidFill>
                  <a:schemeClr val="tx1"/>
                </a:solidFill>
                <a:latin typeface="a고딕14" panose="02020600000000000000" pitchFamily="18" charset="-127"/>
                <a:ea typeface="a고딕14" panose="02020600000000000000" pitchFamily="18" charset="-127"/>
              </a:rPr>
              <a:t>전문가</a:t>
            </a:r>
            <a:r>
              <a:rPr kumimoji="1" lang="en-US" altLang="ko-KR" sz="1100" dirty="0">
                <a:solidFill>
                  <a:schemeClr val="tx1"/>
                </a:solidFill>
                <a:latin typeface="a고딕14" panose="02020600000000000000" pitchFamily="18" charset="-127"/>
                <a:ea typeface="a고딕14" panose="02020600000000000000" pitchFamily="18" charset="-127"/>
              </a:rPr>
              <a:t>, </a:t>
            </a:r>
            <a:r>
              <a:rPr kumimoji="1" lang="ko-KR" altLang="en-US" sz="1100" dirty="0" err="1">
                <a:solidFill>
                  <a:schemeClr val="tx1"/>
                </a:solidFill>
                <a:latin typeface="a고딕14" panose="02020600000000000000" pitchFamily="18" charset="-127"/>
                <a:ea typeface="a고딕14" panose="02020600000000000000" pitchFamily="18" charset="-127"/>
              </a:rPr>
              <a:t>온평원</a:t>
            </a:r>
            <a:r>
              <a:rPr kumimoji="1" lang="en-US" altLang="ko-KR" sz="1100" dirty="0">
                <a:solidFill>
                  <a:schemeClr val="tx1"/>
                </a:solidFill>
                <a:latin typeface="a고딕14" panose="02020600000000000000" pitchFamily="18" charset="-127"/>
                <a:ea typeface="a고딕14" panose="02020600000000000000" pitchFamily="18" charset="-127"/>
              </a:rPr>
              <a:t>, </a:t>
            </a:r>
            <a:r>
              <a:rPr kumimoji="1" lang="ko-KR" altLang="en-US" sz="1100" dirty="0">
                <a:solidFill>
                  <a:schemeClr val="tx1"/>
                </a:solidFill>
                <a:latin typeface="a고딕14" panose="02020600000000000000" pitchFamily="18" charset="-127"/>
                <a:ea typeface="a고딕14" panose="02020600000000000000" pitchFamily="18" charset="-127"/>
              </a:rPr>
              <a:t>연구진</a:t>
            </a:r>
            <a:endParaRPr kumimoji="1" lang="en-US" altLang="ko-KR" sz="1100" dirty="0">
              <a:solidFill>
                <a:schemeClr val="tx1"/>
              </a:solidFill>
              <a:latin typeface="a고딕14" panose="02020600000000000000" pitchFamily="18" charset="-127"/>
              <a:ea typeface="a고딕14" panose="02020600000000000000" pitchFamily="18" charset="-127"/>
            </a:endParaRPr>
          </a:p>
          <a:p>
            <a:pPr marL="92075" indent="-92075" algn="l" defTabSz="457200" latinLnBrk="0">
              <a:lnSpc>
                <a:spcPts val="1500"/>
              </a:lnSpc>
              <a:buFont typeface="Arial" panose="020B0604020202020204" pitchFamily="34" charset="0"/>
              <a:buChar char="•"/>
            </a:pPr>
            <a:endParaRPr kumimoji="1" lang="en-US" altLang="ko-KR" sz="1100" dirty="0">
              <a:solidFill>
                <a:schemeClr val="tx1"/>
              </a:solidFill>
              <a:latin typeface="a고딕14" panose="02020600000000000000" pitchFamily="18" charset="-127"/>
              <a:ea typeface="a고딕14" panose="02020600000000000000" pitchFamily="18" charset="-127"/>
            </a:endParaRPr>
          </a:p>
          <a:p>
            <a:pPr marL="92075" indent="-92075" algn="l" defTabSz="457200" latinLnBrk="0">
              <a:lnSpc>
                <a:spcPts val="1500"/>
              </a:lnSpc>
              <a:buFont typeface="Arial" panose="020B0604020202020204" pitchFamily="34" charset="0"/>
              <a:buChar char="•"/>
            </a:pPr>
            <a:r>
              <a:rPr kumimoji="1" lang="ko-KR" altLang="ko-KR" sz="1100" dirty="0" err="1">
                <a:solidFill>
                  <a:schemeClr val="tx1"/>
                </a:solidFill>
                <a:latin typeface="a고딕14" panose="02020600000000000000" pitchFamily="18" charset="-127"/>
                <a:ea typeface="a고딕14" panose="02020600000000000000" pitchFamily="18" charset="-127"/>
              </a:rPr>
              <a:t>이러닝·가상훈련</a:t>
            </a:r>
            <a:r>
              <a:rPr kumimoji="1" lang="ko-KR" altLang="ko-KR" sz="1100" dirty="0">
                <a:solidFill>
                  <a:schemeClr val="tx1"/>
                </a:solidFill>
                <a:latin typeface="a고딕14" panose="02020600000000000000" pitchFamily="18" charset="-127"/>
                <a:ea typeface="a고딕14" panose="02020600000000000000" pitchFamily="18" charset="-127"/>
              </a:rPr>
              <a:t> 지표는</a:t>
            </a:r>
            <a:r>
              <a:rPr kumimoji="1" lang="en-US" altLang="ko-KR" sz="1100" dirty="0">
                <a:solidFill>
                  <a:schemeClr val="tx1"/>
                </a:solidFill>
                <a:latin typeface="a고딕14" panose="02020600000000000000" pitchFamily="18" charset="-127"/>
                <a:ea typeface="a고딕14" panose="02020600000000000000" pitchFamily="18" charset="-127"/>
              </a:rPr>
              <a:t> </a:t>
            </a:r>
            <a:r>
              <a:rPr kumimoji="1" lang="ko-KR" altLang="en-US" sz="1100" dirty="0">
                <a:solidFill>
                  <a:schemeClr val="tx1"/>
                </a:solidFill>
                <a:latin typeface="a고딕14" panose="02020600000000000000" pitchFamily="18" charset="-127"/>
                <a:ea typeface="a고딕14" panose="02020600000000000000" pitchFamily="18" charset="-127"/>
              </a:rPr>
              <a:t>검토 및 개선 사항 도출</a:t>
            </a:r>
            <a:endParaRPr kumimoji="1" lang="en-US" altLang="ko-KR" sz="1100" dirty="0">
              <a:solidFill>
                <a:schemeClr val="tx1"/>
              </a:solidFill>
              <a:latin typeface="a고딕14" panose="02020600000000000000" pitchFamily="18" charset="-127"/>
              <a:ea typeface="a고딕14" panose="02020600000000000000" pitchFamily="18" charset="-127"/>
            </a:endParaRPr>
          </a:p>
          <a:p>
            <a:pPr marL="92075" indent="-92075" algn="l" defTabSz="457200" latinLnBrk="0">
              <a:lnSpc>
                <a:spcPts val="1500"/>
              </a:lnSpc>
              <a:buFont typeface="Arial" panose="020B0604020202020204" pitchFamily="34" charset="0"/>
              <a:buChar char="•"/>
            </a:pPr>
            <a:r>
              <a:rPr kumimoji="1" lang="ko-KR" altLang="ko-KR" sz="1100" dirty="0">
                <a:solidFill>
                  <a:schemeClr val="tx1"/>
                </a:solidFill>
                <a:latin typeface="a고딕14" panose="02020600000000000000" pitchFamily="18" charset="-127"/>
                <a:ea typeface="a고딕14" panose="02020600000000000000" pitchFamily="18" charset="-127"/>
              </a:rPr>
              <a:t>AI 융합 적합성 평가 지표 </a:t>
            </a:r>
            <a:r>
              <a:rPr kumimoji="1" lang="ko-KR" altLang="ko-KR" sz="1100" dirty="0" err="1">
                <a:solidFill>
                  <a:schemeClr val="tx1"/>
                </a:solidFill>
                <a:latin typeface="a고딕14" panose="02020600000000000000" pitchFamily="18" charset="-127"/>
                <a:ea typeface="a고딕14" panose="02020600000000000000" pitchFamily="18" charset="-127"/>
              </a:rPr>
              <a:t>Pool</a:t>
            </a:r>
            <a:r>
              <a:rPr kumimoji="1" lang="ko-KR" altLang="ko-KR" sz="1100" dirty="0">
                <a:solidFill>
                  <a:schemeClr val="tx1"/>
                </a:solidFill>
                <a:latin typeface="a고딕14" panose="02020600000000000000" pitchFamily="18" charset="-127"/>
                <a:ea typeface="a고딕14" panose="02020600000000000000" pitchFamily="18" charset="-127"/>
              </a:rPr>
              <a:t> </a:t>
            </a:r>
            <a:r>
              <a:rPr kumimoji="1" lang="ko-KR" altLang="ko-KR" sz="1100" dirty="0" err="1">
                <a:solidFill>
                  <a:schemeClr val="tx1"/>
                </a:solidFill>
                <a:latin typeface="a고딕14" panose="02020600000000000000" pitchFamily="18" charset="-127"/>
                <a:ea typeface="a고딕14" panose="02020600000000000000" pitchFamily="18" charset="-127"/>
              </a:rPr>
              <a:t>검토·채택</a:t>
            </a:r>
            <a:r>
              <a:rPr kumimoji="1" lang="ko-KR" altLang="ko-KR" sz="1100" dirty="0">
                <a:solidFill>
                  <a:schemeClr val="tx1"/>
                </a:solidFill>
                <a:latin typeface="a고딕14" panose="02020600000000000000" pitchFamily="18" charset="-127"/>
                <a:ea typeface="a고딕14" panose="02020600000000000000" pitchFamily="18" charset="-127"/>
              </a:rPr>
              <a:t> 의결 </a:t>
            </a:r>
            <a:endParaRPr kumimoji="1" lang="en-US" altLang="ko-KR" sz="1100" dirty="0">
              <a:solidFill>
                <a:schemeClr val="tx1"/>
              </a:solidFill>
              <a:latin typeface="a고딕14" panose="02020600000000000000" pitchFamily="18" charset="-127"/>
              <a:ea typeface="a고딕14" panose="02020600000000000000" pitchFamily="18" charset="-127"/>
            </a:endParaRPr>
          </a:p>
        </p:txBody>
      </p:sp>
      <p:sp>
        <p:nvSpPr>
          <p:cNvPr id="110" name="직사각형 109">
            <a:extLst>
              <a:ext uri="{FF2B5EF4-FFF2-40B4-BE49-F238E27FC236}">
                <a16:creationId xmlns:a16="http://schemas.microsoft.com/office/drawing/2014/main" id="{BB4616D7-DE34-1A79-DE97-0D081D52BC4E}"/>
              </a:ext>
            </a:extLst>
          </p:cNvPr>
          <p:cNvSpPr/>
          <p:nvPr/>
        </p:nvSpPr>
        <p:spPr>
          <a:xfrm>
            <a:off x="5515839" y="4468020"/>
            <a:ext cx="1671791" cy="2021680"/>
          </a:xfrm>
          <a:prstGeom prst="rect">
            <a:avLst/>
          </a:prstGeom>
          <a:solidFill>
            <a:sysClr val="window" lastClr="FFFFFF"/>
          </a:solidFill>
          <a:ln w="38100" cmpd="tri">
            <a:solidFill>
              <a:sysClr val="window" lastClr="FFFFFF">
                <a:lumMod val="75000"/>
              </a:sysClr>
            </a:solidFill>
            <a:miter lim="800000"/>
            <a:headEnd/>
            <a:tailEnd/>
          </a:ln>
          <a:effectLst/>
        </p:spPr>
        <p:txBody>
          <a:bodyPr wrap="square" lIns="72000" tIns="72000" rIns="72000" bIns="72000" rtlCol="0" anchor="ctr"/>
          <a:lstStyle/>
          <a:p>
            <a:pPr marL="92075" indent="-92075" algn="l" defTabSz="457200" latinLnBrk="0">
              <a:lnSpc>
                <a:spcPts val="1500"/>
              </a:lnSpc>
              <a:buFont typeface="Arial" panose="020B0604020202020204" pitchFamily="34" charset="0"/>
              <a:buChar char="•"/>
            </a:pPr>
            <a:r>
              <a:rPr kumimoji="1" lang="ko-KR" altLang="en-US" sz="1100" dirty="0">
                <a:solidFill>
                  <a:schemeClr val="tx1"/>
                </a:solidFill>
                <a:latin typeface="a고딕14" panose="02020600000000000000" pitchFamily="18" charset="-127"/>
                <a:ea typeface="a고딕14" panose="02020600000000000000" pitchFamily="18" charset="-127"/>
              </a:rPr>
              <a:t>담당주체</a:t>
            </a:r>
            <a:r>
              <a:rPr kumimoji="1" lang="en-US" altLang="ko-KR" sz="1100" dirty="0">
                <a:solidFill>
                  <a:schemeClr val="tx1"/>
                </a:solidFill>
                <a:latin typeface="a고딕14" panose="02020600000000000000" pitchFamily="18" charset="-127"/>
                <a:ea typeface="a고딕14" panose="02020600000000000000" pitchFamily="18" charset="-127"/>
              </a:rPr>
              <a:t>: </a:t>
            </a:r>
            <a:r>
              <a:rPr kumimoji="1" lang="ko-KR" altLang="en-US" sz="1100" dirty="0" err="1">
                <a:solidFill>
                  <a:schemeClr val="tx1"/>
                </a:solidFill>
                <a:latin typeface="a고딕14" panose="02020600000000000000" pitchFamily="18" charset="-127"/>
                <a:ea typeface="a고딕14" panose="02020600000000000000" pitchFamily="18" charset="-127"/>
              </a:rPr>
              <a:t>온평원</a:t>
            </a:r>
            <a:r>
              <a:rPr kumimoji="1" lang="en-US" altLang="ko-KR" sz="1100" dirty="0">
                <a:solidFill>
                  <a:schemeClr val="tx1"/>
                </a:solidFill>
                <a:latin typeface="a고딕14" panose="02020600000000000000" pitchFamily="18" charset="-127"/>
                <a:ea typeface="a고딕14" panose="02020600000000000000" pitchFamily="18" charset="-127"/>
              </a:rPr>
              <a:t>, </a:t>
            </a:r>
            <a:r>
              <a:rPr kumimoji="1" lang="ko-KR" altLang="en-US" sz="1100" dirty="0">
                <a:solidFill>
                  <a:schemeClr val="tx1"/>
                </a:solidFill>
                <a:latin typeface="a고딕14" panose="02020600000000000000" pitchFamily="18" charset="-127"/>
                <a:ea typeface="a고딕14" panose="02020600000000000000" pitchFamily="18" charset="-127"/>
              </a:rPr>
              <a:t>연구진</a:t>
            </a:r>
            <a:endParaRPr kumimoji="1" lang="en-US" altLang="ko-KR" sz="1100" dirty="0">
              <a:solidFill>
                <a:schemeClr val="tx1"/>
              </a:solidFill>
              <a:latin typeface="a고딕14" panose="02020600000000000000" pitchFamily="18" charset="-127"/>
              <a:ea typeface="a고딕14" panose="02020600000000000000" pitchFamily="18" charset="-127"/>
            </a:endParaRPr>
          </a:p>
          <a:p>
            <a:pPr marL="92075" indent="-92075" algn="l" defTabSz="457200" latinLnBrk="0">
              <a:lnSpc>
                <a:spcPts val="1500"/>
              </a:lnSpc>
              <a:buFont typeface="Arial" panose="020B0604020202020204" pitchFamily="34" charset="0"/>
              <a:buChar char="•"/>
            </a:pPr>
            <a:endParaRPr kumimoji="1" lang="en-US" altLang="ko-KR" sz="1100" dirty="0">
              <a:solidFill>
                <a:schemeClr val="tx1"/>
              </a:solidFill>
              <a:latin typeface="a고딕14" panose="02020600000000000000" pitchFamily="18" charset="-127"/>
              <a:ea typeface="a고딕14" panose="02020600000000000000" pitchFamily="18" charset="-127"/>
            </a:endParaRPr>
          </a:p>
          <a:p>
            <a:pPr marL="92075" indent="-92075" algn="l" defTabSz="457200" latinLnBrk="0">
              <a:lnSpc>
                <a:spcPts val="1500"/>
              </a:lnSpc>
              <a:buFont typeface="Arial" panose="020B0604020202020204" pitchFamily="34" charset="0"/>
              <a:buChar char="•"/>
            </a:pPr>
            <a:r>
              <a:rPr kumimoji="1" lang="ko-KR" altLang="ko-KR" sz="1100" dirty="0">
                <a:solidFill>
                  <a:schemeClr val="tx1"/>
                </a:solidFill>
                <a:latin typeface="a고딕14" panose="02020600000000000000" pitchFamily="18" charset="-127"/>
                <a:ea typeface="a고딕14" panose="02020600000000000000" pitchFamily="18" charset="-127"/>
              </a:rPr>
              <a:t>자문회의 결과 기반 평가지표 최종(안) 정리</a:t>
            </a:r>
            <a:endParaRPr kumimoji="1" lang="en-US" altLang="ko-KR" sz="1100" dirty="0">
              <a:solidFill>
                <a:schemeClr val="tx1"/>
              </a:solidFill>
              <a:latin typeface="a고딕14" panose="02020600000000000000" pitchFamily="18" charset="-127"/>
              <a:ea typeface="a고딕14" panose="02020600000000000000" pitchFamily="18" charset="-127"/>
            </a:endParaRPr>
          </a:p>
          <a:p>
            <a:pPr marL="92075" indent="-92075" algn="l" defTabSz="457200" latinLnBrk="0">
              <a:lnSpc>
                <a:spcPts val="1500"/>
              </a:lnSpc>
              <a:buFont typeface="Arial" panose="020B0604020202020204" pitchFamily="34" charset="0"/>
              <a:buChar char="•"/>
            </a:pPr>
            <a:r>
              <a:rPr kumimoji="1" lang="ko-KR" altLang="ko-KR" sz="1100" dirty="0">
                <a:solidFill>
                  <a:schemeClr val="tx1"/>
                </a:solidFill>
                <a:latin typeface="a고딕14" panose="02020600000000000000" pitchFamily="18" charset="-127"/>
                <a:ea typeface="a고딕14" panose="02020600000000000000" pitchFamily="18" charset="-127"/>
              </a:rPr>
              <a:t> 이러닝 + 가상훈련 + AI 융합 지표 확정 </a:t>
            </a:r>
            <a:endParaRPr kumimoji="1" lang="en-US" altLang="ko-KR" sz="1100" dirty="0">
              <a:solidFill>
                <a:schemeClr val="tx1"/>
              </a:solidFill>
              <a:latin typeface="a고딕14" panose="02020600000000000000" pitchFamily="18" charset="-127"/>
              <a:ea typeface="a고딕14" panose="02020600000000000000" pitchFamily="18" charset="-127"/>
            </a:endParaRPr>
          </a:p>
          <a:p>
            <a:pPr marL="92075" indent="-92075" algn="l" defTabSz="457200" latinLnBrk="0">
              <a:lnSpc>
                <a:spcPts val="1500"/>
              </a:lnSpc>
              <a:buFont typeface="Arial" panose="020B0604020202020204" pitchFamily="34" charset="0"/>
              <a:buChar char="•"/>
            </a:pPr>
            <a:r>
              <a:rPr kumimoji="1" lang="ko-KR" altLang="ko-KR" sz="1100" dirty="0">
                <a:solidFill>
                  <a:schemeClr val="tx1"/>
                </a:solidFill>
                <a:latin typeface="a고딕14" panose="02020600000000000000" pitchFamily="18" charset="-127"/>
                <a:ea typeface="a고딕14" panose="02020600000000000000" pitchFamily="18" charset="-127"/>
              </a:rPr>
              <a:t>발주처 합의 후 최종 채택</a:t>
            </a:r>
            <a:endParaRPr kumimoji="1" lang="ko-KR" altLang="en-US" sz="1100" dirty="0">
              <a:solidFill>
                <a:schemeClr val="tx1"/>
              </a:solidFill>
              <a:latin typeface="a고딕14" panose="02020600000000000000" pitchFamily="18" charset="-127"/>
              <a:ea typeface="a고딕14" panose="02020600000000000000" pitchFamily="18" charset="-127"/>
            </a:endParaRPr>
          </a:p>
        </p:txBody>
      </p:sp>
      <p:sp>
        <p:nvSpPr>
          <p:cNvPr id="111" name="직사각형 110">
            <a:extLst>
              <a:ext uri="{FF2B5EF4-FFF2-40B4-BE49-F238E27FC236}">
                <a16:creationId xmlns:a16="http://schemas.microsoft.com/office/drawing/2014/main" id="{AFD7C0D4-9A6D-AB47-34E7-898E617E937D}"/>
              </a:ext>
            </a:extLst>
          </p:cNvPr>
          <p:cNvSpPr/>
          <p:nvPr/>
        </p:nvSpPr>
        <p:spPr>
          <a:xfrm>
            <a:off x="7494586" y="4468020"/>
            <a:ext cx="1670882" cy="2021680"/>
          </a:xfrm>
          <a:prstGeom prst="rect">
            <a:avLst/>
          </a:prstGeom>
          <a:solidFill>
            <a:sysClr val="window" lastClr="FFFFFF"/>
          </a:solidFill>
          <a:ln w="38100" cmpd="tri">
            <a:solidFill>
              <a:sysClr val="window" lastClr="FFFFFF">
                <a:lumMod val="75000"/>
              </a:sysClr>
            </a:solidFill>
            <a:miter lim="800000"/>
            <a:headEnd/>
            <a:tailEnd/>
          </a:ln>
          <a:effectLst/>
        </p:spPr>
        <p:txBody>
          <a:bodyPr wrap="square" lIns="72000" tIns="72000" rIns="72000" bIns="72000" rtlCol="0" anchor="ctr"/>
          <a:lstStyle/>
          <a:p>
            <a:pPr marL="92075" indent="-92075" algn="l" defTabSz="457200" latinLnBrk="0">
              <a:lnSpc>
                <a:spcPts val="1500"/>
              </a:lnSpc>
              <a:buFont typeface="Arial" panose="020B0604020202020204" pitchFamily="34" charset="0"/>
              <a:buChar char="•"/>
            </a:pPr>
            <a:r>
              <a:rPr kumimoji="1" lang="ko-KR" altLang="en-US" sz="1100" dirty="0">
                <a:solidFill>
                  <a:schemeClr val="tx1"/>
                </a:solidFill>
                <a:latin typeface="a고딕14" panose="02020600000000000000" pitchFamily="18" charset="-127"/>
                <a:ea typeface="a고딕14" panose="02020600000000000000" pitchFamily="18" charset="-127"/>
              </a:rPr>
              <a:t>담당주체</a:t>
            </a:r>
            <a:r>
              <a:rPr kumimoji="1" lang="en-US" altLang="ko-KR" sz="1100" dirty="0">
                <a:solidFill>
                  <a:schemeClr val="tx1"/>
                </a:solidFill>
                <a:latin typeface="a고딕14" panose="02020600000000000000" pitchFamily="18" charset="-127"/>
                <a:ea typeface="a고딕14" panose="02020600000000000000" pitchFamily="18" charset="-127"/>
              </a:rPr>
              <a:t>: </a:t>
            </a:r>
            <a:r>
              <a:rPr kumimoji="1" lang="ko-KR" altLang="en-US" sz="1100" dirty="0">
                <a:solidFill>
                  <a:schemeClr val="tx1"/>
                </a:solidFill>
                <a:latin typeface="a고딕14" panose="02020600000000000000" pitchFamily="18" charset="-127"/>
                <a:ea typeface="a고딕14" panose="02020600000000000000" pitchFamily="18" charset="-127"/>
              </a:rPr>
              <a:t>전문가</a:t>
            </a:r>
            <a:r>
              <a:rPr kumimoji="1" lang="en-US" altLang="ko-KR" sz="1100" dirty="0">
                <a:solidFill>
                  <a:schemeClr val="tx1"/>
                </a:solidFill>
                <a:latin typeface="a고딕14" panose="02020600000000000000" pitchFamily="18" charset="-127"/>
                <a:ea typeface="a고딕14" panose="02020600000000000000" pitchFamily="18" charset="-127"/>
              </a:rPr>
              <a:t>, </a:t>
            </a:r>
            <a:r>
              <a:rPr kumimoji="1" lang="ko-KR" altLang="en-US" sz="1100" dirty="0">
                <a:solidFill>
                  <a:schemeClr val="tx1"/>
                </a:solidFill>
                <a:latin typeface="a고딕14" panose="02020600000000000000" pitchFamily="18" charset="-127"/>
                <a:ea typeface="a고딕14" panose="02020600000000000000" pitchFamily="18" charset="-127"/>
              </a:rPr>
              <a:t>연구진</a:t>
            </a:r>
            <a:endParaRPr kumimoji="1" lang="en-US" altLang="ko-KR" sz="1100" dirty="0">
              <a:solidFill>
                <a:schemeClr val="tx1"/>
              </a:solidFill>
              <a:latin typeface="a고딕14" panose="02020600000000000000" pitchFamily="18" charset="-127"/>
              <a:ea typeface="a고딕14" panose="02020600000000000000" pitchFamily="18" charset="-127"/>
            </a:endParaRPr>
          </a:p>
          <a:p>
            <a:pPr marL="92075" indent="-92075" algn="l" defTabSz="457200" latinLnBrk="0">
              <a:lnSpc>
                <a:spcPts val="1500"/>
              </a:lnSpc>
              <a:buFont typeface="Arial" panose="020B0604020202020204" pitchFamily="34" charset="0"/>
              <a:buChar char="•"/>
            </a:pPr>
            <a:endParaRPr kumimoji="1" lang="en-US" altLang="ko-KR" sz="1100" dirty="0">
              <a:solidFill>
                <a:schemeClr val="tx1"/>
              </a:solidFill>
              <a:latin typeface="a고딕14" panose="02020600000000000000" pitchFamily="18" charset="-127"/>
              <a:ea typeface="a고딕14" panose="02020600000000000000" pitchFamily="18" charset="-127"/>
            </a:endParaRPr>
          </a:p>
          <a:p>
            <a:pPr marL="92075" indent="-92075" algn="l" defTabSz="457200" latinLnBrk="0">
              <a:lnSpc>
                <a:spcPts val="1500"/>
              </a:lnSpc>
              <a:buFont typeface="Arial" panose="020B0604020202020204" pitchFamily="34" charset="0"/>
              <a:buChar char="•"/>
            </a:pPr>
            <a:r>
              <a:rPr kumimoji="1" lang="ko-KR" altLang="ko-KR" sz="1100" dirty="0">
                <a:solidFill>
                  <a:schemeClr val="tx1"/>
                </a:solidFill>
                <a:latin typeface="a고딕14" panose="02020600000000000000" pitchFamily="18" charset="-127"/>
                <a:ea typeface="a고딕14" panose="02020600000000000000" pitchFamily="18" charset="-127"/>
              </a:rPr>
              <a:t>AI 프롬프트 </a:t>
            </a:r>
            <a:r>
              <a:rPr kumimoji="1" lang="ko-KR" altLang="ko-KR" sz="1100" dirty="0" err="1">
                <a:solidFill>
                  <a:schemeClr val="tx1"/>
                </a:solidFill>
                <a:latin typeface="a고딕14" panose="02020600000000000000" pitchFamily="18" charset="-127"/>
                <a:ea typeface="a고딕14" panose="02020600000000000000" pitchFamily="18" charset="-127"/>
              </a:rPr>
              <a:t>개발·검증</a:t>
            </a:r>
            <a:r>
              <a:rPr kumimoji="1" lang="ko-KR" altLang="ko-KR" sz="1100" dirty="0">
                <a:solidFill>
                  <a:schemeClr val="tx1"/>
                </a:solidFill>
                <a:latin typeface="a고딕14" panose="02020600000000000000" pitchFamily="18" charset="-127"/>
                <a:ea typeface="a고딕14" panose="02020600000000000000" pitchFamily="18" charset="-127"/>
              </a:rPr>
              <a:t> 1차 생성형 AI 평가 실시 </a:t>
            </a:r>
            <a:endParaRPr kumimoji="1" lang="en-US" altLang="ko-KR" sz="1100" dirty="0">
              <a:solidFill>
                <a:schemeClr val="tx1"/>
              </a:solidFill>
              <a:latin typeface="a고딕14" panose="02020600000000000000" pitchFamily="18" charset="-127"/>
              <a:ea typeface="a고딕14" panose="02020600000000000000" pitchFamily="18" charset="-127"/>
            </a:endParaRPr>
          </a:p>
          <a:p>
            <a:pPr marL="92075" indent="-92075" algn="l" defTabSz="457200" latinLnBrk="0">
              <a:lnSpc>
                <a:spcPts val="1500"/>
              </a:lnSpc>
              <a:buFont typeface="Arial" panose="020B0604020202020204" pitchFamily="34" charset="0"/>
              <a:buChar char="•"/>
            </a:pPr>
            <a:r>
              <a:rPr kumimoji="1" lang="ko-KR" altLang="ko-KR" sz="1100" dirty="0">
                <a:solidFill>
                  <a:schemeClr val="tx1"/>
                </a:solidFill>
                <a:latin typeface="a고딕14" panose="02020600000000000000" pitchFamily="18" charset="-127"/>
                <a:ea typeface="a고딕14" panose="02020600000000000000" pitchFamily="18" charset="-127"/>
              </a:rPr>
              <a:t>2차 전문가 검토 보완 (이견 ±2점 이상 능력단위는 정밀 검토)</a:t>
            </a:r>
            <a:endParaRPr kumimoji="1" lang="ko-KR" altLang="en-US" sz="1100" dirty="0">
              <a:solidFill>
                <a:schemeClr val="tx1"/>
              </a:solidFill>
              <a:latin typeface="a고딕14" panose="02020600000000000000" pitchFamily="18" charset="-127"/>
              <a:ea typeface="a고딕14" panose="02020600000000000000" pitchFamily="18" charset="-127"/>
            </a:endParaRPr>
          </a:p>
        </p:txBody>
      </p:sp>
      <p:sp>
        <p:nvSpPr>
          <p:cNvPr id="112" name="TextBox 111">
            <a:extLst>
              <a:ext uri="{FF2B5EF4-FFF2-40B4-BE49-F238E27FC236}">
                <a16:creationId xmlns:a16="http://schemas.microsoft.com/office/drawing/2014/main" id="{C4323FDC-E9F1-8E4D-4C90-9F4B7BFAC789}"/>
              </a:ext>
            </a:extLst>
          </p:cNvPr>
          <p:cNvSpPr txBox="1"/>
          <p:nvPr/>
        </p:nvSpPr>
        <p:spPr>
          <a:xfrm>
            <a:off x="596515" y="6457890"/>
            <a:ext cx="4356485" cy="246221"/>
          </a:xfrm>
          <a:prstGeom prst="rect">
            <a:avLst/>
          </a:prstGeom>
          <a:noFill/>
        </p:spPr>
        <p:txBody>
          <a:bodyPr wrap="square" rtlCol="0">
            <a:spAutoFit/>
          </a:bodyPr>
          <a:lstStyle/>
          <a:p>
            <a:pPr algn="l">
              <a:buNone/>
            </a:pPr>
            <a:r>
              <a:rPr lang="en-US" altLang="ko-KR" sz="1000" dirty="0">
                <a:latin typeface="a고딕12" panose="02020600000000000000" pitchFamily="18" charset="-127"/>
                <a:ea typeface="a고딕12" panose="02020600000000000000" pitchFamily="18" charset="-127"/>
              </a:rPr>
              <a:t>* </a:t>
            </a:r>
            <a:r>
              <a:rPr lang="ko-KR" altLang="en-US" sz="1000" dirty="0">
                <a:latin typeface="a고딕12" panose="02020600000000000000" pitchFamily="18" charset="-127"/>
                <a:ea typeface="a고딕12" panose="02020600000000000000" pitchFamily="18" charset="-127"/>
              </a:rPr>
              <a:t>출처</a:t>
            </a:r>
            <a:r>
              <a:rPr lang="en-US" altLang="ko-KR" sz="1000" dirty="0">
                <a:latin typeface="a고딕12" panose="02020600000000000000" pitchFamily="18" charset="-127"/>
                <a:ea typeface="a고딕12" panose="02020600000000000000" pitchFamily="18" charset="-127"/>
              </a:rPr>
              <a:t>: 2025</a:t>
            </a:r>
            <a:r>
              <a:rPr lang="ko-KR" altLang="en-US" sz="1000" dirty="0">
                <a:latin typeface="a고딕12" panose="02020600000000000000" pitchFamily="18" charset="-127"/>
                <a:ea typeface="a고딕12" panose="02020600000000000000" pitchFamily="18" charset="-127"/>
              </a:rPr>
              <a:t>년 </a:t>
            </a:r>
            <a:r>
              <a:rPr lang="en-US" altLang="ko-KR" sz="1000" dirty="0">
                <a:latin typeface="a고딕12" panose="02020600000000000000" pitchFamily="18" charset="-127"/>
                <a:ea typeface="a고딕12" panose="02020600000000000000" pitchFamily="18" charset="-127"/>
              </a:rPr>
              <a:t>TTR Master DB_251020</a:t>
            </a:r>
            <a:endParaRPr lang="ko-KR" altLang="en-US" sz="1000" dirty="0">
              <a:latin typeface="a고딕12" panose="02020600000000000000" pitchFamily="18" charset="-127"/>
              <a:ea typeface="a고딕12" panose="02020600000000000000" pitchFamily="18" charset="-127"/>
            </a:endParaRPr>
          </a:p>
        </p:txBody>
      </p:sp>
    </p:spTree>
    <p:extLst>
      <p:ext uri="{BB962C8B-B14F-4D97-AF65-F5344CB8AC3E}">
        <p14:creationId xmlns:p14="http://schemas.microsoft.com/office/powerpoint/2010/main" val="8741413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7085F-FF58-4261-A052-E36AB0EC35D2}"/>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F491A1F3-AAFB-D5A4-0F32-55F08D351AC5}"/>
              </a:ext>
            </a:extLst>
          </p:cNvPr>
          <p:cNvSpPr>
            <a:spLocks noGrp="1"/>
          </p:cNvSpPr>
          <p:nvPr>
            <p:ph type="body" sz="quarter" idx="12"/>
          </p:nvPr>
        </p:nvSpPr>
        <p:spPr/>
        <p:txBody>
          <a:bodyPr vert="horz" wrap="square" lIns="0" tIns="45720" rIns="0" bIns="0" rtlCol="0">
            <a:noAutofit/>
          </a:bodyPr>
          <a:lstStyle/>
          <a:p>
            <a:pPr latinLnBrk="0"/>
            <a:r>
              <a:rPr lang="ko-KR" altLang="en-US" dirty="0"/>
              <a:t>연구진이 적합성 평가 지표 개발을 위해 관련 평가 지표 </a:t>
            </a:r>
            <a:r>
              <a:rPr lang="en-US" altLang="ko-KR" dirty="0"/>
              <a:t>Pool</a:t>
            </a:r>
            <a:r>
              <a:rPr lang="ko-KR" altLang="en-US" dirty="0"/>
              <a:t>을 도출하고</a:t>
            </a:r>
            <a:r>
              <a:rPr lang="en-US" altLang="ko-KR" dirty="0"/>
              <a:t>, </a:t>
            </a:r>
            <a:r>
              <a:rPr lang="ko-KR" altLang="en-US" dirty="0"/>
              <a:t>전문가 자문회의를 거쳐 </a:t>
            </a:r>
            <a:r>
              <a:rPr lang="ko-KR" altLang="en-US"/>
              <a:t>최종 확정할 계획임</a:t>
            </a:r>
            <a:r>
              <a:rPr lang="en-US" altLang="ko-KR"/>
              <a:t>.</a:t>
            </a:r>
            <a:endParaRPr lang="ko-KR" altLang="en-US" dirty="0"/>
          </a:p>
        </p:txBody>
      </p:sp>
      <p:sp>
        <p:nvSpPr>
          <p:cNvPr id="51" name="텍스트 개체 틀 4">
            <a:extLst>
              <a:ext uri="{FF2B5EF4-FFF2-40B4-BE49-F238E27FC236}">
                <a16:creationId xmlns:a16="http://schemas.microsoft.com/office/drawing/2014/main" id="{AA39C8E4-7E19-32CA-56ED-E9B8EEF09F62}"/>
              </a:ext>
            </a:extLst>
          </p:cNvPr>
          <p:cNvSpPr txBox="1">
            <a:spLocks/>
          </p:cNvSpPr>
          <p:nvPr/>
        </p:nvSpPr>
        <p:spPr>
          <a:xfrm>
            <a:off x="7293260" y="138529"/>
            <a:ext cx="2052352" cy="446155"/>
          </a:xfrm>
          <a:prstGeom prst="rect">
            <a:avLst/>
          </a:prstGeom>
        </p:spPr>
        <p:txBody>
          <a:bodyPr vert="horz" wrap="none" lIns="0" tIns="0" rIns="0" bIns="0" rtlCol="0" anchor="ctr">
            <a:noAutofit/>
          </a:bodyPr>
          <a:lstStyle>
            <a:lvl1pPr marL="0" indent="0" algn="r" defTabSz="914400" rtl="0" eaLnBrk="1" latinLnBrk="1" hangingPunct="1">
              <a:spcBef>
                <a:spcPct val="20000"/>
              </a:spcBef>
              <a:buFontTx/>
              <a:buNone/>
              <a:defRPr lang="ko-KR" altLang="en-US" sz="1100" kern="1200" baseline="0" smtClean="0">
                <a:solidFill>
                  <a:schemeClr val="tx1">
                    <a:lumMod val="50000"/>
                    <a:lumOff val="50000"/>
                  </a:schemeClr>
                </a:solidFill>
                <a:latin typeface="a고딕14" panose="02020600000000000000" pitchFamily="18" charset="-127"/>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auto" latinLnBrk="0">
              <a:spcAft>
                <a:spcPts val="0"/>
              </a:spcAft>
            </a:pPr>
            <a:r>
              <a:rPr lang="en-US" altLang="ko-KR">
                <a:latin typeface="Arial Narrow" panose="020B0606020202030204" pitchFamily="34" charset="0"/>
              </a:rPr>
              <a:t>Ⅱ</a:t>
            </a:r>
            <a:r>
              <a:rPr lang="en-US" altLang="ko-KR">
                <a:latin typeface="+mn-ea"/>
              </a:rPr>
              <a:t>. </a:t>
            </a:r>
            <a:r>
              <a:rPr lang="ko-KR" altLang="en-US">
                <a:latin typeface="+mn-ea"/>
              </a:rPr>
              <a:t>제안 내용</a:t>
            </a:r>
          </a:p>
          <a:p>
            <a:pPr fontAlgn="auto" latinLnBrk="0">
              <a:spcAft>
                <a:spcPts val="0"/>
              </a:spcAft>
            </a:pPr>
            <a:r>
              <a:rPr lang="en-US" altLang="ko-KR">
                <a:latin typeface="+mn-ea"/>
              </a:rPr>
              <a:t>2. </a:t>
            </a:r>
            <a:r>
              <a:rPr lang="ko-KR" altLang="en-US">
                <a:latin typeface="+mn-ea"/>
              </a:rPr>
              <a:t>과업 수행계획 및 방법</a:t>
            </a:r>
            <a:endParaRPr lang="ko-KR" altLang="en-US" dirty="0">
              <a:latin typeface="+mn-ea"/>
            </a:endParaRPr>
          </a:p>
        </p:txBody>
      </p:sp>
      <p:sp>
        <p:nvSpPr>
          <p:cNvPr id="52" name="텍스트 개체 틀 87">
            <a:extLst>
              <a:ext uri="{FF2B5EF4-FFF2-40B4-BE49-F238E27FC236}">
                <a16:creationId xmlns:a16="http://schemas.microsoft.com/office/drawing/2014/main" id="{1673FA2E-A3E5-F303-46BD-81C4A490AAAA}"/>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base" latinLnBrk="0">
              <a:spcAft>
                <a:spcPct val="0"/>
              </a:spcAft>
            </a:pPr>
            <a:r>
              <a:rPr lang="en-US" altLang="ko-KR" sz="1200">
                <a:solidFill>
                  <a:schemeClr val="bg1"/>
                </a:solidFill>
              </a:rPr>
              <a:t>Step5. NCS </a:t>
            </a:r>
            <a:r>
              <a:rPr lang="ko-KR" altLang="en-US" sz="1200">
                <a:solidFill>
                  <a:schemeClr val="bg1"/>
                </a:solidFill>
              </a:rPr>
              <a:t>능력단위 신규개발 적합성 검토</a:t>
            </a:r>
            <a:endParaRPr lang="ko-KR" altLang="en-US" sz="1200" dirty="0">
              <a:solidFill>
                <a:schemeClr val="bg1"/>
              </a:solidFill>
            </a:endParaRPr>
          </a:p>
        </p:txBody>
      </p:sp>
      <p:sp>
        <p:nvSpPr>
          <p:cNvPr id="53" name="직사각형 52">
            <a:extLst>
              <a:ext uri="{FF2B5EF4-FFF2-40B4-BE49-F238E27FC236}">
                <a16:creationId xmlns:a16="http://schemas.microsoft.com/office/drawing/2014/main" id="{A2573FFB-3958-94BC-7E73-0762C8DCED7F}"/>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3. </a:t>
            </a:r>
            <a:r>
              <a:rPr lang="en-US" altLang="ko-KR" sz="1100" dirty="0">
                <a:solidFill>
                  <a:srgbClr val="003F56"/>
                </a:solidFill>
                <a:latin typeface="a고딕14"/>
                <a:ea typeface="a고딕14"/>
              </a:rPr>
              <a:t>NCS </a:t>
            </a:r>
            <a:r>
              <a:rPr lang="ko-KR" altLang="en-US" sz="1100" dirty="0">
                <a:solidFill>
                  <a:srgbClr val="003F56"/>
                </a:solidFill>
                <a:latin typeface="a고딕14"/>
                <a:ea typeface="a고딕14"/>
              </a:rPr>
              <a:t>능력단위 우선순위 도출</a:t>
            </a:r>
          </a:p>
        </p:txBody>
      </p:sp>
      <p:grpSp>
        <p:nvGrpSpPr>
          <p:cNvPr id="3" name="그룹 2">
            <a:extLst>
              <a:ext uri="{FF2B5EF4-FFF2-40B4-BE49-F238E27FC236}">
                <a16:creationId xmlns:a16="http://schemas.microsoft.com/office/drawing/2014/main" id="{C456248A-B853-6447-BDFA-3E42F90795AF}"/>
              </a:ext>
            </a:extLst>
          </p:cNvPr>
          <p:cNvGrpSpPr/>
          <p:nvPr/>
        </p:nvGrpSpPr>
        <p:grpSpPr>
          <a:xfrm>
            <a:off x="596515" y="1681027"/>
            <a:ext cx="8749097" cy="266602"/>
            <a:chOff x="802640" y="2236632"/>
            <a:chExt cx="4130805" cy="266552"/>
          </a:xfrm>
        </p:grpSpPr>
        <p:sp>
          <p:nvSpPr>
            <p:cNvPr id="4" name="ListLeanHorizontalTextTopic0">
              <a:extLst>
                <a:ext uri="{FF2B5EF4-FFF2-40B4-BE49-F238E27FC236}">
                  <a16:creationId xmlns:a16="http://schemas.microsoft.com/office/drawing/2014/main" id="{12991991-36D1-218B-C58D-5401470CA3FA}"/>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평가지표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 </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제작 및 전문가 자문회의 개요</a:t>
              </a:r>
              <a:endPar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5" name="Horizontal Line">
              <a:extLst>
                <a:ext uri="{FF2B5EF4-FFF2-40B4-BE49-F238E27FC236}">
                  <a16:creationId xmlns:a16="http://schemas.microsoft.com/office/drawing/2014/main" id="{721EAE9C-8C6D-262D-B4BD-1E281A3A9DC6}"/>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6" name="오각형 56">
            <a:extLst>
              <a:ext uri="{FF2B5EF4-FFF2-40B4-BE49-F238E27FC236}">
                <a16:creationId xmlns:a16="http://schemas.microsoft.com/office/drawing/2014/main" id="{9653C8EF-F1DE-2FEC-B60B-7AB3D6735EAA}"/>
              </a:ext>
            </a:extLst>
          </p:cNvPr>
          <p:cNvSpPr/>
          <p:nvPr/>
        </p:nvSpPr>
        <p:spPr>
          <a:xfrm>
            <a:off x="615433" y="2110235"/>
            <a:ext cx="1835358" cy="413310"/>
          </a:xfrm>
          <a:prstGeom prst="homePlate">
            <a:avLst>
              <a:gd name="adj" fmla="val 21438"/>
            </a:avLst>
          </a:prstGeom>
          <a:solidFill>
            <a:srgbClr val="003F56"/>
          </a:solidFill>
          <a:ln w="12700" cap="flat" cmpd="sng" algn="ctr">
            <a:noFill/>
            <a:prstDash val="solid"/>
            <a:miter lim="800000"/>
          </a:ln>
          <a:effectLst/>
        </p:spPr>
        <p:txBody>
          <a:bodyPr rtlCol="0" anchor="ctr"/>
          <a:lstStyle/>
          <a:p>
            <a:pPr algn="l" eaLnBrk="1" fontAlgn="auto" latinLnBrk="0" hangingPunct="1">
              <a:spcBef>
                <a:spcPts val="0"/>
              </a:spcBef>
              <a:spcAft>
                <a:spcPts val="0"/>
              </a:spcAft>
              <a:buFontTx/>
              <a:buNone/>
              <a:defRPr/>
            </a:pPr>
            <a:endParaRPr lang="ko-KR" altLang="en-US" kern="0" dirty="0">
              <a:solidFill>
                <a:prstClr val="white"/>
              </a:solidFill>
              <a:latin typeface="Arial Narrow" panose="020B0606020202030204" pitchFamily="34" charset="0"/>
              <a:ea typeface="a고딕14" panose="02020600000000000000" pitchFamily="18" charset="-127"/>
            </a:endParaRPr>
          </a:p>
        </p:txBody>
      </p:sp>
      <p:sp>
        <p:nvSpPr>
          <p:cNvPr id="7" name="TextBox 6">
            <a:extLst>
              <a:ext uri="{FF2B5EF4-FFF2-40B4-BE49-F238E27FC236}">
                <a16:creationId xmlns:a16="http://schemas.microsoft.com/office/drawing/2014/main" id="{47A63DCA-57FC-BDA4-24AC-2B435828BC74}"/>
              </a:ext>
            </a:extLst>
          </p:cNvPr>
          <p:cNvSpPr txBox="1"/>
          <p:nvPr/>
        </p:nvSpPr>
        <p:spPr>
          <a:xfrm>
            <a:off x="1049267" y="2246546"/>
            <a:ext cx="1418191" cy="276999"/>
          </a:xfrm>
          <a:prstGeom prst="rect">
            <a:avLst/>
          </a:prstGeom>
          <a:noFill/>
        </p:spPr>
        <p:txBody>
          <a:bodyPr wrap="square" rtlCol="0">
            <a:spAutoFit/>
          </a:bodyPr>
          <a:lstStyle/>
          <a:p>
            <a:pPr latinLnBrk="0">
              <a:buNone/>
            </a:pPr>
            <a:r>
              <a:rPr lang="ko-KR" altLang="en-US" dirty="0">
                <a:solidFill>
                  <a:schemeClr val="bg1"/>
                </a:solidFill>
                <a:latin typeface="Arial Narrow" panose="020B0606020202030204" pitchFamily="34" charset="0"/>
                <a:ea typeface="a고딕14" panose="02020600000000000000" pitchFamily="18" charset="-127"/>
              </a:rPr>
              <a:t>평가 지표 </a:t>
            </a:r>
            <a:r>
              <a:rPr lang="en-US" altLang="ko-KR" dirty="0">
                <a:solidFill>
                  <a:schemeClr val="bg1"/>
                </a:solidFill>
                <a:latin typeface="Arial Narrow" panose="020B0606020202030204" pitchFamily="34" charset="0"/>
                <a:ea typeface="a고딕14" panose="02020600000000000000" pitchFamily="18" charset="-127"/>
              </a:rPr>
              <a:t>Pool </a:t>
            </a:r>
            <a:r>
              <a:rPr lang="ko-KR" altLang="en-US" dirty="0">
                <a:solidFill>
                  <a:schemeClr val="bg1"/>
                </a:solidFill>
                <a:latin typeface="Arial Narrow" panose="020B0606020202030204" pitchFamily="34" charset="0"/>
                <a:ea typeface="a고딕14" panose="02020600000000000000" pitchFamily="18" charset="-127"/>
              </a:rPr>
              <a:t>제작</a:t>
            </a:r>
          </a:p>
        </p:txBody>
      </p:sp>
      <p:sp>
        <p:nvSpPr>
          <p:cNvPr id="8" name="TextBox 7">
            <a:extLst>
              <a:ext uri="{FF2B5EF4-FFF2-40B4-BE49-F238E27FC236}">
                <a16:creationId xmlns:a16="http://schemas.microsoft.com/office/drawing/2014/main" id="{F77C9959-EAF5-FAB7-4FAA-56CEC8FDEF33}"/>
              </a:ext>
            </a:extLst>
          </p:cNvPr>
          <p:cNvSpPr txBox="1"/>
          <p:nvPr/>
        </p:nvSpPr>
        <p:spPr>
          <a:xfrm>
            <a:off x="596900" y="2069447"/>
            <a:ext cx="746352" cy="265756"/>
          </a:xfrm>
          <a:prstGeom prst="rect">
            <a:avLst/>
          </a:prstGeom>
          <a:noFill/>
        </p:spPr>
        <p:txBody>
          <a:bodyPr wrap="square">
            <a:spAutoFit/>
          </a:bodyPr>
          <a:lstStyle/>
          <a:p>
            <a:pPr algn="l" eaLnBrk="1" fontAlgn="auto" latinLnBrk="0" hangingPunct="1">
              <a:spcBef>
                <a:spcPts val="0"/>
              </a:spcBef>
              <a:spcAft>
                <a:spcPts val="0"/>
              </a:spcAft>
              <a:buFontTx/>
              <a:buNone/>
              <a:defRPr/>
            </a:pPr>
            <a:r>
              <a:rPr lang="en-US" altLang="ko-KR" sz="1200" i="1" kern="0" dirty="0">
                <a:solidFill>
                  <a:prstClr val="white"/>
                </a:solidFill>
                <a:latin typeface="Arial Narrow" panose="020B0606020202030204" pitchFamily="34" charset="0"/>
                <a:ea typeface="a고딕14" panose="02020600000000000000" pitchFamily="18" charset="-127"/>
              </a:rPr>
              <a:t>Section </a:t>
            </a:r>
            <a:r>
              <a:rPr lang="en-US" altLang="ko-KR" i="1" kern="0" dirty="0">
                <a:solidFill>
                  <a:prstClr val="white"/>
                </a:solidFill>
                <a:latin typeface="Arial Narrow" panose="020B0606020202030204" pitchFamily="34" charset="0"/>
                <a:ea typeface="a고딕14" panose="02020600000000000000" pitchFamily="18" charset="-127"/>
              </a:rPr>
              <a:t>1</a:t>
            </a:r>
          </a:p>
        </p:txBody>
      </p:sp>
      <p:sp>
        <p:nvSpPr>
          <p:cNvPr id="9" name="오각형 56">
            <a:extLst>
              <a:ext uri="{FF2B5EF4-FFF2-40B4-BE49-F238E27FC236}">
                <a16:creationId xmlns:a16="http://schemas.microsoft.com/office/drawing/2014/main" id="{1654990F-59C7-D74D-E61C-1015EFB45DE9}"/>
              </a:ext>
            </a:extLst>
          </p:cNvPr>
          <p:cNvSpPr/>
          <p:nvPr/>
        </p:nvSpPr>
        <p:spPr>
          <a:xfrm>
            <a:off x="4958821" y="2110235"/>
            <a:ext cx="1835358" cy="413310"/>
          </a:xfrm>
          <a:prstGeom prst="homePlate">
            <a:avLst>
              <a:gd name="adj" fmla="val 21438"/>
            </a:avLst>
          </a:prstGeom>
          <a:solidFill>
            <a:srgbClr val="005E80"/>
          </a:solidFill>
          <a:ln w="12700" cap="flat" cmpd="sng" algn="ctr">
            <a:noFill/>
            <a:prstDash val="solid"/>
            <a:miter lim="800000"/>
          </a:ln>
          <a:effectLst/>
        </p:spPr>
        <p:txBody>
          <a:bodyPr rtlCol="0" anchor="ctr"/>
          <a:lstStyle/>
          <a:p>
            <a:pPr algn="l" eaLnBrk="1" fontAlgn="auto" latinLnBrk="0" hangingPunct="1">
              <a:spcBef>
                <a:spcPts val="0"/>
              </a:spcBef>
              <a:spcAft>
                <a:spcPts val="0"/>
              </a:spcAft>
              <a:buFontTx/>
              <a:buNone/>
              <a:defRPr/>
            </a:pPr>
            <a:endParaRPr lang="ko-KR" altLang="en-US" kern="0" dirty="0">
              <a:solidFill>
                <a:prstClr val="white"/>
              </a:solidFill>
              <a:latin typeface="Arial Narrow" panose="020B0606020202030204" pitchFamily="34" charset="0"/>
              <a:ea typeface="a고딕14" panose="02020600000000000000" pitchFamily="18" charset="-127"/>
            </a:endParaRPr>
          </a:p>
        </p:txBody>
      </p:sp>
      <p:sp>
        <p:nvSpPr>
          <p:cNvPr id="10" name="TextBox 9">
            <a:extLst>
              <a:ext uri="{FF2B5EF4-FFF2-40B4-BE49-F238E27FC236}">
                <a16:creationId xmlns:a16="http://schemas.microsoft.com/office/drawing/2014/main" id="{3D392112-E1C0-ACE2-1E06-48A8964FCD22}"/>
              </a:ext>
            </a:extLst>
          </p:cNvPr>
          <p:cNvSpPr txBox="1"/>
          <p:nvPr/>
        </p:nvSpPr>
        <p:spPr>
          <a:xfrm>
            <a:off x="5392655" y="2246546"/>
            <a:ext cx="1418191" cy="276999"/>
          </a:xfrm>
          <a:prstGeom prst="rect">
            <a:avLst/>
          </a:prstGeom>
          <a:noFill/>
        </p:spPr>
        <p:txBody>
          <a:bodyPr wrap="square" rtlCol="0">
            <a:spAutoFit/>
          </a:bodyPr>
          <a:lstStyle/>
          <a:p>
            <a:pPr latinLnBrk="0">
              <a:buNone/>
            </a:pPr>
            <a:r>
              <a:rPr lang="ko-KR" altLang="en-US" dirty="0">
                <a:solidFill>
                  <a:schemeClr val="bg1"/>
                </a:solidFill>
                <a:latin typeface="Arial Narrow" panose="020B0606020202030204" pitchFamily="34" charset="0"/>
                <a:ea typeface="a고딕14" panose="02020600000000000000" pitchFamily="18" charset="-127"/>
              </a:rPr>
              <a:t>전문가 자문회의</a:t>
            </a:r>
          </a:p>
        </p:txBody>
      </p:sp>
      <p:sp>
        <p:nvSpPr>
          <p:cNvPr id="11" name="TextBox 10">
            <a:extLst>
              <a:ext uri="{FF2B5EF4-FFF2-40B4-BE49-F238E27FC236}">
                <a16:creationId xmlns:a16="http://schemas.microsoft.com/office/drawing/2014/main" id="{162D0340-0F58-5162-5C8C-1070F7B2100F}"/>
              </a:ext>
            </a:extLst>
          </p:cNvPr>
          <p:cNvSpPr txBox="1"/>
          <p:nvPr/>
        </p:nvSpPr>
        <p:spPr>
          <a:xfrm>
            <a:off x="4940288" y="2069447"/>
            <a:ext cx="746352" cy="276999"/>
          </a:xfrm>
          <a:prstGeom prst="rect">
            <a:avLst/>
          </a:prstGeom>
          <a:noFill/>
        </p:spPr>
        <p:txBody>
          <a:bodyPr wrap="square">
            <a:spAutoFit/>
          </a:bodyPr>
          <a:lstStyle/>
          <a:p>
            <a:pPr algn="l" eaLnBrk="1" fontAlgn="auto" latinLnBrk="0" hangingPunct="1">
              <a:spcBef>
                <a:spcPts val="0"/>
              </a:spcBef>
              <a:spcAft>
                <a:spcPts val="0"/>
              </a:spcAft>
              <a:buFontTx/>
              <a:buNone/>
              <a:defRPr/>
            </a:pPr>
            <a:r>
              <a:rPr lang="en-US" altLang="ko-KR" sz="1200" i="1" kern="0" dirty="0">
                <a:solidFill>
                  <a:prstClr val="white"/>
                </a:solidFill>
                <a:latin typeface="Arial Narrow" panose="020B0606020202030204" pitchFamily="34" charset="0"/>
                <a:ea typeface="a고딕14" panose="02020600000000000000" pitchFamily="18" charset="-127"/>
              </a:rPr>
              <a:t>Section </a:t>
            </a:r>
            <a:r>
              <a:rPr lang="en-US" altLang="ko-KR" i="1" kern="0" dirty="0">
                <a:solidFill>
                  <a:prstClr val="white"/>
                </a:solidFill>
                <a:latin typeface="Arial Narrow" panose="020B0606020202030204" pitchFamily="34" charset="0"/>
                <a:ea typeface="a고딕14" panose="02020600000000000000" pitchFamily="18" charset="-127"/>
              </a:rPr>
              <a:t>2</a:t>
            </a:r>
          </a:p>
        </p:txBody>
      </p:sp>
      <p:graphicFrame>
        <p:nvGraphicFramePr>
          <p:cNvPr id="12" name="표 11">
            <a:extLst>
              <a:ext uri="{FF2B5EF4-FFF2-40B4-BE49-F238E27FC236}">
                <a16:creationId xmlns:a16="http://schemas.microsoft.com/office/drawing/2014/main" id="{AA5DA40C-3DC4-905F-44AC-7C96DA1C6A24}"/>
              </a:ext>
            </a:extLst>
          </p:cNvPr>
          <p:cNvGraphicFramePr>
            <a:graphicFrameLocks noGrp="1"/>
          </p:cNvGraphicFramePr>
          <p:nvPr/>
        </p:nvGraphicFramePr>
        <p:xfrm>
          <a:off x="596900" y="3140969"/>
          <a:ext cx="4140200" cy="3326478"/>
        </p:xfrm>
        <a:graphic>
          <a:graphicData uri="http://schemas.openxmlformats.org/drawingml/2006/table">
            <a:tbl>
              <a:tblPr/>
              <a:tblGrid>
                <a:gridCol w="552032">
                  <a:extLst>
                    <a:ext uri="{9D8B030D-6E8A-4147-A177-3AD203B41FA5}">
                      <a16:colId xmlns:a16="http://schemas.microsoft.com/office/drawing/2014/main" val="1377073281"/>
                    </a:ext>
                  </a:extLst>
                </a:gridCol>
                <a:gridCol w="575535">
                  <a:extLst>
                    <a:ext uri="{9D8B030D-6E8A-4147-A177-3AD203B41FA5}">
                      <a16:colId xmlns:a16="http://schemas.microsoft.com/office/drawing/2014/main" val="2342945714"/>
                    </a:ext>
                  </a:extLst>
                </a:gridCol>
                <a:gridCol w="3012633">
                  <a:extLst>
                    <a:ext uri="{9D8B030D-6E8A-4147-A177-3AD203B41FA5}">
                      <a16:colId xmlns:a16="http://schemas.microsoft.com/office/drawing/2014/main" val="3791666451"/>
                    </a:ext>
                  </a:extLst>
                </a:gridCol>
              </a:tblGrid>
              <a:tr h="251292">
                <a:tc>
                  <a:txBody>
                    <a:bodyPr/>
                    <a:lstStyle/>
                    <a:p>
                      <a:pPr algn="ctr" fontAlgn="ctr" latinLnBrk="0">
                        <a:buNone/>
                      </a:pPr>
                      <a:r>
                        <a:rPr lang="ko-KR" altLang="en-US" sz="1000" b="0" i="0" u="none" strike="noStrike" err="1">
                          <a:solidFill>
                            <a:schemeClr val="bg1"/>
                          </a:solidFill>
                          <a:effectLst/>
                          <a:latin typeface="+mj-ea"/>
                          <a:ea typeface="+mj-ea"/>
                        </a:rPr>
                        <a:t>지표명</a:t>
                      </a:r>
                      <a:endParaRPr lang="ko-KR" altLang="en-US" sz="1000" b="0" i="0" u="none" strike="noStrike">
                        <a:solidFill>
                          <a:schemeClr val="bg1"/>
                        </a:solidFill>
                        <a:effectLst/>
                        <a:latin typeface="+mj-ea"/>
                        <a:ea typeface="+mj-ea"/>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2">
                  <a:txBody>
                    <a:bodyPr/>
                    <a:lstStyle/>
                    <a:p>
                      <a:pPr algn="ctr" fontAlgn="ctr" latinLnBrk="0">
                        <a:buNone/>
                      </a:pPr>
                      <a:r>
                        <a:rPr lang="ko-KR" altLang="en-US" sz="1000" b="0" i="0" u="none" strike="noStrike">
                          <a:solidFill>
                            <a:schemeClr val="bg1"/>
                          </a:solidFill>
                          <a:effectLst/>
                          <a:latin typeface="+mj-ea"/>
                          <a:ea typeface="+mj-ea"/>
                        </a:rPr>
                        <a:t>내용</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latinLnBrk="1"/>
                      <a:endParaRPr lang="ko-KR" altLang="en-US"/>
                    </a:p>
                  </a:txBody>
                  <a:tcPr/>
                </a:tc>
                <a:extLst>
                  <a:ext uri="{0D108BD9-81ED-4DB2-BD59-A6C34878D82A}">
                    <a16:rowId xmlns:a16="http://schemas.microsoft.com/office/drawing/2014/main" val="1621925712"/>
                  </a:ext>
                </a:extLst>
              </a:tr>
              <a:tr h="631802">
                <a:tc rowSpan="2">
                  <a:txBody>
                    <a:bodyPr/>
                    <a:lstStyle/>
                    <a:p>
                      <a:pPr>
                        <a:buNone/>
                      </a:pPr>
                      <a:r>
                        <a:rPr lang="ko-KR" sz="700" b="1">
                          <a:latin typeface="a고딕14" panose="02020600000000000000" pitchFamily="18" charset="-127"/>
                          <a:ea typeface="a고딕14" panose="02020600000000000000" pitchFamily="18" charset="-127"/>
                        </a:rPr>
                        <a:t>① AI </a:t>
                      </a:r>
                      <a:r>
                        <a:rPr lang="ko-KR" sz="700" b="1" err="1">
                          <a:latin typeface="a고딕14" panose="02020600000000000000" pitchFamily="18" charset="-127"/>
                          <a:ea typeface="a고딕14" panose="02020600000000000000" pitchFamily="18" charset="-127"/>
                        </a:rPr>
                        <a:t>도구·기술활용</a:t>
                      </a:r>
                      <a:r>
                        <a:rPr lang="ko-KR" sz="700" b="1">
                          <a:latin typeface="a고딕14" panose="02020600000000000000" pitchFamily="18" charset="-127"/>
                          <a:ea typeface="a고딕14" panose="02020600000000000000" pitchFamily="18" charset="-127"/>
                        </a:rPr>
                        <a:t> 가능성</a:t>
                      </a:r>
                      <a:endParaRPr lang="ko-KR" sz="700">
                        <a:latin typeface="a고딕14" panose="02020600000000000000" pitchFamily="18" charset="-127"/>
                        <a:ea typeface="a고딕14" panose="02020600000000000000" pitchFamily="18"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ko-KR" sz="800">
                          <a:latin typeface="a고딕14" panose="02020600000000000000" pitchFamily="18" charset="-127"/>
                          <a:ea typeface="a고딕14" panose="02020600000000000000" pitchFamily="18" charset="-127"/>
                        </a:rPr>
                        <a:t>지표 정의</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ko-KR" sz="800">
                          <a:latin typeface="a고딕14" panose="02020600000000000000" pitchFamily="18" charset="-127"/>
                          <a:ea typeface="a고딕14" panose="02020600000000000000" pitchFamily="18" charset="-127"/>
                        </a:rPr>
                        <a:t>해당 능력단위</a:t>
                      </a:r>
                      <a:r>
                        <a:rPr lang="ko-KR" altLang="en-US" sz="800">
                          <a:latin typeface="a고딕14" panose="02020600000000000000" pitchFamily="18" charset="-127"/>
                          <a:ea typeface="a고딕14" panose="02020600000000000000" pitchFamily="18" charset="-127"/>
                        </a:rPr>
                        <a:t>가</a:t>
                      </a:r>
                      <a:r>
                        <a:rPr lang="ko-KR" sz="800">
                          <a:latin typeface="a고딕14" panose="02020600000000000000" pitchFamily="18" charset="-127"/>
                          <a:ea typeface="a고딕14" panose="02020600000000000000" pitchFamily="18" charset="-127"/>
                        </a:rPr>
                        <a:t> </a:t>
                      </a:r>
                      <a:r>
                        <a:rPr lang="ko-KR" altLang="en-US" sz="800">
                          <a:latin typeface="a고딕14" panose="02020600000000000000" pitchFamily="18" charset="-127"/>
                          <a:ea typeface="a고딕14" panose="02020600000000000000" pitchFamily="18" charset="-127"/>
                        </a:rPr>
                        <a:t>직무 </a:t>
                      </a:r>
                      <a:r>
                        <a:rPr lang="ko-KR" sz="800">
                          <a:latin typeface="a고딕14" panose="02020600000000000000" pitchFamily="18" charset="-127"/>
                          <a:ea typeface="a고딕14" panose="02020600000000000000" pitchFamily="18" charset="-127"/>
                        </a:rPr>
                        <a:t>수행에 생성형 AI · 데이터 분석 · 업무 자동화 · OCR · 예측 모델 등 AI 도구·기술을 활용할 수 있는 정도. </a:t>
                      </a:r>
                      <a:endParaRPr lang="en-US" altLang="ko-KR" sz="800">
                        <a:latin typeface="a고딕14" panose="02020600000000000000" pitchFamily="18" charset="-127"/>
                        <a:ea typeface="a고딕14" panose="02020600000000000000" pitchFamily="18"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6664041"/>
                  </a:ext>
                </a:extLst>
              </a:tr>
              <a:tr h="479978">
                <a:tc vMerge="1">
                  <a:txBody>
                    <a:bodyPr/>
                    <a:lstStyle/>
                    <a:p>
                      <a:pPr>
                        <a:buNone/>
                      </a:pPr>
                      <a:endParaRPr lang="ko-KR" sz="700">
                        <a:latin typeface="a고딕14" panose="02020600000000000000" pitchFamily="18" charset="-127"/>
                        <a:ea typeface="a고딕14" panose="02020600000000000000" pitchFamily="18" charset="-127"/>
                      </a:endParaRPr>
                    </a:p>
                  </a:txBody>
                  <a:tcPr anchor="ctr"/>
                </a:tc>
                <a:tc>
                  <a:txBody>
                    <a:bodyPr/>
                    <a:lstStyle/>
                    <a:p>
                      <a:pPr>
                        <a:buNone/>
                      </a:pPr>
                      <a:r>
                        <a:rPr lang="ko-KR" sz="800">
                          <a:latin typeface="a고딕14" panose="02020600000000000000" pitchFamily="18" charset="-127"/>
                          <a:ea typeface="a고딕14" panose="02020600000000000000" pitchFamily="18" charset="-127"/>
                        </a:rPr>
                        <a:t>문항 및 평가방법</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ko-KR" sz="800">
                          <a:latin typeface="a고딕14" panose="02020600000000000000" pitchFamily="18" charset="-127"/>
                          <a:ea typeface="a고딕14" panose="02020600000000000000" pitchFamily="18" charset="-127"/>
                        </a:rPr>
                        <a:t>이 능력단위는 AI 도구·기술(생성형 AI · 데이터 분석 · 자동화 · 예측 등)을 활용하여 효율·품질·정확도를 높이며 수행할 수 있다. (1~7점)</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3602125"/>
                  </a:ext>
                </a:extLst>
              </a:tr>
              <a:tr h="501725">
                <a:tc rowSpan="2">
                  <a:txBody>
                    <a:bodyPr/>
                    <a:lstStyle/>
                    <a:p>
                      <a:pPr>
                        <a:buNone/>
                      </a:pPr>
                      <a:r>
                        <a:rPr lang="ko-KR" sz="700" b="1">
                          <a:latin typeface="a고딕14" panose="02020600000000000000" pitchFamily="18" charset="-127"/>
                          <a:ea typeface="a고딕14" panose="02020600000000000000" pitchFamily="18" charset="-127"/>
                        </a:rPr>
                        <a:t>② 데이터 기반학습 적합성</a:t>
                      </a:r>
                      <a:endParaRPr lang="ko-KR" sz="700">
                        <a:latin typeface="a고딕14" panose="02020600000000000000" pitchFamily="18" charset="-127"/>
                        <a:ea typeface="a고딕14" panose="02020600000000000000" pitchFamily="18"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ko-KR" sz="800">
                          <a:latin typeface="a고딕14" panose="02020600000000000000" pitchFamily="18" charset="-127"/>
                          <a:ea typeface="a고딕14" panose="02020600000000000000" pitchFamily="18" charset="-127"/>
                        </a:rPr>
                        <a:t>지표 정의</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ko-KR" sz="800">
                          <a:latin typeface="a고딕14" panose="02020600000000000000" pitchFamily="18" charset="-127"/>
                          <a:ea typeface="a고딕14" panose="02020600000000000000" pitchFamily="18" charset="-127"/>
                        </a:rPr>
                        <a:t>AI 학습용 데이터(실무 사례·통계·문서·이미지 등)와 학습 자료가 풍부하거나 확보 가능하며, 학습자가 AI를 활용한 데이터 기반 의사결정·문제 해결을 학습하기에 적합한 정도</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2795461"/>
                  </a:ext>
                </a:extLst>
              </a:tr>
              <a:tr h="479978">
                <a:tc vMerge="1">
                  <a:txBody>
                    <a:bodyPr/>
                    <a:lstStyle/>
                    <a:p>
                      <a:pPr>
                        <a:buNone/>
                      </a:pPr>
                      <a:endParaRPr lang="ko-KR" sz="700">
                        <a:latin typeface="a고딕14" panose="02020600000000000000" pitchFamily="18" charset="-127"/>
                        <a:ea typeface="a고딕14" panose="02020600000000000000" pitchFamily="18" charset="-127"/>
                      </a:endParaRPr>
                    </a:p>
                  </a:txBody>
                  <a:tcPr anchor="ctr"/>
                </a:tc>
                <a:tc>
                  <a:txBody>
                    <a:bodyPr/>
                    <a:lstStyle/>
                    <a:p>
                      <a:pPr>
                        <a:buNone/>
                      </a:pPr>
                      <a:r>
                        <a:rPr lang="ko-KR" sz="800">
                          <a:latin typeface="a고딕14" panose="02020600000000000000" pitchFamily="18" charset="-127"/>
                          <a:ea typeface="a고딕14" panose="02020600000000000000" pitchFamily="18" charset="-127"/>
                        </a:rPr>
                        <a:t>문항 및 평가방법</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ko-KR" sz="800">
                          <a:latin typeface="a고딕14" panose="02020600000000000000" pitchFamily="18" charset="-127"/>
                          <a:ea typeface="a고딕14" panose="02020600000000000000" pitchFamily="18" charset="-127"/>
                        </a:rPr>
                        <a:t>이 능력단위 학습에 활용할 수 있는 데이터·사례·실무 패턴이 풍부하거나 확보 가능하여, AI 융합 학습 콘텐츠로 구성하기에 적합하다. (1~7점)</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4329671"/>
                  </a:ext>
                </a:extLst>
              </a:tr>
              <a:tr h="501725">
                <a:tc rowSpan="2">
                  <a:txBody>
                    <a:bodyPr/>
                    <a:lstStyle/>
                    <a:p>
                      <a:pPr>
                        <a:buNone/>
                      </a:pPr>
                      <a:r>
                        <a:rPr lang="ko-KR" sz="700" b="1">
                          <a:latin typeface="a고딕14" panose="02020600000000000000" pitchFamily="18" charset="-127"/>
                          <a:ea typeface="a고딕14" panose="02020600000000000000" pitchFamily="18" charset="-127"/>
                        </a:rPr>
                        <a:t>③ AI 융합 직무변화 시급성</a:t>
                      </a:r>
                      <a:endParaRPr lang="ko-KR" sz="700">
                        <a:latin typeface="a고딕14" panose="02020600000000000000" pitchFamily="18" charset="-127"/>
                        <a:ea typeface="a고딕14" panose="02020600000000000000" pitchFamily="18"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ko-KR" sz="800">
                          <a:latin typeface="a고딕14" panose="02020600000000000000" pitchFamily="18" charset="-127"/>
                          <a:ea typeface="a고딕14" panose="02020600000000000000" pitchFamily="18" charset="-127"/>
                        </a:rPr>
                        <a:t>지표 정의</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ko-KR" sz="800">
                          <a:latin typeface="a고딕14" panose="02020600000000000000" pitchFamily="18" charset="-127"/>
                          <a:ea typeface="a고딕14" panose="02020600000000000000" pitchFamily="18" charset="-127"/>
                        </a:rPr>
                        <a:t>산업·기술 변화로 인해 해당 능력단위 직무에 AI 융합 역량이 시급하게 요구되는 정도. 현장 채용 요구·정책 우선순위·기술 트렌드 부합도 반영</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3277048"/>
                  </a:ext>
                </a:extLst>
              </a:tr>
              <a:tr h="479978">
                <a:tc vMerge="1">
                  <a:txBody>
                    <a:bodyPr/>
                    <a:lstStyle/>
                    <a:p>
                      <a:pPr>
                        <a:buNone/>
                      </a:pPr>
                      <a:endParaRPr lang="ko-KR" sz="700">
                        <a:latin typeface="a고딕14" panose="02020600000000000000" pitchFamily="18" charset="-127"/>
                        <a:ea typeface="a고딕14" panose="02020600000000000000" pitchFamily="18" charset="-127"/>
                      </a:endParaRPr>
                    </a:p>
                  </a:txBody>
                  <a:tcPr anchor="ctr"/>
                </a:tc>
                <a:tc>
                  <a:txBody>
                    <a:bodyPr/>
                    <a:lstStyle/>
                    <a:p>
                      <a:pPr>
                        <a:buNone/>
                      </a:pPr>
                      <a:r>
                        <a:rPr lang="ko-KR" sz="800">
                          <a:latin typeface="a고딕14" panose="02020600000000000000" pitchFamily="18" charset="-127"/>
                          <a:ea typeface="a고딕14" panose="02020600000000000000" pitchFamily="18" charset="-127"/>
                        </a:rPr>
                        <a:t>문항 및 평가방법</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ko-KR" sz="800">
                          <a:latin typeface="a고딕14" panose="02020600000000000000" pitchFamily="18" charset="-127"/>
                          <a:ea typeface="a고딕14" panose="02020600000000000000" pitchFamily="18" charset="-127"/>
                        </a:rPr>
                        <a:t>이 능력단위 직무는 현재 산업·기술 변화(AX 전환 등)에 따라 AI 융합 역량 학습이 시급하게 요구된다. (1~7점)</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2608609"/>
                  </a:ext>
                </a:extLst>
              </a:tr>
            </a:tbl>
          </a:graphicData>
        </a:graphic>
      </p:graphicFrame>
      <p:grpSp>
        <p:nvGrpSpPr>
          <p:cNvPr id="13" name="Group 484">
            <a:extLst>
              <a:ext uri="{FF2B5EF4-FFF2-40B4-BE49-F238E27FC236}">
                <a16:creationId xmlns:a16="http://schemas.microsoft.com/office/drawing/2014/main" id="{1E17DD08-40A6-4CF4-5D3A-539E762EE350}"/>
              </a:ext>
            </a:extLst>
          </p:cNvPr>
          <p:cNvGrpSpPr>
            <a:grpSpLocks/>
          </p:cNvGrpSpPr>
          <p:nvPr/>
        </p:nvGrpSpPr>
        <p:grpSpPr bwMode="auto">
          <a:xfrm>
            <a:off x="579611" y="6207818"/>
            <a:ext cx="4163840" cy="322668"/>
            <a:chOff x="352" y="2083"/>
            <a:chExt cx="5546" cy="344"/>
          </a:xfrm>
        </p:grpSpPr>
        <p:sp>
          <p:nvSpPr>
            <p:cNvPr id="14" name="Freeform 486">
              <a:extLst>
                <a:ext uri="{FF2B5EF4-FFF2-40B4-BE49-F238E27FC236}">
                  <a16:creationId xmlns:a16="http://schemas.microsoft.com/office/drawing/2014/main" id="{45B48BD3-C27B-21D8-EE61-5011D766C191}"/>
                </a:ext>
              </a:extLst>
            </p:cNvPr>
            <p:cNvSpPr>
              <a:spLocks/>
            </p:cNvSpPr>
            <p:nvPr/>
          </p:nvSpPr>
          <p:spPr bwMode="auto">
            <a:xfrm>
              <a:off x="352" y="2159"/>
              <a:ext cx="5546" cy="268"/>
            </a:xfrm>
            <a:custGeom>
              <a:avLst/>
              <a:gdLst>
                <a:gd name="T0" fmla="*/ 5509 w 5546"/>
                <a:gd name="T1" fmla="*/ 61 h 268"/>
                <a:gd name="T2" fmla="*/ 5481 w 5546"/>
                <a:gd name="T3" fmla="*/ 28 h 268"/>
                <a:gd name="T4" fmla="*/ 5319 w 5546"/>
                <a:gd name="T5" fmla="*/ 0 h 268"/>
                <a:gd name="T6" fmla="*/ 4966 w 5546"/>
                <a:gd name="T7" fmla="*/ 22 h 268"/>
                <a:gd name="T8" fmla="*/ 4452 w 5546"/>
                <a:gd name="T9" fmla="*/ 56 h 268"/>
                <a:gd name="T10" fmla="*/ 3747 w 5546"/>
                <a:gd name="T11" fmla="*/ 5 h 268"/>
                <a:gd name="T12" fmla="*/ 3221 w 5546"/>
                <a:gd name="T13" fmla="*/ 50 h 268"/>
                <a:gd name="T14" fmla="*/ 2869 w 5546"/>
                <a:gd name="T15" fmla="*/ 78 h 268"/>
                <a:gd name="T16" fmla="*/ 2187 w 5546"/>
                <a:gd name="T17" fmla="*/ 39 h 268"/>
                <a:gd name="T18" fmla="*/ 1767 w 5546"/>
                <a:gd name="T19" fmla="*/ 95 h 268"/>
                <a:gd name="T20" fmla="*/ 1561 w 5546"/>
                <a:gd name="T21" fmla="*/ 123 h 268"/>
                <a:gd name="T22" fmla="*/ 945 w 5546"/>
                <a:gd name="T23" fmla="*/ 117 h 268"/>
                <a:gd name="T24" fmla="*/ 532 w 5546"/>
                <a:gd name="T25" fmla="*/ 100 h 268"/>
                <a:gd name="T26" fmla="*/ 162 w 5546"/>
                <a:gd name="T27" fmla="*/ 134 h 268"/>
                <a:gd name="T28" fmla="*/ 0 w 5546"/>
                <a:gd name="T29" fmla="*/ 151 h 268"/>
                <a:gd name="T30" fmla="*/ 677 w 5546"/>
                <a:gd name="T31" fmla="*/ 190 h 268"/>
                <a:gd name="T32" fmla="*/ 3199 w 5546"/>
                <a:gd name="T33" fmla="*/ 173 h 268"/>
                <a:gd name="T34" fmla="*/ 5179 w 5546"/>
                <a:gd name="T35" fmla="*/ 167 h 268"/>
                <a:gd name="T36" fmla="*/ 5509 w 5546"/>
                <a:gd name="T37" fmla="*/ 61 h 2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546"/>
                <a:gd name="T58" fmla="*/ 0 h 268"/>
                <a:gd name="T59" fmla="*/ 5546 w 5546"/>
                <a:gd name="T60" fmla="*/ 268 h 2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546" h="268">
                  <a:moveTo>
                    <a:pt x="5509" y="61"/>
                  </a:moveTo>
                  <a:lnTo>
                    <a:pt x="5481" y="28"/>
                  </a:lnTo>
                  <a:lnTo>
                    <a:pt x="5319" y="0"/>
                  </a:lnTo>
                  <a:lnTo>
                    <a:pt x="4966" y="22"/>
                  </a:lnTo>
                  <a:lnTo>
                    <a:pt x="4452" y="56"/>
                  </a:lnTo>
                  <a:lnTo>
                    <a:pt x="3747" y="5"/>
                  </a:lnTo>
                  <a:lnTo>
                    <a:pt x="3221" y="50"/>
                  </a:lnTo>
                  <a:lnTo>
                    <a:pt x="2869" y="78"/>
                  </a:lnTo>
                  <a:lnTo>
                    <a:pt x="2187" y="39"/>
                  </a:lnTo>
                  <a:lnTo>
                    <a:pt x="1767" y="95"/>
                  </a:lnTo>
                  <a:lnTo>
                    <a:pt x="1561" y="123"/>
                  </a:lnTo>
                  <a:lnTo>
                    <a:pt x="945" y="117"/>
                  </a:lnTo>
                  <a:lnTo>
                    <a:pt x="532" y="100"/>
                  </a:lnTo>
                  <a:lnTo>
                    <a:pt x="162" y="134"/>
                  </a:lnTo>
                  <a:lnTo>
                    <a:pt x="0" y="151"/>
                  </a:lnTo>
                  <a:lnTo>
                    <a:pt x="677" y="190"/>
                  </a:lnTo>
                  <a:lnTo>
                    <a:pt x="3199" y="173"/>
                  </a:lnTo>
                  <a:lnTo>
                    <a:pt x="5179" y="167"/>
                  </a:lnTo>
                  <a:cubicBezTo>
                    <a:pt x="5546" y="155"/>
                    <a:pt x="5520" y="268"/>
                    <a:pt x="5509" y="61"/>
                  </a:cubicBezTo>
                  <a:close/>
                </a:path>
              </a:pathLst>
            </a:custGeom>
            <a:solidFill>
              <a:srgbClr val="FFFFFF"/>
            </a:solidFill>
            <a:ln>
              <a:noFill/>
            </a:ln>
            <a:extLst>
              <a:ext uri="{91240B29-F687-4F45-9708-019B960494DF}">
                <a14:hiddenLine xmlns:a14="http://schemas.microsoft.com/office/drawing/2010/main" w="12700" cap="flat" cmpd="sng">
                  <a:solidFill>
                    <a:srgbClr val="000000"/>
                  </a:solidFill>
                  <a:prstDash val="solid"/>
                  <a:round/>
                  <a:headEnd/>
                  <a:tailEnd/>
                </a14:hiddenLine>
              </a:ext>
            </a:extLst>
          </p:spPr>
          <p:txBody>
            <a:bodyPr anchor="ctr"/>
            <a:lstStyle/>
            <a:p>
              <a:endParaRPr lang="ko-KR" altLang="en-US">
                <a:solidFill>
                  <a:prstClr val="black"/>
                </a:solidFill>
                <a:latin typeface="Arial Narrow" panose="020B0606020202030204" pitchFamily="34" charset="0"/>
                <a:ea typeface="a고딕14" panose="02020600000000000000" pitchFamily="18" charset="-127"/>
              </a:endParaRPr>
            </a:p>
          </p:txBody>
        </p:sp>
        <p:sp>
          <p:nvSpPr>
            <p:cNvPr id="15" name="Freeform 485">
              <a:extLst>
                <a:ext uri="{FF2B5EF4-FFF2-40B4-BE49-F238E27FC236}">
                  <a16:creationId xmlns:a16="http://schemas.microsoft.com/office/drawing/2014/main" id="{822582BF-9053-FDB2-A2CC-A9E3B48B7D33}"/>
                </a:ext>
              </a:extLst>
            </p:cNvPr>
            <p:cNvSpPr>
              <a:spLocks/>
            </p:cNvSpPr>
            <p:nvPr/>
          </p:nvSpPr>
          <p:spPr bwMode="auto">
            <a:xfrm>
              <a:off x="374" y="2083"/>
              <a:ext cx="5478" cy="231"/>
            </a:xfrm>
            <a:custGeom>
              <a:avLst/>
              <a:gdLst>
                <a:gd name="T0" fmla="*/ 0 w 1706"/>
                <a:gd name="T1" fmla="*/ 1 h 320"/>
                <a:gd name="T2" fmla="*/ 2147483647 w 1706"/>
                <a:gd name="T3" fmla="*/ 1 h 320"/>
                <a:gd name="T4" fmla="*/ 2147483647 w 1706"/>
                <a:gd name="T5" fmla="*/ 1 h 320"/>
                <a:gd name="T6" fmla="*/ 2147483647 w 1706"/>
                <a:gd name="T7" fmla="*/ 1 h 320"/>
                <a:gd name="T8" fmla="*/ 2147483647 w 1706"/>
                <a:gd name="T9" fmla="*/ 1 h 320"/>
                <a:gd name="T10" fmla="*/ 2147483647 w 1706"/>
                <a:gd name="T11" fmla="*/ 0 h 320"/>
                <a:gd name="T12" fmla="*/ 2147483647 w 1706"/>
                <a:gd name="T13" fmla="*/ 1 h 320"/>
                <a:gd name="T14" fmla="*/ 2147483647 w 1706"/>
                <a:gd name="T15" fmla="*/ 1 h 320"/>
                <a:gd name="T16" fmla="*/ 2147483647 w 1706"/>
                <a:gd name="T17" fmla="*/ 1 h 3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06"/>
                <a:gd name="T28" fmla="*/ 0 h 320"/>
                <a:gd name="T29" fmla="*/ 1706 w 1706"/>
                <a:gd name="T30" fmla="*/ 320 h 3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06" h="320">
                  <a:moveTo>
                    <a:pt x="0" y="320"/>
                  </a:moveTo>
                  <a:cubicBezTo>
                    <a:pt x="34" y="300"/>
                    <a:pt x="119" y="207"/>
                    <a:pt x="202" y="197"/>
                  </a:cubicBezTo>
                  <a:cubicBezTo>
                    <a:pt x="285" y="187"/>
                    <a:pt x="412" y="281"/>
                    <a:pt x="498" y="258"/>
                  </a:cubicBezTo>
                  <a:cubicBezTo>
                    <a:pt x="583" y="232"/>
                    <a:pt x="648" y="54"/>
                    <a:pt x="711" y="41"/>
                  </a:cubicBezTo>
                  <a:cubicBezTo>
                    <a:pt x="773" y="28"/>
                    <a:pt x="800" y="181"/>
                    <a:pt x="874" y="174"/>
                  </a:cubicBezTo>
                  <a:cubicBezTo>
                    <a:pt x="949" y="168"/>
                    <a:pt x="1073" y="0"/>
                    <a:pt x="1159" y="0"/>
                  </a:cubicBezTo>
                  <a:cubicBezTo>
                    <a:pt x="1246" y="0"/>
                    <a:pt x="1315" y="161"/>
                    <a:pt x="1394" y="174"/>
                  </a:cubicBezTo>
                  <a:cubicBezTo>
                    <a:pt x="1474" y="189"/>
                    <a:pt x="1583" y="82"/>
                    <a:pt x="1635" y="82"/>
                  </a:cubicBezTo>
                  <a:cubicBezTo>
                    <a:pt x="1687" y="82"/>
                    <a:pt x="1691" y="151"/>
                    <a:pt x="1706" y="168"/>
                  </a:cubicBezTo>
                </a:path>
              </a:pathLst>
            </a:custGeom>
            <a:solidFill>
              <a:srgbClr val="FFFFFF"/>
            </a:solidFill>
            <a:ln w="9525" cap="flat" cmpd="sng">
              <a:solidFill>
                <a:srgbClr val="000000"/>
              </a:solidFill>
              <a:prstDash val="solid"/>
              <a:round/>
              <a:headEnd type="none" w="med" len="med"/>
              <a:tailEnd type="none" w="med" len="med"/>
            </a:ln>
          </p:spPr>
          <p:txBody>
            <a:bodyPr wrap="none" anchor="ctr"/>
            <a:lstStyle/>
            <a:p>
              <a:endParaRPr lang="ko-KR" altLang="en-US">
                <a:solidFill>
                  <a:prstClr val="black"/>
                </a:solidFill>
                <a:latin typeface="Arial Narrow" panose="020B0606020202030204" pitchFamily="34" charset="0"/>
                <a:ea typeface="a고딕14" panose="02020600000000000000" pitchFamily="18" charset="-127"/>
              </a:endParaRPr>
            </a:p>
          </p:txBody>
        </p:sp>
      </p:grpSp>
      <p:sp>
        <p:nvSpPr>
          <p:cNvPr id="16" name="직사각형 15">
            <a:extLst>
              <a:ext uri="{FF2B5EF4-FFF2-40B4-BE49-F238E27FC236}">
                <a16:creationId xmlns:a16="http://schemas.microsoft.com/office/drawing/2014/main" id="{6BE2945D-ABE3-11B4-1BED-A01DB91EFEAE}"/>
              </a:ext>
            </a:extLst>
          </p:cNvPr>
          <p:cNvSpPr/>
          <p:nvPr/>
        </p:nvSpPr>
        <p:spPr>
          <a:xfrm>
            <a:off x="596900" y="2590740"/>
            <a:ext cx="4140200" cy="444235"/>
          </a:xfrm>
          <a:prstGeom prst="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atinLnBrk="0">
              <a:buNone/>
            </a:pPr>
            <a:r>
              <a:rPr lang="en-US" altLang="ko-KR" sz="1100" dirty="0">
                <a:solidFill>
                  <a:schemeClr val="tx1"/>
                </a:solidFill>
                <a:latin typeface="+mj-ea"/>
                <a:ea typeface="+mj-ea"/>
              </a:rPr>
              <a:t>NCS </a:t>
            </a:r>
            <a:r>
              <a:rPr lang="ko-KR" altLang="en-US" sz="1100" dirty="0">
                <a:solidFill>
                  <a:schemeClr val="tx1"/>
                </a:solidFill>
                <a:latin typeface="+mj-ea"/>
                <a:ea typeface="+mj-ea"/>
              </a:rPr>
              <a:t>기반 교육과정 개발 방법에 관한 연구 보고서</a:t>
            </a:r>
            <a:r>
              <a:rPr lang="en-US" altLang="ko-KR" sz="1100" dirty="0">
                <a:solidFill>
                  <a:schemeClr val="tx1"/>
                </a:solidFill>
                <a:latin typeface="+mj-ea"/>
                <a:ea typeface="+mj-ea"/>
              </a:rPr>
              <a:t>, </a:t>
            </a:r>
            <a:r>
              <a:rPr lang="ko-KR" altLang="en-US" sz="1100" dirty="0">
                <a:solidFill>
                  <a:schemeClr val="tx1"/>
                </a:solidFill>
                <a:latin typeface="+mj-ea"/>
                <a:ea typeface="+mj-ea"/>
              </a:rPr>
              <a:t>논문</a:t>
            </a:r>
            <a:r>
              <a:rPr lang="en-US" altLang="ko-KR" sz="1100" dirty="0">
                <a:solidFill>
                  <a:schemeClr val="tx1"/>
                </a:solidFill>
                <a:latin typeface="+mj-ea"/>
                <a:ea typeface="+mj-ea"/>
              </a:rPr>
              <a:t> </a:t>
            </a:r>
            <a:r>
              <a:rPr lang="ko-KR" altLang="en-US" sz="1100" dirty="0">
                <a:solidFill>
                  <a:schemeClr val="tx1"/>
                </a:solidFill>
                <a:latin typeface="+mj-ea"/>
                <a:ea typeface="+mj-ea"/>
              </a:rPr>
              <a:t>및 다양한 참고자료를 분석하여 적합성 평가 지표 </a:t>
            </a:r>
            <a:r>
              <a:rPr lang="en-US" altLang="ko-KR" sz="1100" dirty="0">
                <a:solidFill>
                  <a:schemeClr val="tx1"/>
                </a:solidFill>
                <a:latin typeface="+mj-ea"/>
                <a:ea typeface="+mj-ea"/>
              </a:rPr>
              <a:t>Pool</a:t>
            </a:r>
            <a:r>
              <a:rPr lang="ko-KR" altLang="en-US" sz="1100" dirty="0">
                <a:solidFill>
                  <a:schemeClr val="tx1"/>
                </a:solidFill>
                <a:latin typeface="+mj-ea"/>
                <a:ea typeface="+mj-ea"/>
              </a:rPr>
              <a:t>을 도출함</a:t>
            </a:r>
          </a:p>
        </p:txBody>
      </p:sp>
      <p:sp>
        <p:nvSpPr>
          <p:cNvPr id="17" name="Text Box 350">
            <a:extLst>
              <a:ext uri="{FF2B5EF4-FFF2-40B4-BE49-F238E27FC236}">
                <a16:creationId xmlns:a16="http://schemas.microsoft.com/office/drawing/2014/main" id="{EA438534-2C6C-CF1A-A5B3-E6E35C0D2880}"/>
              </a:ext>
            </a:extLst>
          </p:cNvPr>
          <p:cNvSpPr txBox="1">
            <a:spLocks noChangeArrowheads="1"/>
          </p:cNvSpPr>
          <p:nvPr/>
        </p:nvSpPr>
        <p:spPr bwMode="auto">
          <a:xfrm rot="21154115">
            <a:off x="3562646" y="5753031"/>
            <a:ext cx="979066" cy="276999"/>
          </a:xfrm>
          <a:prstGeom prst="rect">
            <a:avLst/>
          </a:prstGeom>
          <a:solidFill>
            <a:schemeClr val="accent2">
              <a:lumMod val="20000"/>
              <a:lumOff val="80000"/>
              <a:alpha val="36000"/>
            </a:schemeClr>
          </a:solidFill>
          <a:ln w="12700" algn="ctr">
            <a:solidFill>
              <a:schemeClr val="accent2"/>
            </a:solidFill>
            <a:prstDash val="dash"/>
            <a:miter lim="800000"/>
            <a:headEnd/>
            <a:tailEnd/>
          </a:ln>
        </p:spPr>
        <p:txBody>
          <a:bodyPr wrap="square">
            <a:spAutoFit/>
          </a:bodyPr>
          <a:lstStyle>
            <a:defPPr>
              <a:defRPr lang="en-US"/>
            </a:defPPr>
            <a:lvl1pPr marL="0" marR="0" lvl="0" indent="0" defTabSz="914400" eaLnBrk="1" fontAlgn="auto" hangingPunct="1">
              <a:lnSpc>
                <a:spcPct val="100000"/>
              </a:lnSpc>
              <a:spcBef>
                <a:spcPct val="50000"/>
              </a:spcBef>
              <a:spcAft>
                <a:spcPts val="0"/>
              </a:spcAft>
              <a:buClr>
                <a:srgbClr val="006699"/>
              </a:buClr>
              <a:buSzTx/>
              <a:buFont typeface="a고딕14"/>
              <a:buNone/>
              <a:tabLst/>
              <a:defRPr b="1" i="0" u="none" strike="noStrike" kern="0" cap="none" spc="0" normalizeH="0" baseline="0">
                <a:ln>
                  <a:noFill/>
                </a:ln>
                <a:solidFill>
                  <a:srgbClr val="A50021"/>
                </a:solidFill>
                <a:effectLst/>
                <a:uLnTx/>
                <a:uFillTx/>
                <a:latin typeface="a고딕14" panose="02020600000000000000" pitchFamily="18" charset="-127"/>
                <a:ea typeface="a고딕14" panose="02020600000000000000" pitchFamily="18" charset="-127"/>
              </a:defRPr>
            </a:lvl1pPr>
            <a:lvl2pPr marL="742950" indent="-285750">
              <a:defRPr sz="800">
                <a:latin typeface="Arial" pitchFamily="34" charset="0"/>
              </a:defRPr>
            </a:lvl2pPr>
            <a:lvl3pPr marL="1143000" indent="-228600">
              <a:defRPr sz="800">
                <a:latin typeface="Arial" pitchFamily="34" charset="0"/>
              </a:defRPr>
            </a:lvl3pPr>
            <a:lvl4pPr marL="1600200" indent="-228600">
              <a:defRPr sz="800">
                <a:latin typeface="Arial" pitchFamily="34" charset="0"/>
              </a:defRPr>
            </a:lvl4pPr>
            <a:lvl5pPr marL="2057400" indent="-228600">
              <a:defRPr sz="800">
                <a:latin typeface="Arial" pitchFamily="34" charset="0"/>
              </a:defRPr>
            </a:lvl5pPr>
            <a:lvl6pPr marL="2514600" indent="-228600" algn="ctr" eaLnBrk="0" fontAlgn="base" hangingPunct="0">
              <a:spcBef>
                <a:spcPct val="0"/>
              </a:spcBef>
              <a:spcAft>
                <a:spcPct val="0"/>
              </a:spcAft>
              <a:buFont typeface="Wingdings" pitchFamily="2" charset="2"/>
              <a:defRPr sz="800">
                <a:latin typeface="Arial" pitchFamily="34" charset="0"/>
              </a:defRPr>
            </a:lvl6pPr>
            <a:lvl7pPr marL="2971800" indent="-228600" algn="ctr" eaLnBrk="0" fontAlgn="base" hangingPunct="0">
              <a:spcBef>
                <a:spcPct val="0"/>
              </a:spcBef>
              <a:spcAft>
                <a:spcPct val="0"/>
              </a:spcAft>
              <a:buFont typeface="Wingdings" pitchFamily="2" charset="2"/>
              <a:defRPr sz="800">
                <a:latin typeface="Arial" pitchFamily="34" charset="0"/>
              </a:defRPr>
            </a:lvl7pPr>
            <a:lvl8pPr marL="3429000" indent="-228600" algn="ctr" eaLnBrk="0" fontAlgn="base" hangingPunct="0">
              <a:spcBef>
                <a:spcPct val="0"/>
              </a:spcBef>
              <a:spcAft>
                <a:spcPct val="0"/>
              </a:spcAft>
              <a:buFont typeface="Wingdings" pitchFamily="2" charset="2"/>
              <a:defRPr sz="800">
                <a:latin typeface="Arial" pitchFamily="34" charset="0"/>
              </a:defRPr>
            </a:lvl8pPr>
            <a:lvl9pPr marL="3886200" indent="-228600" algn="ctr" eaLnBrk="0" fontAlgn="base" hangingPunct="0">
              <a:spcBef>
                <a:spcPct val="0"/>
              </a:spcBef>
              <a:spcAft>
                <a:spcPct val="0"/>
              </a:spcAft>
              <a:buFont typeface="Wingdings" pitchFamily="2" charset="2"/>
              <a:defRPr sz="800">
                <a:latin typeface="Arial" pitchFamily="34" charset="0"/>
              </a:defRPr>
            </a:lvl9pPr>
          </a:lstStyle>
          <a:p>
            <a:r>
              <a:rPr lang="en-US" altLang="ko-KR" dirty="0"/>
              <a:t>Illustrative</a:t>
            </a:r>
          </a:p>
        </p:txBody>
      </p:sp>
      <p:grpSp>
        <p:nvGrpSpPr>
          <p:cNvPr id="33" name="그룹 32">
            <a:extLst>
              <a:ext uri="{FF2B5EF4-FFF2-40B4-BE49-F238E27FC236}">
                <a16:creationId xmlns:a16="http://schemas.microsoft.com/office/drawing/2014/main" id="{D5A58F38-4DA1-D53C-95E4-0CB6B8B021C2}"/>
              </a:ext>
            </a:extLst>
          </p:cNvPr>
          <p:cNvGrpSpPr/>
          <p:nvPr/>
        </p:nvGrpSpPr>
        <p:grpSpPr>
          <a:xfrm>
            <a:off x="4966658" y="3789040"/>
            <a:ext cx="4378955" cy="2713807"/>
            <a:chOff x="4966658" y="3544931"/>
            <a:chExt cx="4378955" cy="1825686"/>
          </a:xfrm>
        </p:grpSpPr>
        <p:sp>
          <p:nvSpPr>
            <p:cNvPr id="21" name="직사각형 20">
              <a:extLst>
                <a:ext uri="{FF2B5EF4-FFF2-40B4-BE49-F238E27FC236}">
                  <a16:creationId xmlns:a16="http://schemas.microsoft.com/office/drawing/2014/main" id="{E97E0459-A39F-1C18-A924-8FDD3753C38F}"/>
                </a:ext>
              </a:extLst>
            </p:cNvPr>
            <p:cNvSpPr/>
            <p:nvPr/>
          </p:nvSpPr>
          <p:spPr>
            <a:xfrm>
              <a:off x="4966658" y="3544931"/>
              <a:ext cx="666880" cy="1817571"/>
            </a:xfrm>
            <a:prstGeom prst="rect">
              <a:avLst/>
            </a:prstGeom>
            <a:solidFill>
              <a:srgbClr val="212E55"/>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a:solidFill>
                    <a:schemeClr val="bg1"/>
                  </a:solidFill>
                  <a:latin typeface="Arial Narrow" panose="020B0606020202030204" pitchFamily="34" charset="0"/>
                  <a:ea typeface="a고딕14" panose="02020600000000000000" pitchFamily="18" charset="-127"/>
                </a:rPr>
                <a:t>검토 </a:t>
              </a:r>
              <a:endParaRPr lang="en-US" altLang="ko-KR">
                <a:solidFill>
                  <a:schemeClr val="bg1"/>
                </a:solidFill>
                <a:latin typeface="Arial Narrow" panose="020B0606020202030204" pitchFamily="34" charset="0"/>
                <a:ea typeface="a고딕14" panose="02020600000000000000" pitchFamily="18" charset="-127"/>
              </a:endParaRPr>
            </a:p>
            <a:p>
              <a:pPr>
                <a:buNone/>
              </a:pPr>
              <a:r>
                <a:rPr lang="ko-KR" altLang="en-US">
                  <a:solidFill>
                    <a:schemeClr val="bg1"/>
                  </a:solidFill>
                  <a:latin typeface="Arial Narrow" panose="020B0606020202030204" pitchFamily="34" charset="0"/>
                  <a:ea typeface="a고딕14" panose="02020600000000000000" pitchFamily="18" charset="-127"/>
                </a:rPr>
                <a:t>내용</a:t>
              </a:r>
            </a:p>
          </p:txBody>
        </p:sp>
        <p:sp>
          <p:nvSpPr>
            <p:cNvPr id="22" name="직사각형 21">
              <a:extLst>
                <a:ext uri="{FF2B5EF4-FFF2-40B4-BE49-F238E27FC236}">
                  <a16:creationId xmlns:a16="http://schemas.microsoft.com/office/drawing/2014/main" id="{CA862D38-83BA-376E-BFCC-4999B9C3ECFA}"/>
                </a:ext>
              </a:extLst>
            </p:cNvPr>
            <p:cNvSpPr/>
            <p:nvPr/>
          </p:nvSpPr>
          <p:spPr>
            <a:xfrm>
              <a:off x="5686640" y="3544932"/>
              <a:ext cx="3658973" cy="34279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8000" tIns="36000" rIns="72000" bIns="36000" rtlCol="0" anchor="ctr"/>
            <a:lstStyle/>
            <a:p>
              <a:pPr latinLnBrk="0">
                <a:buNone/>
              </a:pPr>
              <a:r>
                <a:rPr lang="ko-KR" altLang="ko-KR" sz="1100" spc="-50">
                  <a:solidFill>
                    <a:schemeClr val="tx1"/>
                  </a:solidFill>
                  <a:latin typeface="+mj-ea"/>
                  <a:ea typeface="+mj-ea"/>
                </a:rPr>
                <a:t>AI 융합 적합성 평가 지표</a:t>
              </a:r>
              <a:r>
                <a:rPr lang="en-US" altLang="ko-KR" sz="1100" spc="-50">
                  <a:solidFill>
                    <a:schemeClr val="tx1"/>
                  </a:solidFill>
                  <a:latin typeface="+mj-ea"/>
                  <a:ea typeface="+mj-ea"/>
                </a:rPr>
                <a:t>(</a:t>
              </a:r>
              <a:r>
                <a:rPr lang="ko-KR" altLang="en-US" sz="1100" spc="-50">
                  <a:solidFill>
                    <a:schemeClr val="tx1"/>
                  </a:solidFill>
                  <a:latin typeface="+mj-ea"/>
                  <a:ea typeface="+mj-ea"/>
                </a:rPr>
                <a:t>안</a:t>
              </a:r>
              <a:r>
                <a:rPr lang="en-US" altLang="ko-KR" sz="1100" spc="-50">
                  <a:solidFill>
                    <a:schemeClr val="tx1"/>
                  </a:solidFill>
                  <a:latin typeface="+mj-ea"/>
                  <a:ea typeface="+mj-ea"/>
                </a:rPr>
                <a:t>)</a:t>
              </a:r>
              <a:r>
                <a:rPr lang="ko-KR" altLang="ko-KR" sz="1100" spc="-50">
                  <a:solidFill>
                    <a:schemeClr val="tx1"/>
                  </a:solidFill>
                  <a:latin typeface="+mj-ea"/>
                  <a:ea typeface="+mj-ea"/>
                </a:rPr>
                <a:t>는 NCS 능력단위의 AI 융합 가능성(AI+X)을 </a:t>
              </a:r>
              <a:r>
                <a:rPr lang="ko-KR" altLang="ko-KR" sz="1100" spc="-50" err="1">
                  <a:solidFill>
                    <a:schemeClr val="tx1"/>
                  </a:solidFill>
                  <a:latin typeface="+mj-ea"/>
                  <a:ea typeface="+mj-ea"/>
                </a:rPr>
                <a:t>객관·일관되게</a:t>
              </a:r>
              <a:r>
                <a:rPr lang="ko-KR" altLang="ko-KR" sz="1100" spc="-50">
                  <a:solidFill>
                    <a:schemeClr val="tx1"/>
                  </a:solidFill>
                  <a:latin typeface="+mj-ea"/>
                  <a:ea typeface="+mj-ea"/>
                </a:rPr>
                <a:t> 판단하기에 적절한가?</a:t>
              </a:r>
              <a:endParaRPr lang="ko-KR" altLang="en-US" sz="1100" spc="-50">
                <a:solidFill>
                  <a:schemeClr val="tx1"/>
                </a:solidFill>
                <a:latin typeface="+mj-ea"/>
                <a:ea typeface="+mj-ea"/>
              </a:endParaRPr>
            </a:p>
          </p:txBody>
        </p:sp>
        <p:sp>
          <p:nvSpPr>
            <p:cNvPr id="23" name="직사각형 22">
              <a:extLst>
                <a:ext uri="{FF2B5EF4-FFF2-40B4-BE49-F238E27FC236}">
                  <a16:creationId xmlns:a16="http://schemas.microsoft.com/office/drawing/2014/main" id="{0CB3A54A-2EE0-A667-035A-1366332094CD}"/>
                </a:ext>
              </a:extLst>
            </p:cNvPr>
            <p:cNvSpPr/>
            <p:nvPr/>
          </p:nvSpPr>
          <p:spPr>
            <a:xfrm>
              <a:off x="5686640" y="3917932"/>
              <a:ext cx="3658973" cy="34279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8000" tIns="36000" rIns="72000" bIns="36000" rtlCol="0" anchor="ctr"/>
            <a:lstStyle/>
            <a:p>
              <a:pPr latinLnBrk="0">
                <a:buNone/>
              </a:pPr>
              <a:r>
                <a:rPr lang="ko-KR" altLang="ko-KR" sz="1100" spc="-50">
                  <a:solidFill>
                    <a:schemeClr val="tx1"/>
                  </a:solidFill>
                  <a:latin typeface="+mj-ea"/>
                </a:rPr>
                <a:t>'25년 도출 </a:t>
              </a:r>
              <a:r>
                <a:rPr lang="ko-KR" altLang="ko-KR" sz="1100" spc="-50" err="1">
                  <a:solidFill>
                    <a:schemeClr val="tx1"/>
                  </a:solidFill>
                  <a:latin typeface="+mj-ea"/>
                </a:rPr>
                <a:t>이러닝·가상훈련</a:t>
              </a:r>
              <a:r>
                <a:rPr lang="ko-KR" altLang="ko-KR" sz="1100" spc="-50">
                  <a:solidFill>
                    <a:schemeClr val="tx1"/>
                  </a:solidFill>
                  <a:latin typeface="+mj-ea"/>
                </a:rPr>
                <a:t> 적합성 지표는 본 사업에서도 검토 </a:t>
              </a:r>
              <a:r>
                <a:rPr lang="ko-KR" altLang="ko-KR" sz="1100" spc="-50" err="1">
                  <a:solidFill>
                    <a:schemeClr val="tx1"/>
                  </a:solidFill>
                  <a:latin typeface="+mj-ea"/>
                </a:rPr>
                <a:t>유지·적용하기에</a:t>
              </a:r>
              <a:r>
                <a:rPr lang="ko-KR" altLang="ko-KR" sz="1100" spc="-50">
                  <a:solidFill>
                    <a:schemeClr val="tx1"/>
                  </a:solidFill>
                  <a:latin typeface="+mj-ea"/>
                </a:rPr>
                <a:t> 적절한가? </a:t>
              </a:r>
              <a:r>
                <a:rPr lang="ko-KR" altLang="en-US" sz="1100" spc="-50">
                  <a:solidFill>
                    <a:schemeClr val="tx1"/>
                  </a:solidFill>
                  <a:latin typeface="+mj-ea"/>
                </a:rPr>
                <a:t>개선이 필요한 부분은</a:t>
              </a:r>
              <a:r>
                <a:rPr lang="en-US" altLang="ko-KR" sz="1100" spc="-50">
                  <a:solidFill>
                    <a:schemeClr val="tx1"/>
                  </a:solidFill>
                  <a:latin typeface="+mj-ea"/>
                </a:rPr>
                <a:t>?</a:t>
              </a:r>
              <a:endParaRPr lang="ko-KR" altLang="en-US" sz="1100" spc="-50">
                <a:solidFill>
                  <a:schemeClr val="tx1"/>
                </a:solidFill>
                <a:latin typeface="+mj-ea"/>
              </a:endParaRPr>
            </a:p>
          </p:txBody>
        </p:sp>
        <p:sp>
          <p:nvSpPr>
            <p:cNvPr id="24" name="직사각형 23">
              <a:extLst>
                <a:ext uri="{FF2B5EF4-FFF2-40B4-BE49-F238E27FC236}">
                  <a16:creationId xmlns:a16="http://schemas.microsoft.com/office/drawing/2014/main" id="{A37A941C-9BB5-F3BE-B5F6-8D407AE3BC29}"/>
                </a:ext>
              </a:extLst>
            </p:cNvPr>
            <p:cNvSpPr/>
            <p:nvPr/>
          </p:nvSpPr>
          <p:spPr>
            <a:xfrm>
              <a:off x="5686640" y="4290932"/>
              <a:ext cx="3658973" cy="34279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8000" tIns="36000" rIns="72000" bIns="36000" rtlCol="0" anchor="ctr"/>
            <a:lstStyle/>
            <a:p>
              <a:pPr latinLnBrk="0">
                <a:buNone/>
              </a:pPr>
              <a:r>
                <a:rPr lang="ko-KR" altLang="ko-KR" sz="1100" spc="-50">
                  <a:solidFill>
                    <a:schemeClr val="tx1"/>
                  </a:solidFill>
                  <a:latin typeface="+mj-ea"/>
                </a:rPr>
                <a:t>능력단위 풀을 1차 생성형 AI 평가 + 2차 전문가 검토 2단계 절차로 평가하는 구조는 현실적으로 타당한가? </a:t>
              </a:r>
              <a:endParaRPr lang="ko-KR" altLang="en-US" sz="1100" spc="-50">
                <a:solidFill>
                  <a:schemeClr val="tx1"/>
                </a:solidFill>
                <a:latin typeface="+mj-ea"/>
              </a:endParaRPr>
            </a:p>
          </p:txBody>
        </p:sp>
        <p:sp>
          <p:nvSpPr>
            <p:cNvPr id="25" name="직사각형 24">
              <a:extLst>
                <a:ext uri="{FF2B5EF4-FFF2-40B4-BE49-F238E27FC236}">
                  <a16:creationId xmlns:a16="http://schemas.microsoft.com/office/drawing/2014/main" id="{1A6260FA-0A09-F3AB-6977-01CCE08E2B96}"/>
                </a:ext>
              </a:extLst>
            </p:cNvPr>
            <p:cNvSpPr/>
            <p:nvPr/>
          </p:nvSpPr>
          <p:spPr>
            <a:xfrm>
              <a:off x="5686640" y="4663932"/>
              <a:ext cx="3658973" cy="34279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8000" tIns="36000" rIns="72000" bIns="36000" rtlCol="0" anchor="ctr"/>
            <a:lstStyle/>
            <a:p>
              <a:pPr latinLnBrk="0">
                <a:buNone/>
              </a:pPr>
              <a:r>
                <a:rPr lang="ko-KR" altLang="ko-KR" sz="1100" spc="-50">
                  <a:solidFill>
                    <a:schemeClr val="tx1"/>
                  </a:solidFill>
                  <a:latin typeface="+mj-ea"/>
                </a:rPr>
                <a:t>평가 결과를 </a:t>
              </a:r>
              <a:r>
                <a:rPr lang="ko-KR" altLang="ko-KR" sz="1100" spc="-50" err="1">
                  <a:solidFill>
                    <a:schemeClr val="tx1"/>
                  </a:solidFill>
                  <a:latin typeface="+mj-ea"/>
                </a:rPr>
                <a:t>E</a:t>
              </a:r>
              <a:r>
                <a:rPr lang="ko-KR" altLang="ko-KR" sz="1100" spc="-50">
                  <a:solidFill>
                    <a:schemeClr val="tx1"/>
                  </a:solidFill>
                  <a:latin typeface="+mj-ea"/>
                </a:rPr>
                <a:t> / </a:t>
              </a:r>
              <a:r>
                <a:rPr lang="ko-KR" altLang="ko-KR" sz="1100" spc="-50" err="1">
                  <a:solidFill>
                    <a:schemeClr val="tx1"/>
                  </a:solidFill>
                  <a:latin typeface="+mj-ea"/>
                </a:rPr>
                <a:t>V</a:t>
              </a:r>
              <a:r>
                <a:rPr lang="ko-KR" altLang="ko-KR" sz="1100" spc="-50">
                  <a:solidFill>
                    <a:schemeClr val="tx1"/>
                  </a:solidFill>
                  <a:latin typeface="+mj-ea"/>
                </a:rPr>
                <a:t> / EV / AX 4유형으로 분류하는 </a:t>
              </a:r>
              <a:r>
                <a:rPr lang="ko-KR" altLang="en-US" sz="1100" spc="-50">
                  <a:solidFill>
                    <a:schemeClr val="tx1"/>
                  </a:solidFill>
                  <a:latin typeface="+mj-ea"/>
                </a:rPr>
                <a:t>기준은 </a:t>
              </a:r>
              <a:r>
                <a:rPr lang="ko-KR" altLang="ko-KR" sz="1100" spc="-50">
                  <a:solidFill>
                    <a:schemeClr val="tx1"/>
                  </a:solidFill>
                  <a:latin typeface="+mj-ea"/>
                </a:rPr>
                <a:t>어떻게 설계해야 </a:t>
              </a:r>
              <a:r>
                <a:rPr lang="ko-KR" altLang="ko-KR" sz="1100" spc="-50" err="1">
                  <a:solidFill>
                    <a:schemeClr val="tx1"/>
                  </a:solidFill>
                  <a:latin typeface="+mj-ea"/>
                </a:rPr>
                <a:t>객관성·재현</a:t>
              </a:r>
              <a:r>
                <a:rPr lang="ko-KR" altLang="ko-KR" sz="1100" spc="-50">
                  <a:solidFill>
                    <a:schemeClr val="tx1"/>
                  </a:solidFill>
                  <a:latin typeface="+mj-ea"/>
                </a:rPr>
                <a:t> 가능성을 확보할 수 있는가?</a:t>
              </a:r>
              <a:endParaRPr lang="ko-KR" altLang="en-US" sz="1100" spc="-50">
                <a:solidFill>
                  <a:schemeClr val="tx1"/>
                </a:solidFill>
                <a:latin typeface="+mj-ea"/>
              </a:endParaRPr>
            </a:p>
          </p:txBody>
        </p:sp>
        <p:sp>
          <p:nvSpPr>
            <p:cNvPr id="34" name="직사각형 33">
              <a:extLst>
                <a:ext uri="{FF2B5EF4-FFF2-40B4-BE49-F238E27FC236}">
                  <a16:creationId xmlns:a16="http://schemas.microsoft.com/office/drawing/2014/main" id="{F23FDC9F-FC87-E5DF-E147-3F2DE35BFA58}"/>
                </a:ext>
              </a:extLst>
            </p:cNvPr>
            <p:cNvSpPr/>
            <p:nvPr/>
          </p:nvSpPr>
          <p:spPr>
            <a:xfrm>
              <a:off x="5686640" y="5027827"/>
              <a:ext cx="3658973" cy="34279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8000" tIns="36000" rIns="72000" bIns="36000" rtlCol="0" anchor="ctr"/>
            <a:lstStyle/>
            <a:p>
              <a:pPr latinLnBrk="0">
                <a:buNone/>
              </a:pPr>
              <a:r>
                <a:rPr lang="ko-KR" altLang="ko-KR" sz="1100" spc="-50">
                  <a:solidFill>
                    <a:schemeClr val="tx1"/>
                  </a:solidFill>
                  <a:latin typeface="+mj-ea"/>
                </a:rPr>
                <a:t>2차 전문가 평가 시 평가자 간 점수 이견 발생 능력단위에 대한 합의 도출 절차와 최종 점수</a:t>
              </a:r>
              <a:r>
                <a:rPr lang="ko-KR" altLang="en-US" sz="1100" spc="-50">
                  <a:solidFill>
                    <a:schemeClr val="tx1"/>
                  </a:solidFill>
                  <a:latin typeface="+mj-ea"/>
                </a:rPr>
                <a:t>를 </a:t>
              </a:r>
              <a:r>
                <a:rPr lang="ko-KR" altLang="ko-KR" sz="1100" spc="-50">
                  <a:solidFill>
                    <a:schemeClr val="tx1"/>
                  </a:solidFill>
                  <a:latin typeface="+mj-ea"/>
                </a:rPr>
                <a:t>어떻게 설정하는 것이 적절한가?</a:t>
              </a:r>
              <a:endParaRPr lang="ko-KR" altLang="en-US" sz="1100" spc="-50">
                <a:solidFill>
                  <a:schemeClr val="tx1"/>
                </a:solidFill>
                <a:latin typeface="+mj-ea"/>
              </a:endParaRPr>
            </a:p>
          </p:txBody>
        </p:sp>
      </p:grpSp>
      <p:grpSp>
        <p:nvGrpSpPr>
          <p:cNvPr id="35" name="그룹 34">
            <a:extLst>
              <a:ext uri="{FF2B5EF4-FFF2-40B4-BE49-F238E27FC236}">
                <a16:creationId xmlns:a16="http://schemas.microsoft.com/office/drawing/2014/main" id="{749A0267-2898-1DEE-388A-58F654D19946}"/>
              </a:ext>
            </a:extLst>
          </p:cNvPr>
          <p:cNvGrpSpPr/>
          <p:nvPr/>
        </p:nvGrpSpPr>
        <p:grpSpPr>
          <a:xfrm>
            <a:off x="4966658" y="2591848"/>
            <a:ext cx="4378955" cy="1152278"/>
            <a:chOff x="4966658" y="2591852"/>
            <a:chExt cx="4378955" cy="919664"/>
          </a:xfrm>
        </p:grpSpPr>
        <p:sp>
          <p:nvSpPr>
            <p:cNvPr id="19" name="직사각형 18">
              <a:extLst>
                <a:ext uri="{FF2B5EF4-FFF2-40B4-BE49-F238E27FC236}">
                  <a16:creationId xmlns:a16="http://schemas.microsoft.com/office/drawing/2014/main" id="{51679F7B-C56E-D421-2F3D-7C776D690BA8}"/>
                </a:ext>
              </a:extLst>
            </p:cNvPr>
            <p:cNvSpPr/>
            <p:nvPr/>
          </p:nvSpPr>
          <p:spPr>
            <a:xfrm>
              <a:off x="4966658" y="2591852"/>
              <a:ext cx="666880" cy="443124"/>
            </a:xfrm>
            <a:prstGeom prst="rect">
              <a:avLst/>
            </a:prstGeom>
            <a:solidFill>
              <a:srgbClr val="212E55"/>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a:solidFill>
                    <a:schemeClr val="bg1"/>
                  </a:solidFill>
                  <a:latin typeface="Arial Narrow" panose="020B0606020202030204" pitchFamily="34" charset="0"/>
                  <a:ea typeface="a고딕14" panose="02020600000000000000" pitchFamily="18" charset="-127"/>
                </a:rPr>
                <a:t>목적</a:t>
              </a:r>
            </a:p>
          </p:txBody>
        </p:sp>
        <p:sp>
          <p:nvSpPr>
            <p:cNvPr id="20" name="직사각형 19">
              <a:extLst>
                <a:ext uri="{FF2B5EF4-FFF2-40B4-BE49-F238E27FC236}">
                  <a16:creationId xmlns:a16="http://schemas.microsoft.com/office/drawing/2014/main" id="{A8983B11-E205-2A1D-841B-17E2CAC23503}"/>
                </a:ext>
              </a:extLst>
            </p:cNvPr>
            <p:cNvSpPr/>
            <p:nvPr/>
          </p:nvSpPr>
          <p:spPr>
            <a:xfrm>
              <a:off x="5686640" y="2591852"/>
              <a:ext cx="3658973" cy="443124"/>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8000" tIns="36000" rIns="72000" bIns="36000" rtlCol="0" anchor="ctr"/>
            <a:lstStyle/>
            <a:p>
              <a:pPr latinLnBrk="0">
                <a:buNone/>
              </a:pPr>
              <a:r>
                <a:rPr lang="ko-KR" altLang="ko-KR" sz="1100" spc="-50">
                  <a:solidFill>
                    <a:schemeClr val="tx1"/>
                  </a:solidFill>
                  <a:latin typeface="+mj-ea"/>
                  <a:ea typeface="+mj-ea"/>
                </a:rPr>
                <a:t>NCS 능력단위 풀 중 AI 융합(AI+X) 가능 능력단위를 신규 선별하고, '25년 도출 </a:t>
              </a:r>
              <a:r>
                <a:rPr lang="ko-KR" altLang="ko-KR" sz="1100" spc="-50" err="1">
                  <a:solidFill>
                    <a:schemeClr val="tx1"/>
                  </a:solidFill>
                  <a:latin typeface="+mj-ea"/>
                  <a:ea typeface="+mj-ea"/>
                </a:rPr>
                <a:t>이러닝·가상훈련</a:t>
              </a:r>
              <a:r>
                <a:rPr lang="ko-KR" altLang="ko-KR" sz="1100" spc="-50">
                  <a:solidFill>
                    <a:schemeClr val="tx1"/>
                  </a:solidFill>
                  <a:latin typeface="+mj-ea"/>
                  <a:ea typeface="+mj-ea"/>
                </a:rPr>
                <a:t> 적합성 지표와 통합한 지표 기반 능력단위 우선순위 및 과목 유형(</a:t>
              </a:r>
              <a:r>
                <a:rPr lang="ko-KR" altLang="ko-KR" sz="1100" spc="-50" err="1">
                  <a:solidFill>
                    <a:schemeClr val="tx1"/>
                  </a:solidFill>
                  <a:latin typeface="+mj-ea"/>
                  <a:ea typeface="+mj-ea"/>
                </a:rPr>
                <a:t>E</a:t>
              </a:r>
              <a:r>
                <a:rPr lang="ko-KR" altLang="ko-KR" sz="1100" spc="-50">
                  <a:solidFill>
                    <a:schemeClr val="tx1"/>
                  </a:solidFill>
                  <a:latin typeface="+mj-ea"/>
                  <a:ea typeface="+mj-ea"/>
                </a:rPr>
                <a:t>/</a:t>
              </a:r>
              <a:r>
                <a:rPr lang="ko-KR" altLang="ko-KR" sz="1100" spc="-50" err="1">
                  <a:solidFill>
                    <a:schemeClr val="tx1"/>
                  </a:solidFill>
                  <a:latin typeface="+mj-ea"/>
                  <a:ea typeface="+mj-ea"/>
                </a:rPr>
                <a:t>V</a:t>
              </a:r>
              <a:r>
                <a:rPr lang="ko-KR" altLang="ko-KR" sz="1100" spc="-50">
                  <a:solidFill>
                    <a:schemeClr val="tx1"/>
                  </a:solidFill>
                  <a:latin typeface="+mj-ea"/>
                  <a:ea typeface="+mj-ea"/>
                </a:rPr>
                <a:t>/EV/AX) 도출 방안 확정</a:t>
              </a:r>
              <a:endParaRPr lang="ko-KR" altLang="en-US" sz="1100" spc="-50">
                <a:solidFill>
                  <a:schemeClr val="tx1"/>
                </a:solidFill>
                <a:latin typeface="+mj-ea"/>
                <a:ea typeface="+mj-ea"/>
              </a:endParaRPr>
            </a:p>
          </p:txBody>
        </p:sp>
        <p:sp>
          <p:nvSpPr>
            <p:cNvPr id="27" name="직사각형 26">
              <a:extLst>
                <a:ext uri="{FF2B5EF4-FFF2-40B4-BE49-F238E27FC236}">
                  <a16:creationId xmlns:a16="http://schemas.microsoft.com/office/drawing/2014/main" id="{605AD86D-8566-539E-0775-DD62134610BB}"/>
                </a:ext>
              </a:extLst>
            </p:cNvPr>
            <p:cNvSpPr/>
            <p:nvPr/>
          </p:nvSpPr>
          <p:spPr>
            <a:xfrm>
              <a:off x="4966658" y="3068392"/>
              <a:ext cx="666880" cy="443124"/>
            </a:xfrm>
            <a:prstGeom prst="rect">
              <a:avLst/>
            </a:prstGeom>
            <a:solidFill>
              <a:srgbClr val="212E55"/>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a:solidFill>
                    <a:schemeClr val="bg1"/>
                  </a:solidFill>
                  <a:latin typeface="Arial Narrow" panose="020B0606020202030204" pitchFamily="34" charset="0"/>
                  <a:ea typeface="a고딕14" panose="02020600000000000000" pitchFamily="18" charset="-127"/>
                </a:rPr>
                <a:t>절차</a:t>
              </a:r>
            </a:p>
          </p:txBody>
        </p:sp>
        <p:sp>
          <p:nvSpPr>
            <p:cNvPr id="28" name="직사각형 27">
              <a:extLst>
                <a:ext uri="{FF2B5EF4-FFF2-40B4-BE49-F238E27FC236}">
                  <a16:creationId xmlns:a16="http://schemas.microsoft.com/office/drawing/2014/main" id="{E95CE4A1-83D8-B14C-645E-B7653492889D}"/>
                </a:ext>
              </a:extLst>
            </p:cNvPr>
            <p:cNvSpPr/>
            <p:nvPr/>
          </p:nvSpPr>
          <p:spPr>
            <a:xfrm>
              <a:off x="5686640" y="3068392"/>
              <a:ext cx="3658973" cy="443124"/>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8000" tIns="36000" rIns="72000" bIns="36000" rtlCol="0" anchor="ctr"/>
            <a:lstStyle/>
            <a:p>
              <a:pPr latinLnBrk="0">
                <a:buNone/>
              </a:pPr>
              <a:r>
                <a:rPr lang="en-US" altLang="ko-KR" sz="1100" spc="-50">
                  <a:solidFill>
                    <a:schemeClr val="tx1"/>
                  </a:solidFill>
                  <a:latin typeface="+mj-ea"/>
                  <a:ea typeface="+mj-ea"/>
                </a:rPr>
                <a:t>1</a:t>
              </a:r>
              <a:r>
                <a:rPr lang="ko-KR" altLang="en-US" sz="1100" spc="-50">
                  <a:solidFill>
                    <a:schemeClr val="tx1"/>
                  </a:solidFill>
                  <a:latin typeface="+mj-ea"/>
                  <a:ea typeface="+mj-ea"/>
                </a:rPr>
                <a:t>차 대면 자문 </a:t>
              </a:r>
              <a:r>
                <a:rPr lang="en-US" altLang="ko-KR" sz="1100" spc="-50">
                  <a:solidFill>
                    <a:schemeClr val="tx1"/>
                  </a:solidFill>
                  <a:latin typeface="+mj-ea"/>
                  <a:ea typeface="+mj-ea"/>
                </a:rPr>
                <a:t>-&gt; 2</a:t>
              </a:r>
              <a:r>
                <a:rPr lang="ko-KR" altLang="en-US" sz="1100" spc="-50">
                  <a:solidFill>
                    <a:schemeClr val="tx1"/>
                  </a:solidFill>
                  <a:latin typeface="+mj-ea"/>
                  <a:ea typeface="+mj-ea"/>
                </a:rPr>
                <a:t>차 서면 자문 </a:t>
              </a:r>
              <a:r>
                <a:rPr lang="en-US" altLang="ko-KR" sz="1100" spc="-50">
                  <a:solidFill>
                    <a:schemeClr val="tx1"/>
                  </a:solidFill>
                  <a:latin typeface="+mj-ea"/>
                  <a:ea typeface="+mj-ea"/>
                </a:rPr>
                <a:t>-&gt; 3</a:t>
              </a:r>
              <a:r>
                <a:rPr lang="ko-KR" altLang="en-US" sz="1100" spc="-50">
                  <a:solidFill>
                    <a:schemeClr val="tx1"/>
                  </a:solidFill>
                  <a:latin typeface="+mj-ea"/>
                  <a:ea typeface="+mj-ea"/>
                </a:rPr>
                <a:t>차 서면 자문</a:t>
              </a:r>
            </a:p>
          </p:txBody>
        </p:sp>
      </p:grpSp>
    </p:spTree>
    <p:extLst>
      <p:ext uri="{BB962C8B-B14F-4D97-AF65-F5344CB8AC3E}">
        <p14:creationId xmlns:p14="http://schemas.microsoft.com/office/powerpoint/2010/main" val="7638596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92257-C4E1-2827-A353-5D5E25924F07}"/>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E9780A40-F228-F07B-A32A-72799A2C0445}"/>
              </a:ext>
            </a:extLst>
          </p:cNvPr>
          <p:cNvSpPr>
            <a:spLocks noGrp="1"/>
          </p:cNvSpPr>
          <p:nvPr>
            <p:ph type="body" sz="quarter" idx="12"/>
          </p:nvPr>
        </p:nvSpPr>
        <p:spPr/>
        <p:txBody>
          <a:bodyPr vert="horz" wrap="square" lIns="0" tIns="45720" rIns="0" bIns="0" rtlCol="0">
            <a:noAutofit/>
          </a:bodyPr>
          <a:lstStyle/>
          <a:p>
            <a:pPr algn="l" latinLnBrk="0"/>
            <a:r>
              <a:rPr lang="ko-KR" altLang="ko-KR" err="1"/>
              <a:t>가상훈련·이러닝</a:t>
            </a:r>
            <a:r>
              <a:rPr lang="ko-KR" altLang="ko-KR"/>
              <a:t> 지표</a:t>
            </a:r>
            <a:r>
              <a:rPr lang="ko-KR" altLang="en-US"/>
              <a:t>는 전문가 검토를 통해 </a:t>
            </a:r>
            <a:r>
              <a:rPr lang="ko-KR" altLang="ko-KR"/>
              <a:t>유지</a:t>
            </a:r>
            <a:r>
              <a:rPr lang="en-US" altLang="ko-KR"/>
              <a:t>·</a:t>
            </a:r>
            <a:r>
              <a:rPr lang="ko-KR" altLang="en-US"/>
              <a:t>개편</a:t>
            </a:r>
            <a:r>
              <a:rPr lang="ko-KR" altLang="ko-KR"/>
              <a:t>하고, AI 융합(AI+X) 적합성 지표</a:t>
            </a:r>
            <a:r>
              <a:rPr lang="ko-KR" altLang="en-US"/>
              <a:t>를 추가하여</a:t>
            </a:r>
            <a:r>
              <a:rPr lang="en-US" altLang="ko-KR"/>
              <a:t>, 1</a:t>
            </a:r>
            <a:r>
              <a:rPr lang="ko-KR" altLang="ko-KR"/>
              <a:t>차 생성형 AI 평가 + 2차 전문가 검토 절차로 능력단위 적합성 평가를 실시할 계획임</a:t>
            </a:r>
            <a:endParaRPr lang="ko-KR" altLang="en-US"/>
          </a:p>
        </p:txBody>
      </p:sp>
      <p:sp>
        <p:nvSpPr>
          <p:cNvPr id="51" name="텍스트 개체 틀 4">
            <a:extLst>
              <a:ext uri="{FF2B5EF4-FFF2-40B4-BE49-F238E27FC236}">
                <a16:creationId xmlns:a16="http://schemas.microsoft.com/office/drawing/2014/main" id="{DC495EC4-0011-CC21-5F09-6D64FF0EACF8}"/>
              </a:ext>
            </a:extLst>
          </p:cNvPr>
          <p:cNvSpPr txBox="1">
            <a:spLocks/>
          </p:cNvSpPr>
          <p:nvPr/>
        </p:nvSpPr>
        <p:spPr>
          <a:xfrm>
            <a:off x="7293260" y="138529"/>
            <a:ext cx="2052352" cy="446155"/>
          </a:xfrm>
          <a:prstGeom prst="rect">
            <a:avLst/>
          </a:prstGeom>
        </p:spPr>
        <p:txBody>
          <a:bodyPr vert="horz" wrap="none" lIns="0" tIns="0" rIns="0" bIns="0" rtlCol="0" anchor="ctr">
            <a:noAutofit/>
          </a:bodyPr>
          <a:lstStyle>
            <a:lvl1pPr marL="0" indent="0" algn="r" defTabSz="914400" rtl="0" eaLnBrk="1" latinLnBrk="1" hangingPunct="1">
              <a:spcBef>
                <a:spcPct val="20000"/>
              </a:spcBef>
              <a:buFontTx/>
              <a:buNone/>
              <a:defRPr lang="ko-KR" altLang="en-US" sz="1100" kern="1200" baseline="0" smtClean="0">
                <a:solidFill>
                  <a:schemeClr val="tx1">
                    <a:lumMod val="50000"/>
                    <a:lumOff val="50000"/>
                  </a:schemeClr>
                </a:solidFill>
                <a:latin typeface="a고딕14" panose="02020600000000000000" pitchFamily="18" charset="-127"/>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auto" latinLnBrk="0">
              <a:spcAft>
                <a:spcPts val="0"/>
              </a:spcAft>
            </a:pPr>
            <a:r>
              <a:rPr lang="en-US" altLang="ko-KR">
                <a:latin typeface="Arial Narrow" panose="020B0606020202030204" pitchFamily="34" charset="0"/>
              </a:rPr>
              <a:t>Ⅱ</a:t>
            </a:r>
            <a:r>
              <a:rPr lang="en-US" altLang="ko-KR">
                <a:latin typeface="+mn-ea"/>
              </a:rPr>
              <a:t>. </a:t>
            </a:r>
            <a:r>
              <a:rPr lang="ko-KR" altLang="en-US">
                <a:latin typeface="+mn-ea"/>
              </a:rPr>
              <a:t>제안 내용</a:t>
            </a:r>
          </a:p>
          <a:p>
            <a:pPr fontAlgn="auto" latinLnBrk="0">
              <a:spcAft>
                <a:spcPts val="0"/>
              </a:spcAft>
            </a:pPr>
            <a:r>
              <a:rPr lang="en-US" altLang="ko-KR">
                <a:latin typeface="+mn-ea"/>
              </a:rPr>
              <a:t>2. </a:t>
            </a:r>
            <a:r>
              <a:rPr lang="ko-KR" altLang="en-US">
                <a:latin typeface="+mn-ea"/>
              </a:rPr>
              <a:t>과업 수행계획 및 방법</a:t>
            </a:r>
          </a:p>
        </p:txBody>
      </p:sp>
      <p:sp>
        <p:nvSpPr>
          <p:cNvPr id="52" name="텍스트 개체 틀 87">
            <a:extLst>
              <a:ext uri="{FF2B5EF4-FFF2-40B4-BE49-F238E27FC236}">
                <a16:creationId xmlns:a16="http://schemas.microsoft.com/office/drawing/2014/main" id="{9D364D80-8AB3-648E-97C9-D5EE1B5FECFC}"/>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base" latinLnBrk="0">
              <a:spcAft>
                <a:spcPct val="0"/>
              </a:spcAft>
            </a:pPr>
            <a:r>
              <a:rPr lang="en-US" altLang="ko-KR" sz="1200">
                <a:solidFill>
                  <a:schemeClr val="bg1"/>
                </a:solidFill>
              </a:rPr>
              <a:t>Step5. NCS </a:t>
            </a:r>
            <a:r>
              <a:rPr lang="ko-KR" altLang="en-US" sz="1200">
                <a:solidFill>
                  <a:schemeClr val="bg1"/>
                </a:solidFill>
              </a:rPr>
              <a:t>능력단위 신규개발 적합성 검토</a:t>
            </a:r>
          </a:p>
        </p:txBody>
      </p:sp>
      <p:sp>
        <p:nvSpPr>
          <p:cNvPr id="53" name="직사각형 52">
            <a:extLst>
              <a:ext uri="{FF2B5EF4-FFF2-40B4-BE49-F238E27FC236}">
                <a16:creationId xmlns:a16="http://schemas.microsoft.com/office/drawing/2014/main" id="{731CC58D-EF91-E92C-701B-2139BCE4D1A0}"/>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a:ln>
                  <a:noFill/>
                </a:ln>
                <a:solidFill>
                  <a:srgbClr val="003F56"/>
                </a:solidFill>
                <a:effectLst/>
                <a:uLnTx/>
                <a:uFillTx/>
                <a:latin typeface="a고딕14"/>
                <a:ea typeface="a고딕14"/>
                <a:cs typeface="+mn-cs"/>
              </a:rPr>
              <a:t>Module 3. </a:t>
            </a:r>
            <a:r>
              <a:rPr lang="en-US" altLang="ko-KR" sz="1100">
                <a:solidFill>
                  <a:srgbClr val="003F56"/>
                </a:solidFill>
                <a:latin typeface="a고딕14"/>
                <a:ea typeface="a고딕14"/>
              </a:rPr>
              <a:t>NCS </a:t>
            </a:r>
            <a:r>
              <a:rPr lang="ko-KR" altLang="en-US" sz="1100">
                <a:solidFill>
                  <a:srgbClr val="003F56"/>
                </a:solidFill>
                <a:latin typeface="a고딕14"/>
                <a:ea typeface="a고딕14"/>
              </a:rPr>
              <a:t>능력단위 우선순위 도출</a:t>
            </a:r>
          </a:p>
        </p:txBody>
      </p:sp>
      <p:grpSp>
        <p:nvGrpSpPr>
          <p:cNvPr id="3" name="그룹 2">
            <a:extLst>
              <a:ext uri="{FF2B5EF4-FFF2-40B4-BE49-F238E27FC236}">
                <a16:creationId xmlns:a16="http://schemas.microsoft.com/office/drawing/2014/main" id="{35AFA9DD-9A17-C43B-485F-54C42317F1CC}"/>
              </a:ext>
            </a:extLst>
          </p:cNvPr>
          <p:cNvGrpSpPr/>
          <p:nvPr/>
        </p:nvGrpSpPr>
        <p:grpSpPr>
          <a:xfrm>
            <a:off x="596515" y="1681027"/>
            <a:ext cx="8749097" cy="266602"/>
            <a:chOff x="802640" y="2236632"/>
            <a:chExt cx="4130805" cy="266552"/>
          </a:xfrm>
        </p:grpSpPr>
        <p:sp>
          <p:nvSpPr>
            <p:cNvPr id="4" name="ListLeanHorizontalTextTopic0">
              <a:extLst>
                <a:ext uri="{FF2B5EF4-FFF2-40B4-BE49-F238E27FC236}">
                  <a16:creationId xmlns:a16="http://schemas.microsoft.com/office/drawing/2014/main" id="{51971BD5-C83A-6564-CED2-B4D1333549B7}"/>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en-US" altLang="ko-KR" sz="1400" kern="0">
                  <a:solidFill>
                    <a:srgbClr val="000000"/>
                  </a:solidFill>
                  <a:latin typeface="a고딕14" panose="02020600000000000000" pitchFamily="18" charset="-127"/>
                  <a:ea typeface="a고딕14" panose="02020600000000000000" pitchFamily="18" charset="-127"/>
                  <a:cs typeface="Arial Narrow" pitchFamily="34" charset="0"/>
                </a:rPr>
                <a:t>NCS </a:t>
              </a:r>
              <a:r>
                <a:rPr lang="ko-KR" altLang="en-US" sz="1400" kern="0">
                  <a:solidFill>
                    <a:srgbClr val="000000"/>
                  </a:solidFill>
                  <a:latin typeface="a고딕14" panose="02020600000000000000" pitchFamily="18" charset="-127"/>
                  <a:ea typeface="a고딕14" panose="02020600000000000000" pitchFamily="18" charset="-127"/>
                  <a:cs typeface="Arial Narrow" pitchFamily="34" charset="0"/>
                </a:rPr>
                <a:t>능력단위 신규개발 적합성 평가 지표 및 절차</a:t>
              </a:r>
              <a:endParaRPr lang="en-US" altLang="ko-KR" sz="1400" kern="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5" name="Horizontal Line">
              <a:extLst>
                <a:ext uri="{FF2B5EF4-FFF2-40B4-BE49-F238E27FC236}">
                  <a16:creationId xmlns:a16="http://schemas.microsoft.com/office/drawing/2014/main" id="{59C37F84-D5A1-41C1-0AFD-BCD8F7E4EC0E}"/>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16" name="object 20">
            <a:extLst>
              <a:ext uri="{FF2B5EF4-FFF2-40B4-BE49-F238E27FC236}">
                <a16:creationId xmlns:a16="http://schemas.microsoft.com/office/drawing/2014/main" id="{635B44B0-D97C-9CA8-1415-8467AEA2B8B1}"/>
              </a:ext>
            </a:extLst>
          </p:cNvPr>
          <p:cNvSpPr/>
          <p:nvPr/>
        </p:nvSpPr>
        <p:spPr>
          <a:xfrm>
            <a:off x="616417" y="2024846"/>
            <a:ext cx="8728811" cy="4464855"/>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ysClr val="window" lastClr="FFFFFF"/>
          </a:solidFill>
          <a:ln w="3175">
            <a:solidFill>
              <a:sysClr val="windowText" lastClr="000000">
                <a:lumMod val="50000"/>
                <a:lumOff val="50000"/>
              </a:sysClr>
            </a:solidFill>
          </a:ln>
          <a:effectLst>
            <a:outerShdw blurRad="25400" dist="38100" dir="2700000" algn="tl" rotWithShape="0">
              <a:prstClr val="black">
                <a:alpha val="40000"/>
              </a:prstClr>
            </a:outerShdw>
          </a:effectLst>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800" b="0" i="0" u="none" strike="noStrike" kern="0" cap="none" spc="0" normalizeH="0" baseline="0" noProof="0">
              <a:ln>
                <a:noFill/>
              </a:ln>
              <a:solidFill>
                <a:prstClr val="black"/>
              </a:solidFill>
              <a:effectLst/>
              <a:uLnTx/>
              <a:uFillTx/>
              <a:latin typeface="Arial Narrow" panose="020B0606020202030204" pitchFamily="34" charset="0"/>
              <a:ea typeface="a고딕14" panose="02020600000000000000" pitchFamily="18" charset="-127"/>
            </a:endParaRPr>
          </a:p>
        </p:txBody>
      </p:sp>
      <p:graphicFrame>
        <p:nvGraphicFramePr>
          <p:cNvPr id="18" name="표 17">
            <a:extLst>
              <a:ext uri="{FF2B5EF4-FFF2-40B4-BE49-F238E27FC236}">
                <a16:creationId xmlns:a16="http://schemas.microsoft.com/office/drawing/2014/main" id="{5F8DB893-967A-459D-7C24-4F59C4A91693}"/>
              </a:ext>
            </a:extLst>
          </p:cNvPr>
          <p:cNvGraphicFramePr>
            <a:graphicFrameLocks noGrp="1"/>
          </p:cNvGraphicFramePr>
          <p:nvPr/>
        </p:nvGraphicFramePr>
        <p:xfrm>
          <a:off x="857385" y="2451920"/>
          <a:ext cx="8404535" cy="2701200"/>
        </p:xfrm>
        <a:graphic>
          <a:graphicData uri="http://schemas.openxmlformats.org/drawingml/2006/table">
            <a:tbl>
              <a:tblPr/>
              <a:tblGrid>
                <a:gridCol w="364329">
                  <a:extLst>
                    <a:ext uri="{9D8B030D-6E8A-4147-A177-3AD203B41FA5}">
                      <a16:colId xmlns:a16="http://schemas.microsoft.com/office/drawing/2014/main" val="370636207"/>
                    </a:ext>
                  </a:extLst>
                </a:gridCol>
                <a:gridCol w="362588">
                  <a:extLst>
                    <a:ext uri="{9D8B030D-6E8A-4147-A177-3AD203B41FA5}">
                      <a16:colId xmlns:a16="http://schemas.microsoft.com/office/drawing/2014/main" val="711137965"/>
                    </a:ext>
                  </a:extLst>
                </a:gridCol>
                <a:gridCol w="1457206">
                  <a:extLst>
                    <a:ext uri="{9D8B030D-6E8A-4147-A177-3AD203B41FA5}">
                      <a16:colId xmlns:a16="http://schemas.microsoft.com/office/drawing/2014/main" val="2812615928"/>
                    </a:ext>
                  </a:extLst>
                </a:gridCol>
                <a:gridCol w="5755848">
                  <a:extLst>
                    <a:ext uri="{9D8B030D-6E8A-4147-A177-3AD203B41FA5}">
                      <a16:colId xmlns:a16="http://schemas.microsoft.com/office/drawing/2014/main" val="4280019791"/>
                    </a:ext>
                  </a:extLst>
                </a:gridCol>
                <a:gridCol w="464564">
                  <a:extLst>
                    <a:ext uri="{9D8B030D-6E8A-4147-A177-3AD203B41FA5}">
                      <a16:colId xmlns:a16="http://schemas.microsoft.com/office/drawing/2014/main" val="2255278427"/>
                    </a:ext>
                  </a:extLst>
                </a:gridCol>
              </a:tblGrid>
              <a:tr h="163948">
                <a:tc>
                  <a:txBody>
                    <a:bodyPr/>
                    <a:lstStyle/>
                    <a:p>
                      <a:pPr algn="ctr" fontAlgn="ctr" latinLnBrk="0">
                        <a:buNone/>
                      </a:pPr>
                      <a:r>
                        <a:rPr lang="ko-KR" altLang="en-US" sz="1000" b="0" i="0" u="none" strike="noStrike">
                          <a:solidFill>
                            <a:schemeClr val="bg1"/>
                          </a:solidFill>
                          <a:effectLst/>
                          <a:latin typeface="a고딕14" panose="02020600000000000000" pitchFamily="18" charset="-127"/>
                          <a:ea typeface="a고딕14" panose="02020600000000000000" pitchFamily="18" charset="-127"/>
                        </a:rPr>
                        <a:t>구분</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buNone/>
                      </a:pPr>
                      <a:r>
                        <a:rPr lang="ko-KR" altLang="en-US" sz="1000" b="0" i="0" u="none" strike="noStrike">
                          <a:solidFill>
                            <a:schemeClr val="bg1"/>
                          </a:solidFill>
                          <a:effectLst/>
                          <a:latin typeface="a고딕14" panose="02020600000000000000" pitchFamily="18" charset="-127"/>
                          <a:ea typeface="a고딕14" panose="02020600000000000000" pitchFamily="18" charset="-127"/>
                        </a:rPr>
                        <a:t>번호</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buNone/>
                      </a:pPr>
                      <a:r>
                        <a:rPr lang="ko-KR" altLang="en-US" sz="1000" b="0" i="0" u="none" strike="noStrike" err="1">
                          <a:solidFill>
                            <a:schemeClr val="bg1"/>
                          </a:solidFill>
                          <a:effectLst/>
                          <a:latin typeface="a고딕14" panose="02020600000000000000" pitchFamily="18" charset="-127"/>
                          <a:ea typeface="a고딕14" panose="02020600000000000000" pitchFamily="18" charset="-127"/>
                        </a:rPr>
                        <a:t>지표명</a:t>
                      </a:r>
                      <a:endParaRPr lang="ko-KR" altLang="en-US" sz="1000" b="0" i="0" u="none" strike="noStrike">
                        <a:solidFill>
                          <a:schemeClr val="bg1"/>
                        </a:solidFill>
                        <a:effectLst/>
                        <a:latin typeface="a고딕14" panose="02020600000000000000" pitchFamily="18" charset="-127"/>
                        <a:ea typeface="a고딕14" panose="02020600000000000000" pitchFamily="18" charset="-127"/>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buNone/>
                      </a:pPr>
                      <a:r>
                        <a:rPr lang="ko-KR" altLang="en-US" sz="1000" b="0" i="0" u="none" strike="noStrike">
                          <a:solidFill>
                            <a:schemeClr val="bg1"/>
                          </a:solidFill>
                          <a:effectLst/>
                          <a:latin typeface="a고딕14" panose="02020600000000000000" pitchFamily="18" charset="-127"/>
                          <a:ea typeface="a고딕14" panose="02020600000000000000" pitchFamily="18" charset="-127"/>
                        </a:rPr>
                        <a:t>지표 설명</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buNone/>
                      </a:pPr>
                      <a:r>
                        <a:rPr lang="ko-KR" altLang="en-US" sz="1000" b="0" i="0" u="none" strike="noStrike">
                          <a:solidFill>
                            <a:schemeClr val="bg1"/>
                          </a:solidFill>
                          <a:effectLst/>
                          <a:latin typeface="a고딕14" panose="02020600000000000000" pitchFamily="18" charset="-127"/>
                          <a:ea typeface="a고딕14" panose="02020600000000000000" pitchFamily="18" charset="-127"/>
                        </a:rPr>
                        <a:t>척도</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12E55"/>
                    </a:solidFill>
                  </a:tcPr>
                </a:tc>
                <a:extLst>
                  <a:ext uri="{0D108BD9-81ED-4DB2-BD59-A6C34878D82A}">
                    <a16:rowId xmlns:a16="http://schemas.microsoft.com/office/drawing/2014/main" val="2672519231"/>
                  </a:ext>
                </a:extLst>
              </a:tr>
              <a:tr h="220696">
                <a:tc rowSpan="3">
                  <a:txBody>
                    <a:bodyPr/>
                    <a:lstStyle/>
                    <a:p>
                      <a:pPr algn="ctr" fontAlgn="ctr" latinLnBrk="0">
                        <a:buNone/>
                      </a:pPr>
                      <a:r>
                        <a:rPr lang="ko-KR" altLang="en-US" sz="1000" b="0" i="0" u="none" strike="noStrike">
                          <a:solidFill>
                            <a:srgbClr val="000000"/>
                          </a:solidFill>
                          <a:effectLst/>
                          <a:latin typeface="a고딕14" panose="02020600000000000000" pitchFamily="18" charset="-127"/>
                          <a:ea typeface="a고딕14" panose="02020600000000000000" pitchFamily="18" charset="-127"/>
                        </a:rPr>
                        <a:t>가</a:t>
                      </a:r>
                      <a:endParaRPr lang="en-US" altLang="ko-KR" sz="1000" b="0" i="0" u="none" strike="noStrike">
                        <a:solidFill>
                          <a:srgbClr val="000000"/>
                        </a:solidFill>
                        <a:effectLst/>
                        <a:latin typeface="a고딕14" panose="02020600000000000000" pitchFamily="18" charset="-127"/>
                        <a:ea typeface="a고딕14" panose="02020600000000000000" pitchFamily="18" charset="-127"/>
                      </a:endParaRPr>
                    </a:p>
                    <a:p>
                      <a:pPr algn="ctr" fontAlgn="ctr" latinLnBrk="0">
                        <a:buNone/>
                      </a:pPr>
                      <a:r>
                        <a:rPr lang="ko-KR" altLang="en-US" sz="1000" b="0" i="0" u="none" strike="noStrike">
                          <a:solidFill>
                            <a:srgbClr val="000000"/>
                          </a:solidFill>
                          <a:effectLst/>
                          <a:latin typeface="a고딕14" panose="02020600000000000000" pitchFamily="18" charset="-127"/>
                          <a:ea typeface="a고딕14" panose="02020600000000000000" pitchFamily="18" charset="-127"/>
                        </a:rPr>
                        <a:t>상</a:t>
                      </a:r>
                      <a:endParaRPr lang="en-US" altLang="ko-KR" sz="1000" b="0" i="0" u="none" strike="noStrike">
                        <a:solidFill>
                          <a:srgbClr val="000000"/>
                        </a:solidFill>
                        <a:effectLst/>
                        <a:latin typeface="a고딕14" panose="02020600000000000000" pitchFamily="18" charset="-127"/>
                        <a:ea typeface="a고딕14" panose="02020600000000000000" pitchFamily="18" charset="-127"/>
                      </a:endParaRPr>
                    </a:p>
                    <a:p>
                      <a:pPr algn="ctr" fontAlgn="ctr" latinLnBrk="0">
                        <a:buNone/>
                      </a:pPr>
                      <a:r>
                        <a:rPr lang="ko-KR" altLang="en-US" sz="1000" b="0" i="0" u="none" strike="noStrike">
                          <a:solidFill>
                            <a:srgbClr val="000000"/>
                          </a:solidFill>
                          <a:effectLst/>
                          <a:latin typeface="a고딕14" panose="02020600000000000000" pitchFamily="18" charset="-127"/>
                          <a:ea typeface="a고딕14" panose="02020600000000000000" pitchFamily="18" charset="-127"/>
                        </a:rPr>
                        <a:t>훈</a:t>
                      </a:r>
                      <a:endParaRPr lang="en-US" altLang="ko-KR" sz="1000" b="0" i="0" u="none" strike="noStrike">
                        <a:solidFill>
                          <a:srgbClr val="000000"/>
                        </a:solidFill>
                        <a:effectLst/>
                        <a:latin typeface="a고딕14" panose="02020600000000000000" pitchFamily="18" charset="-127"/>
                        <a:ea typeface="a고딕14" panose="02020600000000000000" pitchFamily="18" charset="-127"/>
                      </a:endParaRPr>
                    </a:p>
                    <a:p>
                      <a:pPr algn="ctr" fontAlgn="ctr" latinLnBrk="0">
                        <a:buNone/>
                      </a:pPr>
                      <a:r>
                        <a:rPr lang="ko-KR" altLang="en-US" sz="1000" b="0" i="0" u="none" strike="noStrike" err="1">
                          <a:solidFill>
                            <a:srgbClr val="000000"/>
                          </a:solidFill>
                          <a:effectLst/>
                          <a:latin typeface="a고딕14" panose="02020600000000000000" pitchFamily="18" charset="-127"/>
                          <a:ea typeface="a고딕14" panose="02020600000000000000" pitchFamily="18" charset="-127"/>
                        </a:rPr>
                        <a:t>련</a:t>
                      </a:r>
                      <a:endParaRPr lang="ko-KR" altLang="en-US" sz="1000" b="0" i="0" u="none" strike="noStrike">
                        <a:solidFill>
                          <a:srgbClr val="000000"/>
                        </a:solidFill>
                        <a:effectLst/>
                        <a:latin typeface="a고딕14" panose="02020600000000000000" pitchFamily="18" charset="-127"/>
                        <a:ea typeface="a고딕14" panose="02020600000000000000" pitchFamily="18" charset="-127"/>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sz="1000" b="0" i="0" u="none" strike="noStrike">
                          <a:solidFill>
                            <a:srgbClr val="000000"/>
                          </a:solidFill>
                          <a:effectLst/>
                          <a:latin typeface="a고딕14" panose="02020600000000000000" pitchFamily="18" charset="-127"/>
                          <a:ea typeface="a고딕14" panose="02020600000000000000" pitchFamily="18" charset="-127"/>
                        </a:rPr>
                        <a:t>1</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a:solidFill>
                            <a:srgbClr val="000000"/>
                          </a:solidFill>
                          <a:effectLst/>
                          <a:latin typeface="+mj-ea"/>
                          <a:ea typeface="+mj-ea"/>
                        </a:rPr>
                        <a:t>실습 대체 보완 가능성</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0">
                        <a:lnSpc>
                          <a:spcPct val="100000"/>
                        </a:lnSpc>
                        <a:spcBef>
                          <a:spcPts val="300"/>
                        </a:spcBef>
                        <a:spcAft>
                          <a:spcPts val="300"/>
                        </a:spcAft>
                        <a:buNone/>
                      </a:pPr>
                      <a:r>
                        <a:rPr lang="ko-KR" altLang="en-US" sz="800" kern="1200">
                          <a:solidFill>
                            <a:schemeClr val="tx1"/>
                          </a:solidFill>
                          <a:latin typeface="+mn-lt"/>
                          <a:ea typeface="+mn-ea"/>
                          <a:cs typeface="+mn-cs"/>
                        </a:rPr>
                        <a:t>훈련 과정에서 다뤄야 하는 장비가 고가이거나 특수하여 구입</a:t>
                      </a:r>
                      <a:r>
                        <a:rPr lang="en-US" altLang="ko-KR" sz="800" kern="1200">
                          <a:solidFill>
                            <a:schemeClr val="tx1"/>
                          </a:solidFill>
                          <a:latin typeface="+mn-lt"/>
                          <a:ea typeface="+mn-ea"/>
                          <a:cs typeface="+mn-cs"/>
                        </a:rPr>
                        <a:t>·</a:t>
                      </a:r>
                      <a:r>
                        <a:rPr lang="ko-KR" altLang="en-US" sz="800" kern="1200">
                          <a:solidFill>
                            <a:schemeClr val="tx1"/>
                          </a:solidFill>
                          <a:latin typeface="+mn-lt"/>
                          <a:ea typeface="+mn-ea"/>
                          <a:cs typeface="+mn-cs"/>
                        </a:rPr>
                        <a:t>설치</a:t>
                      </a:r>
                      <a:r>
                        <a:rPr lang="en-US" altLang="ko-KR" sz="800" kern="1200">
                          <a:solidFill>
                            <a:schemeClr val="tx1"/>
                          </a:solidFill>
                          <a:latin typeface="+mn-lt"/>
                          <a:ea typeface="+mn-ea"/>
                          <a:cs typeface="+mn-cs"/>
                        </a:rPr>
                        <a:t>·</a:t>
                      </a:r>
                      <a:r>
                        <a:rPr lang="ko-KR" altLang="en-US" sz="800" kern="1200">
                          <a:solidFill>
                            <a:schemeClr val="tx1"/>
                          </a:solidFill>
                          <a:latin typeface="+mn-lt"/>
                          <a:ea typeface="+mn-ea"/>
                          <a:cs typeface="+mn-cs"/>
                        </a:rPr>
                        <a:t>이동이 어렵고 접근이 제한적인 경우</a:t>
                      </a:r>
                      <a:r>
                        <a:rPr lang="en-US" altLang="ko-KR" sz="800" kern="1200">
                          <a:solidFill>
                            <a:schemeClr val="tx1"/>
                          </a:solidFill>
                          <a:latin typeface="+mn-lt"/>
                          <a:ea typeface="+mn-ea"/>
                          <a:cs typeface="+mn-cs"/>
                        </a:rPr>
                        <a:t>, </a:t>
                      </a:r>
                      <a:r>
                        <a:rPr lang="ko-KR" altLang="en-US" sz="800" kern="1200">
                          <a:solidFill>
                            <a:schemeClr val="tx1"/>
                          </a:solidFill>
                          <a:latin typeface="+mn-lt"/>
                          <a:ea typeface="+mn-ea"/>
                          <a:cs typeface="+mn-cs"/>
                        </a:rPr>
                        <a:t>가상 시뮬레이션을 통해 비용</a:t>
                      </a:r>
                      <a:r>
                        <a:rPr lang="en-US" altLang="ko-KR" sz="800" kern="1200">
                          <a:solidFill>
                            <a:schemeClr val="tx1"/>
                          </a:solidFill>
                          <a:latin typeface="+mn-lt"/>
                          <a:ea typeface="+mn-ea"/>
                          <a:cs typeface="+mn-cs"/>
                        </a:rPr>
                        <a:t>·</a:t>
                      </a:r>
                      <a:r>
                        <a:rPr lang="ko-KR" altLang="en-US" sz="800" kern="1200">
                          <a:solidFill>
                            <a:schemeClr val="tx1"/>
                          </a:solidFill>
                          <a:latin typeface="+mn-lt"/>
                          <a:ea typeface="+mn-ea"/>
                          <a:cs typeface="+mn-cs"/>
                        </a:rPr>
                        <a:t>공간</a:t>
                      </a:r>
                      <a:r>
                        <a:rPr lang="en-US" altLang="ko-KR" sz="800" kern="1200">
                          <a:solidFill>
                            <a:schemeClr val="tx1"/>
                          </a:solidFill>
                          <a:latin typeface="+mn-lt"/>
                          <a:ea typeface="+mn-ea"/>
                          <a:cs typeface="+mn-cs"/>
                        </a:rPr>
                        <a:t>·</a:t>
                      </a:r>
                      <a:r>
                        <a:rPr lang="ko-KR" altLang="en-US" sz="800" kern="1200">
                          <a:solidFill>
                            <a:schemeClr val="tx1"/>
                          </a:solidFill>
                          <a:latin typeface="+mn-lt"/>
                          <a:ea typeface="+mn-ea"/>
                          <a:cs typeface="+mn-cs"/>
                        </a:rPr>
                        <a:t>시간 등의 제약을 해소하고 효과적으로 실습 훈련을 대체</a:t>
                      </a:r>
                      <a:r>
                        <a:rPr lang="en-US" altLang="ko-KR" sz="800" kern="1200">
                          <a:solidFill>
                            <a:schemeClr val="tx1"/>
                          </a:solidFill>
                          <a:latin typeface="+mn-lt"/>
                          <a:ea typeface="+mn-ea"/>
                          <a:cs typeface="+mn-cs"/>
                        </a:rPr>
                        <a:t>·</a:t>
                      </a:r>
                      <a:r>
                        <a:rPr lang="ko-KR" altLang="en-US" sz="800" kern="1200">
                          <a:solidFill>
                            <a:schemeClr val="tx1"/>
                          </a:solidFill>
                          <a:latin typeface="+mn-lt"/>
                          <a:ea typeface="+mn-ea"/>
                          <a:cs typeface="+mn-cs"/>
                        </a:rPr>
                        <a:t>보완 할 수 있는 정도</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rowSpan="9">
                  <a:txBody>
                    <a:bodyPr/>
                    <a:lstStyle/>
                    <a:p>
                      <a:pPr marL="0" marR="0" indent="0" algn="ctr" fontAlgn="base" latinLnBrk="0">
                        <a:lnSpc>
                          <a:spcPct val="100000"/>
                        </a:lnSpc>
                        <a:spcBef>
                          <a:spcPts val="300"/>
                        </a:spcBef>
                        <a:spcAft>
                          <a:spcPts val="300"/>
                        </a:spcAft>
                        <a:buNone/>
                      </a:pPr>
                      <a:r>
                        <a:rPr lang="en-US" altLang="ko-KR" sz="800" kern="1200">
                          <a:solidFill>
                            <a:schemeClr val="tx1"/>
                          </a:solidFill>
                          <a:latin typeface="+mn-lt"/>
                          <a:ea typeface="+mn-ea"/>
                          <a:cs typeface="+mn-cs"/>
                        </a:rPr>
                        <a:t>7</a:t>
                      </a:r>
                      <a:r>
                        <a:rPr lang="ko-KR" altLang="en-US" sz="800" kern="1200">
                          <a:solidFill>
                            <a:schemeClr val="tx1"/>
                          </a:solidFill>
                          <a:latin typeface="+mn-lt"/>
                          <a:ea typeface="+mn-ea"/>
                          <a:cs typeface="+mn-cs"/>
                        </a:rPr>
                        <a:t>점 척도</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3541720"/>
                  </a:ext>
                </a:extLst>
              </a:tr>
              <a:tr h="220696">
                <a:tc vMerge="1">
                  <a:txBody>
                    <a:bodyPr/>
                    <a:lstStyle/>
                    <a:p>
                      <a:pPr latinLnBrk="1"/>
                      <a:endParaRPr lang="ko-KR" altLang="en-US"/>
                    </a:p>
                  </a:txBody>
                  <a:tcPr/>
                </a:tc>
                <a:tc>
                  <a:txBody>
                    <a:bodyPr/>
                    <a:lstStyle/>
                    <a:p>
                      <a:pPr algn="ctr" fontAlgn="ctr" latinLnBrk="0">
                        <a:buNone/>
                      </a:pPr>
                      <a:r>
                        <a:rPr lang="en-US" sz="1000" b="0" i="0" u="none" strike="noStrike">
                          <a:solidFill>
                            <a:srgbClr val="000000"/>
                          </a:solidFill>
                          <a:effectLst/>
                          <a:latin typeface="a고딕14" panose="02020600000000000000" pitchFamily="18" charset="-127"/>
                          <a:ea typeface="a고딕14" panose="02020600000000000000" pitchFamily="18" charset="-127"/>
                        </a:rPr>
                        <a:t>2</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a:solidFill>
                            <a:srgbClr val="000000"/>
                          </a:solidFill>
                          <a:effectLst/>
                          <a:latin typeface="+mj-ea"/>
                          <a:ea typeface="+mj-ea"/>
                        </a:rPr>
                        <a:t>반복훈련 적합성</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0">
                        <a:lnSpc>
                          <a:spcPct val="100000"/>
                        </a:lnSpc>
                        <a:spcBef>
                          <a:spcPts val="300"/>
                        </a:spcBef>
                        <a:spcAft>
                          <a:spcPts val="300"/>
                        </a:spcAft>
                        <a:buNone/>
                      </a:pPr>
                      <a:r>
                        <a:rPr lang="ko-KR" altLang="en-US" sz="800" kern="1200">
                          <a:solidFill>
                            <a:schemeClr val="tx1"/>
                          </a:solidFill>
                          <a:latin typeface="+mn-lt"/>
                          <a:ea typeface="+mn-ea"/>
                          <a:cs typeface="+mn-cs"/>
                        </a:rPr>
                        <a:t>명확한 작업 절차와 수행 행동을 포함하는 능력단위에서</a:t>
                      </a:r>
                      <a:r>
                        <a:rPr lang="en-US" altLang="ko-KR" sz="800" kern="1200">
                          <a:solidFill>
                            <a:schemeClr val="tx1"/>
                          </a:solidFill>
                          <a:latin typeface="+mn-lt"/>
                          <a:ea typeface="+mn-ea"/>
                          <a:cs typeface="+mn-cs"/>
                        </a:rPr>
                        <a:t>, </a:t>
                      </a:r>
                      <a:r>
                        <a:rPr lang="ko-KR" altLang="en-US" sz="800" kern="1200">
                          <a:solidFill>
                            <a:schemeClr val="tx1"/>
                          </a:solidFill>
                          <a:latin typeface="+mn-lt"/>
                          <a:ea typeface="+mn-ea"/>
                          <a:cs typeface="+mn-cs"/>
                        </a:rPr>
                        <a:t>집체 훈련</a:t>
                      </a:r>
                      <a:r>
                        <a:rPr lang="en-US" altLang="ko-KR" sz="800" kern="1200">
                          <a:solidFill>
                            <a:schemeClr val="tx1"/>
                          </a:solidFill>
                          <a:latin typeface="+mn-lt"/>
                          <a:ea typeface="+mn-ea"/>
                          <a:cs typeface="+mn-cs"/>
                        </a:rPr>
                        <a:t>·</a:t>
                      </a:r>
                      <a:r>
                        <a:rPr lang="ko-KR" altLang="en-US" sz="800" kern="1200">
                          <a:solidFill>
                            <a:schemeClr val="tx1"/>
                          </a:solidFill>
                          <a:latin typeface="+mn-lt"/>
                          <a:ea typeface="+mn-ea"/>
                          <a:cs typeface="+mn-cs"/>
                        </a:rPr>
                        <a:t>실습 전에 가상훈련을 반복 실시하여 숙련도와 학습성과를 향상시킬 수 있는 정도</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indent="0" algn="just" fontAlgn="base" latinLnBrk="0">
                        <a:lnSpc>
                          <a:spcPct val="100000"/>
                        </a:lnSpc>
                        <a:spcBef>
                          <a:spcPts val="300"/>
                        </a:spcBef>
                        <a:spcAft>
                          <a:spcPts val="300"/>
                        </a:spcAft>
                        <a:buNone/>
                      </a:pPr>
                      <a:endParaRPr lang="ko-KR" altLang="en-US" sz="800" kern="1200">
                        <a:solidFill>
                          <a:schemeClr val="tx1"/>
                        </a:solidFill>
                        <a:latin typeface="+mn-lt"/>
                        <a:ea typeface="+mn-ea"/>
                        <a:cs typeface="+mn-cs"/>
                      </a:endParaRPr>
                    </a:p>
                  </a:txBody>
                  <a:tcPr marL="20329" marR="20329" marT="5620" marB="562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482753"/>
                  </a:ext>
                </a:extLst>
              </a:tr>
              <a:tr h="220696">
                <a:tc vMerge="1">
                  <a:txBody>
                    <a:bodyPr/>
                    <a:lstStyle/>
                    <a:p>
                      <a:pPr latinLnBrk="1"/>
                      <a:endParaRPr lang="ko-KR" altLang="en-US"/>
                    </a:p>
                  </a:txBody>
                  <a:tcPr/>
                </a:tc>
                <a:tc>
                  <a:txBody>
                    <a:bodyPr/>
                    <a:lstStyle/>
                    <a:p>
                      <a:pPr algn="ctr" fontAlgn="ctr" latinLnBrk="0">
                        <a:buNone/>
                      </a:pPr>
                      <a:r>
                        <a:rPr lang="en-US" sz="1000" b="0" i="0" u="none" strike="noStrike">
                          <a:solidFill>
                            <a:srgbClr val="000000"/>
                          </a:solidFill>
                          <a:effectLst/>
                          <a:latin typeface="a고딕14" panose="02020600000000000000" pitchFamily="18" charset="-127"/>
                          <a:ea typeface="a고딕14" panose="02020600000000000000" pitchFamily="18" charset="-127"/>
                        </a:rPr>
                        <a:t>3</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a:solidFill>
                            <a:srgbClr val="000000"/>
                          </a:solidFill>
                          <a:effectLst/>
                          <a:latin typeface="+mj-ea"/>
                          <a:ea typeface="+mj-ea"/>
                        </a:rPr>
                        <a:t>안전환경 확보 적합성</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0">
                        <a:lnSpc>
                          <a:spcPct val="100000"/>
                        </a:lnSpc>
                        <a:spcBef>
                          <a:spcPts val="300"/>
                        </a:spcBef>
                        <a:spcAft>
                          <a:spcPts val="300"/>
                        </a:spcAft>
                        <a:buNone/>
                      </a:pPr>
                      <a:r>
                        <a:rPr lang="ko-KR" altLang="en-US" sz="800" kern="1200">
                          <a:solidFill>
                            <a:schemeClr val="tx1"/>
                          </a:solidFill>
                          <a:latin typeface="+mn-lt"/>
                          <a:ea typeface="+mn-ea"/>
                          <a:cs typeface="+mn-cs"/>
                        </a:rPr>
                        <a:t>고온</a:t>
                      </a:r>
                      <a:r>
                        <a:rPr lang="en-US" altLang="ko-KR" sz="800" kern="1200">
                          <a:solidFill>
                            <a:schemeClr val="tx1"/>
                          </a:solidFill>
                          <a:latin typeface="+mn-lt"/>
                          <a:ea typeface="+mn-ea"/>
                          <a:cs typeface="+mn-cs"/>
                        </a:rPr>
                        <a:t>·</a:t>
                      </a:r>
                      <a:r>
                        <a:rPr lang="ko-KR" altLang="en-US" sz="800" kern="1200">
                          <a:solidFill>
                            <a:schemeClr val="tx1"/>
                          </a:solidFill>
                          <a:latin typeface="+mn-lt"/>
                          <a:ea typeface="+mn-ea"/>
                          <a:cs typeface="+mn-cs"/>
                        </a:rPr>
                        <a:t>고전압</a:t>
                      </a:r>
                      <a:r>
                        <a:rPr lang="en-US" altLang="ko-KR" sz="800" kern="1200">
                          <a:solidFill>
                            <a:schemeClr val="tx1"/>
                          </a:solidFill>
                          <a:latin typeface="+mn-lt"/>
                          <a:ea typeface="+mn-ea"/>
                          <a:cs typeface="+mn-cs"/>
                        </a:rPr>
                        <a:t>·</a:t>
                      </a:r>
                      <a:r>
                        <a:rPr lang="ko-KR" altLang="en-US" sz="800" kern="1200">
                          <a:solidFill>
                            <a:schemeClr val="tx1"/>
                          </a:solidFill>
                          <a:latin typeface="+mn-lt"/>
                          <a:ea typeface="+mn-ea"/>
                          <a:cs typeface="+mn-cs"/>
                        </a:rPr>
                        <a:t>유해화학물질 등 고위험 작업 요소가 포함된 능력단위에서</a:t>
                      </a:r>
                      <a:r>
                        <a:rPr lang="en-US" altLang="ko-KR" sz="800" kern="1200">
                          <a:solidFill>
                            <a:schemeClr val="tx1"/>
                          </a:solidFill>
                          <a:latin typeface="+mn-lt"/>
                          <a:ea typeface="+mn-ea"/>
                          <a:cs typeface="+mn-cs"/>
                        </a:rPr>
                        <a:t>, </a:t>
                      </a:r>
                      <a:r>
                        <a:rPr lang="ko-KR" altLang="en-US" sz="800" kern="1200">
                          <a:solidFill>
                            <a:schemeClr val="tx1"/>
                          </a:solidFill>
                          <a:latin typeface="+mn-lt"/>
                          <a:ea typeface="+mn-ea"/>
                          <a:cs typeface="+mn-cs"/>
                        </a:rPr>
                        <a:t>훈련생이 안전한 환경에서 훈련을 시작하고 수행할 수 있도록 가상훈련을 적용하는 것이 적합한 정도</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indent="0" algn="just" fontAlgn="base" latinLnBrk="0">
                        <a:lnSpc>
                          <a:spcPct val="100000"/>
                        </a:lnSpc>
                        <a:spcBef>
                          <a:spcPts val="300"/>
                        </a:spcBef>
                        <a:spcAft>
                          <a:spcPts val="300"/>
                        </a:spcAft>
                        <a:buNone/>
                      </a:pPr>
                      <a:endParaRPr lang="ko-KR" altLang="en-US" sz="800" kern="1200">
                        <a:solidFill>
                          <a:schemeClr val="tx1"/>
                        </a:solidFill>
                        <a:latin typeface="+mn-lt"/>
                        <a:ea typeface="+mn-ea"/>
                        <a:cs typeface="+mn-cs"/>
                      </a:endParaRPr>
                    </a:p>
                  </a:txBody>
                  <a:tcPr marL="20329" marR="20329" marT="5620" marB="562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48401391"/>
                  </a:ext>
                </a:extLst>
              </a:tr>
              <a:tr h="196184">
                <a:tc rowSpan="3">
                  <a:txBody>
                    <a:bodyPr/>
                    <a:lstStyle/>
                    <a:p>
                      <a:pPr algn="ctr" fontAlgn="ctr" latinLnBrk="0">
                        <a:buNone/>
                      </a:pPr>
                      <a:r>
                        <a:rPr lang="ko-KR" altLang="en-US" sz="1000" b="0" i="0" u="none" strike="noStrike">
                          <a:solidFill>
                            <a:srgbClr val="000000"/>
                          </a:solidFill>
                          <a:effectLst/>
                          <a:latin typeface="a고딕14" panose="02020600000000000000" pitchFamily="18" charset="-127"/>
                          <a:ea typeface="a고딕14" panose="02020600000000000000" pitchFamily="18" charset="-127"/>
                        </a:rPr>
                        <a:t>이</a:t>
                      </a:r>
                      <a:br>
                        <a:rPr lang="en-US" altLang="ko-KR" sz="1000" b="0" i="0" u="none" strike="noStrike">
                          <a:solidFill>
                            <a:srgbClr val="000000"/>
                          </a:solidFill>
                          <a:effectLst/>
                          <a:latin typeface="a고딕14" panose="02020600000000000000" pitchFamily="18" charset="-127"/>
                          <a:ea typeface="a고딕14" panose="02020600000000000000" pitchFamily="18" charset="-127"/>
                        </a:rPr>
                      </a:br>
                      <a:r>
                        <a:rPr lang="ko-KR" altLang="en-US" sz="1000" b="0" i="0" u="none" strike="noStrike">
                          <a:solidFill>
                            <a:srgbClr val="000000"/>
                          </a:solidFill>
                          <a:effectLst/>
                          <a:latin typeface="a고딕14" panose="02020600000000000000" pitchFamily="18" charset="-127"/>
                          <a:ea typeface="a고딕14" panose="02020600000000000000" pitchFamily="18" charset="-127"/>
                        </a:rPr>
                        <a:t>러</a:t>
                      </a:r>
                      <a:endParaRPr lang="en-US" altLang="ko-KR" sz="1000" b="0" i="0" u="none" strike="noStrike">
                        <a:solidFill>
                          <a:srgbClr val="000000"/>
                        </a:solidFill>
                        <a:effectLst/>
                        <a:latin typeface="a고딕14" panose="02020600000000000000" pitchFamily="18" charset="-127"/>
                        <a:ea typeface="a고딕14" panose="02020600000000000000" pitchFamily="18" charset="-127"/>
                      </a:endParaRPr>
                    </a:p>
                    <a:p>
                      <a:pPr algn="ctr" fontAlgn="ctr" latinLnBrk="0">
                        <a:buNone/>
                      </a:pPr>
                      <a:r>
                        <a:rPr lang="ko-KR" altLang="en-US" sz="1000" b="0" i="0" u="none" strike="noStrike" err="1">
                          <a:solidFill>
                            <a:srgbClr val="000000"/>
                          </a:solidFill>
                          <a:effectLst/>
                          <a:latin typeface="a고딕14" panose="02020600000000000000" pitchFamily="18" charset="-127"/>
                          <a:ea typeface="a고딕14" panose="02020600000000000000" pitchFamily="18" charset="-127"/>
                        </a:rPr>
                        <a:t>닝</a:t>
                      </a:r>
                      <a:endParaRPr lang="ko-KR" altLang="en-US" sz="1000" b="0" i="0" u="none" strike="noStrike">
                        <a:solidFill>
                          <a:srgbClr val="000000"/>
                        </a:solidFill>
                        <a:effectLst/>
                        <a:latin typeface="a고딕14" panose="02020600000000000000" pitchFamily="18" charset="-127"/>
                        <a:ea typeface="a고딕14" panose="02020600000000000000" pitchFamily="18" charset="-127"/>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sz="1000" b="0" i="0" u="none" strike="noStrike">
                          <a:solidFill>
                            <a:srgbClr val="000000"/>
                          </a:solidFill>
                          <a:effectLst/>
                          <a:latin typeface="a고딕14" panose="02020600000000000000" pitchFamily="18" charset="-127"/>
                          <a:ea typeface="a고딕14" panose="02020600000000000000" pitchFamily="18" charset="-127"/>
                        </a:rPr>
                        <a:t>1</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a:solidFill>
                            <a:srgbClr val="000000"/>
                          </a:solidFill>
                          <a:effectLst/>
                          <a:latin typeface="+mj-ea"/>
                          <a:ea typeface="+mj-ea"/>
                        </a:rPr>
                        <a:t>비대면 학습 가능성</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0">
                        <a:lnSpc>
                          <a:spcPct val="100000"/>
                        </a:lnSpc>
                        <a:spcBef>
                          <a:spcPts val="300"/>
                        </a:spcBef>
                        <a:spcAft>
                          <a:spcPts val="300"/>
                        </a:spcAft>
                        <a:buNone/>
                      </a:pPr>
                      <a:r>
                        <a:rPr lang="ko-KR" altLang="en-US" sz="800" kern="1200">
                          <a:solidFill>
                            <a:schemeClr val="tx1"/>
                          </a:solidFill>
                          <a:latin typeface="+mn-lt"/>
                          <a:ea typeface="+mn-ea"/>
                          <a:cs typeface="+mn-cs"/>
                        </a:rPr>
                        <a:t>동료나 강사의 실시간 상호작용이나 대면</a:t>
                      </a:r>
                      <a:r>
                        <a:rPr lang="en-US" altLang="ko-KR" sz="800" kern="1200">
                          <a:solidFill>
                            <a:schemeClr val="tx1"/>
                          </a:solidFill>
                          <a:latin typeface="+mn-lt"/>
                          <a:ea typeface="+mn-ea"/>
                          <a:cs typeface="+mn-cs"/>
                        </a:rPr>
                        <a:t>·</a:t>
                      </a:r>
                      <a:r>
                        <a:rPr lang="ko-KR" altLang="en-US" sz="800" kern="1200">
                          <a:solidFill>
                            <a:schemeClr val="tx1"/>
                          </a:solidFill>
                          <a:latin typeface="+mn-lt"/>
                          <a:ea typeface="+mn-ea"/>
                          <a:cs typeface="+mn-cs"/>
                        </a:rPr>
                        <a:t>협업이 필수적이지 않고</a:t>
                      </a:r>
                      <a:r>
                        <a:rPr lang="en-US" altLang="ko-KR" sz="800" kern="1200">
                          <a:solidFill>
                            <a:schemeClr val="tx1"/>
                          </a:solidFill>
                          <a:latin typeface="+mn-lt"/>
                          <a:ea typeface="+mn-ea"/>
                          <a:cs typeface="+mn-cs"/>
                        </a:rPr>
                        <a:t>, </a:t>
                      </a:r>
                      <a:r>
                        <a:rPr lang="ko-KR" altLang="en-US" sz="800" kern="1200">
                          <a:solidFill>
                            <a:schemeClr val="tx1"/>
                          </a:solidFill>
                          <a:latin typeface="+mn-lt"/>
                          <a:ea typeface="+mn-ea"/>
                          <a:cs typeface="+mn-cs"/>
                        </a:rPr>
                        <a:t>콘텐츠와 비동기적 학습 활동만으로도 학습목표를 달성할 수 있는 정도</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indent="0" algn="just" fontAlgn="base" latinLnBrk="0">
                        <a:lnSpc>
                          <a:spcPct val="100000"/>
                        </a:lnSpc>
                        <a:spcBef>
                          <a:spcPts val="300"/>
                        </a:spcBef>
                        <a:spcAft>
                          <a:spcPts val="300"/>
                        </a:spcAft>
                        <a:buNone/>
                      </a:pPr>
                      <a:endParaRPr lang="ko-KR" altLang="en-US" sz="800" kern="1200">
                        <a:solidFill>
                          <a:schemeClr val="tx1"/>
                        </a:solidFill>
                        <a:latin typeface="+mn-lt"/>
                        <a:ea typeface="+mn-ea"/>
                        <a:cs typeface="+mn-cs"/>
                      </a:endParaRPr>
                    </a:p>
                  </a:txBody>
                  <a:tcPr marL="20329" marR="20329" marT="5620" marB="562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9601641"/>
                  </a:ext>
                </a:extLst>
              </a:tr>
              <a:tr h="220696">
                <a:tc vMerge="1">
                  <a:txBody>
                    <a:bodyPr/>
                    <a:lstStyle/>
                    <a:p>
                      <a:pPr latinLnBrk="1"/>
                      <a:endParaRPr lang="ko-KR" altLang="en-US"/>
                    </a:p>
                  </a:txBody>
                  <a:tcPr/>
                </a:tc>
                <a:tc>
                  <a:txBody>
                    <a:bodyPr/>
                    <a:lstStyle/>
                    <a:p>
                      <a:pPr algn="ctr" fontAlgn="ctr" latinLnBrk="0">
                        <a:buNone/>
                      </a:pPr>
                      <a:r>
                        <a:rPr lang="en-US" sz="1000" b="0" i="0" u="none" strike="noStrike">
                          <a:solidFill>
                            <a:srgbClr val="000000"/>
                          </a:solidFill>
                          <a:effectLst/>
                          <a:latin typeface="a고딕14" panose="02020600000000000000" pitchFamily="18" charset="-127"/>
                          <a:ea typeface="a고딕14" panose="02020600000000000000" pitchFamily="18" charset="-127"/>
                        </a:rPr>
                        <a:t>2</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a:solidFill>
                            <a:srgbClr val="000000"/>
                          </a:solidFill>
                          <a:effectLst/>
                          <a:latin typeface="+mj-ea"/>
                          <a:ea typeface="+mj-ea"/>
                        </a:rPr>
                        <a:t>온라인 기반 학습 적합성</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0">
                        <a:lnSpc>
                          <a:spcPct val="100000"/>
                        </a:lnSpc>
                        <a:spcBef>
                          <a:spcPts val="300"/>
                        </a:spcBef>
                        <a:spcAft>
                          <a:spcPts val="300"/>
                        </a:spcAft>
                        <a:buNone/>
                      </a:pPr>
                      <a:r>
                        <a:rPr lang="ko-KR" altLang="en-US" sz="800" kern="1200">
                          <a:solidFill>
                            <a:schemeClr val="tx1"/>
                          </a:solidFill>
                          <a:latin typeface="+mn-lt"/>
                          <a:ea typeface="+mn-ea"/>
                          <a:cs typeface="+mn-cs"/>
                        </a:rPr>
                        <a:t>해당 능력단위가 이론</a:t>
                      </a:r>
                      <a:r>
                        <a:rPr lang="en-US" altLang="ko-KR" sz="800" kern="1200">
                          <a:solidFill>
                            <a:schemeClr val="tx1"/>
                          </a:solidFill>
                          <a:latin typeface="+mn-lt"/>
                          <a:ea typeface="+mn-ea"/>
                          <a:cs typeface="+mn-cs"/>
                        </a:rPr>
                        <a:t>·</a:t>
                      </a:r>
                      <a:r>
                        <a:rPr lang="ko-KR" altLang="en-US" sz="800" kern="1200">
                          <a:solidFill>
                            <a:schemeClr val="tx1"/>
                          </a:solidFill>
                          <a:latin typeface="+mn-lt"/>
                          <a:ea typeface="+mn-ea"/>
                          <a:cs typeface="+mn-cs"/>
                        </a:rPr>
                        <a:t>절차</a:t>
                      </a:r>
                      <a:r>
                        <a:rPr lang="en-US" altLang="ko-KR" sz="800" kern="1200">
                          <a:solidFill>
                            <a:schemeClr val="tx1"/>
                          </a:solidFill>
                          <a:latin typeface="+mn-lt"/>
                          <a:ea typeface="+mn-ea"/>
                          <a:cs typeface="+mn-cs"/>
                        </a:rPr>
                        <a:t>·</a:t>
                      </a:r>
                      <a:r>
                        <a:rPr lang="ko-KR" altLang="en-US" sz="800" kern="1200">
                          <a:solidFill>
                            <a:schemeClr val="tx1"/>
                          </a:solidFill>
                          <a:latin typeface="+mn-lt"/>
                          <a:ea typeface="+mn-ea"/>
                          <a:cs typeface="+mn-cs"/>
                        </a:rPr>
                        <a:t>사례 중심으로 구성되어 있으며</a:t>
                      </a:r>
                      <a:r>
                        <a:rPr lang="en-US" altLang="ko-KR" sz="800" kern="1200">
                          <a:solidFill>
                            <a:schemeClr val="tx1"/>
                          </a:solidFill>
                          <a:latin typeface="+mn-lt"/>
                          <a:ea typeface="+mn-ea"/>
                          <a:cs typeface="+mn-cs"/>
                        </a:rPr>
                        <a:t>, </a:t>
                      </a:r>
                      <a:r>
                        <a:rPr lang="ko-KR" altLang="en-US" sz="800" kern="1200">
                          <a:solidFill>
                            <a:schemeClr val="tx1"/>
                          </a:solidFill>
                          <a:latin typeface="+mn-lt"/>
                          <a:ea typeface="+mn-ea"/>
                          <a:cs typeface="+mn-cs"/>
                        </a:rPr>
                        <a:t>온라인 학습 방식으로 학습목표를 달성할 수 있는 정도</a:t>
                      </a:r>
                      <a:br>
                        <a:rPr lang="ko-KR" altLang="en-US" sz="800" kern="1200">
                          <a:solidFill>
                            <a:schemeClr val="tx1"/>
                          </a:solidFill>
                          <a:latin typeface="+mn-lt"/>
                          <a:ea typeface="+mn-ea"/>
                          <a:cs typeface="+mn-cs"/>
                        </a:rPr>
                      </a:br>
                      <a:r>
                        <a:rPr lang="en-US" altLang="ko-KR" sz="800" kern="1200">
                          <a:solidFill>
                            <a:schemeClr val="tx1"/>
                          </a:solidFill>
                          <a:latin typeface="+mn-lt"/>
                          <a:ea typeface="+mn-ea"/>
                          <a:cs typeface="+mn-cs"/>
                        </a:rPr>
                        <a:t>(</a:t>
                      </a:r>
                      <a:r>
                        <a:rPr lang="ko-KR" altLang="en-US" sz="800" kern="1200">
                          <a:solidFill>
                            <a:schemeClr val="tx1"/>
                          </a:solidFill>
                          <a:latin typeface="+mn-lt"/>
                          <a:ea typeface="+mn-ea"/>
                          <a:cs typeface="+mn-cs"/>
                        </a:rPr>
                        <a:t>필요 시 혼합훈련</a:t>
                      </a:r>
                      <a:r>
                        <a:rPr lang="en-US" altLang="ko-KR" sz="800" kern="1200">
                          <a:solidFill>
                            <a:schemeClr val="tx1"/>
                          </a:solidFill>
                          <a:latin typeface="+mn-lt"/>
                          <a:ea typeface="+mn-ea"/>
                          <a:cs typeface="+mn-cs"/>
                        </a:rPr>
                        <a:t>(</a:t>
                      </a:r>
                      <a:r>
                        <a:rPr lang="ko-KR" altLang="en-US" sz="800" kern="1200" err="1">
                          <a:solidFill>
                            <a:schemeClr val="tx1"/>
                          </a:solidFill>
                          <a:latin typeface="+mn-lt"/>
                          <a:ea typeface="+mn-ea"/>
                          <a:cs typeface="+mn-cs"/>
                        </a:rPr>
                        <a:t>블렌디드</a:t>
                      </a:r>
                      <a:r>
                        <a:rPr lang="en-US" altLang="ko-KR" sz="800" kern="1200">
                          <a:solidFill>
                            <a:schemeClr val="tx1"/>
                          </a:solidFill>
                          <a:latin typeface="+mn-lt"/>
                          <a:ea typeface="+mn-ea"/>
                          <a:cs typeface="+mn-cs"/>
                        </a:rPr>
                        <a:t>) </a:t>
                      </a:r>
                      <a:r>
                        <a:rPr lang="ko-KR" altLang="en-US" sz="800" kern="1200">
                          <a:solidFill>
                            <a:schemeClr val="tx1"/>
                          </a:solidFill>
                          <a:latin typeface="+mn-lt"/>
                          <a:ea typeface="+mn-ea"/>
                          <a:cs typeface="+mn-cs"/>
                        </a:rPr>
                        <a:t>방식으로도 운영 가능함</a:t>
                      </a:r>
                      <a:r>
                        <a:rPr lang="en-US" altLang="ko-KR" sz="800" kern="1200">
                          <a:solidFill>
                            <a:schemeClr val="tx1"/>
                          </a:solidFill>
                          <a:latin typeface="+mn-lt"/>
                          <a:ea typeface="+mn-ea"/>
                          <a:cs typeface="+mn-cs"/>
                        </a:rPr>
                        <a:t>)</a:t>
                      </a:r>
                      <a:endParaRPr lang="ko-KR" altLang="en-US" sz="800" kern="1200">
                        <a:solidFill>
                          <a:schemeClr val="tx1"/>
                        </a:solidFill>
                        <a:latin typeface="+mn-lt"/>
                        <a:ea typeface="+mn-ea"/>
                        <a:cs typeface="+mn-cs"/>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indent="0" algn="just" fontAlgn="base" latinLnBrk="0">
                        <a:lnSpc>
                          <a:spcPct val="100000"/>
                        </a:lnSpc>
                        <a:spcBef>
                          <a:spcPts val="300"/>
                        </a:spcBef>
                        <a:spcAft>
                          <a:spcPts val="300"/>
                        </a:spcAft>
                        <a:buNone/>
                      </a:pPr>
                      <a:endParaRPr lang="ko-KR" altLang="en-US" sz="800" kern="1200">
                        <a:solidFill>
                          <a:schemeClr val="tx1"/>
                        </a:solidFill>
                        <a:latin typeface="+mn-lt"/>
                        <a:ea typeface="+mn-ea"/>
                        <a:cs typeface="+mn-cs"/>
                      </a:endParaRPr>
                    </a:p>
                  </a:txBody>
                  <a:tcPr marL="20329" marR="20329" marT="5620" marB="562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418785"/>
                  </a:ext>
                </a:extLst>
              </a:tr>
              <a:tr h="220696">
                <a:tc vMerge="1">
                  <a:txBody>
                    <a:bodyPr/>
                    <a:lstStyle/>
                    <a:p>
                      <a:pPr latinLnBrk="1"/>
                      <a:endParaRPr lang="ko-KR" altLang="en-US"/>
                    </a:p>
                  </a:txBody>
                  <a:tcPr/>
                </a:tc>
                <a:tc>
                  <a:txBody>
                    <a:bodyPr/>
                    <a:lstStyle/>
                    <a:p>
                      <a:pPr algn="ctr" fontAlgn="ctr" latinLnBrk="0">
                        <a:buNone/>
                      </a:pPr>
                      <a:r>
                        <a:rPr lang="en-US" sz="1000" b="0" i="0" u="none" strike="noStrike">
                          <a:solidFill>
                            <a:srgbClr val="000000"/>
                          </a:solidFill>
                          <a:effectLst/>
                          <a:latin typeface="a고딕14" panose="02020600000000000000" pitchFamily="18" charset="-127"/>
                          <a:ea typeface="a고딕14" panose="02020600000000000000" pitchFamily="18" charset="-127"/>
                        </a:rPr>
                        <a:t>3</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buNone/>
                      </a:pPr>
                      <a:r>
                        <a:rPr lang="ko-KR" altLang="en-US" sz="1000" kern="0" spc="0">
                          <a:solidFill>
                            <a:srgbClr val="000000"/>
                          </a:solidFill>
                          <a:effectLst/>
                          <a:latin typeface="+mj-ea"/>
                          <a:ea typeface="+mj-ea"/>
                        </a:rPr>
                        <a:t>자기주도 학습 적합성</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fontAlgn="base" latinLnBrk="0">
                        <a:lnSpc>
                          <a:spcPct val="100000"/>
                        </a:lnSpc>
                        <a:spcBef>
                          <a:spcPts val="300"/>
                        </a:spcBef>
                        <a:spcAft>
                          <a:spcPts val="300"/>
                        </a:spcAft>
                        <a:buNone/>
                      </a:pPr>
                      <a:r>
                        <a:rPr lang="ko-KR" altLang="en-US" sz="800" kern="1200">
                          <a:solidFill>
                            <a:schemeClr val="tx1"/>
                          </a:solidFill>
                          <a:latin typeface="+mn-lt"/>
                          <a:ea typeface="+mn-ea"/>
                          <a:cs typeface="+mn-cs"/>
                        </a:rPr>
                        <a:t>학습자가 개인 진도와 속도를 스스로 조절하며 반복 학습을 수행하고</a:t>
                      </a:r>
                      <a:r>
                        <a:rPr lang="en-US" altLang="ko-KR" sz="800" kern="1200">
                          <a:solidFill>
                            <a:schemeClr val="tx1"/>
                          </a:solidFill>
                          <a:latin typeface="+mn-lt"/>
                          <a:ea typeface="+mn-ea"/>
                          <a:cs typeface="+mn-cs"/>
                        </a:rPr>
                        <a:t>, </a:t>
                      </a:r>
                      <a:r>
                        <a:rPr lang="ko-KR" altLang="en-US" sz="800" kern="1200" err="1">
                          <a:solidFill>
                            <a:schemeClr val="tx1"/>
                          </a:solidFill>
                          <a:latin typeface="+mn-lt"/>
                          <a:ea typeface="+mn-ea"/>
                          <a:cs typeface="+mn-cs"/>
                        </a:rPr>
                        <a:t>교수자</a:t>
                      </a:r>
                      <a:r>
                        <a:rPr lang="ko-KR" altLang="en-US" sz="800" kern="1200">
                          <a:solidFill>
                            <a:schemeClr val="tx1"/>
                          </a:solidFill>
                          <a:latin typeface="+mn-lt"/>
                          <a:ea typeface="+mn-ea"/>
                          <a:cs typeface="+mn-cs"/>
                        </a:rPr>
                        <a:t> 개입 없이 학습 내용을 이해</a:t>
                      </a:r>
                      <a:r>
                        <a:rPr lang="en-US" altLang="ko-KR" sz="800" kern="1200">
                          <a:solidFill>
                            <a:schemeClr val="tx1"/>
                          </a:solidFill>
                          <a:latin typeface="+mn-lt"/>
                          <a:ea typeface="+mn-ea"/>
                          <a:cs typeface="+mn-cs"/>
                        </a:rPr>
                        <a:t>·</a:t>
                      </a:r>
                      <a:r>
                        <a:rPr lang="ko-KR" altLang="en-US" sz="800" kern="1200">
                          <a:solidFill>
                            <a:schemeClr val="tx1"/>
                          </a:solidFill>
                          <a:latin typeface="+mn-lt"/>
                          <a:ea typeface="+mn-ea"/>
                          <a:cs typeface="+mn-cs"/>
                        </a:rPr>
                        <a:t>숙지하여 학습 성과를 관리</a:t>
                      </a:r>
                      <a:r>
                        <a:rPr lang="en-US" altLang="ko-KR" sz="800" kern="1200">
                          <a:solidFill>
                            <a:schemeClr val="tx1"/>
                          </a:solidFill>
                          <a:latin typeface="+mn-lt"/>
                          <a:ea typeface="+mn-ea"/>
                          <a:cs typeface="+mn-cs"/>
                        </a:rPr>
                        <a:t>·</a:t>
                      </a:r>
                      <a:r>
                        <a:rPr lang="ko-KR" altLang="en-US" sz="800" kern="1200">
                          <a:solidFill>
                            <a:schemeClr val="tx1"/>
                          </a:solidFill>
                          <a:latin typeface="+mn-lt"/>
                          <a:ea typeface="+mn-ea"/>
                          <a:cs typeface="+mn-cs"/>
                        </a:rPr>
                        <a:t>향상시킬 수 있는 정도</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indent="0" algn="just" fontAlgn="base" latinLnBrk="0">
                        <a:lnSpc>
                          <a:spcPct val="100000"/>
                        </a:lnSpc>
                        <a:spcBef>
                          <a:spcPts val="300"/>
                        </a:spcBef>
                        <a:spcAft>
                          <a:spcPts val="300"/>
                        </a:spcAft>
                        <a:buNone/>
                      </a:pPr>
                      <a:endParaRPr lang="ko-KR" altLang="en-US" sz="800" kern="1200">
                        <a:solidFill>
                          <a:schemeClr val="tx1"/>
                        </a:solidFill>
                        <a:latin typeface="+mn-lt"/>
                        <a:ea typeface="+mn-ea"/>
                        <a:cs typeface="+mn-cs"/>
                      </a:endParaRPr>
                    </a:p>
                  </a:txBody>
                  <a:tcPr marL="20329" marR="20329" marT="5620" marB="562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9265047"/>
                  </a:ext>
                </a:extLst>
              </a:tr>
              <a:tr h="196184">
                <a:tc rowSpan="3">
                  <a:txBody>
                    <a:bodyPr/>
                    <a:lstStyle/>
                    <a:p>
                      <a:pPr algn="ctr" fontAlgn="ctr" latinLnBrk="0">
                        <a:buNone/>
                      </a:pPr>
                      <a:r>
                        <a:rPr lang="en-US" altLang="ko-KR" sz="1000" b="1" i="0" u="none" strike="noStrike">
                          <a:solidFill>
                            <a:srgbClr val="000000"/>
                          </a:solidFill>
                          <a:effectLst/>
                          <a:latin typeface="a고딕14" panose="02020600000000000000" pitchFamily="18" charset="-127"/>
                          <a:ea typeface="a고딕14" panose="02020600000000000000" pitchFamily="18" charset="-127"/>
                        </a:rPr>
                        <a:t>AI </a:t>
                      </a:r>
                    </a:p>
                    <a:p>
                      <a:pPr algn="ctr" fontAlgn="ctr" latinLnBrk="0">
                        <a:buNone/>
                      </a:pPr>
                      <a:r>
                        <a:rPr lang="ko-KR" altLang="en-US" sz="1000" b="1" i="0" u="none" strike="noStrike">
                          <a:solidFill>
                            <a:srgbClr val="000000"/>
                          </a:solidFill>
                          <a:effectLst/>
                          <a:latin typeface="a고딕14" panose="02020600000000000000" pitchFamily="18" charset="-127"/>
                          <a:ea typeface="a고딕14" panose="02020600000000000000" pitchFamily="18" charset="-127"/>
                        </a:rPr>
                        <a:t>융합</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fontAlgn="ctr" latinLnBrk="0">
                        <a:buNone/>
                      </a:pPr>
                      <a:r>
                        <a:rPr lang="en-US" sz="1000" b="1" i="0" u="none" strike="noStrike">
                          <a:solidFill>
                            <a:srgbClr val="000000"/>
                          </a:solidFill>
                          <a:effectLst/>
                          <a:latin typeface="a고딕14" panose="02020600000000000000" pitchFamily="18" charset="-127"/>
                          <a:ea typeface="a고딕14" panose="02020600000000000000" pitchFamily="18" charset="-127"/>
                        </a:rPr>
                        <a:t>1</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fontAlgn="ctr" latinLnBrk="0">
                        <a:buNone/>
                      </a:pPr>
                      <a:r>
                        <a:rPr lang="en-US" altLang="ko-KR" sz="1000" b="1" i="0" u="none" strike="noStrike" spc="-150">
                          <a:solidFill>
                            <a:srgbClr val="000000"/>
                          </a:solidFill>
                          <a:effectLst/>
                          <a:latin typeface="a고딕14" panose="02020600000000000000" pitchFamily="18" charset="-127"/>
                          <a:ea typeface="a고딕14" panose="02020600000000000000" pitchFamily="18" charset="-127"/>
                        </a:rPr>
                        <a:t>AI </a:t>
                      </a:r>
                      <a:r>
                        <a:rPr lang="ko-KR" altLang="en-US" sz="1000" b="1" i="0" u="none" strike="noStrike" spc="-150">
                          <a:solidFill>
                            <a:srgbClr val="000000"/>
                          </a:solidFill>
                          <a:effectLst/>
                          <a:latin typeface="a고딕14" panose="02020600000000000000" pitchFamily="18" charset="-127"/>
                          <a:ea typeface="a고딕14" panose="02020600000000000000" pitchFamily="18" charset="-127"/>
                        </a:rPr>
                        <a:t>도구</a:t>
                      </a:r>
                      <a:r>
                        <a:rPr lang="en-US" altLang="ko-KR" sz="1000" b="1" i="0" u="none" strike="noStrike" spc="-150">
                          <a:solidFill>
                            <a:srgbClr val="000000"/>
                          </a:solidFill>
                          <a:effectLst/>
                          <a:latin typeface="a고딕14" panose="02020600000000000000" pitchFamily="18" charset="-127"/>
                          <a:ea typeface="a고딕14" panose="02020600000000000000" pitchFamily="18" charset="-127"/>
                        </a:rPr>
                        <a:t>·</a:t>
                      </a:r>
                      <a:r>
                        <a:rPr lang="ko-KR" altLang="en-US" sz="1000" b="1" i="0" u="none" strike="noStrike" spc="-150">
                          <a:solidFill>
                            <a:srgbClr val="000000"/>
                          </a:solidFill>
                          <a:effectLst/>
                          <a:latin typeface="a고딕14" panose="02020600000000000000" pitchFamily="18" charset="-127"/>
                          <a:ea typeface="a고딕14" panose="02020600000000000000" pitchFamily="18" charset="-127"/>
                        </a:rPr>
                        <a:t>기술</a:t>
                      </a:r>
                      <a:r>
                        <a:rPr lang="en-US" altLang="ko-KR" sz="1000" b="1" i="0" u="none" strike="noStrike" spc="-150">
                          <a:solidFill>
                            <a:srgbClr val="000000"/>
                          </a:solidFill>
                          <a:effectLst/>
                          <a:latin typeface="a고딕14" panose="02020600000000000000" pitchFamily="18" charset="-127"/>
                          <a:ea typeface="a고딕14" panose="02020600000000000000" pitchFamily="18" charset="-127"/>
                        </a:rPr>
                        <a:t> </a:t>
                      </a:r>
                      <a:r>
                        <a:rPr lang="ko-KR" altLang="en-US" sz="1000" b="1" i="0" u="none" strike="noStrike" spc="-150">
                          <a:solidFill>
                            <a:srgbClr val="000000"/>
                          </a:solidFill>
                          <a:effectLst/>
                          <a:latin typeface="a고딕14" panose="02020600000000000000" pitchFamily="18" charset="-127"/>
                          <a:ea typeface="a고딕14" panose="02020600000000000000" pitchFamily="18" charset="-127"/>
                        </a:rPr>
                        <a:t>활용 가능성</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just" fontAlgn="ctr" latinLnBrk="0">
                        <a:buNone/>
                      </a:pPr>
                      <a:r>
                        <a:rPr lang="ko-KR" altLang="ko-KR" sz="800" kern="1200">
                          <a:solidFill>
                            <a:schemeClr val="tx1"/>
                          </a:solidFill>
                          <a:latin typeface="+mn-lt"/>
                          <a:ea typeface="+mn-ea"/>
                          <a:cs typeface="+mn-cs"/>
                        </a:rPr>
                        <a:t>해당 능력단위 직무에 생성형 AI · 데이터 분석 · 업무 자동화 · OCR · 예측 모델 등 AI </a:t>
                      </a:r>
                      <a:r>
                        <a:rPr lang="ko-KR" altLang="ko-KR" sz="800" kern="1200" err="1">
                          <a:solidFill>
                            <a:schemeClr val="tx1"/>
                          </a:solidFill>
                          <a:latin typeface="+mn-lt"/>
                          <a:ea typeface="+mn-ea"/>
                          <a:cs typeface="+mn-cs"/>
                        </a:rPr>
                        <a:t>도구·기술을</a:t>
                      </a:r>
                      <a:r>
                        <a:rPr lang="ko-KR" altLang="ko-KR" sz="800" kern="1200">
                          <a:solidFill>
                            <a:schemeClr val="tx1"/>
                          </a:solidFill>
                          <a:latin typeface="+mn-lt"/>
                          <a:ea typeface="+mn-ea"/>
                          <a:cs typeface="+mn-cs"/>
                        </a:rPr>
                        <a:t> 활용할 수 있는 정도</a:t>
                      </a:r>
                      <a:endParaRPr lang="ko-KR" altLang="en-US" sz="800" kern="1200">
                        <a:solidFill>
                          <a:schemeClr val="tx1"/>
                        </a:solidFill>
                        <a:latin typeface="+mn-lt"/>
                        <a:ea typeface="+mn-ea"/>
                        <a:cs typeface="+mn-cs"/>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vMerge="1">
                  <a:txBody>
                    <a:bodyPr/>
                    <a:lstStyle/>
                    <a:p>
                      <a:pPr algn="just" fontAlgn="ctr" latinLnBrk="0">
                        <a:buNone/>
                      </a:pPr>
                      <a:endParaRPr lang="ko-KR" altLang="en-US" sz="800" kern="1200">
                        <a:solidFill>
                          <a:schemeClr val="tx1"/>
                        </a:solidFill>
                        <a:latin typeface="+mn-lt"/>
                        <a:ea typeface="+mn-ea"/>
                        <a:cs typeface="+mn-cs"/>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extLst>
                  <a:ext uri="{0D108BD9-81ED-4DB2-BD59-A6C34878D82A}">
                    <a16:rowId xmlns:a16="http://schemas.microsoft.com/office/drawing/2014/main" val="3863319566"/>
                  </a:ext>
                </a:extLst>
              </a:tr>
              <a:tr h="196184">
                <a:tc vMerge="1">
                  <a:txBody>
                    <a:bodyPr/>
                    <a:lstStyle/>
                    <a:p>
                      <a:pPr algn="ctr" fontAlgn="ctr" latinLnBrk="0">
                        <a:buNone/>
                      </a:pPr>
                      <a:endParaRPr lang="ko-KR" altLang="en-US" sz="1000" b="0" i="0" u="none" strike="noStrike">
                        <a:solidFill>
                          <a:srgbClr val="000000"/>
                        </a:solidFill>
                        <a:effectLst/>
                        <a:latin typeface="a고딕14" panose="02020600000000000000" pitchFamily="18" charset="-127"/>
                        <a:ea typeface="a고딕14" panose="02020600000000000000" pitchFamily="18" charset="-127"/>
                      </a:endParaRPr>
                    </a:p>
                  </a:txBody>
                  <a:tcPr marL="36000" marR="36000" marT="18000" marB="1800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sz="1000" b="1" i="0" u="none" strike="noStrike">
                          <a:solidFill>
                            <a:srgbClr val="000000"/>
                          </a:solidFill>
                          <a:effectLst/>
                          <a:latin typeface="a고딕14" panose="02020600000000000000" pitchFamily="18" charset="-127"/>
                          <a:ea typeface="a고딕14" panose="02020600000000000000" pitchFamily="18" charset="-127"/>
                        </a:rPr>
                        <a:t>2</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fontAlgn="ctr" latinLnBrk="0">
                        <a:buNone/>
                      </a:pPr>
                      <a:r>
                        <a:rPr lang="ko-KR" altLang="en-US" sz="1000" b="1" i="0" u="none" strike="noStrike" spc="-150">
                          <a:solidFill>
                            <a:srgbClr val="000000"/>
                          </a:solidFill>
                          <a:effectLst/>
                          <a:latin typeface="a고딕14" panose="02020600000000000000" pitchFamily="18" charset="-127"/>
                          <a:ea typeface="a고딕14" panose="02020600000000000000" pitchFamily="18" charset="-127"/>
                        </a:rPr>
                        <a:t>데이터 기반 학습 적합성</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just" fontAlgn="ctr" latinLnBrk="0">
                        <a:buNone/>
                      </a:pPr>
                      <a:r>
                        <a:rPr lang="ko-KR" altLang="ko-KR" sz="800" kern="1200">
                          <a:solidFill>
                            <a:schemeClr val="tx1"/>
                          </a:solidFill>
                          <a:latin typeface="+mn-lt"/>
                          <a:ea typeface="+mn-ea"/>
                          <a:cs typeface="+mn-cs"/>
                        </a:rPr>
                        <a:t>AI 학습용 데이터(실무 </a:t>
                      </a:r>
                      <a:r>
                        <a:rPr lang="ko-KR" altLang="ko-KR" sz="800" kern="1200" err="1">
                          <a:solidFill>
                            <a:schemeClr val="tx1"/>
                          </a:solidFill>
                          <a:latin typeface="+mn-lt"/>
                          <a:ea typeface="+mn-ea"/>
                          <a:cs typeface="+mn-cs"/>
                        </a:rPr>
                        <a:t>사례·통계·문서·이미지</a:t>
                      </a:r>
                      <a:r>
                        <a:rPr lang="ko-KR" altLang="ko-KR" sz="800" kern="1200">
                          <a:solidFill>
                            <a:schemeClr val="tx1"/>
                          </a:solidFill>
                          <a:latin typeface="+mn-lt"/>
                          <a:ea typeface="+mn-ea"/>
                          <a:cs typeface="+mn-cs"/>
                        </a:rPr>
                        <a:t> 등)와 학습 자료가 풍부하거나 확보 가능하며, AI 융합 학습 콘텐츠로 구성하기에 적합한 정도</a:t>
                      </a:r>
                      <a:endParaRPr lang="ko-KR" altLang="en-US" sz="800" kern="1200">
                        <a:solidFill>
                          <a:schemeClr val="tx1"/>
                        </a:solidFill>
                        <a:latin typeface="+mn-lt"/>
                        <a:ea typeface="+mn-ea"/>
                        <a:cs typeface="+mn-cs"/>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vMerge="1">
                  <a:txBody>
                    <a:bodyPr/>
                    <a:lstStyle/>
                    <a:p>
                      <a:pPr algn="just" fontAlgn="ctr" latinLnBrk="0">
                        <a:buNone/>
                      </a:pPr>
                      <a:endParaRPr lang="ko-KR" altLang="en-US" sz="800" kern="1200">
                        <a:solidFill>
                          <a:schemeClr val="tx1"/>
                        </a:solidFill>
                        <a:latin typeface="+mn-lt"/>
                        <a:ea typeface="+mn-ea"/>
                        <a:cs typeface="+mn-cs"/>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extLst>
                  <a:ext uri="{0D108BD9-81ED-4DB2-BD59-A6C34878D82A}">
                    <a16:rowId xmlns:a16="http://schemas.microsoft.com/office/drawing/2014/main" val="953956451"/>
                  </a:ext>
                </a:extLst>
              </a:tr>
              <a:tr h="196184">
                <a:tc vMerge="1">
                  <a:txBody>
                    <a:bodyPr/>
                    <a:lstStyle/>
                    <a:p>
                      <a:pPr algn="ctr" fontAlgn="ctr" latinLnBrk="0">
                        <a:buNone/>
                      </a:pPr>
                      <a:endParaRPr lang="ko-KR" altLang="en-US" sz="1000" b="0" i="0" u="none" strike="noStrike">
                        <a:solidFill>
                          <a:srgbClr val="000000"/>
                        </a:solidFill>
                        <a:effectLst/>
                        <a:latin typeface="a고딕14" panose="02020600000000000000" pitchFamily="18" charset="-127"/>
                        <a:ea typeface="a고딕14" panose="02020600000000000000" pitchFamily="18" charset="-127"/>
                      </a:endParaRPr>
                    </a:p>
                  </a:txBody>
                  <a:tcPr marL="36000" marR="36000" marT="18000" marB="1800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buNone/>
                      </a:pPr>
                      <a:r>
                        <a:rPr lang="en-US" sz="1000" b="1" i="0" u="none" strike="noStrike">
                          <a:solidFill>
                            <a:srgbClr val="000000"/>
                          </a:solidFill>
                          <a:effectLst/>
                          <a:latin typeface="a고딕14" panose="02020600000000000000" pitchFamily="18" charset="-127"/>
                          <a:ea typeface="a고딕14" panose="02020600000000000000" pitchFamily="18" charset="-127"/>
                        </a:rPr>
                        <a:t>3</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fontAlgn="ctr" latinLnBrk="0">
                        <a:buNone/>
                      </a:pPr>
                      <a:r>
                        <a:rPr lang="en-US" altLang="ko-KR" sz="1000" b="1" i="0" u="none" strike="noStrike" spc="-150">
                          <a:solidFill>
                            <a:srgbClr val="000000"/>
                          </a:solidFill>
                          <a:effectLst/>
                          <a:latin typeface="a고딕14" panose="02020600000000000000" pitchFamily="18" charset="-127"/>
                          <a:ea typeface="a고딕14" panose="02020600000000000000" pitchFamily="18" charset="-127"/>
                        </a:rPr>
                        <a:t>AI </a:t>
                      </a:r>
                      <a:r>
                        <a:rPr lang="ko-KR" altLang="en-US" sz="1000" b="1" i="0" u="none" strike="noStrike" spc="-150">
                          <a:solidFill>
                            <a:srgbClr val="000000"/>
                          </a:solidFill>
                          <a:effectLst/>
                          <a:latin typeface="a고딕14" panose="02020600000000000000" pitchFamily="18" charset="-127"/>
                          <a:ea typeface="a고딕14" panose="02020600000000000000" pitchFamily="18" charset="-127"/>
                        </a:rPr>
                        <a:t>융합 직무 변화 시급성</a:t>
                      </a: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just" fontAlgn="ctr" latinLnBrk="0">
                        <a:buNone/>
                      </a:pPr>
                      <a:r>
                        <a:rPr lang="ko-KR" altLang="ko-KR" sz="800" kern="1200" err="1">
                          <a:solidFill>
                            <a:schemeClr val="tx1"/>
                          </a:solidFill>
                          <a:latin typeface="+mn-lt"/>
                          <a:ea typeface="+mn-ea"/>
                          <a:cs typeface="+mn-cs"/>
                        </a:rPr>
                        <a:t>산업·기술</a:t>
                      </a:r>
                      <a:r>
                        <a:rPr lang="ko-KR" altLang="ko-KR" sz="800" kern="1200">
                          <a:solidFill>
                            <a:schemeClr val="tx1"/>
                          </a:solidFill>
                          <a:latin typeface="+mn-lt"/>
                          <a:ea typeface="+mn-ea"/>
                          <a:cs typeface="+mn-cs"/>
                        </a:rPr>
                        <a:t> 변화(AX 전환 등)로 인해 해당 능력단위 직무에 AI 융합 역량이 시급하게 요구되는 정도</a:t>
                      </a:r>
                      <a:endParaRPr lang="ko-KR" altLang="en-US" sz="800" kern="1200">
                        <a:solidFill>
                          <a:schemeClr val="tx1"/>
                        </a:solidFill>
                        <a:latin typeface="+mn-lt"/>
                        <a:ea typeface="+mn-ea"/>
                        <a:cs typeface="+mn-cs"/>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vMerge="1">
                  <a:txBody>
                    <a:bodyPr/>
                    <a:lstStyle/>
                    <a:p>
                      <a:pPr algn="just" fontAlgn="ctr" latinLnBrk="0">
                        <a:buNone/>
                      </a:pPr>
                      <a:endParaRPr lang="ko-KR" altLang="en-US" sz="800" kern="1200">
                        <a:solidFill>
                          <a:schemeClr val="tx1"/>
                        </a:solidFill>
                        <a:latin typeface="+mn-lt"/>
                        <a:ea typeface="+mn-ea"/>
                        <a:cs typeface="+mn-cs"/>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extLst>
                  <a:ext uri="{0D108BD9-81ED-4DB2-BD59-A6C34878D82A}">
                    <a16:rowId xmlns:a16="http://schemas.microsoft.com/office/drawing/2014/main" val="2270495059"/>
                  </a:ext>
                </a:extLst>
              </a:tr>
            </a:tbl>
          </a:graphicData>
        </a:graphic>
      </p:graphicFrame>
      <p:grpSp>
        <p:nvGrpSpPr>
          <p:cNvPr id="30" name="그룹 29">
            <a:extLst>
              <a:ext uri="{FF2B5EF4-FFF2-40B4-BE49-F238E27FC236}">
                <a16:creationId xmlns:a16="http://schemas.microsoft.com/office/drawing/2014/main" id="{D77EEE0F-8920-AC67-4324-BCC5221646FC}"/>
              </a:ext>
            </a:extLst>
          </p:cNvPr>
          <p:cNvGrpSpPr/>
          <p:nvPr/>
        </p:nvGrpSpPr>
        <p:grpSpPr>
          <a:xfrm>
            <a:off x="864104" y="5840898"/>
            <a:ext cx="8397815" cy="522233"/>
            <a:chOff x="4467008" y="5510919"/>
            <a:chExt cx="4794911" cy="798401"/>
          </a:xfrm>
        </p:grpSpPr>
        <p:cxnSp>
          <p:nvCxnSpPr>
            <p:cNvPr id="25" name="직선 화살표 연결선 24">
              <a:extLst>
                <a:ext uri="{FF2B5EF4-FFF2-40B4-BE49-F238E27FC236}">
                  <a16:creationId xmlns:a16="http://schemas.microsoft.com/office/drawing/2014/main" id="{05E16DC0-35A0-0AD3-FF31-D4D7927521AA}"/>
                </a:ext>
              </a:extLst>
            </p:cNvPr>
            <p:cNvCxnSpPr>
              <a:stCxn id="26" idx="3"/>
              <a:endCxn id="28" idx="1"/>
            </p:cNvCxnSpPr>
            <p:nvPr/>
          </p:nvCxnSpPr>
          <p:spPr>
            <a:xfrm>
              <a:off x="5503331" y="5910120"/>
              <a:ext cx="2722265" cy="0"/>
            </a:xfrm>
            <a:prstGeom prst="straightConnector1">
              <a:avLst/>
            </a:prstGeom>
            <a:ln w="57150">
              <a:solidFill>
                <a:srgbClr val="212E55"/>
              </a:solidFill>
              <a:tailEnd type="triangle"/>
            </a:ln>
          </p:spPr>
          <p:style>
            <a:lnRef idx="1">
              <a:schemeClr val="accent1"/>
            </a:lnRef>
            <a:fillRef idx="0">
              <a:schemeClr val="accent1"/>
            </a:fillRef>
            <a:effectRef idx="0">
              <a:schemeClr val="accent1"/>
            </a:effectRef>
            <a:fontRef idx="minor">
              <a:schemeClr val="tx1"/>
            </a:fontRef>
          </p:style>
        </p:cxnSp>
        <p:sp>
          <p:nvSpPr>
            <p:cNvPr id="26" name="모서리가 둥근 직사각형 28">
              <a:extLst>
                <a:ext uri="{FF2B5EF4-FFF2-40B4-BE49-F238E27FC236}">
                  <a16:creationId xmlns:a16="http://schemas.microsoft.com/office/drawing/2014/main" id="{E1AE8A3F-E105-4F58-F8AF-AAA4FED6463A}"/>
                </a:ext>
              </a:extLst>
            </p:cNvPr>
            <p:cNvSpPr/>
            <p:nvPr/>
          </p:nvSpPr>
          <p:spPr>
            <a:xfrm>
              <a:off x="4467008" y="5510919"/>
              <a:ext cx="1036323" cy="798401"/>
            </a:xfrm>
            <a:prstGeom prst="roundRect">
              <a:avLst/>
            </a:prstGeom>
            <a:solidFill>
              <a:srgbClr val="DCF1F9"/>
            </a:solidFill>
          </p:spPr>
          <p:txBody>
            <a:bodyPr wrap="square" tIns="36000" bIns="36000" anchor="ctr">
              <a:noAutofit/>
            </a:bodyPr>
            <a:lstStyle/>
            <a:p>
              <a:pPr>
                <a:buNone/>
              </a:pPr>
              <a:r>
                <a:rPr lang="en-US" altLang="ko-KR">
                  <a:latin typeface="a고딕14" panose="02020600000000000000" pitchFamily="18" charset="-127"/>
                  <a:ea typeface="a고딕14" panose="02020600000000000000" pitchFamily="18" charset="-127"/>
                </a:rPr>
                <a:t>AI </a:t>
              </a:r>
              <a:r>
                <a:rPr lang="ko-KR" altLang="en-US">
                  <a:latin typeface="a고딕14" panose="02020600000000000000" pitchFamily="18" charset="-127"/>
                  <a:ea typeface="a고딕14" panose="02020600000000000000" pitchFamily="18" charset="-127"/>
                </a:rPr>
                <a:t>프롬프트 </a:t>
              </a:r>
              <a:endParaRPr lang="en-US" altLang="ko-KR">
                <a:latin typeface="a고딕14" panose="02020600000000000000" pitchFamily="18" charset="-127"/>
                <a:ea typeface="a고딕14" panose="02020600000000000000" pitchFamily="18" charset="-127"/>
              </a:endParaRPr>
            </a:p>
            <a:p>
              <a:pPr>
                <a:buNone/>
              </a:pPr>
              <a:r>
                <a:rPr lang="ko-KR" altLang="en-US">
                  <a:latin typeface="a고딕14" panose="02020600000000000000" pitchFamily="18" charset="-127"/>
                  <a:ea typeface="a고딕14" panose="02020600000000000000" pitchFamily="18" charset="-127"/>
                </a:rPr>
                <a:t>개발</a:t>
              </a:r>
              <a:endParaRPr lang="en-US" altLang="ko-KR">
                <a:latin typeface="a고딕14" panose="02020600000000000000" pitchFamily="18" charset="-127"/>
                <a:ea typeface="a고딕14" panose="02020600000000000000" pitchFamily="18" charset="-127"/>
              </a:endParaRPr>
            </a:p>
          </p:txBody>
        </p:sp>
        <p:sp>
          <p:nvSpPr>
            <p:cNvPr id="27" name="모서리가 둥근 직사각형 28">
              <a:extLst>
                <a:ext uri="{FF2B5EF4-FFF2-40B4-BE49-F238E27FC236}">
                  <a16:creationId xmlns:a16="http://schemas.microsoft.com/office/drawing/2014/main" id="{487D6CC9-1966-E367-6D67-6C4E1A6E3A18}"/>
                </a:ext>
              </a:extLst>
            </p:cNvPr>
            <p:cNvSpPr/>
            <p:nvPr/>
          </p:nvSpPr>
          <p:spPr>
            <a:xfrm>
              <a:off x="5719871" y="5510919"/>
              <a:ext cx="1036323" cy="798401"/>
            </a:xfrm>
            <a:prstGeom prst="roundRect">
              <a:avLst/>
            </a:prstGeom>
            <a:solidFill>
              <a:srgbClr val="82B5DE"/>
            </a:solidFill>
          </p:spPr>
          <p:txBody>
            <a:bodyPr wrap="square" tIns="36000" bIns="36000" anchor="ctr">
              <a:noAutofit/>
            </a:bodyPr>
            <a:lstStyle/>
            <a:p>
              <a:pPr>
                <a:buNone/>
              </a:pPr>
              <a:r>
                <a:rPr lang="en-US" altLang="ko-KR">
                  <a:solidFill>
                    <a:schemeClr val="bg1"/>
                  </a:solidFill>
                  <a:latin typeface="a고딕14" panose="02020600000000000000" pitchFamily="18" charset="-127"/>
                  <a:ea typeface="a고딕14" panose="02020600000000000000" pitchFamily="18" charset="-127"/>
                </a:rPr>
                <a:t>AI</a:t>
              </a:r>
              <a:r>
                <a:rPr lang="ko-KR" altLang="en-US">
                  <a:solidFill>
                    <a:schemeClr val="bg1"/>
                  </a:solidFill>
                  <a:latin typeface="a고딕14" panose="02020600000000000000" pitchFamily="18" charset="-127"/>
                  <a:ea typeface="a고딕14" panose="02020600000000000000" pitchFamily="18" charset="-127"/>
                </a:rPr>
                <a:t> 프롬프트 </a:t>
              </a:r>
              <a:endParaRPr lang="en-US" altLang="ko-KR">
                <a:solidFill>
                  <a:schemeClr val="bg1"/>
                </a:solidFill>
                <a:latin typeface="a고딕14" panose="02020600000000000000" pitchFamily="18" charset="-127"/>
                <a:ea typeface="a고딕14" panose="02020600000000000000" pitchFamily="18" charset="-127"/>
              </a:endParaRPr>
            </a:p>
            <a:p>
              <a:pPr>
                <a:buNone/>
              </a:pPr>
              <a:r>
                <a:rPr lang="ko-KR" altLang="en-US">
                  <a:solidFill>
                    <a:schemeClr val="bg1"/>
                  </a:solidFill>
                  <a:latin typeface="a고딕14" panose="02020600000000000000" pitchFamily="18" charset="-127"/>
                  <a:ea typeface="a고딕14" panose="02020600000000000000" pitchFamily="18" charset="-127"/>
                </a:rPr>
                <a:t>검증</a:t>
              </a:r>
              <a:endParaRPr lang="en-US" altLang="ko-KR">
                <a:solidFill>
                  <a:schemeClr val="bg1"/>
                </a:solidFill>
                <a:latin typeface="a고딕14" panose="02020600000000000000" pitchFamily="18" charset="-127"/>
                <a:ea typeface="a고딕14" panose="02020600000000000000" pitchFamily="18" charset="-127"/>
              </a:endParaRPr>
            </a:p>
          </p:txBody>
        </p:sp>
        <p:sp>
          <p:nvSpPr>
            <p:cNvPr id="28" name="모서리가 둥근 직사각형 28">
              <a:extLst>
                <a:ext uri="{FF2B5EF4-FFF2-40B4-BE49-F238E27FC236}">
                  <a16:creationId xmlns:a16="http://schemas.microsoft.com/office/drawing/2014/main" id="{454E47D8-19E6-5323-AFB3-E1F1C5700598}"/>
                </a:ext>
              </a:extLst>
            </p:cNvPr>
            <p:cNvSpPr/>
            <p:nvPr/>
          </p:nvSpPr>
          <p:spPr>
            <a:xfrm>
              <a:off x="8225596" y="5510919"/>
              <a:ext cx="1036323" cy="798401"/>
            </a:xfrm>
            <a:prstGeom prst="roundRect">
              <a:avLst/>
            </a:prstGeom>
            <a:solidFill>
              <a:srgbClr val="212E55"/>
            </a:solidFill>
          </p:spPr>
          <p:txBody>
            <a:bodyPr wrap="square" tIns="36000" bIns="36000" anchor="ctr">
              <a:noAutofit/>
            </a:bodyPr>
            <a:lstStyle/>
            <a:p>
              <a:pPr>
                <a:buNone/>
              </a:pPr>
              <a:r>
                <a:rPr lang="ko-KR" altLang="en-US">
                  <a:solidFill>
                    <a:schemeClr val="bg1"/>
                  </a:solidFill>
                  <a:latin typeface="a고딕14" panose="02020600000000000000" pitchFamily="18" charset="-127"/>
                  <a:ea typeface="a고딕14" panose="02020600000000000000" pitchFamily="18" charset="-127"/>
                </a:rPr>
                <a:t>전문가 결과 검토 및 보완</a:t>
              </a:r>
              <a:endParaRPr lang="en-US" altLang="ko-KR">
                <a:solidFill>
                  <a:schemeClr val="bg1"/>
                </a:solidFill>
                <a:latin typeface="a고딕14" panose="02020600000000000000" pitchFamily="18" charset="-127"/>
                <a:ea typeface="a고딕14" panose="02020600000000000000" pitchFamily="18" charset="-127"/>
              </a:endParaRPr>
            </a:p>
          </p:txBody>
        </p:sp>
        <p:sp>
          <p:nvSpPr>
            <p:cNvPr id="29" name="모서리가 둥근 직사각형 28">
              <a:extLst>
                <a:ext uri="{FF2B5EF4-FFF2-40B4-BE49-F238E27FC236}">
                  <a16:creationId xmlns:a16="http://schemas.microsoft.com/office/drawing/2014/main" id="{2E5BB0A3-65F8-40B3-5DC7-0D121FDF0C0A}"/>
                </a:ext>
              </a:extLst>
            </p:cNvPr>
            <p:cNvSpPr/>
            <p:nvPr/>
          </p:nvSpPr>
          <p:spPr>
            <a:xfrm>
              <a:off x="6972734" y="5510919"/>
              <a:ext cx="1036323" cy="798401"/>
            </a:xfrm>
            <a:prstGeom prst="roundRect">
              <a:avLst/>
            </a:prstGeom>
            <a:solidFill>
              <a:srgbClr val="3061A3"/>
            </a:solidFill>
          </p:spPr>
          <p:txBody>
            <a:bodyPr wrap="square" tIns="36000" bIns="36000" anchor="ctr">
              <a:noAutofit/>
            </a:bodyPr>
            <a:lstStyle/>
            <a:p>
              <a:pPr>
                <a:buNone/>
              </a:pPr>
              <a:r>
                <a:rPr lang="en-US" altLang="ko-KR">
                  <a:solidFill>
                    <a:schemeClr val="bg1"/>
                  </a:solidFill>
                  <a:latin typeface="a고딕14" panose="02020600000000000000" pitchFamily="18" charset="-127"/>
                  <a:ea typeface="a고딕14" panose="02020600000000000000" pitchFamily="18" charset="-127"/>
                </a:rPr>
                <a:t>AI</a:t>
              </a:r>
            </a:p>
            <a:p>
              <a:pPr>
                <a:buNone/>
              </a:pPr>
              <a:r>
                <a:rPr lang="ko-KR" altLang="en-US">
                  <a:solidFill>
                    <a:schemeClr val="bg1"/>
                  </a:solidFill>
                  <a:latin typeface="a고딕14" panose="02020600000000000000" pitchFamily="18" charset="-127"/>
                  <a:ea typeface="a고딕14" panose="02020600000000000000" pitchFamily="18" charset="-127"/>
                </a:rPr>
                <a:t>평가 실시</a:t>
              </a:r>
              <a:endParaRPr lang="en-US" altLang="ko-KR">
                <a:solidFill>
                  <a:schemeClr val="bg1"/>
                </a:solidFill>
                <a:latin typeface="a고딕14" panose="02020600000000000000" pitchFamily="18" charset="-127"/>
                <a:ea typeface="a고딕14" panose="02020600000000000000" pitchFamily="18" charset="-127"/>
              </a:endParaRPr>
            </a:p>
          </p:txBody>
        </p:sp>
      </p:grpSp>
      <p:sp>
        <p:nvSpPr>
          <p:cNvPr id="33" name="사각형: 둥근 모서리 32">
            <a:extLst>
              <a:ext uri="{FF2B5EF4-FFF2-40B4-BE49-F238E27FC236}">
                <a16:creationId xmlns:a16="http://schemas.microsoft.com/office/drawing/2014/main" id="{C34AD560-E6B3-BDED-5288-76F5A6DA5AE1}"/>
              </a:ext>
            </a:extLst>
          </p:cNvPr>
          <p:cNvSpPr/>
          <p:nvPr/>
        </p:nvSpPr>
        <p:spPr>
          <a:xfrm>
            <a:off x="618753" y="2031654"/>
            <a:ext cx="2268220" cy="322262"/>
          </a:xfrm>
          <a:prstGeom prst="roundRect">
            <a:avLst>
              <a:gd name="adj" fmla="val 0"/>
            </a:avLst>
          </a:prstGeom>
          <a:solidFill>
            <a:srgbClr val="212E55"/>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atinLnBrk="0">
              <a:buNone/>
            </a:pPr>
            <a:r>
              <a:rPr lang="ko-KR" altLang="en-US">
                <a:solidFill>
                  <a:schemeClr val="bg1"/>
                </a:solidFill>
                <a:latin typeface="+mj-ea"/>
                <a:ea typeface="+mj-ea"/>
              </a:rPr>
              <a:t>능력단위 적합성 평가 지표</a:t>
            </a:r>
          </a:p>
        </p:txBody>
      </p:sp>
      <p:sp>
        <p:nvSpPr>
          <p:cNvPr id="34" name="사각형: 둥근 모서리 33">
            <a:extLst>
              <a:ext uri="{FF2B5EF4-FFF2-40B4-BE49-F238E27FC236}">
                <a16:creationId xmlns:a16="http://schemas.microsoft.com/office/drawing/2014/main" id="{8163C5A9-C29F-02B6-0E54-EF7FDB8A8554}"/>
              </a:ext>
            </a:extLst>
          </p:cNvPr>
          <p:cNvSpPr/>
          <p:nvPr/>
        </p:nvSpPr>
        <p:spPr>
          <a:xfrm>
            <a:off x="618753" y="5393726"/>
            <a:ext cx="2268220" cy="322262"/>
          </a:xfrm>
          <a:prstGeom prst="roundRect">
            <a:avLst>
              <a:gd name="adj" fmla="val 0"/>
            </a:avLst>
          </a:prstGeom>
          <a:solidFill>
            <a:srgbClr val="212E55"/>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atinLnBrk="0">
              <a:buNone/>
            </a:pPr>
            <a:r>
              <a:rPr lang="ko-KR" altLang="en-US">
                <a:solidFill>
                  <a:schemeClr val="bg1"/>
                </a:solidFill>
                <a:latin typeface="+mj-ea"/>
                <a:ea typeface="+mj-ea"/>
              </a:rPr>
              <a:t>능력단위 적합성 평가 절차</a:t>
            </a:r>
          </a:p>
        </p:txBody>
      </p:sp>
    </p:spTree>
    <p:extLst>
      <p:ext uri="{BB962C8B-B14F-4D97-AF65-F5344CB8AC3E}">
        <p14:creationId xmlns:p14="http://schemas.microsoft.com/office/powerpoint/2010/main" val="34386902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C2FD3-B9C6-96A7-1045-B67F496D8457}"/>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1C629A5C-EE8A-F3C2-CE12-9298F3528912}"/>
              </a:ext>
            </a:extLst>
          </p:cNvPr>
          <p:cNvSpPr>
            <a:spLocks noGrp="1"/>
          </p:cNvSpPr>
          <p:nvPr>
            <p:ph type="body" sz="quarter" idx="12"/>
          </p:nvPr>
        </p:nvSpPr>
        <p:spPr/>
        <p:txBody>
          <a:bodyPr vert="horz" wrap="square" lIns="0" tIns="45720" rIns="0" bIns="0" rtlCol="0">
            <a:noAutofit/>
          </a:bodyPr>
          <a:lstStyle/>
          <a:p>
            <a:pPr latinLnBrk="0"/>
            <a:r>
              <a:rPr lang="ko-KR" altLang="en-US"/>
              <a:t>정해진 평가 절차에 따라 능력단위 적합성 평가는 </a:t>
            </a:r>
            <a:r>
              <a:rPr lang="en-US" altLang="ko-KR"/>
              <a:t>1</a:t>
            </a:r>
            <a:r>
              <a:rPr lang="ko-KR" altLang="en-US"/>
              <a:t>차로 생성형 </a:t>
            </a:r>
            <a:r>
              <a:rPr lang="en-US" altLang="ko-KR"/>
              <a:t>AI</a:t>
            </a:r>
            <a:r>
              <a:rPr lang="ko-KR" altLang="en-US"/>
              <a:t>를 활용하여 실시하고</a:t>
            </a:r>
            <a:r>
              <a:rPr lang="en-US" altLang="ko-KR"/>
              <a:t>, </a:t>
            </a:r>
          </a:p>
          <a:p>
            <a:pPr latinLnBrk="0"/>
            <a:r>
              <a:rPr lang="en-US" altLang="ko-KR"/>
              <a:t>2</a:t>
            </a:r>
            <a:r>
              <a:rPr lang="ko-KR" altLang="en-US"/>
              <a:t>차로 전문가 검토를 통해 평가 결과를 보완하여 능력단위 및 과목 유형을 확정할 계획임</a:t>
            </a:r>
            <a:r>
              <a:rPr lang="en-US" altLang="ko-KR"/>
              <a:t>.</a:t>
            </a:r>
            <a:endParaRPr lang="ko-KR" altLang="en-US"/>
          </a:p>
        </p:txBody>
      </p:sp>
      <p:sp>
        <p:nvSpPr>
          <p:cNvPr id="51" name="텍스트 개체 틀 4">
            <a:extLst>
              <a:ext uri="{FF2B5EF4-FFF2-40B4-BE49-F238E27FC236}">
                <a16:creationId xmlns:a16="http://schemas.microsoft.com/office/drawing/2014/main" id="{517B9CC5-CDAB-C086-E7C7-9E487C0F79D2}"/>
              </a:ext>
            </a:extLst>
          </p:cNvPr>
          <p:cNvSpPr txBox="1">
            <a:spLocks/>
          </p:cNvSpPr>
          <p:nvPr/>
        </p:nvSpPr>
        <p:spPr>
          <a:xfrm>
            <a:off x="7293260" y="138529"/>
            <a:ext cx="2052352" cy="446155"/>
          </a:xfrm>
          <a:prstGeom prst="rect">
            <a:avLst/>
          </a:prstGeom>
        </p:spPr>
        <p:txBody>
          <a:bodyPr vert="horz" wrap="none" lIns="0" tIns="0" rIns="0" bIns="0" rtlCol="0" anchor="ctr">
            <a:noAutofit/>
          </a:bodyPr>
          <a:lstStyle>
            <a:lvl1pPr marL="0" indent="0" algn="r" defTabSz="914400" rtl="0" eaLnBrk="1" latinLnBrk="1" hangingPunct="1">
              <a:spcBef>
                <a:spcPct val="20000"/>
              </a:spcBef>
              <a:buFontTx/>
              <a:buNone/>
              <a:defRPr lang="ko-KR" altLang="en-US" sz="1100" kern="1200" baseline="0" smtClean="0">
                <a:solidFill>
                  <a:schemeClr val="tx1">
                    <a:lumMod val="50000"/>
                    <a:lumOff val="50000"/>
                  </a:schemeClr>
                </a:solidFill>
                <a:latin typeface="a고딕14" panose="02020600000000000000" pitchFamily="18" charset="-127"/>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auto" latinLnBrk="0">
              <a:spcAft>
                <a:spcPts val="0"/>
              </a:spcAft>
            </a:pPr>
            <a:r>
              <a:rPr lang="en-US" altLang="ko-KR">
                <a:latin typeface="Arial Narrow" panose="020B0606020202030204" pitchFamily="34" charset="0"/>
              </a:rPr>
              <a:t>Ⅱ</a:t>
            </a:r>
            <a:r>
              <a:rPr lang="en-US" altLang="ko-KR">
                <a:latin typeface="+mn-ea"/>
              </a:rPr>
              <a:t>. </a:t>
            </a:r>
            <a:r>
              <a:rPr lang="ko-KR" altLang="en-US">
                <a:latin typeface="+mn-ea"/>
              </a:rPr>
              <a:t>제안 내용</a:t>
            </a:r>
          </a:p>
          <a:p>
            <a:pPr fontAlgn="auto" latinLnBrk="0">
              <a:spcAft>
                <a:spcPts val="0"/>
              </a:spcAft>
            </a:pPr>
            <a:r>
              <a:rPr lang="en-US" altLang="ko-KR">
                <a:latin typeface="+mn-ea"/>
              </a:rPr>
              <a:t>2. </a:t>
            </a:r>
            <a:r>
              <a:rPr lang="ko-KR" altLang="en-US">
                <a:latin typeface="+mn-ea"/>
              </a:rPr>
              <a:t>과업 수행계획 및 방법</a:t>
            </a:r>
          </a:p>
        </p:txBody>
      </p:sp>
      <p:sp>
        <p:nvSpPr>
          <p:cNvPr id="52" name="텍스트 개체 틀 87">
            <a:extLst>
              <a:ext uri="{FF2B5EF4-FFF2-40B4-BE49-F238E27FC236}">
                <a16:creationId xmlns:a16="http://schemas.microsoft.com/office/drawing/2014/main" id="{89733BAB-89AF-5161-086E-97D0107D0580}"/>
              </a:ext>
            </a:extLst>
          </p:cNvPr>
          <p:cNvSpPr txBox="1">
            <a:spLocks/>
          </p:cNvSpPr>
          <p:nvPr/>
        </p:nvSpPr>
        <p:spPr>
          <a:xfrm>
            <a:off x="616417" y="350957"/>
            <a:ext cx="3744911" cy="202170"/>
          </a:xfrm>
          <a:prstGeom prst="rect">
            <a:avLst/>
          </a:prstGeom>
          <a:solidFill>
            <a:srgbClr val="003F56"/>
          </a:solidFill>
        </p:spPr>
        <p:txBody>
          <a:bodyPr vert="horz" wrap="none" lIns="72000" tIns="0" rIns="0" bIns="0" rtlCol="0" anchor="ctr">
            <a:noAutofit/>
          </a:bodyPr>
          <a:lstStyle>
            <a:lvl1pPr marL="0" indent="0" algn="l" defTabSz="914400" rtl="0" eaLnBrk="1" latinLnBrk="1" hangingPunct="1">
              <a:spcBef>
                <a:spcPct val="20000"/>
              </a:spcBef>
              <a:buFontTx/>
              <a:buNone/>
              <a:defRPr lang="ko-KR" altLang="en-US" sz="1300" kern="1200" baseline="0" smtClean="0">
                <a:solidFill>
                  <a:srgbClr val="003F56"/>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r>
              <a:rPr lang="en-US" altLang="ko-KR" sz="1200">
                <a:solidFill>
                  <a:schemeClr val="bg1"/>
                </a:solidFill>
              </a:rPr>
              <a:t>Step6. NCS </a:t>
            </a:r>
            <a:r>
              <a:rPr lang="ko-KR" altLang="en-US" sz="1200">
                <a:solidFill>
                  <a:schemeClr val="bg1"/>
                </a:solidFill>
              </a:rPr>
              <a:t>능력단위 우선순위 검토 및 확정</a:t>
            </a:r>
          </a:p>
        </p:txBody>
      </p:sp>
      <p:sp>
        <p:nvSpPr>
          <p:cNvPr id="53" name="직사각형 52">
            <a:extLst>
              <a:ext uri="{FF2B5EF4-FFF2-40B4-BE49-F238E27FC236}">
                <a16:creationId xmlns:a16="http://schemas.microsoft.com/office/drawing/2014/main" id="{B3F03773-518C-5F77-1416-FFF2BA4DADD0}"/>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a:ln>
                  <a:noFill/>
                </a:ln>
                <a:solidFill>
                  <a:srgbClr val="003F56"/>
                </a:solidFill>
                <a:effectLst/>
                <a:uLnTx/>
                <a:uFillTx/>
                <a:latin typeface="a고딕14"/>
                <a:ea typeface="a고딕14"/>
                <a:cs typeface="+mn-cs"/>
              </a:rPr>
              <a:t>Module 3. </a:t>
            </a:r>
            <a:r>
              <a:rPr lang="en-US" altLang="ko-KR" sz="1100">
                <a:solidFill>
                  <a:srgbClr val="003F56"/>
                </a:solidFill>
                <a:latin typeface="a고딕14"/>
                <a:ea typeface="a고딕14"/>
              </a:rPr>
              <a:t>NCS </a:t>
            </a:r>
            <a:r>
              <a:rPr lang="ko-KR" altLang="en-US" sz="1100">
                <a:solidFill>
                  <a:srgbClr val="003F56"/>
                </a:solidFill>
                <a:latin typeface="a고딕14"/>
                <a:ea typeface="a고딕14"/>
              </a:rPr>
              <a:t>능력단위 우선순위 도출</a:t>
            </a:r>
          </a:p>
        </p:txBody>
      </p:sp>
      <p:cxnSp>
        <p:nvCxnSpPr>
          <p:cNvPr id="3" name="직선 화살표 연결선 2">
            <a:extLst>
              <a:ext uri="{FF2B5EF4-FFF2-40B4-BE49-F238E27FC236}">
                <a16:creationId xmlns:a16="http://schemas.microsoft.com/office/drawing/2014/main" id="{F7FB57F9-6C97-8C96-C282-F959CD9B20F0}"/>
              </a:ext>
            </a:extLst>
          </p:cNvPr>
          <p:cNvCxnSpPr>
            <a:cxnSpLocks/>
            <a:stCxn id="13" idx="3"/>
            <a:endCxn id="17" idx="1"/>
          </p:cNvCxnSpPr>
          <p:nvPr/>
        </p:nvCxnSpPr>
        <p:spPr>
          <a:xfrm>
            <a:off x="3152630" y="2259012"/>
            <a:ext cx="4925986" cy="0"/>
          </a:xfrm>
          <a:prstGeom prst="straightConnector1">
            <a:avLst/>
          </a:prstGeom>
          <a:ln w="57150">
            <a:solidFill>
              <a:srgbClr val="212E55"/>
            </a:solidFill>
            <a:tailEnd type="triangle"/>
          </a:ln>
        </p:spPr>
        <p:style>
          <a:lnRef idx="1">
            <a:schemeClr val="accent1"/>
          </a:lnRef>
          <a:fillRef idx="0">
            <a:schemeClr val="accent1"/>
          </a:fillRef>
          <a:effectRef idx="0">
            <a:schemeClr val="accent1"/>
          </a:effectRef>
          <a:fontRef idx="minor">
            <a:schemeClr val="tx1"/>
          </a:fontRef>
        </p:style>
      </p:cxnSp>
      <p:grpSp>
        <p:nvGrpSpPr>
          <p:cNvPr id="4" name="그룹 3">
            <a:extLst>
              <a:ext uri="{FF2B5EF4-FFF2-40B4-BE49-F238E27FC236}">
                <a16:creationId xmlns:a16="http://schemas.microsoft.com/office/drawing/2014/main" id="{BF27A473-5E45-7BC5-1743-ABC6946F959F}"/>
              </a:ext>
            </a:extLst>
          </p:cNvPr>
          <p:cNvGrpSpPr/>
          <p:nvPr/>
        </p:nvGrpSpPr>
        <p:grpSpPr>
          <a:xfrm>
            <a:off x="596515" y="1681027"/>
            <a:ext cx="8749097" cy="266602"/>
            <a:chOff x="802640" y="2236632"/>
            <a:chExt cx="4130805" cy="266552"/>
          </a:xfrm>
        </p:grpSpPr>
        <p:sp>
          <p:nvSpPr>
            <p:cNvPr id="5" name="ListLeanHorizontalTextTopic0">
              <a:extLst>
                <a:ext uri="{FF2B5EF4-FFF2-40B4-BE49-F238E27FC236}">
                  <a16:creationId xmlns:a16="http://schemas.microsoft.com/office/drawing/2014/main" id="{2140CD5E-0E7B-65AE-160F-46B7ECEDF8A5}"/>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ko-KR" altLang="en-US" sz="1400" kern="0">
                  <a:solidFill>
                    <a:srgbClr val="000000"/>
                  </a:solidFill>
                  <a:latin typeface="a고딕14" panose="02020600000000000000" pitchFamily="18" charset="-127"/>
                  <a:ea typeface="a고딕14" panose="02020600000000000000" pitchFamily="18" charset="-127"/>
                  <a:cs typeface="Arial Narrow" pitchFamily="34" charset="0"/>
                </a:rPr>
                <a:t>평가지표 최종 확정 및 적합성 평가 실시</a:t>
              </a:r>
              <a:endParaRPr lang="en-US" altLang="ko-KR" sz="1400" kern="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6" name="Horizontal Line">
              <a:extLst>
                <a:ext uri="{FF2B5EF4-FFF2-40B4-BE49-F238E27FC236}">
                  <a16:creationId xmlns:a16="http://schemas.microsoft.com/office/drawing/2014/main" id="{14A09D87-D275-0D7C-4FE8-3A8B3FE76F16}"/>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graphicFrame>
        <p:nvGraphicFramePr>
          <p:cNvPr id="7" name="표 6">
            <a:extLst>
              <a:ext uri="{FF2B5EF4-FFF2-40B4-BE49-F238E27FC236}">
                <a16:creationId xmlns:a16="http://schemas.microsoft.com/office/drawing/2014/main" id="{992F48C7-DDCE-68AD-DC57-33FB002DCE7D}"/>
              </a:ext>
            </a:extLst>
          </p:cNvPr>
          <p:cNvGraphicFramePr>
            <a:graphicFrameLocks noGrp="1"/>
          </p:cNvGraphicFramePr>
          <p:nvPr/>
        </p:nvGraphicFramePr>
        <p:xfrm>
          <a:off x="596900" y="2486279"/>
          <a:ext cx="8748710" cy="3169174"/>
        </p:xfrm>
        <a:graphic>
          <a:graphicData uri="http://schemas.openxmlformats.org/drawingml/2006/table">
            <a:tbl>
              <a:tblPr/>
              <a:tblGrid>
                <a:gridCol w="847959">
                  <a:extLst>
                    <a:ext uri="{9D8B030D-6E8A-4147-A177-3AD203B41FA5}">
                      <a16:colId xmlns:a16="http://schemas.microsoft.com/office/drawing/2014/main" val="1269646663"/>
                    </a:ext>
                  </a:extLst>
                </a:gridCol>
                <a:gridCol w="1959969">
                  <a:extLst>
                    <a:ext uri="{9D8B030D-6E8A-4147-A177-3AD203B41FA5}">
                      <a16:colId xmlns:a16="http://schemas.microsoft.com/office/drawing/2014/main" val="949439353"/>
                    </a:ext>
                  </a:extLst>
                </a:gridCol>
                <a:gridCol w="352328">
                  <a:extLst>
                    <a:ext uri="{9D8B030D-6E8A-4147-A177-3AD203B41FA5}">
                      <a16:colId xmlns:a16="http://schemas.microsoft.com/office/drawing/2014/main" val="445932977"/>
                    </a:ext>
                  </a:extLst>
                </a:gridCol>
                <a:gridCol w="352328">
                  <a:extLst>
                    <a:ext uri="{9D8B030D-6E8A-4147-A177-3AD203B41FA5}">
                      <a16:colId xmlns:a16="http://schemas.microsoft.com/office/drawing/2014/main" val="3259116902"/>
                    </a:ext>
                  </a:extLst>
                </a:gridCol>
                <a:gridCol w="352328">
                  <a:extLst>
                    <a:ext uri="{9D8B030D-6E8A-4147-A177-3AD203B41FA5}">
                      <a16:colId xmlns:a16="http://schemas.microsoft.com/office/drawing/2014/main" val="608903885"/>
                    </a:ext>
                  </a:extLst>
                </a:gridCol>
                <a:gridCol w="352328">
                  <a:extLst>
                    <a:ext uri="{9D8B030D-6E8A-4147-A177-3AD203B41FA5}">
                      <a16:colId xmlns:a16="http://schemas.microsoft.com/office/drawing/2014/main" val="3050012849"/>
                    </a:ext>
                  </a:extLst>
                </a:gridCol>
                <a:gridCol w="352328">
                  <a:extLst>
                    <a:ext uri="{9D8B030D-6E8A-4147-A177-3AD203B41FA5}">
                      <a16:colId xmlns:a16="http://schemas.microsoft.com/office/drawing/2014/main" val="3161404913"/>
                    </a:ext>
                  </a:extLst>
                </a:gridCol>
                <a:gridCol w="352328">
                  <a:extLst>
                    <a:ext uri="{9D8B030D-6E8A-4147-A177-3AD203B41FA5}">
                      <a16:colId xmlns:a16="http://schemas.microsoft.com/office/drawing/2014/main" val="3175519608"/>
                    </a:ext>
                  </a:extLst>
                </a:gridCol>
                <a:gridCol w="352328">
                  <a:extLst>
                    <a:ext uri="{9D8B030D-6E8A-4147-A177-3AD203B41FA5}">
                      <a16:colId xmlns:a16="http://schemas.microsoft.com/office/drawing/2014/main" val="1227054401"/>
                    </a:ext>
                  </a:extLst>
                </a:gridCol>
                <a:gridCol w="352328">
                  <a:extLst>
                    <a:ext uri="{9D8B030D-6E8A-4147-A177-3AD203B41FA5}">
                      <a16:colId xmlns:a16="http://schemas.microsoft.com/office/drawing/2014/main" val="4291007355"/>
                    </a:ext>
                  </a:extLst>
                </a:gridCol>
                <a:gridCol w="352328">
                  <a:extLst>
                    <a:ext uri="{9D8B030D-6E8A-4147-A177-3AD203B41FA5}">
                      <a16:colId xmlns:a16="http://schemas.microsoft.com/office/drawing/2014/main" val="3788537981"/>
                    </a:ext>
                  </a:extLst>
                </a:gridCol>
                <a:gridCol w="352328">
                  <a:extLst>
                    <a:ext uri="{9D8B030D-6E8A-4147-A177-3AD203B41FA5}">
                      <a16:colId xmlns:a16="http://schemas.microsoft.com/office/drawing/2014/main" val="3250805458"/>
                    </a:ext>
                  </a:extLst>
                </a:gridCol>
                <a:gridCol w="352328">
                  <a:extLst>
                    <a:ext uri="{9D8B030D-6E8A-4147-A177-3AD203B41FA5}">
                      <a16:colId xmlns:a16="http://schemas.microsoft.com/office/drawing/2014/main" val="1447370188"/>
                    </a:ext>
                  </a:extLst>
                </a:gridCol>
                <a:gridCol w="352328">
                  <a:extLst>
                    <a:ext uri="{9D8B030D-6E8A-4147-A177-3AD203B41FA5}">
                      <a16:colId xmlns:a16="http://schemas.microsoft.com/office/drawing/2014/main" val="2722722085"/>
                    </a:ext>
                  </a:extLst>
                </a:gridCol>
                <a:gridCol w="1244668">
                  <a:extLst>
                    <a:ext uri="{9D8B030D-6E8A-4147-A177-3AD203B41FA5}">
                      <a16:colId xmlns:a16="http://schemas.microsoft.com/office/drawing/2014/main" val="3496311025"/>
                    </a:ext>
                  </a:extLst>
                </a:gridCol>
                <a:gridCol w="468178">
                  <a:extLst>
                    <a:ext uri="{9D8B030D-6E8A-4147-A177-3AD203B41FA5}">
                      <a16:colId xmlns:a16="http://schemas.microsoft.com/office/drawing/2014/main" val="2464054375"/>
                    </a:ext>
                  </a:extLst>
                </a:gridCol>
              </a:tblGrid>
              <a:tr h="226824">
                <a:tc gridSpan="2">
                  <a:txBody>
                    <a:bodyPr/>
                    <a:lstStyle/>
                    <a:p>
                      <a:pPr algn="ctr" fontAlgn="ctr" latinLnBrk="0">
                        <a:buNone/>
                      </a:pPr>
                      <a:r>
                        <a:rPr lang="en-US" altLang="ko-KR" sz="1000" b="0" i="0" u="none" strike="noStrike">
                          <a:solidFill>
                            <a:schemeClr val="tx1">
                              <a:lumMod val="75000"/>
                              <a:lumOff val="25000"/>
                            </a:schemeClr>
                          </a:solidFill>
                          <a:effectLst/>
                          <a:latin typeface="+mj-ea"/>
                          <a:ea typeface="+mj-ea"/>
                        </a:rPr>
                        <a:t>NCS</a:t>
                      </a:r>
                      <a:endParaRPr lang="ko-KR" altLang="en-US" sz="1000" b="0" i="0" u="none" strike="noStrike">
                        <a:solidFill>
                          <a:schemeClr val="tx1">
                            <a:lumMod val="75000"/>
                            <a:lumOff val="25000"/>
                          </a:schemeClr>
                        </a:solidFill>
                        <a:effectLst/>
                        <a:latin typeface="+mj-ea"/>
                        <a:ea typeface="+mj-ea"/>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hMerge="1">
                  <a:txBody>
                    <a:bodyPr/>
                    <a:lstStyle/>
                    <a:p>
                      <a:pPr algn="ctr" fontAlgn="ctr" latinLnBrk="0">
                        <a:buNone/>
                      </a:pPr>
                      <a:endParaRPr lang="ko-KR" altLang="en-US" sz="1000" b="0" i="0" u="none" strike="noStrike">
                        <a:solidFill>
                          <a:srgbClr val="000000"/>
                        </a:solidFill>
                        <a:effectLst/>
                        <a:latin typeface="a고딕12" panose="02020600000000000000" pitchFamily="18" charset="-127"/>
                        <a:ea typeface="a고딕12" panose="02020600000000000000" pitchFamily="18" charset="-127"/>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E0B4"/>
                    </a:solidFill>
                  </a:tcPr>
                </a:tc>
                <a:tc gridSpan="4">
                  <a:txBody>
                    <a:bodyPr/>
                    <a:lstStyle/>
                    <a:p>
                      <a:pPr algn="ctr" fontAlgn="ctr" latinLnBrk="0">
                        <a:buNone/>
                      </a:pPr>
                      <a:r>
                        <a:rPr lang="ko-KR" altLang="en-US" sz="1000" b="0" i="0" u="none" strike="noStrike">
                          <a:solidFill>
                            <a:schemeClr val="tx1">
                              <a:lumMod val="75000"/>
                              <a:lumOff val="25000"/>
                            </a:schemeClr>
                          </a:solidFill>
                          <a:effectLst/>
                          <a:latin typeface="+mj-ea"/>
                          <a:ea typeface="+mj-ea"/>
                        </a:rPr>
                        <a:t>가상훈련 평가지표</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fontAlgn="ctr" latinLnBrk="0">
                        <a:buNone/>
                      </a:pPr>
                      <a:endParaRPr lang="ko-KR" altLang="en-US" sz="1000" b="0" i="0" u="none" strike="noStrike">
                        <a:solidFill>
                          <a:srgbClr val="000000"/>
                        </a:solidFill>
                        <a:effectLst/>
                        <a:latin typeface="a고딕12" panose="02020600000000000000" pitchFamily="18" charset="-127"/>
                        <a:ea typeface="a고딕12" panose="02020600000000000000" pitchFamily="18" charset="-127"/>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hMerge="1">
                  <a:txBody>
                    <a:bodyPr/>
                    <a:lstStyle/>
                    <a:p>
                      <a:pPr algn="ctr" fontAlgn="ctr" latinLnBrk="0">
                        <a:buNone/>
                      </a:pPr>
                      <a:endParaRPr lang="ko-KR" altLang="en-US" sz="1000" b="0" i="0" u="none" strike="noStrike">
                        <a:solidFill>
                          <a:srgbClr val="000000"/>
                        </a:solidFill>
                        <a:effectLst/>
                        <a:latin typeface="a고딕12" panose="02020600000000000000" pitchFamily="18" charset="-127"/>
                        <a:ea typeface="a고딕12" panose="02020600000000000000" pitchFamily="18" charset="-127"/>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hMerge="1">
                  <a:txBody>
                    <a:bodyPr/>
                    <a:lstStyle/>
                    <a:p>
                      <a:pPr algn="ctr" fontAlgn="ctr" latinLnBrk="0">
                        <a:buNone/>
                      </a:pPr>
                      <a:endParaRPr lang="ko-KR" altLang="en-US" sz="1000" b="0" i="0" u="none" strike="noStrike">
                        <a:solidFill>
                          <a:srgbClr val="000000"/>
                        </a:solidFill>
                        <a:effectLst/>
                        <a:latin typeface="a고딕12" panose="02020600000000000000" pitchFamily="18" charset="-127"/>
                        <a:ea typeface="a고딕12" panose="02020600000000000000" pitchFamily="18" charset="-127"/>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gridSpan="4">
                  <a:txBody>
                    <a:bodyPr/>
                    <a:lstStyle/>
                    <a:p>
                      <a:pPr algn="ctr" fontAlgn="ctr" latinLnBrk="0">
                        <a:buNone/>
                      </a:pPr>
                      <a:r>
                        <a:rPr lang="ko-KR" altLang="en-US" sz="1000" b="0" i="0" u="none" strike="noStrike">
                          <a:solidFill>
                            <a:schemeClr val="tx1">
                              <a:lumMod val="75000"/>
                              <a:lumOff val="25000"/>
                            </a:schemeClr>
                          </a:solidFill>
                          <a:effectLst/>
                          <a:latin typeface="+mj-ea"/>
                          <a:ea typeface="+mj-ea"/>
                        </a:rPr>
                        <a:t>이러닝 평가지표</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pPr algn="ctr" fontAlgn="ctr" latinLnBrk="0">
                        <a:buNone/>
                      </a:pPr>
                      <a:endParaRPr lang="ko-KR" altLang="en-US" sz="1000" b="0" i="0" u="none" strike="noStrike">
                        <a:solidFill>
                          <a:srgbClr val="000000"/>
                        </a:solidFill>
                        <a:effectLst/>
                        <a:latin typeface="a고딕12" panose="02020600000000000000" pitchFamily="18" charset="-127"/>
                        <a:ea typeface="a고딕12" panose="02020600000000000000" pitchFamily="18" charset="-127"/>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hMerge="1">
                  <a:txBody>
                    <a:bodyPr/>
                    <a:lstStyle/>
                    <a:p>
                      <a:pPr algn="ctr" fontAlgn="ctr" latinLnBrk="0">
                        <a:buNone/>
                      </a:pPr>
                      <a:endParaRPr lang="ko-KR" altLang="en-US" sz="1000" b="0" i="0" u="none" strike="noStrike">
                        <a:solidFill>
                          <a:srgbClr val="000000"/>
                        </a:solidFill>
                        <a:effectLst/>
                        <a:latin typeface="a고딕12" panose="02020600000000000000" pitchFamily="18" charset="-127"/>
                        <a:ea typeface="a고딕12" panose="02020600000000000000" pitchFamily="18" charset="-127"/>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hMerge="1">
                  <a:txBody>
                    <a:bodyPr/>
                    <a:lstStyle/>
                    <a:p>
                      <a:pPr algn="ctr" fontAlgn="ctr" latinLnBrk="0">
                        <a:buNone/>
                      </a:pPr>
                      <a:endParaRPr lang="ko-KR" altLang="en-US" sz="1000" b="0" i="0" u="none" strike="noStrike">
                        <a:solidFill>
                          <a:srgbClr val="000000"/>
                        </a:solidFill>
                        <a:effectLst/>
                        <a:latin typeface="a고딕12" panose="02020600000000000000" pitchFamily="18" charset="-127"/>
                        <a:ea typeface="a고딕12" panose="02020600000000000000" pitchFamily="18" charset="-127"/>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gridSpan="4">
                  <a:txBody>
                    <a:bodyPr/>
                    <a:lstStyle/>
                    <a:p>
                      <a:pPr algn="ctr" fontAlgn="ctr" latinLnBrk="0">
                        <a:buNone/>
                      </a:pPr>
                      <a:r>
                        <a:rPr lang="en-US" altLang="ko-KR" sz="1000" b="0" i="0" u="none" strike="noStrike">
                          <a:solidFill>
                            <a:schemeClr val="tx1">
                              <a:lumMod val="75000"/>
                              <a:lumOff val="25000"/>
                            </a:schemeClr>
                          </a:solidFill>
                          <a:effectLst/>
                          <a:latin typeface="+mj-ea"/>
                          <a:ea typeface="+mj-ea"/>
                        </a:rPr>
                        <a:t>AI </a:t>
                      </a:r>
                      <a:r>
                        <a:rPr lang="ko-KR" altLang="en-US" sz="1000" b="0" i="0" u="none" strike="noStrike">
                          <a:solidFill>
                            <a:schemeClr val="tx1">
                              <a:lumMod val="75000"/>
                              <a:lumOff val="25000"/>
                            </a:schemeClr>
                          </a:solidFill>
                          <a:effectLst/>
                          <a:latin typeface="+mj-ea"/>
                          <a:ea typeface="+mj-ea"/>
                        </a:rPr>
                        <a:t>융합 평가지표</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rowSpan="2">
                  <a:txBody>
                    <a:bodyPr/>
                    <a:lstStyle/>
                    <a:p>
                      <a:pPr algn="ctr" fontAlgn="ctr" latinLnBrk="0">
                        <a:buNone/>
                      </a:pPr>
                      <a:r>
                        <a:rPr lang="ko-KR" altLang="en-US" sz="1000" b="0" i="0" u="none" strike="noStrike">
                          <a:solidFill>
                            <a:schemeClr val="bg1"/>
                          </a:solidFill>
                          <a:effectLst/>
                          <a:latin typeface="+mj-ea"/>
                          <a:ea typeface="+mj-ea"/>
                        </a:rPr>
                        <a:t>평가 근거</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rowSpan="2">
                  <a:txBody>
                    <a:bodyPr/>
                    <a:lstStyle/>
                    <a:p>
                      <a:pPr algn="ctr" fontAlgn="ctr" latinLnBrk="0">
                        <a:buNone/>
                      </a:pPr>
                      <a:r>
                        <a:rPr lang="ko-KR" altLang="en-US" sz="1000" b="0" i="0" u="none" strike="noStrike">
                          <a:solidFill>
                            <a:schemeClr val="bg1"/>
                          </a:solidFill>
                          <a:effectLst/>
                          <a:latin typeface="+mj-ea"/>
                          <a:ea typeface="+mj-ea"/>
                        </a:rPr>
                        <a:t>과목 유형</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12E55"/>
                    </a:solidFill>
                  </a:tcPr>
                </a:tc>
                <a:extLst>
                  <a:ext uri="{0D108BD9-81ED-4DB2-BD59-A6C34878D82A}">
                    <a16:rowId xmlns:a16="http://schemas.microsoft.com/office/drawing/2014/main" val="3952031225"/>
                  </a:ext>
                </a:extLst>
              </a:tr>
              <a:tr h="226824">
                <a:tc>
                  <a:txBody>
                    <a:bodyPr/>
                    <a:lstStyle/>
                    <a:p>
                      <a:pPr algn="ctr" fontAlgn="ctr" latinLnBrk="0">
                        <a:buNone/>
                      </a:pPr>
                      <a:r>
                        <a:rPr lang="ko-KR" altLang="en-US" sz="1000" b="0" i="0" u="none" strike="noStrike">
                          <a:solidFill>
                            <a:schemeClr val="tx1">
                              <a:lumMod val="75000"/>
                              <a:lumOff val="25000"/>
                            </a:schemeClr>
                          </a:solidFill>
                          <a:effectLst/>
                          <a:latin typeface="+mj-ea"/>
                          <a:ea typeface="+mj-ea"/>
                        </a:rPr>
                        <a:t>능력단위명칭</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fontAlgn="ctr" latinLnBrk="0">
                        <a:buNone/>
                      </a:pPr>
                      <a:r>
                        <a:rPr lang="ko-KR" altLang="en-US" sz="1000" b="0" i="0" u="none" strike="noStrike">
                          <a:solidFill>
                            <a:schemeClr val="tx1">
                              <a:lumMod val="75000"/>
                              <a:lumOff val="25000"/>
                            </a:schemeClr>
                          </a:solidFill>
                          <a:effectLst/>
                          <a:latin typeface="+mj-ea"/>
                          <a:ea typeface="+mj-ea"/>
                        </a:rPr>
                        <a:t>능력단위 정의</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fontAlgn="ctr" latinLnBrk="0">
                        <a:buNone/>
                      </a:pPr>
                      <a:r>
                        <a:rPr lang="en-US" altLang="ko-KR" sz="1000" b="0" i="0" u="none" strike="noStrike">
                          <a:solidFill>
                            <a:schemeClr val="tx1">
                              <a:lumMod val="75000"/>
                              <a:lumOff val="25000"/>
                            </a:schemeClr>
                          </a:solidFill>
                          <a:effectLst/>
                          <a:latin typeface="+mj-ea"/>
                          <a:ea typeface="+mj-ea"/>
                        </a:rPr>
                        <a:t>A</a:t>
                      </a:r>
                      <a:endParaRPr lang="ko-KR" altLang="en-US" sz="1000" b="0" i="0" u="none" strike="noStrike">
                        <a:solidFill>
                          <a:schemeClr val="tx1">
                            <a:lumMod val="75000"/>
                            <a:lumOff val="25000"/>
                          </a:schemeClr>
                        </a:solidFill>
                        <a:effectLst/>
                        <a:latin typeface="+mj-ea"/>
                        <a:ea typeface="+mj-ea"/>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latinLnBrk="0">
                        <a:buNone/>
                      </a:pPr>
                      <a:r>
                        <a:rPr lang="en-US" altLang="ko-KR" sz="1000" b="0" i="0" u="none" strike="noStrike">
                          <a:solidFill>
                            <a:schemeClr val="tx1">
                              <a:lumMod val="75000"/>
                              <a:lumOff val="25000"/>
                            </a:schemeClr>
                          </a:solidFill>
                          <a:effectLst/>
                          <a:latin typeface="+mj-ea"/>
                          <a:ea typeface="+mj-ea"/>
                        </a:rPr>
                        <a:t>B</a:t>
                      </a:r>
                      <a:endParaRPr lang="ko-KR" altLang="en-US" sz="1000" b="0" i="0" u="none" strike="noStrike">
                        <a:solidFill>
                          <a:schemeClr val="tx1">
                            <a:lumMod val="75000"/>
                            <a:lumOff val="25000"/>
                          </a:schemeClr>
                        </a:solidFill>
                        <a:effectLst/>
                        <a:latin typeface="+mj-ea"/>
                        <a:ea typeface="+mj-ea"/>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latinLnBrk="0">
                        <a:buNone/>
                      </a:pPr>
                      <a:r>
                        <a:rPr lang="en-US" altLang="ko-KR" sz="1000" b="0" i="0" u="none" strike="noStrike">
                          <a:solidFill>
                            <a:schemeClr val="tx1">
                              <a:lumMod val="75000"/>
                              <a:lumOff val="25000"/>
                            </a:schemeClr>
                          </a:solidFill>
                          <a:effectLst/>
                          <a:latin typeface="+mj-ea"/>
                          <a:ea typeface="+mj-ea"/>
                        </a:rPr>
                        <a:t>C</a:t>
                      </a:r>
                      <a:endParaRPr lang="ko-KR" altLang="en-US" sz="1000" b="0" i="0" u="none" strike="noStrike">
                        <a:solidFill>
                          <a:schemeClr val="tx1">
                            <a:lumMod val="75000"/>
                            <a:lumOff val="25000"/>
                          </a:schemeClr>
                        </a:solidFill>
                        <a:effectLst/>
                        <a:latin typeface="+mj-ea"/>
                        <a:ea typeface="+mj-ea"/>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latinLnBrk="0">
                        <a:buNone/>
                      </a:pPr>
                      <a:r>
                        <a:rPr lang="ko-KR" altLang="en-US" sz="1000" b="0" i="0" u="none" strike="noStrike">
                          <a:solidFill>
                            <a:schemeClr val="tx1">
                              <a:lumMod val="75000"/>
                              <a:lumOff val="25000"/>
                            </a:schemeClr>
                          </a:solidFill>
                          <a:effectLst/>
                          <a:latin typeface="+mj-ea"/>
                          <a:ea typeface="+mj-ea"/>
                        </a:rPr>
                        <a:t>합</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latinLnBrk="0">
                        <a:buNone/>
                      </a:pPr>
                      <a:r>
                        <a:rPr lang="en-US" altLang="ko-KR" sz="1000" b="0" i="0" u="none" strike="noStrike">
                          <a:solidFill>
                            <a:schemeClr val="tx1">
                              <a:lumMod val="75000"/>
                              <a:lumOff val="25000"/>
                            </a:schemeClr>
                          </a:solidFill>
                          <a:effectLst/>
                          <a:latin typeface="+mj-ea"/>
                          <a:ea typeface="+mj-ea"/>
                        </a:rPr>
                        <a:t> D</a:t>
                      </a:r>
                      <a:endParaRPr lang="ko-KR" altLang="en-US" sz="1000" b="0" i="0" u="none" strike="noStrike">
                        <a:solidFill>
                          <a:schemeClr val="tx1">
                            <a:lumMod val="75000"/>
                            <a:lumOff val="25000"/>
                          </a:schemeClr>
                        </a:solidFill>
                        <a:effectLst/>
                        <a:latin typeface="+mj-ea"/>
                        <a:ea typeface="+mj-ea"/>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fontAlgn="ctr" latinLnBrk="0">
                        <a:buNone/>
                      </a:pPr>
                      <a:r>
                        <a:rPr lang="en-US" altLang="ko-KR" sz="1000" b="0" i="0" u="none" strike="noStrike">
                          <a:solidFill>
                            <a:schemeClr val="tx1">
                              <a:lumMod val="75000"/>
                              <a:lumOff val="25000"/>
                            </a:schemeClr>
                          </a:solidFill>
                          <a:effectLst/>
                          <a:latin typeface="+mj-ea"/>
                          <a:ea typeface="+mj-ea"/>
                        </a:rPr>
                        <a:t>E</a:t>
                      </a:r>
                      <a:endParaRPr lang="ko-KR" altLang="en-US" sz="1000" b="0" i="0" u="none" strike="noStrike">
                        <a:solidFill>
                          <a:schemeClr val="tx1">
                            <a:lumMod val="75000"/>
                            <a:lumOff val="25000"/>
                          </a:schemeClr>
                        </a:solidFill>
                        <a:effectLst/>
                        <a:latin typeface="+mj-ea"/>
                        <a:ea typeface="+mj-ea"/>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fontAlgn="ctr" latinLnBrk="0">
                        <a:buNone/>
                      </a:pPr>
                      <a:r>
                        <a:rPr lang="en-US" altLang="ko-KR" sz="1000" b="0" i="0" u="none" strike="noStrike">
                          <a:solidFill>
                            <a:schemeClr val="tx1">
                              <a:lumMod val="75000"/>
                              <a:lumOff val="25000"/>
                            </a:schemeClr>
                          </a:solidFill>
                          <a:effectLst/>
                          <a:latin typeface="+mj-ea"/>
                          <a:ea typeface="+mj-ea"/>
                        </a:rPr>
                        <a:t>F</a:t>
                      </a:r>
                      <a:endParaRPr lang="ko-KR" altLang="en-US" sz="1000" b="0" i="0" u="none" strike="noStrike">
                        <a:solidFill>
                          <a:schemeClr val="tx1">
                            <a:lumMod val="75000"/>
                            <a:lumOff val="25000"/>
                          </a:schemeClr>
                        </a:solidFill>
                        <a:effectLst/>
                        <a:latin typeface="+mj-ea"/>
                        <a:ea typeface="+mj-ea"/>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fontAlgn="ctr" latinLnBrk="0">
                        <a:buNone/>
                      </a:pPr>
                      <a:r>
                        <a:rPr lang="ko-KR" altLang="en-US" sz="1000" b="0" i="0" u="none" strike="noStrike">
                          <a:solidFill>
                            <a:schemeClr val="tx1">
                              <a:lumMod val="75000"/>
                              <a:lumOff val="25000"/>
                            </a:schemeClr>
                          </a:solidFill>
                          <a:effectLst/>
                          <a:latin typeface="+mj-ea"/>
                          <a:ea typeface="+mj-ea"/>
                        </a:rPr>
                        <a:t>합</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fontAlgn="ctr" latinLnBrk="0">
                        <a:buNone/>
                      </a:pPr>
                      <a:r>
                        <a:rPr lang="en-US" altLang="ko-KR" sz="1000" b="0" i="0" u="none" strike="noStrike">
                          <a:solidFill>
                            <a:schemeClr val="tx1">
                              <a:lumMod val="75000"/>
                              <a:lumOff val="25000"/>
                            </a:schemeClr>
                          </a:solidFill>
                          <a:effectLst/>
                          <a:latin typeface="+mj-ea"/>
                          <a:ea typeface="+mj-ea"/>
                        </a:rPr>
                        <a:t> G</a:t>
                      </a:r>
                      <a:endParaRPr lang="ko-KR" altLang="en-US" sz="1000" b="0" i="0" u="none" strike="noStrike">
                        <a:solidFill>
                          <a:schemeClr val="tx1">
                            <a:lumMod val="75000"/>
                            <a:lumOff val="25000"/>
                          </a:schemeClr>
                        </a:solidFill>
                        <a:effectLst/>
                        <a:latin typeface="+mj-ea"/>
                        <a:ea typeface="+mj-ea"/>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fontAlgn="ctr" latinLnBrk="0">
                        <a:buNone/>
                      </a:pPr>
                      <a:r>
                        <a:rPr lang="en-US" altLang="ko-KR" sz="1000" b="0" i="0" u="none" strike="noStrike">
                          <a:solidFill>
                            <a:schemeClr val="tx1">
                              <a:lumMod val="75000"/>
                              <a:lumOff val="25000"/>
                            </a:schemeClr>
                          </a:solidFill>
                          <a:effectLst/>
                          <a:latin typeface="+mj-ea"/>
                          <a:ea typeface="+mj-ea"/>
                        </a:rPr>
                        <a:t>H</a:t>
                      </a:r>
                      <a:endParaRPr lang="ko-KR" altLang="en-US" sz="1000" b="0" i="0" u="none" strike="noStrike">
                        <a:solidFill>
                          <a:schemeClr val="tx1">
                            <a:lumMod val="75000"/>
                            <a:lumOff val="25000"/>
                          </a:schemeClr>
                        </a:solidFill>
                        <a:effectLst/>
                        <a:latin typeface="+mj-ea"/>
                        <a:ea typeface="+mj-ea"/>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fontAlgn="ctr" latinLnBrk="0">
                        <a:buNone/>
                      </a:pPr>
                      <a:r>
                        <a:rPr lang="en-US" altLang="ko-KR" sz="1000" b="0" i="0" u="none" strike="noStrike">
                          <a:solidFill>
                            <a:schemeClr val="tx1">
                              <a:lumMod val="75000"/>
                              <a:lumOff val="25000"/>
                            </a:schemeClr>
                          </a:solidFill>
                          <a:effectLst/>
                          <a:latin typeface="+mj-ea"/>
                          <a:ea typeface="+mj-ea"/>
                        </a:rPr>
                        <a:t>I</a:t>
                      </a:r>
                      <a:endParaRPr lang="ko-KR" altLang="en-US" sz="1000" b="0" i="0" u="none" strike="noStrike">
                        <a:solidFill>
                          <a:schemeClr val="tx1">
                            <a:lumMod val="75000"/>
                            <a:lumOff val="25000"/>
                          </a:schemeClr>
                        </a:solidFill>
                        <a:effectLst/>
                        <a:latin typeface="+mj-ea"/>
                        <a:ea typeface="+mj-ea"/>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fontAlgn="ctr" latinLnBrk="0">
                        <a:buNone/>
                      </a:pPr>
                      <a:r>
                        <a:rPr lang="ko-KR" altLang="en-US" sz="1000" b="0" i="0" u="none" strike="noStrike">
                          <a:solidFill>
                            <a:schemeClr val="tx1">
                              <a:lumMod val="75000"/>
                              <a:lumOff val="25000"/>
                            </a:schemeClr>
                          </a:solidFill>
                          <a:effectLst/>
                          <a:latin typeface="+mj-ea"/>
                          <a:ea typeface="+mj-ea"/>
                        </a:rPr>
                        <a:t>합</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vMerge="1">
                  <a:txBody>
                    <a:bodyPr/>
                    <a:lstStyle/>
                    <a:p>
                      <a:endParaRPr/>
                    </a:p>
                  </a:txBody>
                  <a:tcPr marL="36000" marR="36000" marT="18000" marB="18000" anchor="ctr"/>
                </a:tc>
                <a:tc vMerge="1">
                  <a:txBody>
                    <a:bodyPr/>
                    <a:lstStyle/>
                    <a:p>
                      <a:pPr latinLnBrk="1"/>
                      <a:endParaRPr lang="ko-KR" altLang="en-US"/>
                    </a:p>
                  </a:txBody>
                  <a:tcPr/>
                </a:tc>
                <a:extLst>
                  <a:ext uri="{0D108BD9-81ED-4DB2-BD59-A6C34878D82A}">
                    <a16:rowId xmlns:a16="http://schemas.microsoft.com/office/drawing/2014/main" val="1407561977"/>
                  </a:ext>
                </a:extLst>
              </a:tr>
              <a:tr h="1027496">
                <a:tc>
                  <a:txBody>
                    <a:bodyPr/>
                    <a:lstStyle/>
                    <a:p>
                      <a:pPr algn="ctr">
                        <a:buNone/>
                      </a:pPr>
                      <a:r>
                        <a:rPr lang="ko-KR" sz="1000" b="1">
                          <a:latin typeface="a고딕14" panose="02020600000000000000" pitchFamily="18" charset="-127"/>
                          <a:ea typeface="a고딕14" panose="02020600000000000000" pitchFamily="18" charset="-127"/>
                        </a:rPr>
                        <a:t>화학신소재 후보군 탐색</a:t>
                      </a:r>
                      <a:endParaRPr lang="ko-KR" sz="1000">
                        <a:latin typeface="a고딕14" panose="02020600000000000000" pitchFamily="18" charset="-127"/>
                        <a:ea typeface="a고딕14" panose="02020600000000000000" pitchFamily="18"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시장·기술·물성 데이터를 분석하여 신소재 후보군을 도출하는 능력</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5</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4</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4</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13</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5</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5</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5</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15</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b="1">
                          <a:latin typeface="a고딕14" panose="02020600000000000000" pitchFamily="18" charset="-127"/>
                          <a:ea typeface="a고딕14" panose="02020600000000000000" pitchFamily="18" charset="-127"/>
                        </a:rPr>
                        <a:t>6</a:t>
                      </a:r>
                      <a:endParaRPr lang="ko-KR" sz="1000">
                        <a:latin typeface="a고딕14" panose="02020600000000000000" pitchFamily="18" charset="-127"/>
                        <a:ea typeface="a고딕14" panose="02020600000000000000" pitchFamily="18"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b="1">
                          <a:latin typeface="a고딕14" panose="02020600000000000000" pitchFamily="18" charset="-127"/>
                          <a:ea typeface="a고딕14" panose="02020600000000000000" pitchFamily="18" charset="-127"/>
                        </a:rPr>
                        <a:t>7</a:t>
                      </a:r>
                      <a:endParaRPr lang="ko-KR" sz="1000">
                        <a:latin typeface="a고딕14" panose="02020600000000000000" pitchFamily="18" charset="-127"/>
                        <a:ea typeface="a고딕14" panose="02020600000000000000" pitchFamily="18"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b="1">
                          <a:latin typeface="a고딕14" panose="02020600000000000000" pitchFamily="18" charset="-127"/>
                          <a:ea typeface="a고딕14" panose="02020600000000000000" pitchFamily="18" charset="-127"/>
                        </a:rPr>
                        <a:t>6</a:t>
                      </a:r>
                      <a:endParaRPr lang="ko-KR" sz="1000">
                        <a:latin typeface="a고딕14" panose="02020600000000000000" pitchFamily="18" charset="-127"/>
                        <a:ea typeface="a고딕14" panose="02020600000000000000" pitchFamily="18"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b="1">
                          <a:latin typeface="a고딕14" panose="02020600000000000000" pitchFamily="18" charset="-127"/>
                          <a:ea typeface="a고딕14" panose="02020600000000000000" pitchFamily="18" charset="-127"/>
                        </a:rPr>
                        <a:t>19</a:t>
                      </a:r>
                      <a:endParaRPr lang="ko-KR" sz="1000">
                        <a:latin typeface="a고딕14" panose="02020600000000000000" pitchFamily="18" charset="-127"/>
                        <a:ea typeface="a고딕14" panose="02020600000000000000" pitchFamily="18"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Materials Informatics 적용 가능 + 물성 DB 풍부 + 친환경 소재 정책 시급성 높음</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b="1">
                          <a:latin typeface="a고딕14" panose="02020600000000000000" pitchFamily="18" charset="-127"/>
                          <a:ea typeface="a고딕14" panose="02020600000000000000" pitchFamily="18" charset="-127"/>
                        </a:rPr>
                        <a:t>A</a:t>
                      </a:r>
                      <a:r>
                        <a:rPr lang="en-US" altLang="ko-KR" sz="1000" b="1">
                          <a:latin typeface="a고딕14" panose="02020600000000000000" pitchFamily="18" charset="-127"/>
                          <a:ea typeface="a고딕14" panose="02020600000000000000" pitchFamily="18" charset="-127"/>
                        </a:rPr>
                        <a:t>I </a:t>
                      </a:r>
                    </a:p>
                    <a:p>
                      <a:pPr algn="ctr">
                        <a:buNone/>
                      </a:pPr>
                      <a:r>
                        <a:rPr lang="ko-KR" altLang="en-US" sz="1000" b="1">
                          <a:latin typeface="a고딕14" panose="02020600000000000000" pitchFamily="18" charset="-127"/>
                          <a:ea typeface="a고딕14" panose="02020600000000000000" pitchFamily="18" charset="-127"/>
                        </a:rPr>
                        <a:t>융합</a:t>
                      </a:r>
                      <a:endParaRPr lang="ko-KR" sz="1000">
                        <a:latin typeface="a고딕14" panose="02020600000000000000" pitchFamily="18" charset="-127"/>
                        <a:ea typeface="a고딕14" panose="02020600000000000000" pitchFamily="18"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extLst>
                  <a:ext uri="{0D108BD9-81ED-4DB2-BD59-A6C34878D82A}">
                    <a16:rowId xmlns:a16="http://schemas.microsoft.com/office/drawing/2014/main" val="3071500108"/>
                  </a:ext>
                </a:extLst>
              </a:tr>
              <a:tr h="844015">
                <a:tc>
                  <a:txBody>
                    <a:bodyPr/>
                    <a:lstStyle/>
                    <a:p>
                      <a:pPr algn="ctr">
                        <a:buNone/>
                      </a:pPr>
                      <a:r>
                        <a:rPr lang="ko-KR" sz="1000" b="1">
                          <a:latin typeface="a고딕14" panose="02020600000000000000" pitchFamily="18" charset="-127"/>
                          <a:ea typeface="a고딕14" panose="02020600000000000000" pitchFamily="18" charset="-127"/>
                        </a:rPr>
                        <a:t>반도체 공정 수율 분석</a:t>
                      </a:r>
                      <a:endParaRPr lang="ko-KR" sz="1000">
                        <a:latin typeface="a고딕14" panose="02020600000000000000" pitchFamily="18" charset="-127"/>
                        <a:ea typeface="a고딕14" panose="02020600000000000000" pitchFamily="18"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FAB 공정 빅데이터를 분석하여 수율 저하 요인을 식별하고 개선하는 능력</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6</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5</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4</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15</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4</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5</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4</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13</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b="1">
                          <a:latin typeface="a고딕14" panose="02020600000000000000" pitchFamily="18" charset="-127"/>
                          <a:ea typeface="a고딕14" panose="02020600000000000000" pitchFamily="18" charset="-127"/>
                        </a:rPr>
                        <a:t>7</a:t>
                      </a:r>
                      <a:endParaRPr lang="ko-KR" sz="1000">
                        <a:latin typeface="a고딕14" panose="02020600000000000000" pitchFamily="18" charset="-127"/>
                        <a:ea typeface="a고딕14" panose="02020600000000000000" pitchFamily="18"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b="1">
                          <a:latin typeface="a고딕14" panose="02020600000000000000" pitchFamily="18" charset="-127"/>
                          <a:ea typeface="a고딕14" panose="02020600000000000000" pitchFamily="18" charset="-127"/>
                        </a:rPr>
                        <a:t>6</a:t>
                      </a:r>
                      <a:endParaRPr lang="ko-KR" sz="1000">
                        <a:latin typeface="a고딕14" panose="02020600000000000000" pitchFamily="18" charset="-127"/>
                        <a:ea typeface="a고딕14" panose="02020600000000000000" pitchFamily="18"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b="1">
                          <a:latin typeface="a고딕14" panose="02020600000000000000" pitchFamily="18" charset="-127"/>
                          <a:ea typeface="a고딕14" panose="02020600000000000000" pitchFamily="18" charset="-127"/>
                        </a:rPr>
                        <a:t>6</a:t>
                      </a:r>
                      <a:endParaRPr lang="ko-KR" sz="1000">
                        <a:latin typeface="a고딕14" panose="02020600000000000000" pitchFamily="18" charset="-127"/>
                        <a:ea typeface="a고딕14" panose="02020600000000000000" pitchFamily="18"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b="1">
                          <a:latin typeface="a고딕14" panose="02020600000000000000" pitchFamily="18" charset="-127"/>
                          <a:ea typeface="a고딕14" panose="02020600000000000000" pitchFamily="18" charset="-127"/>
                        </a:rPr>
                        <a:t>19</a:t>
                      </a:r>
                      <a:endParaRPr lang="ko-KR" sz="1000">
                        <a:latin typeface="a고딕14" panose="02020600000000000000" pitchFamily="18" charset="-127"/>
                        <a:ea typeface="a고딕14" panose="02020600000000000000" pitchFamily="18"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다변량 AI 분석 + 비전 AI 결합 + 산업 채용 수요 압도적 → AX + V 결합 가능</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altLang="ko-KR" sz="1000" b="1">
                          <a:latin typeface="a고딕14" panose="02020600000000000000" pitchFamily="18" charset="-127"/>
                          <a:ea typeface="a고딕14" panose="02020600000000000000" pitchFamily="18" charset="-127"/>
                        </a:rPr>
                        <a:t>A</a:t>
                      </a:r>
                      <a:r>
                        <a:rPr lang="en-US" altLang="ko-KR" sz="1000" b="1">
                          <a:latin typeface="a고딕14" panose="02020600000000000000" pitchFamily="18" charset="-127"/>
                          <a:ea typeface="a고딕14" panose="02020600000000000000" pitchFamily="18" charset="-127"/>
                        </a:rPr>
                        <a:t>I </a:t>
                      </a:r>
                    </a:p>
                    <a:p>
                      <a:pPr algn="ctr">
                        <a:buNone/>
                      </a:pPr>
                      <a:r>
                        <a:rPr lang="ko-KR" altLang="en-US" sz="1000" b="1">
                          <a:latin typeface="a고딕14" panose="02020600000000000000" pitchFamily="18" charset="-127"/>
                          <a:ea typeface="a고딕14" panose="02020600000000000000" pitchFamily="18" charset="-127"/>
                        </a:rPr>
                        <a:t>융합</a:t>
                      </a:r>
                      <a:endParaRPr lang="ko-KR" altLang="ko-KR" sz="1000">
                        <a:latin typeface="a고딕14" panose="02020600000000000000" pitchFamily="18" charset="-127"/>
                        <a:ea typeface="a고딕14" panose="02020600000000000000" pitchFamily="18"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extLst>
                  <a:ext uri="{0D108BD9-81ED-4DB2-BD59-A6C34878D82A}">
                    <a16:rowId xmlns:a16="http://schemas.microsoft.com/office/drawing/2014/main" val="4049046168"/>
                  </a:ext>
                </a:extLst>
              </a:tr>
              <a:tr h="844015">
                <a:tc>
                  <a:txBody>
                    <a:bodyPr/>
                    <a:lstStyle/>
                    <a:p>
                      <a:pPr algn="ctr">
                        <a:buNone/>
                      </a:pPr>
                      <a:r>
                        <a:rPr lang="ko-KR" sz="1000" b="1">
                          <a:latin typeface="a고딕14" panose="02020600000000000000" pitchFamily="18" charset="-127"/>
                          <a:ea typeface="a고딕14" panose="02020600000000000000" pitchFamily="18" charset="-127"/>
                        </a:rPr>
                        <a:t>AI 활용 R&amp;D 프로젝트 관리</a:t>
                      </a:r>
                      <a:endParaRPr lang="ko-KR" sz="1000">
                        <a:latin typeface="a고딕14" panose="02020600000000000000" pitchFamily="18" charset="-127"/>
                        <a:ea typeface="a고딕14" panose="02020600000000000000" pitchFamily="18"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AI 도구를 활용하여 R&amp;D 프로젝트의 계획·실행·평가를 관리하는 능력</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2</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3</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2</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7</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6</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6</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5</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17</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b="1">
                          <a:latin typeface="a고딕14" panose="02020600000000000000" pitchFamily="18" charset="-127"/>
                          <a:ea typeface="a고딕14" panose="02020600000000000000" pitchFamily="18" charset="-127"/>
                        </a:rPr>
                        <a:t>6</a:t>
                      </a:r>
                      <a:endParaRPr lang="ko-KR" sz="1000">
                        <a:latin typeface="a고딕14" panose="02020600000000000000" pitchFamily="18" charset="-127"/>
                        <a:ea typeface="a고딕14" panose="02020600000000000000" pitchFamily="18"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b="1">
                          <a:latin typeface="a고딕14" panose="02020600000000000000" pitchFamily="18" charset="-127"/>
                          <a:ea typeface="a고딕14" panose="02020600000000000000" pitchFamily="18" charset="-127"/>
                        </a:rPr>
                        <a:t>5</a:t>
                      </a:r>
                      <a:endParaRPr lang="ko-KR" sz="1000">
                        <a:latin typeface="a고딕14" panose="02020600000000000000" pitchFamily="18" charset="-127"/>
                        <a:ea typeface="a고딕14" panose="02020600000000000000" pitchFamily="18"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b="1">
                          <a:latin typeface="a고딕14" panose="02020600000000000000" pitchFamily="18" charset="-127"/>
                          <a:ea typeface="a고딕14" panose="02020600000000000000" pitchFamily="18" charset="-127"/>
                        </a:rPr>
                        <a:t>6</a:t>
                      </a:r>
                      <a:endParaRPr lang="ko-KR" sz="1000">
                        <a:latin typeface="a고딕14" panose="02020600000000000000" pitchFamily="18" charset="-127"/>
                        <a:ea typeface="a고딕14" panose="02020600000000000000" pitchFamily="18"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b="1">
                          <a:latin typeface="a고딕14" panose="02020600000000000000" pitchFamily="18" charset="-127"/>
                          <a:ea typeface="a고딕14" panose="02020600000000000000" pitchFamily="18" charset="-127"/>
                        </a:rPr>
                        <a:t>17</a:t>
                      </a:r>
                      <a:endParaRPr lang="ko-KR" sz="1000">
                        <a:latin typeface="a고딕14" panose="02020600000000000000" pitchFamily="18" charset="-127"/>
                        <a:ea typeface="a고딕14" panose="02020600000000000000" pitchFamily="18"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sz="1000">
                          <a:latin typeface="a고딕14" panose="02020600000000000000" pitchFamily="18" charset="-127"/>
                          <a:ea typeface="a고딕14" panose="02020600000000000000" pitchFamily="18" charset="-127"/>
                        </a:rPr>
                        <a:t>생성형 AI 문서 작성 + 데이터 분석 결합 + 이론·온라인 학습 적합 → AX + E 결합</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ko-KR" altLang="ko-KR" sz="1000" b="1">
                          <a:latin typeface="a고딕14" panose="02020600000000000000" pitchFamily="18" charset="-127"/>
                          <a:ea typeface="a고딕14" panose="02020600000000000000" pitchFamily="18" charset="-127"/>
                        </a:rPr>
                        <a:t>A</a:t>
                      </a:r>
                      <a:r>
                        <a:rPr lang="en-US" altLang="ko-KR" sz="1000" b="1">
                          <a:latin typeface="a고딕14" panose="02020600000000000000" pitchFamily="18" charset="-127"/>
                          <a:ea typeface="a고딕14" panose="02020600000000000000" pitchFamily="18" charset="-127"/>
                        </a:rPr>
                        <a:t>I </a:t>
                      </a:r>
                    </a:p>
                    <a:p>
                      <a:pPr algn="ctr">
                        <a:buNone/>
                      </a:pPr>
                      <a:r>
                        <a:rPr lang="ko-KR" altLang="en-US" sz="1000" b="1">
                          <a:latin typeface="a고딕14" panose="02020600000000000000" pitchFamily="18" charset="-127"/>
                          <a:ea typeface="a고딕14" panose="02020600000000000000" pitchFamily="18" charset="-127"/>
                        </a:rPr>
                        <a:t>융합</a:t>
                      </a:r>
                      <a:endParaRPr lang="ko-KR" altLang="ko-KR" sz="1000">
                        <a:latin typeface="a고딕14" panose="02020600000000000000" pitchFamily="18" charset="-127"/>
                        <a:ea typeface="a고딕14" panose="02020600000000000000" pitchFamily="18"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extLst>
                  <a:ext uri="{0D108BD9-81ED-4DB2-BD59-A6C34878D82A}">
                    <a16:rowId xmlns:a16="http://schemas.microsoft.com/office/drawing/2014/main" val="3349694771"/>
                  </a:ext>
                </a:extLst>
              </a:tr>
            </a:tbl>
          </a:graphicData>
        </a:graphic>
      </p:graphicFrame>
      <p:sp>
        <p:nvSpPr>
          <p:cNvPr id="8" name="TextBox 7">
            <a:extLst>
              <a:ext uri="{FF2B5EF4-FFF2-40B4-BE49-F238E27FC236}">
                <a16:creationId xmlns:a16="http://schemas.microsoft.com/office/drawing/2014/main" id="{43D1FE3A-AA8B-A918-F620-47301D64C29C}"/>
              </a:ext>
            </a:extLst>
          </p:cNvPr>
          <p:cNvSpPr txBox="1"/>
          <p:nvPr/>
        </p:nvSpPr>
        <p:spPr>
          <a:xfrm>
            <a:off x="596515" y="5910729"/>
            <a:ext cx="7884877" cy="553998"/>
          </a:xfrm>
          <a:prstGeom prst="rect">
            <a:avLst/>
          </a:prstGeom>
          <a:noFill/>
        </p:spPr>
        <p:txBody>
          <a:bodyPr wrap="square" rtlCol="0">
            <a:spAutoFit/>
          </a:bodyPr>
          <a:lstStyle/>
          <a:p>
            <a:pPr marL="171450" indent="-171450" algn="l">
              <a:buFont typeface="Arial" panose="020B0604020202020204" pitchFamily="34" charset="0"/>
              <a:buChar char="•"/>
            </a:pPr>
            <a:r>
              <a:rPr lang="ko-KR" altLang="en-US" sz="1000">
                <a:latin typeface="a고딕12" panose="02020600000000000000" pitchFamily="18" charset="-127"/>
                <a:ea typeface="a고딕12" panose="02020600000000000000" pitchFamily="18" charset="-127"/>
              </a:rPr>
              <a:t>가상훈련 평가지표 </a:t>
            </a:r>
            <a:r>
              <a:rPr lang="en-US" altLang="ko-KR" sz="1000">
                <a:latin typeface="a고딕12" panose="02020600000000000000" pitchFamily="18" charset="-127"/>
                <a:ea typeface="a고딕12" panose="02020600000000000000" pitchFamily="18" charset="-127"/>
              </a:rPr>
              <a:t>= A: </a:t>
            </a:r>
            <a:r>
              <a:rPr lang="ko-KR" altLang="en-US" sz="1000">
                <a:latin typeface="a고딕12" panose="02020600000000000000" pitchFamily="18" charset="-127"/>
                <a:ea typeface="a고딕12" panose="02020600000000000000" pitchFamily="18" charset="-127"/>
              </a:rPr>
              <a:t>실습대체보완</a:t>
            </a:r>
            <a:r>
              <a:rPr lang="en-US" altLang="ko-KR" sz="1000">
                <a:latin typeface="a고딕12" panose="02020600000000000000" pitchFamily="18" charset="-127"/>
                <a:ea typeface="a고딕12" panose="02020600000000000000" pitchFamily="18" charset="-127"/>
              </a:rPr>
              <a:t>, B: </a:t>
            </a:r>
            <a:r>
              <a:rPr lang="ko-KR" altLang="en-US" sz="1000">
                <a:latin typeface="a고딕12" panose="02020600000000000000" pitchFamily="18" charset="-127"/>
                <a:ea typeface="a고딕12" panose="02020600000000000000" pitchFamily="18" charset="-127"/>
              </a:rPr>
              <a:t>반복훈련 적합성</a:t>
            </a:r>
            <a:r>
              <a:rPr lang="en-US" altLang="ko-KR" sz="1000">
                <a:latin typeface="a고딕12" panose="02020600000000000000" pitchFamily="18" charset="-127"/>
                <a:ea typeface="a고딕12" panose="02020600000000000000" pitchFamily="18" charset="-127"/>
              </a:rPr>
              <a:t>, C:</a:t>
            </a:r>
            <a:r>
              <a:rPr lang="ko-KR" altLang="en-US" sz="1000">
                <a:latin typeface="a고딕12" panose="02020600000000000000" pitchFamily="18" charset="-127"/>
                <a:ea typeface="a고딕12" panose="02020600000000000000" pitchFamily="18" charset="-127"/>
              </a:rPr>
              <a:t>안전환경 확보 적합성</a:t>
            </a:r>
            <a:r>
              <a:rPr lang="en-US" altLang="ko-KR" sz="1000">
                <a:latin typeface="a고딕12" panose="02020600000000000000" pitchFamily="18" charset="-127"/>
                <a:ea typeface="a고딕12" panose="02020600000000000000" pitchFamily="18" charset="-127"/>
              </a:rPr>
              <a:t>, </a:t>
            </a:r>
          </a:p>
          <a:p>
            <a:pPr marL="171450" indent="-171450" algn="l">
              <a:buFont typeface="Arial" panose="020B0604020202020204" pitchFamily="34" charset="0"/>
              <a:buChar char="•"/>
            </a:pPr>
            <a:r>
              <a:rPr lang="ko-KR" altLang="en-US" sz="1000">
                <a:latin typeface="a고딕12" panose="02020600000000000000" pitchFamily="18" charset="-127"/>
                <a:ea typeface="a고딕12" panose="02020600000000000000" pitchFamily="18" charset="-127"/>
              </a:rPr>
              <a:t>이러닝 평가지표 </a:t>
            </a:r>
            <a:r>
              <a:rPr lang="en-US" altLang="ko-KR" sz="1000">
                <a:latin typeface="a고딕12" panose="02020600000000000000" pitchFamily="18" charset="-127"/>
                <a:ea typeface="a고딕12" panose="02020600000000000000" pitchFamily="18" charset="-127"/>
              </a:rPr>
              <a:t>= D: </a:t>
            </a:r>
            <a:r>
              <a:rPr lang="ko-KR" altLang="en-US" sz="1000" err="1">
                <a:latin typeface="a고딕12" panose="02020600000000000000" pitchFamily="18" charset="-127"/>
                <a:ea typeface="a고딕12" panose="02020600000000000000" pitchFamily="18" charset="-127"/>
              </a:rPr>
              <a:t>비대면</a:t>
            </a:r>
            <a:r>
              <a:rPr lang="ko-KR" altLang="en-US" sz="1000">
                <a:latin typeface="a고딕12" panose="02020600000000000000" pitchFamily="18" charset="-127"/>
                <a:ea typeface="a고딕12" panose="02020600000000000000" pitchFamily="18" charset="-127"/>
              </a:rPr>
              <a:t> 학습 가능성</a:t>
            </a:r>
            <a:r>
              <a:rPr lang="en-US" altLang="ko-KR" sz="1000">
                <a:latin typeface="a고딕12" panose="02020600000000000000" pitchFamily="18" charset="-127"/>
                <a:ea typeface="a고딕12" panose="02020600000000000000" pitchFamily="18" charset="-127"/>
              </a:rPr>
              <a:t>, E: </a:t>
            </a:r>
            <a:r>
              <a:rPr lang="ko-KR" altLang="en-US" sz="1000">
                <a:latin typeface="a고딕12" panose="02020600000000000000" pitchFamily="18" charset="-127"/>
                <a:ea typeface="a고딕12" panose="02020600000000000000" pitchFamily="18" charset="-127"/>
              </a:rPr>
              <a:t>온라인 기반 학습 적합성</a:t>
            </a:r>
            <a:r>
              <a:rPr lang="en-US" altLang="ko-KR" sz="1000">
                <a:latin typeface="a고딕12" panose="02020600000000000000" pitchFamily="18" charset="-127"/>
                <a:ea typeface="a고딕12" panose="02020600000000000000" pitchFamily="18" charset="-127"/>
              </a:rPr>
              <a:t>,  F: </a:t>
            </a:r>
            <a:r>
              <a:rPr lang="ko-KR" altLang="en-US" sz="1000">
                <a:latin typeface="a고딕12" panose="02020600000000000000" pitchFamily="18" charset="-127"/>
                <a:ea typeface="a고딕12" panose="02020600000000000000" pitchFamily="18" charset="-127"/>
              </a:rPr>
              <a:t>자기주도 학습 적합성</a:t>
            </a:r>
            <a:endParaRPr lang="en-US" altLang="ko-KR" sz="1000">
              <a:latin typeface="a고딕12" panose="02020600000000000000" pitchFamily="18" charset="-127"/>
              <a:ea typeface="a고딕12" panose="02020600000000000000" pitchFamily="18" charset="-127"/>
            </a:endParaRPr>
          </a:p>
          <a:p>
            <a:pPr marL="171450" indent="-171450" algn="l">
              <a:buFont typeface="Arial" panose="020B0604020202020204" pitchFamily="34" charset="0"/>
              <a:buChar char="•"/>
            </a:pPr>
            <a:r>
              <a:rPr lang="en-US" altLang="ko-KR" sz="1000">
                <a:latin typeface="a고딕12" panose="02020600000000000000" pitchFamily="18" charset="-127"/>
                <a:ea typeface="a고딕12" panose="02020600000000000000" pitchFamily="18" charset="-127"/>
              </a:rPr>
              <a:t>AI </a:t>
            </a:r>
            <a:r>
              <a:rPr lang="ko-KR" altLang="en-US" sz="1000">
                <a:latin typeface="a고딕12" panose="02020600000000000000" pitchFamily="18" charset="-127"/>
                <a:ea typeface="a고딕12" panose="02020600000000000000" pitchFamily="18" charset="-127"/>
              </a:rPr>
              <a:t>융합 평가지표 </a:t>
            </a:r>
            <a:r>
              <a:rPr lang="en-US" altLang="ko-KR" sz="1000">
                <a:latin typeface="a고딕12" panose="02020600000000000000" pitchFamily="18" charset="-127"/>
                <a:ea typeface="a고딕12" panose="02020600000000000000" pitchFamily="18" charset="-127"/>
              </a:rPr>
              <a:t>= G :AI </a:t>
            </a:r>
            <a:r>
              <a:rPr lang="ko-KR" altLang="en-US" sz="1000">
                <a:latin typeface="a고딕12" panose="02020600000000000000" pitchFamily="18" charset="-127"/>
                <a:ea typeface="a고딕12" panose="02020600000000000000" pitchFamily="18" charset="-127"/>
              </a:rPr>
              <a:t>도구</a:t>
            </a:r>
            <a:r>
              <a:rPr lang="en-US" altLang="ko-KR" sz="1000">
                <a:latin typeface="a고딕12" panose="02020600000000000000" pitchFamily="18" charset="-127"/>
                <a:ea typeface="a고딕12" panose="02020600000000000000" pitchFamily="18" charset="-127"/>
              </a:rPr>
              <a:t>·</a:t>
            </a:r>
            <a:r>
              <a:rPr lang="ko-KR" altLang="en-US" sz="1000">
                <a:latin typeface="a고딕12" panose="02020600000000000000" pitchFamily="18" charset="-127"/>
                <a:ea typeface="a고딕12" panose="02020600000000000000" pitchFamily="18" charset="-127"/>
              </a:rPr>
              <a:t>기술</a:t>
            </a:r>
            <a:r>
              <a:rPr lang="en-US" altLang="ko-KR" sz="1000">
                <a:latin typeface="a고딕12" panose="02020600000000000000" pitchFamily="18" charset="-127"/>
                <a:ea typeface="a고딕12" panose="02020600000000000000" pitchFamily="18" charset="-127"/>
              </a:rPr>
              <a:t> </a:t>
            </a:r>
            <a:r>
              <a:rPr lang="ko-KR" altLang="en-US" sz="1000">
                <a:latin typeface="a고딕12" panose="02020600000000000000" pitchFamily="18" charset="-127"/>
                <a:ea typeface="a고딕12" panose="02020600000000000000" pitchFamily="18" charset="-127"/>
              </a:rPr>
              <a:t>활용 가능성</a:t>
            </a:r>
            <a:r>
              <a:rPr lang="en-US" altLang="ko-KR" sz="1000">
                <a:latin typeface="a고딕12" panose="02020600000000000000" pitchFamily="18" charset="-127"/>
                <a:ea typeface="a고딕12" panose="02020600000000000000" pitchFamily="18" charset="-127"/>
              </a:rPr>
              <a:t> , H : </a:t>
            </a:r>
            <a:r>
              <a:rPr lang="ko-KR" altLang="en-US" sz="1000">
                <a:latin typeface="a고딕12" panose="02020600000000000000" pitchFamily="18" charset="-127"/>
                <a:ea typeface="a고딕12" panose="02020600000000000000" pitchFamily="18" charset="-127"/>
              </a:rPr>
              <a:t>데이터 기반 학습 적합성</a:t>
            </a:r>
            <a:r>
              <a:rPr lang="en-US" altLang="ko-KR" sz="1000">
                <a:latin typeface="a고딕12" panose="02020600000000000000" pitchFamily="18" charset="-127"/>
                <a:ea typeface="a고딕12" panose="02020600000000000000" pitchFamily="18" charset="-127"/>
              </a:rPr>
              <a:t>, I : AI </a:t>
            </a:r>
            <a:r>
              <a:rPr lang="ko-KR" altLang="en-US" sz="1000">
                <a:latin typeface="a고딕12" panose="02020600000000000000" pitchFamily="18" charset="-127"/>
                <a:ea typeface="a고딕12" panose="02020600000000000000" pitchFamily="18" charset="-127"/>
              </a:rPr>
              <a:t>융합 직무변화 시급성</a:t>
            </a:r>
          </a:p>
        </p:txBody>
      </p:sp>
      <p:grpSp>
        <p:nvGrpSpPr>
          <p:cNvPr id="9" name="Group 484">
            <a:extLst>
              <a:ext uri="{FF2B5EF4-FFF2-40B4-BE49-F238E27FC236}">
                <a16:creationId xmlns:a16="http://schemas.microsoft.com/office/drawing/2014/main" id="{2BC4A80F-F24B-3F2C-0CAF-EDE967DDB86E}"/>
              </a:ext>
            </a:extLst>
          </p:cNvPr>
          <p:cNvGrpSpPr>
            <a:grpSpLocks/>
          </p:cNvGrpSpPr>
          <p:nvPr/>
        </p:nvGrpSpPr>
        <p:grpSpPr bwMode="auto">
          <a:xfrm>
            <a:off x="579610" y="5290750"/>
            <a:ext cx="8837885" cy="735670"/>
            <a:chOff x="352" y="2083"/>
            <a:chExt cx="5546" cy="344"/>
          </a:xfrm>
        </p:grpSpPr>
        <p:sp>
          <p:nvSpPr>
            <p:cNvPr id="10" name="Freeform 486">
              <a:extLst>
                <a:ext uri="{FF2B5EF4-FFF2-40B4-BE49-F238E27FC236}">
                  <a16:creationId xmlns:a16="http://schemas.microsoft.com/office/drawing/2014/main" id="{46C8803B-D7EF-46BB-D84F-47E8B7F4BEF0}"/>
                </a:ext>
              </a:extLst>
            </p:cNvPr>
            <p:cNvSpPr>
              <a:spLocks/>
            </p:cNvSpPr>
            <p:nvPr/>
          </p:nvSpPr>
          <p:spPr bwMode="auto">
            <a:xfrm>
              <a:off x="352" y="2159"/>
              <a:ext cx="5546" cy="268"/>
            </a:xfrm>
            <a:custGeom>
              <a:avLst/>
              <a:gdLst>
                <a:gd name="T0" fmla="*/ 5509 w 5546"/>
                <a:gd name="T1" fmla="*/ 61 h 268"/>
                <a:gd name="T2" fmla="*/ 5481 w 5546"/>
                <a:gd name="T3" fmla="*/ 28 h 268"/>
                <a:gd name="T4" fmla="*/ 5319 w 5546"/>
                <a:gd name="T5" fmla="*/ 0 h 268"/>
                <a:gd name="T6" fmla="*/ 4966 w 5546"/>
                <a:gd name="T7" fmla="*/ 22 h 268"/>
                <a:gd name="T8" fmla="*/ 4452 w 5546"/>
                <a:gd name="T9" fmla="*/ 56 h 268"/>
                <a:gd name="T10" fmla="*/ 3747 w 5546"/>
                <a:gd name="T11" fmla="*/ 5 h 268"/>
                <a:gd name="T12" fmla="*/ 3221 w 5546"/>
                <a:gd name="T13" fmla="*/ 50 h 268"/>
                <a:gd name="T14" fmla="*/ 2869 w 5546"/>
                <a:gd name="T15" fmla="*/ 78 h 268"/>
                <a:gd name="T16" fmla="*/ 2187 w 5546"/>
                <a:gd name="T17" fmla="*/ 39 h 268"/>
                <a:gd name="T18" fmla="*/ 1767 w 5546"/>
                <a:gd name="T19" fmla="*/ 95 h 268"/>
                <a:gd name="T20" fmla="*/ 1561 w 5546"/>
                <a:gd name="T21" fmla="*/ 123 h 268"/>
                <a:gd name="T22" fmla="*/ 945 w 5546"/>
                <a:gd name="T23" fmla="*/ 117 h 268"/>
                <a:gd name="T24" fmla="*/ 532 w 5546"/>
                <a:gd name="T25" fmla="*/ 100 h 268"/>
                <a:gd name="T26" fmla="*/ 162 w 5546"/>
                <a:gd name="T27" fmla="*/ 134 h 268"/>
                <a:gd name="T28" fmla="*/ 0 w 5546"/>
                <a:gd name="T29" fmla="*/ 151 h 268"/>
                <a:gd name="T30" fmla="*/ 677 w 5546"/>
                <a:gd name="T31" fmla="*/ 190 h 268"/>
                <a:gd name="T32" fmla="*/ 3199 w 5546"/>
                <a:gd name="T33" fmla="*/ 173 h 268"/>
                <a:gd name="T34" fmla="*/ 5179 w 5546"/>
                <a:gd name="T35" fmla="*/ 167 h 268"/>
                <a:gd name="T36" fmla="*/ 5509 w 5546"/>
                <a:gd name="T37" fmla="*/ 61 h 2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546"/>
                <a:gd name="T58" fmla="*/ 0 h 268"/>
                <a:gd name="T59" fmla="*/ 5546 w 5546"/>
                <a:gd name="T60" fmla="*/ 268 h 2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546" h="268">
                  <a:moveTo>
                    <a:pt x="5509" y="61"/>
                  </a:moveTo>
                  <a:lnTo>
                    <a:pt x="5481" y="28"/>
                  </a:lnTo>
                  <a:lnTo>
                    <a:pt x="5319" y="0"/>
                  </a:lnTo>
                  <a:lnTo>
                    <a:pt x="4966" y="22"/>
                  </a:lnTo>
                  <a:lnTo>
                    <a:pt x="4452" y="56"/>
                  </a:lnTo>
                  <a:lnTo>
                    <a:pt x="3747" y="5"/>
                  </a:lnTo>
                  <a:lnTo>
                    <a:pt x="3221" y="50"/>
                  </a:lnTo>
                  <a:lnTo>
                    <a:pt x="2869" y="78"/>
                  </a:lnTo>
                  <a:lnTo>
                    <a:pt x="2187" y="39"/>
                  </a:lnTo>
                  <a:lnTo>
                    <a:pt x="1767" y="95"/>
                  </a:lnTo>
                  <a:lnTo>
                    <a:pt x="1561" y="123"/>
                  </a:lnTo>
                  <a:lnTo>
                    <a:pt x="945" y="117"/>
                  </a:lnTo>
                  <a:lnTo>
                    <a:pt x="532" y="100"/>
                  </a:lnTo>
                  <a:lnTo>
                    <a:pt x="162" y="134"/>
                  </a:lnTo>
                  <a:lnTo>
                    <a:pt x="0" y="151"/>
                  </a:lnTo>
                  <a:lnTo>
                    <a:pt x="677" y="190"/>
                  </a:lnTo>
                  <a:lnTo>
                    <a:pt x="3199" y="173"/>
                  </a:lnTo>
                  <a:lnTo>
                    <a:pt x="5179" y="167"/>
                  </a:lnTo>
                  <a:cubicBezTo>
                    <a:pt x="5546" y="155"/>
                    <a:pt x="5520" y="268"/>
                    <a:pt x="5509" y="61"/>
                  </a:cubicBezTo>
                  <a:close/>
                </a:path>
              </a:pathLst>
            </a:custGeom>
            <a:solidFill>
              <a:srgbClr val="FFFFFF"/>
            </a:solidFill>
            <a:ln>
              <a:noFill/>
            </a:ln>
            <a:extLst>
              <a:ext uri="{91240B29-F687-4F45-9708-019B960494DF}">
                <a14:hiddenLine xmlns:a14="http://schemas.microsoft.com/office/drawing/2010/main" w="12700" cap="flat" cmpd="sng">
                  <a:solidFill>
                    <a:srgbClr val="000000"/>
                  </a:solidFill>
                  <a:prstDash val="solid"/>
                  <a:round/>
                  <a:headEnd/>
                  <a:tailEnd/>
                </a14:hiddenLine>
              </a:ext>
            </a:extLst>
          </p:spPr>
          <p:txBody>
            <a:bodyPr anchor="ctr"/>
            <a:lstStyle/>
            <a:p>
              <a:endParaRPr lang="ko-KR" altLang="en-US">
                <a:solidFill>
                  <a:prstClr val="black"/>
                </a:solidFill>
                <a:latin typeface="Arial Narrow" panose="020B0606020202030204" pitchFamily="34" charset="0"/>
                <a:ea typeface="a고딕14" panose="02020600000000000000" pitchFamily="18" charset="-127"/>
              </a:endParaRPr>
            </a:p>
          </p:txBody>
        </p:sp>
        <p:sp>
          <p:nvSpPr>
            <p:cNvPr id="11" name="Freeform 485">
              <a:extLst>
                <a:ext uri="{FF2B5EF4-FFF2-40B4-BE49-F238E27FC236}">
                  <a16:creationId xmlns:a16="http://schemas.microsoft.com/office/drawing/2014/main" id="{052E489D-C21E-4893-5D0C-5DCEDDECC892}"/>
                </a:ext>
              </a:extLst>
            </p:cNvPr>
            <p:cNvSpPr>
              <a:spLocks/>
            </p:cNvSpPr>
            <p:nvPr/>
          </p:nvSpPr>
          <p:spPr bwMode="auto">
            <a:xfrm>
              <a:off x="374" y="2083"/>
              <a:ext cx="5478" cy="231"/>
            </a:xfrm>
            <a:custGeom>
              <a:avLst/>
              <a:gdLst>
                <a:gd name="T0" fmla="*/ 0 w 1706"/>
                <a:gd name="T1" fmla="*/ 1 h 320"/>
                <a:gd name="T2" fmla="*/ 2147483647 w 1706"/>
                <a:gd name="T3" fmla="*/ 1 h 320"/>
                <a:gd name="T4" fmla="*/ 2147483647 w 1706"/>
                <a:gd name="T5" fmla="*/ 1 h 320"/>
                <a:gd name="T6" fmla="*/ 2147483647 w 1706"/>
                <a:gd name="T7" fmla="*/ 1 h 320"/>
                <a:gd name="T8" fmla="*/ 2147483647 w 1706"/>
                <a:gd name="T9" fmla="*/ 1 h 320"/>
                <a:gd name="T10" fmla="*/ 2147483647 w 1706"/>
                <a:gd name="T11" fmla="*/ 0 h 320"/>
                <a:gd name="T12" fmla="*/ 2147483647 w 1706"/>
                <a:gd name="T13" fmla="*/ 1 h 320"/>
                <a:gd name="T14" fmla="*/ 2147483647 w 1706"/>
                <a:gd name="T15" fmla="*/ 1 h 320"/>
                <a:gd name="T16" fmla="*/ 2147483647 w 1706"/>
                <a:gd name="T17" fmla="*/ 1 h 3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06"/>
                <a:gd name="T28" fmla="*/ 0 h 320"/>
                <a:gd name="T29" fmla="*/ 1706 w 1706"/>
                <a:gd name="T30" fmla="*/ 320 h 3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06" h="320">
                  <a:moveTo>
                    <a:pt x="0" y="320"/>
                  </a:moveTo>
                  <a:cubicBezTo>
                    <a:pt x="34" y="300"/>
                    <a:pt x="119" y="207"/>
                    <a:pt x="202" y="197"/>
                  </a:cubicBezTo>
                  <a:cubicBezTo>
                    <a:pt x="285" y="187"/>
                    <a:pt x="412" y="281"/>
                    <a:pt x="498" y="258"/>
                  </a:cubicBezTo>
                  <a:cubicBezTo>
                    <a:pt x="583" y="232"/>
                    <a:pt x="648" y="54"/>
                    <a:pt x="711" y="41"/>
                  </a:cubicBezTo>
                  <a:cubicBezTo>
                    <a:pt x="773" y="28"/>
                    <a:pt x="800" y="181"/>
                    <a:pt x="874" y="174"/>
                  </a:cubicBezTo>
                  <a:cubicBezTo>
                    <a:pt x="949" y="168"/>
                    <a:pt x="1073" y="0"/>
                    <a:pt x="1159" y="0"/>
                  </a:cubicBezTo>
                  <a:cubicBezTo>
                    <a:pt x="1246" y="0"/>
                    <a:pt x="1315" y="161"/>
                    <a:pt x="1394" y="174"/>
                  </a:cubicBezTo>
                  <a:cubicBezTo>
                    <a:pt x="1474" y="189"/>
                    <a:pt x="1583" y="82"/>
                    <a:pt x="1635" y="82"/>
                  </a:cubicBezTo>
                  <a:cubicBezTo>
                    <a:pt x="1687" y="82"/>
                    <a:pt x="1691" y="151"/>
                    <a:pt x="1706" y="168"/>
                  </a:cubicBezTo>
                </a:path>
              </a:pathLst>
            </a:custGeom>
            <a:solidFill>
              <a:srgbClr val="FFFFFF"/>
            </a:solidFill>
            <a:ln w="9525" cap="flat" cmpd="sng">
              <a:solidFill>
                <a:srgbClr val="000000"/>
              </a:solidFill>
              <a:prstDash val="solid"/>
              <a:round/>
              <a:headEnd type="none" w="med" len="med"/>
              <a:tailEnd type="none" w="med" len="med"/>
            </a:ln>
          </p:spPr>
          <p:txBody>
            <a:bodyPr wrap="none" anchor="ctr"/>
            <a:lstStyle/>
            <a:p>
              <a:endParaRPr lang="ko-KR" altLang="en-US">
                <a:solidFill>
                  <a:prstClr val="black"/>
                </a:solidFill>
                <a:latin typeface="Arial Narrow" panose="020B0606020202030204" pitchFamily="34" charset="0"/>
                <a:ea typeface="a고딕14" panose="02020600000000000000" pitchFamily="18" charset="-127"/>
              </a:endParaRPr>
            </a:p>
          </p:txBody>
        </p:sp>
      </p:grpSp>
      <p:sp>
        <p:nvSpPr>
          <p:cNvPr id="12" name="직사각형 11">
            <a:extLst>
              <a:ext uri="{FF2B5EF4-FFF2-40B4-BE49-F238E27FC236}">
                <a16:creationId xmlns:a16="http://schemas.microsoft.com/office/drawing/2014/main" id="{2C4B7D96-74E6-88EA-8104-1E1498D78D4D}"/>
              </a:ext>
            </a:extLst>
          </p:cNvPr>
          <p:cNvSpPr/>
          <p:nvPr/>
        </p:nvSpPr>
        <p:spPr>
          <a:xfrm>
            <a:off x="596900" y="2097088"/>
            <a:ext cx="971550" cy="323847"/>
          </a:xfrm>
          <a:prstGeom prst="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a:solidFill>
                  <a:schemeClr val="bg1"/>
                </a:solidFill>
                <a:latin typeface="Arial Narrow" panose="020B0606020202030204" pitchFamily="34" charset="0"/>
                <a:ea typeface="a고딕14" panose="02020600000000000000" pitchFamily="18" charset="-127"/>
              </a:rPr>
              <a:t>평가 절차</a:t>
            </a:r>
          </a:p>
        </p:txBody>
      </p:sp>
      <p:sp>
        <p:nvSpPr>
          <p:cNvPr id="13" name="직사각형 12">
            <a:extLst>
              <a:ext uri="{FF2B5EF4-FFF2-40B4-BE49-F238E27FC236}">
                <a16:creationId xmlns:a16="http://schemas.microsoft.com/office/drawing/2014/main" id="{0B82C4C0-2C5E-D123-7A8B-20C82FF9894B}"/>
              </a:ext>
            </a:extLst>
          </p:cNvPr>
          <p:cNvSpPr/>
          <p:nvPr/>
        </p:nvSpPr>
        <p:spPr>
          <a:xfrm>
            <a:off x="1892630" y="2097088"/>
            <a:ext cx="1260000" cy="323847"/>
          </a:xfrm>
          <a:prstGeom prst="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a:solidFill>
                  <a:schemeClr val="tx1"/>
                </a:solidFill>
                <a:latin typeface="Arial Narrow" panose="020B0606020202030204" pitchFamily="34" charset="0"/>
                <a:ea typeface="a고딕14" panose="02020600000000000000" pitchFamily="18" charset="-127"/>
              </a:rPr>
              <a:t>생성형 </a:t>
            </a:r>
            <a:r>
              <a:rPr lang="en-US" altLang="ko-KR">
                <a:solidFill>
                  <a:schemeClr val="tx1"/>
                </a:solidFill>
                <a:latin typeface="Arial Narrow" panose="020B0606020202030204" pitchFamily="34" charset="0"/>
                <a:ea typeface="a고딕14" panose="02020600000000000000" pitchFamily="18" charset="-127"/>
              </a:rPr>
              <a:t>AI </a:t>
            </a:r>
            <a:r>
              <a:rPr lang="ko-KR" altLang="en-US">
                <a:solidFill>
                  <a:schemeClr val="tx1"/>
                </a:solidFill>
                <a:latin typeface="Arial Narrow" panose="020B0606020202030204" pitchFamily="34" charset="0"/>
                <a:ea typeface="a고딕14" panose="02020600000000000000" pitchFamily="18" charset="-127"/>
              </a:rPr>
              <a:t>결정</a:t>
            </a:r>
          </a:p>
        </p:txBody>
      </p:sp>
      <p:sp>
        <p:nvSpPr>
          <p:cNvPr id="14" name="직사각형 13">
            <a:extLst>
              <a:ext uri="{FF2B5EF4-FFF2-40B4-BE49-F238E27FC236}">
                <a16:creationId xmlns:a16="http://schemas.microsoft.com/office/drawing/2014/main" id="{8917E7EC-8F2C-8EE8-3144-BAFAFB092051}"/>
              </a:ext>
            </a:extLst>
          </p:cNvPr>
          <p:cNvSpPr/>
          <p:nvPr/>
        </p:nvSpPr>
        <p:spPr>
          <a:xfrm>
            <a:off x="3439126" y="2097088"/>
            <a:ext cx="1260000" cy="323847"/>
          </a:xfrm>
          <a:prstGeom prst="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a:solidFill>
                  <a:schemeClr val="tx1"/>
                </a:solidFill>
                <a:latin typeface="Arial Narrow" panose="020B0606020202030204" pitchFamily="34" charset="0"/>
                <a:ea typeface="a고딕14" panose="02020600000000000000" pitchFamily="18" charset="-127"/>
              </a:rPr>
              <a:t>프롬프트 개발</a:t>
            </a:r>
          </a:p>
        </p:txBody>
      </p:sp>
      <p:sp>
        <p:nvSpPr>
          <p:cNvPr id="15" name="직사각형 14">
            <a:extLst>
              <a:ext uri="{FF2B5EF4-FFF2-40B4-BE49-F238E27FC236}">
                <a16:creationId xmlns:a16="http://schemas.microsoft.com/office/drawing/2014/main" id="{F2FA7DDC-A152-C1A8-FB95-A438528837CC}"/>
              </a:ext>
            </a:extLst>
          </p:cNvPr>
          <p:cNvSpPr/>
          <p:nvPr/>
        </p:nvSpPr>
        <p:spPr>
          <a:xfrm>
            <a:off x="4985622" y="2097088"/>
            <a:ext cx="1260000" cy="323847"/>
          </a:xfrm>
          <a:prstGeom prst="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a:solidFill>
                  <a:schemeClr val="tx1"/>
                </a:solidFill>
                <a:latin typeface="Arial Narrow" panose="020B0606020202030204" pitchFamily="34" charset="0"/>
                <a:ea typeface="a고딕14" panose="02020600000000000000" pitchFamily="18" charset="-127"/>
              </a:rPr>
              <a:t>프롬프트 검증</a:t>
            </a:r>
          </a:p>
        </p:txBody>
      </p:sp>
      <p:sp>
        <p:nvSpPr>
          <p:cNvPr id="16" name="직사각형 15">
            <a:extLst>
              <a:ext uri="{FF2B5EF4-FFF2-40B4-BE49-F238E27FC236}">
                <a16:creationId xmlns:a16="http://schemas.microsoft.com/office/drawing/2014/main" id="{BF2705D2-771E-B26E-3B8B-1C7F0EE687D6}"/>
              </a:ext>
            </a:extLst>
          </p:cNvPr>
          <p:cNvSpPr/>
          <p:nvPr/>
        </p:nvSpPr>
        <p:spPr>
          <a:xfrm>
            <a:off x="6532118" y="2097088"/>
            <a:ext cx="1260000" cy="323847"/>
          </a:xfrm>
          <a:prstGeom prst="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a:solidFill>
                  <a:schemeClr val="tx1"/>
                </a:solidFill>
                <a:latin typeface="Arial Narrow" panose="020B0606020202030204" pitchFamily="34" charset="0"/>
                <a:ea typeface="a고딕14" panose="02020600000000000000" pitchFamily="18" charset="-127"/>
              </a:rPr>
              <a:t>전문가 평가 실시</a:t>
            </a:r>
          </a:p>
        </p:txBody>
      </p:sp>
      <p:sp>
        <p:nvSpPr>
          <p:cNvPr id="17" name="직사각형 16">
            <a:extLst>
              <a:ext uri="{FF2B5EF4-FFF2-40B4-BE49-F238E27FC236}">
                <a16:creationId xmlns:a16="http://schemas.microsoft.com/office/drawing/2014/main" id="{3C4DC1D4-1793-2D0B-C21D-70F35D19D501}"/>
              </a:ext>
            </a:extLst>
          </p:cNvPr>
          <p:cNvSpPr/>
          <p:nvPr/>
        </p:nvSpPr>
        <p:spPr>
          <a:xfrm>
            <a:off x="8078616" y="2097088"/>
            <a:ext cx="1260000" cy="323847"/>
          </a:xfrm>
          <a:prstGeom prst="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a:solidFill>
                  <a:schemeClr val="tx1"/>
                </a:solidFill>
                <a:latin typeface="Arial Narrow" panose="020B0606020202030204" pitchFamily="34" charset="0"/>
                <a:ea typeface="a고딕14" panose="02020600000000000000" pitchFamily="18" charset="-127"/>
              </a:rPr>
              <a:t>결과 검토 및 보완</a:t>
            </a:r>
          </a:p>
        </p:txBody>
      </p:sp>
    </p:spTree>
    <p:extLst>
      <p:ext uri="{BB962C8B-B14F-4D97-AF65-F5344CB8AC3E}">
        <p14:creationId xmlns:p14="http://schemas.microsoft.com/office/powerpoint/2010/main" val="19992866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ABFCE-08D2-1A12-E17F-914B238D9032}"/>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6A891447-C726-9821-9ACB-5D0165AC9BFF}"/>
              </a:ext>
            </a:extLst>
          </p:cNvPr>
          <p:cNvSpPr>
            <a:spLocks noGrp="1"/>
          </p:cNvSpPr>
          <p:nvPr>
            <p:ph type="body" sz="quarter" idx="12"/>
          </p:nvPr>
        </p:nvSpPr>
        <p:spPr/>
        <p:txBody>
          <a:bodyPr vert="horz" wrap="square" lIns="0" tIns="45720" rIns="0" bIns="0" rtlCol="0">
            <a:noAutofit/>
          </a:bodyPr>
          <a:lstStyle/>
          <a:p>
            <a:pPr algn="l" latinLnBrk="0"/>
            <a:r>
              <a:rPr lang="ko-KR" altLang="ko-KR" err="1"/>
              <a:t>평생·디지털</a:t>
            </a:r>
            <a:r>
              <a:rPr lang="ko-KR" altLang="ko-KR"/>
              <a:t> 분야 200개 </a:t>
            </a:r>
            <a:r>
              <a:rPr lang="ko-KR" altLang="ko-KR" err="1"/>
              <a:t>과목개요서를</a:t>
            </a:r>
            <a:r>
              <a:rPr lang="ko-KR" altLang="ko-KR"/>
              <a:t> 본 사업 신규 양식 개편(안)</a:t>
            </a:r>
            <a:r>
              <a:rPr lang="ko-KR" altLang="ko-KR" err="1"/>
              <a:t>으로</a:t>
            </a:r>
            <a:r>
              <a:rPr lang="ko-KR" altLang="ko-KR"/>
              <a:t> 작성하되, AX·GX 융합 항목을 추가하여 </a:t>
            </a:r>
            <a:r>
              <a:rPr lang="ko-KR" altLang="ko-KR" err="1"/>
              <a:t>산업·기술</a:t>
            </a:r>
            <a:r>
              <a:rPr lang="ko-KR" altLang="ko-KR"/>
              <a:t> 변화에 대응하는 차세대 과목 체계로 </a:t>
            </a:r>
            <a:r>
              <a:rPr lang="ko-KR" altLang="ko-KR" err="1"/>
              <a:t>고도화하고자</a:t>
            </a:r>
            <a:r>
              <a:rPr lang="ko-KR" altLang="ko-KR"/>
              <a:t> 함</a:t>
            </a:r>
            <a:endParaRPr lang="ko-KR" altLang="ko-KR" dirty="0"/>
          </a:p>
        </p:txBody>
      </p:sp>
      <p:sp>
        <p:nvSpPr>
          <p:cNvPr id="5" name="텍스트 개체 틀 4">
            <a:extLst>
              <a:ext uri="{FF2B5EF4-FFF2-40B4-BE49-F238E27FC236}">
                <a16:creationId xmlns:a16="http://schemas.microsoft.com/office/drawing/2014/main" id="{B40B6815-AD83-AA32-83F0-F4B7ED0E7654}"/>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3CBD017E-AFBB-AAC2-0917-75E06F0DB352}"/>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en-US" altLang="ko-KR" sz="1200" dirty="0">
                <a:solidFill>
                  <a:schemeClr val="bg1"/>
                </a:solidFill>
              </a:rPr>
              <a:t>Step7. </a:t>
            </a:r>
            <a:r>
              <a:rPr lang="ko-KR" altLang="en-US" sz="1200" dirty="0">
                <a:solidFill>
                  <a:schemeClr val="bg1"/>
                </a:solidFill>
              </a:rPr>
              <a:t>평생</a:t>
            </a:r>
            <a:r>
              <a:rPr lang="en-US" altLang="ko-KR" sz="1200" dirty="0">
                <a:solidFill>
                  <a:schemeClr val="bg1"/>
                </a:solidFill>
              </a:rPr>
              <a:t>·</a:t>
            </a:r>
            <a:r>
              <a:rPr lang="ko-KR" altLang="en-US" sz="1200" dirty="0">
                <a:solidFill>
                  <a:schemeClr val="bg1"/>
                </a:solidFill>
              </a:rPr>
              <a:t>디지털</a:t>
            </a:r>
            <a:r>
              <a:rPr lang="en-US" altLang="ko-KR" sz="1200" dirty="0">
                <a:solidFill>
                  <a:schemeClr val="bg1"/>
                </a:solidFill>
              </a:rPr>
              <a:t> </a:t>
            </a:r>
            <a:r>
              <a:rPr lang="ko-KR" altLang="en-US" sz="1200" dirty="0">
                <a:solidFill>
                  <a:schemeClr val="bg1"/>
                </a:solidFill>
              </a:rPr>
              <a:t>분야 과목개요서 개발</a:t>
            </a:r>
          </a:p>
        </p:txBody>
      </p:sp>
      <p:sp>
        <p:nvSpPr>
          <p:cNvPr id="12" name="직사각형 11">
            <a:extLst>
              <a:ext uri="{FF2B5EF4-FFF2-40B4-BE49-F238E27FC236}">
                <a16:creationId xmlns:a16="http://schemas.microsoft.com/office/drawing/2014/main" id="{F0147235-677A-8EA3-3013-BD5B44E79431}"/>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4. </a:t>
            </a:r>
            <a:r>
              <a:rPr lang="ko-KR" altLang="en-US" sz="1100" dirty="0">
                <a:solidFill>
                  <a:srgbClr val="003F56"/>
                </a:solidFill>
                <a:latin typeface="a고딕14"/>
                <a:ea typeface="a고딕14"/>
              </a:rPr>
              <a:t>신규 과목 도출 및 과목개요서 개발</a:t>
            </a:r>
          </a:p>
        </p:txBody>
      </p:sp>
      <p:graphicFrame>
        <p:nvGraphicFramePr>
          <p:cNvPr id="28" name="표 27">
            <a:extLst>
              <a:ext uri="{FF2B5EF4-FFF2-40B4-BE49-F238E27FC236}">
                <a16:creationId xmlns:a16="http://schemas.microsoft.com/office/drawing/2014/main" id="{1B800C36-0267-55B8-D49E-F98A1758E571}"/>
              </a:ext>
            </a:extLst>
          </p:cNvPr>
          <p:cNvGraphicFramePr>
            <a:graphicFrameLocks noGrp="1"/>
          </p:cNvGraphicFramePr>
          <p:nvPr/>
        </p:nvGraphicFramePr>
        <p:xfrm>
          <a:off x="596901" y="2080898"/>
          <a:ext cx="4694365" cy="4408811"/>
        </p:xfrm>
        <a:graphic>
          <a:graphicData uri="http://schemas.openxmlformats.org/drawingml/2006/table">
            <a:tbl>
              <a:tblPr/>
              <a:tblGrid>
                <a:gridCol w="913215">
                  <a:extLst>
                    <a:ext uri="{9D8B030D-6E8A-4147-A177-3AD203B41FA5}">
                      <a16:colId xmlns:a16="http://schemas.microsoft.com/office/drawing/2014/main" val="2468389198"/>
                    </a:ext>
                  </a:extLst>
                </a:gridCol>
                <a:gridCol w="395867">
                  <a:extLst>
                    <a:ext uri="{9D8B030D-6E8A-4147-A177-3AD203B41FA5}">
                      <a16:colId xmlns:a16="http://schemas.microsoft.com/office/drawing/2014/main" val="1151610060"/>
                    </a:ext>
                  </a:extLst>
                </a:gridCol>
                <a:gridCol w="312411">
                  <a:extLst>
                    <a:ext uri="{9D8B030D-6E8A-4147-A177-3AD203B41FA5}">
                      <a16:colId xmlns:a16="http://schemas.microsoft.com/office/drawing/2014/main" val="2798674245"/>
                    </a:ext>
                  </a:extLst>
                </a:gridCol>
                <a:gridCol w="205262">
                  <a:extLst>
                    <a:ext uri="{9D8B030D-6E8A-4147-A177-3AD203B41FA5}">
                      <a16:colId xmlns:a16="http://schemas.microsoft.com/office/drawing/2014/main" val="3835800896"/>
                    </a:ext>
                  </a:extLst>
                </a:gridCol>
                <a:gridCol w="334964">
                  <a:extLst>
                    <a:ext uri="{9D8B030D-6E8A-4147-A177-3AD203B41FA5}">
                      <a16:colId xmlns:a16="http://schemas.microsoft.com/office/drawing/2014/main" val="3292686089"/>
                    </a:ext>
                  </a:extLst>
                </a:gridCol>
                <a:gridCol w="379658">
                  <a:extLst>
                    <a:ext uri="{9D8B030D-6E8A-4147-A177-3AD203B41FA5}">
                      <a16:colId xmlns:a16="http://schemas.microsoft.com/office/drawing/2014/main" val="2594785630"/>
                    </a:ext>
                  </a:extLst>
                </a:gridCol>
                <a:gridCol w="260885">
                  <a:extLst>
                    <a:ext uri="{9D8B030D-6E8A-4147-A177-3AD203B41FA5}">
                      <a16:colId xmlns:a16="http://schemas.microsoft.com/office/drawing/2014/main" val="1701691995"/>
                    </a:ext>
                  </a:extLst>
                </a:gridCol>
                <a:gridCol w="162275">
                  <a:extLst>
                    <a:ext uri="{9D8B030D-6E8A-4147-A177-3AD203B41FA5}">
                      <a16:colId xmlns:a16="http://schemas.microsoft.com/office/drawing/2014/main" val="1926901461"/>
                    </a:ext>
                  </a:extLst>
                </a:gridCol>
                <a:gridCol w="210325">
                  <a:extLst>
                    <a:ext uri="{9D8B030D-6E8A-4147-A177-3AD203B41FA5}">
                      <a16:colId xmlns:a16="http://schemas.microsoft.com/office/drawing/2014/main" val="3475756437"/>
                    </a:ext>
                  </a:extLst>
                </a:gridCol>
                <a:gridCol w="212836">
                  <a:extLst>
                    <a:ext uri="{9D8B030D-6E8A-4147-A177-3AD203B41FA5}">
                      <a16:colId xmlns:a16="http://schemas.microsoft.com/office/drawing/2014/main" val="2244871114"/>
                    </a:ext>
                  </a:extLst>
                </a:gridCol>
                <a:gridCol w="145449">
                  <a:extLst>
                    <a:ext uri="{9D8B030D-6E8A-4147-A177-3AD203B41FA5}">
                      <a16:colId xmlns:a16="http://schemas.microsoft.com/office/drawing/2014/main" val="1257964420"/>
                    </a:ext>
                  </a:extLst>
                </a:gridCol>
                <a:gridCol w="217497">
                  <a:extLst>
                    <a:ext uri="{9D8B030D-6E8A-4147-A177-3AD203B41FA5}">
                      <a16:colId xmlns:a16="http://schemas.microsoft.com/office/drawing/2014/main" val="853848392"/>
                    </a:ext>
                  </a:extLst>
                </a:gridCol>
                <a:gridCol w="97400">
                  <a:extLst>
                    <a:ext uri="{9D8B030D-6E8A-4147-A177-3AD203B41FA5}">
                      <a16:colId xmlns:a16="http://schemas.microsoft.com/office/drawing/2014/main" val="1212860725"/>
                    </a:ext>
                  </a:extLst>
                </a:gridCol>
                <a:gridCol w="200671">
                  <a:extLst>
                    <a:ext uri="{9D8B030D-6E8A-4147-A177-3AD203B41FA5}">
                      <a16:colId xmlns:a16="http://schemas.microsoft.com/office/drawing/2014/main" val="1195611683"/>
                    </a:ext>
                  </a:extLst>
                </a:gridCol>
                <a:gridCol w="222490">
                  <a:extLst>
                    <a:ext uri="{9D8B030D-6E8A-4147-A177-3AD203B41FA5}">
                      <a16:colId xmlns:a16="http://schemas.microsoft.com/office/drawing/2014/main" val="3153792975"/>
                    </a:ext>
                  </a:extLst>
                </a:gridCol>
                <a:gridCol w="423160">
                  <a:extLst>
                    <a:ext uri="{9D8B030D-6E8A-4147-A177-3AD203B41FA5}">
                      <a16:colId xmlns:a16="http://schemas.microsoft.com/office/drawing/2014/main" val="3580534633"/>
                    </a:ext>
                  </a:extLst>
                </a:gridCol>
              </a:tblGrid>
              <a:tr h="188871">
                <a:tc gridSpan="16">
                  <a:txBody>
                    <a:bodyPr/>
                    <a:lstStyle/>
                    <a:p>
                      <a:pPr algn="ctr" fontAlgn="ctr"/>
                      <a:r>
                        <a:rPr lang="ko-KR" altLang="en-US" sz="1050" b="1" i="0" u="none" strike="noStrike" dirty="0">
                          <a:solidFill>
                            <a:schemeClr val="bg1"/>
                          </a:solidFill>
                          <a:effectLst/>
                          <a:latin typeface="a고딕14" panose="02020600000000000000" pitchFamily="18" charset="-127"/>
                          <a:ea typeface="a고딕14" panose="02020600000000000000" pitchFamily="18" charset="-127"/>
                        </a:rPr>
                        <a:t>과정 개요서</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extLst>
                  <a:ext uri="{0D108BD9-81ED-4DB2-BD59-A6C34878D82A}">
                    <a16:rowId xmlns:a16="http://schemas.microsoft.com/office/drawing/2014/main" val="3064321093"/>
                  </a:ext>
                </a:extLst>
              </a:tr>
              <a:tr h="133402">
                <a:tc rowSpan="4">
                  <a:txBody>
                    <a:bodyPr/>
                    <a:lstStyle/>
                    <a:p>
                      <a:pPr algn="ctr" fontAlgn="ct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분야 구분</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fontAlgn="ctr"/>
                      <a:r>
                        <a:rPr lang="ko-KR" altLang="en-US" sz="700" b="0" i="0" u="none" strike="noStrike">
                          <a:solidFill>
                            <a:srgbClr val="000000"/>
                          </a:solidFill>
                          <a:effectLst/>
                          <a:latin typeface="a고딕14" panose="02020600000000000000" pitchFamily="18" charset="-127"/>
                          <a:ea typeface="a고딕14" panose="02020600000000000000" pitchFamily="18" charset="-127"/>
                        </a:rPr>
                        <a:t>　</a:t>
                      </a:r>
                      <a:endParaRPr lang="ko-KR" altLang="en-US" sz="700" b="0" i="0" u="none" strike="noStrike" dirty="0">
                        <a:solidFill>
                          <a:srgbClr val="000000"/>
                        </a:solidFill>
                        <a:effectLst/>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fontAlgn="ctr"/>
                      <a:r>
                        <a:rPr lang="en-US" altLang="ko-KR" sz="700" b="1" i="0" u="none" strike="noStrike" dirty="0">
                          <a:solidFill>
                            <a:srgbClr val="0000FF"/>
                          </a:solidFill>
                          <a:effectLst/>
                          <a:latin typeface="a고딕14" panose="02020600000000000000" pitchFamily="18" charset="-127"/>
                          <a:ea typeface="a고딕14" panose="02020600000000000000" pitchFamily="18" charset="-127"/>
                        </a:rPr>
                        <a:t>AI </a:t>
                      </a:r>
                      <a:r>
                        <a:rPr lang="ko-KR" altLang="en-US" sz="700" b="1" i="0" u="none" strike="noStrike" dirty="0">
                          <a:solidFill>
                            <a:srgbClr val="0000FF"/>
                          </a:solidFill>
                          <a:effectLst/>
                          <a:latin typeface="a고딕14" panose="02020600000000000000" pitchFamily="18" charset="-127"/>
                          <a:ea typeface="a고딕14" panose="02020600000000000000" pitchFamily="18" charset="-127"/>
                        </a:rPr>
                        <a:t>융합</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dirty="0">
                          <a:solidFill>
                            <a:srgbClr val="000000"/>
                          </a:solidFill>
                          <a:effectLst/>
                          <a:latin typeface="+mj-ea"/>
                          <a:ea typeface="+mj-ea"/>
                        </a:rPr>
                        <a:t>디지털 신기술</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4" gridSpan="4">
                  <a:txBody>
                    <a:bodyPr/>
                    <a:lstStyle/>
                    <a:p>
                      <a:pPr algn="ctr" fontAlgn="ctr"/>
                      <a:r>
                        <a:rPr lang="ko-KR" altLang="en-US" sz="700" b="0" i="0" u="none" strike="noStrike" dirty="0">
                          <a:solidFill>
                            <a:schemeClr val="tx1"/>
                          </a:solidFill>
                          <a:effectLst/>
                          <a:latin typeface="a고딕14" panose="02020600000000000000" pitchFamily="18" charset="-127"/>
                          <a:ea typeface="a고딕14" panose="02020600000000000000" pitchFamily="18" charset="-127"/>
                        </a:rPr>
                        <a:t>❶ </a:t>
                      </a:r>
                      <a:r>
                        <a:rPr lang="en-US" sz="700" b="0" i="0" u="none" strike="noStrike" dirty="0">
                          <a:solidFill>
                            <a:srgbClr val="000000"/>
                          </a:solidFill>
                          <a:effectLst/>
                          <a:latin typeface="a고딕14" panose="02020600000000000000" pitchFamily="18" charset="-127"/>
                          <a:ea typeface="a고딕14" panose="02020600000000000000" pitchFamily="18" charset="-127"/>
                        </a:rPr>
                        <a:t>NCS </a:t>
                      </a: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활용 여부</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rowSpan="4" hMerge="1">
                  <a:txBody>
                    <a:bodyPr/>
                    <a:lstStyle/>
                    <a:p>
                      <a:pPr algn="ctr" fontAlgn="ct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활용 여부</a:t>
                      </a:r>
                      <a:endParaRPr lang="ko-KR" altLang="en-US" sz="12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rowSpan="4"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rowSpan="4" hMerge="1">
                  <a:txBody>
                    <a:bodyPr/>
                    <a:lstStyle/>
                    <a:p>
                      <a:pPr latinLnBrk="1"/>
                      <a:endParaRPr lang="ko-KR" altLang="en-US"/>
                    </a:p>
                  </a:txBody>
                  <a:tcPr/>
                </a:tc>
                <a:tc rowSpan="2" gridSpan="3">
                  <a:txBody>
                    <a:bodyPr/>
                    <a:lstStyle/>
                    <a:p>
                      <a:pPr algn="ctr" fontAlgn="ctr"/>
                      <a:r>
                        <a:rPr lang="ko-KR" altLang="en-US" sz="700" b="0" i="0" u="none" strike="noStrike">
                          <a:solidFill>
                            <a:srgbClr val="000000"/>
                          </a:solidFill>
                          <a:effectLst/>
                          <a:latin typeface="a고딕14" panose="02020600000000000000" pitchFamily="18" charset="-127"/>
                          <a:ea typeface="a고딕14" panose="02020600000000000000" pitchFamily="18" charset="-127"/>
                        </a:rPr>
                        <a:t>　</a:t>
                      </a:r>
                      <a:endParaRPr lang="ko-KR" altLang="en-US" sz="700" b="0" i="0" u="none" strike="noStrike" dirty="0">
                        <a:solidFill>
                          <a:srgbClr val="000000"/>
                        </a:solidFill>
                        <a:effectLst/>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latinLnBrk="1"/>
                      <a:endParaRPr lang="ko-KR" altLang="en-US"/>
                    </a:p>
                  </a:txBody>
                  <a:tcPr/>
                </a:tc>
                <a:tc rowSpan="2"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chemeClr val="tx1">
                          <a:lumMod val="50000"/>
                          <a:lumOff val="50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noFill/>
                  </a:tcPr>
                </a:tc>
                <a:tc rowSpan="2" gridSpan="4">
                  <a:txBody>
                    <a:bodyPr/>
                    <a:lstStyle/>
                    <a:p>
                      <a:pPr algn="ctr" latinLnBrk="1"/>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활용</a:t>
                      </a:r>
                      <a:endParaRPr lang="ko-KR" altLang="en-US" sz="1200" dirty="0">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latinLnBrk="1"/>
                      <a:endParaRPr lang="ko-KR" altLang="en-US"/>
                    </a:p>
                  </a:txBody>
                  <a:tcPr/>
                </a:tc>
                <a:tc rowSpan="2" hMerge="1">
                  <a:txBody>
                    <a:bodyPr/>
                    <a:lstStyle/>
                    <a:p>
                      <a:pPr algn="ctr" fontAlgn="ctr"/>
                      <a:r>
                        <a:rPr lang="ko-KR" altLang="en-US" sz="1000" b="0" i="0" u="none" strike="noStrike" dirty="0">
                          <a:solidFill>
                            <a:srgbClr val="000000"/>
                          </a:solidFill>
                          <a:effectLst/>
                          <a:latin typeface="+mj-ea"/>
                          <a:ea typeface="+mj-ea"/>
                        </a:rPr>
                        <a:t>활용</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latinLnBrk="1"/>
                      <a:endParaRPr lang="ko-KR" altLang="en-US"/>
                    </a:p>
                  </a:txBody>
                  <a:tcPr/>
                </a:tc>
                <a:extLst>
                  <a:ext uri="{0D108BD9-81ED-4DB2-BD59-A6C34878D82A}">
                    <a16:rowId xmlns:a16="http://schemas.microsoft.com/office/drawing/2014/main" val="620525137"/>
                  </a:ext>
                </a:extLst>
              </a:tr>
              <a:tr h="82402">
                <a:tc vMerge="1">
                  <a:txBody>
                    <a:bodyPr/>
                    <a:lstStyle/>
                    <a:p>
                      <a:pPr latinLnBrk="1"/>
                      <a:endParaRPr lang="ko-KR" altLang="en-US"/>
                    </a:p>
                  </a:txBody>
                  <a:tcPr/>
                </a:tc>
                <a:tc rowSpan="2">
                  <a:txBody>
                    <a:bodyPr/>
                    <a:lstStyle/>
                    <a:p>
                      <a:pPr algn="ctr" fontAlgn="ctr"/>
                      <a:endParaRPr lang="ko-KR" altLang="en-US" sz="700" b="0" i="0" u="none" strike="noStrike" dirty="0">
                        <a:solidFill>
                          <a:srgbClr val="000000"/>
                        </a:solidFill>
                        <a:effectLst/>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rowSpan="2" gridSpan="3">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디지털 신기술</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tc rowSpan="2" hMerge="1">
                  <a:txBody>
                    <a:bodyPr/>
                    <a:lstStyle/>
                    <a:p>
                      <a:pPr latinLnBrk="1"/>
                      <a:endParaRPr lang="ko-KR" altLang="en-US"/>
                    </a:p>
                  </a:txBody>
                  <a:tcPr/>
                </a:tc>
                <a:tc gridSpan="4"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gridSpan="3"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gridSpan="4"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extLst>
                  <a:ext uri="{0D108BD9-81ED-4DB2-BD59-A6C34878D82A}">
                    <a16:rowId xmlns:a16="http://schemas.microsoft.com/office/drawing/2014/main" val="1242916333"/>
                  </a:ext>
                </a:extLst>
              </a:tr>
              <a:tr h="51000">
                <a:tc vMerge="1">
                  <a:txBody>
                    <a:bodyPr/>
                    <a:lstStyle/>
                    <a:p>
                      <a:pPr latinLnBrk="1"/>
                      <a:endParaRPr lang="ko-KR" altLang="en-US"/>
                    </a:p>
                  </a:txBody>
                  <a:tcPr/>
                </a:tc>
                <a:tc vMerge="1">
                  <a:txBody>
                    <a:bodyPr/>
                    <a:lstStyle/>
                    <a:p>
                      <a:pPr algn="ctr" fontAlgn="ctr"/>
                      <a:endParaRPr lang="ko-KR" altLang="en-US" sz="800" b="0" i="0" u="none" strike="noStrike" dirty="0">
                        <a:solidFill>
                          <a:srgbClr val="000000"/>
                        </a:solidFill>
                        <a:effectLst/>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gridSpan="3" v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lang="ko-KR" altLang="en-US" sz="800" b="0" i="0" u="none" strike="noStrike" dirty="0">
                        <a:solidFill>
                          <a:srgbClr val="000000"/>
                        </a:solidFill>
                        <a:effectLst/>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latinLnBrk="1"/>
                      <a:endParaRPr lang="ko-KR" altLang="en-US"/>
                    </a:p>
                  </a:txBody>
                  <a:tcPr/>
                </a:tc>
                <a:tc hMerge="1" vMerge="1">
                  <a:txBody>
                    <a:bodyPr/>
                    <a:lstStyle/>
                    <a:p>
                      <a:pPr latinLnBrk="1"/>
                      <a:endParaRPr lang="ko-KR" altLang="en-US"/>
                    </a:p>
                  </a:txBody>
                  <a:tcPr/>
                </a:tc>
                <a:tc gridSpan="4"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rowSpan="2" gridSpan="3">
                  <a:txBody>
                    <a:bodyPr/>
                    <a:lstStyle/>
                    <a:p>
                      <a:pPr algn="ctr" fontAlgn="ctr"/>
                      <a:r>
                        <a:rPr lang="ko-KR" altLang="en-US" sz="700" b="0" i="0" u="none" strike="noStrike">
                          <a:solidFill>
                            <a:srgbClr val="000000"/>
                          </a:solidFill>
                          <a:effectLst/>
                          <a:latin typeface="a고딕14" panose="02020600000000000000" pitchFamily="18" charset="-127"/>
                          <a:ea typeface="a고딕14" panose="02020600000000000000" pitchFamily="18" charset="-127"/>
                        </a:rPr>
                        <a:t>　</a:t>
                      </a:r>
                      <a:endParaRPr lang="ko-KR" altLang="en-US" sz="700" b="0" i="0" u="none" strike="noStrike" dirty="0">
                        <a:solidFill>
                          <a:srgbClr val="000000"/>
                        </a:solidFill>
                        <a:effectLst/>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latinLnBrk="1"/>
                      <a:endParaRPr lang="ko-KR" altLang="en-US"/>
                    </a:p>
                  </a:txBody>
                  <a:tcPr/>
                </a:tc>
                <a:tc rowSpan="2" hMerge="1">
                  <a:txBody>
                    <a:bodyPr/>
                    <a:lstStyle/>
                    <a:p>
                      <a:pPr latinLnBrk="1"/>
                      <a:endParaRPr lang="ko-KR" altLang="en-US"/>
                    </a:p>
                  </a:txBody>
                  <a:tcPr/>
                </a:tc>
                <a:tc rowSpan="2" gridSpan="4">
                  <a:txBody>
                    <a:bodyPr/>
                    <a:lstStyle/>
                    <a:p>
                      <a:pPr algn="ctr" latinLnBrk="1"/>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미 활용</a:t>
                      </a:r>
                      <a:endParaRPr lang="ko-KR" altLang="en-US" sz="1200" dirty="0">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latinLnBrk="1"/>
                      <a:endParaRPr lang="ko-KR" altLang="en-US"/>
                    </a:p>
                  </a:txBody>
                  <a:tcPr/>
                </a:tc>
                <a:tc rowSpan="2" hMerge="1">
                  <a:txBody>
                    <a:bodyPr/>
                    <a:lstStyle/>
                    <a:p>
                      <a:pPr latinLnBrk="1"/>
                      <a:endParaRPr lang="ko-KR" altLang="en-US"/>
                    </a:p>
                  </a:txBody>
                  <a:tcPr/>
                </a:tc>
                <a:tc rowSpan="2" hMerge="1">
                  <a:txBody>
                    <a:bodyPr/>
                    <a:lstStyle/>
                    <a:p>
                      <a:pPr latinLnBrk="1"/>
                      <a:endParaRPr lang="ko-KR" altLang="en-US"/>
                    </a:p>
                  </a:txBody>
                  <a:tcPr/>
                </a:tc>
                <a:extLst>
                  <a:ext uri="{0D108BD9-81ED-4DB2-BD59-A6C34878D82A}">
                    <a16:rowId xmlns:a16="http://schemas.microsoft.com/office/drawing/2014/main" val="2229616436"/>
                  </a:ext>
                </a:extLst>
              </a:tr>
              <a:tr h="133402">
                <a:tc vMerge="1">
                  <a:txBody>
                    <a:bodyPr/>
                    <a:lstStyle/>
                    <a:p>
                      <a:pPr latinLnBrk="1"/>
                      <a:endParaRPr lang="ko-KR" altLang="en-US"/>
                    </a:p>
                  </a:txBody>
                  <a:tcPr/>
                </a:tc>
                <a:tc>
                  <a:txBody>
                    <a:bodyPr/>
                    <a:lstStyle/>
                    <a:p>
                      <a:pPr algn="ctr" latinLnBrk="1"/>
                      <a:r>
                        <a:rPr lang="ko-KR" altLang="en-US" sz="700" b="0" i="0" u="none" strike="noStrike">
                          <a:solidFill>
                            <a:srgbClr val="000000"/>
                          </a:solidFill>
                          <a:effectLst/>
                          <a:latin typeface="a고딕14" panose="02020600000000000000" pitchFamily="18" charset="-127"/>
                          <a:ea typeface="a고딕14" panose="02020600000000000000" pitchFamily="18" charset="-127"/>
                        </a:rPr>
                        <a:t>　</a:t>
                      </a:r>
                      <a:endParaRPr lang="ko-KR" altLang="en-US" sz="1200">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latinLnBrk="1"/>
                      <a:r>
                        <a:rPr lang="ko-KR" altLang="en-US" sz="700" b="0" i="0" u="none" strike="noStrike" spc="-150" dirty="0">
                          <a:solidFill>
                            <a:srgbClr val="000000"/>
                          </a:solidFill>
                          <a:effectLst/>
                          <a:latin typeface="a고딕14" panose="02020600000000000000" pitchFamily="18" charset="-127"/>
                          <a:ea typeface="a고딕14" panose="02020600000000000000" pitchFamily="18" charset="-127"/>
                        </a:rPr>
                        <a:t>평생직업능력개발</a:t>
                      </a:r>
                      <a:endParaRPr lang="ko-KR" altLang="en-US" sz="1200" spc="-150" dirty="0">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dirty="0">
                          <a:solidFill>
                            <a:srgbClr val="000000"/>
                          </a:solidFill>
                          <a:effectLst/>
                          <a:latin typeface="+mj-ea"/>
                          <a:ea typeface="+mj-ea"/>
                        </a:rPr>
                        <a:t>평생직업능력개발</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dirty="0">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4" vMerge="1">
                  <a:txBody>
                    <a:bodyPr/>
                    <a:lstStyle/>
                    <a:p>
                      <a:pPr algn="ctr" latinLnBrk="1"/>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gridSpan="3" vMerge="1">
                  <a:txBody>
                    <a:bodyPr/>
                    <a:lstStyle/>
                    <a:p>
                      <a:pPr algn="ctr" latinLnBrk="1"/>
                      <a:r>
                        <a:rPr lang="ko-KR" altLang="en-US" sz="800" b="0" i="0" u="none" strike="noStrike">
                          <a:solidFill>
                            <a:srgbClr val="000000"/>
                          </a:solidFill>
                          <a:effectLst/>
                          <a:latin typeface="a고딕14" panose="02020600000000000000" pitchFamily="18" charset="-127"/>
                          <a:ea typeface="a고딕14" panose="02020600000000000000" pitchFamily="18" charset="-127"/>
                        </a:rPr>
                        <a:t>　</a:t>
                      </a:r>
                      <a:endParaRPr lang="ko-KR" altLang="en-US" sz="1400">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latinLnBrk="1"/>
                      <a:endParaRPr lang="ko-KR" altLang="en-US"/>
                    </a:p>
                  </a:txBody>
                  <a:tcPr/>
                </a:tc>
                <a:tc hMerge="1" v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chemeClr val="tx1">
                          <a:lumMod val="50000"/>
                          <a:lumOff val="50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4" vMerge="1">
                  <a:txBody>
                    <a:bodyPr/>
                    <a:lstStyle/>
                    <a:p>
                      <a:pPr algn="ctr" latinLnBrk="1"/>
                      <a:r>
                        <a:rPr lang="ko-KR" altLang="en-US" sz="800" b="0" i="0" u="none" strike="noStrike" dirty="0">
                          <a:solidFill>
                            <a:srgbClr val="000000"/>
                          </a:solidFill>
                          <a:effectLst/>
                          <a:latin typeface="a고딕14" panose="02020600000000000000" pitchFamily="18" charset="-127"/>
                          <a:ea typeface="a고딕14" panose="02020600000000000000" pitchFamily="18" charset="-127"/>
                        </a:rPr>
                        <a:t>미 활용</a:t>
                      </a:r>
                      <a:endParaRPr lang="ko-KR" altLang="en-US" sz="1400" dirty="0">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latinLnBrk="1"/>
                      <a:endParaRPr lang="ko-KR" altLang="en-US"/>
                    </a:p>
                  </a:txBody>
                  <a:tcPr/>
                </a:tc>
                <a:tc hMerge="1" vMerge="1">
                  <a:txBody>
                    <a:bodyPr/>
                    <a:lstStyle/>
                    <a:p>
                      <a:pPr algn="ctr" fontAlgn="ctr"/>
                      <a:r>
                        <a:rPr lang="ko-KR" altLang="en-US" sz="1000" b="0" i="0" u="none" strike="noStrike">
                          <a:solidFill>
                            <a:srgbClr val="000000"/>
                          </a:solidFill>
                          <a:effectLst/>
                          <a:latin typeface="+mj-ea"/>
                          <a:ea typeface="+mj-ea"/>
                        </a:rPr>
                        <a:t>미활용</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latinLnBrk="1"/>
                      <a:endParaRPr lang="ko-KR" altLang="en-US"/>
                    </a:p>
                  </a:txBody>
                  <a:tcPr/>
                </a:tc>
                <a:extLst>
                  <a:ext uri="{0D108BD9-81ED-4DB2-BD59-A6C34878D82A}">
                    <a16:rowId xmlns:a16="http://schemas.microsoft.com/office/drawing/2014/main" val="1647760639"/>
                  </a:ext>
                </a:extLst>
              </a:tr>
              <a:tr h="133402">
                <a:tc rowSpan="2">
                  <a:txBody>
                    <a:bodyPr/>
                    <a:lstStyle/>
                    <a:p>
                      <a:pPr algn="ctr" fontAlgn="ct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자격연계 가능</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fontAlgn="ctr"/>
                      <a:r>
                        <a:rPr lang="ko-KR" altLang="en-US" sz="700" b="0" i="0" u="none" strike="noStrike">
                          <a:solidFill>
                            <a:srgbClr val="000000"/>
                          </a:solidFill>
                          <a:effectLst/>
                          <a:latin typeface="a고딕14" panose="02020600000000000000" pitchFamily="18" charset="-127"/>
                          <a:ea typeface="a고딕14" panose="02020600000000000000" pitchFamily="18" charset="-127"/>
                        </a:rPr>
                        <a:t>　</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fontAlgn="ct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가능</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가능</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4">
                  <a:txBody>
                    <a:bodyPr/>
                    <a:lstStyle/>
                    <a:p>
                      <a:pPr algn="ctr" fontAlgn="ctr"/>
                      <a:r>
                        <a:rPr lang="ko-KR" altLang="en-US" sz="700" b="0" i="0" u="none" strike="noStrike" kern="1200" spc="-150" dirty="0">
                          <a:solidFill>
                            <a:srgbClr val="000000"/>
                          </a:solidFill>
                          <a:effectLst/>
                          <a:latin typeface="a고딕14" panose="02020600000000000000" pitchFamily="18" charset="-127"/>
                          <a:ea typeface="a고딕14" panose="02020600000000000000" pitchFamily="18" charset="-127"/>
                          <a:cs typeface="+mn-cs"/>
                        </a:rPr>
                        <a:t>❷</a:t>
                      </a:r>
                      <a:r>
                        <a:rPr lang="ko-KR" altLang="en-US" sz="700" b="0" i="0" u="none" strike="noStrike" dirty="0">
                          <a:solidFill>
                            <a:schemeClr val="tx1"/>
                          </a:solidFill>
                          <a:effectLst/>
                          <a:latin typeface="a고딕14" panose="02020600000000000000" pitchFamily="18" charset="-127"/>
                          <a:ea typeface="a고딕14" panose="02020600000000000000" pitchFamily="18" charset="-127"/>
                        </a:rPr>
                        <a:t> </a:t>
                      </a: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자격증 명</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algn="l"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❶ </a:t>
                      </a:r>
                      <a:r>
                        <a:rPr lang="ko-KR" altLang="en-US" sz="1000" b="0" i="0" u="none" strike="noStrike">
                          <a:solidFill>
                            <a:srgbClr val="000000"/>
                          </a:solidFill>
                          <a:effectLst/>
                          <a:latin typeface="+mj-ea"/>
                          <a:ea typeface="+mj-ea"/>
                        </a:rPr>
                        <a:t>자격증 명</a:t>
                      </a:r>
                      <a:endParaRPr lang="ko-KR" altLang="en-US" sz="1200" b="0" i="0" u="none" strike="noStrike">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gridSpan="7">
                  <a:txBody>
                    <a:bodyPr/>
                    <a:lstStyle/>
                    <a:p>
                      <a:pPr algn="ctr" fontAlgn="ct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　</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hMerge="1">
                  <a:txBody>
                    <a:bodyPr/>
                    <a:lstStyle/>
                    <a:p>
                      <a:pPr latinLnBrk="1"/>
                      <a:endParaRPr lang="ko-KR" altLang="en-US"/>
                    </a:p>
                  </a:txBody>
                  <a:tcPr>
                    <a:lnL w="12700" cmpd="sng">
                      <a:noFill/>
                      <a:prstDash val="solid"/>
                    </a:lnL>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943697204"/>
                  </a:ext>
                </a:extLst>
              </a:tr>
              <a:tr h="133402">
                <a:tc vMerge="1">
                  <a:txBody>
                    <a:bodyPr/>
                    <a:lstStyle/>
                    <a:p>
                      <a:pPr latinLnBrk="1"/>
                      <a:endParaRPr lang="ko-KR" altLang="en-US"/>
                    </a:p>
                  </a:txBody>
                  <a:tcPr/>
                </a:tc>
                <a:tc>
                  <a:txBody>
                    <a:bodyPr/>
                    <a:lstStyle/>
                    <a:p>
                      <a:pPr algn="ctr" latinLnBrk="1"/>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　</a:t>
                      </a:r>
                      <a:endParaRPr lang="ko-KR" altLang="en-US" sz="1200" dirty="0">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latinLnBrk="1"/>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불가능</a:t>
                      </a:r>
                      <a:endParaRPr lang="ko-KR" altLang="en-US" sz="1200" dirty="0">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불가능</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4">
                  <a:txBody>
                    <a:bodyPr/>
                    <a:lstStyle/>
                    <a:p>
                      <a:pPr algn="ctr" latinLnBrk="1"/>
                      <a:r>
                        <a:rPr lang="ko-KR" altLang="en-US" sz="700" b="1" kern="0" spc="-50" baseline="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❸ </a:t>
                      </a:r>
                      <a:r>
                        <a:rPr lang="ko-KR" altLang="en-US" sz="700" b="0" i="0" u="none" strike="noStrike" spc="-50" baseline="0" dirty="0">
                          <a:solidFill>
                            <a:srgbClr val="000000"/>
                          </a:solidFill>
                          <a:effectLst/>
                          <a:latin typeface="a고딕14" panose="02020600000000000000" pitchFamily="18" charset="-127"/>
                          <a:ea typeface="a고딕14" panose="02020600000000000000" pitchFamily="18" charset="-127"/>
                        </a:rPr>
                        <a:t>과정개정 검토주기</a:t>
                      </a:r>
                      <a:endParaRPr lang="ko-KR" altLang="en-US" sz="1200" spc="-50" baseline="0" dirty="0">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algn="l" fontAlgn="ctr"/>
                      <a:r>
                        <a:rPr lang="ko-KR" altLang="en-US" sz="1000" b="0" i="0" u="none" strike="noStrike" spc="-150" dirty="0">
                          <a:solidFill>
                            <a:srgbClr val="000000"/>
                          </a:solidFill>
                          <a:effectLst/>
                          <a:latin typeface="+mj-ea"/>
                          <a:ea typeface="+mj-ea"/>
                        </a:rPr>
                        <a:t>❷ 과정개정 검토주기</a:t>
                      </a:r>
                      <a:endParaRPr lang="ko-KR" altLang="en-US" sz="12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gridSpan="7">
                  <a:txBody>
                    <a:bodyPr/>
                    <a:lstStyle/>
                    <a:p>
                      <a:pPr algn="ctr" latinLnBrk="1"/>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 </a:t>
                      </a:r>
                      <a:r>
                        <a:rPr lang="en-US" altLang="ko-KR" sz="700" b="0" i="0" u="none" strike="noStrike" dirty="0">
                          <a:solidFill>
                            <a:srgbClr val="000000"/>
                          </a:solidFill>
                          <a:effectLst/>
                          <a:latin typeface="a고딕14" panose="02020600000000000000" pitchFamily="18" charset="-127"/>
                          <a:ea typeface="a고딕14" panose="02020600000000000000" pitchFamily="18" charset="-127"/>
                        </a:rPr>
                        <a:t>3</a:t>
                      </a: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년 </a:t>
                      </a:r>
                      <a:r>
                        <a:rPr lang="ko-KR" altLang="en-US" sz="700" b="0" i="0" u="none" strike="noStrike" kern="1200" dirty="0">
                          <a:solidFill>
                            <a:srgbClr val="000000"/>
                          </a:solidFill>
                          <a:effectLst/>
                          <a:latin typeface="a고딕14" panose="02020600000000000000" pitchFamily="18" charset="-127"/>
                          <a:ea typeface="a고딕14" panose="02020600000000000000" pitchFamily="18" charset="-127"/>
                          <a:cs typeface="+mn-cs"/>
                        </a:rPr>
                        <a:t>□</a:t>
                      </a: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 </a:t>
                      </a:r>
                      <a:r>
                        <a:rPr lang="en-US" altLang="ko-KR" sz="700" b="0" i="0" u="none" strike="noStrike" dirty="0">
                          <a:solidFill>
                            <a:srgbClr val="000000"/>
                          </a:solidFill>
                          <a:effectLst/>
                          <a:latin typeface="a고딕14" panose="02020600000000000000" pitchFamily="18" charset="-127"/>
                          <a:ea typeface="a고딕14" panose="02020600000000000000" pitchFamily="18" charset="-127"/>
                        </a:rPr>
                        <a:t>5</a:t>
                      </a: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년 □ </a:t>
                      </a:r>
                      <a:r>
                        <a:rPr lang="ko-KR" altLang="en-US" sz="700" b="0" i="0" u="none" strike="noStrike" dirty="0" err="1">
                          <a:solidFill>
                            <a:srgbClr val="000000"/>
                          </a:solidFill>
                          <a:effectLst/>
                          <a:latin typeface="a고딕14" panose="02020600000000000000" pitchFamily="18" charset="-127"/>
                          <a:ea typeface="a고딕14" panose="02020600000000000000" pitchFamily="18" charset="-127"/>
                        </a:rPr>
                        <a:t>해당없음</a:t>
                      </a: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 □　</a:t>
                      </a:r>
                      <a:endParaRPr lang="ko-KR" altLang="en-US" sz="1200" dirty="0">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40846400"/>
                  </a:ext>
                </a:extLst>
              </a:tr>
              <a:tr h="165098">
                <a:tc gridSpan="16">
                  <a:txBody>
                    <a:bodyPr/>
                    <a:lstStyle/>
                    <a:p>
                      <a:pPr algn="l" fontAlgn="ctr"/>
                      <a:r>
                        <a:rPr lang="en-US" altLang="ko-KR" sz="900" b="0" i="0" u="none" strike="noStrike" dirty="0">
                          <a:solidFill>
                            <a:schemeClr val="bg1"/>
                          </a:solidFill>
                          <a:effectLst/>
                          <a:latin typeface="a고딕14" panose="02020600000000000000" pitchFamily="18" charset="-127"/>
                          <a:ea typeface="a고딕14" panose="02020600000000000000" pitchFamily="18" charset="-127"/>
                        </a:rPr>
                        <a:t>1. </a:t>
                      </a:r>
                      <a:r>
                        <a:rPr lang="ko-KR" altLang="en-US" sz="900" b="0" i="0" u="none" strike="noStrike" dirty="0">
                          <a:solidFill>
                            <a:schemeClr val="bg1"/>
                          </a:solidFill>
                          <a:effectLst/>
                          <a:latin typeface="a고딕14" panose="02020600000000000000" pitchFamily="18" charset="-127"/>
                          <a:ea typeface="a고딕14" panose="02020600000000000000" pitchFamily="18" charset="-127"/>
                        </a:rPr>
                        <a:t>과정개요</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lnT w="6350" cap="flat" cmpd="sng" algn="ctr">
                      <a:solidFill>
                        <a:schemeClr val="tx1">
                          <a:lumMod val="50000"/>
                          <a:lumOff val="50000"/>
                        </a:schemeClr>
                      </a:solidFill>
                      <a:prstDash val="solid"/>
                      <a:round/>
                      <a:headEnd type="none" w="med" len="med"/>
                      <a:tailEnd type="none" w="med" len="med"/>
                    </a:lnT>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lnT w="6350" cap="flat" cmpd="sng" algn="ctr">
                      <a:solidFill>
                        <a:schemeClr val="tx1">
                          <a:lumMod val="50000"/>
                          <a:lumOff val="50000"/>
                        </a:schemeClr>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97190291"/>
                  </a:ext>
                </a:extLst>
              </a:tr>
              <a:tr h="133402">
                <a:tc>
                  <a:txBody>
                    <a:bodyPr/>
                    <a:lstStyle/>
                    <a:p>
                      <a:pPr algn="ctr" fontAlgn="ctr"/>
                      <a:r>
                        <a:rPr lang="ko-KR" altLang="en-US" sz="700" b="0" i="0" u="none" strike="noStrike" dirty="0" err="1">
                          <a:solidFill>
                            <a:srgbClr val="000000"/>
                          </a:solidFill>
                          <a:effectLst/>
                          <a:latin typeface="a고딕14" panose="02020600000000000000" pitchFamily="18" charset="-127"/>
                          <a:ea typeface="a고딕14" panose="02020600000000000000" pitchFamily="18" charset="-127"/>
                        </a:rPr>
                        <a:t>과정명</a:t>
                      </a:r>
                      <a:endParaRPr lang="ko-KR" altLang="en-US" sz="700" b="0" i="0" u="none" strike="noStrike" dirty="0">
                        <a:solidFill>
                          <a:srgbClr val="000000"/>
                        </a:solidFill>
                        <a:effectLst/>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　</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577316796"/>
                  </a:ext>
                </a:extLst>
              </a:tr>
              <a:tr h="133402">
                <a:tc>
                  <a:txBody>
                    <a:bodyPr/>
                    <a:lstStyle/>
                    <a:p>
                      <a:pPr algn="ctr" fontAlgn="ctr"/>
                      <a:r>
                        <a:rPr lang="en-US" altLang="ko-KR" sz="700" b="0" i="0" u="none" strike="noStrike" spc="-100" baseline="0" dirty="0">
                          <a:solidFill>
                            <a:srgbClr val="000000"/>
                          </a:solidFill>
                          <a:effectLst/>
                          <a:latin typeface="a고딕14" panose="02020600000000000000" pitchFamily="18" charset="-127"/>
                          <a:ea typeface="a고딕14" panose="02020600000000000000" pitchFamily="18" charset="-127"/>
                        </a:rPr>
                        <a:t>NCS </a:t>
                      </a:r>
                      <a:r>
                        <a:rPr lang="ko-KR" altLang="en-US" sz="700" b="0" i="0" u="none" strike="noStrike" spc="-100" baseline="0" dirty="0">
                          <a:solidFill>
                            <a:srgbClr val="000000"/>
                          </a:solidFill>
                          <a:effectLst/>
                          <a:latin typeface="a고딕14" panose="02020600000000000000" pitchFamily="18" charset="-127"/>
                          <a:ea typeface="a고딕14" panose="02020600000000000000" pitchFamily="18" charset="-127"/>
                        </a:rPr>
                        <a:t>능력단위 정보</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　</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356028320"/>
                  </a:ext>
                </a:extLst>
              </a:tr>
              <a:tr h="133402">
                <a:tc>
                  <a:txBody>
                    <a:bodyPr/>
                    <a:lstStyle/>
                    <a:p>
                      <a:pPr algn="ctr" fontAlgn="ct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과정설명</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700" b="0" i="0" u="none" strike="noStrike">
                          <a:solidFill>
                            <a:srgbClr val="000000"/>
                          </a:solidFill>
                          <a:effectLst/>
                          <a:latin typeface="a고딕14" panose="02020600000000000000" pitchFamily="18" charset="-127"/>
                          <a:ea typeface="a고딕14" panose="02020600000000000000" pitchFamily="18" charset="-127"/>
                        </a:rPr>
                        <a:t>　</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549997002"/>
                  </a:ext>
                </a:extLst>
              </a:tr>
              <a:tr h="133402">
                <a:tc>
                  <a:txBody>
                    <a:bodyPr/>
                    <a:lstStyle/>
                    <a:p>
                      <a:pPr algn="ctr" fontAlgn="ct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학습목표</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　</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9552846"/>
                  </a:ext>
                </a:extLst>
              </a:tr>
              <a:tr h="133402">
                <a:tc>
                  <a:txBody>
                    <a:bodyPr/>
                    <a:lstStyle/>
                    <a:p>
                      <a:pPr algn="ctr" fontAlgn="ct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학습대상</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700" b="0" i="0" u="none" strike="noStrike">
                          <a:solidFill>
                            <a:srgbClr val="000000"/>
                          </a:solidFill>
                          <a:effectLst/>
                          <a:latin typeface="a고딕14" panose="02020600000000000000" pitchFamily="18" charset="-127"/>
                          <a:ea typeface="a고딕14" panose="02020600000000000000" pitchFamily="18" charset="-127"/>
                        </a:rPr>
                        <a:t>　</a:t>
                      </a:r>
                      <a:endParaRPr lang="ko-KR" altLang="en-US" sz="700" b="0" i="0" u="none" strike="noStrike" dirty="0">
                        <a:solidFill>
                          <a:srgbClr val="000000"/>
                        </a:solidFill>
                        <a:effectLst/>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609575344"/>
                  </a:ext>
                </a:extLst>
              </a:tr>
              <a:tr h="133402">
                <a:tc rowSpan="2">
                  <a:txBody>
                    <a:bodyPr/>
                    <a:lstStyle/>
                    <a:p>
                      <a:pPr algn="ctr" fontAlgn="ctr"/>
                      <a:r>
                        <a:rPr lang="ko-KR" altLang="en-US" sz="700" b="0" i="0" u="none" strike="noStrike" kern="1200" dirty="0">
                          <a:solidFill>
                            <a:srgbClr val="000000"/>
                          </a:solidFill>
                          <a:effectLst/>
                          <a:latin typeface="a고딕14" panose="02020600000000000000" pitchFamily="18" charset="-127"/>
                          <a:ea typeface="a고딕14" panose="02020600000000000000" pitchFamily="18" charset="-127"/>
                          <a:cs typeface="+mn-cs"/>
                        </a:rPr>
                        <a:t>❹ </a:t>
                      </a: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과정수준</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5">
                  <a:txBody>
                    <a:bodyPr/>
                    <a:lstStyle/>
                    <a:p>
                      <a:pPr algn="ctr" fontAlgn="ctr"/>
                      <a:r>
                        <a:rPr lang="ko-KR" altLang="en-US" sz="700" b="0" i="0" u="none" strike="noStrike" dirty="0">
                          <a:solidFill>
                            <a:schemeClr val="tx1"/>
                          </a:solidFill>
                          <a:effectLst/>
                          <a:latin typeface="a고딕14" panose="02020600000000000000" pitchFamily="18" charset="-127"/>
                          <a:ea typeface="a고딕14" panose="02020600000000000000" pitchFamily="18" charset="-127"/>
                        </a:rPr>
                        <a:t>난이도</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algn="ctr"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chemeClr val="tx1"/>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0">
                  <a:txBody>
                    <a:bodyPr/>
                    <a:lstStyle/>
                    <a:p>
                      <a:pPr algn="ctr" fontAlgn="ctr"/>
                      <a:r>
                        <a:rPr lang="en-US" sz="700" b="0" i="0" u="none" strike="noStrike" dirty="0">
                          <a:solidFill>
                            <a:schemeClr val="tx1"/>
                          </a:solidFill>
                          <a:effectLst/>
                          <a:latin typeface="a고딕14" panose="02020600000000000000" pitchFamily="18" charset="-127"/>
                          <a:ea typeface="a고딕14" panose="02020600000000000000" pitchFamily="18" charset="-127"/>
                        </a:rPr>
                        <a:t>NCS Level (1~8)</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121477508"/>
                  </a:ext>
                </a:extLst>
              </a:tr>
              <a:tr h="133402">
                <a:tc vMerge="1">
                  <a:txBody>
                    <a:bodyPr/>
                    <a:lstStyle/>
                    <a:p>
                      <a:pPr latinLnBrk="1"/>
                      <a:endParaRPr lang="ko-KR" altLang="en-US"/>
                    </a:p>
                  </a:txBody>
                  <a:tcPr/>
                </a:tc>
                <a:tc gridSpan="5">
                  <a:txBody>
                    <a:bodyPr/>
                    <a:lstStyle/>
                    <a:p>
                      <a:pPr algn="ctr" latinLnBrk="1"/>
                      <a:r>
                        <a:rPr lang="en-US" altLang="ko-KR" sz="700" b="0" i="0" u="none" strike="noStrike">
                          <a:solidFill>
                            <a:srgbClr val="000000"/>
                          </a:solidFill>
                          <a:effectLst/>
                          <a:latin typeface="a고딕14" panose="02020600000000000000" pitchFamily="18" charset="-127"/>
                          <a:ea typeface="a고딕14" panose="02020600000000000000" pitchFamily="18" charset="-127"/>
                        </a:rPr>
                        <a:t>(  )</a:t>
                      </a:r>
                      <a:r>
                        <a:rPr lang="ko-KR" altLang="en-US" sz="700" b="0" i="0" u="none" strike="noStrike">
                          <a:solidFill>
                            <a:srgbClr val="000000"/>
                          </a:solidFill>
                          <a:effectLst/>
                          <a:latin typeface="a고딕14" panose="02020600000000000000" pitchFamily="18" charset="-127"/>
                          <a:ea typeface="a고딕14" panose="02020600000000000000" pitchFamily="18" charset="-127"/>
                        </a:rPr>
                        <a:t>초급  </a:t>
                      </a:r>
                      <a:r>
                        <a:rPr lang="en-US" altLang="ko-KR" sz="700" b="0" i="0" u="none" strike="noStrike">
                          <a:solidFill>
                            <a:srgbClr val="000000"/>
                          </a:solidFill>
                          <a:effectLst/>
                          <a:latin typeface="a고딕14" panose="02020600000000000000" pitchFamily="18" charset="-127"/>
                          <a:ea typeface="a고딕14" panose="02020600000000000000" pitchFamily="18" charset="-127"/>
                        </a:rPr>
                        <a:t>(  )</a:t>
                      </a:r>
                      <a:r>
                        <a:rPr lang="ko-KR" altLang="en-US" sz="700" b="0" i="0" u="none" strike="noStrike">
                          <a:solidFill>
                            <a:srgbClr val="000000"/>
                          </a:solidFill>
                          <a:effectLst/>
                          <a:latin typeface="a고딕14" panose="02020600000000000000" pitchFamily="18" charset="-127"/>
                          <a:ea typeface="a고딕14" panose="02020600000000000000" pitchFamily="18" charset="-127"/>
                        </a:rPr>
                        <a:t>중급  </a:t>
                      </a:r>
                      <a:r>
                        <a:rPr lang="en-US" altLang="ko-KR" sz="700" b="0" i="0" u="none" strike="noStrike">
                          <a:solidFill>
                            <a:srgbClr val="000000"/>
                          </a:solidFill>
                          <a:effectLst/>
                          <a:latin typeface="a고딕14" panose="02020600000000000000" pitchFamily="18" charset="-127"/>
                          <a:ea typeface="a고딕14" panose="02020600000000000000" pitchFamily="18" charset="-127"/>
                        </a:rPr>
                        <a:t>(  )</a:t>
                      </a:r>
                      <a:r>
                        <a:rPr lang="ko-KR" altLang="en-US" sz="700" b="0" i="0" u="none" strike="noStrike">
                          <a:solidFill>
                            <a:srgbClr val="000000"/>
                          </a:solidFill>
                          <a:effectLst/>
                          <a:latin typeface="a고딕14" panose="02020600000000000000" pitchFamily="18" charset="-127"/>
                          <a:ea typeface="a고딕14" panose="02020600000000000000" pitchFamily="18" charset="-127"/>
                        </a:rPr>
                        <a:t>고급</a:t>
                      </a:r>
                      <a:endParaRPr lang="ko-KR" altLang="en-US" sz="1200">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algn="ctr"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latinLnBrk="1"/>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algn="ctr" fontAlgn="ct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①  ②  ③  ④  ⑤  ⑥  ⑦  ⑧</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899481179"/>
                  </a:ext>
                </a:extLst>
              </a:tr>
              <a:tr h="133402">
                <a:tc rowSpan="2">
                  <a:txBody>
                    <a:bodyPr/>
                    <a:lstStyle/>
                    <a:p>
                      <a:pPr algn="ctr" fontAlgn="ctr"/>
                      <a:r>
                        <a:rPr lang="ko-KR" altLang="en-US" sz="700" b="0" i="0" u="none" strike="noStrike" kern="1200" spc="0" dirty="0">
                          <a:solidFill>
                            <a:schemeClr val="tx1"/>
                          </a:solidFill>
                          <a:effectLst/>
                          <a:latin typeface="a고딕14" panose="02020600000000000000" pitchFamily="18" charset="-127"/>
                          <a:ea typeface="a고딕14" panose="02020600000000000000" pitchFamily="18" charset="-127"/>
                          <a:cs typeface="+mn-cs"/>
                        </a:rPr>
                        <a:t>❺ </a:t>
                      </a:r>
                      <a:r>
                        <a:rPr lang="ko-KR" altLang="en-US" sz="700" b="0" i="0" u="none" strike="noStrike" spc="0" dirty="0">
                          <a:solidFill>
                            <a:srgbClr val="000000"/>
                          </a:solidFill>
                          <a:effectLst/>
                          <a:latin typeface="a고딕14" panose="02020600000000000000" pitchFamily="18" charset="-127"/>
                          <a:ea typeface="a고딕14" panose="02020600000000000000" pitchFamily="18" charset="-127"/>
                        </a:rPr>
                        <a:t>활용도구</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3">
                  <a:txBody>
                    <a:bodyPr/>
                    <a:lstStyle/>
                    <a:p>
                      <a:pPr algn="ctr" fontAlgn="ctr"/>
                      <a:r>
                        <a:rPr lang="en-US" sz="700" b="0" i="0" u="none" strike="noStrike" dirty="0">
                          <a:solidFill>
                            <a:srgbClr val="000000"/>
                          </a:solidFill>
                          <a:effectLst/>
                          <a:latin typeface="a고딕14" panose="02020600000000000000" pitchFamily="18" charset="-127"/>
                          <a:ea typeface="a고딕14" panose="02020600000000000000" pitchFamily="18" charset="-127"/>
                        </a:rPr>
                        <a:t>SW</a:t>
                      </a: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명</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algn="l" fontAlgn="ctr"/>
                      <a:r>
                        <a:rPr lang="ko-KR" altLang="en-US" sz="1200" b="0" i="0" u="none" strike="noStrike" dirty="0">
                          <a:solidFill>
                            <a:srgbClr val="000000"/>
                          </a:solidFill>
                          <a:effectLst/>
                          <a:latin typeface="+mj-ea"/>
                          <a:ea typeface="+mj-ea"/>
                        </a:rPr>
                        <a:t>버전</a:t>
                      </a:r>
                    </a:p>
                  </a:txBody>
                  <a:tcPr marL="1772" marR="1772" marT="1772" marB="0" anchor="ctr">
                    <a:lnL w="6350" cap="flat" cmpd="sng" algn="ctr">
                      <a:solidFill>
                        <a:schemeClr val="tx1">
                          <a:lumMod val="50000"/>
                          <a:lumOff val="50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noFill/>
                  </a:tcPr>
                </a:tc>
                <a:tc gridSpan="2">
                  <a:txBody>
                    <a:bodyPr/>
                    <a:lstStyle/>
                    <a:p>
                      <a:pPr algn="ctr" fontAlgn="ct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버전</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5">
                  <a:txBody>
                    <a:bodyPr/>
                    <a:lstStyle/>
                    <a:p>
                      <a:pPr algn="ctr" fontAlgn="ctr"/>
                      <a:r>
                        <a:rPr lang="en-US" sz="700" b="0" i="0" u="none" strike="noStrike">
                          <a:solidFill>
                            <a:srgbClr val="000000"/>
                          </a:solidFill>
                          <a:effectLst/>
                          <a:latin typeface="a고딕14" panose="02020600000000000000" pitchFamily="18" charset="-127"/>
                          <a:ea typeface="a고딕14" panose="02020600000000000000" pitchFamily="18" charset="-127"/>
                        </a:rPr>
                        <a:t>HW</a:t>
                      </a:r>
                      <a:r>
                        <a:rPr lang="ko-KR" altLang="en-US" sz="700" b="0" i="0" u="none" strike="noStrike">
                          <a:solidFill>
                            <a:srgbClr val="000000"/>
                          </a:solidFill>
                          <a:effectLst/>
                          <a:latin typeface="a고딕14" panose="02020600000000000000" pitchFamily="18" charset="-127"/>
                          <a:ea typeface="a고딕14" panose="02020600000000000000" pitchFamily="18" charset="-127"/>
                        </a:rPr>
                        <a:t>명</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gridSpan="5">
                  <a:txBody>
                    <a:bodyPr/>
                    <a:lstStyle/>
                    <a:p>
                      <a:pPr algn="ctr" fontAlgn="ct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버전</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algn="l" fontAlgn="ctr"/>
                      <a:r>
                        <a:rPr lang="ko-KR" altLang="en-US" sz="1200" b="0" i="0" u="none" strike="noStrike">
                          <a:solidFill>
                            <a:srgbClr val="000000"/>
                          </a:solidFill>
                          <a:effectLst/>
                          <a:latin typeface="+mj-ea"/>
                          <a:ea typeface="+mj-ea"/>
                        </a:rPr>
                        <a:t>버전</a:t>
                      </a: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2157529761"/>
                  </a:ext>
                </a:extLst>
              </a:tr>
              <a:tr h="133402">
                <a:tc vMerge="1">
                  <a:txBody>
                    <a:bodyPr/>
                    <a:lstStyle/>
                    <a:p>
                      <a:pPr latinLnBrk="1"/>
                      <a:endParaRPr lang="ko-KR" altLang="en-US"/>
                    </a:p>
                  </a:txBody>
                  <a:tcPr/>
                </a:tc>
                <a:tc gridSpan="3">
                  <a:txBody>
                    <a:bodyPr/>
                    <a:lstStyle/>
                    <a:p>
                      <a:pPr algn="ctr" latinLnBrk="1"/>
                      <a:r>
                        <a:rPr lang="ko-KR" altLang="en-US" sz="700" b="0" i="0" u="none" strike="noStrike">
                          <a:solidFill>
                            <a:srgbClr val="000000"/>
                          </a:solidFill>
                          <a:effectLst/>
                          <a:latin typeface="a고딕14" panose="02020600000000000000" pitchFamily="18" charset="-127"/>
                          <a:ea typeface="a고딕14" panose="02020600000000000000" pitchFamily="18" charset="-127"/>
                        </a:rPr>
                        <a:t>　</a:t>
                      </a:r>
                      <a:endParaRPr lang="ko-KR" altLang="en-US" sz="1200">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algn="l" fontAlgn="ctr"/>
                      <a:r>
                        <a:rPr lang="ko-KR" altLang="en-US" sz="1200" b="0" i="0" u="none" strike="noStrike" dirty="0">
                          <a:solidFill>
                            <a:srgbClr val="000000"/>
                          </a:solidFill>
                          <a:effectLst/>
                          <a:latin typeface="+mj-ea"/>
                          <a:ea typeface="+mj-ea"/>
                        </a:rPr>
                        <a:t>　</a:t>
                      </a:r>
                    </a:p>
                  </a:txBody>
                  <a:tcPr marL="1772" marR="1772" marT="1772" marB="0" anchor="ctr">
                    <a:lnL w="6350" cap="flat" cmpd="sng" algn="ctr">
                      <a:solidFill>
                        <a:schemeClr val="tx1">
                          <a:lumMod val="50000"/>
                          <a:lumOff val="50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ctr" fontAlgn="ct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　</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fontAlgn="ct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　</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gridSpan="5">
                  <a:txBody>
                    <a:bodyPr/>
                    <a:lstStyle/>
                    <a:p>
                      <a:pPr algn="ctr" fontAlgn="ct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　</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algn="l" fontAlgn="ctr"/>
                      <a:r>
                        <a:rPr lang="ko-KR" altLang="en-US" sz="1200" b="0" i="0" u="none" strike="noStrike" dirty="0">
                          <a:solidFill>
                            <a:srgbClr val="000000"/>
                          </a:solidFill>
                          <a:effectLst/>
                          <a:latin typeface="+mj-ea"/>
                          <a:ea typeface="+mj-ea"/>
                        </a:rPr>
                        <a:t>　</a:t>
                      </a: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1371144467"/>
                  </a:ext>
                </a:extLst>
              </a:tr>
              <a:tr h="133402">
                <a:tc>
                  <a:txBody>
                    <a:bodyPr/>
                    <a:lstStyle/>
                    <a:p>
                      <a:pPr algn="ctr" fontAlgn="ct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키워드</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　</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lnT w="6350" cap="flat" cmpd="sng" algn="ctr">
                      <a:solidFill>
                        <a:schemeClr val="tx1">
                          <a:lumMod val="50000"/>
                          <a:lumOff val="50000"/>
                        </a:schemeClr>
                      </a:solidFill>
                      <a:prstDash val="solid"/>
                      <a:round/>
                      <a:headEnd type="none" w="med" len="med"/>
                      <a:tailEnd type="none" w="med" len="med"/>
                    </a:lnT>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571168455"/>
                  </a:ext>
                </a:extLst>
              </a:tr>
              <a:tr h="165098">
                <a:tc gridSpan="16">
                  <a:txBody>
                    <a:bodyPr/>
                    <a:lstStyle/>
                    <a:p>
                      <a:pPr algn="l" fontAlgn="ctr"/>
                      <a:r>
                        <a:rPr lang="en-US" altLang="ko-KR" sz="900" b="0" i="0" u="none" strike="noStrike" dirty="0">
                          <a:solidFill>
                            <a:schemeClr val="bg1"/>
                          </a:solidFill>
                          <a:effectLst/>
                          <a:latin typeface="a고딕14" panose="02020600000000000000" pitchFamily="18" charset="-127"/>
                          <a:ea typeface="a고딕14" panose="02020600000000000000" pitchFamily="18" charset="-127"/>
                        </a:rPr>
                        <a:t>2. </a:t>
                      </a:r>
                      <a:r>
                        <a:rPr lang="ko-KR" altLang="en-US" sz="900" b="0" i="0" u="none" strike="noStrike" dirty="0">
                          <a:solidFill>
                            <a:schemeClr val="bg1"/>
                          </a:solidFill>
                          <a:effectLst/>
                          <a:latin typeface="a고딕14" panose="02020600000000000000" pitchFamily="18" charset="-127"/>
                          <a:ea typeface="a고딕14" panose="02020600000000000000" pitchFamily="18" charset="-127"/>
                        </a:rPr>
                        <a:t>과정내용</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hMerge="1">
                  <a:txBody>
                    <a:bodyPr/>
                    <a:lstStyle/>
                    <a:p>
                      <a:pPr latinLnBrk="1"/>
                      <a:endParaRPr lang="ko-KR" altLang="en-US"/>
                    </a:p>
                  </a:txBody>
                  <a:tcPr>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477418870"/>
                  </a:ext>
                </a:extLst>
              </a:tr>
              <a:tr h="133402">
                <a:tc>
                  <a:txBody>
                    <a:bodyPr/>
                    <a:lstStyle/>
                    <a:p>
                      <a:pPr algn="ctr" fontAlgn="ct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차시</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2">
                  <a:txBody>
                    <a:bodyPr/>
                    <a:lstStyle/>
                    <a:p>
                      <a:pPr algn="ctr" fontAlgn="ctr"/>
                      <a:r>
                        <a:rPr lang="ko-KR" altLang="en-US" sz="700" b="0" i="0" u="none" strike="noStrike" dirty="0" err="1">
                          <a:solidFill>
                            <a:srgbClr val="000000"/>
                          </a:solidFill>
                          <a:effectLst/>
                          <a:latin typeface="a고딕14" panose="02020600000000000000" pitchFamily="18" charset="-127"/>
                          <a:ea typeface="a고딕14" panose="02020600000000000000" pitchFamily="18" charset="-127"/>
                        </a:rPr>
                        <a:t>차시명</a:t>
                      </a:r>
                      <a:endParaRPr lang="ko-KR" altLang="en-US" sz="700" b="0" i="0" u="none" strike="noStrike" dirty="0">
                        <a:solidFill>
                          <a:srgbClr val="000000"/>
                        </a:solidFill>
                        <a:effectLst/>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gridSpan="4">
                  <a:txBody>
                    <a:bodyPr/>
                    <a:lstStyle/>
                    <a:p>
                      <a:pPr algn="ctr" fontAlgn="ct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차시내용</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hMerge="1">
                  <a:txBody>
                    <a:bodyPr/>
                    <a:lstStyle/>
                    <a:p>
                      <a:pPr algn="ctr" fontAlgn="ctr"/>
                      <a:r>
                        <a:rPr lang="en-US" altLang="ko-KR" sz="1000" b="0" i="0" u="none" strike="noStrike" dirty="0">
                          <a:solidFill>
                            <a:srgbClr val="000000"/>
                          </a:solidFill>
                          <a:effectLst/>
                          <a:latin typeface="+mj-ea"/>
                          <a:ea typeface="+mj-ea"/>
                        </a:rPr>
                        <a:t>NSC </a:t>
                      </a:r>
                      <a:r>
                        <a:rPr lang="ko-KR" altLang="en-US" sz="1000" b="0" i="0" u="none" strike="noStrike" dirty="0">
                          <a:solidFill>
                            <a:srgbClr val="000000"/>
                          </a:solidFill>
                          <a:effectLst/>
                          <a:latin typeface="+mj-ea"/>
                          <a:ea typeface="+mj-ea"/>
                        </a:rPr>
                        <a:t>능력단위요소명</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algn="ctr" latinLnBrk="1"/>
                      <a:r>
                        <a:rPr lang="en-US" altLang="ko-KR" sz="700" b="0" i="0" u="none" strike="noStrike" spc="-150" dirty="0">
                          <a:solidFill>
                            <a:srgbClr val="000000"/>
                          </a:solidFill>
                          <a:effectLst/>
                          <a:latin typeface="a고딕14" panose="02020600000000000000" pitchFamily="18" charset="-127"/>
                          <a:ea typeface="a고딕14" panose="02020600000000000000" pitchFamily="18" charset="-127"/>
                        </a:rPr>
                        <a:t>NSC </a:t>
                      </a:r>
                      <a:r>
                        <a:rPr lang="ko-KR" altLang="en-US" sz="700" b="0" i="0" u="none" strike="noStrike" spc="-150" dirty="0">
                          <a:solidFill>
                            <a:srgbClr val="000000"/>
                          </a:solidFill>
                          <a:effectLst/>
                          <a:latin typeface="a고딕14" panose="02020600000000000000" pitchFamily="18" charset="-127"/>
                          <a:ea typeface="a고딕14" panose="02020600000000000000" pitchFamily="18" charset="-127"/>
                        </a:rPr>
                        <a:t>능력단위요소명</a:t>
                      </a:r>
                      <a:endParaRPr lang="ko-KR" altLang="en-US" sz="1200" spc="-150" dirty="0">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hMerge="1">
                  <a:txBody>
                    <a:bodyPr/>
                    <a:lstStyle/>
                    <a:p>
                      <a:pPr algn="ctr"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chemeClr val="tx1">
                          <a:lumMod val="50000"/>
                          <a:lumOff val="50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gridSpan="2">
                  <a:txBody>
                    <a:bodyPr/>
                    <a:lstStyle/>
                    <a:p>
                      <a:pPr algn="ctr" fontAlgn="ctr"/>
                      <a:r>
                        <a:rPr lang="en-US" sz="700" b="0" i="0" u="none" strike="noStrike" dirty="0">
                          <a:solidFill>
                            <a:srgbClr val="000000"/>
                          </a:solidFill>
                          <a:effectLst/>
                          <a:latin typeface="a고딕14" panose="02020600000000000000" pitchFamily="18" charset="-127"/>
                          <a:ea typeface="a고딕14" panose="02020600000000000000" pitchFamily="18" charset="-127"/>
                        </a:rPr>
                        <a:t>NCS Level</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tc>
                <a:extLst>
                  <a:ext uri="{0D108BD9-81ED-4DB2-BD59-A6C34878D82A}">
                    <a16:rowId xmlns:a16="http://schemas.microsoft.com/office/drawing/2014/main" val="2848433269"/>
                  </a:ext>
                </a:extLst>
              </a:tr>
              <a:tr h="101705">
                <a:tc>
                  <a:txBody>
                    <a:bodyPr/>
                    <a:lstStyle/>
                    <a:p>
                      <a:pPr algn="ctr" fontAlgn="ctr"/>
                      <a:r>
                        <a:rPr lang="ko-KR" altLang="en-US" sz="500" b="0" i="0" u="none" strike="noStrike" dirty="0">
                          <a:solidFill>
                            <a:srgbClr val="000000"/>
                          </a:solidFill>
                          <a:effectLst/>
                          <a:latin typeface="a고딕14" panose="02020600000000000000" pitchFamily="18" charset="-127"/>
                          <a:ea typeface="a고딕14" panose="02020600000000000000" pitchFamily="18" charset="-127"/>
                        </a:rPr>
                        <a:t>　</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r>
                        <a:rPr lang="ko-KR" altLang="en-US" sz="500" b="0" i="0" u="none" strike="noStrike" dirty="0">
                          <a:solidFill>
                            <a:srgbClr val="000000"/>
                          </a:solidFill>
                          <a:effectLst/>
                          <a:latin typeface="a고딕14" panose="02020600000000000000" pitchFamily="18" charset="-127"/>
                          <a:ea typeface="a고딕14" panose="02020600000000000000" pitchFamily="18" charset="-127"/>
                        </a:rPr>
                        <a:t>　</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gridSpan="4">
                  <a:txBody>
                    <a:bodyPr/>
                    <a:lstStyle/>
                    <a:p>
                      <a:pPr algn="ctr" fontAlgn="ctr"/>
                      <a:r>
                        <a:rPr lang="ko-KR" altLang="en-US" sz="500" b="0" i="0" u="none" strike="noStrike" dirty="0">
                          <a:solidFill>
                            <a:srgbClr val="000000"/>
                          </a:solidFill>
                          <a:effectLst/>
                          <a:latin typeface="a고딕14" panose="02020600000000000000" pitchFamily="18" charset="-127"/>
                          <a:ea typeface="a고딕14" panose="02020600000000000000" pitchFamily="18" charset="-127"/>
                        </a:rPr>
                        <a:t>　</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algn="ctr" latinLnBrk="1"/>
                      <a:endParaRPr lang="ko-KR" altLang="en-US" sz="500" dirty="0">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chemeClr val="tx1">
                          <a:lumMod val="50000"/>
                          <a:lumOff val="50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gridSpan="2">
                  <a:txBody>
                    <a:bodyPr/>
                    <a:lstStyle/>
                    <a:p>
                      <a:pPr algn="ctr" fontAlgn="ctr"/>
                      <a:r>
                        <a:rPr lang="ko-KR" altLang="en-US" sz="500" b="0" i="0" u="none" strike="noStrike" dirty="0">
                          <a:solidFill>
                            <a:srgbClr val="000000"/>
                          </a:solidFill>
                          <a:effectLst/>
                          <a:latin typeface="a고딕14" panose="02020600000000000000" pitchFamily="18" charset="-127"/>
                          <a:ea typeface="a고딕14" panose="02020600000000000000" pitchFamily="18" charset="-127"/>
                        </a:rPr>
                        <a:t>　</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extLst>
                  <a:ext uri="{0D108BD9-81ED-4DB2-BD59-A6C34878D82A}">
                    <a16:rowId xmlns:a16="http://schemas.microsoft.com/office/drawing/2014/main" val="2360229889"/>
                  </a:ext>
                </a:extLst>
              </a:tr>
              <a:tr h="165098">
                <a:tc gridSpan="16">
                  <a:txBody>
                    <a:bodyPr/>
                    <a:lstStyle/>
                    <a:p>
                      <a:pPr algn="l" fontAlgn="ctr"/>
                      <a:r>
                        <a:rPr lang="en-US" altLang="ko-KR" sz="900" b="0" i="0" u="none" strike="noStrike" dirty="0">
                          <a:solidFill>
                            <a:schemeClr val="bg1"/>
                          </a:solidFill>
                          <a:effectLst/>
                          <a:latin typeface="a고딕14" panose="02020600000000000000" pitchFamily="18" charset="-127"/>
                          <a:ea typeface="a고딕14" panose="02020600000000000000" pitchFamily="18" charset="-127"/>
                        </a:rPr>
                        <a:t>3. </a:t>
                      </a:r>
                      <a:r>
                        <a:rPr lang="ko-KR" altLang="en-US" sz="900" b="0" i="0" u="none" strike="noStrike" dirty="0">
                          <a:solidFill>
                            <a:schemeClr val="bg1"/>
                          </a:solidFill>
                          <a:effectLst/>
                          <a:latin typeface="a고딕14" panose="02020600000000000000" pitchFamily="18" charset="-127"/>
                          <a:ea typeface="a고딕14" panose="02020600000000000000" pitchFamily="18" charset="-127"/>
                        </a:rPr>
                        <a:t>부가정보</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hMerge="1">
                  <a:txBody>
                    <a:bodyPr/>
                    <a:lstStyle/>
                    <a:p>
                      <a:pPr latinLnBrk="1"/>
                      <a:endParaRPr lang="ko-KR" altLang="en-US"/>
                    </a:p>
                  </a:txBody>
                  <a:tcPr>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lnT w="6350" cap="flat" cmpd="sng" algn="ctr">
                      <a:solidFill>
                        <a:schemeClr val="tx1">
                          <a:lumMod val="50000"/>
                          <a:lumOff val="50000"/>
                        </a:schemeClr>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163074883"/>
                  </a:ext>
                </a:extLst>
              </a:tr>
              <a:tr h="133402">
                <a:tc rowSpan="2">
                  <a:txBody>
                    <a:bodyPr/>
                    <a:lstStyle/>
                    <a:p>
                      <a:pPr algn="ctr" fontAlgn="ctr"/>
                      <a:r>
                        <a:rPr lang="ko-KR" altLang="en-US" sz="700" b="0" i="0" u="none" strike="noStrike" spc="-150" dirty="0">
                          <a:solidFill>
                            <a:srgbClr val="000000"/>
                          </a:solidFill>
                          <a:effectLst/>
                          <a:latin typeface="a고딕14" panose="02020600000000000000" pitchFamily="18" charset="-127"/>
                          <a:ea typeface="a고딕14" panose="02020600000000000000" pitchFamily="18" charset="-127"/>
                        </a:rPr>
                        <a:t>❻ 선</a:t>
                      </a:r>
                      <a:r>
                        <a:rPr lang="en-US" altLang="ko-KR" sz="700" b="0" i="0" u="none" strike="noStrike" spc="-150" dirty="0">
                          <a:solidFill>
                            <a:srgbClr val="000000"/>
                          </a:solidFill>
                          <a:effectLst/>
                          <a:latin typeface="a고딕14" panose="02020600000000000000" pitchFamily="18" charset="-127"/>
                          <a:ea typeface="a고딕14" panose="02020600000000000000" pitchFamily="18" charset="-127"/>
                        </a:rPr>
                        <a:t>·</a:t>
                      </a:r>
                      <a:r>
                        <a:rPr lang="ko-KR" altLang="en-US" sz="700" b="0" i="0" u="none" strike="noStrike" spc="-150" dirty="0">
                          <a:solidFill>
                            <a:srgbClr val="000000"/>
                          </a:solidFill>
                          <a:effectLst/>
                          <a:latin typeface="a고딕14" panose="02020600000000000000" pitchFamily="18" charset="-127"/>
                          <a:ea typeface="a고딕14" panose="02020600000000000000" pitchFamily="18" charset="-127"/>
                        </a:rPr>
                        <a:t>후수 과정정보</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5">
                  <a:txBody>
                    <a:bodyPr/>
                    <a:lstStyle/>
                    <a:p>
                      <a:pPr algn="ctr" fontAlgn="ct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선수과정</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algn="ctr"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0">
                  <a:txBody>
                    <a:bodyPr/>
                    <a:lstStyle/>
                    <a:p>
                      <a:pPr algn="ctr" fontAlgn="ct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후수과정</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178456327"/>
                  </a:ext>
                </a:extLst>
              </a:tr>
              <a:tr h="133402">
                <a:tc vMerge="1">
                  <a:txBody>
                    <a:bodyPr/>
                    <a:lstStyle/>
                    <a:p>
                      <a:pPr latinLnBrk="1"/>
                      <a:endParaRPr lang="ko-KR" altLang="en-US"/>
                    </a:p>
                  </a:txBody>
                  <a:tcPr/>
                </a:tc>
                <a:tc gridSpan="5">
                  <a:txBody>
                    <a:bodyPr/>
                    <a:lstStyle/>
                    <a:p>
                      <a:pPr algn="ctr" latinLnBrk="1"/>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　</a:t>
                      </a:r>
                      <a:endParaRPr lang="ko-KR" altLang="en-US" sz="1200" dirty="0">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algn="ctr"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latinLnBrk="1"/>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algn="ctr" fontAlgn="ctr"/>
                      <a:r>
                        <a:rPr lang="ko-KR" altLang="en-US" sz="700" b="0" i="0" u="none" strike="noStrike">
                          <a:solidFill>
                            <a:srgbClr val="000000"/>
                          </a:solidFill>
                          <a:effectLst/>
                          <a:latin typeface="a고딕14" panose="02020600000000000000" pitchFamily="18" charset="-127"/>
                          <a:ea typeface="a고딕14" panose="02020600000000000000" pitchFamily="18" charset="-127"/>
                        </a:rPr>
                        <a:t>　</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060332294"/>
                  </a:ext>
                </a:extLst>
              </a:tr>
              <a:tr h="133402">
                <a:tc rowSpan="8">
                  <a:txBody>
                    <a:bodyPr/>
                    <a:lstStyle/>
                    <a:p>
                      <a:pPr algn="ctr" fontAlgn="ctr"/>
                      <a:r>
                        <a:rPr lang="ko-KR" altLang="en-US" sz="700" b="0" i="0" u="none" strike="noStrike" spc="0" dirty="0">
                          <a:solidFill>
                            <a:srgbClr val="000000"/>
                          </a:solidFill>
                          <a:effectLst/>
                          <a:latin typeface="a고딕14" panose="02020600000000000000" pitchFamily="18" charset="-127"/>
                          <a:ea typeface="a고딕14" panose="02020600000000000000" pitchFamily="18" charset="-127"/>
                        </a:rPr>
                        <a:t>❼과정개발 필요성</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rowSpan="2" gridSpan="5">
                  <a:txBody>
                    <a:bodyPr/>
                    <a:lstStyle/>
                    <a:p>
                      <a:pPr algn="ctr" fontAlgn="ct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구분</a:t>
                      </a: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rowSpan="2"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rowSpan="2"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rowSpan="2" hMerge="1">
                  <a:txBody>
                    <a:bodyPr/>
                    <a:lstStyle/>
                    <a:p>
                      <a:pPr algn="ctr"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0">
                  <a:txBody>
                    <a:bodyPr/>
                    <a:lstStyle/>
                    <a:p>
                      <a:pPr algn="ctr" fontAlgn="ctr"/>
                      <a:r>
                        <a:rPr lang="ko-KR" altLang="en-US" sz="700" b="0" i="0" u="none" strike="noStrike" dirty="0" err="1">
                          <a:solidFill>
                            <a:srgbClr val="000000"/>
                          </a:solidFill>
                          <a:effectLst/>
                          <a:latin typeface="a고딕14" panose="02020600000000000000" pitchFamily="18" charset="-127"/>
                          <a:ea typeface="a고딕14" panose="02020600000000000000" pitchFamily="18" charset="-127"/>
                        </a:rPr>
                        <a:t>개발필요성</a:t>
                      </a:r>
                      <a:endParaRPr lang="ko-KR" altLang="en-US" sz="700" b="0" i="0" u="none" strike="noStrike" dirty="0">
                        <a:solidFill>
                          <a:srgbClr val="000000"/>
                        </a:solidFill>
                        <a:effectLst/>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253713709"/>
                  </a:ext>
                </a:extLst>
              </a:tr>
              <a:tr h="110939">
                <a:tc vMerge="1">
                  <a:txBody>
                    <a:bodyPr/>
                    <a:lstStyle/>
                    <a:p>
                      <a:pPr latinLnBrk="1"/>
                      <a:endParaRPr lang="ko-KR" altLang="en-US"/>
                    </a:p>
                  </a:txBody>
                  <a:tcPr/>
                </a:tc>
                <a:tc gridSpan="5" vMerge="1">
                  <a:txBody>
                    <a:bodyPr/>
                    <a:lstStyle/>
                    <a:p>
                      <a:pPr latinLnBrk="1"/>
                      <a:endParaRPr lang="ko-KR" altLang="en-US"/>
                    </a:p>
                  </a:txBody>
                  <a:tcPr>
                    <a:lnT w="3175" cap="flat" cmpd="sng" algn="ctr">
                      <a:solidFill>
                        <a:schemeClr val="tx1"/>
                      </a:solidFill>
                      <a:prstDash val="solid"/>
                      <a:round/>
                      <a:headEnd type="none" w="med" len="med"/>
                      <a:tailEnd type="none" w="med" len="med"/>
                    </a:lnT>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gridSpan="2">
                  <a:txBody>
                    <a:bodyPr/>
                    <a:lstStyle/>
                    <a:p>
                      <a:pPr algn="ctr" fontAlgn="ctr"/>
                      <a:r>
                        <a:rPr lang="ko-KR" altLang="en-US" sz="700" b="0" i="0" u="none" strike="noStrike" spc="-150" baseline="0" dirty="0" err="1">
                          <a:solidFill>
                            <a:srgbClr val="000000"/>
                          </a:solidFill>
                          <a:effectLst/>
                          <a:latin typeface="a고딕14" panose="02020600000000000000" pitchFamily="18" charset="-127"/>
                          <a:ea typeface="a고딕14" panose="02020600000000000000" pitchFamily="18" charset="-127"/>
                        </a:rPr>
                        <a:t>매우낮음</a:t>
                      </a:r>
                      <a:endParaRPr lang="ko-KR" altLang="en-US" sz="700" b="0" i="0" u="none" strike="noStrike" spc="-150" baseline="0" dirty="0">
                        <a:solidFill>
                          <a:srgbClr val="000000"/>
                        </a:solidFill>
                        <a:effectLst/>
                        <a:latin typeface="a고딕14" panose="02020600000000000000" pitchFamily="18" charset="-127"/>
                        <a:ea typeface="a고딕14" panose="02020600000000000000" pitchFamily="18" charset="-127"/>
                      </a:endParaRP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r>
                        <a:rPr lang="ko-KR" altLang="en-US" sz="700" b="0" i="0" u="none" strike="noStrike" spc="-150" dirty="0">
                          <a:solidFill>
                            <a:srgbClr val="000000"/>
                          </a:solidFill>
                          <a:effectLst/>
                          <a:latin typeface="a고딕14" panose="02020600000000000000" pitchFamily="18" charset="-127"/>
                          <a:ea typeface="a고딕14" panose="02020600000000000000" pitchFamily="18" charset="-127"/>
                        </a:rPr>
                        <a:t>낮음</a:t>
                      </a: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3">
                  <a:txBody>
                    <a:bodyPr/>
                    <a:lstStyle/>
                    <a:p>
                      <a:pPr algn="ctr" fontAlgn="ctr"/>
                      <a:r>
                        <a:rPr lang="ko-KR" altLang="en-US" sz="700" b="0" i="0" u="none" strike="noStrike" spc="-150" dirty="0">
                          <a:solidFill>
                            <a:srgbClr val="000000"/>
                          </a:solidFill>
                          <a:effectLst/>
                          <a:latin typeface="a고딕14" panose="02020600000000000000" pitchFamily="18" charset="-127"/>
                          <a:ea typeface="a고딕14" panose="02020600000000000000" pitchFamily="18" charset="-127"/>
                        </a:rPr>
                        <a:t>보통</a:t>
                      </a: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2">
                  <a:txBody>
                    <a:bodyPr/>
                    <a:lstStyle/>
                    <a:p>
                      <a:pPr algn="ctr" fontAlgn="ctr"/>
                      <a:r>
                        <a:rPr lang="ko-KR" altLang="en-US" sz="700" b="0" i="0" u="none" strike="noStrike" spc="-150" dirty="0">
                          <a:solidFill>
                            <a:srgbClr val="000000"/>
                          </a:solidFill>
                          <a:effectLst/>
                          <a:latin typeface="a고딕14" panose="02020600000000000000" pitchFamily="18" charset="-127"/>
                          <a:ea typeface="a고딕14" panose="02020600000000000000" pitchFamily="18" charset="-127"/>
                        </a:rPr>
                        <a:t>높음</a:t>
                      </a: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700" b="0" i="0" u="none" strike="noStrike" spc="-150" baseline="0" dirty="0" err="1">
                          <a:solidFill>
                            <a:srgbClr val="000000"/>
                          </a:solidFill>
                          <a:effectLst/>
                          <a:latin typeface="a고딕14" panose="02020600000000000000" pitchFamily="18" charset="-127"/>
                          <a:ea typeface="a고딕14" panose="02020600000000000000" pitchFamily="18" charset="-127"/>
                        </a:rPr>
                        <a:t>매우높음</a:t>
                      </a:r>
                      <a:endParaRPr lang="ko-KR" altLang="en-US" sz="700" b="0" i="0" u="none" strike="noStrike" spc="-150" baseline="0" dirty="0">
                        <a:solidFill>
                          <a:srgbClr val="000000"/>
                        </a:solidFill>
                        <a:effectLst/>
                        <a:latin typeface="a고딕14" panose="02020600000000000000" pitchFamily="18" charset="-127"/>
                        <a:ea typeface="a고딕14" panose="02020600000000000000" pitchFamily="18" charset="-127"/>
                      </a:endParaRP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extLst>
                  <a:ext uri="{0D108BD9-81ED-4DB2-BD59-A6C34878D82A}">
                    <a16:rowId xmlns:a16="http://schemas.microsoft.com/office/drawing/2014/main" val="1467472307"/>
                  </a:ext>
                </a:extLst>
              </a:tr>
              <a:tr h="110939">
                <a:tc vMerge="1">
                  <a:txBody>
                    <a:bodyPr/>
                    <a:lstStyle/>
                    <a:p>
                      <a:pPr latinLnBrk="1"/>
                      <a:endParaRPr lang="ko-KR" altLang="en-US"/>
                    </a:p>
                  </a:txBody>
                  <a:tcPr/>
                </a:tc>
                <a:tc>
                  <a:txBody>
                    <a:bodyPr/>
                    <a:lstStyle/>
                    <a:p>
                      <a:pPr algn="ctr" latinLnBrk="1"/>
                      <a:r>
                        <a:rPr lang="ko-KR" altLang="en-US" sz="700" b="0" i="0" u="none" strike="noStrike">
                          <a:solidFill>
                            <a:srgbClr val="000000"/>
                          </a:solidFill>
                          <a:effectLst/>
                          <a:latin typeface="a고딕14" panose="02020600000000000000" pitchFamily="18" charset="-127"/>
                          <a:ea typeface="a고딕14" panose="02020600000000000000" pitchFamily="18" charset="-127"/>
                        </a:rPr>
                        <a:t>　</a:t>
                      </a:r>
                      <a:endParaRPr lang="ko-KR" altLang="en-US" sz="1200">
                        <a:latin typeface="a고딕14" panose="02020600000000000000" pitchFamily="18" charset="-127"/>
                        <a:ea typeface="a고딕14" panose="02020600000000000000" pitchFamily="18" charset="-127"/>
                      </a:endParaRPr>
                    </a:p>
                  </a:txBody>
                  <a:tcPr marL="7200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집체교육</a:t>
                      </a:r>
                      <a:endParaRPr lang="ko-KR" altLang="en-US" sz="1600" dirty="0"/>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dirty="0">
                          <a:solidFill>
                            <a:srgbClr val="000000"/>
                          </a:solidFill>
                          <a:effectLst/>
                          <a:latin typeface="+mj-ea"/>
                          <a:ea typeface="+mj-ea"/>
                        </a:rPr>
                        <a:t>집체교육</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700" b="0" i="0" u="none" strike="noStrike" spc="-150" dirty="0">
                        <a:solidFill>
                          <a:srgbClr val="000000"/>
                        </a:solidFill>
                        <a:effectLst/>
                        <a:latin typeface="a고딕14" panose="02020600000000000000" pitchFamily="18" charset="-127"/>
                        <a:ea typeface="a고딕14" panose="02020600000000000000" pitchFamily="18" charset="-127"/>
                      </a:endParaRP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700" b="0" i="0" u="none" strike="noStrike" spc="-150" dirty="0">
                        <a:solidFill>
                          <a:srgbClr val="000000"/>
                        </a:solidFill>
                        <a:effectLst/>
                        <a:latin typeface="a고딕14" panose="02020600000000000000" pitchFamily="18" charset="-127"/>
                        <a:ea typeface="a고딕14" panose="02020600000000000000" pitchFamily="18" charset="-127"/>
                      </a:endParaRP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fontAlgn="ctr"/>
                      <a:endParaRPr lang="ko-KR" altLang="en-US" sz="700" b="0" i="0" u="none" strike="noStrike" spc="-150" dirty="0">
                        <a:solidFill>
                          <a:srgbClr val="000000"/>
                        </a:solidFill>
                        <a:effectLst/>
                        <a:latin typeface="a고딕14" panose="02020600000000000000" pitchFamily="18" charset="-127"/>
                        <a:ea typeface="a고딕14" panose="02020600000000000000" pitchFamily="18" charset="-127"/>
                      </a:endParaRP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chemeClr val="tx1">
                          <a:lumMod val="50000"/>
                          <a:lumOff val="50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800" b="0" i="0" u="none" strike="noStrike" dirty="0">
                        <a:solidFill>
                          <a:srgbClr val="000000"/>
                        </a:solidFill>
                        <a:effectLst/>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700" b="0" i="0" u="none" strike="noStrike" spc="-150" dirty="0">
                        <a:solidFill>
                          <a:srgbClr val="000000"/>
                        </a:solidFill>
                        <a:effectLst/>
                        <a:latin typeface="a고딕14" panose="02020600000000000000" pitchFamily="18" charset="-127"/>
                        <a:ea typeface="a고딕14" panose="02020600000000000000" pitchFamily="18" charset="-127"/>
                      </a:endParaRP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ko-KR" altLang="en-US" dirty="0"/>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ko-KR" altLang="en-US" sz="700" b="0" i="0" u="none" strike="noStrike" spc="-150" dirty="0">
                        <a:solidFill>
                          <a:srgbClr val="000000"/>
                        </a:solidFill>
                        <a:effectLst/>
                        <a:latin typeface="a고딕14" panose="02020600000000000000" pitchFamily="18" charset="-127"/>
                        <a:ea typeface="a고딕14" panose="02020600000000000000" pitchFamily="18" charset="-127"/>
                      </a:endParaRP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805005"/>
                  </a:ext>
                </a:extLst>
              </a:tr>
              <a:tr h="110939">
                <a:tc vMerge="1">
                  <a:txBody>
                    <a:bodyPr/>
                    <a:lstStyle/>
                    <a:p>
                      <a:pPr latinLnBrk="1"/>
                      <a:endParaRPr lang="ko-KR" altLang="en-US"/>
                    </a:p>
                  </a:txBody>
                  <a:tcPr/>
                </a:tc>
                <a:tc>
                  <a:txBody>
                    <a:bodyPr/>
                    <a:lstStyle/>
                    <a:p>
                      <a:pPr algn="ctr" latinLnBrk="1"/>
                      <a:r>
                        <a:rPr lang="ko-KR" altLang="en-US" sz="700" b="0" i="0" u="none" strike="noStrike">
                          <a:solidFill>
                            <a:srgbClr val="000000"/>
                          </a:solidFill>
                          <a:effectLst/>
                          <a:latin typeface="a고딕14" panose="02020600000000000000" pitchFamily="18" charset="-127"/>
                          <a:ea typeface="a고딕14" panose="02020600000000000000" pitchFamily="18" charset="-127"/>
                        </a:rPr>
                        <a:t>　</a:t>
                      </a:r>
                      <a:endParaRPr lang="ko-KR" altLang="en-US" sz="1200">
                        <a:latin typeface="a고딕14" panose="02020600000000000000" pitchFamily="18" charset="-127"/>
                        <a:ea typeface="a고딕14" panose="02020600000000000000" pitchFamily="18" charset="-127"/>
                      </a:endParaRPr>
                    </a:p>
                  </a:txBody>
                  <a:tcPr marL="7200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이러닝</a:t>
                      </a:r>
                      <a:endParaRPr lang="ko-KR" altLang="en-US" sz="1600" dirty="0"/>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이러닝</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700" b="0" i="0" u="none" strike="noStrike" spc="-150" dirty="0">
                        <a:solidFill>
                          <a:srgbClr val="000000"/>
                        </a:solidFill>
                        <a:effectLst/>
                        <a:latin typeface="a고딕14" panose="02020600000000000000" pitchFamily="18" charset="-127"/>
                        <a:ea typeface="a고딕14" panose="02020600000000000000" pitchFamily="18" charset="-127"/>
                      </a:endParaRP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700" b="0" i="0" u="none" strike="noStrike" spc="-150" dirty="0">
                        <a:solidFill>
                          <a:srgbClr val="000000"/>
                        </a:solidFill>
                        <a:effectLst/>
                        <a:latin typeface="a고딕14" panose="02020600000000000000" pitchFamily="18" charset="-127"/>
                        <a:ea typeface="a고딕14" panose="02020600000000000000" pitchFamily="18" charset="-127"/>
                      </a:endParaRP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fontAlgn="ctr"/>
                      <a:endParaRPr lang="ko-KR" altLang="en-US" sz="700" b="0" i="0" u="none" strike="noStrike" spc="-150" dirty="0">
                        <a:solidFill>
                          <a:srgbClr val="000000"/>
                        </a:solidFill>
                        <a:effectLst/>
                        <a:latin typeface="a고딕14" panose="02020600000000000000" pitchFamily="18" charset="-127"/>
                        <a:ea typeface="a고딕14" panose="02020600000000000000" pitchFamily="18" charset="-127"/>
                      </a:endParaRP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chemeClr val="tx1">
                          <a:lumMod val="50000"/>
                          <a:lumOff val="50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800" b="0" i="0" u="none" strike="noStrike" dirty="0">
                        <a:solidFill>
                          <a:srgbClr val="000000"/>
                        </a:solidFill>
                        <a:effectLst/>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700" b="0" i="0" u="none" strike="noStrike" spc="-150" dirty="0">
                        <a:solidFill>
                          <a:srgbClr val="000000"/>
                        </a:solidFill>
                        <a:effectLst/>
                        <a:latin typeface="a고딕14" panose="02020600000000000000" pitchFamily="18" charset="-127"/>
                        <a:ea typeface="a고딕14" panose="02020600000000000000" pitchFamily="18" charset="-127"/>
                      </a:endParaRP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ko-KR" altLang="en-US" sz="700" b="0" i="0" u="none" strike="noStrike" spc="-150" dirty="0">
                        <a:solidFill>
                          <a:srgbClr val="000000"/>
                        </a:solidFill>
                        <a:effectLst/>
                        <a:latin typeface="a고딕14" panose="02020600000000000000" pitchFamily="18" charset="-127"/>
                        <a:ea typeface="a고딕14" panose="02020600000000000000" pitchFamily="18" charset="-127"/>
                      </a:endParaRP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4352981"/>
                  </a:ext>
                </a:extLst>
              </a:tr>
              <a:tr h="110939">
                <a:tc vMerge="1">
                  <a:txBody>
                    <a:bodyPr/>
                    <a:lstStyle/>
                    <a:p>
                      <a:pPr latinLnBrk="1"/>
                      <a:endParaRPr lang="ko-KR" altLang="en-US"/>
                    </a:p>
                  </a:txBody>
                  <a:tcPr/>
                </a:tc>
                <a:tc>
                  <a:txBody>
                    <a:bodyPr/>
                    <a:lstStyle/>
                    <a:p>
                      <a:pPr algn="ctr" latinLnBrk="1"/>
                      <a:r>
                        <a:rPr lang="ko-KR" altLang="en-US" sz="700" b="0" i="0" u="none" strike="noStrike">
                          <a:solidFill>
                            <a:srgbClr val="000000"/>
                          </a:solidFill>
                          <a:effectLst/>
                          <a:latin typeface="a고딕14" panose="02020600000000000000" pitchFamily="18" charset="-127"/>
                          <a:ea typeface="a고딕14" panose="02020600000000000000" pitchFamily="18" charset="-127"/>
                        </a:rPr>
                        <a:t>　</a:t>
                      </a:r>
                      <a:endParaRPr lang="ko-KR" altLang="en-US" sz="1200">
                        <a:latin typeface="a고딕14" panose="02020600000000000000" pitchFamily="18" charset="-127"/>
                        <a:ea typeface="a고딕14" panose="02020600000000000000" pitchFamily="18" charset="-127"/>
                      </a:endParaRPr>
                    </a:p>
                  </a:txBody>
                  <a:tcPr marL="7200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ko-KR" altLang="en-US" sz="700" b="0" i="0" u="none" strike="noStrike">
                          <a:solidFill>
                            <a:srgbClr val="000000"/>
                          </a:solidFill>
                          <a:effectLst/>
                          <a:latin typeface="a고딕14" panose="02020600000000000000" pitchFamily="18" charset="-127"/>
                          <a:ea typeface="a고딕14" panose="02020600000000000000" pitchFamily="18" charset="-127"/>
                        </a:rPr>
                        <a:t>가상훈련</a:t>
                      </a:r>
                      <a:endParaRPr lang="ko-KR" altLang="en-US" sz="1600"/>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가상훈련</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700" b="0" i="0" u="none" strike="noStrike" spc="-150" dirty="0">
                        <a:solidFill>
                          <a:srgbClr val="000000"/>
                        </a:solidFill>
                        <a:effectLst/>
                        <a:latin typeface="a고딕14" panose="02020600000000000000" pitchFamily="18" charset="-127"/>
                        <a:ea typeface="a고딕14" panose="02020600000000000000" pitchFamily="18" charset="-127"/>
                      </a:endParaRP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700" b="0" i="0" u="none" strike="noStrike" spc="-150" dirty="0">
                        <a:solidFill>
                          <a:srgbClr val="000000"/>
                        </a:solidFill>
                        <a:effectLst/>
                        <a:latin typeface="a고딕14" panose="02020600000000000000" pitchFamily="18" charset="-127"/>
                        <a:ea typeface="a고딕14" panose="02020600000000000000" pitchFamily="18" charset="-127"/>
                      </a:endParaRP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fontAlgn="ctr"/>
                      <a:endParaRPr lang="ko-KR" altLang="en-US" sz="700" b="0" i="0" u="none" strike="noStrike" spc="-150" dirty="0">
                        <a:solidFill>
                          <a:srgbClr val="000000"/>
                        </a:solidFill>
                        <a:effectLst/>
                        <a:latin typeface="a고딕14" panose="02020600000000000000" pitchFamily="18" charset="-127"/>
                        <a:ea typeface="a고딕14" panose="02020600000000000000" pitchFamily="18" charset="-127"/>
                      </a:endParaRP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chemeClr val="tx1">
                          <a:lumMod val="50000"/>
                          <a:lumOff val="50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700" b="0" i="0" u="none" strike="noStrike" spc="-150" dirty="0">
                        <a:solidFill>
                          <a:srgbClr val="000000"/>
                        </a:solidFill>
                        <a:effectLst/>
                        <a:latin typeface="a고딕14" panose="02020600000000000000" pitchFamily="18" charset="-127"/>
                        <a:ea typeface="a고딕14" panose="02020600000000000000" pitchFamily="18" charset="-127"/>
                      </a:endParaRP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ko-KR" altLang="en-US" dirty="0"/>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ko-KR" altLang="en-US" sz="700" b="0" i="0" u="none" strike="noStrike" spc="-150" dirty="0">
                        <a:solidFill>
                          <a:srgbClr val="000000"/>
                        </a:solidFill>
                        <a:effectLst/>
                        <a:latin typeface="a고딕14" panose="02020600000000000000" pitchFamily="18" charset="-127"/>
                        <a:ea typeface="a고딕14" panose="02020600000000000000" pitchFamily="18" charset="-127"/>
                      </a:endParaRP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2966370"/>
                  </a:ext>
                </a:extLst>
              </a:tr>
              <a:tr h="110939">
                <a:tc vMerge="1">
                  <a:txBody>
                    <a:bodyPr/>
                    <a:lstStyle/>
                    <a:p>
                      <a:pPr latinLnBrk="1"/>
                      <a:endParaRPr lang="ko-KR" altLang="en-US"/>
                    </a:p>
                  </a:txBody>
                  <a:tcPr/>
                </a:tc>
                <a:tc>
                  <a:txBody>
                    <a:bodyPr/>
                    <a:lstStyle/>
                    <a:p>
                      <a:pPr algn="ctr" latinLnBrk="1"/>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　</a:t>
                      </a:r>
                      <a:endParaRPr lang="ko-KR" altLang="en-US" sz="1200" dirty="0">
                        <a:latin typeface="a고딕14" panose="02020600000000000000" pitchFamily="18" charset="-127"/>
                        <a:ea typeface="a고딕14" panose="02020600000000000000" pitchFamily="18" charset="-127"/>
                      </a:endParaRPr>
                    </a:p>
                  </a:txBody>
                  <a:tcPr marL="7200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메타버스</a:t>
                      </a:r>
                      <a:endParaRPr lang="ko-KR" altLang="en-US" sz="1600" dirty="0"/>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메타버스</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700" b="0" i="0" u="none" strike="noStrike" spc="-150" dirty="0">
                        <a:solidFill>
                          <a:srgbClr val="000000"/>
                        </a:solidFill>
                        <a:effectLst/>
                        <a:latin typeface="a고딕14" panose="02020600000000000000" pitchFamily="18" charset="-127"/>
                        <a:ea typeface="a고딕14" panose="02020600000000000000" pitchFamily="18" charset="-127"/>
                      </a:endParaRP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700" b="0" i="0" u="none" strike="noStrike" spc="-150" dirty="0">
                        <a:solidFill>
                          <a:srgbClr val="000000"/>
                        </a:solidFill>
                        <a:effectLst/>
                        <a:latin typeface="a고딕14" panose="02020600000000000000" pitchFamily="18" charset="-127"/>
                        <a:ea typeface="a고딕14" panose="02020600000000000000" pitchFamily="18" charset="-127"/>
                      </a:endParaRP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fontAlgn="ctr"/>
                      <a:endParaRPr lang="ko-KR" altLang="en-US" sz="700" b="0" i="0" u="none" strike="noStrike" spc="-150" dirty="0">
                        <a:solidFill>
                          <a:srgbClr val="000000"/>
                        </a:solidFill>
                        <a:effectLst/>
                        <a:latin typeface="a고딕14" panose="02020600000000000000" pitchFamily="18" charset="-127"/>
                        <a:ea typeface="a고딕14" panose="02020600000000000000" pitchFamily="18" charset="-127"/>
                      </a:endParaRP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chemeClr val="tx1">
                          <a:lumMod val="50000"/>
                          <a:lumOff val="50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700" b="0" i="0" u="none" strike="noStrike" spc="-150" dirty="0">
                        <a:solidFill>
                          <a:srgbClr val="000000"/>
                        </a:solidFill>
                        <a:effectLst/>
                        <a:latin typeface="a고딕14" panose="02020600000000000000" pitchFamily="18" charset="-127"/>
                        <a:ea typeface="a고딕14" panose="02020600000000000000" pitchFamily="18" charset="-127"/>
                      </a:endParaRP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ko-KR" altLang="en-US" dirty="0"/>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ko-KR" altLang="en-US" sz="700" b="0" i="0" u="none" strike="noStrike" spc="-150" dirty="0">
                        <a:solidFill>
                          <a:srgbClr val="000000"/>
                        </a:solidFill>
                        <a:effectLst/>
                        <a:latin typeface="a고딕14" panose="02020600000000000000" pitchFamily="18" charset="-127"/>
                        <a:ea typeface="a고딕14" panose="02020600000000000000" pitchFamily="18" charset="-127"/>
                      </a:endParaRP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2445672"/>
                  </a:ext>
                </a:extLst>
              </a:tr>
              <a:tr h="133402">
                <a:tc vMerge="1">
                  <a:txBody>
                    <a:bodyPr/>
                    <a:lstStyle/>
                    <a:p>
                      <a:pPr latinLnBrk="1"/>
                      <a:endParaRPr lang="ko-KR" altLang="en-US"/>
                    </a:p>
                  </a:txBody>
                  <a:tcPr/>
                </a:tc>
                <a:tc rowSpan="2">
                  <a:txBody>
                    <a:bodyPr/>
                    <a:lstStyle/>
                    <a:p>
                      <a:pPr algn="ctr" latinLnBrk="1"/>
                      <a:endParaRPr lang="ko-KR" altLang="en-US" sz="1200" dirty="0">
                        <a:latin typeface="a고딕14" panose="02020600000000000000" pitchFamily="18" charset="-127"/>
                        <a:ea typeface="a고딕14" panose="02020600000000000000" pitchFamily="18" charset="-127"/>
                      </a:endParaRPr>
                    </a:p>
                  </a:txBody>
                  <a:tcPr marL="7200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ctr"/>
                      <a:r>
                        <a:rPr lang="en-US" altLang="ko-KR" sz="700" b="1" i="0" u="none" strike="noStrike" dirty="0">
                          <a:solidFill>
                            <a:srgbClr val="0000FF"/>
                          </a:solidFill>
                          <a:effectLst/>
                          <a:latin typeface="a고딕14" panose="02020600000000000000" pitchFamily="18" charset="-127"/>
                          <a:ea typeface="a고딕14" panose="02020600000000000000" pitchFamily="18" charset="-127"/>
                        </a:rPr>
                        <a:t>AX</a:t>
                      </a:r>
                      <a:r>
                        <a:rPr lang="en-US" altLang="ko-KR" sz="600" b="1" i="0" u="none" strike="noStrike" dirty="0">
                          <a:solidFill>
                            <a:srgbClr val="0000FF"/>
                          </a:solidFill>
                          <a:effectLst/>
                          <a:latin typeface="a고딕14" panose="02020600000000000000" pitchFamily="18" charset="-127"/>
                          <a:ea typeface="a고딕14" panose="02020600000000000000" pitchFamily="18" charset="-127"/>
                        </a:rPr>
                        <a:t>(AI Transformation)</a:t>
                      </a:r>
                      <a:endParaRPr lang="ko-KR" altLang="en-US" sz="600" b="1" dirty="0">
                        <a:solidFill>
                          <a:srgbClr val="0000FF"/>
                        </a:solidFill>
                      </a:endParaRP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gridSpan="2">
                  <a:txBody>
                    <a:bodyPr/>
                    <a:lstStyle/>
                    <a:p>
                      <a:pPr algn="ctr" fontAlgn="ctr"/>
                      <a:endParaRPr lang="ko-KR" altLang="en-US" sz="700" b="0" i="0" u="none" strike="noStrike" dirty="0">
                        <a:solidFill>
                          <a:srgbClr val="000000"/>
                        </a:solidFill>
                        <a:effectLst/>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gridSpan="2">
                  <a:txBody>
                    <a:bodyPr/>
                    <a:lstStyle/>
                    <a:p>
                      <a:pPr algn="ctr" fontAlgn="ctr"/>
                      <a:endParaRPr lang="ko-KR" altLang="en-US" sz="700" b="0" i="0" u="none" strike="noStrike" dirty="0">
                        <a:solidFill>
                          <a:srgbClr val="000000"/>
                        </a:solidFill>
                        <a:effectLst/>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gridSpan="3">
                  <a:txBody>
                    <a:bodyPr/>
                    <a:lstStyle/>
                    <a:p>
                      <a:pPr algn="ctr" fontAlgn="ctr"/>
                      <a:endParaRPr lang="ko-KR" altLang="en-US" sz="700" b="0" i="0" u="none" strike="noStrike" dirty="0">
                        <a:solidFill>
                          <a:srgbClr val="000000"/>
                        </a:solidFill>
                        <a:effectLst/>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tc>
                <a:tc gridSpan="2">
                  <a:txBody>
                    <a:bodyPr/>
                    <a:lstStyle/>
                    <a:p>
                      <a:pPr algn="ctr" fontAlgn="ctr"/>
                      <a:endParaRPr lang="ko-KR" altLang="en-US" sz="700" b="0" i="0" u="none" strike="noStrike" dirty="0">
                        <a:solidFill>
                          <a:srgbClr val="000000"/>
                        </a:solidFill>
                        <a:effectLst/>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ctr" fontAlgn="ctr"/>
                      <a:endParaRPr lang="ko-KR" altLang="en-US" sz="700" b="0" i="0" u="none" strike="noStrike" dirty="0">
                        <a:solidFill>
                          <a:srgbClr val="000000"/>
                        </a:solidFill>
                        <a:effectLst/>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13854765"/>
                  </a:ext>
                </a:extLst>
              </a:tr>
              <a:tr h="133402">
                <a:tc vMerge="1">
                  <a:txBody>
                    <a:bodyPr/>
                    <a:lstStyle/>
                    <a:p>
                      <a:pPr latinLnBrk="1"/>
                      <a:endParaRPr lang="ko-KR" altLang="en-US"/>
                    </a:p>
                  </a:txBody>
                  <a:tcPr/>
                </a:tc>
                <a:tc vMerge="1">
                  <a:txBody>
                    <a:bodyPr/>
                    <a:lstStyle/>
                    <a:p>
                      <a:pPr latinLnBrk="1"/>
                      <a:endParaRPr lang="ko-KR" altLang="en-US"/>
                    </a:p>
                  </a:txBody>
                  <a:tcPr/>
                </a:tc>
                <a:tc gridSpan="4">
                  <a:txBody>
                    <a:bodyPr/>
                    <a:lstStyle/>
                    <a:p>
                      <a:pPr algn="ctr" fontAlgn="ctr"/>
                      <a:r>
                        <a:rPr lang="en-US" altLang="ko-KR" sz="700" b="1" i="0" u="none" strike="noStrike" dirty="0">
                          <a:solidFill>
                            <a:srgbClr val="0000FF"/>
                          </a:solidFill>
                          <a:effectLst/>
                          <a:latin typeface="a고딕14" panose="02020600000000000000" pitchFamily="18" charset="-127"/>
                          <a:ea typeface="a고딕14" panose="02020600000000000000" pitchFamily="18" charset="-127"/>
                        </a:rPr>
                        <a:t>GX</a:t>
                      </a:r>
                      <a:r>
                        <a:rPr lang="en-US" altLang="ko-KR" sz="600" b="1" i="0" u="none" strike="noStrike" dirty="0">
                          <a:solidFill>
                            <a:srgbClr val="0000FF"/>
                          </a:solidFill>
                          <a:effectLst/>
                          <a:latin typeface="a고딕14" panose="02020600000000000000" pitchFamily="18" charset="-127"/>
                          <a:ea typeface="a고딕14" panose="02020600000000000000" pitchFamily="18" charset="-127"/>
                        </a:rPr>
                        <a:t>(Green Transformation)</a:t>
                      </a:r>
                      <a:endParaRPr lang="ko-KR" altLang="en-US" sz="1200" b="1" dirty="0">
                        <a:solidFill>
                          <a:srgbClr val="0000FF"/>
                        </a:solidFill>
                      </a:endParaRP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gridSpan="2">
                  <a:txBody>
                    <a:bodyPr/>
                    <a:lstStyle/>
                    <a:p>
                      <a:pPr algn="ctr" fontAlgn="ctr"/>
                      <a:endParaRPr lang="ko-KR" altLang="en-US" sz="700" b="0" i="0" u="none" strike="noStrike" dirty="0">
                        <a:solidFill>
                          <a:srgbClr val="000000"/>
                        </a:solidFill>
                        <a:effectLst/>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gridSpan="2">
                  <a:txBody>
                    <a:bodyPr/>
                    <a:lstStyle/>
                    <a:p>
                      <a:pPr algn="ctr" fontAlgn="ctr"/>
                      <a:endParaRPr lang="ko-KR" altLang="en-US" sz="700" b="0" i="0" u="none" strike="noStrike" dirty="0">
                        <a:solidFill>
                          <a:srgbClr val="000000"/>
                        </a:solidFill>
                        <a:effectLst/>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gridSpan="3">
                  <a:txBody>
                    <a:bodyPr/>
                    <a:lstStyle/>
                    <a:p>
                      <a:pPr algn="ctr" fontAlgn="ctr"/>
                      <a:endParaRPr lang="ko-KR" altLang="en-US" sz="700" b="0" i="0" u="none" strike="noStrike" dirty="0">
                        <a:solidFill>
                          <a:srgbClr val="000000"/>
                        </a:solidFill>
                        <a:effectLst/>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tc>
                <a:tc gridSpan="2">
                  <a:txBody>
                    <a:bodyPr/>
                    <a:lstStyle/>
                    <a:p>
                      <a:pPr algn="ctr" fontAlgn="ctr"/>
                      <a:endParaRPr lang="ko-KR" altLang="en-US" sz="700" b="0" i="0" u="none" strike="noStrike" dirty="0">
                        <a:solidFill>
                          <a:srgbClr val="000000"/>
                        </a:solidFill>
                        <a:effectLst/>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ctr" fontAlgn="ctr"/>
                      <a:endParaRPr lang="ko-KR" altLang="en-US" sz="700" b="0" i="0" u="none" strike="noStrike" dirty="0">
                        <a:solidFill>
                          <a:srgbClr val="000000"/>
                        </a:solidFill>
                        <a:effectLst/>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5864306"/>
                  </a:ext>
                </a:extLst>
              </a:tr>
              <a:tr h="133402">
                <a:tc>
                  <a:txBody>
                    <a:bodyPr/>
                    <a:lstStyle/>
                    <a:p>
                      <a:pPr algn="ctr" fontAlgn="ct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수요기관 </a:t>
                      </a:r>
                      <a:r>
                        <a:rPr lang="ko-KR" altLang="en-US" sz="700" b="0" i="0" u="none" strike="noStrike" dirty="0" err="1">
                          <a:solidFill>
                            <a:srgbClr val="000000"/>
                          </a:solidFill>
                          <a:effectLst/>
                          <a:latin typeface="a고딕14" panose="02020600000000000000" pitchFamily="18" charset="-127"/>
                          <a:ea typeface="a고딕14" panose="02020600000000000000" pitchFamily="18" charset="-127"/>
                        </a:rPr>
                        <a:t>활용처</a:t>
                      </a:r>
                      <a:endParaRPr lang="ko-KR" altLang="en-US" sz="700" b="0" i="0" u="none" strike="noStrike" dirty="0">
                        <a:solidFill>
                          <a:srgbClr val="000000"/>
                        </a:solidFill>
                        <a:effectLst/>
                        <a:latin typeface="a고딕14" panose="02020600000000000000" pitchFamily="18" charset="-127"/>
                        <a:ea typeface="a고딕14" panose="02020600000000000000" pitchFamily="18" charset="-127"/>
                      </a:endParaRP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700" b="0" i="0" u="none" strike="noStrike">
                          <a:solidFill>
                            <a:srgbClr val="000000"/>
                          </a:solidFill>
                          <a:effectLst/>
                          <a:latin typeface="a고딕14" panose="02020600000000000000" pitchFamily="18" charset="-127"/>
                          <a:ea typeface="a고딕14" panose="02020600000000000000" pitchFamily="18" charset="-127"/>
                        </a:rPr>
                        <a:t>　</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lnT w="6350" cap="flat" cmpd="sng" algn="ctr">
                      <a:solidFill>
                        <a:schemeClr val="tx1">
                          <a:lumMod val="50000"/>
                          <a:lumOff val="50000"/>
                        </a:schemeClr>
                      </a:solidFill>
                      <a:prstDash val="solid"/>
                      <a:round/>
                      <a:headEnd type="none" w="med" len="med"/>
                      <a:tailEnd type="none" w="med" len="med"/>
                    </a:lnT>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hMerge="1">
                  <a:txBody>
                    <a:bodyPr/>
                    <a:lstStyle/>
                    <a:p>
                      <a:pPr latinLnBrk="1"/>
                      <a:endParaRPr lang="ko-KR" altLang="en-US"/>
                    </a:p>
                  </a:txBody>
                  <a:tcPr>
                    <a:lnL w="12700" cmpd="sng">
                      <a:noFill/>
                      <a:prstDash val="solid"/>
                    </a:lnL>
                    <a:lnT w="6350" cap="flat" cmpd="sng" algn="ctr">
                      <a:solidFill>
                        <a:schemeClr val="tx1">
                          <a:lumMod val="50000"/>
                          <a:lumOff val="50000"/>
                        </a:schemeClr>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974609764"/>
                  </a:ext>
                </a:extLst>
              </a:tr>
              <a:tr h="133402">
                <a:tc>
                  <a:txBody>
                    <a:bodyPr/>
                    <a:lstStyle/>
                    <a:p>
                      <a:pPr algn="ctr" fontAlgn="ct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참고 자료</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700" b="0" i="0" u="none" strike="noStrike" dirty="0">
                          <a:solidFill>
                            <a:srgbClr val="000000"/>
                          </a:solidFill>
                          <a:effectLst/>
                          <a:latin typeface="a고딕14" panose="02020600000000000000" pitchFamily="18" charset="-127"/>
                          <a:ea typeface="a고딕14" panose="02020600000000000000" pitchFamily="18" charset="-127"/>
                        </a:rPr>
                        <a:t>　</a:t>
                      </a:r>
                    </a:p>
                  </a:txBody>
                  <a:tcPr marL="72000" marR="72000" marT="10800" marB="108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664409060"/>
                  </a:ext>
                </a:extLst>
              </a:tr>
            </a:tbl>
          </a:graphicData>
        </a:graphic>
      </p:graphicFrame>
      <p:grpSp>
        <p:nvGrpSpPr>
          <p:cNvPr id="33" name="그룹 32">
            <a:extLst>
              <a:ext uri="{FF2B5EF4-FFF2-40B4-BE49-F238E27FC236}">
                <a16:creationId xmlns:a16="http://schemas.microsoft.com/office/drawing/2014/main" id="{E031C9A9-0B05-8119-F6B0-FF11568E9FE5}"/>
              </a:ext>
            </a:extLst>
          </p:cNvPr>
          <p:cNvGrpSpPr/>
          <p:nvPr/>
        </p:nvGrpSpPr>
        <p:grpSpPr>
          <a:xfrm>
            <a:off x="5313040" y="2097087"/>
            <a:ext cx="4644516" cy="4297813"/>
            <a:chOff x="6033120" y="1196975"/>
            <a:chExt cx="3924436" cy="5190378"/>
          </a:xfrm>
        </p:grpSpPr>
        <p:sp>
          <p:nvSpPr>
            <p:cNvPr id="25" name="TextBox 24">
              <a:extLst>
                <a:ext uri="{FF2B5EF4-FFF2-40B4-BE49-F238E27FC236}">
                  <a16:creationId xmlns:a16="http://schemas.microsoft.com/office/drawing/2014/main" id="{89369398-0BEA-A7E9-F0C0-5C1250CCD5C1}"/>
                </a:ext>
              </a:extLst>
            </p:cNvPr>
            <p:cNvSpPr txBox="1"/>
            <p:nvPr/>
          </p:nvSpPr>
          <p:spPr>
            <a:xfrm>
              <a:off x="6033120" y="1853498"/>
              <a:ext cx="3780420" cy="653016"/>
            </a:xfrm>
            <a:prstGeom prst="rect">
              <a:avLst/>
            </a:prstGeom>
            <a:noFill/>
          </p:spPr>
          <p:txBody>
            <a:bodyPr wrap="square" lIns="72000" tIns="18000" rIns="72000" bIns="18000">
              <a:spAutoFit/>
            </a:bodyPr>
            <a:lstStyle/>
            <a:p>
              <a:pPr algn="l" latinLnBrk="0">
                <a:buFont typeface="Wingdings" pitchFamily="2" charset="2"/>
                <a:buNone/>
              </a:pPr>
              <a:r>
                <a:rPr lang="ko-KR" altLang="ko-KR" sz="1050" b="1" kern="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❷</a:t>
              </a:r>
              <a:r>
                <a:rPr lang="ko-KR" altLang="en-US" sz="1050" b="1" kern="0" spc="-10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 자격증 명</a:t>
              </a:r>
              <a:endParaRPr lang="en-US" altLang="ko-KR" sz="1050" b="1" kern="0" spc="-10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ko-KR" altLang="en-US" sz="900" kern="0" spc="-100">
                  <a:ln>
                    <a:solidFill>
                      <a:srgbClr val="DF2D32">
                        <a:alpha val="0"/>
                      </a:srgbClr>
                    </a:solidFill>
                  </a:ln>
                  <a:solidFill>
                    <a:prstClr val="black"/>
                  </a:solidFill>
                  <a:latin typeface="a고딕14" panose="02020600000000000000" pitchFamily="18" charset="-127"/>
                  <a:ea typeface="a고딕14" panose="02020600000000000000" pitchFamily="18" charset="-127"/>
                </a:rPr>
                <a:t>과정평가형 및 일학습병행 자격과 능력단위를 매칭하여 작성하겠음</a:t>
              </a:r>
              <a:endParaRPr lang="en-US" altLang="ko-KR" sz="900" kern="0" spc="-100">
                <a:ln>
                  <a:solidFill>
                    <a:srgbClr val="DF2D32">
                      <a:alpha val="0"/>
                    </a:srgbClr>
                  </a:solidFill>
                </a:ln>
                <a:solidFill>
                  <a:prstClr val="black"/>
                </a:solidFill>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ko-KR" altLang="en-US" sz="900" kern="0" spc="-100">
                  <a:ln>
                    <a:solidFill>
                      <a:srgbClr val="DF2D32">
                        <a:alpha val="0"/>
                      </a:srgbClr>
                    </a:solidFill>
                  </a:ln>
                  <a:solidFill>
                    <a:prstClr val="black"/>
                  </a:solidFill>
                  <a:latin typeface="a고딕14" panose="02020600000000000000" pitchFamily="18" charset="-127"/>
                  <a:ea typeface="a고딕14" panose="02020600000000000000" pitchFamily="18" charset="-127"/>
                </a:rPr>
                <a:t>자격증이 있는 경우 자격연계 가능</a:t>
              </a:r>
              <a:r>
                <a:rPr lang="en-US" altLang="ko-KR" sz="900" kern="0" spc="-10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900" kern="0" spc="-100">
                  <a:ln>
                    <a:solidFill>
                      <a:srgbClr val="DF2D32">
                        <a:alpha val="0"/>
                      </a:srgbClr>
                    </a:solidFill>
                  </a:ln>
                  <a:solidFill>
                    <a:prstClr val="black"/>
                  </a:solidFill>
                  <a:latin typeface="a고딕14" panose="02020600000000000000" pitchFamily="18" charset="-127"/>
                  <a:ea typeface="a고딕14" panose="02020600000000000000" pitchFamily="18" charset="-127"/>
                </a:rPr>
                <a:t>없는 경우 불가능 체크하겠음</a:t>
              </a:r>
              <a:endParaRPr lang="en-US" altLang="ko-KR" sz="900" kern="0" spc="-100">
                <a:ln>
                  <a:solidFill>
                    <a:srgbClr val="DF2D32">
                      <a:alpha val="0"/>
                    </a:srgbClr>
                  </a:solidFill>
                </a:ln>
                <a:solidFill>
                  <a:prstClr val="black"/>
                </a:solidFill>
                <a:latin typeface="a고딕14" panose="02020600000000000000" pitchFamily="18" charset="-127"/>
                <a:ea typeface="a고딕14" panose="02020600000000000000" pitchFamily="18" charset="-127"/>
              </a:endParaRPr>
            </a:p>
          </p:txBody>
        </p:sp>
        <p:sp>
          <p:nvSpPr>
            <p:cNvPr id="26" name="TextBox 25">
              <a:extLst>
                <a:ext uri="{FF2B5EF4-FFF2-40B4-BE49-F238E27FC236}">
                  <a16:creationId xmlns:a16="http://schemas.microsoft.com/office/drawing/2014/main" id="{90B5754B-5BD6-8BC7-B437-E4D46CD4544A}"/>
                </a:ext>
              </a:extLst>
            </p:cNvPr>
            <p:cNvSpPr txBox="1"/>
            <p:nvPr/>
          </p:nvSpPr>
          <p:spPr>
            <a:xfrm>
              <a:off x="6033120" y="3603007"/>
              <a:ext cx="3435951" cy="962452"/>
            </a:xfrm>
            <a:prstGeom prst="rect">
              <a:avLst/>
            </a:prstGeom>
            <a:noFill/>
          </p:spPr>
          <p:txBody>
            <a:bodyPr wrap="square" lIns="72000" tIns="18000" rIns="72000" bIns="18000">
              <a:spAutoFit/>
            </a:bodyPr>
            <a:lstStyle/>
            <a:p>
              <a:pPr algn="l" latinLnBrk="0">
                <a:buFont typeface="Wingdings" pitchFamily="2" charset="2"/>
                <a:buNone/>
              </a:pPr>
              <a:r>
                <a:rPr lang="ko-KR" altLang="en-US" sz="1050" b="1" kern="0" spc="-10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❺ 활용도구</a:t>
              </a:r>
              <a:endParaRPr lang="en-US" altLang="ko-KR" sz="1050" b="1" kern="0" spc="-10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ct val="150000"/>
                </a:lnSpc>
                <a:buFont typeface="Arial" panose="020B0604020202020204" pitchFamily="34" charset="0"/>
                <a:buChar char="•"/>
              </a:pPr>
              <a:r>
                <a:rPr lang="ko-KR" altLang="en-US" sz="900" kern="0" spc="-10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첫 번째</a:t>
              </a:r>
              <a:r>
                <a:rPr lang="en-US" altLang="ko-KR" sz="900" kern="0" spc="-10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NCS </a:t>
              </a:r>
              <a:r>
                <a:rPr lang="ko-KR" altLang="en-US" sz="900" kern="0" spc="-10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학습 모듈을 참고하여 작성하겠음</a:t>
              </a:r>
              <a:endParaRPr lang="en-US" altLang="ko-KR" sz="900" kern="0" spc="-10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a:p>
              <a:pPr marL="268288" indent="-88900" algn="l" latinLnBrk="0">
                <a:lnSpc>
                  <a:spcPct val="150000"/>
                </a:lnSpc>
                <a:buFont typeface="Arial" panose="020B0604020202020204" pitchFamily="34" charset="0"/>
                <a:buChar char="•"/>
              </a:pPr>
              <a:r>
                <a:rPr lang="ko-KR" altLang="en-US" sz="900" kern="0" spc="-10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두 번째</a:t>
              </a:r>
              <a:r>
                <a:rPr lang="en-US" altLang="ko-KR" sz="900" kern="0" spc="-10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ko-KR" altLang="en-US" sz="900" kern="0" spc="-10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전문가가 과정 개요서를 작성하며 필요하다고 생각하는 </a:t>
              </a:r>
              <a:r>
                <a:rPr lang="en-US" altLang="ko-KR" sz="900" kern="0" spc="-10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SW </a:t>
              </a:r>
              <a:r>
                <a:rPr lang="ko-KR" altLang="en-US" sz="900" kern="0" spc="-10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및 </a:t>
              </a:r>
              <a:r>
                <a:rPr lang="en-US" altLang="ko-KR" sz="900" kern="0" spc="-10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HW</a:t>
              </a:r>
              <a:r>
                <a:rPr lang="ko-KR" altLang="en-US" sz="900" kern="0" spc="-10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를 작성하겠음</a:t>
              </a:r>
              <a:endParaRPr lang="en-US" altLang="ko-KR" sz="900" kern="0" spc="-10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a:p>
              <a:pPr marL="268288" indent="-88900" algn="l" latinLnBrk="0">
                <a:lnSpc>
                  <a:spcPct val="150000"/>
                </a:lnSpc>
                <a:buFont typeface="Arial" panose="020B0604020202020204" pitchFamily="34" charset="0"/>
                <a:buChar char="•"/>
              </a:pPr>
              <a:r>
                <a:rPr lang="ko-KR" altLang="ko-KR" sz="900" kern="0" spc="-10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AI 융합 과정의 경우 AI 도구(생성형 </a:t>
              </a:r>
              <a:r>
                <a:rPr lang="ko-KR" altLang="ko-KR" sz="900" kern="0" spc="-100" err="1">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AI·BI·AutoML</a:t>
              </a:r>
              <a:r>
                <a:rPr lang="ko-KR" altLang="ko-KR" sz="900" kern="0" spc="-10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등) 포함 작성</a:t>
              </a:r>
              <a:endParaRPr lang="ko-KR" altLang="en-US" sz="900" kern="0" spc="-10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p:txBody>
        </p:sp>
        <p:sp>
          <p:nvSpPr>
            <p:cNvPr id="27" name="TextBox 26">
              <a:extLst>
                <a:ext uri="{FF2B5EF4-FFF2-40B4-BE49-F238E27FC236}">
                  <a16:creationId xmlns:a16="http://schemas.microsoft.com/office/drawing/2014/main" id="{9B1E61D8-EC25-67CE-5828-BD93565D7521}"/>
                </a:ext>
              </a:extLst>
            </p:cNvPr>
            <p:cNvSpPr txBox="1"/>
            <p:nvPr/>
          </p:nvSpPr>
          <p:spPr>
            <a:xfrm>
              <a:off x="6033120" y="2946483"/>
              <a:ext cx="3924436" cy="653016"/>
            </a:xfrm>
            <a:prstGeom prst="rect">
              <a:avLst/>
            </a:prstGeom>
            <a:noFill/>
          </p:spPr>
          <p:txBody>
            <a:bodyPr wrap="square" lIns="72000" tIns="18000" rIns="72000" bIns="18000">
              <a:spAutoFit/>
            </a:bodyPr>
            <a:lstStyle/>
            <a:p>
              <a:pPr algn="l" latinLnBrk="0">
                <a:buFont typeface="Wingdings" pitchFamily="2" charset="2"/>
                <a:buNone/>
              </a:pPr>
              <a:r>
                <a:rPr lang="ko-KR" altLang="en-US" sz="1050" b="1" kern="0" spc="-10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❹ </a:t>
              </a:r>
              <a:r>
                <a:rPr lang="ko-KR" altLang="en-US" sz="1050" b="1" kern="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과정수준</a:t>
              </a:r>
              <a:endParaRPr lang="en-US" altLang="ko-KR" sz="1050" b="1" kern="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en-US" altLang="ko-KR" sz="900" kern="0" spc="-10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NCS</a:t>
              </a:r>
              <a:r>
                <a:rPr lang="ko-KR" altLang="en-US" sz="900" kern="0" spc="-10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en-US" altLang="ko-KR" sz="900" kern="0" spc="-10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Level</a:t>
              </a:r>
              <a:r>
                <a:rPr lang="ko-KR" altLang="en-US" sz="900" kern="0" spc="-10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은 과정 개요서에 활용된 능력단위 수준 확인 후 작성하겠음</a:t>
              </a:r>
              <a:endParaRPr lang="en-US" altLang="ko-KR" sz="900" kern="0" spc="-10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en-US" altLang="ko-KR" sz="900" kern="0" spc="-5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NCS</a:t>
              </a:r>
              <a:r>
                <a:rPr lang="ko-KR" altLang="en-US" sz="900" kern="0" spc="-5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en-US" altLang="ko-KR" sz="900" kern="0" spc="-5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Level 1~3</a:t>
              </a:r>
              <a:r>
                <a:rPr lang="ko-KR" altLang="en-US" sz="900" kern="0" spc="-5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은 초급</a:t>
              </a:r>
              <a:r>
                <a:rPr lang="en-US" altLang="ko-KR" sz="900" kern="0" spc="-5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4~6</a:t>
              </a:r>
              <a:r>
                <a:rPr lang="ko-KR" altLang="en-US" sz="900" kern="0" spc="-5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은 중급</a:t>
              </a:r>
              <a:r>
                <a:rPr lang="en-US" altLang="ko-KR" sz="900" kern="0" spc="-5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7~8</a:t>
              </a:r>
              <a:r>
                <a:rPr lang="ko-KR" altLang="en-US" sz="900" kern="0" spc="-5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은 고급으로 체크하겠음</a:t>
              </a:r>
              <a:endParaRPr lang="en-US" altLang="ko-KR" sz="900" kern="0" spc="-5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p:txBody>
        </p:sp>
        <p:sp>
          <p:nvSpPr>
            <p:cNvPr id="29" name="TextBox 28">
              <a:extLst>
                <a:ext uri="{FF2B5EF4-FFF2-40B4-BE49-F238E27FC236}">
                  <a16:creationId xmlns:a16="http://schemas.microsoft.com/office/drawing/2014/main" id="{A5E9A712-5C54-D145-1DEB-D7474BC21A9A}"/>
                </a:ext>
              </a:extLst>
            </p:cNvPr>
            <p:cNvSpPr txBox="1"/>
            <p:nvPr/>
          </p:nvSpPr>
          <p:spPr>
            <a:xfrm>
              <a:off x="6033120" y="2510021"/>
              <a:ext cx="3490738" cy="435574"/>
            </a:xfrm>
            <a:prstGeom prst="rect">
              <a:avLst/>
            </a:prstGeom>
            <a:noFill/>
          </p:spPr>
          <p:txBody>
            <a:bodyPr wrap="square" lIns="72000" tIns="18000" rIns="72000" bIns="18000">
              <a:spAutoFit/>
            </a:bodyPr>
            <a:lstStyle/>
            <a:p>
              <a:pPr algn="l" latinLnBrk="0">
                <a:buFont typeface="Wingdings" pitchFamily="2" charset="2"/>
                <a:buNone/>
              </a:pPr>
              <a:r>
                <a:rPr lang="ko-KR" altLang="en-US" sz="1050" b="1" kern="0" spc="-10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❸ </a:t>
              </a:r>
              <a:r>
                <a:rPr lang="ko-KR" altLang="en-US" sz="1050" b="1" kern="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과정개정 검토주기</a:t>
              </a:r>
              <a:endParaRPr lang="en-US" altLang="ko-KR" sz="1050" b="1" kern="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ko-KR" altLang="en-US" sz="900" kern="0" spc="-10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본 과정 개요서를 검토하고</a:t>
              </a:r>
              <a:r>
                <a:rPr lang="en-US" altLang="ko-KR" sz="900" kern="0" spc="-10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ko-KR" altLang="en-US" sz="900" kern="0" spc="-10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수정이 필요한 주기를 체크하겠음</a:t>
              </a:r>
              <a:endParaRPr lang="en-US" altLang="ko-KR" sz="900" kern="0" spc="-10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p:txBody>
        </p:sp>
        <p:sp>
          <p:nvSpPr>
            <p:cNvPr id="30" name="TextBox 29">
              <a:extLst>
                <a:ext uri="{FF2B5EF4-FFF2-40B4-BE49-F238E27FC236}">
                  <a16:creationId xmlns:a16="http://schemas.microsoft.com/office/drawing/2014/main" id="{67F933F4-25A1-A74C-3BD2-C03EFC4CEF5C}"/>
                </a:ext>
              </a:extLst>
            </p:cNvPr>
            <p:cNvSpPr txBox="1"/>
            <p:nvPr/>
          </p:nvSpPr>
          <p:spPr>
            <a:xfrm>
              <a:off x="6033120" y="4550762"/>
              <a:ext cx="3490738" cy="565203"/>
            </a:xfrm>
            <a:prstGeom prst="rect">
              <a:avLst/>
            </a:prstGeom>
            <a:noFill/>
          </p:spPr>
          <p:txBody>
            <a:bodyPr wrap="square" lIns="72000" tIns="18000" rIns="72000" bIns="18000">
              <a:spAutoFit/>
            </a:bodyPr>
            <a:lstStyle/>
            <a:p>
              <a:pPr algn="l" latinLnBrk="0">
                <a:lnSpc>
                  <a:spcPts val="1800"/>
                </a:lnSpc>
                <a:buFont typeface="Wingdings" pitchFamily="2" charset="2"/>
                <a:buNone/>
              </a:pPr>
              <a:r>
                <a:rPr lang="ko-KR" altLang="en-US" sz="1050" b="1" kern="0" spc="-10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❻ 선</a:t>
              </a:r>
              <a:r>
                <a:rPr lang="en-US" altLang="ko-KR" sz="1050" b="1" kern="0" spc="-10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a:t>
              </a:r>
              <a:r>
                <a:rPr lang="ko-KR" altLang="en-US" sz="1050" b="1" kern="0" spc="-10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후수</a:t>
              </a:r>
              <a:r>
                <a:rPr lang="en-US" altLang="ko-KR" sz="1050" b="1" kern="0" spc="-10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 </a:t>
              </a:r>
              <a:r>
                <a:rPr lang="ko-KR" altLang="en-US" sz="1050" b="1" kern="0" spc="-10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과정정보</a:t>
              </a:r>
              <a:endParaRPr lang="en-US" altLang="ko-KR" sz="1050" b="1" kern="0" spc="-10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ts val="1800"/>
                </a:lnSpc>
                <a:buFont typeface="Arial" panose="020B0604020202020204" pitchFamily="34" charset="0"/>
                <a:buChar char="•"/>
              </a:pPr>
              <a:r>
                <a:rPr lang="ko-KR" altLang="en-US" sz="900" kern="0" spc="-10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같은 직무의 전 수준 교육과정과 후 수준 교육과정을 참고하여 선</a:t>
              </a:r>
              <a:r>
                <a:rPr lang="en-US" altLang="ko-KR" sz="900" kern="0" spc="-10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a:t>
              </a:r>
              <a:r>
                <a:rPr lang="ko-KR" altLang="en-US" sz="900" kern="0" spc="-10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후수 과정 작성하겠음</a:t>
              </a:r>
            </a:p>
          </p:txBody>
        </p:sp>
        <p:sp>
          <p:nvSpPr>
            <p:cNvPr id="31" name="TextBox 30">
              <a:extLst>
                <a:ext uri="{FF2B5EF4-FFF2-40B4-BE49-F238E27FC236}">
                  <a16:creationId xmlns:a16="http://schemas.microsoft.com/office/drawing/2014/main" id="{09E4A82F-23F5-859A-1640-88D7B62A3E67}"/>
                </a:ext>
              </a:extLst>
            </p:cNvPr>
            <p:cNvSpPr txBox="1"/>
            <p:nvPr/>
          </p:nvSpPr>
          <p:spPr>
            <a:xfrm>
              <a:off x="6033120" y="1196975"/>
              <a:ext cx="3600350" cy="653016"/>
            </a:xfrm>
            <a:prstGeom prst="rect">
              <a:avLst/>
            </a:prstGeom>
            <a:noFill/>
          </p:spPr>
          <p:txBody>
            <a:bodyPr wrap="square" lIns="72000" tIns="18000" rIns="72000" bIns="18000">
              <a:spAutoFit/>
            </a:bodyPr>
            <a:lstStyle/>
            <a:p>
              <a:pPr algn="l" latinLnBrk="0">
                <a:buFont typeface="Wingdings" pitchFamily="2" charset="2"/>
                <a:buNone/>
              </a:pPr>
              <a:r>
                <a:rPr lang="ko-KR" altLang="en-US" sz="1050" b="1" kern="0" spc="-10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❶ </a:t>
              </a:r>
              <a:r>
                <a:rPr lang="en-US" altLang="ko-KR" sz="1050" b="1" kern="0" spc="-10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NCS </a:t>
              </a:r>
              <a:r>
                <a:rPr lang="ko-KR" altLang="en-US" sz="1050" b="1" kern="0" spc="-10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활용 여부</a:t>
              </a:r>
              <a:endParaRPr lang="en-US" altLang="ko-KR" sz="1050" b="1" kern="0" spc="-10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en-US" altLang="ko-KR" sz="900" kern="0" spc="-100">
                  <a:ln>
                    <a:solidFill>
                      <a:srgbClr val="DF2D32">
                        <a:alpha val="0"/>
                      </a:srgbClr>
                    </a:solidFill>
                  </a:ln>
                  <a:solidFill>
                    <a:prstClr val="black"/>
                  </a:solidFill>
                  <a:latin typeface="a고딕14" panose="02020600000000000000" pitchFamily="18" charset="-127"/>
                  <a:ea typeface="a고딕14" panose="02020600000000000000" pitchFamily="18" charset="-127"/>
                </a:rPr>
                <a:t>NCS</a:t>
              </a:r>
              <a:r>
                <a:rPr lang="ko-KR" altLang="en-US" sz="900" kern="0" spc="-100">
                  <a:ln>
                    <a:solidFill>
                      <a:srgbClr val="DF2D32">
                        <a:alpha val="0"/>
                      </a:srgbClr>
                    </a:solidFill>
                  </a:ln>
                  <a:solidFill>
                    <a:prstClr val="black"/>
                  </a:solidFill>
                  <a:latin typeface="a고딕14" panose="02020600000000000000" pitchFamily="18" charset="-127"/>
                  <a:ea typeface="a고딕14" panose="02020600000000000000" pitchFamily="18" charset="-127"/>
                </a:rPr>
                <a:t>를 활용하여 제작한 과정 개요서는 활용에 체크하겠음</a:t>
              </a:r>
              <a:endParaRPr lang="en-US" altLang="ko-KR" sz="900" kern="0" spc="-100">
                <a:ln>
                  <a:solidFill>
                    <a:srgbClr val="DF2D32">
                      <a:alpha val="0"/>
                    </a:srgbClr>
                  </a:solidFill>
                </a:ln>
                <a:solidFill>
                  <a:prstClr val="black"/>
                </a:solidFill>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ko-KR" altLang="en-US" sz="900" kern="0" spc="-100">
                  <a:ln>
                    <a:solidFill>
                      <a:srgbClr val="DF2D32">
                        <a:alpha val="0"/>
                      </a:srgbClr>
                    </a:solidFill>
                  </a:ln>
                  <a:solidFill>
                    <a:prstClr val="black"/>
                  </a:solidFill>
                  <a:latin typeface="a고딕14" panose="02020600000000000000" pitchFamily="18" charset="-127"/>
                  <a:ea typeface="a고딕14" panose="02020600000000000000" pitchFamily="18" charset="-127"/>
                </a:rPr>
                <a:t>협약 기업</a:t>
              </a:r>
              <a:r>
                <a:rPr lang="en-US" altLang="ko-KR" sz="900" kern="0" spc="-100">
                  <a:ln>
                    <a:solidFill>
                      <a:srgbClr val="DF2D32">
                        <a:alpha val="0"/>
                      </a:srgbClr>
                    </a:solidFill>
                  </a:ln>
                  <a:solidFill>
                    <a:prstClr val="black"/>
                  </a:solidFill>
                  <a:latin typeface="a고딕14" panose="02020600000000000000" pitchFamily="18" charset="-127"/>
                  <a:ea typeface="a고딕14" panose="02020600000000000000" pitchFamily="18" charset="-127"/>
                </a:rPr>
                <a:t>/</a:t>
              </a:r>
              <a:r>
                <a:rPr lang="ko-KR" altLang="en-US" sz="900" kern="0" spc="-100">
                  <a:ln>
                    <a:solidFill>
                      <a:srgbClr val="DF2D32">
                        <a:alpha val="0"/>
                      </a:srgbClr>
                    </a:solidFill>
                  </a:ln>
                  <a:solidFill>
                    <a:prstClr val="black"/>
                  </a:solidFill>
                  <a:latin typeface="a고딕14" panose="02020600000000000000" pitchFamily="18" charset="-127"/>
                  <a:ea typeface="a고딕14" panose="02020600000000000000" pitchFamily="18" charset="-127"/>
                </a:rPr>
                <a:t>기관 교육과정 개발인 경우에는 미 활용에 체크하겠음</a:t>
              </a:r>
              <a:endParaRPr lang="en-US" altLang="ko-KR" sz="900" kern="0">
                <a:ln>
                  <a:solidFill>
                    <a:srgbClr val="DF2D32">
                      <a:alpha val="0"/>
                    </a:srgbClr>
                  </a:solidFill>
                </a:ln>
                <a:solidFill>
                  <a:prstClr val="black"/>
                </a:solidFill>
                <a:latin typeface="a고딕14" panose="02020600000000000000" pitchFamily="18" charset="-127"/>
                <a:ea typeface="a고딕14" panose="02020600000000000000" pitchFamily="18" charset="-127"/>
              </a:endParaRPr>
            </a:p>
          </p:txBody>
        </p:sp>
        <p:sp>
          <p:nvSpPr>
            <p:cNvPr id="32" name="TextBox 31">
              <a:extLst>
                <a:ext uri="{FF2B5EF4-FFF2-40B4-BE49-F238E27FC236}">
                  <a16:creationId xmlns:a16="http://schemas.microsoft.com/office/drawing/2014/main" id="{4F250659-DF46-4AC1-908A-F2DCEA03E721}"/>
                </a:ext>
              </a:extLst>
            </p:cNvPr>
            <p:cNvSpPr txBox="1"/>
            <p:nvPr/>
          </p:nvSpPr>
          <p:spPr>
            <a:xfrm>
              <a:off x="6033120" y="5264608"/>
              <a:ext cx="3435952" cy="1122745"/>
            </a:xfrm>
            <a:prstGeom prst="rect">
              <a:avLst/>
            </a:prstGeom>
            <a:noFill/>
          </p:spPr>
          <p:txBody>
            <a:bodyPr wrap="square" lIns="72000" tIns="18000" rIns="72000" bIns="18000">
              <a:spAutoFit/>
            </a:bodyPr>
            <a:lstStyle/>
            <a:p>
              <a:pPr algn="l" latinLnBrk="0">
                <a:lnSpc>
                  <a:spcPts val="1800"/>
                </a:lnSpc>
                <a:buFont typeface="Wingdings" pitchFamily="2" charset="2"/>
                <a:buNone/>
              </a:pPr>
              <a:r>
                <a:rPr lang="ko-KR" altLang="en-US" sz="1050" b="1" kern="0" spc="-10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❼ 과정개발 필요성</a:t>
              </a:r>
              <a:endParaRPr lang="en-US" altLang="ko-KR" sz="1050" b="1" kern="0" spc="-10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ts val="1800"/>
                </a:lnSpc>
                <a:buFont typeface="Arial" panose="020B0604020202020204" pitchFamily="34" charset="0"/>
                <a:buChar char="•"/>
              </a:pPr>
              <a:r>
                <a:rPr lang="ko-KR" altLang="en-US" sz="900" kern="0" spc="-5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집체교육</a:t>
              </a:r>
              <a:r>
                <a:rPr lang="en-US" altLang="ko-KR" sz="900" kern="0" spc="-5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a:t>
              </a:r>
              <a:r>
                <a:rPr lang="ko-KR" altLang="en-US" sz="900" kern="0" spc="-5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이러닝</a:t>
              </a:r>
              <a:r>
                <a:rPr lang="en-US" altLang="ko-KR" sz="900" kern="0" spc="-5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ko-KR" altLang="ko-KR" sz="900" kern="0" spc="-5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이러닝 적합성 점수 ≥6.0 매우 높음 / 5.0~5.9 높음 / 4.0~4.9 보통</a:t>
              </a:r>
              <a:endParaRPr lang="en-US" altLang="ko-KR" sz="900" kern="0" spc="-5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a:p>
              <a:pPr marL="268288" indent="-88900" algn="l" latinLnBrk="0">
                <a:lnSpc>
                  <a:spcPts val="1800"/>
                </a:lnSpc>
                <a:buFont typeface="Arial" panose="020B0604020202020204" pitchFamily="34" charset="0"/>
                <a:buChar char="•"/>
              </a:pPr>
              <a:r>
                <a:rPr lang="ko-KR" altLang="en-US" sz="900" kern="0" spc="-5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가상훈련</a:t>
              </a:r>
              <a:r>
                <a:rPr lang="en-US" altLang="ko-KR" sz="900" kern="0" spc="-5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ko-KR" altLang="ko-KR" sz="900" kern="0" spc="-5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가상훈련 적합성 점수 ≥6.0 매우 높음 / 5.0~5.9 높음 / 4.0~4.9 보통</a:t>
              </a:r>
              <a:endParaRPr lang="en-US" altLang="ko-KR" sz="900" kern="0" spc="-5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a:p>
              <a:pPr marL="268288" indent="-88900" algn="l" latinLnBrk="0">
                <a:lnSpc>
                  <a:spcPts val="1800"/>
                </a:lnSpc>
                <a:buFont typeface="Arial" panose="020B0604020202020204" pitchFamily="34" charset="0"/>
                <a:buChar char="•"/>
              </a:pPr>
              <a:r>
                <a:rPr lang="ko-KR" altLang="ko-KR" sz="900" kern="0" spc="-5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AI 융합 </a:t>
              </a:r>
              <a:r>
                <a:rPr lang="en-US" altLang="ko-KR" sz="900" kern="0" spc="-5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ko-KR" altLang="ko-KR" sz="900" kern="0" spc="-5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적합성 점수 ≥6.0 매우 높음 / 5.0~5.9 높음 / 4.0~4.9 보통</a:t>
              </a:r>
              <a:endParaRPr lang="ko-KR" altLang="en-US" sz="900" kern="0" spc="-5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p:txBody>
        </p:sp>
      </p:grpSp>
      <p:grpSp>
        <p:nvGrpSpPr>
          <p:cNvPr id="8" name="그룹 7">
            <a:extLst>
              <a:ext uri="{FF2B5EF4-FFF2-40B4-BE49-F238E27FC236}">
                <a16:creationId xmlns:a16="http://schemas.microsoft.com/office/drawing/2014/main" id="{62C399DB-0139-886B-148F-1D896279957D}"/>
              </a:ext>
            </a:extLst>
          </p:cNvPr>
          <p:cNvGrpSpPr/>
          <p:nvPr/>
        </p:nvGrpSpPr>
        <p:grpSpPr>
          <a:xfrm>
            <a:off x="596515" y="1681027"/>
            <a:ext cx="8749097" cy="266602"/>
            <a:chOff x="802640" y="2236632"/>
            <a:chExt cx="4130805" cy="266552"/>
          </a:xfrm>
        </p:grpSpPr>
        <p:sp>
          <p:nvSpPr>
            <p:cNvPr id="9" name="ListLeanHorizontalTextTopic0">
              <a:extLst>
                <a:ext uri="{FF2B5EF4-FFF2-40B4-BE49-F238E27FC236}">
                  <a16:creationId xmlns:a16="http://schemas.microsoft.com/office/drawing/2014/main" id="{1342E99C-1191-609F-3D95-2079674066AA}"/>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ko-KR" altLang="en-US" sz="1400" kern="0">
                  <a:solidFill>
                    <a:srgbClr val="000000"/>
                  </a:solidFill>
                  <a:latin typeface="a고딕14" panose="02020600000000000000" pitchFamily="18" charset="-127"/>
                  <a:ea typeface="a고딕14" panose="02020600000000000000" pitchFamily="18" charset="-127"/>
                  <a:cs typeface="Arial Narrow" pitchFamily="34" charset="0"/>
                </a:rPr>
                <a:t>과목개요서 양식 및 주요 내용</a:t>
              </a:r>
              <a:endParaRPr lang="en-US" altLang="ko-KR" sz="1400" kern="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0" name="Horizontal Line">
              <a:extLst>
                <a:ext uri="{FF2B5EF4-FFF2-40B4-BE49-F238E27FC236}">
                  <a16:creationId xmlns:a16="http://schemas.microsoft.com/office/drawing/2014/main" id="{2193DF08-B743-873B-7266-C60F7092771F}"/>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Tree>
    <p:extLst>
      <p:ext uri="{BB962C8B-B14F-4D97-AF65-F5344CB8AC3E}">
        <p14:creationId xmlns:p14="http://schemas.microsoft.com/office/powerpoint/2010/main" val="36522846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51020-845D-3251-5F7A-C852D75D52EE}"/>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15A77E3A-294C-40B0-9805-F554D8678D9E}"/>
              </a:ext>
            </a:extLst>
          </p:cNvPr>
          <p:cNvSpPr>
            <a:spLocks noGrp="1"/>
          </p:cNvSpPr>
          <p:nvPr>
            <p:ph type="body" sz="quarter" idx="12"/>
          </p:nvPr>
        </p:nvSpPr>
        <p:spPr/>
        <p:txBody>
          <a:bodyPr vert="horz" wrap="square" lIns="0" tIns="45720" rIns="0" bIns="0" rtlCol="0">
            <a:noAutofit/>
          </a:bodyPr>
          <a:lstStyle/>
          <a:p>
            <a:pPr algn="l" latinLnBrk="0"/>
            <a:r>
              <a:rPr lang="ko-KR" altLang="ko-KR"/>
              <a:t>NCS 능력단위</a:t>
            </a:r>
            <a:r>
              <a:rPr lang="en-US" altLang="ko-KR"/>
              <a:t>(</a:t>
            </a:r>
            <a:r>
              <a:rPr lang="ko-KR" altLang="en-US"/>
              <a:t>우선순위 및 </a:t>
            </a:r>
            <a:r>
              <a:rPr lang="en-US" altLang="ko-KR"/>
              <a:t>AI </a:t>
            </a:r>
            <a:r>
              <a:rPr lang="ko-KR" altLang="en-US"/>
              <a:t>융합 유형</a:t>
            </a:r>
            <a:r>
              <a:rPr lang="en-US" altLang="ko-KR"/>
              <a:t>)</a:t>
            </a:r>
            <a:r>
              <a:rPr lang="ko-KR" altLang="ko-KR"/>
              <a:t>와 </a:t>
            </a:r>
            <a:r>
              <a:rPr lang="ko-KR" altLang="en-US"/>
              <a:t>핵심 스킬을 </a:t>
            </a:r>
            <a:r>
              <a:rPr lang="ko-KR" altLang="ko-KR"/>
              <a:t>분석하고, 스킬별 핵심 기능을 기준으로 AI 연계 방향을 검토하여 AI 융합 과목 개발의 출발점을 마련하고자 함</a:t>
            </a:r>
            <a:endParaRPr lang="ko-KR" altLang="ko-KR" dirty="0"/>
          </a:p>
        </p:txBody>
      </p:sp>
      <p:sp>
        <p:nvSpPr>
          <p:cNvPr id="5" name="텍스트 개체 틀 4">
            <a:extLst>
              <a:ext uri="{FF2B5EF4-FFF2-40B4-BE49-F238E27FC236}">
                <a16:creationId xmlns:a16="http://schemas.microsoft.com/office/drawing/2014/main" id="{7E41C38A-6EF9-43A3-B21C-F47794AD25DC}"/>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8846406E-8538-0E15-D65F-0891C3A3EDFA}"/>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en-US" altLang="ko-KR" sz="1200" dirty="0">
                <a:solidFill>
                  <a:schemeClr val="bg1"/>
                </a:solidFill>
              </a:rPr>
              <a:t>Step8. AI+X(</a:t>
            </a:r>
            <a:r>
              <a:rPr lang="ko-KR" altLang="en-US" sz="1200" dirty="0">
                <a:solidFill>
                  <a:schemeClr val="bg1"/>
                </a:solidFill>
              </a:rPr>
              <a:t>산업 도메인</a:t>
            </a:r>
            <a:r>
              <a:rPr lang="en-US" altLang="ko-KR" sz="1200" dirty="0">
                <a:solidFill>
                  <a:schemeClr val="bg1"/>
                </a:solidFill>
              </a:rPr>
              <a:t>) </a:t>
            </a:r>
            <a:r>
              <a:rPr lang="ko-KR" altLang="en-US" sz="1200" dirty="0">
                <a:solidFill>
                  <a:schemeClr val="bg1"/>
                </a:solidFill>
              </a:rPr>
              <a:t>분야 과목개요서 개발</a:t>
            </a:r>
          </a:p>
        </p:txBody>
      </p:sp>
      <p:sp>
        <p:nvSpPr>
          <p:cNvPr id="12" name="직사각형 11">
            <a:extLst>
              <a:ext uri="{FF2B5EF4-FFF2-40B4-BE49-F238E27FC236}">
                <a16:creationId xmlns:a16="http://schemas.microsoft.com/office/drawing/2014/main" id="{E3A1270D-2B3A-4E66-CEA8-785FD33A7540}"/>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4. </a:t>
            </a:r>
            <a:r>
              <a:rPr lang="ko-KR" altLang="en-US" sz="1100" dirty="0">
                <a:solidFill>
                  <a:srgbClr val="003F56"/>
                </a:solidFill>
                <a:latin typeface="a고딕14"/>
                <a:ea typeface="a고딕14"/>
              </a:rPr>
              <a:t>신규 과목 도출 및 과목개요서 개발</a:t>
            </a:r>
          </a:p>
        </p:txBody>
      </p:sp>
      <p:sp>
        <p:nvSpPr>
          <p:cNvPr id="143" name="오른쪽 화살표 45">
            <a:extLst>
              <a:ext uri="{FF2B5EF4-FFF2-40B4-BE49-F238E27FC236}">
                <a16:creationId xmlns:a16="http://schemas.microsoft.com/office/drawing/2014/main" id="{56D19360-F8BD-63A4-8FEE-2B1AD3A14296}"/>
              </a:ext>
            </a:extLst>
          </p:cNvPr>
          <p:cNvSpPr/>
          <p:nvPr/>
        </p:nvSpPr>
        <p:spPr>
          <a:xfrm>
            <a:off x="2244263" y="2137268"/>
            <a:ext cx="4609860" cy="190429"/>
          </a:xfrm>
          <a:prstGeom prst="rightArrow">
            <a:avLst/>
          </a:prstGeom>
          <a:solidFill>
            <a:sysClr val="window" lastClr="FFFFFF">
              <a:lumMod val="75000"/>
            </a:sysClr>
          </a:solidFill>
          <a:ln w="25400" cap="flat" cmpd="sng" algn="ctr">
            <a:noFill/>
            <a:prstDash val="solid"/>
          </a:ln>
          <a:effectLst/>
        </p:spPr>
        <p:txBody>
          <a:bodyPr lIns="0" rIns="0" rtlCol="0" anchor="ctr"/>
          <a:lstStyle/>
          <a:p>
            <a:pPr marL="0" marR="0" lvl="0" indent="0" defTabSz="914395" eaLnBrk="1" fontAlgn="auto" latinLnBrk="0" hangingPunct="1">
              <a:lnSpc>
                <a:spcPct val="100000"/>
              </a:lnSpc>
              <a:spcBef>
                <a:spcPts val="0"/>
              </a:spcBef>
              <a:spcAft>
                <a:spcPts val="0"/>
              </a:spcAft>
              <a:buClrTx/>
              <a:buSzTx/>
              <a:buFontTx/>
              <a:buNone/>
              <a:tabLst/>
              <a:defRPr/>
            </a:pPr>
            <a:endParaRPr kumimoji="0" lang="ko-KR" altLang="en-US" sz="1600" b="0" i="0" u="none" strike="noStrike" kern="0" cap="none" spc="-50" normalizeH="0" baseline="0" noProof="0" dirty="0">
              <a:ln>
                <a:noFill/>
              </a:ln>
              <a:solidFill>
                <a:prstClr val="white"/>
              </a:solidFill>
              <a:effectLst/>
              <a:uLnTx/>
              <a:uFillTx/>
              <a:latin typeface="a고딕14" panose="02020600000000000000" pitchFamily="18" charset="-127"/>
              <a:ea typeface="a고딕14" panose="02020600000000000000" pitchFamily="18" charset="-127"/>
            </a:endParaRPr>
          </a:p>
        </p:txBody>
      </p:sp>
      <p:sp>
        <p:nvSpPr>
          <p:cNvPr id="144" name="직사각형 178">
            <a:extLst>
              <a:ext uri="{FF2B5EF4-FFF2-40B4-BE49-F238E27FC236}">
                <a16:creationId xmlns:a16="http://schemas.microsoft.com/office/drawing/2014/main" id="{7D7FB152-ACB1-A9FE-BF35-3A360B8B2DB5}"/>
              </a:ext>
            </a:extLst>
          </p:cNvPr>
          <p:cNvSpPr>
            <a:spLocks noChangeArrowheads="1"/>
          </p:cNvSpPr>
          <p:nvPr>
            <p:custDataLst>
              <p:tags r:id="rId1"/>
            </p:custDataLst>
          </p:nvPr>
        </p:nvSpPr>
        <p:spPr bwMode="auto">
          <a:xfrm>
            <a:off x="3729648" y="2008423"/>
            <a:ext cx="2483214" cy="448119"/>
          </a:xfrm>
          <a:prstGeom prst="rect">
            <a:avLst/>
          </a:prstGeom>
          <a:solidFill>
            <a:sysClr val="window" lastClr="FFFFFF"/>
          </a:solidFill>
          <a:ln w="19050" algn="ctr">
            <a:solidFill>
              <a:srgbClr val="004300"/>
            </a:solidFill>
            <a:round/>
            <a:headEnd/>
            <a:tailEnd/>
          </a:ln>
          <a:effectLst>
            <a:outerShdw blurRad="50800" dist="38100" dir="2700000" algn="tl" rotWithShape="0">
              <a:prstClr val="black">
                <a:alpha val="40000"/>
              </a:prstClr>
            </a:outerShdw>
          </a:effectLst>
        </p:spPr>
        <p:txBody>
          <a:bodyPr lIns="90000" tIns="46800" rIns="54000" bIns="46800" anchor="ctr"/>
          <a:lstStyle/>
          <a:p>
            <a:pPr marL="0" marR="0" lvl="0" indent="0" defTabSz="914395" eaLnBrk="1" fontAlgn="auto" latinLnBrk="0" hangingPunct="1">
              <a:lnSpc>
                <a:spcPct val="100000"/>
              </a:lnSpc>
              <a:spcBef>
                <a:spcPts val="0"/>
              </a:spcBef>
              <a:spcAft>
                <a:spcPts val="0"/>
              </a:spcAft>
              <a:buClrTx/>
              <a:buSzTx/>
              <a:buFontTx/>
              <a:buNone/>
              <a:tabLst/>
              <a:defRPr/>
            </a:pPr>
            <a:r>
              <a:rPr kumimoji="0" lang="en-US" altLang="ko-KR" b="0" i="0" u="none" strike="noStrike" kern="0" cap="none" spc="-50" normalizeH="0" baseline="0" noProof="0">
                <a:ln>
                  <a:noFill/>
                </a:ln>
                <a:solidFill>
                  <a:prstClr val="black"/>
                </a:solidFill>
                <a:effectLst/>
                <a:uLnTx/>
                <a:uFillTx/>
                <a:latin typeface="a고딕14" panose="02020600000000000000" pitchFamily="18" charset="-127"/>
                <a:ea typeface="a고딕14" panose="02020600000000000000" pitchFamily="18" charset="-127"/>
              </a:rPr>
              <a:t>NCS </a:t>
            </a:r>
            <a:r>
              <a:rPr kumimoji="0" lang="ko-KR" altLang="en-US" b="0" i="0" u="none" strike="noStrike" kern="0" cap="none" spc="-50" normalizeH="0" baseline="0" noProof="0">
                <a:ln>
                  <a:noFill/>
                </a:ln>
                <a:solidFill>
                  <a:prstClr val="black"/>
                </a:solidFill>
                <a:effectLst/>
                <a:uLnTx/>
                <a:uFillTx/>
                <a:latin typeface="a고딕14" panose="02020600000000000000" pitchFamily="18" charset="-127"/>
                <a:ea typeface="a고딕14" panose="02020600000000000000" pitchFamily="18" charset="-127"/>
              </a:rPr>
              <a:t>능력단위 </a:t>
            </a:r>
            <a:r>
              <a:rPr kumimoji="0" lang="ko-KR" altLang="en-US" b="0" i="0" u="none" strike="noStrike" kern="0" cap="none" spc="-5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스킬 </a:t>
            </a:r>
            <a:r>
              <a:rPr kumimoji="0" lang="ko-KR" altLang="en-US" b="0" i="0" u="none" strike="noStrike" kern="0" cap="none" spc="-50" normalizeH="0" baseline="0" noProof="0">
                <a:ln>
                  <a:noFill/>
                </a:ln>
                <a:solidFill>
                  <a:prstClr val="black"/>
                </a:solidFill>
                <a:effectLst/>
                <a:uLnTx/>
                <a:uFillTx/>
                <a:latin typeface="a고딕14" panose="02020600000000000000" pitchFamily="18" charset="-127"/>
                <a:ea typeface="a고딕14" panose="02020600000000000000" pitchFamily="18" charset="-127"/>
              </a:rPr>
              <a:t>분석</a:t>
            </a:r>
            <a:endParaRPr kumimoji="0" lang="en-US" altLang="ko-KR" b="0" i="0" u="none" strike="noStrike" kern="0" cap="none" spc="-5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145" name="직사각형 178">
            <a:extLst>
              <a:ext uri="{FF2B5EF4-FFF2-40B4-BE49-F238E27FC236}">
                <a16:creationId xmlns:a16="http://schemas.microsoft.com/office/drawing/2014/main" id="{54DFD4D0-78A8-3A27-1C72-0BB9556580D9}"/>
              </a:ext>
            </a:extLst>
          </p:cNvPr>
          <p:cNvSpPr>
            <a:spLocks noChangeArrowheads="1"/>
          </p:cNvSpPr>
          <p:nvPr>
            <p:custDataLst>
              <p:tags r:id="rId2"/>
            </p:custDataLst>
          </p:nvPr>
        </p:nvSpPr>
        <p:spPr bwMode="auto">
          <a:xfrm>
            <a:off x="601630" y="2008423"/>
            <a:ext cx="2483214" cy="448119"/>
          </a:xfrm>
          <a:prstGeom prst="rect">
            <a:avLst/>
          </a:prstGeom>
          <a:solidFill>
            <a:sysClr val="window" lastClr="FFFFFF"/>
          </a:solidFill>
          <a:ln w="19050" algn="ctr">
            <a:solidFill>
              <a:srgbClr val="004300"/>
            </a:solidFill>
            <a:round/>
            <a:headEnd/>
            <a:tailEnd/>
          </a:ln>
          <a:effectLst>
            <a:outerShdw blurRad="50800" dist="38100" dir="2700000" algn="tl" rotWithShape="0">
              <a:prstClr val="black">
                <a:alpha val="40000"/>
              </a:prstClr>
            </a:outerShdw>
          </a:effectLst>
        </p:spPr>
        <p:txBody>
          <a:bodyPr lIns="90000" tIns="46800" rIns="54000" bIns="46800" anchor="ctr"/>
          <a:lstStyle/>
          <a:p>
            <a:pPr marL="0" marR="0" lvl="0" indent="0" defTabSz="914395" eaLnBrk="1" fontAlgn="auto" latinLnBrk="0" hangingPunct="1">
              <a:lnSpc>
                <a:spcPct val="100000"/>
              </a:lnSpc>
              <a:spcBef>
                <a:spcPts val="0"/>
              </a:spcBef>
              <a:spcAft>
                <a:spcPts val="0"/>
              </a:spcAft>
              <a:buClrTx/>
              <a:buSzTx/>
              <a:buFontTx/>
              <a:buNone/>
              <a:tabLst/>
              <a:defRPr/>
            </a:pPr>
            <a:r>
              <a:rPr kumimoji="0" lang="en-US" altLang="ko-KR" b="0" i="0" u="none" strike="noStrike" kern="0" cap="none" spc="-5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NCS </a:t>
            </a:r>
            <a:r>
              <a:rPr kumimoji="0" lang="ko-KR" altLang="en-US" b="0" i="0" u="none" strike="noStrike" kern="0" cap="none" spc="-5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능력단위 분석</a:t>
            </a:r>
            <a:endParaRPr kumimoji="0" lang="en-US" altLang="ko-KR" b="0" i="0" u="none" strike="noStrike" kern="0" cap="none" spc="-5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146" name="직사각형 145">
            <a:extLst>
              <a:ext uri="{FF2B5EF4-FFF2-40B4-BE49-F238E27FC236}">
                <a16:creationId xmlns:a16="http://schemas.microsoft.com/office/drawing/2014/main" id="{C9A2113E-2297-C001-BEF1-ABBEBF1127CC}"/>
              </a:ext>
            </a:extLst>
          </p:cNvPr>
          <p:cNvSpPr/>
          <p:nvPr/>
        </p:nvSpPr>
        <p:spPr>
          <a:xfrm>
            <a:off x="596899" y="2549005"/>
            <a:ext cx="2484397" cy="547574"/>
          </a:xfrm>
          <a:prstGeom prst="rect">
            <a:avLst/>
          </a:prstGeom>
          <a:pattFill prst="dkUpDiag">
            <a:fgClr>
              <a:srgbClr val="DCF1F9"/>
            </a:fgClr>
            <a:bgClr>
              <a:sysClr val="window" lastClr="FFFFFF"/>
            </a:bgClr>
          </a:pattFill>
          <a:ln w="6350" cap="flat" cmpd="sng" algn="ctr">
            <a:solidFill>
              <a:sysClr val="windowText" lastClr="000000"/>
            </a:solidFill>
            <a:prstDash val="solid"/>
            <a:miter lim="800000"/>
          </a:ln>
          <a:effectLst>
            <a:outerShdw blurRad="50800" dist="38100" dir="2700000" algn="tl" rotWithShape="0">
              <a:sysClr val="windowText" lastClr="000000">
                <a:lumMod val="50000"/>
                <a:lumOff val="50000"/>
                <a:alpha val="40000"/>
              </a:sysClr>
            </a:outerShdw>
          </a:effectLst>
        </p:spPr>
        <p:txBody>
          <a:bodyPr lIns="0" rIns="0" rtlCol="0" anchor="ctr"/>
          <a:lstStyle/>
          <a:p>
            <a:pPr marL="180975" marR="0" lvl="1" indent="-93663" algn="l" defTabSz="91440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ko-KR" sz="1000" b="0" i="0" u="none" strike="noStrike" kern="0" cap="none" spc="-50" normalizeH="0" baseline="0" noProof="0" dirty="0">
                <a:ln>
                  <a:noFill/>
                </a:ln>
                <a:solidFill>
                  <a:prstClr val="black">
                    <a:lumMod val="85000"/>
                    <a:lumOff val="15000"/>
                  </a:prstClr>
                </a:solidFill>
                <a:effectLst/>
                <a:uLnTx/>
                <a:uFillTx/>
                <a:latin typeface="a고딕14" panose="02020600000000000000" pitchFamily="18" charset="-127"/>
                <a:ea typeface="a고딕14" panose="02020600000000000000" pitchFamily="18" charset="-127"/>
              </a:rPr>
              <a:t>’26</a:t>
            </a:r>
            <a:r>
              <a:rPr kumimoji="0" lang="ko-KR" altLang="en-US" sz="1000" b="0" i="0" u="none" strike="noStrike" kern="0" cap="none" spc="-50" normalizeH="0" baseline="0" noProof="0" dirty="0">
                <a:ln>
                  <a:noFill/>
                </a:ln>
                <a:solidFill>
                  <a:prstClr val="black">
                    <a:lumMod val="85000"/>
                    <a:lumOff val="15000"/>
                  </a:prstClr>
                </a:solidFill>
                <a:effectLst/>
                <a:uLnTx/>
                <a:uFillTx/>
                <a:latin typeface="a고딕14" panose="02020600000000000000" pitchFamily="18" charset="-127"/>
                <a:ea typeface="a고딕14" panose="02020600000000000000" pitchFamily="18" charset="-127"/>
              </a:rPr>
              <a:t>년 운영 예정인 </a:t>
            </a:r>
            <a:r>
              <a:rPr kumimoji="0" lang="en-US" altLang="ko-KR" sz="1000" b="0" i="0" u="none" strike="noStrike" kern="0" cap="none" spc="-50" normalizeH="0" baseline="0" noProof="0" dirty="0">
                <a:ln>
                  <a:noFill/>
                </a:ln>
                <a:solidFill>
                  <a:prstClr val="black">
                    <a:lumMod val="85000"/>
                    <a:lumOff val="15000"/>
                  </a:prstClr>
                </a:solidFill>
                <a:effectLst/>
                <a:uLnTx/>
                <a:uFillTx/>
                <a:latin typeface="a고딕14" panose="02020600000000000000" pitchFamily="18" charset="-127"/>
                <a:ea typeface="a고딕14" panose="02020600000000000000" pitchFamily="18" charset="-127"/>
              </a:rPr>
              <a:t>25</a:t>
            </a:r>
            <a:r>
              <a:rPr kumimoji="0" lang="ko-KR" altLang="en-US" sz="1000" b="0" i="0" u="none" strike="noStrike" kern="0" cap="none" spc="-50" normalizeH="0" baseline="0" noProof="0" dirty="0">
                <a:ln>
                  <a:noFill/>
                </a:ln>
                <a:solidFill>
                  <a:prstClr val="black">
                    <a:lumMod val="85000"/>
                    <a:lumOff val="15000"/>
                  </a:prstClr>
                </a:solidFill>
                <a:effectLst/>
                <a:uLnTx/>
                <a:uFillTx/>
                <a:latin typeface="a고딕14" panose="02020600000000000000" pitchFamily="18" charset="-127"/>
                <a:ea typeface="a고딕14" panose="02020600000000000000" pitchFamily="18" charset="-127"/>
              </a:rPr>
              <a:t>개 과정의 교과목별 내용 분석</a:t>
            </a:r>
            <a:endParaRPr kumimoji="0" lang="en-US" altLang="ko-KR" sz="1000" b="0" i="0" u="none" strike="noStrike" kern="0" cap="none" spc="-50" normalizeH="0" baseline="0" noProof="0" dirty="0">
              <a:ln>
                <a:noFill/>
              </a:ln>
              <a:solidFill>
                <a:prstClr val="black">
                  <a:lumMod val="85000"/>
                  <a:lumOff val="15000"/>
                </a:prstClr>
              </a:solidFill>
              <a:effectLst/>
              <a:uLnTx/>
              <a:uFillTx/>
              <a:latin typeface="a고딕14" panose="02020600000000000000" pitchFamily="18" charset="-127"/>
              <a:ea typeface="a고딕14" panose="02020600000000000000" pitchFamily="18" charset="-127"/>
            </a:endParaRPr>
          </a:p>
        </p:txBody>
      </p:sp>
      <p:sp>
        <p:nvSpPr>
          <p:cNvPr id="147" name="직사각형 146">
            <a:extLst>
              <a:ext uri="{FF2B5EF4-FFF2-40B4-BE49-F238E27FC236}">
                <a16:creationId xmlns:a16="http://schemas.microsoft.com/office/drawing/2014/main" id="{6F751B0F-FDD5-E348-C210-C5167758D4C6}"/>
              </a:ext>
            </a:extLst>
          </p:cNvPr>
          <p:cNvSpPr/>
          <p:nvPr/>
        </p:nvSpPr>
        <p:spPr>
          <a:xfrm>
            <a:off x="3729648" y="2549005"/>
            <a:ext cx="2484397" cy="547574"/>
          </a:xfrm>
          <a:prstGeom prst="rect">
            <a:avLst/>
          </a:prstGeom>
          <a:pattFill prst="dkUpDiag">
            <a:fgClr>
              <a:srgbClr val="DCF1F9"/>
            </a:fgClr>
            <a:bgClr>
              <a:sysClr val="window" lastClr="FFFFFF"/>
            </a:bgClr>
          </a:pattFill>
          <a:ln w="6350" cap="flat" cmpd="sng" algn="ctr">
            <a:solidFill>
              <a:sysClr val="windowText" lastClr="000000"/>
            </a:solidFill>
            <a:prstDash val="solid"/>
            <a:miter lim="800000"/>
          </a:ln>
          <a:effectLst>
            <a:outerShdw blurRad="50800" dist="38100" dir="2700000" algn="tl" rotWithShape="0">
              <a:sysClr val="windowText" lastClr="000000">
                <a:lumMod val="50000"/>
                <a:lumOff val="50000"/>
                <a:alpha val="40000"/>
              </a:sysClr>
            </a:outerShdw>
          </a:effectLst>
        </p:spPr>
        <p:txBody>
          <a:bodyPr lIns="0" rIns="0" rtlCol="0" anchor="ctr"/>
          <a:lstStyle/>
          <a:p>
            <a:pPr marL="180975" marR="0" lvl="1" indent="-93663" algn="l" defTabSz="91440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000" b="0" i="0" u="none" strike="noStrike" kern="0" cap="none" spc="-50" normalizeH="0" baseline="0" noProof="0" dirty="0">
                <a:ln>
                  <a:noFill/>
                </a:ln>
                <a:solidFill>
                  <a:prstClr val="black">
                    <a:lumMod val="85000"/>
                    <a:lumOff val="15000"/>
                  </a:prstClr>
                </a:solidFill>
                <a:effectLst/>
                <a:uLnTx/>
                <a:uFillTx/>
                <a:latin typeface="a고딕14" panose="02020600000000000000" pitchFamily="18" charset="-127"/>
                <a:ea typeface="a고딕14" panose="02020600000000000000" pitchFamily="18" charset="-127"/>
              </a:rPr>
              <a:t>교육내용 기반으로 수행 행동 중심의 스킬 도출</a:t>
            </a:r>
            <a:endParaRPr kumimoji="0" lang="en-US" altLang="ko-KR" sz="1000" b="0" i="0" u="none" strike="noStrike" kern="0" cap="none" spc="-50" normalizeH="0" baseline="0" noProof="0" dirty="0">
              <a:ln>
                <a:noFill/>
              </a:ln>
              <a:solidFill>
                <a:prstClr val="black">
                  <a:lumMod val="85000"/>
                  <a:lumOff val="15000"/>
                </a:prstClr>
              </a:solidFill>
              <a:effectLst/>
              <a:uLnTx/>
              <a:uFillTx/>
              <a:latin typeface="a고딕14" panose="02020600000000000000" pitchFamily="18" charset="-127"/>
              <a:ea typeface="a고딕14" panose="02020600000000000000" pitchFamily="18" charset="-127"/>
            </a:endParaRPr>
          </a:p>
          <a:p>
            <a:pPr marL="180975" marR="0" lvl="1" indent="-93663" algn="l" defTabSz="91440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000" b="0" i="0" u="none" strike="noStrike" kern="0" cap="none" spc="-50" normalizeH="0" baseline="0" noProof="0" dirty="0">
                <a:ln>
                  <a:noFill/>
                </a:ln>
                <a:solidFill>
                  <a:prstClr val="black">
                    <a:lumMod val="85000"/>
                    <a:lumOff val="15000"/>
                  </a:prstClr>
                </a:solidFill>
                <a:effectLst/>
                <a:uLnTx/>
                <a:uFillTx/>
                <a:latin typeface="a고딕14" panose="02020600000000000000" pitchFamily="18" charset="-127"/>
                <a:ea typeface="a고딕14" panose="02020600000000000000" pitchFamily="18" charset="-127"/>
              </a:rPr>
              <a:t>유사 스킬 통합하여 </a:t>
            </a:r>
            <a:r>
              <a:rPr kumimoji="0" lang="ko-KR" altLang="en-US" sz="1000" b="0" i="0" u="none" strike="noStrike" kern="0" cap="none" spc="-50" normalizeH="0" baseline="0" noProof="0" dirty="0" err="1">
                <a:ln>
                  <a:noFill/>
                </a:ln>
                <a:solidFill>
                  <a:prstClr val="black">
                    <a:lumMod val="85000"/>
                    <a:lumOff val="15000"/>
                  </a:prstClr>
                </a:solidFill>
                <a:effectLst/>
                <a:uLnTx/>
                <a:uFillTx/>
                <a:latin typeface="a고딕14" panose="02020600000000000000" pitchFamily="18" charset="-127"/>
                <a:ea typeface="a고딕14" panose="02020600000000000000" pitchFamily="18" charset="-127"/>
              </a:rPr>
              <a:t>스킬셋</a:t>
            </a:r>
            <a:r>
              <a:rPr kumimoji="0" lang="en-US" altLang="ko-KR" sz="1000" b="0" i="0" u="none" strike="noStrike" kern="0" cap="none" spc="-50" normalizeH="0" baseline="0" noProof="0" dirty="0">
                <a:ln>
                  <a:noFill/>
                </a:ln>
                <a:solidFill>
                  <a:prstClr val="black">
                    <a:lumMod val="85000"/>
                    <a:lumOff val="15000"/>
                  </a:prstClr>
                </a:solidFill>
                <a:effectLst/>
                <a:uLnTx/>
                <a:uFillTx/>
                <a:latin typeface="a고딕14" panose="02020600000000000000" pitchFamily="18" charset="-127"/>
                <a:ea typeface="a고딕14" panose="02020600000000000000" pitchFamily="18" charset="-127"/>
              </a:rPr>
              <a:t>(Skill-set) </a:t>
            </a:r>
            <a:r>
              <a:rPr kumimoji="0" lang="ko-KR" altLang="en-US" sz="1000" b="0" i="0" u="none" strike="noStrike" kern="0" cap="none" spc="-50" normalizeH="0" baseline="0" noProof="0" dirty="0">
                <a:ln>
                  <a:noFill/>
                </a:ln>
                <a:solidFill>
                  <a:prstClr val="black">
                    <a:lumMod val="85000"/>
                    <a:lumOff val="15000"/>
                  </a:prstClr>
                </a:solidFill>
                <a:effectLst/>
                <a:uLnTx/>
                <a:uFillTx/>
                <a:latin typeface="a고딕14" panose="02020600000000000000" pitchFamily="18" charset="-127"/>
                <a:ea typeface="a고딕14" panose="02020600000000000000" pitchFamily="18" charset="-127"/>
              </a:rPr>
              <a:t>도출</a:t>
            </a:r>
            <a:endParaRPr kumimoji="0" lang="en-US" altLang="ko-KR" sz="1000" b="0" i="0" u="none" strike="noStrike" kern="0" cap="none" spc="-50" normalizeH="0" baseline="0" noProof="0" dirty="0">
              <a:ln>
                <a:noFill/>
              </a:ln>
              <a:solidFill>
                <a:prstClr val="black">
                  <a:lumMod val="85000"/>
                  <a:lumOff val="15000"/>
                </a:prstClr>
              </a:solidFill>
              <a:effectLst/>
              <a:uLnTx/>
              <a:uFillTx/>
              <a:latin typeface="a고딕14" panose="02020600000000000000" pitchFamily="18" charset="-127"/>
              <a:ea typeface="a고딕14" panose="02020600000000000000" pitchFamily="18" charset="-127"/>
            </a:endParaRPr>
          </a:p>
        </p:txBody>
      </p:sp>
      <p:cxnSp>
        <p:nvCxnSpPr>
          <p:cNvPr id="149" name="직선 화살표 연결선 148">
            <a:extLst>
              <a:ext uri="{FF2B5EF4-FFF2-40B4-BE49-F238E27FC236}">
                <a16:creationId xmlns:a16="http://schemas.microsoft.com/office/drawing/2014/main" id="{88050825-1BE0-7293-452E-EBF1A0FD87B1}"/>
              </a:ext>
            </a:extLst>
          </p:cNvPr>
          <p:cNvCxnSpPr>
            <a:cxnSpLocks/>
            <a:endCxn id="182" idx="1"/>
          </p:cNvCxnSpPr>
          <p:nvPr/>
        </p:nvCxnSpPr>
        <p:spPr>
          <a:xfrm>
            <a:off x="3084844" y="3388135"/>
            <a:ext cx="644804" cy="190429"/>
          </a:xfrm>
          <a:prstGeom prst="straightConnector1">
            <a:avLst/>
          </a:prstGeom>
          <a:noFill/>
          <a:ln w="6350" cap="flat" cmpd="sng" algn="ctr">
            <a:solidFill>
              <a:sysClr val="windowText" lastClr="000000">
                <a:lumMod val="50000"/>
                <a:lumOff val="50000"/>
              </a:sysClr>
            </a:solidFill>
            <a:prstDash val="sysDot"/>
            <a:miter lim="800000"/>
            <a:tailEnd type="triangle" w="sm" len="sm"/>
          </a:ln>
          <a:effectLst/>
        </p:spPr>
      </p:cxnSp>
      <p:cxnSp>
        <p:nvCxnSpPr>
          <p:cNvPr id="150" name="직선 화살표 연결선 149">
            <a:extLst>
              <a:ext uri="{FF2B5EF4-FFF2-40B4-BE49-F238E27FC236}">
                <a16:creationId xmlns:a16="http://schemas.microsoft.com/office/drawing/2014/main" id="{A9AFBB81-523A-061A-76ED-77F18AE4A731}"/>
              </a:ext>
            </a:extLst>
          </p:cNvPr>
          <p:cNvCxnSpPr>
            <a:cxnSpLocks/>
            <a:endCxn id="183" idx="1"/>
          </p:cNvCxnSpPr>
          <p:nvPr/>
        </p:nvCxnSpPr>
        <p:spPr>
          <a:xfrm flipV="1">
            <a:off x="3081296" y="4052674"/>
            <a:ext cx="648352" cy="270920"/>
          </a:xfrm>
          <a:prstGeom prst="straightConnector1">
            <a:avLst/>
          </a:prstGeom>
          <a:noFill/>
          <a:ln w="6350" cap="flat" cmpd="sng" algn="ctr">
            <a:solidFill>
              <a:sysClr val="windowText" lastClr="000000">
                <a:lumMod val="50000"/>
                <a:lumOff val="50000"/>
              </a:sysClr>
            </a:solidFill>
            <a:prstDash val="sysDot"/>
            <a:miter lim="800000"/>
            <a:tailEnd type="triangle" w="sm" len="sm"/>
          </a:ln>
          <a:effectLst/>
        </p:spPr>
      </p:cxnSp>
      <p:cxnSp>
        <p:nvCxnSpPr>
          <p:cNvPr id="151" name="직선 화살표 연결선 150">
            <a:extLst>
              <a:ext uri="{FF2B5EF4-FFF2-40B4-BE49-F238E27FC236}">
                <a16:creationId xmlns:a16="http://schemas.microsoft.com/office/drawing/2014/main" id="{E72E3C43-9332-F080-AB34-8DCBABCA1E09}"/>
              </a:ext>
            </a:extLst>
          </p:cNvPr>
          <p:cNvCxnSpPr>
            <a:cxnSpLocks/>
            <a:endCxn id="182" idx="1"/>
          </p:cNvCxnSpPr>
          <p:nvPr/>
        </p:nvCxnSpPr>
        <p:spPr>
          <a:xfrm flipV="1">
            <a:off x="3084844" y="3578564"/>
            <a:ext cx="644804" cy="241762"/>
          </a:xfrm>
          <a:prstGeom prst="straightConnector1">
            <a:avLst/>
          </a:prstGeom>
          <a:noFill/>
          <a:ln w="6350" cap="flat" cmpd="sng" algn="ctr">
            <a:solidFill>
              <a:sysClr val="windowText" lastClr="000000">
                <a:lumMod val="50000"/>
                <a:lumOff val="50000"/>
              </a:sysClr>
            </a:solidFill>
            <a:prstDash val="sysDot"/>
            <a:miter lim="800000"/>
            <a:tailEnd type="triangle" w="sm" len="sm"/>
          </a:ln>
          <a:effectLst/>
        </p:spPr>
      </p:cxnSp>
      <p:cxnSp>
        <p:nvCxnSpPr>
          <p:cNvPr id="152" name="직선 화살표 연결선 151">
            <a:extLst>
              <a:ext uri="{FF2B5EF4-FFF2-40B4-BE49-F238E27FC236}">
                <a16:creationId xmlns:a16="http://schemas.microsoft.com/office/drawing/2014/main" id="{A46A0DEF-BE23-FFDE-33AD-324DE5A73E73}"/>
              </a:ext>
            </a:extLst>
          </p:cNvPr>
          <p:cNvCxnSpPr>
            <a:cxnSpLocks/>
            <a:endCxn id="182" idx="1"/>
          </p:cNvCxnSpPr>
          <p:nvPr/>
        </p:nvCxnSpPr>
        <p:spPr>
          <a:xfrm flipV="1">
            <a:off x="3081296" y="3578564"/>
            <a:ext cx="648352" cy="999786"/>
          </a:xfrm>
          <a:prstGeom prst="straightConnector1">
            <a:avLst/>
          </a:prstGeom>
          <a:noFill/>
          <a:ln w="6350" cap="flat" cmpd="sng" algn="ctr">
            <a:solidFill>
              <a:sysClr val="windowText" lastClr="000000">
                <a:lumMod val="50000"/>
                <a:lumOff val="50000"/>
              </a:sysClr>
            </a:solidFill>
            <a:prstDash val="sysDot"/>
            <a:miter lim="800000"/>
            <a:tailEnd type="triangle" w="sm" len="sm"/>
          </a:ln>
          <a:effectLst/>
        </p:spPr>
      </p:cxnSp>
      <p:cxnSp>
        <p:nvCxnSpPr>
          <p:cNvPr id="153" name="직선 화살표 연결선 152">
            <a:extLst>
              <a:ext uri="{FF2B5EF4-FFF2-40B4-BE49-F238E27FC236}">
                <a16:creationId xmlns:a16="http://schemas.microsoft.com/office/drawing/2014/main" id="{7ED77403-F5F2-0ABE-68F2-5EE54EAACBB8}"/>
              </a:ext>
            </a:extLst>
          </p:cNvPr>
          <p:cNvCxnSpPr>
            <a:cxnSpLocks/>
            <a:endCxn id="185" idx="1"/>
          </p:cNvCxnSpPr>
          <p:nvPr/>
        </p:nvCxnSpPr>
        <p:spPr>
          <a:xfrm flipV="1">
            <a:off x="3081296" y="4526784"/>
            <a:ext cx="648352" cy="277474"/>
          </a:xfrm>
          <a:prstGeom prst="straightConnector1">
            <a:avLst/>
          </a:prstGeom>
          <a:noFill/>
          <a:ln w="6350" cap="flat" cmpd="sng" algn="ctr">
            <a:solidFill>
              <a:sysClr val="windowText" lastClr="000000">
                <a:lumMod val="50000"/>
                <a:lumOff val="50000"/>
              </a:sysClr>
            </a:solidFill>
            <a:prstDash val="sysDot"/>
            <a:miter lim="800000"/>
            <a:tailEnd type="triangle" w="sm" len="sm"/>
          </a:ln>
          <a:effectLst/>
        </p:spPr>
      </p:cxnSp>
      <p:cxnSp>
        <p:nvCxnSpPr>
          <p:cNvPr id="154" name="직선 화살표 연결선 153">
            <a:extLst>
              <a:ext uri="{FF2B5EF4-FFF2-40B4-BE49-F238E27FC236}">
                <a16:creationId xmlns:a16="http://schemas.microsoft.com/office/drawing/2014/main" id="{1A8B36D5-32DD-B1BA-92CC-1875FB23EDA1}"/>
              </a:ext>
            </a:extLst>
          </p:cNvPr>
          <p:cNvCxnSpPr>
            <a:cxnSpLocks/>
            <a:endCxn id="185" idx="1"/>
          </p:cNvCxnSpPr>
          <p:nvPr/>
        </p:nvCxnSpPr>
        <p:spPr>
          <a:xfrm flipV="1">
            <a:off x="3081296" y="4526784"/>
            <a:ext cx="648352" cy="609571"/>
          </a:xfrm>
          <a:prstGeom prst="straightConnector1">
            <a:avLst/>
          </a:prstGeom>
          <a:noFill/>
          <a:ln w="6350" cap="flat" cmpd="sng" algn="ctr">
            <a:solidFill>
              <a:sysClr val="windowText" lastClr="000000">
                <a:lumMod val="50000"/>
                <a:lumOff val="50000"/>
              </a:sysClr>
            </a:solidFill>
            <a:prstDash val="sysDot"/>
            <a:miter lim="800000"/>
            <a:tailEnd type="triangle" w="sm" len="sm"/>
          </a:ln>
          <a:effectLst/>
        </p:spPr>
      </p:cxnSp>
      <p:cxnSp>
        <p:nvCxnSpPr>
          <p:cNvPr id="155" name="직선 화살표 연결선 154">
            <a:extLst>
              <a:ext uri="{FF2B5EF4-FFF2-40B4-BE49-F238E27FC236}">
                <a16:creationId xmlns:a16="http://schemas.microsoft.com/office/drawing/2014/main" id="{C1621417-D9AE-04D5-0148-54A5BDCF7420}"/>
              </a:ext>
            </a:extLst>
          </p:cNvPr>
          <p:cNvCxnSpPr>
            <a:cxnSpLocks/>
            <a:endCxn id="186" idx="1"/>
          </p:cNvCxnSpPr>
          <p:nvPr/>
        </p:nvCxnSpPr>
        <p:spPr>
          <a:xfrm flipV="1">
            <a:off x="3081296" y="5000895"/>
            <a:ext cx="648352" cy="575706"/>
          </a:xfrm>
          <a:prstGeom prst="straightConnector1">
            <a:avLst/>
          </a:prstGeom>
          <a:noFill/>
          <a:ln w="6350" cap="flat" cmpd="sng" algn="ctr">
            <a:solidFill>
              <a:sysClr val="windowText" lastClr="000000">
                <a:lumMod val="50000"/>
                <a:lumOff val="50000"/>
              </a:sysClr>
            </a:solidFill>
            <a:prstDash val="sysDot"/>
            <a:miter lim="800000"/>
            <a:tailEnd type="triangle" w="sm" len="sm"/>
          </a:ln>
          <a:effectLst/>
        </p:spPr>
      </p:cxnSp>
      <p:cxnSp>
        <p:nvCxnSpPr>
          <p:cNvPr id="156" name="직선 화살표 연결선 155">
            <a:extLst>
              <a:ext uri="{FF2B5EF4-FFF2-40B4-BE49-F238E27FC236}">
                <a16:creationId xmlns:a16="http://schemas.microsoft.com/office/drawing/2014/main" id="{CA06011C-7180-7767-79C7-A0E2DFF820F7}"/>
              </a:ext>
            </a:extLst>
          </p:cNvPr>
          <p:cNvCxnSpPr>
            <a:cxnSpLocks/>
            <a:endCxn id="187" idx="1"/>
          </p:cNvCxnSpPr>
          <p:nvPr/>
        </p:nvCxnSpPr>
        <p:spPr>
          <a:xfrm flipV="1">
            <a:off x="3081296" y="5407275"/>
            <a:ext cx="648352" cy="480665"/>
          </a:xfrm>
          <a:prstGeom prst="straightConnector1">
            <a:avLst/>
          </a:prstGeom>
          <a:noFill/>
          <a:ln w="6350" cap="flat" cmpd="sng" algn="ctr">
            <a:solidFill>
              <a:sysClr val="windowText" lastClr="000000">
                <a:lumMod val="50000"/>
                <a:lumOff val="50000"/>
              </a:sysClr>
            </a:solidFill>
            <a:prstDash val="sysDot"/>
            <a:miter lim="800000"/>
            <a:tailEnd type="triangle" w="sm" len="sm"/>
          </a:ln>
          <a:effectLst/>
        </p:spPr>
      </p:cxnSp>
      <p:sp>
        <p:nvSpPr>
          <p:cNvPr id="157" name="직사각형 156">
            <a:extLst>
              <a:ext uri="{FF2B5EF4-FFF2-40B4-BE49-F238E27FC236}">
                <a16:creationId xmlns:a16="http://schemas.microsoft.com/office/drawing/2014/main" id="{56CC0A9F-1C56-B2FC-C75F-C58DEDBD7976}"/>
              </a:ext>
            </a:extLst>
          </p:cNvPr>
          <p:cNvSpPr/>
          <p:nvPr/>
        </p:nvSpPr>
        <p:spPr>
          <a:xfrm>
            <a:off x="4480724" y="3314198"/>
            <a:ext cx="1452608"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바이오 기반 산업소재 특성 비교분석 </a:t>
            </a:r>
          </a:p>
        </p:txBody>
      </p:sp>
      <p:sp>
        <p:nvSpPr>
          <p:cNvPr id="158" name="직사각형 157">
            <a:extLst>
              <a:ext uri="{FF2B5EF4-FFF2-40B4-BE49-F238E27FC236}">
                <a16:creationId xmlns:a16="http://schemas.microsoft.com/office/drawing/2014/main" id="{7AE75A5B-9C05-B6EC-AE3A-C93BA4FF1E94}"/>
              </a:ext>
            </a:extLst>
          </p:cNvPr>
          <p:cNvSpPr/>
          <p:nvPr/>
        </p:nvSpPr>
        <p:spPr>
          <a:xfrm>
            <a:off x="4480724" y="3449658"/>
            <a:ext cx="1452608"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제품화 사례 분석</a:t>
            </a:r>
          </a:p>
        </p:txBody>
      </p:sp>
      <p:sp>
        <p:nvSpPr>
          <p:cNvPr id="159" name="직사각형 158">
            <a:extLst>
              <a:ext uri="{FF2B5EF4-FFF2-40B4-BE49-F238E27FC236}">
                <a16:creationId xmlns:a16="http://schemas.microsoft.com/office/drawing/2014/main" id="{74BDA253-41A1-2263-DEB7-7962E14F352E}"/>
              </a:ext>
            </a:extLst>
          </p:cNvPr>
          <p:cNvSpPr/>
          <p:nvPr/>
        </p:nvSpPr>
        <p:spPr>
          <a:xfrm>
            <a:off x="4480724" y="3585118"/>
            <a:ext cx="1452608"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바이오 제품 사업화 전략 수립</a:t>
            </a:r>
          </a:p>
        </p:txBody>
      </p:sp>
      <p:sp>
        <p:nvSpPr>
          <p:cNvPr id="160" name="직사각형 159">
            <a:extLst>
              <a:ext uri="{FF2B5EF4-FFF2-40B4-BE49-F238E27FC236}">
                <a16:creationId xmlns:a16="http://schemas.microsoft.com/office/drawing/2014/main" id="{F520CECA-28E0-FE7E-F6BE-663E9F606869}"/>
              </a:ext>
            </a:extLst>
          </p:cNvPr>
          <p:cNvSpPr/>
          <p:nvPr/>
        </p:nvSpPr>
        <p:spPr>
          <a:xfrm>
            <a:off x="4480724" y="3720578"/>
            <a:ext cx="1452608"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국내외 생분해성 제품 인증기준 비교분석</a:t>
            </a:r>
          </a:p>
        </p:txBody>
      </p:sp>
      <p:sp>
        <p:nvSpPr>
          <p:cNvPr id="161" name="직사각형 160">
            <a:extLst>
              <a:ext uri="{FF2B5EF4-FFF2-40B4-BE49-F238E27FC236}">
                <a16:creationId xmlns:a16="http://schemas.microsoft.com/office/drawing/2014/main" id="{B088B384-487B-4F10-7B32-063DBCDF14C0}"/>
              </a:ext>
            </a:extLst>
          </p:cNvPr>
          <p:cNvSpPr/>
          <p:nvPr/>
        </p:nvSpPr>
        <p:spPr>
          <a:xfrm>
            <a:off x="4480724" y="3856039"/>
            <a:ext cx="1452608"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선행기술 조사</a:t>
            </a:r>
          </a:p>
        </p:txBody>
      </p:sp>
      <p:sp>
        <p:nvSpPr>
          <p:cNvPr id="162" name="직사각형 161">
            <a:extLst>
              <a:ext uri="{FF2B5EF4-FFF2-40B4-BE49-F238E27FC236}">
                <a16:creationId xmlns:a16="http://schemas.microsoft.com/office/drawing/2014/main" id="{5DC2E1E2-CC5B-F4FF-50B0-57FFD9CCD04B}"/>
              </a:ext>
            </a:extLst>
          </p:cNvPr>
          <p:cNvSpPr/>
          <p:nvPr/>
        </p:nvSpPr>
        <p:spPr>
          <a:xfrm>
            <a:off x="4480724" y="3991498"/>
            <a:ext cx="1452608"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선행기술 조사보고서 작성</a:t>
            </a:r>
          </a:p>
        </p:txBody>
      </p:sp>
      <p:sp>
        <p:nvSpPr>
          <p:cNvPr id="163" name="직사각형 162">
            <a:extLst>
              <a:ext uri="{FF2B5EF4-FFF2-40B4-BE49-F238E27FC236}">
                <a16:creationId xmlns:a16="http://schemas.microsoft.com/office/drawing/2014/main" id="{4B9FB417-21CA-7673-AA8A-1E503B6C9222}"/>
              </a:ext>
            </a:extLst>
          </p:cNvPr>
          <p:cNvSpPr/>
          <p:nvPr/>
        </p:nvSpPr>
        <p:spPr>
          <a:xfrm>
            <a:off x="4480724" y="4126959"/>
            <a:ext cx="1452608"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특허명세서 작성</a:t>
            </a:r>
          </a:p>
        </p:txBody>
      </p:sp>
      <p:sp>
        <p:nvSpPr>
          <p:cNvPr id="164" name="직사각형 163">
            <a:extLst>
              <a:ext uri="{FF2B5EF4-FFF2-40B4-BE49-F238E27FC236}">
                <a16:creationId xmlns:a16="http://schemas.microsoft.com/office/drawing/2014/main" id="{C25F1C45-6221-45CF-8F39-AB9B7B8DD68C}"/>
              </a:ext>
            </a:extLst>
          </p:cNvPr>
          <p:cNvSpPr/>
          <p:nvPr/>
        </p:nvSpPr>
        <p:spPr>
          <a:xfrm>
            <a:off x="4480724" y="4262418"/>
            <a:ext cx="1452608"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ESG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경영요소 분석</a:t>
            </a:r>
          </a:p>
        </p:txBody>
      </p:sp>
      <p:sp>
        <p:nvSpPr>
          <p:cNvPr id="165" name="직사각형 164">
            <a:extLst>
              <a:ext uri="{FF2B5EF4-FFF2-40B4-BE49-F238E27FC236}">
                <a16:creationId xmlns:a16="http://schemas.microsoft.com/office/drawing/2014/main" id="{B48BE1FD-9938-3F6D-23E7-66A1FDA132D0}"/>
              </a:ext>
            </a:extLst>
          </p:cNvPr>
          <p:cNvSpPr/>
          <p:nvPr/>
        </p:nvSpPr>
        <p:spPr>
          <a:xfrm>
            <a:off x="4480724" y="4397879"/>
            <a:ext cx="1452608"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GRI Standard</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가이드라인 분석</a:t>
            </a:r>
          </a:p>
        </p:txBody>
      </p:sp>
      <p:sp>
        <p:nvSpPr>
          <p:cNvPr id="166" name="직사각형 165">
            <a:extLst>
              <a:ext uri="{FF2B5EF4-FFF2-40B4-BE49-F238E27FC236}">
                <a16:creationId xmlns:a16="http://schemas.microsoft.com/office/drawing/2014/main" id="{E130F121-4FC0-2B45-E4F8-7A8061F9238D}"/>
              </a:ext>
            </a:extLst>
          </p:cNvPr>
          <p:cNvSpPr/>
          <p:nvPr/>
        </p:nvSpPr>
        <p:spPr>
          <a:xfrm>
            <a:off x="4480724" y="4533339"/>
            <a:ext cx="1452608"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선도기업 </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ESG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경영사례 분석</a:t>
            </a:r>
          </a:p>
        </p:txBody>
      </p:sp>
      <p:sp>
        <p:nvSpPr>
          <p:cNvPr id="167" name="직사각형 166">
            <a:extLst>
              <a:ext uri="{FF2B5EF4-FFF2-40B4-BE49-F238E27FC236}">
                <a16:creationId xmlns:a16="http://schemas.microsoft.com/office/drawing/2014/main" id="{D1B3A5B6-4D0A-47F9-440C-2AFC57728DEA}"/>
              </a:ext>
            </a:extLst>
          </p:cNvPr>
          <p:cNvSpPr/>
          <p:nvPr/>
        </p:nvSpPr>
        <p:spPr>
          <a:xfrm>
            <a:off x="4480724" y="4668799"/>
            <a:ext cx="1452608"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ESG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보고서 작성</a:t>
            </a:r>
          </a:p>
        </p:txBody>
      </p:sp>
      <p:sp>
        <p:nvSpPr>
          <p:cNvPr id="168" name="직사각형 167">
            <a:extLst>
              <a:ext uri="{FF2B5EF4-FFF2-40B4-BE49-F238E27FC236}">
                <a16:creationId xmlns:a16="http://schemas.microsoft.com/office/drawing/2014/main" id="{09B38BDA-4574-A94C-FD24-54E8B76EEA7A}"/>
              </a:ext>
            </a:extLst>
          </p:cNvPr>
          <p:cNvSpPr/>
          <p:nvPr/>
        </p:nvSpPr>
        <p:spPr>
          <a:xfrm>
            <a:off x="4480724" y="4804259"/>
            <a:ext cx="1452608"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AI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활용 </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R&amp;D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프로젝트 관리계획 수립</a:t>
            </a:r>
          </a:p>
        </p:txBody>
      </p:sp>
      <p:sp>
        <p:nvSpPr>
          <p:cNvPr id="169" name="직사각형 168">
            <a:extLst>
              <a:ext uri="{FF2B5EF4-FFF2-40B4-BE49-F238E27FC236}">
                <a16:creationId xmlns:a16="http://schemas.microsoft.com/office/drawing/2014/main" id="{2EE2AAA8-03EF-475F-EA32-48A0CF422733}"/>
              </a:ext>
            </a:extLst>
          </p:cNvPr>
          <p:cNvSpPr/>
          <p:nvPr/>
        </p:nvSpPr>
        <p:spPr>
          <a:xfrm>
            <a:off x="4480724" y="4939719"/>
            <a:ext cx="1452608"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AI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활용 </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R&amp;D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프로젝트 보고서 작성</a:t>
            </a:r>
          </a:p>
        </p:txBody>
      </p:sp>
      <p:sp>
        <p:nvSpPr>
          <p:cNvPr id="170" name="직사각형 169">
            <a:extLst>
              <a:ext uri="{FF2B5EF4-FFF2-40B4-BE49-F238E27FC236}">
                <a16:creationId xmlns:a16="http://schemas.microsoft.com/office/drawing/2014/main" id="{F2AF912B-28C7-834D-805C-8B9C53D37939}"/>
              </a:ext>
            </a:extLst>
          </p:cNvPr>
          <p:cNvSpPr/>
          <p:nvPr/>
        </p:nvSpPr>
        <p:spPr>
          <a:xfrm>
            <a:off x="4480724" y="5075179"/>
            <a:ext cx="1452608"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AI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활용 </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R&amp;D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프로젝트 리스크 분석</a:t>
            </a:r>
          </a:p>
        </p:txBody>
      </p:sp>
      <p:sp>
        <p:nvSpPr>
          <p:cNvPr id="171" name="직사각형 170">
            <a:extLst>
              <a:ext uri="{FF2B5EF4-FFF2-40B4-BE49-F238E27FC236}">
                <a16:creationId xmlns:a16="http://schemas.microsoft.com/office/drawing/2014/main" id="{D5DA852D-56B6-2ABB-5E32-BB8608AE1232}"/>
              </a:ext>
            </a:extLst>
          </p:cNvPr>
          <p:cNvSpPr/>
          <p:nvPr/>
        </p:nvSpPr>
        <p:spPr>
          <a:xfrm>
            <a:off x="4480724" y="5210639"/>
            <a:ext cx="1452608"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소비자</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시장 분석</a:t>
            </a:r>
          </a:p>
        </p:txBody>
      </p:sp>
      <p:sp>
        <p:nvSpPr>
          <p:cNvPr id="172" name="직사각형 171">
            <a:extLst>
              <a:ext uri="{FF2B5EF4-FFF2-40B4-BE49-F238E27FC236}">
                <a16:creationId xmlns:a16="http://schemas.microsoft.com/office/drawing/2014/main" id="{2A647382-DF61-DB7F-A929-092E110797C1}"/>
              </a:ext>
            </a:extLst>
          </p:cNvPr>
          <p:cNvSpPr/>
          <p:nvPr/>
        </p:nvSpPr>
        <p:spPr>
          <a:xfrm>
            <a:off x="4480724" y="5346099"/>
            <a:ext cx="1452608"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친환경 화장품 브랜드 컨셉 기획</a:t>
            </a:r>
          </a:p>
        </p:txBody>
      </p:sp>
      <p:sp>
        <p:nvSpPr>
          <p:cNvPr id="173" name="직사각형 172">
            <a:extLst>
              <a:ext uri="{FF2B5EF4-FFF2-40B4-BE49-F238E27FC236}">
                <a16:creationId xmlns:a16="http://schemas.microsoft.com/office/drawing/2014/main" id="{D90DDE4A-4A7B-E291-99B0-4C781641340F}"/>
              </a:ext>
            </a:extLst>
          </p:cNvPr>
          <p:cNvSpPr/>
          <p:nvPr/>
        </p:nvSpPr>
        <p:spPr>
          <a:xfrm>
            <a:off x="4480724" y="5481559"/>
            <a:ext cx="1452608"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친환경 화장품 마케팅 전략 수립</a:t>
            </a:r>
          </a:p>
        </p:txBody>
      </p:sp>
      <p:sp>
        <p:nvSpPr>
          <p:cNvPr id="174" name="직사각형 173">
            <a:extLst>
              <a:ext uri="{FF2B5EF4-FFF2-40B4-BE49-F238E27FC236}">
                <a16:creationId xmlns:a16="http://schemas.microsoft.com/office/drawing/2014/main" id="{EC901EF3-7352-9E34-DCCB-3A9B5C6FE9EB}"/>
              </a:ext>
            </a:extLst>
          </p:cNvPr>
          <p:cNvSpPr/>
          <p:nvPr/>
        </p:nvSpPr>
        <p:spPr>
          <a:xfrm>
            <a:off x="4480724" y="5617020"/>
            <a:ext cx="1452608"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친환경 화장품 브랜드 컨셉 설계</a:t>
            </a:r>
          </a:p>
        </p:txBody>
      </p:sp>
      <p:sp>
        <p:nvSpPr>
          <p:cNvPr id="175" name="직사각형 174">
            <a:extLst>
              <a:ext uri="{FF2B5EF4-FFF2-40B4-BE49-F238E27FC236}">
                <a16:creationId xmlns:a16="http://schemas.microsoft.com/office/drawing/2014/main" id="{644EE24F-D307-7F06-805C-DCD564B15A24}"/>
              </a:ext>
            </a:extLst>
          </p:cNvPr>
          <p:cNvSpPr/>
          <p:nvPr/>
        </p:nvSpPr>
        <p:spPr>
          <a:xfrm>
            <a:off x="4480724" y="5752479"/>
            <a:ext cx="1452608"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국내외 친환경 화장품 브랜딩 사례 분석</a:t>
            </a:r>
          </a:p>
        </p:txBody>
      </p:sp>
      <p:sp>
        <p:nvSpPr>
          <p:cNvPr id="176" name="직사각형 175">
            <a:extLst>
              <a:ext uri="{FF2B5EF4-FFF2-40B4-BE49-F238E27FC236}">
                <a16:creationId xmlns:a16="http://schemas.microsoft.com/office/drawing/2014/main" id="{BFF8CEA1-CF36-2C4F-0267-BFD6CF8A7ED3}"/>
              </a:ext>
            </a:extLst>
          </p:cNvPr>
          <p:cNvSpPr/>
          <p:nvPr/>
        </p:nvSpPr>
        <p:spPr>
          <a:xfrm>
            <a:off x="4480724" y="5887940"/>
            <a:ext cx="1452608"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바이오 제품</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공정 데이터 </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LCA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수행</a:t>
            </a:r>
          </a:p>
        </p:txBody>
      </p:sp>
      <p:sp>
        <p:nvSpPr>
          <p:cNvPr id="177" name="직사각형 176">
            <a:extLst>
              <a:ext uri="{FF2B5EF4-FFF2-40B4-BE49-F238E27FC236}">
                <a16:creationId xmlns:a16="http://schemas.microsoft.com/office/drawing/2014/main" id="{74615E2B-DC8F-8D80-DF1F-2449F0ABBF59}"/>
              </a:ext>
            </a:extLst>
          </p:cNvPr>
          <p:cNvSpPr/>
          <p:nvPr/>
        </p:nvSpPr>
        <p:spPr>
          <a:xfrm>
            <a:off x="4480724" y="6023399"/>
            <a:ext cx="1452608"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LCA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결과 해석</a:t>
            </a:r>
          </a:p>
        </p:txBody>
      </p:sp>
      <p:sp>
        <p:nvSpPr>
          <p:cNvPr id="178" name="직사각형 177">
            <a:extLst>
              <a:ext uri="{FF2B5EF4-FFF2-40B4-BE49-F238E27FC236}">
                <a16:creationId xmlns:a16="http://schemas.microsoft.com/office/drawing/2014/main" id="{27DEB8F7-EE9E-A07E-F50B-B36CA52C2554}"/>
              </a:ext>
            </a:extLst>
          </p:cNvPr>
          <p:cNvSpPr/>
          <p:nvPr/>
        </p:nvSpPr>
        <p:spPr>
          <a:xfrm>
            <a:off x="4480724" y="6158859"/>
            <a:ext cx="1452608"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LCA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보고서 작성</a:t>
            </a:r>
          </a:p>
        </p:txBody>
      </p:sp>
      <p:sp>
        <p:nvSpPr>
          <p:cNvPr id="179" name="직사각형 178">
            <a:extLst>
              <a:ext uri="{FF2B5EF4-FFF2-40B4-BE49-F238E27FC236}">
                <a16:creationId xmlns:a16="http://schemas.microsoft.com/office/drawing/2014/main" id="{44241CC1-E2A0-2820-F544-04EF09C822AB}"/>
              </a:ext>
            </a:extLst>
          </p:cNvPr>
          <p:cNvSpPr/>
          <p:nvPr/>
        </p:nvSpPr>
        <p:spPr>
          <a:xfrm>
            <a:off x="4480724" y="6294322"/>
            <a:ext cx="1452608"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a:t>
            </a:r>
            <a:endPar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endParaRPr>
          </a:p>
        </p:txBody>
      </p:sp>
      <p:sp>
        <p:nvSpPr>
          <p:cNvPr id="180" name="직사각형 179">
            <a:extLst>
              <a:ext uri="{FF2B5EF4-FFF2-40B4-BE49-F238E27FC236}">
                <a16:creationId xmlns:a16="http://schemas.microsoft.com/office/drawing/2014/main" id="{10235DD0-70A4-F24A-27B8-B4C3484616EC}"/>
              </a:ext>
            </a:extLst>
          </p:cNvPr>
          <p:cNvSpPr/>
          <p:nvPr/>
        </p:nvSpPr>
        <p:spPr>
          <a:xfrm>
            <a:off x="4480724" y="3149192"/>
            <a:ext cx="1452608" cy="122352"/>
          </a:xfrm>
          <a:prstGeom prst="rect">
            <a:avLst/>
          </a:prstGeom>
          <a:solidFill>
            <a:srgbClr val="212E55"/>
          </a:solidFill>
          <a:ln w="6350" cap="flat" cmpd="sng" algn="ctr">
            <a:solidFill>
              <a:sysClr val="windowText" lastClr="000000"/>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700" b="0" i="0" u="none" strike="noStrike" kern="0" cap="none" spc="-50" normalizeH="0" baseline="0" noProof="0" dirty="0" err="1">
                <a:ln>
                  <a:noFill/>
                </a:ln>
                <a:solidFill>
                  <a:schemeClr val="bg1"/>
                </a:solidFill>
                <a:effectLst/>
                <a:uLnTx/>
                <a:uFillTx/>
                <a:latin typeface="a고딕14" panose="02020600000000000000" pitchFamily="18" charset="-127"/>
                <a:ea typeface="a고딕14" panose="02020600000000000000" pitchFamily="18" charset="-127"/>
              </a:rPr>
              <a:t>스킬명</a:t>
            </a:r>
            <a:r>
              <a:rPr kumimoji="0" lang="en-US" altLang="ko-KR" sz="700" b="0" i="0" u="none" strike="noStrike" kern="0" cap="none" spc="-50" normalizeH="0" baseline="0" noProof="0" dirty="0">
                <a:ln>
                  <a:noFill/>
                </a:ln>
                <a:solidFill>
                  <a:schemeClr val="bg1"/>
                </a:solidFill>
                <a:effectLst/>
                <a:uLnTx/>
                <a:uFillTx/>
                <a:latin typeface="a고딕14" panose="02020600000000000000" pitchFamily="18" charset="-127"/>
                <a:ea typeface="a고딕14" panose="02020600000000000000" pitchFamily="18" charset="-127"/>
              </a:rPr>
              <a:t>(</a:t>
            </a:r>
            <a:r>
              <a:rPr kumimoji="0" lang="ko-KR" altLang="en-US" sz="700" b="0" i="0" u="none" strike="noStrike" kern="0" cap="none" spc="-50" normalizeH="0" baseline="0" noProof="0" dirty="0">
                <a:ln>
                  <a:noFill/>
                </a:ln>
                <a:solidFill>
                  <a:schemeClr val="bg1"/>
                </a:solidFill>
                <a:effectLst/>
                <a:uLnTx/>
                <a:uFillTx/>
                <a:latin typeface="a고딕14" panose="02020600000000000000" pitchFamily="18" charset="-127"/>
                <a:ea typeface="a고딕14" panose="02020600000000000000" pitchFamily="18" charset="-127"/>
              </a:rPr>
              <a:t>예시</a:t>
            </a:r>
            <a:r>
              <a:rPr kumimoji="0" lang="en-US" altLang="ko-KR" sz="700" b="0" i="0" u="none" strike="noStrike" kern="0" cap="none" spc="-50" normalizeH="0" baseline="0" noProof="0" dirty="0">
                <a:ln>
                  <a:noFill/>
                </a:ln>
                <a:solidFill>
                  <a:schemeClr val="bg1"/>
                </a:solidFill>
                <a:effectLst/>
                <a:uLnTx/>
                <a:uFillTx/>
                <a:latin typeface="a고딕14" panose="02020600000000000000" pitchFamily="18" charset="-127"/>
                <a:ea typeface="a고딕14" panose="02020600000000000000" pitchFamily="18" charset="-127"/>
              </a:rPr>
              <a:t>)</a:t>
            </a:r>
            <a:endParaRPr kumimoji="0" lang="ko-KR" altLang="en-US" sz="700" b="0" i="0" u="none" strike="noStrike" kern="0" cap="none" spc="-50" normalizeH="0" baseline="0" noProof="0" dirty="0">
              <a:ln>
                <a:noFill/>
              </a:ln>
              <a:solidFill>
                <a:schemeClr val="bg1"/>
              </a:solidFill>
              <a:effectLst/>
              <a:uLnTx/>
              <a:uFillTx/>
              <a:latin typeface="a고딕14" panose="02020600000000000000" pitchFamily="18" charset="-127"/>
              <a:ea typeface="a고딕14" panose="02020600000000000000" pitchFamily="18" charset="-127"/>
            </a:endParaRPr>
          </a:p>
        </p:txBody>
      </p:sp>
      <p:sp>
        <p:nvSpPr>
          <p:cNvPr id="182" name="직사각형 181">
            <a:extLst>
              <a:ext uri="{FF2B5EF4-FFF2-40B4-BE49-F238E27FC236}">
                <a16:creationId xmlns:a16="http://schemas.microsoft.com/office/drawing/2014/main" id="{0B671581-3979-0543-6E56-4E5D4B72CDC2}"/>
              </a:ext>
            </a:extLst>
          </p:cNvPr>
          <p:cNvSpPr/>
          <p:nvPr/>
        </p:nvSpPr>
        <p:spPr>
          <a:xfrm>
            <a:off x="3729648" y="3314198"/>
            <a:ext cx="709191" cy="52873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3600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친환경 소재 </a:t>
            </a:r>
            <a:r>
              <a:rPr kumimoji="0" lang="ko-KR" altLang="en-US" sz="600" b="0" i="0" u="none" strike="noStrike" kern="0" cap="none" spc="-50" normalizeH="0" baseline="0" noProof="0">
                <a:ln>
                  <a:noFill/>
                </a:ln>
                <a:solidFill>
                  <a:srgbClr val="000000"/>
                </a:solidFill>
                <a:effectLst/>
                <a:uLnTx/>
                <a:uFillTx/>
                <a:latin typeface="a고딕14" panose="02020600000000000000" pitchFamily="18" charset="-127"/>
                <a:ea typeface="a고딕14" panose="02020600000000000000" pitchFamily="18" charset="-127"/>
              </a:rPr>
              <a:t>제품화 기획</a:t>
            </a:r>
            <a:endPar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endParaRPr>
          </a:p>
        </p:txBody>
      </p:sp>
      <p:sp>
        <p:nvSpPr>
          <p:cNvPr id="183" name="직사각형 182">
            <a:extLst>
              <a:ext uri="{FF2B5EF4-FFF2-40B4-BE49-F238E27FC236}">
                <a16:creationId xmlns:a16="http://schemas.microsoft.com/office/drawing/2014/main" id="{303424E0-0229-203A-2F37-0EFBCC7B7AAF}"/>
              </a:ext>
            </a:extLst>
          </p:cNvPr>
          <p:cNvSpPr/>
          <p:nvPr/>
        </p:nvSpPr>
        <p:spPr>
          <a:xfrm>
            <a:off x="3729648" y="3856038"/>
            <a:ext cx="709191" cy="39327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3600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지식재산권 취득</a:t>
            </a:r>
          </a:p>
        </p:txBody>
      </p:sp>
      <p:sp>
        <p:nvSpPr>
          <p:cNvPr id="184" name="직사각형 183">
            <a:extLst>
              <a:ext uri="{FF2B5EF4-FFF2-40B4-BE49-F238E27FC236}">
                <a16:creationId xmlns:a16="http://schemas.microsoft.com/office/drawing/2014/main" id="{AA9C58C7-B127-2D0C-AFA2-DFB7720FEFAC}"/>
              </a:ext>
            </a:extLst>
          </p:cNvPr>
          <p:cNvSpPr/>
          <p:nvPr/>
        </p:nvSpPr>
        <p:spPr>
          <a:xfrm>
            <a:off x="3729648" y="3149193"/>
            <a:ext cx="709191" cy="122352"/>
          </a:xfrm>
          <a:prstGeom prst="rect">
            <a:avLst/>
          </a:prstGeom>
          <a:solidFill>
            <a:srgbClr val="212E55"/>
          </a:solidFill>
          <a:ln w="6350" cap="flat" cmpd="sng" algn="ctr">
            <a:solidFill>
              <a:sysClr val="windowText" lastClr="000000"/>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700" b="0" i="0" u="none" strike="noStrike" kern="0" cap="none" spc="-50" normalizeH="0" baseline="0" noProof="0" dirty="0" err="1">
                <a:ln>
                  <a:noFill/>
                </a:ln>
                <a:solidFill>
                  <a:schemeClr val="bg1"/>
                </a:solidFill>
                <a:effectLst/>
                <a:uLnTx/>
                <a:uFillTx/>
                <a:latin typeface="a고딕14" panose="02020600000000000000" pitchFamily="18" charset="-127"/>
                <a:ea typeface="a고딕14" panose="02020600000000000000" pitchFamily="18" charset="-127"/>
              </a:rPr>
              <a:t>스킬셋</a:t>
            </a:r>
            <a:r>
              <a:rPr kumimoji="0" lang="en-US" altLang="ko-KR" sz="700" b="0" i="0" u="none" strike="noStrike" kern="0" cap="none" spc="-50" normalizeH="0" baseline="0" noProof="0" dirty="0">
                <a:ln>
                  <a:noFill/>
                </a:ln>
                <a:solidFill>
                  <a:schemeClr val="bg1"/>
                </a:solidFill>
                <a:effectLst/>
                <a:uLnTx/>
                <a:uFillTx/>
                <a:latin typeface="a고딕14" panose="02020600000000000000" pitchFamily="18" charset="-127"/>
                <a:ea typeface="a고딕14" panose="02020600000000000000" pitchFamily="18" charset="-127"/>
              </a:rPr>
              <a:t>(</a:t>
            </a:r>
            <a:r>
              <a:rPr kumimoji="0" lang="ko-KR" altLang="en-US" sz="700" b="0" i="0" u="none" strike="noStrike" kern="0" cap="none" spc="-50" normalizeH="0" baseline="0" noProof="0" dirty="0">
                <a:ln>
                  <a:noFill/>
                </a:ln>
                <a:solidFill>
                  <a:schemeClr val="bg1"/>
                </a:solidFill>
                <a:effectLst/>
                <a:uLnTx/>
                <a:uFillTx/>
                <a:latin typeface="a고딕14" panose="02020600000000000000" pitchFamily="18" charset="-127"/>
                <a:ea typeface="a고딕14" panose="02020600000000000000" pitchFamily="18" charset="-127"/>
              </a:rPr>
              <a:t>예시</a:t>
            </a:r>
            <a:r>
              <a:rPr kumimoji="0" lang="en-US" altLang="ko-KR" sz="700" b="0" i="0" u="none" strike="noStrike" kern="0" cap="none" spc="-50" normalizeH="0" baseline="0" noProof="0" dirty="0">
                <a:ln>
                  <a:noFill/>
                </a:ln>
                <a:solidFill>
                  <a:schemeClr val="bg1"/>
                </a:solidFill>
                <a:effectLst/>
                <a:uLnTx/>
                <a:uFillTx/>
                <a:latin typeface="a고딕14" panose="02020600000000000000" pitchFamily="18" charset="-127"/>
                <a:ea typeface="a고딕14" panose="02020600000000000000" pitchFamily="18" charset="-127"/>
              </a:rPr>
              <a:t>)</a:t>
            </a:r>
            <a:endParaRPr kumimoji="0" lang="ko-KR" altLang="en-US" sz="700" b="0" i="0" u="none" strike="noStrike" kern="0" cap="none" spc="-50" normalizeH="0" baseline="0" noProof="0" dirty="0">
              <a:ln>
                <a:noFill/>
              </a:ln>
              <a:solidFill>
                <a:schemeClr val="bg1"/>
              </a:solidFill>
              <a:effectLst/>
              <a:uLnTx/>
              <a:uFillTx/>
              <a:latin typeface="a고딕14" panose="02020600000000000000" pitchFamily="18" charset="-127"/>
              <a:ea typeface="a고딕14" panose="02020600000000000000" pitchFamily="18" charset="-127"/>
            </a:endParaRPr>
          </a:p>
        </p:txBody>
      </p:sp>
      <p:sp>
        <p:nvSpPr>
          <p:cNvPr id="185" name="직사각형 184">
            <a:extLst>
              <a:ext uri="{FF2B5EF4-FFF2-40B4-BE49-F238E27FC236}">
                <a16:creationId xmlns:a16="http://schemas.microsoft.com/office/drawing/2014/main" id="{FA991BBD-23B8-85F1-82EA-3B2CD8D9A693}"/>
              </a:ext>
            </a:extLst>
          </p:cNvPr>
          <p:cNvSpPr/>
          <p:nvPr/>
        </p:nvSpPr>
        <p:spPr>
          <a:xfrm>
            <a:off x="3729648" y="4262418"/>
            <a:ext cx="709191" cy="52873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3600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ESG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지속가능경영 문서 작성</a:t>
            </a:r>
          </a:p>
        </p:txBody>
      </p:sp>
      <p:sp>
        <p:nvSpPr>
          <p:cNvPr id="186" name="직사각형 185">
            <a:extLst>
              <a:ext uri="{FF2B5EF4-FFF2-40B4-BE49-F238E27FC236}">
                <a16:creationId xmlns:a16="http://schemas.microsoft.com/office/drawing/2014/main" id="{37C8425E-CD72-A771-EC79-60AE7249595D}"/>
              </a:ext>
            </a:extLst>
          </p:cNvPr>
          <p:cNvSpPr/>
          <p:nvPr/>
        </p:nvSpPr>
        <p:spPr>
          <a:xfrm>
            <a:off x="3729648" y="4804259"/>
            <a:ext cx="709191" cy="39327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3600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AI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활용 프로젝트 관리</a:t>
            </a:r>
          </a:p>
        </p:txBody>
      </p:sp>
      <p:sp>
        <p:nvSpPr>
          <p:cNvPr id="187" name="직사각형 186">
            <a:extLst>
              <a:ext uri="{FF2B5EF4-FFF2-40B4-BE49-F238E27FC236}">
                <a16:creationId xmlns:a16="http://schemas.microsoft.com/office/drawing/2014/main" id="{B4AE8D63-812A-4236-ADA7-7DC99AFA31A7}"/>
              </a:ext>
            </a:extLst>
          </p:cNvPr>
          <p:cNvSpPr/>
          <p:nvPr/>
        </p:nvSpPr>
        <p:spPr>
          <a:xfrm>
            <a:off x="3729648" y="5210639"/>
            <a:ext cx="709191" cy="39327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3600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친환경 화장품 브랜딩 기획</a:t>
            </a:r>
          </a:p>
        </p:txBody>
      </p:sp>
      <p:sp>
        <p:nvSpPr>
          <p:cNvPr id="188" name="직사각형 187">
            <a:extLst>
              <a:ext uri="{FF2B5EF4-FFF2-40B4-BE49-F238E27FC236}">
                <a16:creationId xmlns:a16="http://schemas.microsoft.com/office/drawing/2014/main" id="{B07A3E77-4E1D-48C6-E2D4-00EC4DB38ABE}"/>
              </a:ext>
            </a:extLst>
          </p:cNvPr>
          <p:cNvSpPr/>
          <p:nvPr/>
        </p:nvSpPr>
        <p:spPr>
          <a:xfrm>
            <a:off x="3729648" y="5617020"/>
            <a:ext cx="709191" cy="257811"/>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3600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친환경 화장품 브랜딩 디자인</a:t>
            </a:r>
          </a:p>
        </p:txBody>
      </p:sp>
      <p:sp>
        <p:nvSpPr>
          <p:cNvPr id="189" name="직사각형 188">
            <a:extLst>
              <a:ext uri="{FF2B5EF4-FFF2-40B4-BE49-F238E27FC236}">
                <a16:creationId xmlns:a16="http://schemas.microsoft.com/office/drawing/2014/main" id="{97118D79-0426-F4E4-2974-8FDE66F3DC5C}"/>
              </a:ext>
            </a:extLst>
          </p:cNvPr>
          <p:cNvSpPr/>
          <p:nvPr/>
        </p:nvSpPr>
        <p:spPr>
          <a:xfrm>
            <a:off x="3729648" y="5887940"/>
            <a:ext cx="709191" cy="393271"/>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3600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err="1">
                <a:ln>
                  <a:noFill/>
                </a:ln>
                <a:solidFill>
                  <a:srgbClr val="000000"/>
                </a:solidFill>
                <a:effectLst/>
                <a:uLnTx/>
                <a:uFillTx/>
                <a:latin typeface="a고딕14" panose="02020600000000000000" pitchFamily="18" charset="-127"/>
                <a:ea typeface="a고딕14" panose="02020600000000000000" pitchFamily="18" charset="-127"/>
              </a:rPr>
              <a:t>바이오화학</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LCA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수행</a:t>
            </a:r>
          </a:p>
        </p:txBody>
      </p:sp>
      <p:sp>
        <p:nvSpPr>
          <p:cNvPr id="190" name="직사각형 189">
            <a:extLst>
              <a:ext uri="{FF2B5EF4-FFF2-40B4-BE49-F238E27FC236}">
                <a16:creationId xmlns:a16="http://schemas.microsoft.com/office/drawing/2014/main" id="{2B126493-C17E-2EF3-99BA-0E7E3F4A4D0F}"/>
              </a:ext>
            </a:extLst>
          </p:cNvPr>
          <p:cNvSpPr/>
          <p:nvPr/>
        </p:nvSpPr>
        <p:spPr>
          <a:xfrm>
            <a:off x="3729648" y="6294322"/>
            <a:ext cx="709191"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a:t>
            </a:r>
            <a:endPar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endParaRPr>
          </a:p>
        </p:txBody>
      </p:sp>
      <p:sp>
        <p:nvSpPr>
          <p:cNvPr id="191" name="직사각형 190">
            <a:extLst>
              <a:ext uri="{FF2B5EF4-FFF2-40B4-BE49-F238E27FC236}">
                <a16:creationId xmlns:a16="http://schemas.microsoft.com/office/drawing/2014/main" id="{027A798A-8C17-D550-4C20-F832F8212951}"/>
              </a:ext>
            </a:extLst>
          </p:cNvPr>
          <p:cNvSpPr/>
          <p:nvPr/>
        </p:nvSpPr>
        <p:spPr>
          <a:xfrm>
            <a:off x="5975216" y="3149193"/>
            <a:ext cx="1890153" cy="122352"/>
          </a:xfrm>
          <a:prstGeom prst="rect">
            <a:avLst/>
          </a:prstGeom>
          <a:solidFill>
            <a:srgbClr val="212E55"/>
          </a:solidFill>
          <a:ln w="6350" cap="flat" cmpd="sng" algn="ctr">
            <a:solidFill>
              <a:sysClr val="windowText" lastClr="000000"/>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700" b="0" i="0" u="none" strike="noStrike" kern="0" cap="none" spc="-50" normalizeH="0" baseline="0" noProof="0" dirty="0">
                <a:ln>
                  <a:noFill/>
                </a:ln>
                <a:solidFill>
                  <a:schemeClr val="bg1"/>
                </a:solidFill>
                <a:effectLst/>
                <a:uLnTx/>
                <a:uFillTx/>
                <a:latin typeface="a고딕14" panose="02020600000000000000" pitchFamily="18" charset="-127"/>
                <a:ea typeface="a고딕14" panose="02020600000000000000" pitchFamily="18" charset="-127"/>
              </a:rPr>
              <a:t>정의</a:t>
            </a:r>
          </a:p>
        </p:txBody>
      </p:sp>
      <p:sp>
        <p:nvSpPr>
          <p:cNvPr id="192" name="직사각형 191">
            <a:extLst>
              <a:ext uri="{FF2B5EF4-FFF2-40B4-BE49-F238E27FC236}">
                <a16:creationId xmlns:a16="http://schemas.microsoft.com/office/drawing/2014/main" id="{0AD9F9C1-F519-FB39-A3EA-82B3EA55610F}"/>
              </a:ext>
            </a:extLst>
          </p:cNvPr>
          <p:cNvSpPr/>
          <p:nvPr/>
        </p:nvSpPr>
        <p:spPr>
          <a:xfrm>
            <a:off x="5975217" y="3314198"/>
            <a:ext cx="1890152"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0" bIns="36000" rtlCol="0" anchor="ct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err="1">
                <a:ln>
                  <a:noFill/>
                </a:ln>
                <a:solidFill>
                  <a:srgbClr val="000000"/>
                </a:solidFill>
                <a:effectLst/>
                <a:uLnTx/>
                <a:uFillTx/>
                <a:latin typeface="a고딕14" panose="02020600000000000000" pitchFamily="18" charset="-127"/>
                <a:ea typeface="a고딕14" panose="02020600000000000000" pitchFamily="18" charset="-127"/>
              </a:rPr>
              <a:t>바이오기반</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소재 물성 및 특성 비교</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분석하여 적용 가능성 도출</a:t>
            </a:r>
          </a:p>
        </p:txBody>
      </p:sp>
      <p:sp>
        <p:nvSpPr>
          <p:cNvPr id="193" name="직사각형 192">
            <a:extLst>
              <a:ext uri="{FF2B5EF4-FFF2-40B4-BE49-F238E27FC236}">
                <a16:creationId xmlns:a16="http://schemas.microsoft.com/office/drawing/2014/main" id="{BD93AAE8-956A-47C0-E2FE-24EDE70BB13E}"/>
              </a:ext>
            </a:extLst>
          </p:cNvPr>
          <p:cNvSpPr/>
          <p:nvPr/>
        </p:nvSpPr>
        <p:spPr>
          <a:xfrm>
            <a:off x="5975217" y="6294322"/>
            <a:ext cx="1890152"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a:t>
            </a:r>
            <a:endPar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endParaRPr>
          </a:p>
        </p:txBody>
      </p:sp>
      <p:sp>
        <p:nvSpPr>
          <p:cNvPr id="194" name="직사각형 193">
            <a:extLst>
              <a:ext uri="{FF2B5EF4-FFF2-40B4-BE49-F238E27FC236}">
                <a16:creationId xmlns:a16="http://schemas.microsoft.com/office/drawing/2014/main" id="{5B33DB03-92C5-71F7-79DB-04212948E124}"/>
              </a:ext>
            </a:extLst>
          </p:cNvPr>
          <p:cNvSpPr/>
          <p:nvPr/>
        </p:nvSpPr>
        <p:spPr>
          <a:xfrm>
            <a:off x="5975217" y="3449658"/>
            <a:ext cx="1890152"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0" bIns="36000" rtlCol="0" anchor="ct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유사 제품 및 적용 사례를 분석하여 제품화 전략 도출</a:t>
            </a:r>
          </a:p>
        </p:txBody>
      </p:sp>
      <p:sp>
        <p:nvSpPr>
          <p:cNvPr id="195" name="직사각형 194">
            <a:extLst>
              <a:ext uri="{FF2B5EF4-FFF2-40B4-BE49-F238E27FC236}">
                <a16:creationId xmlns:a16="http://schemas.microsoft.com/office/drawing/2014/main" id="{B2223D0F-310D-BA65-6D4A-8ABDC49A1778}"/>
              </a:ext>
            </a:extLst>
          </p:cNvPr>
          <p:cNvSpPr/>
          <p:nvPr/>
        </p:nvSpPr>
        <p:spPr>
          <a:xfrm>
            <a:off x="5975217" y="3585118"/>
            <a:ext cx="1890152"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0" bIns="36000" rtlCol="0" anchor="ct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시장 및 기술 분석을 기반으로 제품의 사업화 전략 수립</a:t>
            </a:r>
          </a:p>
        </p:txBody>
      </p:sp>
      <p:sp>
        <p:nvSpPr>
          <p:cNvPr id="196" name="직사각형 195">
            <a:extLst>
              <a:ext uri="{FF2B5EF4-FFF2-40B4-BE49-F238E27FC236}">
                <a16:creationId xmlns:a16="http://schemas.microsoft.com/office/drawing/2014/main" id="{9F3471AA-79B5-9881-2E26-4A85FE8AA20A}"/>
              </a:ext>
            </a:extLst>
          </p:cNvPr>
          <p:cNvSpPr/>
          <p:nvPr/>
        </p:nvSpPr>
        <p:spPr>
          <a:xfrm>
            <a:off x="5975217" y="3720578"/>
            <a:ext cx="1890152"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0" bIns="36000" rtlCol="0" anchor="ct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국가별 인증 기준을 분석</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비교하여 제품 대응 방향 설정</a:t>
            </a:r>
          </a:p>
        </p:txBody>
      </p:sp>
      <p:sp>
        <p:nvSpPr>
          <p:cNvPr id="197" name="직사각형 196">
            <a:extLst>
              <a:ext uri="{FF2B5EF4-FFF2-40B4-BE49-F238E27FC236}">
                <a16:creationId xmlns:a16="http://schemas.microsoft.com/office/drawing/2014/main" id="{DE2140DA-08C3-B9A9-85E7-F693E7078562}"/>
              </a:ext>
            </a:extLst>
          </p:cNvPr>
          <p:cNvSpPr/>
          <p:nvPr/>
        </p:nvSpPr>
        <p:spPr>
          <a:xfrm>
            <a:off x="5975217" y="3856038"/>
            <a:ext cx="1890152"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0" bIns="36000" rtlCol="0" anchor="ct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기존 기술 및 특허를 조사하여 기술 </a:t>
            </a:r>
            <a:r>
              <a:rPr kumimoji="0" lang="ko-KR" altLang="en-US" sz="600" b="0" i="0" u="none" strike="noStrike" kern="0" cap="none" spc="-50" normalizeH="0" baseline="0" noProof="0">
                <a:ln>
                  <a:noFill/>
                </a:ln>
                <a:solidFill>
                  <a:srgbClr val="000000"/>
                </a:solidFill>
                <a:effectLst/>
                <a:uLnTx/>
                <a:uFillTx/>
                <a:latin typeface="a고딕14" panose="02020600000000000000" pitchFamily="18" charset="-127"/>
                <a:ea typeface="a고딕14" panose="02020600000000000000" pitchFamily="18" charset="-127"/>
              </a:rPr>
              <a:t>중복 여부 검토</a:t>
            </a:r>
            <a:endPar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endParaRPr>
          </a:p>
        </p:txBody>
      </p:sp>
      <p:sp>
        <p:nvSpPr>
          <p:cNvPr id="198" name="직사각형 197">
            <a:extLst>
              <a:ext uri="{FF2B5EF4-FFF2-40B4-BE49-F238E27FC236}">
                <a16:creationId xmlns:a16="http://schemas.microsoft.com/office/drawing/2014/main" id="{885DAB31-6AFB-7CDE-A4F4-ACE51D846BF7}"/>
              </a:ext>
            </a:extLst>
          </p:cNvPr>
          <p:cNvSpPr/>
          <p:nvPr/>
        </p:nvSpPr>
        <p:spPr>
          <a:xfrm>
            <a:off x="5975217" y="3991498"/>
            <a:ext cx="1890152"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0" bIns="36000" rtlCol="0" anchor="ct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조사된 기술 정보를 체계적으로 정리하여 보고서 작성</a:t>
            </a:r>
          </a:p>
        </p:txBody>
      </p:sp>
      <p:sp>
        <p:nvSpPr>
          <p:cNvPr id="199" name="직사각형 198">
            <a:extLst>
              <a:ext uri="{FF2B5EF4-FFF2-40B4-BE49-F238E27FC236}">
                <a16:creationId xmlns:a16="http://schemas.microsoft.com/office/drawing/2014/main" id="{A8567329-0DAF-7056-2CB8-EEC1064D647D}"/>
              </a:ext>
            </a:extLst>
          </p:cNvPr>
          <p:cNvSpPr/>
          <p:nvPr/>
        </p:nvSpPr>
        <p:spPr>
          <a:xfrm>
            <a:off x="5975217" y="4126958"/>
            <a:ext cx="1890152"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0" bIns="36000" rtlCol="0" anchor="ct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기술 내용을 기반으로 특허 출원을 위한 특허명세서 작성</a:t>
            </a:r>
          </a:p>
        </p:txBody>
      </p:sp>
      <p:sp>
        <p:nvSpPr>
          <p:cNvPr id="200" name="직사각형 199">
            <a:extLst>
              <a:ext uri="{FF2B5EF4-FFF2-40B4-BE49-F238E27FC236}">
                <a16:creationId xmlns:a16="http://schemas.microsoft.com/office/drawing/2014/main" id="{41667BF6-8869-7040-0C4B-7E0F39024AA4}"/>
              </a:ext>
            </a:extLst>
          </p:cNvPr>
          <p:cNvSpPr/>
          <p:nvPr/>
        </p:nvSpPr>
        <p:spPr>
          <a:xfrm>
            <a:off x="5975217" y="4262418"/>
            <a:ext cx="1890152"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0" bIns="36000" rtlCol="0" anchor="ct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기업의 </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ESG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관련 요소를 분석하여 관리 수준 평가</a:t>
            </a:r>
          </a:p>
        </p:txBody>
      </p:sp>
      <p:sp>
        <p:nvSpPr>
          <p:cNvPr id="201" name="직사각형 200">
            <a:extLst>
              <a:ext uri="{FF2B5EF4-FFF2-40B4-BE49-F238E27FC236}">
                <a16:creationId xmlns:a16="http://schemas.microsoft.com/office/drawing/2014/main" id="{55B36E56-C1E9-F4D7-D456-CD0F7911720E}"/>
              </a:ext>
            </a:extLst>
          </p:cNvPr>
          <p:cNvSpPr/>
          <p:nvPr/>
        </p:nvSpPr>
        <p:spPr>
          <a:xfrm>
            <a:off x="5975217" y="4397878"/>
            <a:ext cx="1890152"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0" bIns="36000" rtlCol="0" anchor="ct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GRI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기준을 분석하여 보고 요구사항 도출</a:t>
            </a:r>
          </a:p>
        </p:txBody>
      </p:sp>
      <p:sp>
        <p:nvSpPr>
          <p:cNvPr id="202" name="직사각형 201">
            <a:extLst>
              <a:ext uri="{FF2B5EF4-FFF2-40B4-BE49-F238E27FC236}">
                <a16:creationId xmlns:a16="http://schemas.microsoft.com/office/drawing/2014/main" id="{C34F62D3-184D-033E-061C-0BBBABBEC213}"/>
              </a:ext>
            </a:extLst>
          </p:cNvPr>
          <p:cNvSpPr/>
          <p:nvPr/>
        </p:nvSpPr>
        <p:spPr>
          <a:xfrm>
            <a:off x="5975217" y="4533338"/>
            <a:ext cx="1890152"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0" bIns="36000" rtlCol="0" anchor="ct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선도기업의 </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ESG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전략을 분석하여 적용 시사점 도출</a:t>
            </a:r>
          </a:p>
        </p:txBody>
      </p:sp>
      <p:sp>
        <p:nvSpPr>
          <p:cNvPr id="203" name="직사각형 202">
            <a:extLst>
              <a:ext uri="{FF2B5EF4-FFF2-40B4-BE49-F238E27FC236}">
                <a16:creationId xmlns:a16="http://schemas.microsoft.com/office/drawing/2014/main" id="{A11E8720-4159-35DF-E751-02C949FAC479}"/>
              </a:ext>
            </a:extLst>
          </p:cNvPr>
          <p:cNvSpPr/>
          <p:nvPr/>
        </p:nvSpPr>
        <p:spPr>
          <a:xfrm>
            <a:off x="5975217" y="4668798"/>
            <a:ext cx="1890152"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0" bIns="36000" rtlCol="0" anchor="ct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ESG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데이터를 기반으로 보고서 작성</a:t>
            </a:r>
          </a:p>
        </p:txBody>
      </p:sp>
      <p:sp>
        <p:nvSpPr>
          <p:cNvPr id="204" name="직사각형 203">
            <a:extLst>
              <a:ext uri="{FF2B5EF4-FFF2-40B4-BE49-F238E27FC236}">
                <a16:creationId xmlns:a16="http://schemas.microsoft.com/office/drawing/2014/main" id="{5F6FAC13-0CE2-02EA-6466-8F631636CA43}"/>
              </a:ext>
            </a:extLst>
          </p:cNvPr>
          <p:cNvSpPr/>
          <p:nvPr/>
        </p:nvSpPr>
        <p:spPr>
          <a:xfrm>
            <a:off x="5975217" y="4804258"/>
            <a:ext cx="1890152"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0" bIns="36000" rtlCol="0" anchor="ct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AI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기반 </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R&amp;D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프로젝트 수행을 위한 계획 수립</a:t>
            </a:r>
          </a:p>
        </p:txBody>
      </p:sp>
      <p:sp>
        <p:nvSpPr>
          <p:cNvPr id="205" name="직사각형 204">
            <a:extLst>
              <a:ext uri="{FF2B5EF4-FFF2-40B4-BE49-F238E27FC236}">
                <a16:creationId xmlns:a16="http://schemas.microsoft.com/office/drawing/2014/main" id="{983DC514-82D0-D599-7B30-4FB8F0057F17}"/>
              </a:ext>
            </a:extLst>
          </p:cNvPr>
          <p:cNvSpPr/>
          <p:nvPr/>
        </p:nvSpPr>
        <p:spPr>
          <a:xfrm>
            <a:off x="5975217" y="4939718"/>
            <a:ext cx="1890152"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0" bIns="36000" rtlCol="0" anchor="ct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프로젝트 수행 결과를 정리하여 보고서 작성</a:t>
            </a:r>
          </a:p>
        </p:txBody>
      </p:sp>
      <p:sp>
        <p:nvSpPr>
          <p:cNvPr id="206" name="직사각형 205">
            <a:extLst>
              <a:ext uri="{FF2B5EF4-FFF2-40B4-BE49-F238E27FC236}">
                <a16:creationId xmlns:a16="http://schemas.microsoft.com/office/drawing/2014/main" id="{693CD5FD-B4FD-630F-70FF-CE59565B0C7D}"/>
              </a:ext>
            </a:extLst>
          </p:cNvPr>
          <p:cNvSpPr/>
          <p:nvPr/>
        </p:nvSpPr>
        <p:spPr>
          <a:xfrm>
            <a:off x="5975217" y="5075178"/>
            <a:ext cx="1890152"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0" bIns="36000" rtlCol="0" anchor="ct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프로젝트 수행 중 발생 가능한 리스크 분석 및 대응 방안 도출</a:t>
            </a:r>
          </a:p>
        </p:txBody>
      </p:sp>
      <p:sp>
        <p:nvSpPr>
          <p:cNvPr id="207" name="직사각형 206">
            <a:extLst>
              <a:ext uri="{FF2B5EF4-FFF2-40B4-BE49-F238E27FC236}">
                <a16:creationId xmlns:a16="http://schemas.microsoft.com/office/drawing/2014/main" id="{951E0C14-A4B9-35D8-AC32-A248B573521B}"/>
              </a:ext>
            </a:extLst>
          </p:cNvPr>
          <p:cNvSpPr/>
          <p:nvPr/>
        </p:nvSpPr>
        <p:spPr>
          <a:xfrm>
            <a:off x="5975217" y="5210638"/>
            <a:ext cx="1890152"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0" bIns="36000" rtlCol="0" anchor="ct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소비자 니즈 및 시장 동향 분석</a:t>
            </a:r>
          </a:p>
        </p:txBody>
      </p:sp>
      <p:sp>
        <p:nvSpPr>
          <p:cNvPr id="208" name="직사각형 207">
            <a:extLst>
              <a:ext uri="{FF2B5EF4-FFF2-40B4-BE49-F238E27FC236}">
                <a16:creationId xmlns:a16="http://schemas.microsoft.com/office/drawing/2014/main" id="{C47B5D42-B282-B30D-C9A7-39D0171A191C}"/>
              </a:ext>
            </a:extLst>
          </p:cNvPr>
          <p:cNvSpPr/>
          <p:nvPr/>
        </p:nvSpPr>
        <p:spPr>
          <a:xfrm>
            <a:off x="5975217" y="5346098"/>
            <a:ext cx="1890152"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0" bIns="36000" rtlCol="0" anchor="ct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친환경 제품의 브랜드 방향성과 컨셉 설계</a:t>
            </a:r>
          </a:p>
        </p:txBody>
      </p:sp>
      <p:sp>
        <p:nvSpPr>
          <p:cNvPr id="209" name="직사각형 208">
            <a:extLst>
              <a:ext uri="{FF2B5EF4-FFF2-40B4-BE49-F238E27FC236}">
                <a16:creationId xmlns:a16="http://schemas.microsoft.com/office/drawing/2014/main" id="{125924DB-48FD-AFA9-E93F-1A955D2DA315}"/>
              </a:ext>
            </a:extLst>
          </p:cNvPr>
          <p:cNvSpPr/>
          <p:nvPr/>
        </p:nvSpPr>
        <p:spPr>
          <a:xfrm>
            <a:off x="5975217" y="5481558"/>
            <a:ext cx="1890152"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0" bIns="36000" rtlCol="0" anchor="ct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친환경 제품 특성에 맞는 마케팅 전략 수립</a:t>
            </a:r>
          </a:p>
        </p:txBody>
      </p:sp>
      <p:sp>
        <p:nvSpPr>
          <p:cNvPr id="210" name="직사각형 209">
            <a:extLst>
              <a:ext uri="{FF2B5EF4-FFF2-40B4-BE49-F238E27FC236}">
                <a16:creationId xmlns:a16="http://schemas.microsoft.com/office/drawing/2014/main" id="{1355598A-5151-CBAB-6673-946AE35B43D9}"/>
              </a:ext>
            </a:extLst>
          </p:cNvPr>
          <p:cNvSpPr/>
          <p:nvPr/>
        </p:nvSpPr>
        <p:spPr>
          <a:xfrm>
            <a:off x="5975217" y="5617018"/>
            <a:ext cx="1890152"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0" bIns="36000" rtlCol="0" anchor="ct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브랜드 아이덴티티를 시각적으로 설계</a:t>
            </a:r>
          </a:p>
        </p:txBody>
      </p:sp>
      <p:sp>
        <p:nvSpPr>
          <p:cNvPr id="211" name="직사각형 210">
            <a:extLst>
              <a:ext uri="{FF2B5EF4-FFF2-40B4-BE49-F238E27FC236}">
                <a16:creationId xmlns:a16="http://schemas.microsoft.com/office/drawing/2014/main" id="{395B9F67-3EF8-F42B-26E6-958710F41E3A}"/>
              </a:ext>
            </a:extLst>
          </p:cNvPr>
          <p:cNvSpPr/>
          <p:nvPr/>
        </p:nvSpPr>
        <p:spPr>
          <a:xfrm>
            <a:off x="5975217" y="5752478"/>
            <a:ext cx="1890152"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0" bIns="36000" rtlCol="0" anchor="ct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글로벌 브랜드 사례를 분석하여 디자인 전략 도출</a:t>
            </a:r>
          </a:p>
        </p:txBody>
      </p:sp>
      <p:sp>
        <p:nvSpPr>
          <p:cNvPr id="212" name="직사각형 211">
            <a:extLst>
              <a:ext uri="{FF2B5EF4-FFF2-40B4-BE49-F238E27FC236}">
                <a16:creationId xmlns:a16="http://schemas.microsoft.com/office/drawing/2014/main" id="{6403943D-6F9A-F045-9C69-2C2F8878E821}"/>
              </a:ext>
            </a:extLst>
          </p:cNvPr>
          <p:cNvSpPr/>
          <p:nvPr/>
        </p:nvSpPr>
        <p:spPr>
          <a:xfrm>
            <a:off x="5975217" y="5887938"/>
            <a:ext cx="1890152"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0" bIns="36000" rtlCol="0" anchor="ct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제품 및 공정 데이터를 기반으로 환경 영향 평가</a:t>
            </a:r>
          </a:p>
        </p:txBody>
      </p:sp>
      <p:sp>
        <p:nvSpPr>
          <p:cNvPr id="213" name="직사각형 212">
            <a:extLst>
              <a:ext uri="{FF2B5EF4-FFF2-40B4-BE49-F238E27FC236}">
                <a16:creationId xmlns:a16="http://schemas.microsoft.com/office/drawing/2014/main" id="{5F7F55A7-0CA1-6344-4F88-A4A1FE817D51}"/>
              </a:ext>
            </a:extLst>
          </p:cNvPr>
          <p:cNvSpPr/>
          <p:nvPr/>
        </p:nvSpPr>
        <p:spPr>
          <a:xfrm>
            <a:off x="5975217" y="6023398"/>
            <a:ext cx="1890152"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0" bIns="36000" rtlCol="0" anchor="ct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LCA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분석 결과를 해석하여 환경 영향 도출</a:t>
            </a:r>
          </a:p>
        </p:txBody>
      </p:sp>
      <p:sp>
        <p:nvSpPr>
          <p:cNvPr id="214" name="직사각형 213">
            <a:extLst>
              <a:ext uri="{FF2B5EF4-FFF2-40B4-BE49-F238E27FC236}">
                <a16:creationId xmlns:a16="http://schemas.microsoft.com/office/drawing/2014/main" id="{B89CB88A-E2C2-BDC8-B8DA-984FBD591723}"/>
              </a:ext>
            </a:extLst>
          </p:cNvPr>
          <p:cNvSpPr/>
          <p:nvPr/>
        </p:nvSpPr>
        <p:spPr>
          <a:xfrm>
            <a:off x="5975217" y="6158858"/>
            <a:ext cx="1890152"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36000" tIns="36000" rIns="0" bIns="36000" rtlCol="0" anchor="ct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분석 결과를 기반으로 환경 평가 보고서 작성</a:t>
            </a:r>
          </a:p>
        </p:txBody>
      </p:sp>
      <p:sp>
        <p:nvSpPr>
          <p:cNvPr id="215" name="직사각형 214">
            <a:extLst>
              <a:ext uri="{FF2B5EF4-FFF2-40B4-BE49-F238E27FC236}">
                <a16:creationId xmlns:a16="http://schemas.microsoft.com/office/drawing/2014/main" id="{37E216CE-3CC0-D77D-995E-C9EC1FE74B53}"/>
              </a:ext>
            </a:extLst>
          </p:cNvPr>
          <p:cNvSpPr/>
          <p:nvPr/>
        </p:nvSpPr>
        <p:spPr>
          <a:xfrm>
            <a:off x="7907253" y="3149193"/>
            <a:ext cx="784580" cy="122352"/>
          </a:xfrm>
          <a:prstGeom prst="rect">
            <a:avLst/>
          </a:prstGeom>
          <a:solidFill>
            <a:srgbClr val="212E55"/>
          </a:solidFill>
          <a:ln w="6350" cap="flat" cmpd="sng" algn="ctr">
            <a:solidFill>
              <a:sysClr val="windowText" lastClr="000000"/>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700" b="0" i="0" u="none" strike="noStrike" kern="0" cap="none" spc="-50" normalizeH="0" baseline="0" noProof="0" dirty="0">
                <a:ln>
                  <a:noFill/>
                </a:ln>
                <a:solidFill>
                  <a:schemeClr val="bg1"/>
                </a:solidFill>
                <a:effectLst/>
                <a:uLnTx/>
                <a:uFillTx/>
                <a:latin typeface="a고딕14" panose="02020600000000000000" pitchFamily="18" charset="-127"/>
                <a:ea typeface="a고딕14" panose="02020600000000000000" pitchFamily="18" charset="-127"/>
              </a:rPr>
              <a:t>핵심 기능</a:t>
            </a:r>
          </a:p>
        </p:txBody>
      </p:sp>
      <p:sp>
        <p:nvSpPr>
          <p:cNvPr id="216" name="직사각형 215">
            <a:extLst>
              <a:ext uri="{FF2B5EF4-FFF2-40B4-BE49-F238E27FC236}">
                <a16:creationId xmlns:a16="http://schemas.microsoft.com/office/drawing/2014/main" id="{FC919D01-0F53-9BC6-7363-C4138140B13C}"/>
              </a:ext>
            </a:extLst>
          </p:cNvPr>
          <p:cNvSpPr/>
          <p:nvPr/>
        </p:nvSpPr>
        <p:spPr>
          <a:xfrm>
            <a:off x="7907253" y="3314198"/>
            <a:ext cx="784580"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데이터 비교분석</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해석</a:t>
            </a:r>
          </a:p>
        </p:txBody>
      </p:sp>
      <p:sp>
        <p:nvSpPr>
          <p:cNvPr id="217" name="직사각형 216">
            <a:extLst>
              <a:ext uri="{FF2B5EF4-FFF2-40B4-BE49-F238E27FC236}">
                <a16:creationId xmlns:a16="http://schemas.microsoft.com/office/drawing/2014/main" id="{7CC721FE-3086-1187-D3AE-CCFD9BF32E54}"/>
              </a:ext>
            </a:extLst>
          </p:cNvPr>
          <p:cNvSpPr/>
          <p:nvPr/>
        </p:nvSpPr>
        <p:spPr>
          <a:xfrm>
            <a:off x="7907253" y="6294322"/>
            <a:ext cx="784580"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a:t>
            </a:r>
            <a:endPar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endParaRPr>
          </a:p>
        </p:txBody>
      </p:sp>
      <p:sp>
        <p:nvSpPr>
          <p:cNvPr id="218" name="직사각형 217">
            <a:extLst>
              <a:ext uri="{FF2B5EF4-FFF2-40B4-BE49-F238E27FC236}">
                <a16:creationId xmlns:a16="http://schemas.microsoft.com/office/drawing/2014/main" id="{E9388481-2F53-B19A-03C4-FE9C1D229F99}"/>
              </a:ext>
            </a:extLst>
          </p:cNvPr>
          <p:cNvSpPr/>
          <p:nvPr/>
        </p:nvSpPr>
        <p:spPr>
          <a:xfrm>
            <a:off x="7907253" y="3449658"/>
            <a:ext cx="784580"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사례 수집</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비교분석</a:t>
            </a:r>
          </a:p>
        </p:txBody>
      </p:sp>
      <p:sp>
        <p:nvSpPr>
          <p:cNvPr id="219" name="직사각형 218">
            <a:extLst>
              <a:ext uri="{FF2B5EF4-FFF2-40B4-BE49-F238E27FC236}">
                <a16:creationId xmlns:a16="http://schemas.microsoft.com/office/drawing/2014/main" id="{1255A27C-C804-7EA7-BF31-8A07568D338C}"/>
              </a:ext>
            </a:extLst>
          </p:cNvPr>
          <p:cNvSpPr/>
          <p:nvPr/>
        </p:nvSpPr>
        <p:spPr>
          <a:xfrm>
            <a:off x="7907253" y="3585118"/>
            <a:ext cx="784580"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시장 분석</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기획</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전략 수립</a:t>
            </a:r>
          </a:p>
        </p:txBody>
      </p:sp>
      <p:sp>
        <p:nvSpPr>
          <p:cNvPr id="220" name="직사각형 219">
            <a:extLst>
              <a:ext uri="{FF2B5EF4-FFF2-40B4-BE49-F238E27FC236}">
                <a16:creationId xmlns:a16="http://schemas.microsoft.com/office/drawing/2014/main" id="{D92CB879-79EF-B3AC-0B47-D79577F995C6}"/>
              </a:ext>
            </a:extLst>
          </p:cNvPr>
          <p:cNvSpPr/>
          <p:nvPr/>
        </p:nvSpPr>
        <p:spPr>
          <a:xfrm>
            <a:off x="7907253" y="3720578"/>
            <a:ext cx="784580"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규제자료 번역</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기준 분석</a:t>
            </a:r>
          </a:p>
        </p:txBody>
      </p:sp>
      <p:sp>
        <p:nvSpPr>
          <p:cNvPr id="221" name="직사각형 220">
            <a:extLst>
              <a:ext uri="{FF2B5EF4-FFF2-40B4-BE49-F238E27FC236}">
                <a16:creationId xmlns:a16="http://schemas.microsoft.com/office/drawing/2014/main" id="{5D032639-814A-068F-9C58-00DB2FEC7429}"/>
              </a:ext>
            </a:extLst>
          </p:cNvPr>
          <p:cNvSpPr/>
          <p:nvPr/>
        </p:nvSpPr>
        <p:spPr>
          <a:xfrm>
            <a:off x="7907253" y="3856038"/>
            <a:ext cx="784580"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자료 수집</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분석</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중복검토</a:t>
            </a:r>
          </a:p>
        </p:txBody>
      </p:sp>
      <p:sp>
        <p:nvSpPr>
          <p:cNvPr id="222" name="직사각형 221">
            <a:extLst>
              <a:ext uri="{FF2B5EF4-FFF2-40B4-BE49-F238E27FC236}">
                <a16:creationId xmlns:a16="http://schemas.microsoft.com/office/drawing/2014/main" id="{C95C035A-26CC-C490-81BC-AF3A69A3DFC3}"/>
              </a:ext>
            </a:extLst>
          </p:cNvPr>
          <p:cNvSpPr/>
          <p:nvPr/>
        </p:nvSpPr>
        <p:spPr>
          <a:xfrm>
            <a:off x="7907253" y="3991498"/>
            <a:ext cx="784580"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자료 정리</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문서 작성</a:t>
            </a:r>
          </a:p>
        </p:txBody>
      </p:sp>
      <p:sp>
        <p:nvSpPr>
          <p:cNvPr id="223" name="직사각형 222">
            <a:extLst>
              <a:ext uri="{FF2B5EF4-FFF2-40B4-BE49-F238E27FC236}">
                <a16:creationId xmlns:a16="http://schemas.microsoft.com/office/drawing/2014/main" id="{DB298919-31E6-5FBA-47A2-723956EA149E}"/>
              </a:ext>
            </a:extLst>
          </p:cNvPr>
          <p:cNvSpPr/>
          <p:nvPr/>
        </p:nvSpPr>
        <p:spPr>
          <a:xfrm>
            <a:off x="7907253" y="4126958"/>
            <a:ext cx="784580"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기술 정리</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문서 작성</a:t>
            </a:r>
          </a:p>
        </p:txBody>
      </p:sp>
      <p:sp>
        <p:nvSpPr>
          <p:cNvPr id="224" name="직사각형 223">
            <a:extLst>
              <a:ext uri="{FF2B5EF4-FFF2-40B4-BE49-F238E27FC236}">
                <a16:creationId xmlns:a16="http://schemas.microsoft.com/office/drawing/2014/main" id="{24057B22-4475-EA11-36A7-9E7BBD346F85}"/>
              </a:ext>
            </a:extLst>
          </p:cNvPr>
          <p:cNvSpPr/>
          <p:nvPr/>
        </p:nvSpPr>
        <p:spPr>
          <a:xfrm>
            <a:off x="7907253" y="4262418"/>
            <a:ext cx="784580"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요소분석</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수준 평가</a:t>
            </a:r>
          </a:p>
        </p:txBody>
      </p:sp>
      <p:sp>
        <p:nvSpPr>
          <p:cNvPr id="225" name="직사각형 224">
            <a:extLst>
              <a:ext uri="{FF2B5EF4-FFF2-40B4-BE49-F238E27FC236}">
                <a16:creationId xmlns:a16="http://schemas.microsoft.com/office/drawing/2014/main" id="{41610457-F188-62EC-831B-B87DCF8D64B2}"/>
              </a:ext>
            </a:extLst>
          </p:cNvPr>
          <p:cNvSpPr/>
          <p:nvPr/>
        </p:nvSpPr>
        <p:spPr>
          <a:xfrm>
            <a:off x="7907253" y="4397878"/>
            <a:ext cx="784580"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기준 분석</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요구사항 도출</a:t>
            </a:r>
          </a:p>
        </p:txBody>
      </p:sp>
      <p:sp>
        <p:nvSpPr>
          <p:cNvPr id="226" name="직사각형 225">
            <a:extLst>
              <a:ext uri="{FF2B5EF4-FFF2-40B4-BE49-F238E27FC236}">
                <a16:creationId xmlns:a16="http://schemas.microsoft.com/office/drawing/2014/main" id="{EF57E595-2158-FE45-4682-07B8B4823F36}"/>
              </a:ext>
            </a:extLst>
          </p:cNvPr>
          <p:cNvSpPr/>
          <p:nvPr/>
        </p:nvSpPr>
        <p:spPr>
          <a:xfrm>
            <a:off x="7907253" y="4533338"/>
            <a:ext cx="784580"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사례 수집</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분석</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벤치마킹</a:t>
            </a:r>
          </a:p>
        </p:txBody>
      </p:sp>
      <p:sp>
        <p:nvSpPr>
          <p:cNvPr id="227" name="직사각형 226">
            <a:extLst>
              <a:ext uri="{FF2B5EF4-FFF2-40B4-BE49-F238E27FC236}">
                <a16:creationId xmlns:a16="http://schemas.microsoft.com/office/drawing/2014/main" id="{2CE2639A-BFA2-4824-A40A-9477FE3B5743}"/>
              </a:ext>
            </a:extLst>
          </p:cNvPr>
          <p:cNvSpPr/>
          <p:nvPr/>
        </p:nvSpPr>
        <p:spPr>
          <a:xfrm>
            <a:off x="7907253" y="4668798"/>
            <a:ext cx="784580"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데이터 정리</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보고서 작성</a:t>
            </a:r>
          </a:p>
        </p:txBody>
      </p:sp>
      <p:sp>
        <p:nvSpPr>
          <p:cNvPr id="228" name="직사각형 227">
            <a:extLst>
              <a:ext uri="{FF2B5EF4-FFF2-40B4-BE49-F238E27FC236}">
                <a16:creationId xmlns:a16="http://schemas.microsoft.com/office/drawing/2014/main" id="{9A97F043-9D0D-2F4A-5C2C-01B2484D8DD3}"/>
              </a:ext>
            </a:extLst>
          </p:cNvPr>
          <p:cNvSpPr/>
          <p:nvPr/>
        </p:nvSpPr>
        <p:spPr>
          <a:xfrm>
            <a:off x="7907253" y="4804258"/>
            <a:ext cx="784580"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계획수립</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자원 관리</a:t>
            </a:r>
          </a:p>
        </p:txBody>
      </p:sp>
      <p:sp>
        <p:nvSpPr>
          <p:cNvPr id="229" name="직사각형 228">
            <a:extLst>
              <a:ext uri="{FF2B5EF4-FFF2-40B4-BE49-F238E27FC236}">
                <a16:creationId xmlns:a16="http://schemas.microsoft.com/office/drawing/2014/main" id="{4494335D-FD46-EA81-8E24-A161299EA22B}"/>
              </a:ext>
            </a:extLst>
          </p:cNvPr>
          <p:cNvSpPr/>
          <p:nvPr/>
        </p:nvSpPr>
        <p:spPr>
          <a:xfrm>
            <a:off x="7907253" y="4939718"/>
            <a:ext cx="784580"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결과정리</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보고서작성</a:t>
            </a:r>
          </a:p>
        </p:txBody>
      </p:sp>
      <p:sp>
        <p:nvSpPr>
          <p:cNvPr id="230" name="직사각형 229">
            <a:extLst>
              <a:ext uri="{FF2B5EF4-FFF2-40B4-BE49-F238E27FC236}">
                <a16:creationId xmlns:a16="http://schemas.microsoft.com/office/drawing/2014/main" id="{86272195-6214-49CD-182F-B8C69D9E1AE6}"/>
              </a:ext>
            </a:extLst>
          </p:cNvPr>
          <p:cNvSpPr/>
          <p:nvPr/>
        </p:nvSpPr>
        <p:spPr>
          <a:xfrm>
            <a:off x="7907253" y="5075178"/>
            <a:ext cx="784580"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리스크 식별</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영향분석</a:t>
            </a:r>
          </a:p>
        </p:txBody>
      </p:sp>
      <p:sp>
        <p:nvSpPr>
          <p:cNvPr id="231" name="직사각형 230">
            <a:extLst>
              <a:ext uri="{FF2B5EF4-FFF2-40B4-BE49-F238E27FC236}">
                <a16:creationId xmlns:a16="http://schemas.microsoft.com/office/drawing/2014/main" id="{CD963F26-D2BB-884B-3D0F-070B0835529C}"/>
              </a:ext>
            </a:extLst>
          </p:cNvPr>
          <p:cNvSpPr/>
          <p:nvPr/>
        </p:nvSpPr>
        <p:spPr>
          <a:xfrm>
            <a:off x="7907253" y="5210638"/>
            <a:ext cx="784580"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자료 조사</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분석</a:t>
            </a:r>
          </a:p>
        </p:txBody>
      </p:sp>
      <p:sp>
        <p:nvSpPr>
          <p:cNvPr id="232" name="직사각형 231">
            <a:extLst>
              <a:ext uri="{FF2B5EF4-FFF2-40B4-BE49-F238E27FC236}">
                <a16:creationId xmlns:a16="http://schemas.microsoft.com/office/drawing/2014/main" id="{D4864DED-EBB7-5DF7-0650-14D2C30692CF}"/>
              </a:ext>
            </a:extLst>
          </p:cNvPr>
          <p:cNvSpPr/>
          <p:nvPr/>
        </p:nvSpPr>
        <p:spPr>
          <a:xfrm>
            <a:off x="7907253" y="5346098"/>
            <a:ext cx="784580"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컨셉 기획</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포지셔닝 설계</a:t>
            </a:r>
          </a:p>
        </p:txBody>
      </p:sp>
      <p:sp>
        <p:nvSpPr>
          <p:cNvPr id="233" name="직사각형 232">
            <a:extLst>
              <a:ext uri="{FF2B5EF4-FFF2-40B4-BE49-F238E27FC236}">
                <a16:creationId xmlns:a16="http://schemas.microsoft.com/office/drawing/2014/main" id="{3FC4B73C-630D-CE93-CAC0-0123679ECD37}"/>
              </a:ext>
            </a:extLst>
          </p:cNvPr>
          <p:cNvSpPr/>
          <p:nvPr/>
        </p:nvSpPr>
        <p:spPr>
          <a:xfrm>
            <a:off x="7907253" y="5481558"/>
            <a:ext cx="784580"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전략 수립</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채널 기획</a:t>
            </a:r>
          </a:p>
        </p:txBody>
      </p:sp>
      <p:sp>
        <p:nvSpPr>
          <p:cNvPr id="234" name="직사각형 233">
            <a:extLst>
              <a:ext uri="{FF2B5EF4-FFF2-40B4-BE49-F238E27FC236}">
                <a16:creationId xmlns:a16="http://schemas.microsoft.com/office/drawing/2014/main" id="{85A12167-1D92-1127-E342-FC5F306348BF}"/>
              </a:ext>
            </a:extLst>
          </p:cNvPr>
          <p:cNvSpPr/>
          <p:nvPr/>
        </p:nvSpPr>
        <p:spPr>
          <a:xfrm>
            <a:off x="7907253" y="5617018"/>
            <a:ext cx="784580"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디자인 기획</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BI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설계</a:t>
            </a:r>
          </a:p>
        </p:txBody>
      </p:sp>
      <p:sp>
        <p:nvSpPr>
          <p:cNvPr id="235" name="직사각형 234">
            <a:extLst>
              <a:ext uri="{FF2B5EF4-FFF2-40B4-BE49-F238E27FC236}">
                <a16:creationId xmlns:a16="http://schemas.microsoft.com/office/drawing/2014/main" id="{D479860E-E6B5-955F-55F6-8F3A3265D822}"/>
              </a:ext>
            </a:extLst>
          </p:cNvPr>
          <p:cNvSpPr/>
          <p:nvPr/>
        </p:nvSpPr>
        <p:spPr>
          <a:xfrm>
            <a:off x="7907253" y="5752478"/>
            <a:ext cx="784580"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사례 수집</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디자인 분석</a:t>
            </a:r>
          </a:p>
        </p:txBody>
      </p:sp>
      <p:sp>
        <p:nvSpPr>
          <p:cNvPr id="236" name="직사각형 235">
            <a:extLst>
              <a:ext uri="{FF2B5EF4-FFF2-40B4-BE49-F238E27FC236}">
                <a16:creationId xmlns:a16="http://schemas.microsoft.com/office/drawing/2014/main" id="{81D24115-411D-3F0D-C2B5-C5A0F8BC3ECE}"/>
              </a:ext>
            </a:extLst>
          </p:cNvPr>
          <p:cNvSpPr/>
          <p:nvPr/>
        </p:nvSpPr>
        <p:spPr>
          <a:xfrm>
            <a:off x="7907253" y="5887938"/>
            <a:ext cx="784580"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데이터수집</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영향평가</a:t>
            </a:r>
          </a:p>
        </p:txBody>
      </p:sp>
      <p:sp>
        <p:nvSpPr>
          <p:cNvPr id="237" name="직사각형 236">
            <a:extLst>
              <a:ext uri="{FF2B5EF4-FFF2-40B4-BE49-F238E27FC236}">
                <a16:creationId xmlns:a16="http://schemas.microsoft.com/office/drawing/2014/main" id="{3AED6DCB-6C1C-C758-D070-269BC84A98C5}"/>
              </a:ext>
            </a:extLst>
          </p:cNvPr>
          <p:cNvSpPr/>
          <p:nvPr/>
        </p:nvSpPr>
        <p:spPr>
          <a:xfrm>
            <a:off x="7907253" y="6023398"/>
            <a:ext cx="784580"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결과 분석</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영향 해석</a:t>
            </a:r>
          </a:p>
        </p:txBody>
      </p:sp>
      <p:sp>
        <p:nvSpPr>
          <p:cNvPr id="238" name="직사각형 237">
            <a:extLst>
              <a:ext uri="{FF2B5EF4-FFF2-40B4-BE49-F238E27FC236}">
                <a16:creationId xmlns:a16="http://schemas.microsoft.com/office/drawing/2014/main" id="{C4DC02DB-06CD-1488-79ED-AB2209F996FD}"/>
              </a:ext>
            </a:extLst>
          </p:cNvPr>
          <p:cNvSpPr/>
          <p:nvPr/>
        </p:nvSpPr>
        <p:spPr>
          <a:xfrm>
            <a:off x="7907253" y="6158858"/>
            <a:ext cx="784580"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결과 정리</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보고서 작성</a:t>
            </a:r>
          </a:p>
        </p:txBody>
      </p:sp>
      <p:sp>
        <p:nvSpPr>
          <p:cNvPr id="239" name="직사각형 178">
            <a:extLst>
              <a:ext uri="{FF2B5EF4-FFF2-40B4-BE49-F238E27FC236}">
                <a16:creationId xmlns:a16="http://schemas.microsoft.com/office/drawing/2014/main" id="{3E5ED8EE-82F6-8EDD-D3A5-38804DA947F1}"/>
              </a:ext>
            </a:extLst>
          </p:cNvPr>
          <p:cNvSpPr>
            <a:spLocks noChangeArrowheads="1"/>
          </p:cNvSpPr>
          <p:nvPr>
            <p:custDataLst>
              <p:tags r:id="rId3"/>
            </p:custDataLst>
          </p:nvPr>
        </p:nvSpPr>
        <p:spPr bwMode="auto">
          <a:xfrm>
            <a:off x="6861215" y="2008423"/>
            <a:ext cx="2483214" cy="448119"/>
          </a:xfrm>
          <a:prstGeom prst="rect">
            <a:avLst/>
          </a:prstGeom>
          <a:solidFill>
            <a:sysClr val="window" lastClr="FFFFFF"/>
          </a:solidFill>
          <a:ln w="19050" algn="ctr">
            <a:solidFill>
              <a:srgbClr val="004300"/>
            </a:solidFill>
            <a:round/>
            <a:headEnd/>
            <a:tailEnd/>
          </a:ln>
          <a:effectLst>
            <a:outerShdw blurRad="50800" dist="38100" dir="2700000" algn="tl" rotWithShape="0">
              <a:prstClr val="black">
                <a:alpha val="40000"/>
              </a:prstClr>
            </a:outerShdw>
          </a:effectLst>
        </p:spPr>
        <p:txBody>
          <a:bodyPr lIns="90000" tIns="46800" rIns="54000" bIns="46800" anchor="ctr"/>
          <a:lstStyle/>
          <a:p>
            <a:pPr marL="0" marR="0" lvl="0" indent="0" defTabSz="914395" eaLnBrk="1" fontAlgn="auto" latinLnBrk="0" hangingPunct="1">
              <a:lnSpc>
                <a:spcPct val="100000"/>
              </a:lnSpc>
              <a:spcBef>
                <a:spcPts val="0"/>
              </a:spcBef>
              <a:spcAft>
                <a:spcPts val="0"/>
              </a:spcAft>
              <a:buClrTx/>
              <a:buSzTx/>
              <a:buFontTx/>
              <a:buNone/>
              <a:tabLst/>
              <a:defRPr/>
            </a:pPr>
            <a:r>
              <a:rPr kumimoji="0" lang="ko-KR" altLang="en-US" b="0" i="0" u="none" strike="noStrike" kern="0" cap="none" spc="-5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스킬별 핵심 기능 및 </a:t>
            </a:r>
            <a:r>
              <a:rPr kumimoji="0" lang="en-US" altLang="ko-KR" b="0" i="0" u="none" strike="noStrike" kern="0" cap="none" spc="-5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AI </a:t>
            </a:r>
            <a:r>
              <a:rPr kumimoji="0" lang="ko-KR" altLang="en-US" b="0" i="0" u="none" strike="noStrike" kern="0" cap="none" spc="-5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연계 방향 검토</a:t>
            </a:r>
            <a:endParaRPr kumimoji="0" lang="en-US" altLang="ko-KR" b="0" i="0" u="none" strike="noStrike" kern="0" cap="none" spc="-5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240" name="직사각형 239">
            <a:extLst>
              <a:ext uri="{FF2B5EF4-FFF2-40B4-BE49-F238E27FC236}">
                <a16:creationId xmlns:a16="http://schemas.microsoft.com/office/drawing/2014/main" id="{E21176AD-016D-17E2-E21D-76436F389663}"/>
              </a:ext>
            </a:extLst>
          </p:cNvPr>
          <p:cNvSpPr/>
          <p:nvPr/>
        </p:nvSpPr>
        <p:spPr>
          <a:xfrm>
            <a:off x="6861215" y="2549005"/>
            <a:ext cx="2484397" cy="547574"/>
          </a:xfrm>
          <a:prstGeom prst="rect">
            <a:avLst/>
          </a:prstGeom>
          <a:pattFill prst="dkUpDiag">
            <a:fgClr>
              <a:srgbClr val="DCF1F9"/>
            </a:fgClr>
            <a:bgClr>
              <a:sysClr val="window" lastClr="FFFFFF"/>
            </a:bgClr>
          </a:pattFill>
          <a:ln w="6350" cap="flat" cmpd="sng" algn="ctr">
            <a:solidFill>
              <a:sysClr val="windowText" lastClr="000000"/>
            </a:solidFill>
            <a:prstDash val="solid"/>
            <a:miter lim="800000"/>
          </a:ln>
          <a:effectLst>
            <a:outerShdw blurRad="50800" dist="38100" dir="2700000" algn="tl" rotWithShape="0">
              <a:sysClr val="windowText" lastClr="000000">
                <a:lumMod val="50000"/>
                <a:lumOff val="50000"/>
                <a:alpha val="40000"/>
              </a:sysClr>
            </a:outerShdw>
          </a:effectLst>
        </p:spPr>
        <p:txBody>
          <a:bodyPr lIns="0" rIns="0" rtlCol="0" anchor="ctr"/>
          <a:lstStyle/>
          <a:p>
            <a:pPr marL="180975" marR="0" lvl="1" indent="-93663" algn="l" defTabSz="91440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000" b="0" i="0" u="none" strike="noStrike" kern="0" cap="none" spc="-50" normalizeH="0" baseline="0" noProof="0" dirty="0">
                <a:ln>
                  <a:noFill/>
                </a:ln>
                <a:solidFill>
                  <a:prstClr val="black">
                    <a:lumMod val="85000"/>
                    <a:lumOff val="15000"/>
                  </a:prstClr>
                </a:solidFill>
                <a:effectLst/>
                <a:uLnTx/>
                <a:uFillTx/>
                <a:latin typeface="a고딕14" panose="02020600000000000000" pitchFamily="18" charset="-127"/>
                <a:ea typeface="a고딕14" panose="02020600000000000000" pitchFamily="18" charset="-127"/>
              </a:rPr>
              <a:t>스킬별 핵심 기능을 기준으로 </a:t>
            </a:r>
            <a:r>
              <a:rPr kumimoji="0" lang="en-US" altLang="ko-KR" sz="1000" b="0" i="0" u="none" strike="noStrike" kern="0" cap="none" spc="-50" normalizeH="0" baseline="0" noProof="0" dirty="0">
                <a:ln>
                  <a:noFill/>
                </a:ln>
                <a:solidFill>
                  <a:prstClr val="black">
                    <a:lumMod val="85000"/>
                    <a:lumOff val="15000"/>
                  </a:prstClr>
                </a:solidFill>
                <a:effectLst/>
                <a:uLnTx/>
                <a:uFillTx/>
                <a:latin typeface="a고딕14" panose="02020600000000000000" pitchFamily="18" charset="-127"/>
                <a:ea typeface="a고딕14" panose="02020600000000000000" pitchFamily="18" charset="-127"/>
              </a:rPr>
              <a:t>AI </a:t>
            </a:r>
            <a:r>
              <a:rPr kumimoji="0" lang="ko-KR" altLang="en-US" sz="1000" b="0" i="0" u="none" strike="noStrike" kern="0" cap="none" spc="-50" normalizeH="0" baseline="0" noProof="0" dirty="0">
                <a:ln>
                  <a:noFill/>
                </a:ln>
                <a:solidFill>
                  <a:prstClr val="black">
                    <a:lumMod val="85000"/>
                    <a:lumOff val="15000"/>
                  </a:prstClr>
                </a:solidFill>
                <a:effectLst/>
                <a:uLnTx/>
                <a:uFillTx/>
                <a:latin typeface="a고딕14" panose="02020600000000000000" pitchFamily="18" charset="-127"/>
                <a:ea typeface="a고딕14" panose="02020600000000000000" pitchFamily="18" charset="-127"/>
              </a:rPr>
              <a:t>적용 가능성 검토 </a:t>
            </a:r>
            <a:endParaRPr kumimoji="0" lang="en-US" altLang="ko-KR" sz="1000" b="0" i="0" u="none" strike="noStrike" kern="0" cap="none" spc="-50" normalizeH="0" baseline="0" noProof="0" dirty="0">
              <a:ln>
                <a:noFill/>
              </a:ln>
              <a:solidFill>
                <a:prstClr val="black">
                  <a:lumMod val="85000"/>
                  <a:lumOff val="15000"/>
                </a:prstClr>
              </a:solidFill>
              <a:effectLst/>
              <a:uLnTx/>
              <a:uFillTx/>
              <a:latin typeface="a고딕14" panose="02020600000000000000" pitchFamily="18" charset="-127"/>
              <a:ea typeface="a고딕14" panose="02020600000000000000" pitchFamily="18" charset="-127"/>
            </a:endParaRPr>
          </a:p>
        </p:txBody>
      </p:sp>
      <p:sp>
        <p:nvSpPr>
          <p:cNvPr id="241" name="직사각형 240">
            <a:extLst>
              <a:ext uri="{FF2B5EF4-FFF2-40B4-BE49-F238E27FC236}">
                <a16:creationId xmlns:a16="http://schemas.microsoft.com/office/drawing/2014/main" id="{FC9718E6-49A4-E11A-52B6-983D384621B8}"/>
              </a:ext>
            </a:extLst>
          </p:cNvPr>
          <p:cNvSpPr/>
          <p:nvPr/>
        </p:nvSpPr>
        <p:spPr>
          <a:xfrm>
            <a:off x="8733715" y="3149193"/>
            <a:ext cx="608351" cy="122352"/>
          </a:xfrm>
          <a:prstGeom prst="rect">
            <a:avLst/>
          </a:prstGeom>
          <a:solidFill>
            <a:srgbClr val="212E55"/>
          </a:solidFill>
          <a:ln w="6350" cap="flat" cmpd="sng" algn="ctr">
            <a:solidFill>
              <a:sysClr val="windowText" lastClr="000000"/>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700" b="0" i="0" u="none" strike="noStrike" kern="0" cap="none" spc="-50" normalizeH="0" baseline="0" noProof="0" dirty="0">
                <a:ln>
                  <a:noFill/>
                </a:ln>
                <a:solidFill>
                  <a:schemeClr val="bg1"/>
                </a:solidFill>
                <a:effectLst/>
                <a:uLnTx/>
                <a:uFillTx/>
                <a:latin typeface="a고딕14" panose="02020600000000000000" pitchFamily="18" charset="-127"/>
                <a:ea typeface="a고딕14" panose="02020600000000000000" pitchFamily="18" charset="-127"/>
              </a:rPr>
              <a:t>AI </a:t>
            </a:r>
            <a:r>
              <a:rPr kumimoji="0" lang="ko-KR" altLang="en-US" sz="700" b="0" i="0" u="none" strike="noStrike" kern="0" cap="none" spc="-50" normalizeH="0" baseline="0" noProof="0" dirty="0">
                <a:ln>
                  <a:noFill/>
                </a:ln>
                <a:solidFill>
                  <a:schemeClr val="bg1"/>
                </a:solidFill>
                <a:effectLst/>
                <a:uLnTx/>
                <a:uFillTx/>
                <a:latin typeface="a고딕14" panose="02020600000000000000" pitchFamily="18" charset="-127"/>
                <a:ea typeface="a고딕14" panose="02020600000000000000" pitchFamily="18" charset="-127"/>
              </a:rPr>
              <a:t>연계 방향</a:t>
            </a:r>
          </a:p>
        </p:txBody>
      </p:sp>
      <p:sp>
        <p:nvSpPr>
          <p:cNvPr id="242" name="직사각형 241">
            <a:extLst>
              <a:ext uri="{FF2B5EF4-FFF2-40B4-BE49-F238E27FC236}">
                <a16:creationId xmlns:a16="http://schemas.microsoft.com/office/drawing/2014/main" id="{D1B18FE8-AB89-F42B-E3D7-5709F2F3A4D0}"/>
              </a:ext>
            </a:extLst>
          </p:cNvPr>
          <p:cNvSpPr/>
          <p:nvPr/>
        </p:nvSpPr>
        <p:spPr>
          <a:xfrm>
            <a:off x="8733715" y="3314198"/>
            <a:ext cx="608351"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분석</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의사결정지원</a:t>
            </a:r>
          </a:p>
        </p:txBody>
      </p:sp>
      <p:sp>
        <p:nvSpPr>
          <p:cNvPr id="243" name="직사각형 242">
            <a:extLst>
              <a:ext uri="{FF2B5EF4-FFF2-40B4-BE49-F238E27FC236}">
                <a16:creationId xmlns:a16="http://schemas.microsoft.com/office/drawing/2014/main" id="{3EEC2674-BA3A-85EF-AC8C-882205C4DB57}"/>
              </a:ext>
            </a:extLst>
          </p:cNvPr>
          <p:cNvSpPr/>
          <p:nvPr/>
        </p:nvSpPr>
        <p:spPr>
          <a:xfrm>
            <a:off x="8733715" y="6294322"/>
            <a:ext cx="608351"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a:t>
            </a:r>
            <a:endPar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endParaRPr>
          </a:p>
        </p:txBody>
      </p:sp>
      <p:sp>
        <p:nvSpPr>
          <p:cNvPr id="244" name="직사각형 243">
            <a:extLst>
              <a:ext uri="{FF2B5EF4-FFF2-40B4-BE49-F238E27FC236}">
                <a16:creationId xmlns:a16="http://schemas.microsoft.com/office/drawing/2014/main" id="{EC629B11-1FAC-A8E8-0B89-51958AB83AF4}"/>
              </a:ext>
            </a:extLst>
          </p:cNvPr>
          <p:cNvSpPr/>
          <p:nvPr/>
        </p:nvSpPr>
        <p:spPr>
          <a:xfrm>
            <a:off x="8733715" y="3449658"/>
            <a:ext cx="608351"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분석</a:t>
            </a:r>
          </a:p>
        </p:txBody>
      </p:sp>
      <p:sp>
        <p:nvSpPr>
          <p:cNvPr id="245" name="직사각형 244">
            <a:extLst>
              <a:ext uri="{FF2B5EF4-FFF2-40B4-BE49-F238E27FC236}">
                <a16:creationId xmlns:a16="http://schemas.microsoft.com/office/drawing/2014/main" id="{B836A685-AEBD-45CE-8B28-D2B7F79221EA}"/>
              </a:ext>
            </a:extLst>
          </p:cNvPr>
          <p:cNvSpPr/>
          <p:nvPr/>
        </p:nvSpPr>
        <p:spPr>
          <a:xfrm>
            <a:off x="8733715" y="3585118"/>
            <a:ext cx="608351"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의사결정 지원</a:t>
            </a:r>
          </a:p>
        </p:txBody>
      </p:sp>
      <p:sp>
        <p:nvSpPr>
          <p:cNvPr id="246" name="직사각형 245">
            <a:extLst>
              <a:ext uri="{FF2B5EF4-FFF2-40B4-BE49-F238E27FC236}">
                <a16:creationId xmlns:a16="http://schemas.microsoft.com/office/drawing/2014/main" id="{E35C520B-2CC6-D88E-F3F0-5A9970043148}"/>
              </a:ext>
            </a:extLst>
          </p:cNvPr>
          <p:cNvSpPr/>
          <p:nvPr/>
        </p:nvSpPr>
        <p:spPr>
          <a:xfrm>
            <a:off x="8733715" y="3720578"/>
            <a:ext cx="608351"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생성</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분석</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자동화</a:t>
            </a:r>
          </a:p>
        </p:txBody>
      </p:sp>
      <p:sp>
        <p:nvSpPr>
          <p:cNvPr id="247" name="직사각형 246">
            <a:extLst>
              <a:ext uri="{FF2B5EF4-FFF2-40B4-BE49-F238E27FC236}">
                <a16:creationId xmlns:a16="http://schemas.microsoft.com/office/drawing/2014/main" id="{7CCC0195-ACC0-93A2-60ED-CDCC810FF1C8}"/>
              </a:ext>
            </a:extLst>
          </p:cNvPr>
          <p:cNvSpPr/>
          <p:nvPr/>
        </p:nvSpPr>
        <p:spPr>
          <a:xfrm>
            <a:off x="8733715" y="3856038"/>
            <a:ext cx="608351"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분석</a:t>
            </a:r>
          </a:p>
        </p:txBody>
      </p:sp>
      <p:sp>
        <p:nvSpPr>
          <p:cNvPr id="248" name="직사각형 247">
            <a:extLst>
              <a:ext uri="{FF2B5EF4-FFF2-40B4-BE49-F238E27FC236}">
                <a16:creationId xmlns:a16="http://schemas.microsoft.com/office/drawing/2014/main" id="{D608B324-909B-0FA9-7047-075E422C381B}"/>
              </a:ext>
            </a:extLst>
          </p:cNvPr>
          <p:cNvSpPr/>
          <p:nvPr/>
        </p:nvSpPr>
        <p:spPr>
          <a:xfrm>
            <a:off x="8733715" y="3991498"/>
            <a:ext cx="608351"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생성</a:t>
            </a:r>
          </a:p>
        </p:txBody>
      </p:sp>
      <p:sp>
        <p:nvSpPr>
          <p:cNvPr id="249" name="직사각형 248">
            <a:extLst>
              <a:ext uri="{FF2B5EF4-FFF2-40B4-BE49-F238E27FC236}">
                <a16:creationId xmlns:a16="http://schemas.microsoft.com/office/drawing/2014/main" id="{A3F84061-EB1B-1CB4-9894-89689CBED7F1}"/>
              </a:ext>
            </a:extLst>
          </p:cNvPr>
          <p:cNvSpPr/>
          <p:nvPr/>
        </p:nvSpPr>
        <p:spPr>
          <a:xfrm>
            <a:off x="8733715" y="4126958"/>
            <a:ext cx="608351"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생성</a:t>
            </a:r>
          </a:p>
        </p:txBody>
      </p:sp>
      <p:sp>
        <p:nvSpPr>
          <p:cNvPr id="250" name="직사각형 249">
            <a:extLst>
              <a:ext uri="{FF2B5EF4-FFF2-40B4-BE49-F238E27FC236}">
                <a16:creationId xmlns:a16="http://schemas.microsoft.com/office/drawing/2014/main" id="{8FAB2EC2-5530-3E5D-5D54-8E34999BA157}"/>
              </a:ext>
            </a:extLst>
          </p:cNvPr>
          <p:cNvSpPr/>
          <p:nvPr/>
        </p:nvSpPr>
        <p:spPr>
          <a:xfrm>
            <a:off x="8733715" y="4262418"/>
            <a:ext cx="608351"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분석</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의사결정 지원</a:t>
            </a:r>
          </a:p>
        </p:txBody>
      </p:sp>
      <p:sp>
        <p:nvSpPr>
          <p:cNvPr id="251" name="직사각형 250">
            <a:extLst>
              <a:ext uri="{FF2B5EF4-FFF2-40B4-BE49-F238E27FC236}">
                <a16:creationId xmlns:a16="http://schemas.microsoft.com/office/drawing/2014/main" id="{DCD41DDF-E6B8-2ACD-B8D1-EE997F4FB5F8}"/>
              </a:ext>
            </a:extLst>
          </p:cNvPr>
          <p:cNvSpPr/>
          <p:nvPr/>
        </p:nvSpPr>
        <p:spPr>
          <a:xfrm>
            <a:off x="8733715" y="4397878"/>
            <a:ext cx="608351"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분석</a:t>
            </a:r>
          </a:p>
        </p:txBody>
      </p:sp>
      <p:sp>
        <p:nvSpPr>
          <p:cNvPr id="252" name="직사각형 251">
            <a:extLst>
              <a:ext uri="{FF2B5EF4-FFF2-40B4-BE49-F238E27FC236}">
                <a16:creationId xmlns:a16="http://schemas.microsoft.com/office/drawing/2014/main" id="{9F3FCD5B-FAA0-DDE8-3D35-FF6843B8825E}"/>
              </a:ext>
            </a:extLst>
          </p:cNvPr>
          <p:cNvSpPr/>
          <p:nvPr/>
        </p:nvSpPr>
        <p:spPr>
          <a:xfrm>
            <a:off x="8733715" y="4533338"/>
            <a:ext cx="608351"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분석</a:t>
            </a:r>
          </a:p>
        </p:txBody>
      </p:sp>
      <p:sp>
        <p:nvSpPr>
          <p:cNvPr id="253" name="직사각형 252">
            <a:extLst>
              <a:ext uri="{FF2B5EF4-FFF2-40B4-BE49-F238E27FC236}">
                <a16:creationId xmlns:a16="http://schemas.microsoft.com/office/drawing/2014/main" id="{CA5A0682-9D13-4DCA-2CAA-A028959291B3}"/>
              </a:ext>
            </a:extLst>
          </p:cNvPr>
          <p:cNvSpPr/>
          <p:nvPr/>
        </p:nvSpPr>
        <p:spPr>
          <a:xfrm>
            <a:off x="8733715" y="4668798"/>
            <a:ext cx="608351"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생성</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자동화</a:t>
            </a:r>
          </a:p>
        </p:txBody>
      </p:sp>
      <p:sp>
        <p:nvSpPr>
          <p:cNvPr id="254" name="직사각형 253">
            <a:extLst>
              <a:ext uri="{FF2B5EF4-FFF2-40B4-BE49-F238E27FC236}">
                <a16:creationId xmlns:a16="http://schemas.microsoft.com/office/drawing/2014/main" id="{141A5AA2-8EAA-BD50-C107-422451D11F98}"/>
              </a:ext>
            </a:extLst>
          </p:cNvPr>
          <p:cNvSpPr/>
          <p:nvPr/>
        </p:nvSpPr>
        <p:spPr>
          <a:xfrm>
            <a:off x="8733715" y="4804258"/>
            <a:ext cx="608351"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의사결정 지원</a:t>
            </a:r>
          </a:p>
        </p:txBody>
      </p:sp>
      <p:sp>
        <p:nvSpPr>
          <p:cNvPr id="255" name="직사각형 254">
            <a:extLst>
              <a:ext uri="{FF2B5EF4-FFF2-40B4-BE49-F238E27FC236}">
                <a16:creationId xmlns:a16="http://schemas.microsoft.com/office/drawing/2014/main" id="{D221E7CE-54A4-A275-ABB4-F5F8DAF197EF}"/>
              </a:ext>
            </a:extLst>
          </p:cNvPr>
          <p:cNvSpPr/>
          <p:nvPr/>
        </p:nvSpPr>
        <p:spPr>
          <a:xfrm>
            <a:off x="8733715" y="4939718"/>
            <a:ext cx="608351"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생성</a:t>
            </a:r>
          </a:p>
        </p:txBody>
      </p:sp>
      <p:sp>
        <p:nvSpPr>
          <p:cNvPr id="256" name="직사각형 255">
            <a:extLst>
              <a:ext uri="{FF2B5EF4-FFF2-40B4-BE49-F238E27FC236}">
                <a16:creationId xmlns:a16="http://schemas.microsoft.com/office/drawing/2014/main" id="{08610C5B-F3D8-D69A-14E6-DF0AB3D57BCC}"/>
              </a:ext>
            </a:extLst>
          </p:cNvPr>
          <p:cNvSpPr/>
          <p:nvPr/>
        </p:nvSpPr>
        <p:spPr>
          <a:xfrm>
            <a:off x="8733715" y="5075178"/>
            <a:ext cx="608351"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예측</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분석</a:t>
            </a:r>
          </a:p>
        </p:txBody>
      </p:sp>
      <p:sp>
        <p:nvSpPr>
          <p:cNvPr id="257" name="직사각형 256">
            <a:extLst>
              <a:ext uri="{FF2B5EF4-FFF2-40B4-BE49-F238E27FC236}">
                <a16:creationId xmlns:a16="http://schemas.microsoft.com/office/drawing/2014/main" id="{0201B169-D4FC-D8A7-9A0C-6120ECB3225F}"/>
              </a:ext>
            </a:extLst>
          </p:cNvPr>
          <p:cNvSpPr/>
          <p:nvPr/>
        </p:nvSpPr>
        <p:spPr>
          <a:xfrm>
            <a:off x="8733715" y="5210638"/>
            <a:ext cx="608351"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분석</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예측</a:t>
            </a:r>
          </a:p>
        </p:txBody>
      </p:sp>
      <p:sp>
        <p:nvSpPr>
          <p:cNvPr id="258" name="직사각형 257">
            <a:extLst>
              <a:ext uri="{FF2B5EF4-FFF2-40B4-BE49-F238E27FC236}">
                <a16:creationId xmlns:a16="http://schemas.microsoft.com/office/drawing/2014/main" id="{4E37ED0C-2EA4-27FD-290B-6975C427915F}"/>
              </a:ext>
            </a:extLst>
          </p:cNvPr>
          <p:cNvSpPr/>
          <p:nvPr/>
        </p:nvSpPr>
        <p:spPr>
          <a:xfrm>
            <a:off x="8733715" y="5346098"/>
            <a:ext cx="608351"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생성</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의사결정 지원</a:t>
            </a:r>
          </a:p>
        </p:txBody>
      </p:sp>
      <p:sp>
        <p:nvSpPr>
          <p:cNvPr id="259" name="직사각형 258">
            <a:extLst>
              <a:ext uri="{FF2B5EF4-FFF2-40B4-BE49-F238E27FC236}">
                <a16:creationId xmlns:a16="http://schemas.microsoft.com/office/drawing/2014/main" id="{4E0E42A5-9CD2-2083-1352-38CA0CC054D8}"/>
              </a:ext>
            </a:extLst>
          </p:cNvPr>
          <p:cNvSpPr/>
          <p:nvPr/>
        </p:nvSpPr>
        <p:spPr>
          <a:xfrm>
            <a:off x="8733715" y="5481558"/>
            <a:ext cx="608351"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생성</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의사결정 지원</a:t>
            </a:r>
          </a:p>
        </p:txBody>
      </p:sp>
      <p:sp>
        <p:nvSpPr>
          <p:cNvPr id="260" name="직사각형 259">
            <a:extLst>
              <a:ext uri="{FF2B5EF4-FFF2-40B4-BE49-F238E27FC236}">
                <a16:creationId xmlns:a16="http://schemas.microsoft.com/office/drawing/2014/main" id="{0796CBBC-4CFC-8E48-B0CC-430842BED743}"/>
              </a:ext>
            </a:extLst>
          </p:cNvPr>
          <p:cNvSpPr/>
          <p:nvPr/>
        </p:nvSpPr>
        <p:spPr>
          <a:xfrm>
            <a:off x="8733715" y="5617018"/>
            <a:ext cx="608351"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생성</a:t>
            </a:r>
          </a:p>
        </p:txBody>
      </p:sp>
      <p:sp>
        <p:nvSpPr>
          <p:cNvPr id="261" name="직사각형 260">
            <a:extLst>
              <a:ext uri="{FF2B5EF4-FFF2-40B4-BE49-F238E27FC236}">
                <a16:creationId xmlns:a16="http://schemas.microsoft.com/office/drawing/2014/main" id="{B3DEBFA1-7438-2233-ED81-70B3C2E856F4}"/>
              </a:ext>
            </a:extLst>
          </p:cNvPr>
          <p:cNvSpPr/>
          <p:nvPr/>
        </p:nvSpPr>
        <p:spPr>
          <a:xfrm>
            <a:off x="8733715" y="5752478"/>
            <a:ext cx="608351"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분석</a:t>
            </a:r>
          </a:p>
        </p:txBody>
      </p:sp>
      <p:sp>
        <p:nvSpPr>
          <p:cNvPr id="262" name="직사각형 261">
            <a:extLst>
              <a:ext uri="{FF2B5EF4-FFF2-40B4-BE49-F238E27FC236}">
                <a16:creationId xmlns:a16="http://schemas.microsoft.com/office/drawing/2014/main" id="{98348F0C-F58C-C987-E805-8FF880C2E555}"/>
              </a:ext>
            </a:extLst>
          </p:cNvPr>
          <p:cNvSpPr/>
          <p:nvPr/>
        </p:nvSpPr>
        <p:spPr>
          <a:xfrm>
            <a:off x="8733715" y="5887938"/>
            <a:ext cx="608351"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자동화</a:t>
            </a:r>
          </a:p>
        </p:txBody>
      </p:sp>
      <p:sp>
        <p:nvSpPr>
          <p:cNvPr id="263" name="직사각형 262">
            <a:extLst>
              <a:ext uri="{FF2B5EF4-FFF2-40B4-BE49-F238E27FC236}">
                <a16:creationId xmlns:a16="http://schemas.microsoft.com/office/drawing/2014/main" id="{73E348D9-EA90-7499-6957-D7C902616B4B}"/>
              </a:ext>
            </a:extLst>
          </p:cNvPr>
          <p:cNvSpPr/>
          <p:nvPr/>
        </p:nvSpPr>
        <p:spPr>
          <a:xfrm>
            <a:off x="8733715" y="6023398"/>
            <a:ext cx="608351"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분석</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의사결정 지원</a:t>
            </a:r>
          </a:p>
        </p:txBody>
      </p:sp>
      <p:sp>
        <p:nvSpPr>
          <p:cNvPr id="264" name="직사각형 263">
            <a:extLst>
              <a:ext uri="{FF2B5EF4-FFF2-40B4-BE49-F238E27FC236}">
                <a16:creationId xmlns:a16="http://schemas.microsoft.com/office/drawing/2014/main" id="{0EB9CCF9-D4B2-B684-9541-D86CB883A4B3}"/>
              </a:ext>
            </a:extLst>
          </p:cNvPr>
          <p:cNvSpPr/>
          <p:nvPr/>
        </p:nvSpPr>
        <p:spPr>
          <a:xfrm>
            <a:off x="8733715" y="6158858"/>
            <a:ext cx="608351" cy="122352"/>
          </a:xfrm>
          <a:prstGeom prst="rect">
            <a:avLst/>
          </a:prstGeom>
          <a:solidFill>
            <a:sysClr val="window" lastClr="FFFFFF"/>
          </a:solidFill>
          <a:ln w="6350" cap="flat" cmpd="sng" algn="ctr">
            <a:solidFill>
              <a:sysClr val="window" lastClr="FFFFFF">
                <a:lumMod val="65000"/>
              </a:sysClr>
            </a:solidFill>
            <a:prstDash val="solid"/>
            <a:miter lim="800000"/>
          </a:ln>
          <a:effectLst>
            <a:outerShdw blurRad="50800" dist="38100" dir="2700000" sx="98000" sy="98000" algn="tl" rotWithShape="0">
              <a:sysClr val="window" lastClr="FFFFFF">
                <a:lumMod val="65000"/>
                <a:alpha val="40000"/>
              </a:sysClr>
            </a:outerShdw>
          </a:effectLst>
        </p:spPr>
        <p:txBody>
          <a:bodyPr lIns="0" tIns="36000" rIns="0" b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생성</a:t>
            </a:r>
            <a:r>
              <a:rPr kumimoji="0" lang="en-US" altLang="ko-KR"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 </a:t>
            </a:r>
            <a:r>
              <a:rPr kumimoji="0" lang="ko-KR" altLang="en-US" sz="600" b="0" i="0" u="none" strike="noStrike" kern="0" cap="none" spc="-50" normalizeH="0" baseline="0" noProof="0" dirty="0">
                <a:ln>
                  <a:noFill/>
                </a:ln>
                <a:solidFill>
                  <a:srgbClr val="000000"/>
                </a:solidFill>
                <a:effectLst/>
                <a:uLnTx/>
                <a:uFillTx/>
                <a:latin typeface="a고딕14" panose="02020600000000000000" pitchFamily="18" charset="-127"/>
                <a:ea typeface="a고딕14" panose="02020600000000000000" pitchFamily="18" charset="-127"/>
              </a:rPr>
              <a:t>자동화</a:t>
            </a:r>
          </a:p>
        </p:txBody>
      </p:sp>
      <p:graphicFrame>
        <p:nvGraphicFramePr>
          <p:cNvPr id="4" name="표 3">
            <a:extLst>
              <a:ext uri="{FF2B5EF4-FFF2-40B4-BE49-F238E27FC236}">
                <a16:creationId xmlns:a16="http://schemas.microsoft.com/office/drawing/2014/main" id="{AD3BA0E2-2456-E3D3-062C-26AC54811A51}"/>
              </a:ext>
            </a:extLst>
          </p:cNvPr>
          <p:cNvGraphicFramePr>
            <a:graphicFrameLocks noGrp="1"/>
          </p:cNvGraphicFramePr>
          <p:nvPr/>
        </p:nvGraphicFramePr>
        <p:xfrm>
          <a:off x="616417" y="3149193"/>
          <a:ext cx="2464879" cy="3267477"/>
        </p:xfrm>
        <a:graphic>
          <a:graphicData uri="http://schemas.openxmlformats.org/drawingml/2006/table">
            <a:tbl>
              <a:tblPr firstRow="1" bandRow="1"/>
              <a:tblGrid>
                <a:gridCol w="411573">
                  <a:extLst>
                    <a:ext uri="{9D8B030D-6E8A-4147-A177-3AD203B41FA5}">
                      <a16:colId xmlns:a16="http://schemas.microsoft.com/office/drawing/2014/main" val="3454004677"/>
                    </a:ext>
                  </a:extLst>
                </a:gridCol>
                <a:gridCol w="616376">
                  <a:extLst>
                    <a:ext uri="{9D8B030D-6E8A-4147-A177-3AD203B41FA5}">
                      <a16:colId xmlns:a16="http://schemas.microsoft.com/office/drawing/2014/main" val="59523577"/>
                    </a:ext>
                  </a:extLst>
                </a:gridCol>
                <a:gridCol w="1436930">
                  <a:extLst>
                    <a:ext uri="{9D8B030D-6E8A-4147-A177-3AD203B41FA5}">
                      <a16:colId xmlns:a16="http://schemas.microsoft.com/office/drawing/2014/main" val="3438564808"/>
                    </a:ext>
                  </a:extLst>
                </a:gridCol>
              </a:tblGrid>
              <a:tr h="148640">
                <a:tc>
                  <a:txBody>
                    <a:bodyPr/>
                    <a:lstStyle/>
                    <a:p>
                      <a:pPr algn="ctr" fontAlgn="ctr" latinLnBrk="0">
                        <a:lnSpc>
                          <a:spcPct val="100000"/>
                        </a:lnSpc>
                        <a:spcBef>
                          <a:spcPts val="0"/>
                        </a:spcBef>
                        <a:spcAft>
                          <a:spcPts val="0"/>
                        </a:spcAft>
                        <a:buNone/>
                      </a:pPr>
                      <a:r>
                        <a:rPr lang="ko-KR" altLang="en-US" sz="800" b="0" kern="1200" spc="-50" baseline="0">
                          <a:solidFill>
                            <a:schemeClr val="bg1"/>
                          </a:solidFill>
                          <a:latin typeface="페이퍼로지 4 Regular" pitchFamily="2" charset="-127"/>
                          <a:ea typeface="페이퍼로지 4 Regular" pitchFamily="2" charset="-127"/>
                          <a:cs typeface="+mn-cs"/>
                        </a:rPr>
                        <a:t>세분류</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ko-KR" altLang="en-US" sz="800" spc="-50" dirty="0">
                          <a:solidFill>
                            <a:schemeClr val="bg1"/>
                          </a:solidFill>
                          <a:latin typeface="페이퍼로지 4 Regular" pitchFamily="2" charset="-127"/>
                          <a:ea typeface="페이퍼로지 4 Regular" pitchFamily="2" charset="-127"/>
                        </a:rPr>
                        <a:t>능력단위</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chemeClr val="bg1"/>
                          </a:solidFill>
                          <a:latin typeface="페이퍼로지 4 Regular" pitchFamily="2" charset="-127"/>
                          <a:ea typeface="페이퍼로지 4 Regular" pitchFamily="2" charset="-127"/>
                          <a:cs typeface="+mn-cs"/>
                        </a:rPr>
                        <a:t>능력단위요소</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604210003"/>
                  </a:ext>
                </a:extLst>
              </a:tr>
              <a:tr h="148640">
                <a:tc rowSpan="20">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algn="ctr" fontAlgn="ctr" latinLnBrk="0">
                        <a:lnSpc>
                          <a:spcPct val="100000"/>
                        </a:lnSpc>
                        <a:spcBef>
                          <a:spcPts val="0"/>
                        </a:spcBef>
                        <a:spcAft>
                          <a:spcPts val="0"/>
                        </a:spcAft>
                        <a:buNone/>
                      </a:pP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화학</a:t>
                      </a:r>
                      <a:endPar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p>
                      <a:pPr algn="ctr" fontAlgn="ctr" latinLnBrk="0">
                        <a:lnSpc>
                          <a:spcPct val="100000"/>
                        </a:lnSpc>
                        <a:spcBef>
                          <a:spcPts val="0"/>
                        </a:spcBef>
                        <a:spcAft>
                          <a:spcPts val="0"/>
                        </a:spcAft>
                        <a:buNone/>
                      </a:pP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신소재</a:t>
                      </a:r>
                      <a:endPar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p>
                      <a:pPr algn="ctr" fontAlgn="ctr" latinLnBrk="0">
                        <a:lnSpc>
                          <a:spcPct val="100000"/>
                        </a:lnSpc>
                        <a:spcBef>
                          <a:spcPts val="0"/>
                        </a:spcBef>
                        <a:spcAft>
                          <a:spcPts val="0"/>
                        </a:spcAft>
                        <a:buNone/>
                      </a:pP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개발</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rowSpan="3">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ko-KR" altLang="en-US" sz="800" spc="-50" dirty="0">
                          <a:solidFill>
                            <a:srgbClr val="000000"/>
                          </a:solidFill>
                          <a:latin typeface="페이퍼로지 4 Regular" pitchFamily="2" charset="-127"/>
                          <a:ea typeface="페이퍼로지 4 Regular" pitchFamily="2" charset="-127"/>
                        </a:rPr>
                        <a:t>화학분야 시장동향 분석</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시장구조 분석하기</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663392396"/>
                  </a:ext>
                </a:extLst>
              </a:tr>
              <a:tr h="148640">
                <a:tc vMerge="1">
                  <a:txBody>
                    <a:bodyPr/>
                    <a:lstStyle/>
                    <a:p>
                      <a:pPr algn="l"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762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l"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762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신소재 동향 분석하기</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907232929"/>
                  </a:ext>
                </a:extLst>
              </a:tr>
              <a:tr h="148640">
                <a:tc vMerge="1">
                  <a:txBody>
                    <a:bodyPr/>
                    <a:lstStyle/>
                    <a:p>
                      <a:pPr algn="l"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762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l"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762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시장 전망하기</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0306935"/>
                  </a:ext>
                </a:extLst>
              </a:tr>
              <a:tr h="148640">
                <a:tc vMerge="1">
                  <a:txBody>
                    <a:bodyPr/>
                    <a:lstStyle/>
                    <a:p>
                      <a:pPr algn="l"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762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rowSpan="4">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algn="ctr" fontAlgn="ctr" latinLnBrk="0">
                        <a:lnSpc>
                          <a:spcPct val="100000"/>
                        </a:lnSpc>
                        <a:spcBef>
                          <a:spcPts val="0"/>
                        </a:spcBef>
                        <a:spcAft>
                          <a:spcPts val="0"/>
                        </a:spcAft>
                        <a:buNone/>
                      </a:pP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화학분야 기술동향 분석</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기술 문헌 분석하기</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92433968"/>
                  </a:ext>
                </a:extLst>
              </a:tr>
              <a:tr h="148640">
                <a:tc vMerge="1">
                  <a:txBody>
                    <a:bodyPr/>
                    <a:lstStyle/>
                    <a:p>
                      <a:pPr algn="l"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762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l"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762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지식재산권 분석하기</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314843664"/>
                  </a:ext>
                </a:extLst>
              </a:tr>
              <a:tr h="148640">
                <a:tc vMerge="1">
                  <a:txBody>
                    <a:bodyPr/>
                    <a:lstStyle/>
                    <a:p>
                      <a:pPr algn="l"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762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l"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762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신소재 기술동향 분석하기</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749380560"/>
                  </a:ext>
                </a:extLst>
              </a:tr>
              <a:tr h="148640">
                <a:tc v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기술 예측하기</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538523902"/>
                  </a:ext>
                </a:extLst>
              </a:tr>
              <a:tr h="148640">
                <a:tc vMerge="1">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rgbClr val="EEECE1"/>
                    </a:solidFill>
                  </a:tcPr>
                </a:tc>
                <a:tc rowSpan="3">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ko-KR" altLang="en-US" sz="800" spc="-50" dirty="0" err="1">
                          <a:solidFill>
                            <a:srgbClr val="000000"/>
                          </a:solidFill>
                          <a:latin typeface="페이퍼로지 4 Regular" pitchFamily="2" charset="-127"/>
                          <a:ea typeface="페이퍼로지 4 Regular" pitchFamily="2" charset="-127"/>
                        </a:rPr>
                        <a:t>화학신소재</a:t>
                      </a:r>
                      <a:r>
                        <a:rPr lang="ko-KR" altLang="en-US" sz="800" spc="-50" dirty="0">
                          <a:solidFill>
                            <a:srgbClr val="000000"/>
                          </a:solidFill>
                          <a:latin typeface="페이퍼로지 4 Regular" pitchFamily="2" charset="-127"/>
                          <a:ea typeface="페이퍼로지 4 Regular" pitchFamily="2" charset="-127"/>
                        </a:rPr>
                        <a:t> 후보군 선정</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분석결과 종합하기</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929431345"/>
                  </a:ext>
                </a:extLst>
              </a:tr>
              <a:tr h="148640">
                <a:tc vMerge="1">
                  <a:txBody>
                    <a:bodyPr/>
                    <a:lstStyle/>
                    <a:p>
                      <a:pPr algn="l"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l"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신소재 후보군 탐색하기</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777066635"/>
                  </a:ext>
                </a:extLst>
              </a:tr>
              <a:tr h="148640">
                <a:tc vMerge="1">
                  <a:txBody>
                    <a:bodyPr/>
                    <a:lstStyle/>
                    <a:p>
                      <a:pPr algn="l"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l"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신소재 후보군 평가하기</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315203795"/>
                  </a:ext>
                </a:extLst>
              </a:tr>
              <a:tr h="148640">
                <a:tc vMerge="1">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rowSpan="4">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ko-KR" altLang="en-US" sz="800" spc="-50" dirty="0" err="1">
                          <a:solidFill>
                            <a:srgbClr val="000000"/>
                          </a:solidFill>
                          <a:latin typeface="페이퍼로지 4 Regular" pitchFamily="2" charset="-127"/>
                          <a:ea typeface="페이퍼로지 4 Regular" pitchFamily="2" charset="-127"/>
                        </a:rPr>
                        <a:t>화학신소재</a:t>
                      </a:r>
                      <a:r>
                        <a:rPr lang="ko-KR" altLang="en-US" sz="800" spc="-50" dirty="0">
                          <a:solidFill>
                            <a:srgbClr val="000000"/>
                          </a:solidFill>
                          <a:latin typeface="페이퍼로지 4 Regular" pitchFamily="2" charset="-127"/>
                          <a:ea typeface="페이퍼로지 4 Regular" pitchFamily="2" charset="-127"/>
                        </a:rPr>
                        <a:t> 기술 분석</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요소기술 파악하기</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662883242"/>
                  </a:ext>
                </a:extLst>
              </a:tr>
              <a:tr h="148640">
                <a:tc vMerge="1">
                  <a:txBody>
                    <a:bodyPr/>
                    <a:lstStyle/>
                    <a:p>
                      <a:pPr algn="ctr"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18000" marR="18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rgbClr val="EEECE1"/>
                    </a:solidFill>
                  </a:tcPr>
                </a:tc>
                <a:tc vMerge="1">
                  <a:txBody>
                    <a:bodyPr/>
                    <a:lstStyle/>
                    <a:p>
                      <a:pPr algn="ctr"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18000" marR="18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핵심기술 파악하기</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862507501"/>
                  </a:ext>
                </a:extLst>
              </a:tr>
              <a:tr h="148640">
                <a:tc vMerge="1">
                  <a:txBody>
                    <a:bodyPr/>
                    <a:lstStyle/>
                    <a:p>
                      <a:pPr algn="ctr"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18000" marR="18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18000" marR="18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기술 개발방향 설정하기</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201548576"/>
                  </a:ext>
                </a:extLst>
              </a:tr>
              <a:tr h="148640">
                <a:tc v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latinLnBrk="1"/>
                      <a:endParaRPr lang="ko-KR" altLang="en-US"/>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기술 확보방안 수립하기</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342450503"/>
                  </a:ext>
                </a:extLst>
              </a:tr>
              <a:tr h="148640">
                <a:tc vMerge="1">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rgbClr val="EEECE1"/>
                    </a:solidFill>
                  </a:tcPr>
                </a:tc>
                <a:tc rowSpan="3">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ko-KR" altLang="en-US" sz="800" spc="-50" dirty="0">
                          <a:solidFill>
                            <a:srgbClr val="000000"/>
                          </a:solidFill>
                          <a:latin typeface="페이퍼로지 4 Regular" pitchFamily="2" charset="-127"/>
                          <a:ea typeface="페이퍼로지 4 Regular" pitchFamily="2" charset="-127"/>
                        </a:rPr>
                        <a:t>화학 신소재 리스크 분석</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리스크 요인 파악하기</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660667464"/>
                  </a:ext>
                </a:extLst>
              </a:tr>
              <a:tr h="148640">
                <a:tc vMerge="1">
                  <a:txBody>
                    <a:bodyPr/>
                    <a:lstStyle/>
                    <a:p>
                      <a:pPr algn="ctr"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18000" marR="18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ko-KR" altLang="en-US" sz="700" spc="-50" dirty="0">
                        <a:solidFill>
                          <a:srgbClr val="000000"/>
                        </a:solidFill>
                        <a:latin typeface="페이퍼로지 4 Regular" pitchFamily="2" charset="-127"/>
                        <a:ea typeface="페이퍼로지 4 Regular" pitchFamily="2" charset="-127"/>
                      </a:endParaRPr>
                    </a:p>
                  </a:txBody>
                  <a:tcPr marL="18000" marR="18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리스크 영향 분석</a:t>
                      </a:r>
                      <a:r>
                        <a:rPr lang="en-US" altLang="ko-KR" sz="800" kern="1200" spc="-50" dirty="0">
                          <a:solidFill>
                            <a:srgbClr val="000000"/>
                          </a:solidFill>
                          <a:latin typeface="페이퍼로지 4 Regular" pitchFamily="2" charset="-127"/>
                          <a:ea typeface="페이퍼로지 4 Regular" pitchFamily="2" charset="-127"/>
                          <a:cs typeface="+mn-cs"/>
                        </a:rPr>
                        <a:t>·</a:t>
                      </a:r>
                      <a:r>
                        <a:rPr lang="ko-KR" altLang="en-US" sz="800" kern="1200" spc="-50" dirty="0">
                          <a:solidFill>
                            <a:srgbClr val="000000"/>
                          </a:solidFill>
                          <a:latin typeface="페이퍼로지 4 Regular" pitchFamily="2" charset="-127"/>
                          <a:ea typeface="페이퍼로지 4 Regular" pitchFamily="2" charset="-127"/>
                          <a:cs typeface="+mn-cs"/>
                        </a:rPr>
                        <a:t>평가하기</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573130428"/>
                  </a:ext>
                </a:extLst>
              </a:tr>
              <a:tr h="148640">
                <a:tc vMerge="1">
                  <a:txBody>
                    <a:bodyPr/>
                    <a:lstStyle/>
                    <a:p>
                      <a:pPr algn="ctr"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18000" marR="18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ko-KR" altLang="en-US" sz="700" spc="-50" dirty="0">
                        <a:solidFill>
                          <a:srgbClr val="000000"/>
                        </a:solidFill>
                        <a:latin typeface="페이퍼로지 4 Regular" pitchFamily="2" charset="-127"/>
                        <a:ea typeface="페이퍼로지 4 Regular" pitchFamily="2" charset="-127"/>
                      </a:endParaRPr>
                    </a:p>
                  </a:txBody>
                  <a:tcPr marL="18000" marR="18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리스크</a:t>
                      </a:r>
                      <a:r>
                        <a:rPr lang="en-US" altLang="ko-KR" sz="800" kern="1200" spc="-50" dirty="0">
                          <a:solidFill>
                            <a:srgbClr val="000000"/>
                          </a:solidFill>
                          <a:latin typeface="페이퍼로지 4 Regular" pitchFamily="2" charset="-127"/>
                          <a:ea typeface="페이퍼로지 4 Regular" pitchFamily="2" charset="-127"/>
                          <a:cs typeface="+mn-cs"/>
                        </a:rPr>
                        <a:t> </a:t>
                      </a:r>
                      <a:r>
                        <a:rPr lang="ko-KR" altLang="en-US" sz="800" kern="1200" spc="-50" dirty="0">
                          <a:solidFill>
                            <a:srgbClr val="000000"/>
                          </a:solidFill>
                          <a:latin typeface="페이퍼로지 4 Regular" pitchFamily="2" charset="-127"/>
                          <a:ea typeface="페이퍼로지 4 Regular" pitchFamily="2" charset="-127"/>
                          <a:cs typeface="+mn-cs"/>
                        </a:rPr>
                        <a:t>대처 방안 수립하기</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575353364"/>
                  </a:ext>
                </a:extLst>
              </a:tr>
              <a:tr h="148640">
                <a:tc vMerge="1">
                  <a:txBody>
                    <a:bodyPr/>
                    <a:lstStyle/>
                    <a:p>
                      <a:pPr algn="ctr"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18000" marR="18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rowSpan="3">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ko-KR" altLang="en-US" sz="800" spc="-50" dirty="0" err="1">
                          <a:solidFill>
                            <a:srgbClr val="000000"/>
                          </a:solidFill>
                          <a:latin typeface="페이퍼로지 4 Regular" pitchFamily="2" charset="-127"/>
                          <a:ea typeface="페이퍼로지 4 Regular" pitchFamily="2" charset="-127"/>
                        </a:rPr>
                        <a:t>화학신소재</a:t>
                      </a:r>
                      <a:r>
                        <a:rPr lang="ko-KR" altLang="en-US" sz="800" spc="-50" dirty="0">
                          <a:solidFill>
                            <a:srgbClr val="000000"/>
                          </a:solidFill>
                          <a:latin typeface="페이퍼로지 4 Regular" pitchFamily="2" charset="-127"/>
                          <a:ea typeface="페이퍼로지 4 Regular" pitchFamily="2" charset="-127"/>
                        </a:rPr>
                        <a:t> 프로타입 제조</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프로토타입 설계하기</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62204457"/>
                  </a:ext>
                </a:extLst>
              </a:tr>
              <a:tr h="148640">
                <a:tc vMerge="1">
                  <a:txBody>
                    <a:bodyPr/>
                    <a:lstStyle/>
                    <a:p>
                      <a:pPr latinLnBrk="1"/>
                      <a:endParaRPr lang="ko-KR" altLang="en-US"/>
                    </a:p>
                  </a:txBody>
                  <a:tcPr/>
                </a:tc>
                <a:tc vMerge="1">
                  <a:txBody>
                    <a:bodyPr/>
                    <a:lstStyle/>
                    <a:p>
                      <a:pPr latinLnBrk="1"/>
                      <a:endParaRPr lang="ko-KR" altLang="en-US"/>
                    </a:p>
                  </a:txBody>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프로토타입 제조하기</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13026992"/>
                  </a:ext>
                </a:extLst>
              </a:tr>
              <a:tr h="148640">
                <a:tc vMerge="1">
                  <a:txBody>
                    <a:bodyPr/>
                    <a:lstStyle/>
                    <a:p>
                      <a:pPr latinLnBrk="1"/>
                      <a:endParaRPr lang="ko-KR" altLang="en-US"/>
                    </a:p>
                  </a:txBody>
                  <a:tcP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rgbClr val="EEECE1"/>
                    </a:solidFill>
                  </a:tcPr>
                </a:tc>
                <a:tc vMerge="1">
                  <a:txBody>
                    <a:bodyPr/>
                    <a:lstStyle/>
                    <a:p>
                      <a:pPr latinLnBrk="1"/>
                      <a:endParaRPr lang="ko-KR" altLang="en-US"/>
                    </a:p>
                  </a:txBody>
                  <a:tcP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프로토타입 평가하기</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679931764"/>
                  </a:ext>
                </a:extLst>
              </a:tr>
              <a:tr h="146037">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algn="ctr" fontAlgn="ctr" latinLnBrk="0">
                        <a:lnSpc>
                          <a:spcPct val="100000"/>
                        </a:lnSpc>
                        <a:spcBef>
                          <a:spcPts val="0"/>
                        </a:spcBef>
                        <a:spcAft>
                          <a:spcPts val="0"/>
                        </a:spcAft>
                        <a:buNone/>
                      </a:pPr>
                      <a:r>
                        <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rPr>
                        <a:t>…</a:t>
                      </a:r>
                      <a:endPar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800" spc="-50" dirty="0">
                          <a:solidFill>
                            <a:srgbClr val="000000"/>
                          </a:solidFill>
                          <a:latin typeface="페이퍼로지 4 Regular" pitchFamily="2" charset="-127"/>
                          <a:ea typeface="페이퍼로지 4 Regular" pitchFamily="2" charset="-127"/>
                        </a:rPr>
                        <a:t>…</a:t>
                      </a:r>
                      <a:endParaRPr lang="ko-KR" altLang="en-US" sz="800" spc="-50" dirty="0">
                        <a:solidFill>
                          <a:srgbClr val="000000"/>
                        </a:solidFill>
                        <a:latin typeface="페이퍼로지 4 Regular" pitchFamily="2" charset="-127"/>
                        <a:ea typeface="페이퍼로지 4 Regular" pitchFamily="2" charset="-127"/>
                      </a:endParaRP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algn="ctr" fontAlgn="ctr" latinLnBrk="0">
                        <a:lnSpc>
                          <a:spcPct val="100000"/>
                        </a:lnSpc>
                        <a:spcBef>
                          <a:spcPts val="0"/>
                        </a:spcBef>
                        <a:spcAft>
                          <a:spcPts val="0"/>
                        </a:spcAft>
                        <a:buNone/>
                      </a:pPr>
                      <a:r>
                        <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rPr>
                        <a:t>…</a:t>
                      </a:r>
                      <a:endPar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040171368"/>
                  </a:ext>
                </a:extLst>
              </a:tr>
            </a:tbl>
          </a:graphicData>
        </a:graphic>
      </p:graphicFrame>
      <p:cxnSp>
        <p:nvCxnSpPr>
          <p:cNvPr id="8" name="직선 화살표 연결선 7">
            <a:extLst>
              <a:ext uri="{FF2B5EF4-FFF2-40B4-BE49-F238E27FC236}">
                <a16:creationId xmlns:a16="http://schemas.microsoft.com/office/drawing/2014/main" id="{DB34383C-2D1A-F551-6DF1-FF34CEF6AA81}"/>
              </a:ext>
            </a:extLst>
          </p:cNvPr>
          <p:cNvCxnSpPr>
            <a:cxnSpLocks/>
            <a:endCxn id="182" idx="1"/>
          </p:cNvCxnSpPr>
          <p:nvPr/>
        </p:nvCxnSpPr>
        <p:spPr>
          <a:xfrm>
            <a:off x="3084844" y="3553817"/>
            <a:ext cx="644804" cy="24747"/>
          </a:xfrm>
          <a:prstGeom prst="straightConnector1">
            <a:avLst/>
          </a:prstGeom>
          <a:noFill/>
          <a:ln w="6350" cap="flat" cmpd="sng" algn="ctr">
            <a:solidFill>
              <a:sysClr val="windowText" lastClr="000000">
                <a:lumMod val="50000"/>
                <a:lumOff val="50000"/>
              </a:sysClr>
            </a:solidFill>
            <a:prstDash val="sysDot"/>
            <a:miter lim="800000"/>
            <a:tailEnd type="triangle" w="sm" len="sm"/>
          </a:ln>
          <a:effectLst/>
        </p:spPr>
      </p:cxnSp>
      <p:cxnSp>
        <p:nvCxnSpPr>
          <p:cNvPr id="13" name="직선 화살표 연결선 12">
            <a:extLst>
              <a:ext uri="{FF2B5EF4-FFF2-40B4-BE49-F238E27FC236}">
                <a16:creationId xmlns:a16="http://schemas.microsoft.com/office/drawing/2014/main" id="{4C81AB33-9D66-4714-B974-743CB93574EB}"/>
              </a:ext>
            </a:extLst>
          </p:cNvPr>
          <p:cNvCxnSpPr>
            <a:cxnSpLocks/>
            <a:endCxn id="182" idx="1"/>
          </p:cNvCxnSpPr>
          <p:nvPr/>
        </p:nvCxnSpPr>
        <p:spPr>
          <a:xfrm flipV="1">
            <a:off x="3084844" y="3578564"/>
            <a:ext cx="644804" cy="81238"/>
          </a:xfrm>
          <a:prstGeom prst="straightConnector1">
            <a:avLst/>
          </a:prstGeom>
          <a:noFill/>
          <a:ln w="6350" cap="flat" cmpd="sng" algn="ctr">
            <a:solidFill>
              <a:sysClr val="windowText" lastClr="000000">
                <a:lumMod val="50000"/>
                <a:lumOff val="50000"/>
              </a:sysClr>
            </a:solidFill>
            <a:prstDash val="sysDot"/>
            <a:miter lim="800000"/>
            <a:tailEnd type="triangle" w="sm" len="sm"/>
          </a:ln>
          <a:effectLst/>
        </p:spPr>
      </p:cxnSp>
      <p:cxnSp>
        <p:nvCxnSpPr>
          <p:cNvPr id="17" name="직선 화살표 연결선 16">
            <a:extLst>
              <a:ext uri="{FF2B5EF4-FFF2-40B4-BE49-F238E27FC236}">
                <a16:creationId xmlns:a16="http://schemas.microsoft.com/office/drawing/2014/main" id="{4BC21A19-2D77-EAA0-61D6-9494F5BA35CC}"/>
              </a:ext>
            </a:extLst>
          </p:cNvPr>
          <p:cNvCxnSpPr>
            <a:cxnSpLocks/>
            <a:endCxn id="183" idx="1"/>
          </p:cNvCxnSpPr>
          <p:nvPr/>
        </p:nvCxnSpPr>
        <p:spPr>
          <a:xfrm>
            <a:off x="3084844" y="3949232"/>
            <a:ext cx="644804" cy="103442"/>
          </a:xfrm>
          <a:prstGeom prst="straightConnector1">
            <a:avLst/>
          </a:prstGeom>
          <a:noFill/>
          <a:ln w="6350" cap="flat" cmpd="sng" algn="ctr">
            <a:solidFill>
              <a:sysClr val="windowText" lastClr="000000">
                <a:lumMod val="50000"/>
                <a:lumOff val="50000"/>
              </a:sysClr>
            </a:solidFill>
            <a:prstDash val="sysDot"/>
            <a:miter lim="800000"/>
            <a:tailEnd type="triangle" w="sm" len="sm"/>
          </a:ln>
          <a:effectLst/>
        </p:spPr>
      </p:cxnSp>
      <p:cxnSp>
        <p:nvCxnSpPr>
          <p:cNvPr id="19" name="직선 화살표 연결선 18">
            <a:extLst>
              <a:ext uri="{FF2B5EF4-FFF2-40B4-BE49-F238E27FC236}">
                <a16:creationId xmlns:a16="http://schemas.microsoft.com/office/drawing/2014/main" id="{0128717F-F391-1937-FDAC-34B7BABF752B}"/>
              </a:ext>
            </a:extLst>
          </p:cNvPr>
          <p:cNvCxnSpPr>
            <a:cxnSpLocks/>
            <a:endCxn id="183" idx="1"/>
          </p:cNvCxnSpPr>
          <p:nvPr/>
        </p:nvCxnSpPr>
        <p:spPr>
          <a:xfrm>
            <a:off x="3084844" y="3812399"/>
            <a:ext cx="644804" cy="240275"/>
          </a:xfrm>
          <a:prstGeom prst="straightConnector1">
            <a:avLst/>
          </a:prstGeom>
          <a:noFill/>
          <a:ln w="6350" cap="flat" cmpd="sng" algn="ctr">
            <a:solidFill>
              <a:sysClr val="windowText" lastClr="000000">
                <a:lumMod val="50000"/>
                <a:lumOff val="50000"/>
              </a:sysClr>
            </a:solidFill>
            <a:prstDash val="sysDot"/>
            <a:miter lim="800000"/>
            <a:tailEnd type="triangle" w="sm" len="sm"/>
          </a:ln>
          <a:effectLst/>
        </p:spPr>
      </p:cxnSp>
      <p:cxnSp>
        <p:nvCxnSpPr>
          <p:cNvPr id="22" name="직선 화살표 연결선 21">
            <a:extLst>
              <a:ext uri="{FF2B5EF4-FFF2-40B4-BE49-F238E27FC236}">
                <a16:creationId xmlns:a16="http://schemas.microsoft.com/office/drawing/2014/main" id="{7AA4530D-AE8B-1D50-4209-0DDADA088DAD}"/>
              </a:ext>
            </a:extLst>
          </p:cNvPr>
          <p:cNvCxnSpPr>
            <a:cxnSpLocks/>
            <a:endCxn id="183" idx="1"/>
          </p:cNvCxnSpPr>
          <p:nvPr/>
        </p:nvCxnSpPr>
        <p:spPr>
          <a:xfrm flipV="1">
            <a:off x="3084844" y="4052674"/>
            <a:ext cx="644804" cy="48527"/>
          </a:xfrm>
          <a:prstGeom prst="straightConnector1">
            <a:avLst/>
          </a:prstGeom>
          <a:noFill/>
          <a:ln w="6350" cap="flat" cmpd="sng" algn="ctr">
            <a:solidFill>
              <a:sysClr val="windowText" lastClr="000000">
                <a:lumMod val="50000"/>
                <a:lumOff val="50000"/>
              </a:sysClr>
            </a:solidFill>
            <a:prstDash val="sysDot"/>
            <a:miter lim="800000"/>
            <a:tailEnd type="triangle" w="sm" len="sm"/>
          </a:ln>
          <a:effectLst/>
        </p:spPr>
      </p:cxnSp>
      <p:cxnSp>
        <p:nvCxnSpPr>
          <p:cNvPr id="25" name="직선 화살표 연결선 24">
            <a:extLst>
              <a:ext uri="{FF2B5EF4-FFF2-40B4-BE49-F238E27FC236}">
                <a16:creationId xmlns:a16="http://schemas.microsoft.com/office/drawing/2014/main" id="{99926162-0974-68FF-D592-2078FDC6B02D}"/>
              </a:ext>
            </a:extLst>
          </p:cNvPr>
          <p:cNvCxnSpPr>
            <a:cxnSpLocks/>
            <a:endCxn id="185" idx="1"/>
          </p:cNvCxnSpPr>
          <p:nvPr/>
        </p:nvCxnSpPr>
        <p:spPr>
          <a:xfrm>
            <a:off x="3081296" y="4397879"/>
            <a:ext cx="648352" cy="128905"/>
          </a:xfrm>
          <a:prstGeom prst="straightConnector1">
            <a:avLst/>
          </a:prstGeom>
          <a:noFill/>
          <a:ln w="6350" cap="flat" cmpd="sng" algn="ctr">
            <a:solidFill>
              <a:sysClr val="windowText" lastClr="000000">
                <a:lumMod val="50000"/>
                <a:lumOff val="50000"/>
              </a:sysClr>
            </a:solidFill>
            <a:prstDash val="sysDot"/>
            <a:miter lim="800000"/>
            <a:tailEnd type="triangle" w="sm" len="sm"/>
          </a:ln>
          <a:effectLst/>
        </p:spPr>
      </p:cxnSp>
      <p:cxnSp>
        <p:nvCxnSpPr>
          <p:cNvPr id="28" name="직선 화살표 연결선 27">
            <a:extLst>
              <a:ext uri="{FF2B5EF4-FFF2-40B4-BE49-F238E27FC236}">
                <a16:creationId xmlns:a16="http://schemas.microsoft.com/office/drawing/2014/main" id="{DB4C66CC-BE51-A170-D129-8BF840B0EBD7}"/>
              </a:ext>
            </a:extLst>
          </p:cNvPr>
          <p:cNvCxnSpPr>
            <a:cxnSpLocks/>
            <a:endCxn id="186" idx="1"/>
          </p:cNvCxnSpPr>
          <p:nvPr/>
        </p:nvCxnSpPr>
        <p:spPr>
          <a:xfrm flipV="1">
            <a:off x="3081296" y="5000895"/>
            <a:ext cx="648352" cy="406379"/>
          </a:xfrm>
          <a:prstGeom prst="straightConnector1">
            <a:avLst/>
          </a:prstGeom>
          <a:noFill/>
          <a:ln w="6350" cap="flat" cmpd="sng" algn="ctr">
            <a:solidFill>
              <a:sysClr val="windowText" lastClr="000000">
                <a:lumMod val="50000"/>
                <a:lumOff val="50000"/>
              </a:sysClr>
            </a:solidFill>
            <a:prstDash val="sysDot"/>
            <a:miter lim="800000"/>
            <a:tailEnd type="triangle" w="sm" len="sm"/>
          </a:ln>
          <a:effectLst/>
        </p:spPr>
      </p:cxnSp>
      <p:cxnSp>
        <p:nvCxnSpPr>
          <p:cNvPr id="31" name="직선 화살표 연결선 30">
            <a:extLst>
              <a:ext uri="{FF2B5EF4-FFF2-40B4-BE49-F238E27FC236}">
                <a16:creationId xmlns:a16="http://schemas.microsoft.com/office/drawing/2014/main" id="{1876B917-65B2-8477-7A41-5F4C9E23EE47}"/>
              </a:ext>
            </a:extLst>
          </p:cNvPr>
          <p:cNvCxnSpPr>
            <a:cxnSpLocks/>
            <a:endCxn id="187" idx="1"/>
          </p:cNvCxnSpPr>
          <p:nvPr/>
        </p:nvCxnSpPr>
        <p:spPr>
          <a:xfrm flipV="1">
            <a:off x="3084844" y="5407275"/>
            <a:ext cx="644804" cy="677299"/>
          </a:xfrm>
          <a:prstGeom prst="straightConnector1">
            <a:avLst/>
          </a:prstGeom>
          <a:noFill/>
          <a:ln w="6350" cap="flat" cmpd="sng" algn="ctr">
            <a:solidFill>
              <a:sysClr val="windowText" lastClr="000000">
                <a:lumMod val="50000"/>
                <a:lumOff val="50000"/>
              </a:sysClr>
            </a:solidFill>
            <a:prstDash val="sysDot"/>
            <a:miter lim="800000"/>
            <a:tailEnd type="triangle" w="sm" len="sm"/>
          </a:ln>
          <a:effectLst/>
        </p:spPr>
      </p:cxnSp>
      <p:cxnSp>
        <p:nvCxnSpPr>
          <p:cNvPr id="269" name="직선 화살표 연결선 268">
            <a:extLst>
              <a:ext uri="{FF2B5EF4-FFF2-40B4-BE49-F238E27FC236}">
                <a16:creationId xmlns:a16="http://schemas.microsoft.com/office/drawing/2014/main" id="{22CC18AF-2C84-E857-A5C4-4975EFFC6C18}"/>
              </a:ext>
            </a:extLst>
          </p:cNvPr>
          <p:cNvCxnSpPr>
            <a:cxnSpLocks/>
            <a:endCxn id="187" idx="1"/>
          </p:cNvCxnSpPr>
          <p:nvPr/>
        </p:nvCxnSpPr>
        <p:spPr>
          <a:xfrm flipV="1">
            <a:off x="3084844" y="5407275"/>
            <a:ext cx="644804" cy="751584"/>
          </a:xfrm>
          <a:prstGeom prst="straightConnector1">
            <a:avLst/>
          </a:prstGeom>
          <a:noFill/>
          <a:ln w="6350" cap="flat" cmpd="sng" algn="ctr">
            <a:solidFill>
              <a:sysClr val="windowText" lastClr="000000">
                <a:lumMod val="50000"/>
                <a:lumOff val="50000"/>
              </a:sysClr>
            </a:solidFill>
            <a:prstDash val="sysDot"/>
            <a:miter lim="800000"/>
            <a:tailEnd type="triangle" w="sm" len="sm"/>
          </a:ln>
          <a:effectLst/>
        </p:spPr>
      </p:cxnSp>
      <p:cxnSp>
        <p:nvCxnSpPr>
          <p:cNvPr id="272" name="직선 화살표 연결선 271">
            <a:extLst>
              <a:ext uri="{FF2B5EF4-FFF2-40B4-BE49-F238E27FC236}">
                <a16:creationId xmlns:a16="http://schemas.microsoft.com/office/drawing/2014/main" id="{76EF2853-F92F-19E3-C22E-1F4ED42D0977}"/>
              </a:ext>
            </a:extLst>
          </p:cNvPr>
          <p:cNvCxnSpPr>
            <a:cxnSpLocks/>
            <a:endCxn id="188" idx="1"/>
          </p:cNvCxnSpPr>
          <p:nvPr/>
        </p:nvCxnSpPr>
        <p:spPr>
          <a:xfrm flipV="1">
            <a:off x="3084844" y="5745926"/>
            <a:ext cx="644804" cy="412933"/>
          </a:xfrm>
          <a:prstGeom prst="straightConnector1">
            <a:avLst/>
          </a:prstGeom>
          <a:noFill/>
          <a:ln w="6350" cap="flat" cmpd="sng" algn="ctr">
            <a:solidFill>
              <a:sysClr val="windowText" lastClr="000000">
                <a:lumMod val="50000"/>
                <a:lumOff val="50000"/>
              </a:sysClr>
            </a:solidFill>
            <a:prstDash val="sysDot"/>
            <a:miter lim="800000"/>
            <a:tailEnd type="triangle" w="sm" len="sm"/>
          </a:ln>
          <a:effectLst/>
        </p:spPr>
      </p:cxnSp>
      <p:cxnSp>
        <p:nvCxnSpPr>
          <p:cNvPr id="275" name="직선 화살표 연결선 274">
            <a:extLst>
              <a:ext uri="{FF2B5EF4-FFF2-40B4-BE49-F238E27FC236}">
                <a16:creationId xmlns:a16="http://schemas.microsoft.com/office/drawing/2014/main" id="{01C3AF00-C3DB-5003-3F70-A44B5385B1AE}"/>
              </a:ext>
            </a:extLst>
          </p:cNvPr>
          <p:cNvCxnSpPr>
            <a:cxnSpLocks/>
            <a:endCxn id="188" idx="1"/>
          </p:cNvCxnSpPr>
          <p:nvPr/>
        </p:nvCxnSpPr>
        <p:spPr>
          <a:xfrm flipV="1">
            <a:off x="3084844" y="5745926"/>
            <a:ext cx="644804" cy="338648"/>
          </a:xfrm>
          <a:prstGeom prst="straightConnector1">
            <a:avLst/>
          </a:prstGeom>
          <a:noFill/>
          <a:ln w="6350" cap="flat" cmpd="sng" algn="ctr">
            <a:solidFill>
              <a:sysClr val="windowText" lastClr="000000">
                <a:lumMod val="50000"/>
                <a:lumOff val="50000"/>
              </a:sysClr>
            </a:solidFill>
            <a:prstDash val="sysDot"/>
            <a:miter lim="800000"/>
            <a:tailEnd type="triangle" w="sm" len="sm"/>
          </a:ln>
          <a:effectLst/>
        </p:spPr>
      </p:cxnSp>
      <p:cxnSp>
        <p:nvCxnSpPr>
          <p:cNvPr id="278" name="직선 화살표 연결선 277">
            <a:extLst>
              <a:ext uri="{FF2B5EF4-FFF2-40B4-BE49-F238E27FC236}">
                <a16:creationId xmlns:a16="http://schemas.microsoft.com/office/drawing/2014/main" id="{F1BC8348-7B78-C31A-0F72-81230D90E608}"/>
              </a:ext>
            </a:extLst>
          </p:cNvPr>
          <p:cNvCxnSpPr>
            <a:cxnSpLocks/>
            <a:endCxn id="188" idx="1"/>
          </p:cNvCxnSpPr>
          <p:nvPr/>
        </p:nvCxnSpPr>
        <p:spPr>
          <a:xfrm flipV="1">
            <a:off x="3084844" y="5745926"/>
            <a:ext cx="644804" cy="142014"/>
          </a:xfrm>
          <a:prstGeom prst="straightConnector1">
            <a:avLst/>
          </a:prstGeom>
          <a:noFill/>
          <a:ln w="6350" cap="flat" cmpd="sng" algn="ctr">
            <a:solidFill>
              <a:sysClr val="windowText" lastClr="000000">
                <a:lumMod val="50000"/>
                <a:lumOff val="50000"/>
              </a:sysClr>
            </a:solidFill>
            <a:prstDash val="sysDot"/>
            <a:miter lim="800000"/>
            <a:tailEnd type="triangle" w="sm" len="sm"/>
          </a:ln>
          <a:effectLst/>
        </p:spPr>
      </p:cxnSp>
      <p:grpSp>
        <p:nvGrpSpPr>
          <p:cNvPr id="281" name="그룹 280">
            <a:extLst>
              <a:ext uri="{FF2B5EF4-FFF2-40B4-BE49-F238E27FC236}">
                <a16:creationId xmlns:a16="http://schemas.microsoft.com/office/drawing/2014/main" id="{61A638D1-D43D-9061-531C-EE38A03C144C}"/>
              </a:ext>
            </a:extLst>
          </p:cNvPr>
          <p:cNvGrpSpPr/>
          <p:nvPr/>
        </p:nvGrpSpPr>
        <p:grpSpPr>
          <a:xfrm>
            <a:off x="596515" y="1681027"/>
            <a:ext cx="8745552" cy="266602"/>
            <a:chOff x="802640" y="2236632"/>
            <a:chExt cx="4129131" cy="266552"/>
          </a:xfrm>
        </p:grpSpPr>
        <p:sp>
          <p:nvSpPr>
            <p:cNvPr id="282" name="ListLeanHorizontalTextTopic0">
              <a:extLst>
                <a:ext uri="{FF2B5EF4-FFF2-40B4-BE49-F238E27FC236}">
                  <a16:creationId xmlns:a16="http://schemas.microsoft.com/office/drawing/2014/main" id="{46750477-FE69-9800-B15E-66C4B9ED1B8A}"/>
                </a:ext>
              </a:extLst>
            </p:cNvPr>
            <p:cNvSpPr txBox="1"/>
            <p:nvPr/>
          </p:nvSpPr>
          <p:spPr>
            <a:xfrm>
              <a:off x="802640" y="2236632"/>
              <a:ext cx="197217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en-US" altLang="ko-KR" sz="1400" kern="0">
                  <a:solidFill>
                    <a:srgbClr val="000000"/>
                  </a:solidFill>
                  <a:latin typeface="a고딕14" panose="02020600000000000000" pitchFamily="18" charset="-127"/>
                  <a:ea typeface="a고딕14" panose="02020600000000000000" pitchFamily="18" charset="-127"/>
                  <a:cs typeface="Arial Narrow" pitchFamily="34" charset="0"/>
                </a:rPr>
                <a:t>AI</a:t>
              </a:r>
              <a:r>
                <a:rPr lang="ko-KR" altLang="en-US" sz="1400" kern="0">
                  <a:solidFill>
                    <a:srgbClr val="000000"/>
                  </a:solidFill>
                  <a:latin typeface="a고딕14" panose="02020600000000000000" pitchFamily="18" charset="-127"/>
                  <a:ea typeface="a고딕14" panose="02020600000000000000" pitchFamily="18" charset="-127"/>
                  <a:cs typeface="Arial Narrow" pitchFamily="34" charset="0"/>
                </a:rPr>
                <a:t> 융합 과목 도출 방법</a:t>
              </a:r>
              <a:endParaRPr lang="de-DE" altLang="ko-KR" sz="1400" kern="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283" name="Horizontal Line">
              <a:extLst>
                <a:ext uri="{FF2B5EF4-FFF2-40B4-BE49-F238E27FC236}">
                  <a16:creationId xmlns:a16="http://schemas.microsoft.com/office/drawing/2014/main" id="{847B4912-3BE5-3249-B28E-885DF5557F19}"/>
                </a:ext>
              </a:extLst>
            </p:cNvPr>
            <p:cNvCxnSpPr>
              <a:cxnSpLocks/>
            </p:cNvCxnSpPr>
            <p:nvPr/>
          </p:nvCxnSpPr>
          <p:spPr>
            <a:xfrm>
              <a:off x="802640" y="2503184"/>
              <a:ext cx="4129131" cy="0"/>
            </a:xfrm>
            <a:prstGeom prst="line">
              <a:avLst/>
            </a:prstGeom>
            <a:noFill/>
            <a:ln w="22225" cap="flat" cmpd="sng" algn="ctr">
              <a:solidFill>
                <a:srgbClr val="003F56"/>
              </a:solidFill>
              <a:prstDash val="solid"/>
            </a:ln>
            <a:effectLst/>
          </p:spPr>
        </p:cxnSp>
      </p:grpSp>
    </p:spTree>
    <p:extLst>
      <p:ext uri="{BB962C8B-B14F-4D97-AF65-F5344CB8AC3E}">
        <p14:creationId xmlns:p14="http://schemas.microsoft.com/office/powerpoint/2010/main" val="20918162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AEAD-648F-73A9-7D75-66FBDF5BD67F}"/>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AAF8502E-99F8-D970-6784-92F566BADD5E}"/>
              </a:ext>
            </a:extLst>
          </p:cNvPr>
          <p:cNvSpPr>
            <a:spLocks noGrp="1"/>
          </p:cNvSpPr>
          <p:nvPr>
            <p:ph type="body" sz="quarter" idx="12"/>
          </p:nvPr>
        </p:nvSpPr>
        <p:spPr/>
        <p:txBody>
          <a:bodyPr vert="horz" wrap="square" lIns="0" tIns="45720" rIns="0" bIns="0" rtlCol="0">
            <a:noAutofit/>
          </a:bodyPr>
          <a:lstStyle/>
          <a:p>
            <a:pPr algn="l" latinLnBrk="0"/>
            <a:r>
              <a:rPr lang="ko-KR" altLang="ko-KR"/>
              <a:t>국내외 AI 활용역량 관련 </a:t>
            </a:r>
            <a:r>
              <a:rPr lang="ko-KR" altLang="ko-KR" err="1"/>
              <a:t>문헌·정책</a:t>
            </a:r>
            <a:r>
              <a:rPr lang="ko-KR" altLang="ko-KR"/>
              <a:t> </a:t>
            </a:r>
            <a:r>
              <a:rPr lang="ko-KR" altLang="ko-KR" err="1"/>
              <a:t>보고서·국제기구</a:t>
            </a:r>
            <a:r>
              <a:rPr lang="ko-KR" altLang="ko-KR"/>
              <a:t> 자료</a:t>
            </a:r>
            <a:r>
              <a:rPr lang="ko-KR" altLang="en-US"/>
              <a:t>를 기반으로</a:t>
            </a:r>
            <a:r>
              <a:rPr lang="en-US" altLang="ko-KR"/>
              <a:t>,</a:t>
            </a:r>
            <a:r>
              <a:rPr lang="ko-KR" altLang="en-US"/>
              <a:t> </a:t>
            </a:r>
            <a:r>
              <a:rPr lang="en-US" altLang="ko-KR"/>
              <a:t>STEP</a:t>
            </a:r>
            <a:r>
              <a:rPr lang="ko-KR" altLang="en-US"/>
              <a:t> 특화 </a:t>
            </a:r>
            <a:r>
              <a:rPr lang="en-US" altLang="ko-KR"/>
              <a:t>AI </a:t>
            </a:r>
            <a:r>
              <a:rPr lang="ko-KR" altLang="en-US"/>
              <a:t>활용역량을 </a:t>
            </a:r>
            <a:r>
              <a:rPr lang="ko-KR" altLang="ko-KR"/>
              <a:t> 도출하</a:t>
            </a:r>
            <a:r>
              <a:rPr lang="ko-KR" altLang="en-US"/>
              <a:t>여 </a:t>
            </a:r>
            <a:r>
              <a:rPr lang="en-US" altLang="ko-KR"/>
              <a:t>AI + X(</a:t>
            </a:r>
            <a:r>
              <a:rPr lang="ko-KR" altLang="en-US"/>
              <a:t>산업도메인</a:t>
            </a:r>
            <a:r>
              <a:rPr lang="en-US" altLang="ko-KR"/>
              <a:t>) </a:t>
            </a:r>
            <a:r>
              <a:rPr lang="ko-KR" altLang="en-US"/>
              <a:t>융합을 위한 자료로 활용하고자 함</a:t>
            </a:r>
            <a:endParaRPr lang="ko-KR" altLang="ko-KR" dirty="0"/>
          </a:p>
        </p:txBody>
      </p:sp>
      <p:sp>
        <p:nvSpPr>
          <p:cNvPr id="5" name="텍스트 개체 틀 4">
            <a:extLst>
              <a:ext uri="{FF2B5EF4-FFF2-40B4-BE49-F238E27FC236}">
                <a16:creationId xmlns:a16="http://schemas.microsoft.com/office/drawing/2014/main" id="{C120E709-EC43-91B4-C1AB-ACC61A6B96AD}"/>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D2B65119-9A86-2139-3E0C-114EA55EBEC5}"/>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en-US" altLang="ko-KR" sz="1200" dirty="0">
                <a:solidFill>
                  <a:schemeClr val="bg1"/>
                </a:solidFill>
              </a:rPr>
              <a:t>Step8. AI+X(</a:t>
            </a:r>
            <a:r>
              <a:rPr lang="ko-KR" altLang="en-US" sz="1200" dirty="0">
                <a:solidFill>
                  <a:schemeClr val="bg1"/>
                </a:solidFill>
              </a:rPr>
              <a:t>산업 도메인</a:t>
            </a:r>
            <a:r>
              <a:rPr lang="en-US" altLang="ko-KR" sz="1200" dirty="0">
                <a:solidFill>
                  <a:schemeClr val="bg1"/>
                </a:solidFill>
              </a:rPr>
              <a:t>) </a:t>
            </a:r>
            <a:r>
              <a:rPr lang="ko-KR" altLang="en-US" sz="1200" dirty="0">
                <a:solidFill>
                  <a:schemeClr val="bg1"/>
                </a:solidFill>
              </a:rPr>
              <a:t>분야 과목개요서 개발</a:t>
            </a:r>
          </a:p>
        </p:txBody>
      </p:sp>
      <p:sp>
        <p:nvSpPr>
          <p:cNvPr id="12" name="직사각형 11">
            <a:extLst>
              <a:ext uri="{FF2B5EF4-FFF2-40B4-BE49-F238E27FC236}">
                <a16:creationId xmlns:a16="http://schemas.microsoft.com/office/drawing/2014/main" id="{68B3605D-1690-A773-DEBD-B3E90ABAE151}"/>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4. </a:t>
            </a:r>
            <a:r>
              <a:rPr lang="ko-KR" altLang="en-US" sz="1100" dirty="0">
                <a:solidFill>
                  <a:srgbClr val="003F56"/>
                </a:solidFill>
                <a:latin typeface="a고딕14"/>
                <a:ea typeface="a고딕14"/>
              </a:rPr>
              <a:t>신규 과목 도출 및 과목개요서 개발</a:t>
            </a:r>
          </a:p>
        </p:txBody>
      </p:sp>
      <p:sp>
        <p:nvSpPr>
          <p:cNvPr id="25" name="직사각형 24">
            <a:extLst>
              <a:ext uri="{FF2B5EF4-FFF2-40B4-BE49-F238E27FC236}">
                <a16:creationId xmlns:a16="http://schemas.microsoft.com/office/drawing/2014/main" id="{6C62CDA6-2832-1C98-9CA5-C47EDBF2B33F}"/>
              </a:ext>
            </a:extLst>
          </p:cNvPr>
          <p:cNvSpPr/>
          <p:nvPr/>
        </p:nvSpPr>
        <p:spPr>
          <a:xfrm>
            <a:off x="4886206" y="1988016"/>
            <a:ext cx="4459406" cy="4428660"/>
          </a:xfrm>
          <a:prstGeom prst="rect">
            <a:avLst/>
          </a:prstGeom>
          <a:solidFill>
            <a:sysClr val="window" lastClr="FFFFFF"/>
          </a:solidFill>
          <a:ln w="6350" cap="flat" cmpd="sng" algn="ctr">
            <a:solidFill>
              <a:srgbClr val="4472C4">
                <a:shade val="15000"/>
              </a:srgbClr>
            </a:solidFill>
            <a:prstDash val="solid"/>
            <a:miter lim="800000"/>
          </a:ln>
          <a:effectLst/>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5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6" name="모서리가 둥근 직사각형 13">
            <a:extLst>
              <a:ext uri="{FF2B5EF4-FFF2-40B4-BE49-F238E27FC236}">
                <a16:creationId xmlns:a16="http://schemas.microsoft.com/office/drawing/2014/main" id="{82555B61-8C03-521F-AFBD-F5F08E87C5B3}"/>
              </a:ext>
            </a:extLst>
          </p:cNvPr>
          <p:cNvSpPr/>
          <p:nvPr/>
        </p:nvSpPr>
        <p:spPr>
          <a:xfrm>
            <a:off x="4988085" y="1911704"/>
            <a:ext cx="2828769" cy="345689"/>
          </a:xfrm>
          <a:prstGeom prst="roundRect">
            <a:avLst>
              <a:gd name="adj" fmla="val 50000"/>
            </a:avLst>
          </a:prstGeom>
          <a:noFill/>
          <a:ln w="9525" algn="ctr">
            <a:noFill/>
            <a:miter lim="800000"/>
            <a:headEnd/>
            <a:tailEnd/>
          </a:ln>
        </p:spPr>
        <p:txBody>
          <a:bodyPr wrap="none" lIns="0" tIns="0" bIns="0" anchor="ctr"/>
          <a:lstStyle/>
          <a:p>
            <a:pPr algn="l" defTabSz="457200" eaLnBrk="1" fontAlgn="auto" latinLnBrk="0" hangingPunct="1">
              <a:spcBef>
                <a:spcPts val="0"/>
              </a:spcBef>
              <a:spcAft>
                <a:spcPts val="0"/>
              </a:spcAft>
              <a:buFont typeface="Wingdings" pitchFamily="2" charset="2"/>
              <a:buNone/>
            </a:pPr>
            <a:r>
              <a:rPr kumimoji="1" lang="en-US" altLang="ko-KR" sz="1050" u="sng" spc="-50" dirty="0">
                <a:solidFill>
                  <a:srgbClr val="000000"/>
                </a:solidFill>
                <a:latin typeface="페이퍼로지 5 Medium" pitchFamily="2" charset="-127"/>
                <a:ea typeface="페이퍼로지 5 Medium" pitchFamily="2" charset="-127"/>
              </a:rPr>
              <a:t>AI </a:t>
            </a:r>
            <a:r>
              <a:rPr kumimoji="1" lang="ko-KR" altLang="en-US" sz="1050" u="sng" spc="-50" dirty="0">
                <a:solidFill>
                  <a:srgbClr val="000000"/>
                </a:solidFill>
                <a:latin typeface="페이퍼로지 5 Medium" pitchFamily="2" charset="-127"/>
                <a:ea typeface="페이퍼로지 5 Medium" pitchFamily="2" charset="-127"/>
              </a:rPr>
              <a:t>활용역량모델링 결과</a:t>
            </a:r>
            <a:r>
              <a:rPr kumimoji="1" lang="en-US" altLang="ko-KR" sz="1050" u="sng" spc="-50" dirty="0">
                <a:solidFill>
                  <a:srgbClr val="000000"/>
                </a:solidFill>
                <a:latin typeface="페이퍼로지 5 Medium" pitchFamily="2" charset="-127"/>
                <a:ea typeface="페이퍼로지 5 Medium" pitchFamily="2" charset="-127"/>
              </a:rPr>
              <a:t>(</a:t>
            </a:r>
            <a:r>
              <a:rPr kumimoji="1" lang="ko-KR" altLang="en-US" sz="1050" u="sng" spc="-50" dirty="0">
                <a:solidFill>
                  <a:srgbClr val="000000"/>
                </a:solidFill>
                <a:latin typeface="페이퍼로지 5 Medium" pitchFamily="2" charset="-127"/>
                <a:ea typeface="페이퍼로지 5 Medium" pitchFamily="2" charset="-127"/>
              </a:rPr>
              <a:t>예시</a:t>
            </a:r>
            <a:r>
              <a:rPr kumimoji="1" lang="en-US" altLang="ko-KR" sz="1050" u="sng" spc="-50" dirty="0">
                <a:solidFill>
                  <a:srgbClr val="000000"/>
                </a:solidFill>
                <a:latin typeface="페이퍼로지 5 Medium" pitchFamily="2" charset="-127"/>
                <a:ea typeface="페이퍼로지 5 Medium" pitchFamily="2" charset="-127"/>
              </a:rPr>
              <a:t>)</a:t>
            </a:r>
            <a:endParaRPr kumimoji="1" lang="ko-KR" altLang="en-US" sz="1050" u="sng" spc="-50" dirty="0">
              <a:solidFill>
                <a:srgbClr val="000000"/>
              </a:solidFill>
              <a:latin typeface="페이퍼로지 5 Medium" pitchFamily="2" charset="-127"/>
              <a:ea typeface="페이퍼로지 5 Medium" pitchFamily="2" charset="-127"/>
            </a:endParaRPr>
          </a:p>
        </p:txBody>
      </p:sp>
      <p:graphicFrame>
        <p:nvGraphicFramePr>
          <p:cNvPr id="27" name="표 26">
            <a:extLst>
              <a:ext uri="{FF2B5EF4-FFF2-40B4-BE49-F238E27FC236}">
                <a16:creationId xmlns:a16="http://schemas.microsoft.com/office/drawing/2014/main" id="{6B75610F-9F2C-949D-6D88-B9809989930D}"/>
              </a:ext>
            </a:extLst>
          </p:cNvPr>
          <p:cNvGraphicFramePr>
            <a:graphicFrameLocks noGrp="1"/>
          </p:cNvGraphicFramePr>
          <p:nvPr/>
        </p:nvGraphicFramePr>
        <p:xfrm>
          <a:off x="4953000" y="2198850"/>
          <a:ext cx="4356485" cy="4157587"/>
        </p:xfrm>
        <a:graphic>
          <a:graphicData uri="http://schemas.openxmlformats.org/drawingml/2006/table">
            <a:tbl>
              <a:tblPr firstRow="1" bandRow="1"/>
              <a:tblGrid>
                <a:gridCol w="730816">
                  <a:extLst>
                    <a:ext uri="{9D8B030D-6E8A-4147-A177-3AD203B41FA5}">
                      <a16:colId xmlns:a16="http://schemas.microsoft.com/office/drawing/2014/main" val="4081232679"/>
                    </a:ext>
                  </a:extLst>
                </a:gridCol>
                <a:gridCol w="1241507">
                  <a:extLst>
                    <a:ext uri="{9D8B030D-6E8A-4147-A177-3AD203B41FA5}">
                      <a16:colId xmlns:a16="http://schemas.microsoft.com/office/drawing/2014/main" val="588606141"/>
                    </a:ext>
                  </a:extLst>
                </a:gridCol>
                <a:gridCol w="2384162">
                  <a:extLst>
                    <a:ext uri="{9D8B030D-6E8A-4147-A177-3AD203B41FA5}">
                      <a16:colId xmlns:a16="http://schemas.microsoft.com/office/drawing/2014/main" val="3272582882"/>
                    </a:ext>
                  </a:extLst>
                </a:gridCol>
              </a:tblGrid>
              <a:tr h="42018">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marL="0" algn="ctr" defTabSz="457200" rtl="0" eaLnBrk="1" latinLnBrk="0" hangingPunct="1">
                        <a:lnSpc>
                          <a:spcPct val="100000"/>
                        </a:lnSpc>
                        <a:spcAft>
                          <a:spcPts val="100"/>
                        </a:spcAft>
                      </a:pPr>
                      <a:r>
                        <a:rPr lang="ko-KR" altLang="en-US" sz="700" kern="1200" spc="-50">
                          <a:solidFill>
                            <a:schemeClr val="bg1"/>
                          </a:solidFill>
                          <a:latin typeface="페이퍼로지 6 SemiBold" pitchFamily="2" charset="-127"/>
                          <a:ea typeface="페이퍼로지 6 SemiBold" pitchFamily="2" charset="-127"/>
                          <a:cs typeface="+mn-cs"/>
                        </a:rPr>
                        <a:t>역량명</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marL="0" algn="ctr" defTabSz="457200" rtl="0" eaLnBrk="1" latinLnBrk="0" hangingPunct="1">
                        <a:lnSpc>
                          <a:spcPct val="100000"/>
                        </a:lnSpc>
                        <a:spcAft>
                          <a:spcPts val="100"/>
                        </a:spcAft>
                      </a:pPr>
                      <a:r>
                        <a:rPr lang="ko-KR" altLang="en-US" sz="700" kern="1200" spc="-50">
                          <a:solidFill>
                            <a:schemeClr val="bg1"/>
                          </a:solidFill>
                          <a:latin typeface="페이퍼로지 6 SemiBold" pitchFamily="2" charset="-127"/>
                          <a:ea typeface="페이퍼로지 6 SemiBold" pitchFamily="2" charset="-127"/>
                          <a:cs typeface="+mn-cs"/>
                        </a:rPr>
                        <a:t>스킬명</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marL="0" algn="ctr" defTabSz="457200" rtl="0" eaLnBrk="1" latinLnBrk="0" hangingPunct="1">
                        <a:lnSpc>
                          <a:spcPct val="100000"/>
                        </a:lnSpc>
                        <a:spcAft>
                          <a:spcPts val="100"/>
                        </a:spcAft>
                      </a:pPr>
                      <a:r>
                        <a:rPr lang="ko-KR" altLang="en-US" sz="700" kern="1200" spc="-50" dirty="0">
                          <a:solidFill>
                            <a:schemeClr val="bg1"/>
                          </a:solidFill>
                          <a:latin typeface="페이퍼로지 6 SemiBold" pitchFamily="2" charset="-127"/>
                          <a:ea typeface="페이퍼로지 6 SemiBold" pitchFamily="2" charset="-127"/>
                          <a:cs typeface="+mn-cs"/>
                        </a:rPr>
                        <a:t>정의 </a:t>
                      </a:r>
                      <a:r>
                        <a:rPr lang="en-US" altLang="ko-KR" sz="700" kern="1200" spc="-50" dirty="0">
                          <a:solidFill>
                            <a:schemeClr val="bg1"/>
                          </a:solidFill>
                          <a:latin typeface="페이퍼로지 6 SemiBold" pitchFamily="2" charset="-127"/>
                          <a:ea typeface="페이퍼로지 6 SemiBold" pitchFamily="2" charset="-127"/>
                          <a:cs typeface="+mn-cs"/>
                        </a:rPr>
                        <a:t>(~</a:t>
                      </a:r>
                      <a:r>
                        <a:rPr lang="ko-KR" altLang="en-US" sz="700" kern="1200" spc="-50" dirty="0">
                          <a:solidFill>
                            <a:schemeClr val="bg1"/>
                          </a:solidFill>
                          <a:latin typeface="페이퍼로지 6 SemiBold" pitchFamily="2" charset="-127"/>
                          <a:ea typeface="페이퍼로지 6 SemiBold" pitchFamily="2" charset="-127"/>
                          <a:cs typeface="+mn-cs"/>
                        </a:rPr>
                        <a:t>할 수 있다</a:t>
                      </a:r>
                      <a:r>
                        <a:rPr lang="en-US" altLang="ko-KR" sz="700" kern="1200" spc="-50" dirty="0">
                          <a:solidFill>
                            <a:schemeClr val="bg1"/>
                          </a:solidFill>
                          <a:latin typeface="페이퍼로지 6 SemiBold" pitchFamily="2" charset="-127"/>
                          <a:ea typeface="페이퍼로지 6 SemiBold" pitchFamily="2" charset="-127"/>
                          <a:cs typeface="+mn-cs"/>
                        </a:rPr>
                        <a:t>)</a:t>
                      </a:r>
                      <a:endParaRPr lang="ko-KR" altLang="en-US" sz="700" kern="1200" spc="-50" dirty="0">
                        <a:solidFill>
                          <a:schemeClr val="bg1"/>
                        </a:solidFill>
                        <a:latin typeface="페이퍼로지 6 SemiBold" pitchFamily="2" charset="-127"/>
                        <a:ea typeface="페이퍼로지 6 SemiBold" pitchFamily="2" charset="-127"/>
                        <a:cs typeface="+mn-cs"/>
                      </a:endParaRP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rgbClr val="212E55"/>
                    </a:solidFill>
                  </a:tcPr>
                </a:tc>
                <a:extLst>
                  <a:ext uri="{0D108BD9-81ED-4DB2-BD59-A6C34878D82A}">
                    <a16:rowId xmlns:a16="http://schemas.microsoft.com/office/drawing/2014/main" val="3899542024"/>
                  </a:ext>
                </a:extLst>
              </a:tr>
              <a:tr h="218968">
                <a:tc rowSpan="3">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algn="ctr" latinLnBrk="0">
                        <a:lnSpc>
                          <a:spcPct val="100000"/>
                        </a:lnSpc>
                        <a:spcAft>
                          <a:spcPts val="100"/>
                        </a:spcAft>
                      </a:pPr>
                      <a:r>
                        <a:rPr lang="ko-KR" altLang="en-US" sz="800" kern="1200" spc="-50" baseline="0" dirty="0">
                          <a:solidFill>
                            <a:schemeClr val="tx1">
                              <a:lumMod val="75000"/>
                              <a:lumOff val="25000"/>
                            </a:schemeClr>
                          </a:solidFill>
                          <a:latin typeface="페이퍼로지 6 SemiBold" pitchFamily="2" charset="-127"/>
                          <a:ea typeface="페이퍼로지 6 SemiBold" pitchFamily="2" charset="-127"/>
                          <a:cs typeface="+mn-cs"/>
                        </a:rPr>
                        <a:t>생성형 </a:t>
                      </a:r>
                      <a:r>
                        <a:rPr lang="en-US" altLang="ko-KR" sz="800" kern="1200" spc="-50" baseline="0" dirty="0">
                          <a:solidFill>
                            <a:schemeClr val="tx1">
                              <a:lumMod val="75000"/>
                              <a:lumOff val="25000"/>
                            </a:schemeClr>
                          </a:solidFill>
                          <a:latin typeface="페이퍼로지 6 SemiBold" pitchFamily="2" charset="-127"/>
                          <a:ea typeface="페이퍼로지 6 SemiBold" pitchFamily="2" charset="-127"/>
                          <a:cs typeface="+mn-cs"/>
                        </a:rPr>
                        <a:t>AI </a:t>
                      </a:r>
                      <a:r>
                        <a:rPr lang="ko-KR" altLang="en-US" sz="800" kern="1200" spc="-50" baseline="0" dirty="0">
                          <a:solidFill>
                            <a:schemeClr val="tx1">
                              <a:lumMod val="75000"/>
                              <a:lumOff val="25000"/>
                            </a:schemeClr>
                          </a:solidFill>
                          <a:latin typeface="페이퍼로지 6 SemiBold" pitchFamily="2" charset="-127"/>
                          <a:ea typeface="페이퍼로지 6 SemiBold" pitchFamily="2" charset="-127"/>
                          <a:cs typeface="+mn-cs"/>
                        </a:rPr>
                        <a:t>업무 문서 작성</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l" latinLnBrk="0">
                        <a:lnSpc>
                          <a:spcPct val="100000"/>
                        </a:lnSpc>
                        <a:spcAft>
                          <a:spcPts val="100"/>
                        </a:spcAft>
                      </a:pPr>
                      <a:r>
                        <a:rPr lang="en-US" altLang="ko-KR" sz="700" u="none" strike="noStrike" kern="1200" dirty="0">
                          <a:solidFill>
                            <a:schemeClr val="tx1"/>
                          </a:solidFill>
                          <a:effectLst/>
                          <a:latin typeface="페이퍼로지 4 Regular" pitchFamily="2" charset="-127"/>
                          <a:ea typeface="페이퍼로지 4 Regular" pitchFamily="2" charset="-127"/>
                          <a:cs typeface="+mn-cs"/>
                        </a:rPr>
                        <a:t>AI </a:t>
                      </a:r>
                      <a:r>
                        <a:rPr lang="ko-KR" altLang="en-US" sz="700" u="none" strike="noStrike" kern="1200" dirty="0">
                          <a:solidFill>
                            <a:schemeClr val="tx1"/>
                          </a:solidFill>
                          <a:effectLst/>
                          <a:latin typeface="페이퍼로지 4 Regular" pitchFamily="2" charset="-127"/>
                          <a:ea typeface="페이퍼로지 4 Regular" pitchFamily="2" charset="-127"/>
                          <a:cs typeface="+mn-cs"/>
                        </a:rPr>
                        <a:t>활용 보고서</a:t>
                      </a:r>
                      <a:r>
                        <a:rPr lang="en-US" altLang="ko-KR" sz="700" u="none" strike="noStrike" kern="1200" dirty="0">
                          <a:solidFill>
                            <a:schemeClr val="tx1"/>
                          </a:solidFill>
                          <a:effectLst/>
                          <a:latin typeface="페이퍼로지 4 Regular" pitchFamily="2" charset="-127"/>
                          <a:ea typeface="페이퍼로지 4 Regular" pitchFamily="2" charset="-127"/>
                          <a:cs typeface="+mn-cs"/>
                        </a:rPr>
                        <a:t>·</a:t>
                      </a:r>
                      <a:r>
                        <a:rPr lang="ko-KR" altLang="en-US" sz="700" u="none" strike="noStrike" kern="1200" dirty="0">
                          <a:solidFill>
                            <a:schemeClr val="tx1"/>
                          </a:solidFill>
                          <a:effectLst/>
                          <a:latin typeface="페이퍼로지 4 Regular" pitchFamily="2" charset="-127"/>
                          <a:ea typeface="페이퍼로지 4 Regular" pitchFamily="2" charset="-127"/>
                          <a:cs typeface="+mn-cs"/>
                        </a:rPr>
                        <a:t>기획서 초안 작성</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l" latinLnBrk="0">
                        <a:lnSpc>
                          <a:spcPct val="100000"/>
                        </a:lnSpc>
                        <a:spcAft>
                          <a:spcPts val="100"/>
                        </a:spcAft>
                      </a:pPr>
                      <a:r>
                        <a:rPr lang="ko-KR" altLang="en-US" sz="700" u="none" strike="noStrike" dirty="0">
                          <a:solidFill>
                            <a:schemeClr val="tx1">
                              <a:lumMod val="75000"/>
                              <a:lumOff val="25000"/>
                            </a:schemeClr>
                          </a:solidFill>
                          <a:effectLst/>
                          <a:latin typeface="페이퍼로지 3 Light" pitchFamily="2" charset="-127"/>
                          <a:ea typeface="페이퍼로지 3 Light" pitchFamily="2" charset="-127"/>
                        </a:rPr>
                        <a:t>업무 보고서</a:t>
                      </a:r>
                      <a:r>
                        <a:rPr lang="en-US" altLang="ko-KR" sz="700" u="none" strike="noStrike" dirty="0">
                          <a:solidFill>
                            <a:schemeClr val="tx1">
                              <a:lumMod val="75000"/>
                              <a:lumOff val="25000"/>
                            </a:schemeClr>
                          </a:solidFill>
                          <a:effectLst/>
                          <a:latin typeface="페이퍼로지 3 Light" pitchFamily="2" charset="-127"/>
                          <a:ea typeface="페이퍼로지 3 Light" pitchFamily="2" charset="-127"/>
                        </a:rPr>
                        <a:t>·</a:t>
                      </a:r>
                      <a:r>
                        <a:rPr lang="ko-KR" altLang="en-US" sz="700" u="none" strike="noStrike" dirty="0">
                          <a:solidFill>
                            <a:schemeClr val="tx1">
                              <a:lumMod val="75000"/>
                              <a:lumOff val="25000"/>
                            </a:schemeClr>
                          </a:solidFill>
                          <a:effectLst/>
                          <a:latin typeface="페이퍼로지 3 Light" pitchFamily="2" charset="-127"/>
                          <a:ea typeface="페이퍼로지 3 Light" pitchFamily="2" charset="-127"/>
                        </a:rPr>
                        <a:t>기획서의 초안을 생성형 </a:t>
                      </a:r>
                      <a:r>
                        <a:rPr lang="en-US" altLang="ko-KR" sz="700" u="none" strike="noStrike" dirty="0">
                          <a:solidFill>
                            <a:schemeClr val="tx1">
                              <a:lumMod val="75000"/>
                              <a:lumOff val="25000"/>
                            </a:schemeClr>
                          </a:solidFill>
                          <a:effectLst/>
                          <a:latin typeface="페이퍼로지 3 Light" pitchFamily="2" charset="-127"/>
                          <a:ea typeface="페이퍼로지 3 Light" pitchFamily="2" charset="-127"/>
                        </a:rPr>
                        <a:t>AI</a:t>
                      </a:r>
                      <a:r>
                        <a:rPr lang="ko-KR" altLang="en-US" sz="700" u="none" strike="noStrike" dirty="0">
                          <a:solidFill>
                            <a:schemeClr val="tx1">
                              <a:lumMod val="75000"/>
                              <a:lumOff val="25000"/>
                            </a:schemeClr>
                          </a:solidFill>
                          <a:effectLst/>
                          <a:latin typeface="페이퍼로지 3 Light" pitchFamily="2" charset="-127"/>
                          <a:ea typeface="페이퍼로지 3 Light" pitchFamily="2" charset="-127"/>
                        </a:rPr>
                        <a:t>로 작성하고</a:t>
                      </a:r>
                      <a:r>
                        <a:rPr lang="en-US" altLang="ko-KR" sz="700" u="none" strike="noStrike" dirty="0">
                          <a:solidFill>
                            <a:schemeClr val="tx1">
                              <a:lumMod val="75000"/>
                              <a:lumOff val="25000"/>
                            </a:schemeClr>
                          </a:solidFill>
                          <a:effectLst/>
                          <a:latin typeface="페이퍼로지 3 Light" pitchFamily="2" charset="-127"/>
                          <a:ea typeface="페이퍼로지 3 Light" pitchFamily="2" charset="-127"/>
                        </a:rPr>
                        <a:t>, </a:t>
                      </a:r>
                      <a:r>
                        <a:rPr lang="ko-KR" altLang="en-US" sz="700" u="none" strike="noStrike" dirty="0">
                          <a:solidFill>
                            <a:schemeClr val="tx1">
                              <a:lumMod val="75000"/>
                              <a:lumOff val="25000"/>
                            </a:schemeClr>
                          </a:solidFill>
                          <a:effectLst/>
                          <a:latin typeface="페이퍼로지 3 Light" pitchFamily="2" charset="-127"/>
                          <a:ea typeface="페이퍼로지 3 Light" pitchFamily="2" charset="-127"/>
                        </a:rPr>
                        <a:t>전문적 검토를 거쳐 부서 제출 수준으로 완성</a:t>
                      </a:r>
                      <a:endParaRPr lang="ko-KR" altLang="en-US" sz="700" kern="1200" spc="-50" baseline="0" dirty="0">
                        <a:solidFill>
                          <a:schemeClr val="tx1">
                            <a:lumMod val="75000"/>
                            <a:lumOff val="25000"/>
                          </a:schemeClr>
                        </a:solidFill>
                        <a:latin typeface="페이퍼로지 3 Light" pitchFamily="2" charset="-127"/>
                        <a:ea typeface="페이퍼로지 3 Light" pitchFamily="2" charset="-127"/>
                        <a:cs typeface="+mn-cs"/>
                      </a:endParaRPr>
                    </a:p>
                  </a:txBody>
                  <a:tcPr marL="36000" marR="36000" marT="0" marB="0">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614147495"/>
                  </a:ext>
                </a:extLst>
              </a:tr>
              <a:tr h="218968">
                <a:tc vMerge="1">
                  <a:txBody>
                    <a:bodyPr/>
                    <a:lstStyle/>
                    <a:p>
                      <a:pPr latinLnBrk="1"/>
                      <a:endParaRPr lang="ko-KR" altLang="en-US"/>
                    </a:p>
                  </a:txBody>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l" latinLnBrk="0"/>
                      <a:r>
                        <a:rPr lang="en-US" altLang="ko-KR" sz="700" u="none" strike="noStrike" kern="1200" dirty="0">
                          <a:solidFill>
                            <a:schemeClr val="tx1"/>
                          </a:solidFill>
                          <a:effectLst/>
                          <a:latin typeface="페이퍼로지 4 Regular" pitchFamily="2" charset="-127"/>
                          <a:ea typeface="페이퍼로지 4 Regular" pitchFamily="2" charset="-127"/>
                          <a:cs typeface="+mn-cs"/>
                        </a:rPr>
                        <a:t>AI </a:t>
                      </a:r>
                      <a:r>
                        <a:rPr lang="ko-KR" altLang="en-US" sz="700" u="none" strike="noStrike" kern="1200" dirty="0">
                          <a:solidFill>
                            <a:schemeClr val="tx1"/>
                          </a:solidFill>
                          <a:effectLst/>
                          <a:latin typeface="페이퍼로지 4 Regular" pitchFamily="2" charset="-127"/>
                          <a:ea typeface="페이퍼로지 4 Regular" pitchFamily="2" charset="-127"/>
                          <a:cs typeface="+mn-cs"/>
                        </a:rPr>
                        <a:t>활용 이메일</a:t>
                      </a:r>
                      <a:r>
                        <a:rPr lang="en-US" altLang="ko-KR" sz="700" u="none" strike="noStrike" kern="1200" dirty="0">
                          <a:solidFill>
                            <a:schemeClr val="tx1"/>
                          </a:solidFill>
                          <a:effectLst/>
                          <a:latin typeface="페이퍼로지 4 Regular" pitchFamily="2" charset="-127"/>
                          <a:ea typeface="페이퍼로지 4 Regular" pitchFamily="2" charset="-127"/>
                          <a:cs typeface="+mn-cs"/>
                        </a:rPr>
                        <a:t>·</a:t>
                      </a:r>
                      <a:r>
                        <a:rPr lang="ko-KR" altLang="en-US" sz="700" u="none" strike="noStrike" kern="1200" dirty="0">
                          <a:solidFill>
                            <a:schemeClr val="tx1"/>
                          </a:solidFill>
                          <a:effectLst/>
                          <a:latin typeface="페이퍼로지 4 Regular" pitchFamily="2" charset="-127"/>
                          <a:ea typeface="페이퍼로지 4 Regular" pitchFamily="2" charset="-127"/>
                          <a:cs typeface="+mn-cs"/>
                        </a:rPr>
                        <a:t>공문 작성</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l" latinLnBrk="0"/>
                      <a:r>
                        <a:rPr lang="ko-KR" altLang="en-US" sz="700" u="none" strike="noStrike" dirty="0">
                          <a:solidFill>
                            <a:schemeClr val="tx1">
                              <a:lumMod val="75000"/>
                              <a:lumOff val="25000"/>
                            </a:schemeClr>
                          </a:solidFill>
                          <a:effectLst/>
                          <a:latin typeface="페이퍼로지 3 Light" pitchFamily="2" charset="-127"/>
                          <a:ea typeface="페이퍼로지 3 Light" pitchFamily="2" charset="-127"/>
                        </a:rPr>
                        <a:t>상황</a:t>
                      </a:r>
                      <a:r>
                        <a:rPr lang="en-US" altLang="ko-KR" sz="700" u="none" strike="noStrike" dirty="0">
                          <a:solidFill>
                            <a:schemeClr val="tx1">
                              <a:lumMod val="75000"/>
                              <a:lumOff val="25000"/>
                            </a:schemeClr>
                          </a:solidFill>
                          <a:effectLst/>
                          <a:latin typeface="페이퍼로지 3 Light" pitchFamily="2" charset="-127"/>
                          <a:ea typeface="페이퍼로지 3 Light" pitchFamily="2" charset="-127"/>
                        </a:rPr>
                        <a:t>(</a:t>
                      </a:r>
                      <a:r>
                        <a:rPr lang="ko-KR" altLang="en-US" sz="700" u="none" strike="noStrike" dirty="0">
                          <a:solidFill>
                            <a:schemeClr val="tx1">
                              <a:lumMod val="75000"/>
                              <a:lumOff val="25000"/>
                            </a:schemeClr>
                          </a:solidFill>
                          <a:effectLst/>
                          <a:latin typeface="페이퍼로지 3 Light" pitchFamily="2" charset="-127"/>
                          <a:ea typeface="페이퍼로지 3 Light" pitchFamily="2" charset="-127"/>
                        </a:rPr>
                        <a:t>보고</a:t>
                      </a:r>
                      <a:r>
                        <a:rPr lang="en-US" altLang="ko-KR" sz="700" u="none" strike="noStrike" dirty="0">
                          <a:solidFill>
                            <a:schemeClr val="tx1">
                              <a:lumMod val="75000"/>
                              <a:lumOff val="25000"/>
                            </a:schemeClr>
                          </a:solidFill>
                          <a:effectLst/>
                          <a:latin typeface="페이퍼로지 3 Light" pitchFamily="2" charset="-127"/>
                          <a:ea typeface="페이퍼로지 3 Light" pitchFamily="2" charset="-127"/>
                        </a:rPr>
                        <a:t>·</a:t>
                      </a:r>
                      <a:r>
                        <a:rPr lang="ko-KR" altLang="en-US" sz="700" u="none" strike="noStrike" dirty="0">
                          <a:solidFill>
                            <a:schemeClr val="tx1">
                              <a:lumMod val="75000"/>
                              <a:lumOff val="25000"/>
                            </a:schemeClr>
                          </a:solidFill>
                          <a:effectLst/>
                          <a:latin typeface="페이퍼로지 3 Light" pitchFamily="2" charset="-127"/>
                          <a:ea typeface="페이퍼로지 3 Light" pitchFamily="2" charset="-127"/>
                        </a:rPr>
                        <a:t>요청</a:t>
                      </a:r>
                      <a:r>
                        <a:rPr lang="en-US" altLang="ko-KR" sz="700" u="none" strike="noStrike" dirty="0">
                          <a:solidFill>
                            <a:schemeClr val="tx1">
                              <a:lumMod val="75000"/>
                              <a:lumOff val="25000"/>
                            </a:schemeClr>
                          </a:solidFill>
                          <a:effectLst/>
                          <a:latin typeface="페이퍼로지 3 Light" pitchFamily="2" charset="-127"/>
                          <a:ea typeface="페이퍼로지 3 Light" pitchFamily="2" charset="-127"/>
                        </a:rPr>
                        <a:t>·</a:t>
                      </a:r>
                      <a:r>
                        <a:rPr lang="ko-KR" altLang="en-US" sz="700" u="none" strike="noStrike" dirty="0">
                          <a:solidFill>
                            <a:schemeClr val="tx1">
                              <a:lumMod val="75000"/>
                              <a:lumOff val="25000"/>
                            </a:schemeClr>
                          </a:solidFill>
                          <a:effectLst/>
                          <a:latin typeface="페이퍼로지 3 Light" pitchFamily="2" charset="-127"/>
                          <a:ea typeface="페이퍼로지 3 Light" pitchFamily="2" charset="-127"/>
                        </a:rPr>
                        <a:t>회신 등</a:t>
                      </a:r>
                      <a:r>
                        <a:rPr lang="en-US" altLang="ko-KR" sz="700" u="none" strike="noStrike" dirty="0">
                          <a:solidFill>
                            <a:schemeClr val="tx1">
                              <a:lumMod val="75000"/>
                              <a:lumOff val="25000"/>
                            </a:schemeClr>
                          </a:solidFill>
                          <a:effectLst/>
                          <a:latin typeface="페이퍼로지 3 Light" pitchFamily="2" charset="-127"/>
                          <a:ea typeface="페이퍼로지 3 Light" pitchFamily="2" charset="-127"/>
                        </a:rPr>
                        <a:t>)</a:t>
                      </a:r>
                      <a:r>
                        <a:rPr lang="ko-KR" altLang="en-US" sz="700" u="none" strike="noStrike" dirty="0">
                          <a:solidFill>
                            <a:schemeClr val="tx1">
                              <a:lumMod val="75000"/>
                              <a:lumOff val="25000"/>
                            </a:schemeClr>
                          </a:solidFill>
                          <a:effectLst/>
                          <a:latin typeface="페이퍼로지 3 Light" pitchFamily="2" charset="-127"/>
                          <a:ea typeface="페이퍼로지 3 Light" pitchFamily="2" charset="-127"/>
                        </a:rPr>
                        <a:t>에 맞는 이메일</a:t>
                      </a:r>
                      <a:r>
                        <a:rPr lang="en-US" altLang="ko-KR" sz="700" u="none" strike="noStrike" dirty="0">
                          <a:solidFill>
                            <a:schemeClr val="tx1">
                              <a:lumMod val="75000"/>
                              <a:lumOff val="25000"/>
                            </a:schemeClr>
                          </a:solidFill>
                          <a:effectLst/>
                          <a:latin typeface="페이퍼로지 3 Light" pitchFamily="2" charset="-127"/>
                          <a:ea typeface="페이퍼로지 3 Light" pitchFamily="2" charset="-127"/>
                        </a:rPr>
                        <a:t>·</a:t>
                      </a:r>
                      <a:r>
                        <a:rPr lang="ko-KR" altLang="en-US" sz="700" u="none" strike="noStrike" dirty="0">
                          <a:solidFill>
                            <a:schemeClr val="tx1">
                              <a:lumMod val="75000"/>
                              <a:lumOff val="25000"/>
                            </a:schemeClr>
                          </a:solidFill>
                          <a:effectLst/>
                          <a:latin typeface="페이퍼로지 3 Light" pitchFamily="2" charset="-127"/>
                          <a:ea typeface="페이퍼로지 3 Light" pitchFamily="2" charset="-127"/>
                        </a:rPr>
                        <a:t>공문을 </a:t>
                      </a:r>
                      <a:r>
                        <a:rPr lang="en-US" altLang="ko-KR" sz="700" u="none" strike="noStrike" dirty="0">
                          <a:solidFill>
                            <a:schemeClr val="tx1">
                              <a:lumMod val="75000"/>
                              <a:lumOff val="25000"/>
                            </a:schemeClr>
                          </a:solidFill>
                          <a:effectLst/>
                          <a:latin typeface="페이퍼로지 3 Light" pitchFamily="2" charset="-127"/>
                          <a:ea typeface="페이퍼로지 3 Light" pitchFamily="2" charset="-127"/>
                        </a:rPr>
                        <a:t>AI</a:t>
                      </a:r>
                      <a:r>
                        <a:rPr lang="ko-KR" altLang="en-US" sz="700" u="none" strike="noStrike" dirty="0">
                          <a:solidFill>
                            <a:schemeClr val="tx1">
                              <a:lumMod val="75000"/>
                              <a:lumOff val="25000"/>
                            </a:schemeClr>
                          </a:solidFill>
                          <a:effectLst/>
                          <a:latin typeface="페이퍼로지 3 Light" pitchFamily="2" charset="-127"/>
                          <a:ea typeface="페이퍼로지 3 Light" pitchFamily="2" charset="-127"/>
                        </a:rPr>
                        <a:t>로 작성하고</a:t>
                      </a:r>
                      <a:r>
                        <a:rPr lang="en-US" altLang="ko-KR" sz="700" u="none" strike="noStrike" dirty="0">
                          <a:solidFill>
                            <a:schemeClr val="tx1">
                              <a:lumMod val="75000"/>
                              <a:lumOff val="25000"/>
                            </a:schemeClr>
                          </a:solidFill>
                          <a:effectLst/>
                          <a:latin typeface="페이퍼로지 3 Light" pitchFamily="2" charset="-127"/>
                          <a:ea typeface="페이퍼로지 3 Light" pitchFamily="2" charset="-127"/>
                        </a:rPr>
                        <a:t>, </a:t>
                      </a:r>
                      <a:r>
                        <a:rPr lang="ko-KR" altLang="en-US" sz="700" u="none" strike="noStrike" dirty="0">
                          <a:solidFill>
                            <a:schemeClr val="tx1">
                              <a:lumMod val="75000"/>
                              <a:lumOff val="25000"/>
                            </a:schemeClr>
                          </a:solidFill>
                          <a:effectLst/>
                          <a:latin typeface="페이퍼로지 3 Light" pitchFamily="2" charset="-127"/>
                          <a:ea typeface="페이퍼로지 3 Light" pitchFamily="2" charset="-127"/>
                        </a:rPr>
                        <a:t>적절성을 검토하여 발송</a:t>
                      </a:r>
                      <a:endParaRPr lang="ko-KR" altLang="en-US" sz="700" dirty="0">
                        <a:solidFill>
                          <a:schemeClr val="tx1">
                            <a:lumMod val="75000"/>
                            <a:lumOff val="25000"/>
                          </a:schemeClr>
                        </a:solidFill>
                        <a:latin typeface="페이퍼로지 3 Light" pitchFamily="2" charset="-127"/>
                        <a:ea typeface="페이퍼로지 3 Light" pitchFamily="2" charset="-127"/>
                      </a:endParaRPr>
                    </a:p>
                  </a:txBody>
                  <a:tcPr marL="36000" marR="36000" marT="0" marB="0">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649510394"/>
                  </a:ext>
                </a:extLst>
              </a:tr>
              <a:tr h="218968">
                <a:tc vMerge="1">
                  <a:txBody>
                    <a:bodyPr/>
                    <a:lstStyle/>
                    <a:p>
                      <a:pPr latinLnBrk="1"/>
                      <a:endParaRPr lang="ko-KR" altLang="en-US"/>
                    </a:p>
                  </a:txBody>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l" latinLnBrk="0"/>
                      <a:r>
                        <a:rPr lang="en-US" altLang="ko-KR" sz="700" u="none" strike="noStrike" kern="1200" dirty="0">
                          <a:solidFill>
                            <a:schemeClr val="tx1"/>
                          </a:solidFill>
                          <a:effectLst/>
                          <a:latin typeface="페이퍼로지 4 Regular" pitchFamily="2" charset="-127"/>
                          <a:ea typeface="페이퍼로지 4 Regular" pitchFamily="2" charset="-127"/>
                          <a:cs typeface="+mn-cs"/>
                        </a:rPr>
                        <a:t>AI </a:t>
                      </a:r>
                      <a:r>
                        <a:rPr lang="ko-KR" altLang="en-US" sz="700" u="none" strike="noStrike" kern="1200" dirty="0">
                          <a:solidFill>
                            <a:schemeClr val="tx1"/>
                          </a:solidFill>
                          <a:effectLst/>
                          <a:latin typeface="페이퍼로지 4 Regular" pitchFamily="2" charset="-127"/>
                          <a:ea typeface="페이퍼로지 4 Regular" pitchFamily="2" charset="-127"/>
                          <a:cs typeface="+mn-cs"/>
                        </a:rPr>
                        <a:t>활용 기술 문서</a:t>
                      </a:r>
                      <a:r>
                        <a:rPr lang="en-US" altLang="ko-KR" sz="700" u="none" strike="noStrike" kern="1200" dirty="0">
                          <a:solidFill>
                            <a:schemeClr val="tx1"/>
                          </a:solidFill>
                          <a:effectLst/>
                          <a:latin typeface="페이퍼로지 4 Regular" pitchFamily="2" charset="-127"/>
                          <a:ea typeface="페이퍼로지 4 Regular" pitchFamily="2" charset="-127"/>
                          <a:cs typeface="+mn-cs"/>
                        </a:rPr>
                        <a:t>·</a:t>
                      </a:r>
                      <a:r>
                        <a:rPr lang="ko-KR" altLang="en-US" sz="700" u="none" strike="noStrike" kern="1200" dirty="0">
                          <a:solidFill>
                            <a:schemeClr val="tx1"/>
                          </a:solidFill>
                          <a:effectLst/>
                          <a:latin typeface="페이퍼로지 4 Regular" pitchFamily="2" charset="-127"/>
                          <a:ea typeface="페이퍼로지 4 Regular" pitchFamily="2" charset="-127"/>
                          <a:cs typeface="+mn-cs"/>
                        </a:rPr>
                        <a:t>매뉴얼 초안 작성</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l" latinLnBrk="0"/>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기술 문서</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매뉴얼의 구조와 초안을 </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AI</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로 생성하고</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 </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기술적 정확성을 검증하여 최종본을 완성</a:t>
                      </a:r>
                      <a:endParaRPr lang="ko-KR" altLang="en-US" sz="700" dirty="0">
                        <a:solidFill>
                          <a:schemeClr val="tx1">
                            <a:lumMod val="75000"/>
                            <a:lumOff val="25000"/>
                          </a:schemeClr>
                        </a:solidFill>
                        <a:latin typeface="페이퍼로지 3 Light" pitchFamily="2" charset="-127"/>
                        <a:ea typeface="페이퍼로지 3 Light" pitchFamily="2" charset="-127"/>
                      </a:endParaRPr>
                    </a:p>
                  </a:txBody>
                  <a:tcPr marL="36000" marR="36000" marT="0" marB="0">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923557755"/>
                  </a:ext>
                </a:extLst>
              </a:tr>
              <a:tr h="218968">
                <a:tc rowSpan="4">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ctr" fontAlgn="t" latinLnBrk="0">
                        <a:buNone/>
                      </a:pPr>
                      <a:r>
                        <a:rPr lang="en-US" altLang="ko-KR" sz="800" kern="1200" spc="-50" baseline="0" dirty="0">
                          <a:solidFill>
                            <a:schemeClr val="tx1">
                              <a:lumMod val="75000"/>
                              <a:lumOff val="25000"/>
                            </a:schemeClr>
                          </a:solidFill>
                          <a:latin typeface="페이퍼로지 6 SemiBold" pitchFamily="2" charset="-127"/>
                          <a:ea typeface="페이퍼로지 6 SemiBold" pitchFamily="2" charset="-127"/>
                          <a:cs typeface="+mn-cs"/>
                        </a:rPr>
                        <a:t>AI </a:t>
                      </a:r>
                      <a:r>
                        <a:rPr lang="ko-KR" altLang="en-US" sz="800" kern="1200" spc="-50" baseline="0" dirty="0">
                          <a:solidFill>
                            <a:schemeClr val="tx1">
                              <a:lumMod val="75000"/>
                              <a:lumOff val="25000"/>
                            </a:schemeClr>
                          </a:solidFill>
                          <a:latin typeface="페이퍼로지 6 SemiBold" pitchFamily="2" charset="-127"/>
                          <a:ea typeface="페이퍼로지 6 SemiBold" pitchFamily="2" charset="-127"/>
                          <a:cs typeface="+mn-cs"/>
                        </a:rPr>
                        <a:t>활용 정보 검색</a:t>
                      </a:r>
                      <a:r>
                        <a:rPr lang="en-US" altLang="ko-KR" sz="800" kern="1200" spc="-50" baseline="0" dirty="0">
                          <a:solidFill>
                            <a:schemeClr val="tx1">
                              <a:lumMod val="75000"/>
                              <a:lumOff val="25000"/>
                            </a:schemeClr>
                          </a:solidFill>
                          <a:latin typeface="페이퍼로지 6 SemiBold" pitchFamily="2" charset="-127"/>
                          <a:ea typeface="페이퍼로지 6 SemiBold" pitchFamily="2" charset="-127"/>
                          <a:cs typeface="+mn-cs"/>
                        </a:rPr>
                        <a:t>·</a:t>
                      </a:r>
                      <a:r>
                        <a:rPr lang="ko-KR" altLang="en-US" sz="800" kern="1200" spc="-50" baseline="0" dirty="0">
                          <a:solidFill>
                            <a:schemeClr val="tx1">
                              <a:lumMod val="75000"/>
                              <a:lumOff val="25000"/>
                            </a:schemeClr>
                          </a:solidFill>
                          <a:latin typeface="페이퍼로지 6 SemiBold" pitchFamily="2" charset="-127"/>
                          <a:ea typeface="페이퍼로지 6 SemiBold" pitchFamily="2" charset="-127"/>
                          <a:cs typeface="+mn-cs"/>
                        </a:rPr>
                        <a:t>요약</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l" fontAlgn="t" latinLnBrk="0">
                        <a:buNone/>
                      </a:pPr>
                      <a:r>
                        <a:rPr lang="en-US" altLang="ko-KR" sz="700" u="none" strike="noStrike" kern="1200">
                          <a:solidFill>
                            <a:schemeClr val="tx1"/>
                          </a:solidFill>
                          <a:effectLst/>
                          <a:latin typeface="페이퍼로지 4 Regular" pitchFamily="2" charset="-127"/>
                          <a:ea typeface="페이퍼로지 4 Regular" pitchFamily="2" charset="-127"/>
                          <a:cs typeface="+mn-cs"/>
                        </a:rPr>
                        <a:t>AI </a:t>
                      </a:r>
                      <a:r>
                        <a:rPr lang="ko-KR" altLang="en-US" sz="700" u="none" strike="noStrike" kern="1200">
                          <a:solidFill>
                            <a:schemeClr val="tx1"/>
                          </a:solidFill>
                          <a:effectLst/>
                          <a:latin typeface="페이퍼로지 4 Regular" pitchFamily="2" charset="-127"/>
                          <a:ea typeface="페이퍼로지 4 Regular" pitchFamily="2" charset="-127"/>
                          <a:cs typeface="+mn-cs"/>
                        </a:rPr>
                        <a:t>활용 산업 동향</a:t>
                      </a:r>
                      <a:r>
                        <a:rPr lang="en-US" altLang="ko-KR" sz="700" u="none" strike="noStrike" kern="1200">
                          <a:solidFill>
                            <a:schemeClr val="tx1"/>
                          </a:solidFill>
                          <a:effectLst/>
                          <a:latin typeface="페이퍼로지 4 Regular" pitchFamily="2" charset="-127"/>
                          <a:ea typeface="페이퍼로지 4 Regular" pitchFamily="2" charset="-127"/>
                          <a:cs typeface="+mn-cs"/>
                        </a:rPr>
                        <a:t>·</a:t>
                      </a:r>
                      <a:r>
                        <a:rPr lang="ko-KR" altLang="en-US" sz="700" u="none" strike="noStrike" kern="1200">
                          <a:solidFill>
                            <a:schemeClr val="tx1"/>
                          </a:solidFill>
                          <a:effectLst/>
                          <a:latin typeface="페이퍼로지 4 Regular" pitchFamily="2" charset="-127"/>
                          <a:ea typeface="페이퍼로지 4 Regular" pitchFamily="2" charset="-127"/>
                          <a:cs typeface="+mn-cs"/>
                        </a:rPr>
                        <a:t>규제 변화 조사</a:t>
                      </a:r>
                      <a:endParaRPr lang="ko-KR" altLang="en-US" sz="700" u="none" strike="noStrike" kern="1200" dirty="0">
                        <a:solidFill>
                          <a:schemeClr val="tx1"/>
                        </a:solidFill>
                        <a:effectLst/>
                        <a:latin typeface="페이퍼로지 4 Regular" pitchFamily="2" charset="-127"/>
                        <a:ea typeface="페이퍼로지 4 Regular" pitchFamily="2" charset="-127"/>
                        <a:cs typeface="+mn-cs"/>
                      </a:endParaRP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l" fontAlgn="t" latinLnBrk="0">
                        <a:buNone/>
                      </a:pPr>
                      <a:r>
                        <a:rPr lang="ko-KR" altLang="en-US" sz="700" u="none" strike="noStrike" kern="1200" dirty="0" err="1">
                          <a:solidFill>
                            <a:schemeClr val="tx1">
                              <a:lumMod val="75000"/>
                              <a:lumOff val="25000"/>
                            </a:schemeClr>
                          </a:solidFill>
                          <a:effectLst/>
                          <a:latin typeface="페이퍼로지 3 Light" pitchFamily="2" charset="-127"/>
                          <a:ea typeface="페이퍼로지 3 Light" pitchFamily="2" charset="-127"/>
                          <a:cs typeface="+mn-cs"/>
                        </a:rPr>
                        <a:t>바이오화학</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 산업 동향</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규제 변화</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기술 트렌드를 </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AI</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로 검색</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요약하여 주간</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월간 보고에 반영</a:t>
                      </a:r>
                      <a:endParaRPr lang="ko-KR" altLang="en-US" sz="700" kern="1200" spc="-50" baseline="0" dirty="0">
                        <a:solidFill>
                          <a:schemeClr val="tx1">
                            <a:lumMod val="75000"/>
                            <a:lumOff val="25000"/>
                          </a:schemeClr>
                        </a:solidFill>
                        <a:latin typeface="페이퍼로지 3 Light" pitchFamily="2" charset="-127"/>
                        <a:ea typeface="페이퍼로지 3 Light" pitchFamily="2" charset="-127"/>
                        <a:cs typeface="+mn-cs"/>
                      </a:endParaRPr>
                    </a:p>
                  </a:txBody>
                  <a:tcPr marL="36000" marR="36000" marT="0" marB="0">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083901050"/>
                  </a:ext>
                </a:extLst>
              </a:tr>
              <a:tr h="218968">
                <a:tc vMerge="1">
                  <a:txBody>
                    <a:bodyPr/>
                    <a:lstStyle/>
                    <a:p>
                      <a:endParaRPr/>
                    </a:p>
                  </a:txBody>
                  <a:tcPr marL="0" marR="0" marT="0" marB="0"/>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l" latinLnBrk="0"/>
                      <a:r>
                        <a:rPr lang="en-US" altLang="ko-KR" sz="700" u="none" strike="noStrike" kern="1200" dirty="0">
                          <a:solidFill>
                            <a:schemeClr val="tx1"/>
                          </a:solidFill>
                          <a:effectLst/>
                          <a:latin typeface="페이퍼로지 4 Regular" pitchFamily="2" charset="-127"/>
                          <a:ea typeface="페이퍼로지 4 Regular" pitchFamily="2" charset="-127"/>
                          <a:cs typeface="+mn-cs"/>
                        </a:rPr>
                        <a:t>AI </a:t>
                      </a:r>
                      <a:r>
                        <a:rPr lang="ko-KR" altLang="en-US" sz="700" u="none" strike="noStrike" kern="1200" dirty="0">
                          <a:solidFill>
                            <a:schemeClr val="tx1"/>
                          </a:solidFill>
                          <a:effectLst/>
                          <a:latin typeface="페이퍼로지 4 Regular" pitchFamily="2" charset="-127"/>
                          <a:ea typeface="페이퍼로지 4 Regular" pitchFamily="2" charset="-127"/>
                          <a:cs typeface="+mn-cs"/>
                        </a:rPr>
                        <a:t>활용 경쟁사</a:t>
                      </a:r>
                      <a:r>
                        <a:rPr lang="en-US" altLang="ko-KR" sz="700" u="none" strike="noStrike" kern="1200" dirty="0">
                          <a:solidFill>
                            <a:schemeClr val="tx1"/>
                          </a:solidFill>
                          <a:effectLst/>
                          <a:latin typeface="페이퍼로지 4 Regular" pitchFamily="2" charset="-127"/>
                          <a:ea typeface="페이퍼로지 4 Regular" pitchFamily="2" charset="-127"/>
                          <a:cs typeface="+mn-cs"/>
                        </a:rPr>
                        <a:t>·</a:t>
                      </a:r>
                      <a:r>
                        <a:rPr lang="ko-KR" altLang="en-US" sz="700" u="none" strike="noStrike" kern="1200" dirty="0">
                          <a:solidFill>
                            <a:schemeClr val="tx1"/>
                          </a:solidFill>
                          <a:effectLst/>
                          <a:latin typeface="페이퍼로지 4 Regular" pitchFamily="2" charset="-127"/>
                          <a:ea typeface="페이퍼로지 4 Regular" pitchFamily="2" charset="-127"/>
                          <a:cs typeface="+mn-cs"/>
                        </a:rPr>
                        <a:t>시장 정보 수집</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l" latinLnBrk="0"/>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경쟁사 동향</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신제품</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특허 정보를 </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AI</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로 수집</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정리하여 전략 회의 자료를 준비</a:t>
                      </a:r>
                      <a:endParaRPr lang="ko-KR" altLang="en-US" sz="700" dirty="0">
                        <a:solidFill>
                          <a:schemeClr val="tx1">
                            <a:lumMod val="75000"/>
                            <a:lumOff val="25000"/>
                          </a:schemeClr>
                        </a:solidFill>
                        <a:latin typeface="페이퍼로지 3 Light" pitchFamily="2" charset="-127"/>
                        <a:ea typeface="페이퍼로지 3 Light" pitchFamily="2" charset="-127"/>
                      </a:endParaRPr>
                    </a:p>
                  </a:txBody>
                  <a:tcPr marL="36000" marR="36000" marT="0" marB="0">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535349277"/>
                  </a:ext>
                </a:extLst>
              </a:tr>
              <a:tr h="218968">
                <a:tc vMerge="1">
                  <a:txBody>
                    <a:bodyPr/>
                    <a:lstStyle/>
                    <a:p>
                      <a:endParaRPr/>
                    </a:p>
                  </a:txBody>
                  <a:tcPr marL="0" marR="0" marT="0" marB="0"/>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l" latinLnBrk="0"/>
                      <a:r>
                        <a:rPr lang="en-US" altLang="ko-KR" sz="700" u="none" strike="noStrike" kern="1200" dirty="0">
                          <a:solidFill>
                            <a:schemeClr val="tx1"/>
                          </a:solidFill>
                          <a:effectLst/>
                          <a:latin typeface="페이퍼로지 4 Regular" pitchFamily="2" charset="-127"/>
                          <a:ea typeface="페이퍼로지 4 Regular" pitchFamily="2" charset="-127"/>
                          <a:cs typeface="+mn-cs"/>
                        </a:rPr>
                        <a:t>AI </a:t>
                      </a:r>
                      <a:r>
                        <a:rPr lang="ko-KR" altLang="en-US" sz="700" u="none" strike="noStrike" kern="1200" dirty="0">
                          <a:solidFill>
                            <a:schemeClr val="tx1"/>
                          </a:solidFill>
                          <a:effectLst/>
                          <a:latin typeface="페이퍼로지 4 Regular" pitchFamily="2" charset="-127"/>
                          <a:ea typeface="페이퍼로지 4 Regular" pitchFamily="2" charset="-127"/>
                          <a:cs typeface="+mn-cs"/>
                        </a:rPr>
                        <a:t>활용 기술 문헌</a:t>
                      </a:r>
                      <a:r>
                        <a:rPr lang="en-US" altLang="ko-KR" sz="700" u="none" strike="noStrike" kern="1200" dirty="0">
                          <a:solidFill>
                            <a:schemeClr val="tx1"/>
                          </a:solidFill>
                          <a:effectLst/>
                          <a:latin typeface="페이퍼로지 4 Regular" pitchFamily="2" charset="-127"/>
                          <a:ea typeface="페이퍼로지 4 Regular" pitchFamily="2" charset="-127"/>
                          <a:cs typeface="+mn-cs"/>
                        </a:rPr>
                        <a:t>·</a:t>
                      </a:r>
                      <a:r>
                        <a:rPr lang="ko-KR" altLang="en-US" sz="700" u="none" strike="noStrike" kern="1200" dirty="0">
                          <a:solidFill>
                            <a:schemeClr val="tx1"/>
                          </a:solidFill>
                          <a:effectLst/>
                          <a:latin typeface="페이퍼로지 4 Regular" pitchFamily="2" charset="-127"/>
                          <a:ea typeface="페이퍼로지 4 Regular" pitchFamily="2" charset="-127"/>
                          <a:cs typeface="+mn-cs"/>
                        </a:rPr>
                        <a:t>논문 검색</a:t>
                      </a:r>
                      <a:r>
                        <a:rPr lang="en-US" altLang="ko-KR" sz="700" u="none" strike="noStrike" kern="1200" dirty="0">
                          <a:solidFill>
                            <a:schemeClr val="tx1"/>
                          </a:solidFill>
                          <a:effectLst/>
                          <a:latin typeface="페이퍼로지 4 Regular" pitchFamily="2" charset="-127"/>
                          <a:ea typeface="페이퍼로지 4 Regular" pitchFamily="2" charset="-127"/>
                          <a:cs typeface="+mn-cs"/>
                        </a:rPr>
                        <a:t>·</a:t>
                      </a:r>
                      <a:r>
                        <a:rPr lang="ko-KR" altLang="en-US" sz="700" u="none" strike="noStrike" kern="1200" dirty="0">
                          <a:solidFill>
                            <a:schemeClr val="tx1"/>
                          </a:solidFill>
                          <a:effectLst/>
                          <a:latin typeface="페이퍼로지 4 Regular" pitchFamily="2" charset="-127"/>
                          <a:ea typeface="페이퍼로지 4 Regular" pitchFamily="2" charset="-127"/>
                          <a:cs typeface="+mn-cs"/>
                        </a:rPr>
                        <a:t>요약</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l" latinLnBrk="0"/>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연구 주제 관련 최신 논문</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특허를 </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AI</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로 검색하고</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 </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핵심 내용을 요약하여 </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R&amp;D </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방향 수립에 활용</a:t>
                      </a:r>
                      <a:endParaRPr lang="ko-KR" altLang="en-US" sz="700" dirty="0">
                        <a:solidFill>
                          <a:schemeClr val="tx1">
                            <a:lumMod val="75000"/>
                            <a:lumOff val="25000"/>
                          </a:schemeClr>
                        </a:solidFill>
                        <a:latin typeface="페이퍼로지 3 Light" pitchFamily="2" charset="-127"/>
                        <a:ea typeface="페이퍼로지 3 Light" pitchFamily="2" charset="-127"/>
                      </a:endParaRPr>
                    </a:p>
                  </a:txBody>
                  <a:tcPr marL="36000" marR="36000" marT="0" marB="0">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589733960"/>
                  </a:ext>
                </a:extLst>
              </a:tr>
              <a:tr h="218968">
                <a:tc vMerge="1">
                  <a:txBody>
                    <a:bodyPr/>
                    <a:lstStyle/>
                    <a:p>
                      <a:endParaRPr dirty="0"/>
                    </a:p>
                  </a:txBody>
                  <a:tcPr marL="0" marR="0" marT="0" marB="0"/>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l" latinLnBrk="0"/>
                      <a:r>
                        <a:rPr lang="en-US" altLang="ko-KR" sz="700" u="none" strike="noStrike" kern="1200" dirty="0">
                          <a:solidFill>
                            <a:schemeClr val="tx1"/>
                          </a:solidFill>
                          <a:effectLst/>
                          <a:latin typeface="페이퍼로지 4 Regular" pitchFamily="2" charset="-127"/>
                          <a:ea typeface="페이퍼로지 4 Regular" pitchFamily="2" charset="-127"/>
                          <a:cs typeface="+mn-cs"/>
                        </a:rPr>
                        <a:t>AI </a:t>
                      </a:r>
                      <a:r>
                        <a:rPr lang="ko-KR" altLang="en-US" sz="700" u="none" strike="noStrike" kern="1200" dirty="0">
                          <a:solidFill>
                            <a:schemeClr val="tx1"/>
                          </a:solidFill>
                          <a:effectLst/>
                          <a:latin typeface="페이퍼로지 4 Regular" pitchFamily="2" charset="-127"/>
                          <a:ea typeface="페이퍼로지 4 Regular" pitchFamily="2" charset="-127"/>
                          <a:cs typeface="+mn-cs"/>
                        </a:rPr>
                        <a:t>활용 번역</a:t>
                      </a:r>
                      <a:r>
                        <a:rPr lang="en-US" altLang="ko-KR" sz="700" u="none" strike="noStrike" kern="1200" dirty="0">
                          <a:solidFill>
                            <a:schemeClr val="tx1"/>
                          </a:solidFill>
                          <a:effectLst/>
                          <a:latin typeface="페이퍼로지 4 Regular" pitchFamily="2" charset="-127"/>
                          <a:ea typeface="페이퍼로지 4 Regular" pitchFamily="2" charset="-127"/>
                          <a:cs typeface="+mn-cs"/>
                        </a:rPr>
                        <a:t>·</a:t>
                      </a:r>
                      <a:r>
                        <a:rPr lang="ko-KR" altLang="en-US" sz="700" u="none" strike="noStrike" kern="1200" dirty="0">
                          <a:solidFill>
                            <a:schemeClr val="tx1"/>
                          </a:solidFill>
                          <a:effectLst/>
                          <a:latin typeface="페이퍼로지 4 Regular" pitchFamily="2" charset="-127"/>
                          <a:ea typeface="페이퍼로지 4 Regular" pitchFamily="2" charset="-127"/>
                          <a:cs typeface="+mn-cs"/>
                        </a:rPr>
                        <a:t>다국어 문서 작성</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l" latinLnBrk="0"/>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기술 문서</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인증 서류를 </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AI</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로 번역하고</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 </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전문 용어의 정확성을 검토하여 최종본을 완성</a:t>
                      </a:r>
                      <a:endParaRPr lang="ko-KR" altLang="en-US" sz="700" dirty="0">
                        <a:solidFill>
                          <a:schemeClr val="tx1">
                            <a:lumMod val="75000"/>
                            <a:lumOff val="25000"/>
                          </a:schemeClr>
                        </a:solidFill>
                        <a:latin typeface="페이퍼로지 3 Light" pitchFamily="2" charset="-127"/>
                        <a:ea typeface="페이퍼로지 3 Light" pitchFamily="2" charset="-127"/>
                      </a:endParaRPr>
                    </a:p>
                  </a:txBody>
                  <a:tcPr marL="36000" marR="36000" marT="0" marB="0">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397781816"/>
                  </a:ext>
                </a:extLst>
              </a:tr>
              <a:tr h="218968">
                <a:tc rowSpan="3">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ctr" fontAlgn="t" latinLnBrk="0">
                        <a:buNone/>
                      </a:pPr>
                      <a:r>
                        <a:rPr lang="ko-KR" altLang="en-US" sz="800" kern="1200" spc="-50" baseline="0" dirty="0">
                          <a:solidFill>
                            <a:schemeClr val="tx1">
                              <a:lumMod val="75000"/>
                              <a:lumOff val="25000"/>
                            </a:schemeClr>
                          </a:solidFill>
                          <a:latin typeface="페이퍼로지 6 SemiBold" pitchFamily="2" charset="-127"/>
                          <a:ea typeface="페이퍼로지 6 SemiBold" pitchFamily="2" charset="-127"/>
                          <a:cs typeface="+mn-cs"/>
                        </a:rPr>
                        <a:t>업무 데이터 표준화 수집</a:t>
                      </a:r>
                      <a:r>
                        <a:rPr lang="en-US" altLang="ko-KR" sz="800" kern="1200" spc="-50" baseline="0" dirty="0">
                          <a:solidFill>
                            <a:schemeClr val="tx1">
                              <a:lumMod val="75000"/>
                              <a:lumOff val="25000"/>
                            </a:schemeClr>
                          </a:solidFill>
                          <a:latin typeface="페이퍼로지 6 SemiBold" pitchFamily="2" charset="-127"/>
                          <a:ea typeface="페이퍼로지 6 SemiBold" pitchFamily="2" charset="-127"/>
                          <a:cs typeface="+mn-cs"/>
                        </a:rPr>
                        <a:t>·</a:t>
                      </a:r>
                      <a:r>
                        <a:rPr lang="ko-KR" altLang="en-US" sz="800" kern="1200" spc="-50" baseline="0" dirty="0">
                          <a:solidFill>
                            <a:schemeClr val="tx1">
                              <a:lumMod val="75000"/>
                              <a:lumOff val="25000"/>
                            </a:schemeClr>
                          </a:solidFill>
                          <a:latin typeface="페이퍼로지 6 SemiBold" pitchFamily="2" charset="-127"/>
                          <a:ea typeface="페이퍼로지 6 SemiBold" pitchFamily="2" charset="-127"/>
                          <a:cs typeface="+mn-cs"/>
                        </a:rPr>
                        <a:t>정리</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l" fontAlgn="t" latinLnBrk="0">
                        <a:buNone/>
                      </a:pPr>
                      <a:r>
                        <a:rPr lang="ko-KR" altLang="en-US" sz="700" u="none" strike="noStrike" kern="1200" dirty="0">
                          <a:solidFill>
                            <a:schemeClr val="tx1"/>
                          </a:solidFill>
                          <a:effectLst/>
                          <a:latin typeface="페이퍼로지 4 Regular" pitchFamily="2" charset="-127"/>
                          <a:ea typeface="페이퍼로지 4 Regular" pitchFamily="2" charset="-127"/>
                          <a:cs typeface="+mn-cs"/>
                        </a:rPr>
                        <a:t>업무 데이터 표준 양식 설계</a:t>
                      </a:r>
                      <a:r>
                        <a:rPr lang="en-US" altLang="ko-KR" sz="700" u="none" strike="noStrike" kern="1200" dirty="0">
                          <a:solidFill>
                            <a:schemeClr val="tx1"/>
                          </a:solidFill>
                          <a:effectLst/>
                          <a:latin typeface="페이퍼로지 4 Regular" pitchFamily="2" charset="-127"/>
                          <a:ea typeface="페이퍼로지 4 Regular" pitchFamily="2" charset="-127"/>
                          <a:cs typeface="+mn-cs"/>
                        </a:rPr>
                        <a:t>·</a:t>
                      </a:r>
                      <a:r>
                        <a:rPr lang="ko-KR" altLang="en-US" sz="700" u="none" strike="noStrike" kern="1200" dirty="0">
                          <a:solidFill>
                            <a:schemeClr val="tx1"/>
                          </a:solidFill>
                          <a:effectLst/>
                          <a:latin typeface="페이퍼로지 4 Regular" pitchFamily="2" charset="-127"/>
                          <a:ea typeface="페이퍼로지 4 Regular" pitchFamily="2" charset="-127"/>
                          <a:cs typeface="+mn-cs"/>
                        </a:rPr>
                        <a:t>수집</a:t>
                      </a:r>
                      <a:endParaRPr lang="ko-KR" altLang="en-US" sz="700" kern="1200" spc="-50" baseline="0" dirty="0">
                        <a:solidFill>
                          <a:schemeClr val="tx1">
                            <a:lumMod val="75000"/>
                            <a:lumOff val="25000"/>
                          </a:schemeClr>
                        </a:solidFill>
                        <a:latin typeface="페이퍼로지 6 SemiBold" pitchFamily="2" charset="-127"/>
                        <a:ea typeface="페이퍼로지 6 SemiBold" pitchFamily="2" charset="-127"/>
                        <a:cs typeface="+mn-cs"/>
                      </a:endParaRP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l" fontAlgn="t" latinLnBrk="0">
                        <a:buNone/>
                      </a:pP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현장 업무 데이터</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공정</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품질</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시험 등</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를 표준화된 양식으로 수집</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기록하여 </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AI </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분석이 가능한 품질로 관리</a:t>
                      </a:r>
                      <a:endParaRPr lang="ko-KR" altLang="en-US" sz="700" kern="1200" spc="-50" baseline="0" dirty="0">
                        <a:solidFill>
                          <a:schemeClr val="tx1">
                            <a:lumMod val="75000"/>
                            <a:lumOff val="25000"/>
                          </a:schemeClr>
                        </a:solidFill>
                        <a:latin typeface="페이퍼로지 3 Light" pitchFamily="2" charset="-127"/>
                        <a:ea typeface="페이퍼로지 3 Light" pitchFamily="2" charset="-127"/>
                        <a:cs typeface="+mn-cs"/>
                      </a:endParaRPr>
                    </a:p>
                  </a:txBody>
                  <a:tcPr marL="36000" marR="36000" marT="0" marB="0">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102498041"/>
                  </a:ext>
                </a:extLst>
              </a:tr>
              <a:tr h="218968">
                <a:tc vMerge="1">
                  <a:txBody>
                    <a:bodyPr/>
                    <a:lstStyle/>
                    <a:p>
                      <a:endParaRPr/>
                    </a:p>
                  </a:txBody>
                  <a:tcPr marL="0" marR="0" marT="0" marB="0"/>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l" latinLnBrk="0"/>
                      <a:r>
                        <a:rPr lang="ko-KR" altLang="en-US" sz="700" u="none" strike="noStrike" kern="1200" dirty="0">
                          <a:solidFill>
                            <a:schemeClr val="tx1"/>
                          </a:solidFill>
                          <a:effectLst/>
                          <a:latin typeface="페이퍼로지 4 Regular" pitchFamily="2" charset="-127"/>
                          <a:ea typeface="페이퍼로지 4 Regular" pitchFamily="2" charset="-127"/>
                          <a:cs typeface="+mn-cs"/>
                        </a:rPr>
                        <a:t>데이터 이상치</a:t>
                      </a:r>
                      <a:r>
                        <a:rPr lang="en-US" altLang="ko-KR" sz="700" u="none" strike="noStrike" kern="1200" dirty="0">
                          <a:solidFill>
                            <a:schemeClr val="tx1"/>
                          </a:solidFill>
                          <a:effectLst/>
                          <a:latin typeface="페이퍼로지 4 Regular" pitchFamily="2" charset="-127"/>
                          <a:ea typeface="페이퍼로지 4 Regular" pitchFamily="2" charset="-127"/>
                          <a:cs typeface="+mn-cs"/>
                        </a:rPr>
                        <a:t>·</a:t>
                      </a:r>
                      <a:r>
                        <a:rPr lang="ko-KR" altLang="en-US" sz="700" u="none" strike="noStrike" kern="1200" dirty="0" err="1">
                          <a:solidFill>
                            <a:schemeClr val="tx1"/>
                          </a:solidFill>
                          <a:effectLst/>
                          <a:latin typeface="페이퍼로지 4 Regular" pitchFamily="2" charset="-127"/>
                          <a:ea typeface="페이퍼로지 4 Regular" pitchFamily="2" charset="-127"/>
                          <a:cs typeface="+mn-cs"/>
                        </a:rPr>
                        <a:t>결측치</a:t>
                      </a:r>
                      <a:r>
                        <a:rPr lang="ko-KR" altLang="en-US" sz="700" u="none" strike="noStrike" kern="1200" dirty="0">
                          <a:solidFill>
                            <a:schemeClr val="tx1"/>
                          </a:solidFill>
                          <a:effectLst/>
                          <a:latin typeface="페이퍼로지 4 Regular" pitchFamily="2" charset="-127"/>
                          <a:ea typeface="페이퍼로지 4 Regular" pitchFamily="2" charset="-127"/>
                          <a:cs typeface="+mn-cs"/>
                        </a:rPr>
                        <a:t> 처리</a:t>
                      </a:r>
                      <a:endParaRPr lang="ko-KR" altLang="en-US" sz="700" dirty="0"/>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l" latinLnBrk="0"/>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업무 데이터에서 이상치와 </a:t>
                      </a:r>
                      <a:r>
                        <a:rPr lang="ko-KR" altLang="en-US" sz="700" u="none" strike="noStrike" kern="1200" dirty="0" err="1">
                          <a:solidFill>
                            <a:schemeClr val="tx1">
                              <a:lumMod val="75000"/>
                              <a:lumOff val="25000"/>
                            </a:schemeClr>
                          </a:solidFill>
                          <a:effectLst/>
                          <a:latin typeface="페이퍼로지 3 Light" pitchFamily="2" charset="-127"/>
                          <a:ea typeface="페이퍼로지 3 Light" pitchFamily="2" charset="-127"/>
                          <a:cs typeface="+mn-cs"/>
                        </a:rPr>
                        <a:t>결측치를</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 식별하고</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 </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적절한 방법으로 처리하여 </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AI </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분석에 적합한 품질을 확보</a:t>
                      </a:r>
                      <a:endParaRPr lang="ko-KR" altLang="en-US" sz="700" dirty="0">
                        <a:solidFill>
                          <a:schemeClr val="tx1">
                            <a:lumMod val="75000"/>
                            <a:lumOff val="25000"/>
                          </a:schemeClr>
                        </a:solidFill>
                        <a:latin typeface="페이퍼로지 3 Light" pitchFamily="2" charset="-127"/>
                        <a:ea typeface="페이퍼로지 3 Light" pitchFamily="2" charset="-127"/>
                      </a:endParaRPr>
                    </a:p>
                  </a:txBody>
                  <a:tcPr marL="36000" marR="36000" marT="0" marB="0">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857302830"/>
                  </a:ext>
                </a:extLst>
              </a:tr>
              <a:tr h="218968">
                <a:tc vMerge="1">
                  <a:txBody>
                    <a:bodyPr/>
                    <a:lstStyle/>
                    <a:p>
                      <a:endParaRPr dirty="0"/>
                    </a:p>
                  </a:txBody>
                  <a:tcPr marL="0" marR="0" marT="0" marB="0"/>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l" latinLnBrk="0"/>
                      <a:r>
                        <a:rPr lang="en-US" altLang="ko-KR" sz="700" u="none" strike="noStrike" kern="1200" dirty="0">
                          <a:solidFill>
                            <a:schemeClr val="tx1"/>
                          </a:solidFill>
                          <a:effectLst/>
                          <a:latin typeface="페이퍼로지 4 Regular" pitchFamily="2" charset="-127"/>
                          <a:ea typeface="페이퍼로지 4 Regular" pitchFamily="2" charset="-127"/>
                          <a:cs typeface="+mn-cs"/>
                        </a:rPr>
                        <a:t>AI </a:t>
                      </a:r>
                      <a:r>
                        <a:rPr lang="ko-KR" altLang="en-US" sz="700" u="none" strike="noStrike" kern="1200" dirty="0">
                          <a:solidFill>
                            <a:schemeClr val="tx1"/>
                          </a:solidFill>
                          <a:effectLst/>
                          <a:latin typeface="페이퍼로지 4 Regular" pitchFamily="2" charset="-127"/>
                          <a:ea typeface="페이퍼로지 4 Regular" pitchFamily="2" charset="-127"/>
                          <a:cs typeface="+mn-cs"/>
                        </a:rPr>
                        <a:t>학습용 데이터 </a:t>
                      </a:r>
                      <a:r>
                        <a:rPr lang="ko-KR" altLang="en-US" sz="700" u="none" strike="noStrike" kern="1200" dirty="0" err="1">
                          <a:solidFill>
                            <a:schemeClr val="tx1"/>
                          </a:solidFill>
                          <a:effectLst/>
                          <a:latin typeface="페이퍼로지 4 Regular" pitchFamily="2" charset="-127"/>
                          <a:ea typeface="페이퍼로지 4 Regular" pitchFamily="2" charset="-127"/>
                          <a:cs typeface="+mn-cs"/>
                        </a:rPr>
                        <a:t>라벨링</a:t>
                      </a:r>
                      <a:r>
                        <a:rPr lang="en-US" altLang="ko-KR" sz="700" u="none" strike="noStrike" kern="1200" dirty="0">
                          <a:solidFill>
                            <a:schemeClr val="tx1"/>
                          </a:solidFill>
                          <a:effectLst/>
                          <a:latin typeface="페이퍼로지 4 Regular" pitchFamily="2" charset="-127"/>
                          <a:ea typeface="페이퍼로지 4 Regular" pitchFamily="2" charset="-127"/>
                          <a:cs typeface="+mn-cs"/>
                        </a:rPr>
                        <a:t>·</a:t>
                      </a:r>
                      <a:r>
                        <a:rPr lang="ko-KR" altLang="en-US" sz="700" u="none" strike="noStrike" kern="1200" dirty="0">
                          <a:solidFill>
                            <a:schemeClr val="tx1"/>
                          </a:solidFill>
                          <a:effectLst/>
                          <a:latin typeface="페이퍼로지 4 Regular" pitchFamily="2" charset="-127"/>
                          <a:ea typeface="페이퍼로지 4 Regular" pitchFamily="2" charset="-127"/>
                          <a:cs typeface="+mn-cs"/>
                        </a:rPr>
                        <a:t>가공</a:t>
                      </a:r>
                      <a:endParaRPr lang="ko-KR" altLang="en-US" sz="700" dirty="0"/>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l" latinLnBrk="0"/>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도메인 전문가로서 </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AI </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학습용 데이터의 </a:t>
                      </a:r>
                      <a:r>
                        <a:rPr lang="ko-KR" altLang="en-US" sz="700" u="none" strike="noStrike" kern="1200" dirty="0" err="1">
                          <a:solidFill>
                            <a:schemeClr val="tx1">
                              <a:lumMod val="75000"/>
                              <a:lumOff val="25000"/>
                            </a:schemeClr>
                          </a:solidFill>
                          <a:effectLst/>
                          <a:latin typeface="페이퍼로지 3 Light" pitchFamily="2" charset="-127"/>
                          <a:ea typeface="페이퍼로지 3 Light" pitchFamily="2" charset="-127"/>
                          <a:cs typeface="+mn-cs"/>
                        </a:rPr>
                        <a:t>라벨링</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 기준을 정의하고</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 </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데이터를 가공하여 모델 학습에 적합한 형태로 준비</a:t>
                      </a:r>
                      <a:endParaRPr lang="ko-KR" altLang="en-US" sz="700" dirty="0">
                        <a:solidFill>
                          <a:schemeClr val="tx1">
                            <a:lumMod val="75000"/>
                            <a:lumOff val="25000"/>
                          </a:schemeClr>
                        </a:solidFill>
                        <a:latin typeface="페이퍼로지 3 Light" pitchFamily="2" charset="-127"/>
                        <a:ea typeface="페이퍼로지 3 Light" pitchFamily="2" charset="-127"/>
                      </a:endParaRPr>
                    </a:p>
                  </a:txBody>
                  <a:tcPr marL="36000" marR="36000" marT="0" marB="0">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08815922"/>
                  </a:ext>
                </a:extLst>
              </a:tr>
              <a:tr h="218968">
                <a:tc rowSpan="3">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ctr" fontAlgn="t" latinLnBrk="0">
                        <a:buNone/>
                      </a:pPr>
                      <a:r>
                        <a:rPr lang="en-US" altLang="ko-KR" sz="800" kern="1200" spc="-50" baseline="0" dirty="0">
                          <a:solidFill>
                            <a:schemeClr val="tx1">
                              <a:lumMod val="75000"/>
                              <a:lumOff val="25000"/>
                            </a:schemeClr>
                          </a:solidFill>
                          <a:latin typeface="페이퍼로지 6 SemiBold" pitchFamily="2" charset="-127"/>
                          <a:ea typeface="페이퍼로지 6 SemiBold" pitchFamily="2" charset="-127"/>
                          <a:cs typeface="+mn-cs"/>
                        </a:rPr>
                        <a:t>AI </a:t>
                      </a:r>
                      <a:r>
                        <a:rPr lang="ko-KR" altLang="en-US" sz="800" kern="1200" spc="-50" baseline="0" dirty="0">
                          <a:solidFill>
                            <a:schemeClr val="tx1">
                              <a:lumMod val="75000"/>
                              <a:lumOff val="25000"/>
                            </a:schemeClr>
                          </a:solidFill>
                          <a:latin typeface="페이퍼로지 6 SemiBold" pitchFamily="2" charset="-127"/>
                          <a:ea typeface="페이퍼로지 6 SemiBold" pitchFamily="2" charset="-127"/>
                          <a:cs typeface="+mn-cs"/>
                        </a:rPr>
                        <a:t>도구 활용 데이터 분석</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l" fontAlgn="t" latinLnBrk="0">
                        <a:buNone/>
                      </a:pPr>
                      <a:r>
                        <a:rPr lang="en-US" altLang="ko-KR" sz="700" u="none" strike="noStrike" kern="1200" dirty="0" err="1">
                          <a:solidFill>
                            <a:schemeClr val="tx1"/>
                          </a:solidFill>
                          <a:effectLst/>
                          <a:latin typeface="페이퍼로지 4 Regular" pitchFamily="2" charset="-127"/>
                          <a:ea typeface="페이퍼로지 4 Regular" pitchFamily="2" charset="-127"/>
                          <a:cs typeface="+mn-cs"/>
                        </a:rPr>
                        <a:t>Excel·BI</a:t>
                      </a:r>
                      <a:r>
                        <a:rPr lang="en-US" altLang="ko-KR" sz="700" u="none" strike="noStrike" kern="1200" dirty="0">
                          <a:solidFill>
                            <a:schemeClr val="tx1"/>
                          </a:solidFill>
                          <a:effectLst/>
                          <a:latin typeface="페이퍼로지 4 Regular" pitchFamily="2" charset="-127"/>
                          <a:ea typeface="페이퍼로지 4 Regular" pitchFamily="2" charset="-127"/>
                          <a:cs typeface="+mn-cs"/>
                        </a:rPr>
                        <a:t> </a:t>
                      </a:r>
                      <a:r>
                        <a:rPr lang="ko-KR" altLang="en-US" sz="700" u="none" strike="noStrike" kern="1200" dirty="0">
                          <a:solidFill>
                            <a:schemeClr val="tx1"/>
                          </a:solidFill>
                          <a:effectLst/>
                          <a:latin typeface="페이퍼로지 4 Regular" pitchFamily="2" charset="-127"/>
                          <a:ea typeface="페이퍼로지 4 Regular" pitchFamily="2" charset="-127"/>
                          <a:cs typeface="+mn-cs"/>
                        </a:rPr>
                        <a:t>도구 활용 데이터 분석</a:t>
                      </a:r>
                      <a:endParaRPr lang="ko-KR" altLang="en-US" sz="700" kern="1200" spc="-50" baseline="0" dirty="0">
                        <a:solidFill>
                          <a:schemeClr val="tx1">
                            <a:lumMod val="75000"/>
                            <a:lumOff val="25000"/>
                          </a:schemeClr>
                        </a:solidFill>
                        <a:latin typeface="페이퍼로지 6 SemiBold" pitchFamily="2" charset="-127"/>
                        <a:ea typeface="페이퍼로지 6 SemiBold" pitchFamily="2" charset="-127"/>
                        <a:cs typeface="+mn-cs"/>
                      </a:endParaRP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l" fontAlgn="t" latinLnBrk="0">
                        <a:buNone/>
                      </a:pP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업무 데이터를 </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Excel </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고급 기능이나 </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BI </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도구로 분석하여 트렌드</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패턴</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이상을 파악하고 보고</a:t>
                      </a:r>
                      <a:endParaRPr lang="ko-KR" altLang="en-US" sz="700" kern="1200" spc="-50" baseline="0" dirty="0">
                        <a:solidFill>
                          <a:schemeClr val="tx1">
                            <a:lumMod val="75000"/>
                            <a:lumOff val="25000"/>
                          </a:schemeClr>
                        </a:solidFill>
                        <a:latin typeface="페이퍼로지 3 Light" pitchFamily="2" charset="-127"/>
                        <a:ea typeface="페이퍼로지 3 Light" pitchFamily="2" charset="-127"/>
                        <a:cs typeface="+mn-cs"/>
                      </a:endParaRPr>
                    </a:p>
                  </a:txBody>
                  <a:tcPr marL="36000" marR="36000" marT="0" marB="0">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70356550"/>
                  </a:ext>
                </a:extLst>
              </a:tr>
              <a:tr h="218968">
                <a:tc vMerge="1">
                  <a:txBody>
                    <a:bodyPr/>
                    <a:lstStyle/>
                    <a:p>
                      <a:endParaRPr/>
                    </a:p>
                  </a:txBody>
                  <a:tcPr marL="0" marR="0" marT="0" marB="0">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l" latinLnBrk="0"/>
                      <a:r>
                        <a:rPr lang="en-US" altLang="ko-KR" sz="700" u="none" strike="noStrike" kern="1200" dirty="0">
                          <a:solidFill>
                            <a:schemeClr val="tx1"/>
                          </a:solidFill>
                          <a:effectLst/>
                          <a:latin typeface="페이퍼로지 4 Regular" pitchFamily="2" charset="-127"/>
                          <a:ea typeface="페이퍼로지 4 Regular" pitchFamily="2" charset="-127"/>
                          <a:cs typeface="+mn-cs"/>
                        </a:rPr>
                        <a:t>AI </a:t>
                      </a:r>
                      <a:r>
                        <a:rPr lang="ko-KR" altLang="en-US" sz="700" u="none" strike="noStrike" kern="1200" dirty="0">
                          <a:solidFill>
                            <a:schemeClr val="tx1"/>
                          </a:solidFill>
                          <a:effectLst/>
                          <a:latin typeface="페이퍼로지 4 Regular" pitchFamily="2" charset="-127"/>
                          <a:ea typeface="페이퍼로지 4 Regular" pitchFamily="2" charset="-127"/>
                          <a:cs typeface="+mn-cs"/>
                        </a:rPr>
                        <a:t>분석 도구 활용 패턴 탐색</a:t>
                      </a:r>
                      <a:endParaRPr lang="ko-KR" altLang="en-US" sz="700" dirty="0"/>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l" latinLnBrk="0"/>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AI </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분석 도구</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t>
                      </a:r>
                      <a:r>
                        <a:rPr lang="en-US" altLang="ko-KR" sz="700" u="none" strike="noStrike" kern="1200" dirty="0" err="1">
                          <a:solidFill>
                            <a:schemeClr val="tx1">
                              <a:lumMod val="75000"/>
                              <a:lumOff val="25000"/>
                            </a:schemeClr>
                          </a:solidFill>
                          <a:effectLst/>
                          <a:latin typeface="페이퍼로지 3 Light" pitchFamily="2" charset="-127"/>
                          <a:ea typeface="페이퍼로지 3 Light" pitchFamily="2" charset="-127"/>
                          <a:cs typeface="+mn-cs"/>
                        </a:rPr>
                        <a:t>AutoML</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 </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등</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에 업무 데이터를 입력하여 숨겨진 패턴과 상관관계를 탐색하고</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 </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업무 인사이트를 도출</a:t>
                      </a:r>
                      <a:endParaRPr lang="ko-KR" altLang="en-US" sz="700" dirty="0">
                        <a:solidFill>
                          <a:schemeClr val="tx1">
                            <a:lumMod val="75000"/>
                            <a:lumOff val="25000"/>
                          </a:schemeClr>
                        </a:solidFill>
                        <a:latin typeface="페이퍼로지 3 Light" pitchFamily="2" charset="-127"/>
                        <a:ea typeface="페이퍼로지 3 Light" pitchFamily="2" charset="-127"/>
                      </a:endParaRPr>
                    </a:p>
                  </a:txBody>
                  <a:tcPr marL="36000" marR="36000" marT="0" marB="0">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549851785"/>
                  </a:ext>
                </a:extLst>
              </a:tr>
              <a:tr h="218968">
                <a:tc vMerge="1">
                  <a:txBody>
                    <a:bodyPr/>
                    <a:lstStyle/>
                    <a:p>
                      <a:endParaRPr dirty="0"/>
                    </a:p>
                  </a:txBody>
                  <a:tcPr marL="0" marR="0" marT="0" marB="0"/>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l" latinLnBrk="0"/>
                      <a:r>
                        <a:rPr lang="ko-KR" altLang="en-US" sz="700" u="none" strike="noStrike" kern="1200" dirty="0" err="1">
                          <a:solidFill>
                            <a:schemeClr val="tx1"/>
                          </a:solidFill>
                          <a:effectLst/>
                          <a:latin typeface="페이퍼로지 4 Regular" pitchFamily="2" charset="-127"/>
                          <a:ea typeface="페이퍼로지 4 Regular" pitchFamily="2" charset="-127"/>
                          <a:cs typeface="+mn-cs"/>
                        </a:rPr>
                        <a:t>다변량</a:t>
                      </a:r>
                      <a:r>
                        <a:rPr lang="ko-KR" altLang="en-US" sz="700" u="none" strike="noStrike" kern="1200" dirty="0">
                          <a:solidFill>
                            <a:schemeClr val="tx1"/>
                          </a:solidFill>
                          <a:effectLst/>
                          <a:latin typeface="페이퍼로지 4 Regular" pitchFamily="2" charset="-127"/>
                          <a:ea typeface="페이퍼로지 4 Regular" pitchFamily="2" charset="-127"/>
                          <a:cs typeface="+mn-cs"/>
                        </a:rPr>
                        <a:t> 데이터 </a:t>
                      </a:r>
                      <a:r>
                        <a:rPr lang="en-US" altLang="ko-KR" sz="700" u="none" strike="noStrike" kern="1200" dirty="0">
                          <a:solidFill>
                            <a:schemeClr val="tx1"/>
                          </a:solidFill>
                          <a:effectLst/>
                          <a:latin typeface="페이퍼로지 4 Regular" pitchFamily="2" charset="-127"/>
                          <a:ea typeface="페이퍼로지 4 Regular" pitchFamily="2" charset="-127"/>
                          <a:cs typeface="+mn-cs"/>
                        </a:rPr>
                        <a:t>AI </a:t>
                      </a:r>
                      <a:r>
                        <a:rPr lang="ko-KR" altLang="en-US" sz="700" u="none" strike="noStrike" kern="1200" dirty="0">
                          <a:solidFill>
                            <a:schemeClr val="tx1"/>
                          </a:solidFill>
                          <a:effectLst/>
                          <a:latin typeface="페이퍼로지 4 Regular" pitchFamily="2" charset="-127"/>
                          <a:ea typeface="페이퍼로지 4 Regular" pitchFamily="2" charset="-127"/>
                          <a:cs typeface="+mn-cs"/>
                        </a:rPr>
                        <a:t>분석</a:t>
                      </a:r>
                      <a:endParaRPr lang="ko-KR" altLang="en-US" sz="700" dirty="0"/>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l" latinLnBrk="0"/>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여러 변수가 얽힌 복잡한 업무 데이터를 </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AI</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로 </a:t>
                      </a:r>
                      <a:r>
                        <a:rPr lang="ko-KR" altLang="en-US" sz="700" u="none" strike="noStrike" kern="1200" dirty="0" err="1">
                          <a:solidFill>
                            <a:schemeClr val="tx1">
                              <a:lumMod val="75000"/>
                              <a:lumOff val="25000"/>
                            </a:schemeClr>
                          </a:solidFill>
                          <a:effectLst/>
                          <a:latin typeface="페이퍼로지 3 Light" pitchFamily="2" charset="-127"/>
                          <a:ea typeface="페이퍼로지 3 Light" pitchFamily="2" charset="-127"/>
                          <a:cs typeface="+mn-cs"/>
                        </a:rPr>
                        <a:t>다변량</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 분석하여</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 </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핵심 영향 변수를 식별</a:t>
                      </a:r>
                      <a:endParaRPr lang="ko-KR" altLang="en-US" sz="700" dirty="0">
                        <a:solidFill>
                          <a:schemeClr val="tx1">
                            <a:lumMod val="75000"/>
                            <a:lumOff val="25000"/>
                          </a:schemeClr>
                        </a:solidFill>
                        <a:latin typeface="페이퍼로지 3 Light" pitchFamily="2" charset="-127"/>
                        <a:ea typeface="페이퍼로지 3 Light" pitchFamily="2" charset="-127"/>
                      </a:endParaRPr>
                    </a:p>
                  </a:txBody>
                  <a:tcPr marL="36000" marR="36000" marT="0" marB="0">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233190237"/>
                  </a:ext>
                </a:extLst>
              </a:tr>
              <a:tr h="218968">
                <a:tc rowSpan="3">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ctr" latinLnBrk="0">
                        <a:lnSpc>
                          <a:spcPct val="100000"/>
                        </a:lnSpc>
                        <a:spcAft>
                          <a:spcPts val="100"/>
                        </a:spcAft>
                      </a:pPr>
                      <a:r>
                        <a:rPr lang="en-US" altLang="ko-KR" sz="800" kern="1200" spc="-50" baseline="0" dirty="0">
                          <a:solidFill>
                            <a:schemeClr val="tx1">
                              <a:lumMod val="75000"/>
                              <a:lumOff val="25000"/>
                            </a:schemeClr>
                          </a:solidFill>
                          <a:latin typeface="페이퍼로지 6 SemiBold" pitchFamily="2" charset="-127"/>
                          <a:ea typeface="페이퍼로지 6 SemiBold" pitchFamily="2" charset="-127"/>
                          <a:cs typeface="+mn-cs"/>
                        </a:rPr>
                        <a:t>AI </a:t>
                      </a:r>
                      <a:r>
                        <a:rPr lang="ko-KR" altLang="en-US" sz="800" kern="1200" spc="-50" baseline="0" dirty="0">
                          <a:solidFill>
                            <a:schemeClr val="tx1">
                              <a:lumMod val="75000"/>
                              <a:lumOff val="25000"/>
                            </a:schemeClr>
                          </a:solidFill>
                          <a:latin typeface="페이퍼로지 6 SemiBold" pitchFamily="2" charset="-127"/>
                          <a:ea typeface="페이퍼로지 6 SemiBold" pitchFamily="2" charset="-127"/>
                          <a:cs typeface="+mn-cs"/>
                        </a:rPr>
                        <a:t>기반 업무 자동화 구현</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marL="0" algn="l" defTabSz="914400" rtl="0" eaLnBrk="1" fontAlgn="t" latinLnBrk="0" hangingPunct="1">
                        <a:buNone/>
                      </a:pPr>
                      <a:r>
                        <a:rPr lang="ko-KR" altLang="en-US" sz="700" u="none" strike="noStrike" kern="1200" dirty="0">
                          <a:solidFill>
                            <a:schemeClr val="tx1"/>
                          </a:solidFill>
                          <a:effectLst/>
                          <a:latin typeface="페이퍼로지 4 Regular" pitchFamily="2" charset="-127"/>
                          <a:ea typeface="페이퍼로지 4 Regular" pitchFamily="2" charset="-127"/>
                          <a:cs typeface="+mn-cs"/>
                        </a:rPr>
                        <a:t>반복 업무 </a:t>
                      </a:r>
                      <a:r>
                        <a:rPr lang="en-US" altLang="ko-KR" sz="700" u="none" strike="noStrike" kern="1200" dirty="0">
                          <a:solidFill>
                            <a:schemeClr val="tx1"/>
                          </a:solidFill>
                          <a:effectLst/>
                          <a:latin typeface="페이퍼로지 4 Regular" pitchFamily="2" charset="-127"/>
                          <a:ea typeface="페이퍼로지 4 Regular" pitchFamily="2" charset="-127"/>
                          <a:cs typeface="+mn-cs"/>
                        </a:rPr>
                        <a:t>AI </a:t>
                      </a:r>
                      <a:r>
                        <a:rPr lang="ko-KR" altLang="en-US" sz="700" u="none" strike="noStrike" kern="1200" dirty="0">
                          <a:solidFill>
                            <a:schemeClr val="tx1"/>
                          </a:solidFill>
                          <a:effectLst/>
                          <a:latin typeface="페이퍼로지 4 Regular" pitchFamily="2" charset="-127"/>
                          <a:ea typeface="페이퍼로지 4 Regular" pitchFamily="2" charset="-127"/>
                          <a:cs typeface="+mn-cs"/>
                        </a:rPr>
                        <a:t>자동화 워크플로우 설계</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marL="0" algn="l" defTabSz="914400" rtl="0" eaLnBrk="1" fontAlgn="t" latinLnBrk="0" hangingPunct="1">
                        <a:buNone/>
                      </a:pP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현재 반복</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수동 업무를 분석하여 </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AI </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자동화 대상을 선정하고</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 </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자동화 워크플로우를 설계</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구현할 수 있다</a:t>
                      </a:r>
                    </a:p>
                  </a:txBody>
                  <a:tcPr marL="36000" marR="36000" marT="0" marB="0">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877794978"/>
                  </a:ext>
                </a:extLst>
              </a:tr>
              <a:tr h="218968">
                <a:tc vMerge="1">
                  <a:txBody>
                    <a:bodyPr/>
                    <a:lstStyle/>
                    <a:p>
                      <a:pPr latinLnBrk="1"/>
                      <a:endParaRPr lang="ko-KR" altLang="en-US"/>
                    </a:p>
                  </a:txBody>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marL="0" algn="l" defTabSz="914400" rtl="0" eaLnBrk="1" fontAlgn="t" latinLnBrk="0" hangingPunct="1">
                        <a:buNone/>
                      </a:pPr>
                      <a:r>
                        <a:rPr lang="en-US" altLang="ko-KR" sz="700" u="none" strike="noStrike" kern="1200" dirty="0">
                          <a:solidFill>
                            <a:schemeClr val="tx1"/>
                          </a:solidFill>
                          <a:effectLst/>
                          <a:latin typeface="페이퍼로지 4 Regular" pitchFamily="2" charset="-127"/>
                          <a:ea typeface="페이퍼로지 4 Regular" pitchFamily="2" charset="-127"/>
                          <a:cs typeface="+mn-cs"/>
                        </a:rPr>
                        <a:t>AI-OCR </a:t>
                      </a:r>
                      <a:r>
                        <a:rPr lang="ko-KR" altLang="en-US" sz="700" u="none" strike="noStrike" kern="1200" dirty="0">
                          <a:solidFill>
                            <a:schemeClr val="tx1"/>
                          </a:solidFill>
                          <a:effectLst/>
                          <a:latin typeface="페이퍼로지 4 Regular" pitchFamily="2" charset="-127"/>
                          <a:ea typeface="페이퍼로지 4 Regular" pitchFamily="2" charset="-127"/>
                          <a:cs typeface="+mn-cs"/>
                        </a:rPr>
                        <a:t>문서 처리 자동화 구축</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marL="0" algn="l" defTabSz="914400" rtl="0" eaLnBrk="1" fontAlgn="t" latinLnBrk="0" hangingPunct="1">
                        <a:buNone/>
                      </a:pP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종이 문서</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·PDF</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를 </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AI-OCR</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로 자동 인식하여 데이터를 추출하고</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 </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시스템에 자동 입력하는 프로세스를 구축할 수 있다</a:t>
                      </a:r>
                    </a:p>
                  </a:txBody>
                  <a:tcPr marL="36000" marR="36000" marT="0" marB="0">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11326023"/>
                  </a:ext>
                </a:extLst>
              </a:tr>
              <a:tr h="218968">
                <a:tc vMerge="1">
                  <a:txBody>
                    <a:bodyPr/>
                    <a:lstStyle/>
                    <a:p>
                      <a:pPr latinLnBrk="1"/>
                      <a:endParaRPr lang="ko-KR" altLang="en-US"/>
                    </a:p>
                  </a:txBody>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marL="0" algn="l" defTabSz="914400" rtl="0" eaLnBrk="1" fontAlgn="t" latinLnBrk="0" hangingPunct="1">
                        <a:buNone/>
                      </a:pPr>
                      <a:r>
                        <a:rPr lang="en-US" altLang="ko-KR" sz="700" u="none" strike="noStrike" kern="1200" dirty="0">
                          <a:solidFill>
                            <a:schemeClr val="tx1"/>
                          </a:solidFill>
                          <a:effectLst/>
                          <a:latin typeface="페이퍼로지 4 Regular" pitchFamily="2" charset="-127"/>
                          <a:ea typeface="페이퍼로지 4 Regular" pitchFamily="2" charset="-127"/>
                          <a:cs typeface="+mn-cs"/>
                        </a:rPr>
                        <a:t>AI </a:t>
                      </a:r>
                      <a:r>
                        <a:rPr lang="ko-KR" altLang="en-US" sz="700" u="none" strike="noStrike" kern="1200" dirty="0">
                          <a:solidFill>
                            <a:schemeClr val="tx1"/>
                          </a:solidFill>
                          <a:effectLst/>
                          <a:latin typeface="페이퍼로지 4 Regular" pitchFamily="2" charset="-127"/>
                          <a:ea typeface="페이퍼로지 4 Regular" pitchFamily="2" charset="-127"/>
                          <a:cs typeface="+mn-cs"/>
                        </a:rPr>
                        <a:t>기반 보고서 자동 생성 체계 구축</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marL="0" algn="l" defTabSz="914400" rtl="0" eaLnBrk="1" fontAlgn="t" latinLnBrk="0" hangingPunct="1">
                        <a:buNone/>
                      </a:pP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업무 데이터가 자동으로 수집되어 </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AI</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가 정기 보고서를 생성하는 체계를 구축할 수 있다</a:t>
                      </a:r>
                    </a:p>
                  </a:txBody>
                  <a:tcPr marL="36000" marR="36000" marT="0" marB="0">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4013085866"/>
                  </a:ext>
                </a:extLst>
              </a:tr>
              <a:tr h="218968">
                <a:tc rowSpan="2">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1588" indent="-1588" algn="ctr" defTabSz="914400" rtl="0" eaLnBrk="1" latinLnBrk="0" hangingPunct="1">
                        <a:lnSpc>
                          <a:spcPct val="100000"/>
                        </a:lnSpc>
                        <a:spcAft>
                          <a:spcPts val="300"/>
                        </a:spcAft>
                        <a:buFontTx/>
                        <a:buNone/>
                      </a:pPr>
                      <a:r>
                        <a:rPr lang="en-US" altLang="ko-KR" sz="800" kern="1200" spc="-50" baseline="0" dirty="0">
                          <a:solidFill>
                            <a:schemeClr val="tx1">
                              <a:lumMod val="75000"/>
                              <a:lumOff val="25000"/>
                            </a:schemeClr>
                          </a:solidFill>
                          <a:latin typeface="페이퍼로지 6 SemiBold" pitchFamily="2" charset="-127"/>
                          <a:ea typeface="페이퍼로지 6 SemiBold" pitchFamily="2" charset="-127"/>
                          <a:cs typeface="+mn-cs"/>
                        </a:rPr>
                        <a:t>AI </a:t>
                      </a:r>
                      <a:r>
                        <a:rPr lang="ko-KR" altLang="en-US" sz="800" kern="1200" spc="-50" baseline="0" dirty="0">
                          <a:solidFill>
                            <a:schemeClr val="tx1">
                              <a:lumMod val="75000"/>
                              <a:lumOff val="25000"/>
                            </a:schemeClr>
                          </a:solidFill>
                          <a:latin typeface="페이퍼로지 6 SemiBold" pitchFamily="2" charset="-127"/>
                          <a:ea typeface="페이퍼로지 6 SemiBold" pitchFamily="2" charset="-127"/>
                          <a:cs typeface="+mn-cs"/>
                        </a:rPr>
                        <a:t>예측</a:t>
                      </a:r>
                      <a:r>
                        <a:rPr lang="en-US" altLang="ko-KR" sz="800" kern="1200" spc="-50" baseline="0" dirty="0">
                          <a:solidFill>
                            <a:schemeClr val="tx1">
                              <a:lumMod val="75000"/>
                              <a:lumOff val="25000"/>
                            </a:schemeClr>
                          </a:solidFill>
                          <a:latin typeface="페이퍼로지 6 SemiBold" pitchFamily="2" charset="-127"/>
                          <a:ea typeface="페이퍼로지 6 SemiBold" pitchFamily="2" charset="-127"/>
                          <a:cs typeface="+mn-cs"/>
                        </a:rPr>
                        <a:t>·</a:t>
                      </a:r>
                      <a:r>
                        <a:rPr lang="ko-KR" altLang="en-US" sz="800" kern="1200" spc="-50" baseline="0" dirty="0">
                          <a:solidFill>
                            <a:schemeClr val="tx1">
                              <a:lumMod val="75000"/>
                              <a:lumOff val="25000"/>
                            </a:schemeClr>
                          </a:solidFill>
                          <a:latin typeface="페이퍼로지 6 SemiBold" pitchFamily="2" charset="-127"/>
                          <a:ea typeface="페이퍼로지 6 SemiBold" pitchFamily="2" charset="-127"/>
                          <a:cs typeface="+mn-cs"/>
                        </a:rPr>
                        <a:t>최적화</a:t>
                      </a:r>
                      <a:endParaRPr lang="en-US" altLang="ko-KR" sz="800" kern="1200" spc="-50" baseline="0" dirty="0">
                        <a:solidFill>
                          <a:schemeClr val="tx1">
                            <a:lumMod val="75000"/>
                            <a:lumOff val="25000"/>
                          </a:schemeClr>
                        </a:solidFill>
                        <a:latin typeface="페이퍼로지 6 SemiBold" pitchFamily="2" charset="-127"/>
                        <a:ea typeface="페이퍼로지 6 SemiBold" pitchFamily="2" charset="-127"/>
                        <a:cs typeface="+mn-cs"/>
                      </a:endParaRP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marL="0" algn="l" defTabSz="914400" rtl="0" eaLnBrk="1" fontAlgn="t" latinLnBrk="0" hangingPunct="1">
                        <a:buNone/>
                      </a:pPr>
                      <a:r>
                        <a:rPr lang="en-US" altLang="ko-KR" sz="700" u="none" strike="noStrike" kern="1200" dirty="0">
                          <a:solidFill>
                            <a:schemeClr val="tx1"/>
                          </a:solidFill>
                          <a:effectLst/>
                          <a:latin typeface="페이퍼로지 4 Regular" pitchFamily="2" charset="-127"/>
                          <a:ea typeface="페이퍼로지 4 Regular" pitchFamily="2" charset="-127"/>
                          <a:cs typeface="+mn-cs"/>
                        </a:rPr>
                        <a:t>AI </a:t>
                      </a:r>
                      <a:r>
                        <a:rPr lang="ko-KR" altLang="en-US" sz="700" u="none" strike="noStrike" kern="1200" dirty="0">
                          <a:solidFill>
                            <a:schemeClr val="tx1"/>
                          </a:solidFill>
                          <a:effectLst/>
                          <a:latin typeface="페이퍼로지 4 Regular" pitchFamily="2" charset="-127"/>
                          <a:ea typeface="페이퍼로지 4 Regular" pitchFamily="2" charset="-127"/>
                          <a:cs typeface="+mn-cs"/>
                        </a:rPr>
                        <a:t>모델 요건 정의서 작성</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marL="0" algn="l" defTabSz="914400" rtl="0" eaLnBrk="1" fontAlgn="t" latinLnBrk="0" hangingPunct="1">
                        <a:buNone/>
                      </a:pP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도메인 전문가로서 </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AI </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모델의 입력 데이터</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출력 형태</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성공 기준</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제약조건을 정의한 요건 정의서를 작성</a:t>
                      </a:r>
                    </a:p>
                  </a:txBody>
                  <a:tcPr marL="36000" marR="36000" marT="0" marB="0">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240736722"/>
                  </a:ext>
                </a:extLst>
              </a:tr>
              <a:tr h="218968">
                <a:tc vMerge="1">
                  <a:txBody>
                    <a:bodyPr/>
                    <a:lstStyle/>
                    <a:p>
                      <a:pPr latinLnBrk="1"/>
                      <a:endParaRPr lang="ko-KR" altLang="en-US"/>
                    </a:p>
                  </a:txBody>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marL="0" algn="l" defTabSz="914400" rtl="0" eaLnBrk="1" fontAlgn="t" latinLnBrk="0" hangingPunct="1">
                        <a:buNone/>
                      </a:pPr>
                      <a:r>
                        <a:rPr lang="en-US" altLang="ko-KR" sz="700" u="none" strike="noStrike" kern="1200" dirty="0">
                          <a:solidFill>
                            <a:schemeClr val="tx1"/>
                          </a:solidFill>
                          <a:effectLst/>
                          <a:latin typeface="페이퍼로지 4 Regular" pitchFamily="2" charset="-127"/>
                          <a:ea typeface="페이퍼로지 4 Regular" pitchFamily="2" charset="-127"/>
                          <a:cs typeface="+mn-cs"/>
                        </a:rPr>
                        <a:t>AI </a:t>
                      </a:r>
                      <a:r>
                        <a:rPr lang="ko-KR" altLang="en-US" sz="700" u="none" strike="noStrike" kern="1200" dirty="0">
                          <a:solidFill>
                            <a:schemeClr val="tx1"/>
                          </a:solidFill>
                          <a:effectLst/>
                          <a:latin typeface="페이퍼로지 4 Regular" pitchFamily="2" charset="-127"/>
                          <a:ea typeface="페이퍼로지 4 Regular" pitchFamily="2" charset="-127"/>
                          <a:cs typeface="+mn-cs"/>
                        </a:rPr>
                        <a:t>모델 결과 현장 실증</a:t>
                      </a:r>
                      <a:r>
                        <a:rPr lang="en-US" altLang="ko-KR" sz="700" u="none" strike="noStrike" kern="1200" dirty="0">
                          <a:solidFill>
                            <a:schemeClr val="tx1"/>
                          </a:solidFill>
                          <a:effectLst/>
                          <a:latin typeface="페이퍼로지 4 Regular" pitchFamily="2" charset="-127"/>
                          <a:ea typeface="페이퍼로지 4 Regular" pitchFamily="2" charset="-127"/>
                          <a:cs typeface="+mn-cs"/>
                        </a:rPr>
                        <a:t>·</a:t>
                      </a:r>
                      <a:r>
                        <a:rPr lang="ko-KR" altLang="en-US" sz="700" u="none" strike="noStrike" kern="1200" dirty="0">
                          <a:solidFill>
                            <a:schemeClr val="tx1"/>
                          </a:solidFill>
                          <a:effectLst/>
                          <a:latin typeface="페이퍼로지 4 Regular" pitchFamily="2" charset="-127"/>
                          <a:ea typeface="페이퍼로지 4 Regular" pitchFamily="2" charset="-127"/>
                          <a:cs typeface="+mn-cs"/>
                        </a:rPr>
                        <a:t>피드백</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marL="0" algn="l" defTabSz="914400" rtl="0" eaLnBrk="1" fontAlgn="t" latinLnBrk="0" hangingPunct="1">
                        <a:buNone/>
                      </a:pP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AI </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모델의 예측 결과를 현장에서 실증 검증하고</a:t>
                      </a:r>
                      <a:r>
                        <a:rPr lang="en-US" altLang="ko-KR"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 </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정량적 개선 사항을 데이터 </a:t>
                      </a:r>
                      <a:r>
                        <a:rPr lang="ko-KR" altLang="en-US" sz="700" u="none" strike="noStrike" kern="1200" dirty="0" err="1">
                          <a:solidFill>
                            <a:schemeClr val="tx1">
                              <a:lumMod val="75000"/>
                              <a:lumOff val="25000"/>
                            </a:schemeClr>
                          </a:solidFill>
                          <a:effectLst/>
                          <a:latin typeface="페이퍼로지 3 Light" pitchFamily="2" charset="-127"/>
                          <a:ea typeface="페이퍼로지 3 Light" pitchFamily="2" charset="-127"/>
                          <a:cs typeface="+mn-cs"/>
                        </a:rPr>
                        <a:t>사이언티스트에게</a:t>
                      </a:r>
                      <a:r>
                        <a:rPr lang="ko-KR" altLang="en-US" sz="700" u="none" strike="noStrike" kern="1200" dirty="0">
                          <a:solidFill>
                            <a:schemeClr val="tx1">
                              <a:lumMod val="75000"/>
                              <a:lumOff val="25000"/>
                            </a:schemeClr>
                          </a:solidFill>
                          <a:effectLst/>
                          <a:latin typeface="페이퍼로지 3 Light" pitchFamily="2" charset="-127"/>
                          <a:ea typeface="페이퍼로지 3 Light" pitchFamily="2" charset="-127"/>
                          <a:cs typeface="+mn-cs"/>
                        </a:rPr>
                        <a:t> 피드백</a:t>
                      </a:r>
                    </a:p>
                  </a:txBody>
                  <a:tcPr marL="36000" marR="36000" marT="0" marB="0">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917935721"/>
                  </a:ext>
                </a:extLst>
              </a:tr>
              <a:tr h="109483">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marL="1588" indent="-1588" algn="ctr" defTabSz="914400" rtl="0" eaLnBrk="1" latinLnBrk="0" hangingPunct="1">
                        <a:lnSpc>
                          <a:spcPct val="100000"/>
                        </a:lnSpc>
                        <a:spcAft>
                          <a:spcPts val="300"/>
                        </a:spcAft>
                        <a:buFontTx/>
                        <a:buNone/>
                      </a:pPr>
                      <a:r>
                        <a:rPr lang="en-US" altLang="ko-KR" sz="700" kern="1200" spc="-50" baseline="0" dirty="0">
                          <a:solidFill>
                            <a:schemeClr val="tx1">
                              <a:lumMod val="75000"/>
                              <a:lumOff val="25000"/>
                            </a:schemeClr>
                          </a:solidFill>
                          <a:latin typeface="페이퍼로지 4 Regular" pitchFamily="2" charset="-127"/>
                          <a:ea typeface="페이퍼로지 4 Regular" pitchFamily="2" charset="-127"/>
                          <a:cs typeface="+mn-cs"/>
                        </a:rPr>
                        <a:t>…</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marL="1588" indent="-1588" algn="ctr" defTabSz="914400" rtl="0" eaLnBrk="1" latinLnBrk="0" hangingPunct="1">
                        <a:lnSpc>
                          <a:spcPct val="100000"/>
                        </a:lnSpc>
                        <a:spcAft>
                          <a:spcPts val="300"/>
                        </a:spcAft>
                        <a:buFontTx/>
                        <a:buNone/>
                      </a:pPr>
                      <a:r>
                        <a:rPr lang="en-US" altLang="ko-KR" sz="700" kern="1200" spc="-50" baseline="0" dirty="0">
                          <a:solidFill>
                            <a:schemeClr val="tx1">
                              <a:lumMod val="75000"/>
                              <a:lumOff val="25000"/>
                            </a:schemeClr>
                          </a:solidFill>
                          <a:latin typeface="페이퍼로지 4 Regular" pitchFamily="2" charset="-127"/>
                          <a:ea typeface="페이퍼로지 4 Regular" pitchFamily="2" charset="-127"/>
                          <a:cs typeface="+mn-cs"/>
                        </a:rPr>
                        <a:t>…</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marL="1588" indent="-1588" algn="ctr" defTabSz="914400" rtl="0" eaLnBrk="1" latinLnBrk="0" hangingPunct="1">
                        <a:lnSpc>
                          <a:spcPct val="100000"/>
                        </a:lnSpc>
                        <a:spcAft>
                          <a:spcPts val="300"/>
                        </a:spcAft>
                        <a:buFontTx/>
                        <a:buNone/>
                      </a:pPr>
                      <a:r>
                        <a:rPr lang="en-US" altLang="ko-KR" sz="700" kern="1200" spc="-50" baseline="0" dirty="0">
                          <a:solidFill>
                            <a:schemeClr val="tx1">
                              <a:lumMod val="75000"/>
                              <a:lumOff val="25000"/>
                            </a:schemeClr>
                          </a:solidFill>
                          <a:latin typeface="페이퍼로지 4 Regular" pitchFamily="2" charset="-127"/>
                          <a:ea typeface="페이퍼로지 4 Regular" pitchFamily="2" charset="-127"/>
                          <a:cs typeface="+mn-cs"/>
                        </a:rPr>
                        <a:t>…</a:t>
                      </a: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4155498608"/>
                  </a:ext>
                </a:extLst>
              </a:tr>
            </a:tbl>
          </a:graphicData>
        </a:graphic>
      </p:graphicFrame>
      <p:grpSp>
        <p:nvGrpSpPr>
          <p:cNvPr id="28" name="그룹 27">
            <a:extLst>
              <a:ext uri="{FF2B5EF4-FFF2-40B4-BE49-F238E27FC236}">
                <a16:creationId xmlns:a16="http://schemas.microsoft.com/office/drawing/2014/main" id="{E0E59ACB-5AA4-B480-CBC8-1BA36E1A8494}"/>
              </a:ext>
            </a:extLst>
          </p:cNvPr>
          <p:cNvGrpSpPr/>
          <p:nvPr/>
        </p:nvGrpSpPr>
        <p:grpSpPr>
          <a:xfrm>
            <a:off x="719615" y="1963786"/>
            <a:ext cx="4079389" cy="1918987"/>
            <a:chOff x="386755" y="1963786"/>
            <a:chExt cx="4412250" cy="1918987"/>
          </a:xfrm>
        </p:grpSpPr>
        <p:sp>
          <p:nvSpPr>
            <p:cNvPr id="29" name="TextBox 28">
              <a:extLst>
                <a:ext uri="{FF2B5EF4-FFF2-40B4-BE49-F238E27FC236}">
                  <a16:creationId xmlns:a16="http://schemas.microsoft.com/office/drawing/2014/main" id="{ED2BF813-2159-E161-06F0-639D75685FA8}"/>
                </a:ext>
              </a:extLst>
            </p:cNvPr>
            <p:cNvSpPr txBox="1"/>
            <p:nvPr/>
          </p:nvSpPr>
          <p:spPr>
            <a:xfrm>
              <a:off x="1444051" y="1963786"/>
              <a:ext cx="3354954" cy="1918987"/>
            </a:xfrm>
            <a:prstGeom prst="rect">
              <a:avLst/>
            </a:prstGeom>
            <a:noFill/>
          </p:spPr>
          <p:txBody>
            <a:bodyPr wrap="square" rtlCol="0" anchor="ctr">
              <a:spAutoFit/>
            </a:bodyPr>
            <a:lstStyle/>
            <a:p>
              <a:pPr algn="l" defTabSz="457200" eaLnBrk="1" fontAlgn="auto" hangingPunct="1">
                <a:lnSpc>
                  <a:spcPct val="120000"/>
                </a:lnSpc>
                <a:spcBef>
                  <a:spcPts val="0"/>
                </a:spcBef>
                <a:spcAft>
                  <a:spcPts val="200"/>
                </a:spcAft>
                <a:buFontTx/>
                <a:buNone/>
                <a:defRPr/>
              </a:pPr>
              <a:r>
                <a:rPr lang="en-US" altLang="ko-KR" sz="1050" spc="-50" dirty="0">
                  <a:solidFill>
                    <a:srgbClr val="0078A2"/>
                  </a:solidFill>
                  <a:latin typeface="페이퍼로지 6 SemiBold" pitchFamily="2" charset="-127"/>
                  <a:ea typeface="페이퍼로지 6 SemiBold" pitchFamily="2" charset="-127"/>
                </a:rPr>
                <a:t>[</a:t>
              </a:r>
              <a:r>
                <a:rPr lang="ko-KR" altLang="en-US" sz="1050" spc="-50" dirty="0">
                  <a:solidFill>
                    <a:srgbClr val="0078A2"/>
                  </a:solidFill>
                  <a:latin typeface="페이퍼로지 6 SemiBold" pitchFamily="2" charset="-127"/>
                  <a:ea typeface="페이퍼로지 6 SemiBold" pitchFamily="2" charset="-127"/>
                </a:rPr>
                <a:t>국내</a:t>
              </a:r>
              <a:r>
                <a:rPr lang="en-US" altLang="ko-KR" sz="1050" spc="-50" dirty="0">
                  <a:solidFill>
                    <a:srgbClr val="0078A2"/>
                  </a:solidFill>
                  <a:latin typeface="페이퍼로지 6 SemiBold" pitchFamily="2" charset="-127"/>
                  <a:ea typeface="페이퍼로지 6 SemiBold" pitchFamily="2" charset="-127"/>
                </a:rPr>
                <a:t>]</a:t>
              </a:r>
            </a:p>
            <a:p>
              <a:pPr marL="171450" indent="-171450" algn="l" defTabSz="457200" eaLnBrk="1" fontAlgn="auto" hangingPunct="1">
                <a:lnSpc>
                  <a:spcPct val="120000"/>
                </a:lnSpc>
                <a:spcBef>
                  <a:spcPts val="0"/>
                </a:spcBef>
                <a:spcAft>
                  <a:spcPts val="200"/>
                </a:spcAft>
                <a:buFont typeface="Wingdings" pitchFamily="2" charset="2"/>
                <a:buChar char="ü"/>
                <a:defRPr/>
              </a:pPr>
              <a:r>
                <a:rPr lang="ko-KR" altLang="en-US" sz="1050" spc="-50" dirty="0" err="1">
                  <a:solidFill>
                    <a:srgbClr val="0078A2"/>
                  </a:solidFill>
                  <a:latin typeface="페이퍼로지 6 SemiBold" pitchFamily="2" charset="-127"/>
                  <a:ea typeface="페이퍼로지 6 SemiBold" pitchFamily="2" charset="-127"/>
                </a:rPr>
                <a:t>고용노동부·한국산업인력공단</a:t>
              </a:r>
              <a:r>
                <a:rPr lang="en-US" altLang="ko-KR" sz="1050" spc="-50" dirty="0">
                  <a:solidFill>
                    <a:srgbClr val="0078A2"/>
                  </a:solidFill>
                  <a:latin typeface="페이퍼로지 6 SemiBold" pitchFamily="2" charset="-127"/>
                  <a:ea typeface="페이퍼로지 6 SemiBold" pitchFamily="2" charset="-127"/>
                </a:rPr>
                <a:t>(2025</a:t>
              </a:r>
              <a:r>
                <a:rPr lang="en-US" altLang="ko-KR" sz="1050" spc="-50" dirty="0">
                  <a:solidFill>
                    <a:srgbClr val="70AD47">
                      <a:lumMod val="50000"/>
                    </a:srgbClr>
                  </a:solidFill>
                  <a:latin typeface="페이퍼로지 6 SemiBold" pitchFamily="2" charset="-127"/>
                  <a:ea typeface="페이퍼로지 6 SemiBold" pitchFamily="2" charset="-127"/>
                </a:rPr>
                <a:t>).</a:t>
              </a:r>
              <a:r>
                <a:rPr lang="en-US" altLang="ko-KR" sz="1050" spc="-50" dirty="0">
                  <a:solidFill>
                    <a:srgbClr val="70AD47">
                      <a:lumMod val="50000"/>
                    </a:srgbClr>
                  </a:solidFill>
                  <a:latin typeface="페이퍼로지 4 Regular" pitchFamily="2" charset="-127"/>
                  <a:ea typeface="페이퍼로지 4 Regular" pitchFamily="2" charset="-127"/>
                </a:rPr>
                <a:t> </a:t>
              </a:r>
              <a:r>
                <a:rPr lang="en-US" altLang="ko-KR" sz="1050" spc="-50" dirty="0">
                  <a:solidFill>
                    <a:prstClr val="black"/>
                  </a:solidFill>
                  <a:latin typeface="페이퍼로지 4 Regular" pitchFamily="2" charset="-127"/>
                  <a:ea typeface="페이퍼로지 4 Regular" pitchFamily="2" charset="-127"/>
                </a:rPr>
                <a:t>2025</a:t>
              </a:r>
              <a:r>
                <a:rPr lang="ko-KR" altLang="en-US" sz="1050" spc="-50" dirty="0">
                  <a:solidFill>
                    <a:prstClr val="black"/>
                  </a:solidFill>
                  <a:latin typeface="페이퍼로지 4 Regular" pitchFamily="2" charset="-127"/>
                  <a:ea typeface="페이퍼로지 4 Regular" pitchFamily="2" charset="-127"/>
                </a:rPr>
                <a:t>년 국가직무능력표준</a:t>
              </a:r>
              <a:r>
                <a:rPr lang="en-US" altLang="ko-KR" sz="1050" spc="-50" dirty="0">
                  <a:solidFill>
                    <a:prstClr val="black"/>
                  </a:solidFill>
                  <a:latin typeface="페이퍼로지 4 Regular" pitchFamily="2" charset="-127"/>
                  <a:ea typeface="페이퍼로지 4 Regular" pitchFamily="2" charset="-127"/>
                </a:rPr>
                <a:t>(NCS) </a:t>
              </a:r>
              <a:r>
                <a:rPr lang="ko-KR" altLang="en-US" sz="1050" spc="-50" dirty="0">
                  <a:solidFill>
                    <a:prstClr val="black"/>
                  </a:solidFill>
                  <a:latin typeface="페이퍼로지 4 Regular" pitchFamily="2" charset="-127"/>
                  <a:ea typeface="페이퍼로지 4 Regular" pitchFamily="2" charset="-127"/>
                </a:rPr>
                <a:t>개정 확정</a:t>
              </a:r>
              <a:r>
                <a:rPr lang="en-US" altLang="ko-KR" sz="1050" spc="-50" dirty="0">
                  <a:solidFill>
                    <a:prstClr val="black"/>
                  </a:solidFill>
                  <a:latin typeface="페이퍼로지 4 Regular" pitchFamily="2" charset="-127"/>
                  <a:ea typeface="페이퍼로지 4 Regular" pitchFamily="2" charset="-127"/>
                </a:rPr>
                <a:t>·</a:t>
              </a:r>
              <a:r>
                <a:rPr lang="ko-KR" altLang="en-US" sz="1050" spc="-50" dirty="0">
                  <a:solidFill>
                    <a:prstClr val="black"/>
                  </a:solidFill>
                  <a:latin typeface="페이퍼로지 4 Regular" pitchFamily="2" charset="-127"/>
                  <a:ea typeface="페이퍼로지 4 Regular" pitchFamily="2" charset="-127"/>
                </a:rPr>
                <a:t>고시</a:t>
              </a:r>
              <a:r>
                <a:rPr lang="en-US" altLang="ko-KR" sz="1050" spc="-50" dirty="0">
                  <a:solidFill>
                    <a:prstClr val="black"/>
                  </a:solidFill>
                  <a:latin typeface="페이퍼로지 4 Regular" pitchFamily="2" charset="-127"/>
                  <a:ea typeface="페이퍼로지 4 Regular" pitchFamily="2" charset="-127"/>
                </a:rPr>
                <a:t> : </a:t>
              </a:r>
              <a:r>
                <a:rPr lang="ko-KR" altLang="en-US" sz="1050" spc="-50" dirty="0">
                  <a:solidFill>
                    <a:prstClr val="black"/>
                  </a:solidFill>
                  <a:latin typeface="페이퍼로지 4 Regular" pitchFamily="2" charset="-127"/>
                  <a:ea typeface="페이퍼로지 4 Regular" pitchFamily="2" charset="-127"/>
                </a:rPr>
                <a:t>인공지능 관련 직무</a:t>
              </a:r>
              <a:endParaRPr lang="en-US" altLang="ko-KR" sz="1050" spc="-50" dirty="0">
                <a:solidFill>
                  <a:prstClr val="black"/>
                </a:solidFill>
                <a:latin typeface="페이퍼로지 4 Regular" pitchFamily="2" charset="-127"/>
                <a:ea typeface="페이퍼로지 4 Regular" pitchFamily="2" charset="-127"/>
              </a:endParaRPr>
            </a:p>
            <a:p>
              <a:pPr marL="171450" indent="-171450" algn="l" defTabSz="457200" eaLnBrk="1" fontAlgn="auto" hangingPunct="1">
                <a:lnSpc>
                  <a:spcPct val="120000"/>
                </a:lnSpc>
                <a:spcBef>
                  <a:spcPts val="0"/>
                </a:spcBef>
                <a:spcAft>
                  <a:spcPts val="200"/>
                </a:spcAft>
                <a:buFont typeface="Wingdings" pitchFamily="2" charset="2"/>
                <a:buChar char="ü"/>
                <a:defRPr/>
              </a:pPr>
              <a:r>
                <a:rPr lang="ko-KR" altLang="en-US" sz="1050" spc="-50" dirty="0" err="1">
                  <a:solidFill>
                    <a:srgbClr val="0078A2"/>
                  </a:solidFill>
                  <a:latin typeface="페이퍼로지 6 SemiBold" pitchFamily="2" charset="-127"/>
                  <a:ea typeface="페이퍼로지 6 SemiBold" pitchFamily="2" charset="-127"/>
                </a:rPr>
                <a:t>삼일PwC경영연구원</a:t>
              </a:r>
              <a:r>
                <a:rPr lang="en-US" altLang="ko-KR" sz="1050" spc="-50" dirty="0">
                  <a:solidFill>
                    <a:srgbClr val="0078A2"/>
                  </a:solidFill>
                  <a:latin typeface="페이퍼로지 6 SemiBold" pitchFamily="2" charset="-127"/>
                  <a:ea typeface="페이퍼로지 6 SemiBold" pitchFamily="2" charset="-127"/>
                </a:rPr>
                <a:t>(2026.3</a:t>
              </a:r>
              <a:r>
                <a:rPr lang="en-US" altLang="ko-KR" sz="1050" spc="-50" dirty="0">
                  <a:solidFill>
                    <a:srgbClr val="70AD47">
                      <a:lumMod val="50000"/>
                    </a:srgbClr>
                  </a:solidFill>
                  <a:latin typeface="페이퍼로지 6 SemiBold" pitchFamily="2" charset="-127"/>
                  <a:ea typeface="페이퍼로지 6 SemiBold" pitchFamily="2" charset="-127"/>
                </a:rPr>
                <a:t>).</a:t>
              </a:r>
              <a:r>
                <a:rPr lang="ko-KR" altLang="en-US" sz="1050" spc="-50" dirty="0">
                  <a:solidFill>
                    <a:srgbClr val="70AD47">
                      <a:lumMod val="50000"/>
                    </a:srgbClr>
                  </a:solidFill>
                  <a:latin typeface="페이퍼로지 6 SemiBold" pitchFamily="2" charset="-127"/>
                  <a:ea typeface="페이퍼로지 6 SemiBold" pitchFamily="2" charset="-127"/>
                </a:rPr>
                <a:t> </a:t>
              </a:r>
              <a:r>
                <a:rPr lang="ko-KR" altLang="en-US" sz="1050" spc="-50" dirty="0">
                  <a:solidFill>
                    <a:prstClr val="black"/>
                  </a:solidFill>
                  <a:latin typeface="페이퍼로지 4 Regular" pitchFamily="2" charset="-127"/>
                  <a:ea typeface="페이퍼로지 4 Regular" pitchFamily="2" charset="-127"/>
                </a:rPr>
                <a:t>제조업, </a:t>
              </a:r>
              <a:r>
                <a:rPr lang="ko-KR" altLang="en-US" sz="1050" spc="-50" dirty="0" err="1">
                  <a:solidFill>
                    <a:prstClr val="black"/>
                  </a:solidFill>
                  <a:latin typeface="페이퍼로지 4 Regular" pitchFamily="2" charset="-127"/>
                  <a:ea typeface="페이퍼로지 4 Regular" pitchFamily="2" charset="-127"/>
                </a:rPr>
                <a:t>AI로</a:t>
              </a:r>
              <a:r>
                <a:rPr lang="ko-KR" altLang="en-US" sz="1050" spc="-50" dirty="0">
                  <a:solidFill>
                    <a:prstClr val="black"/>
                  </a:solidFill>
                  <a:latin typeface="페이퍼로지 4 Regular" pitchFamily="2" charset="-127"/>
                  <a:ea typeface="페이퍼로지 4 Regular" pitchFamily="2" charset="-127"/>
                </a:rPr>
                <a:t> 다시 설계되다</a:t>
              </a:r>
              <a:r>
                <a:rPr lang="en-US" altLang="ko-KR" sz="1050" spc="-50" dirty="0">
                  <a:solidFill>
                    <a:prstClr val="black"/>
                  </a:solidFill>
                  <a:latin typeface="페이퍼로지 4 Regular" pitchFamily="2" charset="-127"/>
                  <a:ea typeface="페이퍼로지 4 Regular" pitchFamily="2" charset="-127"/>
                </a:rPr>
                <a:t>.</a:t>
              </a:r>
            </a:p>
            <a:p>
              <a:pPr marL="171450" indent="-171450" algn="l" defTabSz="457200" eaLnBrk="1" fontAlgn="auto" hangingPunct="1">
                <a:lnSpc>
                  <a:spcPct val="120000"/>
                </a:lnSpc>
                <a:spcBef>
                  <a:spcPts val="0"/>
                </a:spcBef>
                <a:spcAft>
                  <a:spcPts val="200"/>
                </a:spcAft>
                <a:buFont typeface="Wingdings" pitchFamily="2" charset="2"/>
                <a:buChar char="ü"/>
                <a:defRPr/>
              </a:pPr>
              <a:r>
                <a:rPr lang="ko-KR" altLang="en-US" sz="1050" spc="-50" dirty="0">
                  <a:solidFill>
                    <a:srgbClr val="0078A2"/>
                  </a:solidFill>
                  <a:latin typeface="페이퍼로지 6 SemiBold" pitchFamily="2" charset="-127"/>
                  <a:ea typeface="페이퍼로지 6 SemiBold" pitchFamily="2" charset="-127"/>
                </a:rPr>
                <a:t>김은경 외</a:t>
              </a:r>
              <a:r>
                <a:rPr lang="en-US" altLang="ko-KR" sz="1050" spc="-50" dirty="0">
                  <a:solidFill>
                    <a:srgbClr val="0078A2"/>
                  </a:solidFill>
                  <a:latin typeface="페이퍼로지 6 SemiBold" pitchFamily="2" charset="-127"/>
                  <a:ea typeface="페이퍼로지 6 SemiBold" pitchFamily="2" charset="-127"/>
                </a:rPr>
                <a:t>(2024).</a:t>
              </a:r>
              <a:r>
                <a:rPr lang="ko-KR" altLang="en-US" sz="1050" spc="-50" dirty="0">
                  <a:solidFill>
                    <a:srgbClr val="0078A2"/>
                  </a:solidFill>
                  <a:latin typeface="페이퍼로지 4 Regular" pitchFamily="2" charset="-127"/>
                  <a:ea typeface="페이퍼로지 4 Regular" pitchFamily="2" charset="-127"/>
                </a:rPr>
                <a:t> </a:t>
              </a:r>
              <a:r>
                <a:rPr lang="ko-KR" altLang="en-US" sz="1050" spc="-50" dirty="0">
                  <a:solidFill>
                    <a:prstClr val="black"/>
                  </a:solidFill>
                  <a:latin typeface="페이퍼로지 4 Regular" pitchFamily="2" charset="-127"/>
                  <a:ea typeface="페이퍼로지 4 Regular" pitchFamily="2" charset="-127"/>
                </a:rPr>
                <a:t>스킬 모델링을 활용한 </a:t>
              </a:r>
              <a:r>
                <a:rPr lang="en-US" altLang="ko-KR" sz="1050" spc="-50" dirty="0">
                  <a:solidFill>
                    <a:prstClr val="black"/>
                  </a:solidFill>
                  <a:latin typeface="페이퍼로지 4 Regular" pitchFamily="2" charset="-127"/>
                  <a:ea typeface="페이퍼로지 4 Regular" pitchFamily="2" charset="-127"/>
                </a:rPr>
                <a:t>HRD </a:t>
              </a:r>
              <a:r>
                <a:rPr lang="ko-KR" altLang="en-US" sz="1050" spc="-50" dirty="0">
                  <a:solidFill>
                    <a:prstClr val="black"/>
                  </a:solidFill>
                  <a:latin typeface="페이퍼로지 4 Regular" pitchFamily="2" charset="-127"/>
                  <a:ea typeface="페이퍼로지 4 Regular" pitchFamily="2" charset="-127"/>
                </a:rPr>
                <a:t>담당자의 스킬</a:t>
              </a:r>
              <a:r>
                <a:rPr lang="en-US" altLang="ko-KR" sz="1050" spc="-50" dirty="0">
                  <a:solidFill>
                    <a:prstClr val="black"/>
                  </a:solidFill>
                  <a:latin typeface="페이퍼로지 4 Regular" pitchFamily="2" charset="-127"/>
                  <a:ea typeface="페이퍼로지 4 Regular" pitchFamily="2" charset="-127"/>
                </a:rPr>
                <a:t>(skill) </a:t>
              </a:r>
              <a:r>
                <a:rPr lang="ko-KR" altLang="en-US" sz="1050" spc="-50" dirty="0">
                  <a:solidFill>
                    <a:prstClr val="black"/>
                  </a:solidFill>
                  <a:latin typeface="페이퍼로지 4 Regular" pitchFamily="2" charset="-127"/>
                  <a:ea typeface="페이퍼로지 4 Regular" pitchFamily="2" charset="-127"/>
                </a:rPr>
                <a:t>분석</a:t>
              </a:r>
              <a:endParaRPr lang="en-US" altLang="ko-KR" sz="1050" spc="-50" dirty="0">
                <a:solidFill>
                  <a:prstClr val="black"/>
                </a:solidFill>
                <a:latin typeface="페이퍼로지 4 Regular" pitchFamily="2" charset="-127"/>
                <a:ea typeface="페이퍼로지 4 Regular" pitchFamily="2" charset="-127"/>
              </a:endParaRPr>
            </a:p>
            <a:p>
              <a:pPr marL="171450" indent="-171450" algn="l" defTabSz="457200" eaLnBrk="1" fontAlgn="auto" hangingPunct="1">
                <a:lnSpc>
                  <a:spcPct val="120000"/>
                </a:lnSpc>
                <a:spcBef>
                  <a:spcPts val="0"/>
                </a:spcBef>
                <a:spcAft>
                  <a:spcPts val="200"/>
                </a:spcAft>
                <a:buFont typeface="Wingdings" pitchFamily="2" charset="2"/>
                <a:buChar char="ü"/>
                <a:defRPr/>
              </a:pPr>
              <a:r>
                <a:rPr lang="ko-KR" altLang="en-US" sz="1050" spc="-50" dirty="0">
                  <a:solidFill>
                    <a:srgbClr val="0078A2"/>
                  </a:solidFill>
                  <a:latin typeface="페이퍼로지 6 SemiBold" pitchFamily="2" charset="-127"/>
                  <a:ea typeface="페이퍼로지 6 SemiBold" pitchFamily="2" charset="-127"/>
                </a:rPr>
                <a:t>한국직업능력연구원(</a:t>
              </a:r>
              <a:r>
                <a:rPr lang="en-US" altLang="ko-KR" sz="1050" spc="-50" dirty="0">
                  <a:solidFill>
                    <a:srgbClr val="0078A2"/>
                  </a:solidFill>
                  <a:latin typeface="페이퍼로지 6 SemiBold" pitchFamily="2" charset="-127"/>
                  <a:ea typeface="페이퍼로지 6 SemiBold" pitchFamily="2" charset="-127"/>
                </a:rPr>
                <a:t>2024</a:t>
              </a:r>
              <a:r>
                <a:rPr lang="ko-KR" altLang="en-US" sz="1050" spc="-50" dirty="0">
                  <a:solidFill>
                    <a:srgbClr val="0078A2"/>
                  </a:solidFill>
                  <a:latin typeface="페이퍼로지 6 SemiBold" pitchFamily="2" charset="-127"/>
                  <a:ea typeface="페이퍼로지 6 SemiBold" pitchFamily="2" charset="-127"/>
                </a:rPr>
                <a:t>)</a:t>
              </a:r>
              <a:r>
                <a:rPr lang="en-US" altLang="ko-KR" sz="1050" spc="-50" dirty="0">
                  <a:solidFill>
                    <a:srgbClr val="0078A2"/>
                  </a:solidFill>
                  <a:latin typeface="페이퍼로지 6 SemiBold" pitchFamily="2" charset="-127"/>
                  <a:ea typeface="페이퍼로지 6 SemiBold" pitchFamily="2" charset="-127"/>
                </a:rPr>
                <a:t>.</a:t>
              </a:r>
              <a:r>
                <a:rPr lang="ko-KR" altLang="en-US" sz="1050" spc="-50" dirty="0">
                  <a:solidFill>
                    <a:srgbClr val="0078A2"/>
                  </a:solidFill>
                  <a:latin typeface="페이퍼로지 4 Regular" pitchFamily="2" charset="-127"/>
                  <a:ea typeface="페이퍼로지 4 Regular" pitchFamily="2" charset="-127"/>
                </a:rPr>
                <a:t> </a:t>
              </a:r>
              <a:r>
                <a:rPr lang="ko-KR" altLang="en-US" sz="1050" spc="-50" dirty="0">
                  <a:solidFill>
                    <a:prstClr val="black"/>
                  </a:solidFill>
                  <a:latin typeface="페이퍼로지 4 Regular" pitchFamily="2" charset="-127"/>
                  <a:ea typeface="페이퍼로지 4 Regular" pitchFamily="2" charset="-127"/>
                </a:rPr>
                <a:t>산업의 디지털 전환 현황과 혁신 활성화를 위한 연구</a:t>
              </a:r>
              <a:r>
                <a:rPr lang="en-US" altLang="ko-KR" sz="1050" spc="-50" dirty="0">
                  <a:solidFill>
                    <a:prstClr val="black"/>
                  </a:solidFill>
                  <a:latin typeface="페이퍼로지 4 Regular" pitchFamily="2" charset="-127"/>
                  <a:ea typeface="페이퍼로지 4 Regular" pitchFamily="2" charset="-127"/>
                </a:rPr>
                <a:t>.</a:t>
              </a:r>
            </a:p>
          </p:txBody>
        </p:sp>
        <p:grpSp>
          <p:nvGrpSpPr>
            <p:cNvPr id="30" name="그룹 29">
              <a:extLst>
                <a:ext uri="{FF2B5EF4-FFF2-40B4-BE49-F238E27FC236}">
                  <a16:creationId xmlns:a16="http://schemas.microsoft.com/office/drawing/2014/main" id="{8DEFE018-D863-D825-B586-D75A551636A7}"/>
                </a:ext>
              </a:extLst>
            </p:cNvPr>
            <p:cNvGrpSpPr/>
            <p:nvPr/>
          </p:nvGrpSpPr>
          <p:grpSpPr>
            <a:xfrm>
              <a:off x="386755" y="2239440"/>
              <a:ext cx="962979" cy="1468607"/>
              <a:chOff x="344488" y="1988016"/>
              <a:chExt cx="962979" cy="1468607"/>
            </a:xfrm>
          </p:grpSpPr>
          <p:pic>
            <p:nvPicPr>
              <p:cNvPr id="31" name="그림 30" descr="텍스트, 종이, 책, 종이 제품이(가) 표시된 사진&#10;&#10;자동 생성된 설명">
                <a:extLst>
                  <a:ext uri="{FF2B5EF4-FFF2-40B4-BE49-F238E27FC236}">
                    <a16:creationId xmlns:a16="http://schemas.microsoft.com/office/drawing/2014/main" id="{10ACFA66-F576-6478-2ED8-4CA2EEF7BB5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4488" y="1988016"/>
                <a:ext cx="962979" cy="1158471"/>
              </a:xfrm>
              <a:prstGeom prst="rect">
                <a:avLst/>
              </a:prstGeom>
            </p:spPr>
          </p:pic>
          <p:sp>
            <p:nvSpPr>
              <p:cNvPr id="32" name="TextBox 31">
                <a:extLst>
                  <a:ext uri="{FF2B5EF4-FFF2-40B4-BE49-F238E27FC236}">
                    <a16:creationId xmlns:a16="http://schemas.microsoft.com/office/drawing/2014/main" id="{CF305036-3787-9D11-03AD-EF3CD0FE08EC}"/>
                  </a:ext>
                </a:extLst>
              </p:cNvPr>
              <p:cNvSpPr txBox="1"/>
              <p:nvPr/>
            </p:nvSpPr>
            <p:spPr>
              <a:xfrm>
                <a:off x="442784" y="3211941"/>
                <a:ext cx="766386" cy="244682"/>
              </a:xfrm>
              <a:prstGeom prst="rect">
                <a:avLst/>
              </a:prstGeom>
              <a:noFill/>
            </p:spPr>
            <p:txBody>
              <a:bodyPr wrap="square">
                <a:spAutoFit/>
              </a:bodyPr>
              <a:lstStyle/>
              <a:p>
                <a:pPr defTabSz="457200" eaLnBrk="1" fontAlgn="auto" latinLnBrk="0" hangingPunct="1">
                  <a:lnSpc>
                    <a:spcPct val="120000"/>
                  </a:lnSpc>
                  <a:spcBef>
                    <a:spcPts val="0"/>
                  </a:spcBef>
                  <a:spcAft>
                    <a:spcPts val="0"/>
                  </a:spcAft>
                  <a:buFontTx/>
                  <a:buNone/>
                  <a:defRPr/>
                </a:pPr>
                <a:r>
                  <a:rPr lang="en-US" altLang="ko-KR" sz="900" spc="-50" dirty="0">
                    <a:solidFill>
                      <a:prstClr val="black"/>
                    </a:solidFill>
                    <a:latin typeface="페이퍼로지 4 Regular" pitchFamily="2" charset="-127"/>
                    <a:ea typeface="페이퍼로지 4 Regular" pitchFamily="2" charset="-127"/>
                  </a:rPr>
                  <a:t>[</a:t>
                </a:r>
                <a:r>
                  <a:rPr lang="ko-KR" altLang="en-US" sz="900" spc="-50" dirty="0">
                    <a:solidFill>
                      <a:prstClr val="black"/>
                    </a:solidFill>
                    <a:latin typeface="페이퍼로지 4 Regular" pitchFamily="2" charset="-127"/>
                    <a:ea typeface="페이퍼로지 4 Regular" pitchFamily="2" charset="-127"/>
                  </a:rPr>
                  <a:t>문헌분석</a:t>
                </a:r>
                <a:r>
                  <a:rPr lang="en-US" altLang="ko-KR" sz="900" spc="-50" dirty="0">
                    <a:solidFill>
                      <a:prstClr val="black"/>
                    </a:solidFill>
                    <a:latin typeface="페이퍼로지 4 Regular" pitchFamily="2" charset="-127"/>
                    <a:ea typeface="페이퍼로지 4 Regular" pitchFamily="2" charset="-127"/>
                  </a:rPr>
                  <a:t>]</a:t>
                </a:r>
                <a:endParaRPr lang="ko-KR" altLang="en-US" sz="900" spc="-50" dirty="0">
                  <a:solidFill>
                    <a:prstClr val="black"/>
                  </a:solidFill>
                  <a:latin typeface="페이퍼로지 4 Regular" pitchFamily="2" charset="-127"/>
                  <a:ea typeface="페이퍼로지 4 Regular" pitchFamily="2" charset="-127"/>
                </a:endParaRPr>
              </a:p>
            </p:txBody>
          </p:sp>
        </p:grpSp>
      </p:grpSp>
      <p:grpSp>
        <p:nvGrpSpPr>
          <p:cNvPr id="36" name="그룹 35">
            <a:extLst>
              <a:ext uri="{FF2B5EF4-FFF2-40B4-BE49-F238E27FC236}">
                <a16:creationId xmlns:a16="http://schemas.microsoft.com/office/drawing/2014/main" id="{99C1D4B7-07E4-80FB-974E-B0CEBB9C435D}"/>
              </a:ext>
            </a:extLst>
          </p:cNvPr>
          <p:cNvGrpSpPr/>
          <p:nvPr/>
        </p:nvGrpSpPr>
        <p:grpSpPr>
          <a:xfrm>
            <a:off x="596515" y="4052920"/>
            <a:ext cx="4202490" cy="2332433"/>
            <a:chOff x="253610" y="4153578"/>
            <a:chExt cx="4545395" cy="2332433"/>
          </a:xfrm>
        </p:grpSpPr>
        <p:pic>
          <p:nvPicPr>
            <p:cNvPr id="37" name="그림 36" descr="디스플레이, 컴퓨터, 스크린샷, 컴퓨터 모니터이(가) 표시된 사진&#10;&#10;자동 생성된 설명">
              <a:extLst>
                <a:ext uri="{FF2B5EF4-FFF2-40B4-BE49-F238E27FC236}">
                  <a16:creationId xmlns:a16="http://schemas.microsoft.com/office/drawing/2014/main" id="{E0377974-2433-5DF8-C30B-EE6CE6B625F4}"/>
                </a:ext>
              </a:extLst>
            </p:cNvPr>
            <p:cNvPicPr>
              <a:picLocks noChangeAspect="1"/>
            </p:cNvPicPr>
            <p:nvPr/>
          </p:nvPicPr>
          <p:blipFill>
            <a:blip r:embed="rId3" cstate="print">
              <a:extLst>
                <a:ext uri="{BEBA8EAE-BF5A-486C-A8C5-ECC9F3942E4B}">
                  <a14:imgProps xmlns:a14="http://schemas.microsoft.com/office/drawing/2010/main">
                    <a14:imgLayer r:embed="rId4">
                      <a14:imgEffect>
                        <a14:backgroundRemoval t="9910" b="90991" l="9940" r="89759">
                          <a14:foregroundMark x1="24096" y1="69369" x2="72892" y2="72072"/>
                          <a14:foregroundMark x1="38253" y1="87838" x2="62042" y2="87404"/>
                          <a14:foregroundMark x1="62099" y1="87272" x2="61747" y2="86937"/>
                          <a14:foregroundMark x1="77711" y1="13964" x2="78916" y2="52252"/>
                          <a14:foregroundMark x1="78012" y1="16216" x2="34639" y2="15315"/>
                          <a14:foregroundMark x1="21687" y1="11712" x2="64157" y2="11712"/>
                          <a14:foregroundMark x1="64157" y1="11712" x2="81024" y2="68468"/>
                          <a14:foregroundMark x1="78916" y1="66216" x2="78916" y2="66216"/>
                          <a14:foregroundMark x1="80723" y1="68468" x2="77711" y2="32883"/>
                          <a14:foregroundMark x1="82530" y1="15315" x2="80723" y2="38288"/>
                          <a14:foregroundMark x1="81928" y1="13514" x2="64458" y2="11712"/>
                          <a14:foregroundMark x1="81627" y1="26577" x2="61145" y2="73874"/>
                          <a14:foregroundMark x1="79217" y1="71622" x2="79518" y2="61261"/>
                          <a14:foregroundMark x1="72892" y1="71171" x2="81325" y2="71171"/>
                          <a14:foregroundMark x1="81325" y1="73423" x2="82229" y2="17117"/>
                          <a14:foregroundMark x1="21687" y1="11712" x2="18373" y2="66216"/>
                          <a14:foregroundMark x1="18373" y1="66216" x2="22590" y2="71622"/>
                          <a14:foregroundMark x1="17470" y1="67568" x2="18072" y2="14865"/>
                          <a14:foregroundMark x1="18072" y1="14865" x2="21988" y2="13063"/>
                          <a14:foregroundMark x1="49699" y1="75676" x2="49398" y2="83784"/>
                          <a14:backgroundMark x1="32530" y1="91892" x2="36826" y2="91216"/>
                          <a14:backgroundMark x1="67169" y1="88288" x2="64737" y2="89059"/>
                          <a14:backgroundMark x1="61145" y1="92342" x2="61145" y2="92342"/>
                          <a14:backgroundMark x1="59940" y1="92342" x2="64157" y2="92342"/>
                        </a14:backgroundRemoval>
                      </a14:imgEffect>
                    </a14:imgLayer>
                  </a14:imgProps>
                </a:ext>
                <a:ext uri="{28A0092B-C50C-407E-A947-70E740481C1C}">
                  <a14:useLocalDpi xmlns:a14="http://schemas.microsoft.com/office/drawing/2010/main" val="0"/>
                </a:ext>
              </a:extLst>
            </a:blip>
            <a:srcRect l="11715" r="12555"/>
            <a:stretch/>
          </p:blipFill>
          <p:spPr>
            <a:xfrm>
              <a:off x="344986" y="4522150"/>
              <a:ext cx="1046517" cy="920913"/>
            </a:xfrm>
            <a:prstGeom prst="rect">
              <a:avLst/>
            </a:prstGeom>
          </p:spPr>
        </p:pic>
        <p:sp>
          <p:nvSpPr>
            <p:cNvPr id="38" name="TextBox 37">
              <a:extLst>
                <a:ext uri="{FF2B5EF4-FFF2-40B4-BE49-F238E27FC236}">
                  <a16:creationId xmlns:a16="http://schemas.microsoft.com/office/drawing/2014/main" id="{FC490F75-3C59-407A-8E1A-CD55325E4B39}"/>
                </a:ext>
              </a:extLst>
            </p:cNvPr>
            <p:cNvSpPr txBox="1"/>
            <p:nvPr/>
          </p:nvSpPr>
          <p:spPr>
            <a:xfrm>
              <a:off x="253610" y="5401475"/>
              <a:ext cx="1229269" cy="506292"/>
            </a:xfrm>
            <a:prstGeom prst="rect">
              <a:avLst/>
            </a:prstGeom>
            <a:noFill/>
          </p:spPr>
          <p:txBody>
            <a:bodyPr wrap="square">
              <a:spAutoFit/>
            </a:bodyPr>
            <a:lstStyle/>
            <a:p>
              <a:pPr defTabSz="457200" eaLnBrk="1" fontAlgn="auto" latinLnBrk="0" hangingPunct="1">
                <a:lnSpc>
                  <a:spcPct val="120000"/>
                </a:lnSpc>
                <a:spcBef>
                  <a:spcPts val="0"/>
                </a:spcBef>
                <a:spcAft>
                  <a:spcPts val="0"/>
                </a:spcAft>
                <a:buFontTx/>
                <a:buNone/>
                <a:defRPr/>
              </a:pPr>
              <a:r>
                <a:rPr lang="en-US" altLang="ko-KR" sz="900" spc="-50" dirty="0">
                  <a:solidFill>
                    <a:prstClr val="black"/>
                  </a:solidFill>
                  <a:latin typeface="a고딕14" panose="02020600000000000000" pitchFamily="18" charset="-127"/>
                  <a:ea typeface="a고딕14" panose="02020600000000000000" pitchFamily="18" charset="-127"/>
                </a:rPr>
                <a:t>[</a:t>
              </a:r>
              <a:r>
                <a:rPr lang="ko-KR" altLang="en-US" sz="900" spc="-50" dirty="0">
                  <a:solidFill>
                    <a:prstClr val="black"/>
                  </a:solidFill>
                  <a:latin typeface="a고딕14" panose="02020600000000000000" pitchFamily="18" charset="-127"/>
                  <a:ea typeface="a고딕14" panose="02020600000000000000" pitchFamily="18" charset="-127"/>
                </a:rPr>
                <a:t>웹사이트</a:t>
              </a:r>
              <a:r>
                <a:rPr lang="en-US" altLang="ko-KR" sz="900" spc="-50" dirty="0">
                  <a:solidFill>
                    <a:prstClr val="black"/>
                  </a:solidFill>
                  <a:latin typeface="a고딕14" panose="02020600000000000000" pitchFamily="18" charset="-127"/>
                  <a:ea typeface="a고딕14" panose="02020600000000000000" pitchFamily="18" charset="-127"/>
                </a:rPr>
                <a:t>]</a:t>
              </a:r>
            </a:p>
            <a:p>
              <a:pPr defTabSz="457200" eaLnBrk="1" fontAlgn="auto" latinLnBrk="0" hangingPunct="1">
                <a:lnSpc>
                  <a:spcPct val="120000"/>
                </a:lnSpc>
                <a:spcBef>
                  <a:spcPts val="0"/>
                </a:spcBef>
                <a:spcAft>
                  <a:spcPts val="0"/>
                </a:spcAft>
                <a:buFontTx/>
                <a:buNone/>
                <a:defRPr/>
              </a:pPr>
              <a:r>
                <a:rPr lang="en-US" altLang="ko-KR" sz="700" spc="-50" dirty="0">
                  <a:solidFill>
                    <a:prstClr val="black"/>
                  </a:solidFill>
                  <a:latin typeface="a고딕14" panose="02020600000000000000" pitchFamily="18" charset="-127"/>
                  <a:ea typeface="a고딕14" panose="02020600000000000000" pitchFamily="18" charset="-127"/>
                </a:rPr>
                <a:t>(WEF(</a:t>
              </a:r>
              <a:r>
                <a:rPr lang="ko-KR" altLang="en-US" sz="700" spc="-50" dirty="0">
                  <a:solidFill>
                    <a:prstClr val="black"/>
                  </a:solidFill>
                  <a:latin typeface="a고딕14" panose="02020600000000000000" pitchFamily="18" charset="-127"/>
                  <a:ea typeface="a고딕14" panose="02020600000000000000" pitchFamily="18" charset="-127"/>
                </a:rPr>
                <a:t>세계경제포럼</a:t>
              </a:r>
              <a:r>
                <a:rPr lang="en-US" altLang="ko-KR" sz="700" spc="-50" dirty="0">
                  <a:solidFill>
                    <a:prstClr val="black"/>
                  </a:solidFill>
                  <a:latin typeface="a고딕14" panose="02020600000000000000" pitchFamily="18" charset="-127"/>
                  <a:ea typeface="a고딕14" panose="02020600000000000000" pitchFamily="18" charset="-127"/>
                </a:rPr>
                <a:t>), OECD(</a:t>
              </a:r>
              <a:r>
                <a:rPr lang="ko-KR" altLang="en-US" sz="700" spc="-50" dirty="0">
                  <a:solidFill>
                    <a:prstClr val="black"/>
                  </a:solidFill>
                  <a:latin typeface="a고딕14" panose="02020600000000000000" pitchFamily="18" charset="-127"/>
                  <a:ea typeface="a고딕14" panose="02020600000000000000" pitchFamily="18" charset="-127"/>
                </a:rPr>
                <a:t>경제협력개발기구</a:t>
              </a:r>
              <a:r>
                <a:rPr lang="en-US" altLang="ko-KR" sz="700" spc="-50" dirty="0">
                  <a:solidFill>
                    <a:prstClr val="black"/>
                  </a:solidFill>
                  <a:latin typeface="a고딕14" panose="02020600000000000000" pitchFamily="18" charset="-127"/>
                  <a:ea typeface="a고딕14" panose="02020600000000000000" pitchFamily="18" charset="-127"/>
                </a:rPr>
                <a:t>)</a:t>
              </a:r>
              <a:endParaRPr lang="ko-KR" altLang="en-US" sz="700" spc="-50" dirty="0">
                <a:solidFill>
                  <a:prstClr val="black"/>
                </a:solidFill>
                <a:latin typeface="a고딕14" panose="02020600000000000000" pitchFamily="18" charset="-127"/>
                <a:ea typeface="a고딕14" panose="02020600000000000000" pitchFamily="18" charset="-127"/>
              </a:endParaRPr>
            </a:p>
          </p:txBody>
        </p:sp>
        <p:sp>
          <p:nvSpPr>
            <p:cNvPr id="39" name="TextBox 38">
              <a:extLst>
                <a:ext uri="{FF2B5EF4-FFF2-40B4-BE49-F238E27FC236}">
                  <a16:creationId xmlns:a16="http://schemas.microsoft.com/office/drawing/2014/main" id="{65648568-B130-45D2-2C1B-FA0A3D592B23}"/>
                </a:ext>
              </a:extLst>
            </p:cNvPr>
            <p:cNvSpPr txBox="1"/>
            <p:nvPr/>
          </p:nvSpPr>
          <p:spPr>
            <a:xfrm>
              <a:off x="1444051" y="4153578"/>
              <a:ext cx="3354954" cy="2332433"/>
            </a:xfrm>
            <a:prstGeom prst="rect">
              <a:avLst/>
            </a:prstGeom>
            <a:noFill/>
          </p:spPr>
          <p:txBody>
            <a:bodyPr wrap="square" rtlCol="0" anchor="ctr">
              <a:spAutoFit/>
            </a:bodyPr>
            <a:lstStyle/>
            <a:p>
              <a:pPr algn="l" defTabSz="457200" eaLnBrk="1" fontAlgn="auto" hangingPunct="1">
                <a:lnSpc>
                  <a:spcPct val="120000"/>
                </a:lnSpc>
                <a:spcBef>
                  <a:spcPts val="0"/>
                </a:spcBef>
                <a:spcAft>
                  <a:spcPts val="200"/>
                </a:spcAft>
                <a:buFontTx/>
                <a:buNone/>
                <a:defRPr/>
              </a:pPr>
              <a:r>
                <a:rPr lang="en-US" altLang="ko-KR" sz="1050" spc="-50" dirty="0">
                  <a:solidFill>
                    <a:srgbClr val="70AD47">
                      <a:lumMod val="75000"/>
                    </a:srgbClr>
                  </a:solidFill>
                  <a:latin typeface="페이퍼로지 6 SemiBold" pitchFamily="2" charset="-127"/>
                  <a:ea typeface="페이퍼로지 6 SemiBold" pitchFamily="2" charset="-127"/>
                </a:rPr>
                <a:t>[</a:t>
              </a:r>
              <a:r>
                <a:rPr lang="ko-KR" altLang="en-US" sz="1050" spc="-50" dirty="0">
                  <a:solidFill>
                    <a:srgbClr val="0078A2"/>
                  </a:solidFill>
                  <a:latin typeface="페이퍼로지 6 SemiBold" pitchFamily="2" charset="-127"/>
                  <a:ea typeface="페이퍼로지 6 SemiBold" pitchFamily="2" charset="-127"/>
                </a:rPr>
                <a:t>해외</a:t>
              </a:r>
              <a:r>
                <a:rPr lang="en-US" altLang="ko-KR" sz="1050" spc="-50" dirty="0">
                  <a:solidFill>
                    <a:srgbClr val="0078A2"/>
                  </a:solidFill>
                  <a:latin typeface="페이퍼로지 6 SemiBold" pitchFamily="2" charset="-127"/>
                  <a:ea typeface="페이퍼로지 6 SemiBold" pitchFamily="2" charset="-127"/>
                </a:rPr>
                <a:t>]</a:t>
              </a:r>
            </a:p>
            <a:p>
              <a:pPr marL="171450" indent="-171450" algn="l" defTabSz="457200" eaLnBrk="1" fontAlgn="auto" hangingPunct="1">
                <a:lnSpc>
                  <a:spcPct val="120000"/>
                </a:lnSpc>
                <a:spcBef>
                  <a:spcPts val="0"/>
                </a:spcBef>
                <a:spcAft>
                  <a:spcPts val="200"/>
                </a:spcAft>
                <a:buFont typeface="Wingdings" pitchFamily="2" charset="2"/>
                <a:buChar char="ü"/>
                <a:defRPr/>
              </a:pPr>
              <a:r>
                <a:rPr lang="ko-KR" altLang="en-US" sz="1050" spc="-50" dirty="0">
                  <a:solidFill>
                    <a:srgbClr val="0078A2"/>
                  </a:solidFill>
                  <a:latin typeface="페이퍼로지 6 SemiBold" pitchFamily="2" charset="-127"/>
                  <a:ea typeface="페이퍼로지 6 SemiBold" pitchFamily="2" charset="-127"/>
                </a:rPr>
                <a:t>WEF</a:t>
              </a:r>
              <a:r>
                <a:rPr lang="en-US" altLang="ko-KR" sz="1050" spc="-50" dirty="0">
                  <a:solidFill>
                    <a:srgbClr val="0078A2"/>
                  </a:solidFill>
                  <a:latin typeface="페이퍼로지 6 SemiBold" pitchFamily="2" charset="-127"/>
                  <a:ea typeface="페이퍼로지 6 SemiBold" pitchFamily="2" charset="-127"/>
                </a:rPr>
                <a:t>(2025.1).</a:t>
              </a:r>
              <a:r>
                <a:rPr lang="ko-KR" altLang="en-US" sz="1050" spc="-50" dirty="0">
                  <a:solidFill>
                    <a:srgbClr val="0078A2"/>
                  </a:solidFill>
                  <a:latin typeface="페이퍼로지 4 Regular" pitchFamily="2" charset="-127"/>
                  <a:ea typeface="페이퍼로지 4 Regular" pitchFamily="2" charset="-127"/>
                </a:rPr>
                <a:t> </a:t>
              </a:r>
              <a:r>
                <a:rPr lang="ko-KR" altLang="en-US" sz="1050" spc="-50" dirty="0">
                  <a:solidFill>
                    <a:prstClr val="black"/>
                  </a:solidFill>
                  <a:latin typeface="페이퍼로지 4 Regular" pitchFamily="2" charset="-127"/>
                  <a:ea typeface="페이퍼로지 4 Regular" pitchFamily="2" charset="-127"/>
                </a:rPr>
                <a:t>Future of </a:t>
              </a:r>
              <a:r>
                <a:rPr lang="ko-KR" altLang="en-US" sz="1050" spc="-50" dirty="0" err="1">
                  <a:solidFill>
                    <a:prstClr val="black"/>
                  </a:solidFill>
                  <a:latin typeface="페이퍼로지 4 Regular" pitchFamily="2" charset="-127"/>
                  <a:ea typeface="페이퍼로지 4 Regular" pitchFamily="2" charset="-127"/>
                </a:rPr>
                <a:t>Jobs</a:t>
              </a:r>
              <a:r>
                <a:rPr lang="ko-KR" altLang="en-US" sz="1050" spc="-50" dirty="0">
                  <a:solidFill>
                    <a:prstClr val="black"/>
                  </a:solidFill>
                  <a:latin typeface="페이퍼로지 4 Regular" pitchFamily="2" charset="-127"/>
                  <a:ea typeface="페이퍼로지 4 Regular" pitchFamily="2" charset="-127"/>
                </a:rPr>
                <a:t> </a:t>
              </a:r>
              <a:r>
                <a:rPr lang="ko-KR" altLang="en-US" sz="1050" spc="-50" dirty="0" err="1">
                  <a:solidFill>
                    <a:prstClr val="black"/>
                  </a:solidFill>
                  <a:latin typeface="페이퍼로지 4 Regular" pitchFamily="2" charset="-127"/>
                  <a:ea typeface="페이퍼로지 4 Regular" pitchFamily="2" charset="-127"/>
                </a:rPr>
                <a:t>Report</a:t>
              </a:r>
              <a:r>
                <a:rPr lang="ko-KR" altLang="en-US" sz="1050" spc="-50" dirty="0">
                  <a:solidFill>
                    <a:prstClr val="black"/>
                  </a:solidFill>
                  <a:latin typeface="페이퍼로지 4 Regular" pitchFamily="2" charset="-127"/>
                  <a:ea typeface="페이퍼로지 4 Regular" pitchFamily="2" charset="-127"/>
                </a:rPr>
                <a:t> 2025</a:t>
              </a:r>
              <a:r>
                <a:rPr lang="en-US" altLang="ko-KR" sz="1050" spc="-50" dirty="0">
                  <a:solidFill>
                    <a:prstClr val="black"/>
                  </a:solidFill>
                  <a:latin typeface="페이퍼로지 4 Regular" pitchFamily="2" charset="-127"/>
                  <a:ea typeface="페이퍼로지 4 Regular" pitchFamily="2" charset="-127"/>
                </a:rPr>
                <a:t>.</a:t>
              </a:r>
            </a:p>
            <a:p>
              <a:pPr marL="171450" indent="-171450" algn="l" defTabSz="457200" eaLnBrk="1" fontAlgn="auto" hangingPunct="1">
                <a:lnSpc>
                  <a:spcPct val="120000"/>
                </a:lnSpc>
                <a:spcBef>
                  <a:spcPts val="0"/>
                </a:spcBef>
                <a:spcAft>
                  <a:spcPts val="200"/>
                </a:spcAft>
                <a:buFont typeface="Wingdings" pitchFamily="2" charset="2"/>
                <a:buChar char="ü"/>
                <a:defRPr/>
              </a:pPr>
              <a:r>
                <a:rPr lang="ko-KR" altLang="en-US" sz="1050" spc="-50" dirty="0">
                  <a:solidFill>
                    <a:srgbClr val="0078A2"/>
                  </a:solidFill>
                  <a:latin typeface="페이퍼로지 6 SemiBold" pitchFamily="2" charset="-127"/>
                  <a:ea typeface="페이퍼로지 6 SemiBold" pitchFamily="2" charset="-127"/>
                </a:rPr>
                <a:t>WEF</a:t>
              </a:r>
              <a:r>
                <a:rPr lang="en-US" altLang="ko-KR" sz="1050" spc="-50" dirty="0">
                  <a:solidFill>
                    <a:srgbClr val="0078A2"/>
                  </a:solidFill>
                  <a:latin typeface="페이퍼로지 6 SemiBold" pitchFamily="2" charset="-127"/>
                  <a:ea typeface="페이퍼로지 6 SemiBold" pitchFamily="2" charset="-127"/>
                </a:rPr>
                <a:t>(2025.9).</a:t>
              </a:r>
              <a:r>
                <a:rPr lang="ko-KR" altLang="en-US" sz="1050" spc="-50" dirty="0">
                  <a:solidFill>
                    <a:srgbClr val="0078A2"/>
                  </a:solidFill>
                  <a:latin typeface="페이퍼로지 4 Regular" pitchFamily="2" charset="-127"/>
                  <a:ea typeface="페이퍼로지 4 Regular" pitchFamily="2" charset="-127"/>
                </a:rPr>
                <a:t> </a:t>
              </a:r>
              <a:r>
                <a:rPr lang="ko-KR" altLang="en-US" sz="1050" spc="-50" dirty="0" err="1">
                  <a:solidFill>
                    <a:prstClr val="black"/>
                  </a:solidFill>
                  <a:latin typeface="페이퍼로지 4 Regular" pitchFamily="2" charset="-127"/>
                  <a:ea typeface="페이퍼로지 4 Regular" pitchFamily="2" charset="-127"/>
                </a:rPr>
                <a:t>Empowering</a:t>
              </a:r>
              <a:r>
                <a:rPr lang="ko-KR" altLang="en-US" sz="1050" spc="-50" dirty="0">
                  <a:solidFill>
                    <a:prstClr val="black"/>
                  </a:solidFill>
                  <a:latin typeface="페이퍼로지 4 Regular" pitchFamily="2" charset="-127"/>
                  <a:ea typeface="페이퍼로지 4 Regular" pitchFamily="2" charset="-127"/>
                </a:rPr>
                <a:t> </a:t>
              </a:r>
              <a:r>
                <a:rPr lang="ko-KR" altLang="en-US" sz="1050" spc="-50" dirty="0" err="1">
                  <a:solidFill>
                    <a:prstClr val="black"/>
                  </a:solidFill>
                  <a:latin typeface="페이퍼로지 4 Regular" pitchFamily="2" charset="-127"/>
                  <a:ea typeface="페이퍼로지 4 Regular" pitchFamily="2" charset="-127"/>
                </a:rPr>
                <a:t>Frontlines</a:t>
              </a:r>
              <a:r>
                <a:rPr lang="ko-KR" altLang="en-US" sz="1050" spc="-50" dirty="0">
                  <a:solidFill>
                    <a:prstClr val="black"/>
                  </a:solidFill>
                  <a:latin typeface="페이퍼로지 4 Regular" pitchFamily="2" charset="-127"/>
                  <a:ea typeface="페이퍼로지 4 Regular" pitchFamily="2" charset="-127"/>
                </a:rPr>
                <a:t>: </a:t>
              </a:r>
              <a:r>
                <a:rPr lang="ko-KR" altLang="en-US" sz="1050" spc="-50" dirty="0" err="1">
                  <a:solidFill>
                    <a:prstClr val="black"/>
                  </a:solidFill>
                  <a:latin typeface="페이퍼로지 4 Regular" pitchFamily="2" charset="-127"/>
                  <a:ea typeface="페이퍼로지 4 Regular" pitchFamily="2" charset="-127"/>
                </a:rPr>
                <a:t>Retaining</a:t>
              </a:r>
              <a:r>
                <a:rPr lang="ko-KR" altLang="en-US" sz="1050" spc="-50" dirty="0">
                  <a:solidFill>
                    <a:prstClr val="black"/>
                  </a:solidFill>
                  <a:latin typeface="페이퍼로지 4 Regular" pitchFamily="2" charset="-127"/>
                  <a:ea typeface="페이퍼로지 4 Regular" pitchFamily="2" charset="-127"/>
                </a:rPr>
                <a:t>, </a:t>
              </a:r>
              <a:r>
                <a:rPr lang="ko-KR" altLang="en-US" sz="1050" spc="-50" dirty="0" err="1">
                  <a:solidFill>
                    <a:prstClr val="black"/>
                  </a:solidFill>
                  <a:latin typeface="페이퍼로지 4 Regular" pitchFamily="2" charset="-127"/>
                  <a:ea typeface="페이퍼로지 4 Regular" pitchFamily="2" charset="-127"/>
                </a:rPr>
                <a:t>Training</a:t>
              </a:r>
              <a:r>
                <a:rPr lang="ko-KR" altLang="en-US" sz="1050" spc="-50" dirty="0">
                  <a:solidFill>
                    <a:prstClr val="black"/>
                  </a:solidFill>
                  <a:latin typeface="페이퍼로지 4 Regular" pitchFamily="2" charset="-127"/>
                  <a:ea typeface="페이퍼로지 4 Regular" pitchFamily="2" charset="-127"/>
                </a:rPr>
                <a:t> and </a:t>
              </a:r>
              <a:r>
                <a:rPr lang="ko-KR" altLang="en-US" sz="1050" spc="-50" dirty="0" err="1">
                  <a:solidFill>
                    <a:prstClr val="black"/>
                  </a:solidFill>
                  <a:latin typeface="페이퍼로지 4 Regular" pitchFamily="2" charset="-127"/>
                  <a:ea typeface="페이퍼로지 4 Regular" pitchFamily="2" charset="-127"/>
                </a:rPr>
                <a:t>Upskilling</a:t>
              </a:r>
              <a:r>
                <a:rPr lang="ko-KR" altLang="en-US" sz="1050" spc="-50" dirty="0">
                  <a:solidFill>
                    <a:prstClr val="black"/>
                  </a:solidFill>
                  <a:latin typeface="페이퍼로지 4 Regular" pitchFamily="2" charset="-127"/>
                  <a:ea typeface="페이퍼로지 4 Regular" pitchFamily="2" charset="-127"/>
                </a:rPr>
                <a:t> </a:t>
              </a:r>
              <a:r>
                <a:rPr lang="ko-KR" altLang="en-US" sz="1050" spc="-50" dirty="0" err="1">
                  <a:solidFill>
                    <a:prstClr val="black"/>
                  </a:solidFill>
                  <a:latin typeface="페이퍼로지 4 Regular" pitchFamily="2" charset="-127"/>
                  <a:ea typeface="페이퍼로지 4 Regular" pitchFamily="2" charset="-127"/>
                </a:rPr>
                <a:t>Industrial</a:t>
              </a:r>
              <a:r>
                <a:rPr lang="ko-KR" altLang="en-US" sz="1050" spc="-50" dirty="0">
                  <a:solidFill>
                    <a:prstClr val="black"/>
                  </a:solidFill>
                  <a:latin typeface="페이퍼로지 4 Regular" pitchFamily="2" charset="-127"/>
                  <a:ea typeface="페이퍼로지 4 Regular" pitchFamily="2" charset="-127"/>
                </a:rPr>
                <a:t> </a:t>
              </a:r>
              <a:r>
                <a:rPr lang="ko-KR" altLang="en-US" sz="1050" spc="-50" dirty="0" err="1">
                  <a:solidFill>
                    <a:prstClr val="black"/>
                  </a:solidFill>
                  <a:latin typeface="페이퍼로지 4 Regular" pitchFamily="2" charset="-127"/>
                  <a:ea typeface="페이퍼로지 4 Regular" pitchFamily="2" charset="-127"/>
                </a:rPr>
                <a:t>Workforc</a:t>
              </a:r>
              <a:r>
                <a:rPr lang="en-US" altLang="ko-KR" sz="1050" spc="-50" dirty="0">
                  <a:solidFill>
                    <a:prstClr val="black"/>
                  </a:solidFill>
                  <a:latin typeface="페이퍼로지 4 Regular" pitchFamily="2" charset="-127"/>
                  <a:ea typeface="페이퍼로지 4 Regular" pitchFamily="2" charset="-127"/>
                </a:rPr>
                <a:t>e.</a:t>
              </a:r>
            </a:p>
            <a:p>
              <a:pPr marL="171450" indent="-171450" algn="l" defTabSz="457200" eaLnBrk="1" fontAlgn="auto" hangingPunct="1">
                <a:lnSpc>
                  <a:spcPct val="120000"/>
                </a:lnSpc>
                <a:spcBef>
                  <a:spcPts val="0"/>
                </a:spcBef>
                <a:spcAft>
                  <a:spcPts val="200"/>
                </a:spcAft>
                <a:buFont typeface="Wingdings" pitchFamily="2" charset="2"/>
                <a:buChar char="ü"/>
                <a:defRPr/>
              </a:pPr>
              <a:r>
                <a:rPr lang="ko-KR" altLang="en-US" sz="1050" spc="-50" dirty="0">
                  <a:solidFill>
                    <a:srgbClr val="0078A2"/>
                  </a:solidFill>
                  <a:latin typeface="페이퍼로지 6 SemiBold" pitchFamily="2" charset="-127"/>
                  <a:ea typeface="페이퍼로지 6 SemiBold" pitchFamily="2" charset="-127"/>
                </a:rPr>
                <a:t>WEF</a:t>
              </a:r>
              <a:r>
                <a:rPr lang="en-US" altLang="ko-KR" sz="1050" spc="-50" dirty="0">
                  <a:solidFill>
                    <a:srgbClr val="0078A2"/>
                  </a:solidFill>
                  <a:latin typeface="페이퍼로지 6 SemiBold" pitchFamily="2" charset="-127"/>
                  <a:ea typeface="페이퍼로지 6 SemiBold" pitchFamily="2" charset="-127"/>
                </a:rPr>
                <a:t>(2025).</a:t>
              </a:r>
              <a:r>
                <a:rPr lang="ko-KR" altLang="en-US" sz="1050" spc="-50" dirty="0">
                  <a:solidFill>
                    <a:srgbClr val="0078A2"/>
                  </a:solidFill>
                  <a:latin typeface="페이퍼로지 6 SemiBold" pitchFamily="2" charset="-127"/>
                  <a:ea typeface="페이퍼로지 6 SemiBold" pitchFamily="2" charset="-127"/>
                </a:rPr>
                <a:t> </a:t>
              </a:r>
              <a:r>
                <a:rPr lang="ko-KR" altLang="en-US" sz="1050" spc="-50" dirty="0">
                  <a:solidFill>
                    <a:prstClr val="black"/>
                  </a:solidFill>
                  <a:latin typeface="페이퍼로지 4 Regular" pitchFamily="2" charset="-127"/>
                  <a:ea typeface="페이퍼로지 4 Regular" pitchFamily="2" charset="-127"/>
                </a:rPr>
                <a:t>New </a:t>
              </a:r>
              <a:r>
                <a:rPr lang="ko-KR" altLang="en-US" sz="1050" spc="-50" dirty="0" err="1">
                  <a:solidFill>
                    <a:prstClr val="black"/>
                  </a:solidFill>
                  <a:latin typeface="페이퍼로지 4 Regular" pitchFamily="2" charset="-127"/>
                  <a:ea typeface="페이퍼로지 4 Regular" pitchFamily="2" charset="-127"/>
                </a:rPr>
                <a:t>Economy</a:t>
              </a:r>
              <a:r>
                <a:rPr lang="ko-KR" altLang="en-US" sz="1050" spc="-50" dirty="0">
                  <a:solidFill>
                    <a:prstClr val="black"/>
                  </a:solidFill>
                  <a:latin typeface="페이퍼로지 4 Regular" pitchFamily="2" charset="-127"/>
                  <a:ea typeface="페이퍼로지 4 Regular" pitchFamily="2" charset="-127"/>
                </a:rPr>
                <a:t> </a:t>
              </a:r>
              <a:r>
                <a:rPr lang="ko-KR" altLang="en-US" sz="1050" spc="-50" dirty="0" err="1">
                  <a:solidFill>
                    <a:prstClr val="black"/>
                  </a:solidFill>
                  <a:latin typeface="페이퍼로지 4 Regular" pitchFamily="2" charset="-127"/>
                  <a:ea typeface="페이퍼로지 4 Regular" pitchFamily="2" charset="-127"/>
                </a:rPr>
                <a:t>Skills</a:t>
              </a:r>
              <a:r>
                <a:rPr lang="ko-KR" altLang="en-US" sz="1050" spc="-50" dirty="0">
                  <a:solidFill>
                    <a:prstClr val="black"/>
                  </a:solidFill>
                  <a:latin typeface="페이퍼로지 4 Regular" pitchFamily="2" charset="-127"/>
                  <a:ea typeface="페이퍼로지 4 Regular" pitchFamily="2" charset="-127"/>
                </a:rPr>
                <a:t>: </a:t>
              </a:r>
              <a:r>
                <a:rPr lang="ko-KR" altLang="en-US" sz="1050" spc="-50" dirty="0" err="1">
                  <a:solidFill>
                    <a:prstClr val="black"/>
                  </a:solidFill>
                  <a:latin typeface="페이퍼로지 4 Regular" pitchFamily="2" charset="-127"/>
                  <a:ea typeface="페이퍼로지 4 Regular" pitchFamily="2" charset="-127"/>
                </a:rPr>
                <a:t>Building</a:t>
              </a:r>
              <a:r>
                <a:rPr lang="ko-KR" altLang="en-US" sz="1050" spc="-50" dirty="0">
                  <a:solidFill>
                    <a:prstClr val="black"/>
                  </a:solidFill>
                  <a:latin typeface="페이퍼로지 4 Regular" pitchFamily="2" charset="-127"/>
                  <a:ea typeface="페이퍼로지 4 Regular" pitchFamily="2" charset="-127"/>
                </a:rPr>
                <a:t> AI, Data and Digital </a:t>
              </a:r>
              <a:r>
                <a:rPr lang="ko-KR" altLang="en-US" sz="1050" spc="-50" dirty="0" err="1">
                  <a:solidFill>
                    <a:prstClr val="black"/>
                  </a:solidFill>
                  <a:latin typeface="페이퍼로지 4 Regular" pitchFamily="2" charset="-127"/>
                  <a:ea typeface="페이퍼로지 4 Regular" pitchFamily="2" charset="-127"/>
                </a:rPr>
                <a:t>Capabilities</a:t>
              </a:r>
              <a:r>
                <a:rPr lang="ko-KR" altLang="en-US" sz="1050" spc="-50" dirty="0">
                  <a:solidFill>
                    <a:prstClr val="black"/>
                  </a:solidFill>
                  <a:latin typeface="페이퍼로지 4 Regular" pitchFamily="2" charset="-127"/>
                  <a:ea typeface="페이퍼로지 4 Regular" pitchFamily="2" charset="-127"/>
                </a:rPr>
                <a:t> </a:t>
              </a:r>
              <a:r>
                <a:rPr lang="ko-KR" altLang="en-US" sz="1050" spc="-50" dirty="0" err="1">
                  <a:solidFill>
                    <a:prstClr val="black"/>
                  </a:solidFill>
                  <a:latin typeface="페이퍼로지 4 Regular" pitchFamily="2" charset="-127"/>
                  <a:ea typeface="페이퍼로지 4 Regular" pitchFamily="2" charset="-127"/>
                </a:rPr>
                <a:t>for</a:t>
              </a:r>
              <a:r>
                <a:rPr lang="ko-KR" altLang="en-US" sz="1050" spc="-50" dirty="0">
                  <a:solidFill>
                    <a:prstClr val="black"/>
                  </a:solidFill>
                  <a:latin typeface="페이퍼로지 4 Regular" pitchFamily="2" charset="-127"/>
                  <a:ea typeface="페이퍼로지 4 Regular" pitchFamily="2" charset="-127"/>
                </a:rPr>
                <a:t> </a:t>
              </a:r>
              <a:r>
                <a:rPr lang="ko-KR" altLang="en-US" sz="1050" spc="-50" dirty="0" err="1">
                  <a:solidFill>
                    <a:prstClr val="black"/>
                  </a:solidFill>
                  <a:latin typeface="페이퍼로지 4 Regular" pitchFamily="2" charset="-127"/>
                  <a:ea typeface="페이퍼로지 4 Regular" pitchFamily="2" charset="-127"/>
                </a:rPr>
                <a:t>Growth</a:t>
              </a:r>
              <a:endParaRPr lang="en-US" altLang="ko-KR" sz="1050" spc="-50" dirty="0">
                <a:solidFill>
                  <a:prstClr val="black"/>
                </a:solidFill>
                <a:latin typeface="페이퍼로지 4 Regular" pitchFamily="2" charset="-127"/>
                <a:ea typeface="페이퍼로지 4 Regular" pitchFamily="2" charset="-127"/>
              </a:endParaRPr>
            </a:p>
            <a:p>
              <a:pPr marL="171450" indent="-171450" algn="l" defTabSz="457200" eaLnBrk="1" fontAlgn="auto" hangingPunct="1">
                <a:lnSpc>
                  <a:spcPct val="120000"/>
                </a:lnSpc>
                <a:spcBef>
                  <a:spcPts val="0"/>
                </a:spcBef>
                <a:spcAft>
                  <a:spcPts val="200"/>
                </a:spcAft>
                <a:buFont typeface="Wingdings" pitchFamily="2" charset="2"/>
                <a:buChar char="ü"/>
                <a:defRPr/>
              </a:pPr>
              <a:r>
                <a:rPr lang="en-US" altLang="ko-KR" sz="1050" spc="-50" dirty="0">
                  <a:solidFill>
                    <a:srgbClr val="0078A2"/>
                  </a:solidFill>
                  <a:latin typeface="페이퍼로지 6 SemiBold" pitchFamily="2" charset="-127"/>
                  <a:ea typeface="페이퍼로지 6 SemiBold" pitchFamily="2" charset="-127"/>
                </a:rPr>
                <a:t> OECD(2025.4).</a:t>
              </a:r>
              <a:r>
                <a:rPr lang="en-US" altLang="ko-KR" sz="1050" spc="-50" dirty="0">
                  <a:solidFill>
                    <a:srgbClr val="0078A2"/>
                  </a:solidFill>
                  <a:latin typeface="페이퍼로지 4 Regular" pitchFamily="2" charset="-127"/>
                  <a:ea typeface="페이퍼로지 4 Regular" pitchFamily="2" charset="-127"/>
                </a:rPr>
                <a:t> </a:t>
              </a:r>
              <a:r>
                <a:rPr lang="en-US" altLang="ko-KR" sz="1050" spc="-50" dirty="0">
                  <a:solidFill>
                    <a:prstClr val="black"/>
                  </a:solidFill>
                  <a:latin typeface="페이퍼로지 4 Regular" pitchFamily="2" charset="-127"/>
                  <a:ea typeface="페이퍼로지 4 Regular" pitchFamily="2" charset="-127"/>
                </a:rPr>
                <a:t>Bridging the AI Skills Gap: Is Training Keeping Up?</a:t>
              </a:r>
            </a:p>
            <a:p>
              <a:pPr marL="171450" indent="-171450" algn="l" defTabSz="457200" eaLnBrk="1" fontAlgn="auto" hangingPunct="1">
                <a:lnSpc>
                  <a:spcPct val="120000"/>
                </a:lnSpc>
                <a:spcBef>
                  <a:spcPts val="0"/>
                </a:spcBef>
                <a:spcAft>
                  <a:spcPts val="200"/>
                </a:spcAft>
                <a:buFont typeface="Wingdings" pitchFamily="2" charset="2"/>
                <a:buChar char="ü"/>
                <a:defRPr/>
              </a:pPr>
              <a:r>
                <a:rPr lang="en-US" altLang="ko-KR" sz="1050" spc="-50" dirty="0">
                  <a:solidFill>
                    <a:srgbClr val="0078A2"/>
                  </a:solidFill>
                  <a:latin typeface="페이퍼로지 6 SemiBold" pitchFamily="2" charset="-127"/>
                  <a:ea typeface="페이퍼로지 6 SemiBold" pitchFamily="2" charset="-127"/>
                </a:rPr>
                <a:t>OECD(2025.1). </a:t>
              </a:r>
              <a:r>
                <a:rPr lang="en-US" altLang="ko-KR" sz="1050" spc="-50" dirty="0">
                  <a:solidFill>
                    <a:prstClr val="black"/>
                  </a:solidFill>
                  <a:latin typeface="페이퍼로지 4 Regular" pitchFamily="2" charset="-127"/>
                  <a:ea typeface="페이퍼로지 4 Regular" pitchFamily="2" charset="-127"/>
                </a:rPr>
                <a:t>Introducing the OECD AI Capability Indicators</a:t>
              </a:r>
            </a:p>
          </p:txBody>
        </p:sp>
      </p:grpSp>
      <p:grpSp>
        <p:nvGrpSpPr>
          <p:cNvPr id="3" name="그룹 2">
            <a:extLst>
              <a:ext uri="{FF2B5EF4-FFF2-40B4-BE49-F238E27FC236}">
                <a16:creationId xmlns:a16="http://schemas.microsoft.com/office/drawing/2014/main" id="{C1C38691-BBC6-925D-40DA-8BBA3C8CC64D}"/>
              </a:ext>
            </a:extLst>
          </p:cNvPr>
          <p:cNvGrpSpPr/>
          <p:nvPr/>
        </p:nvGrpSpPr>
        <p:grpSpPr>
          <a:xfrm>
            <a:off x="596515" y="1681027"/>
            <a:ext cx="8745552" cy="266602"/>
            <a:chOff x="802640" y="2236632"/>
            <a:chExt cx="4129131" cy="266552"/>
          </a:xfrm>
        </p:grpSpPr>
        <p:sp>
          <p:nvSpPr>
            <p:cNvPr id="4" name="ListLeanHorizontalTextTopic0">
              <a:extLst>
                <a:ext uri="{FF2B5EF4-FFF2-40B4-BE49-F238E27FC236}">
                  <a16:creationId xmlns:a16="http://schemas.microsoft.com/office/drawing/2014/main" id="{F8BE5211-7720-23A5-0640-07AFF6AAA1AD}"/>
                </a:ext>
              </a:extLst>
            </p:cNvPr>
            <p:cNvSpPr txBox="1"/>
            <p:nvPr/>
          </p:nvSpPr>
          <p:spPr>
            <a:xfrm>
              <a:off x="802640" y="2236632"/>
              <a:ext cx="197217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AI </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활용역량 모델링 방법 및 결과</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예시</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a:t>
              </a:r>
              <a:endParaRPr lang="de-DE" altLang="ko-KR"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6" name="Horizontal Line">
              <a:extLst>
                <a:ext uri="{FF2B5EF4-FFF2-40B4-BE49-F238E27FC236}">
                  <a16:creationId xmlns:a16="http://schemas.microsoft.com/office/drawing/2014/main" id="{F6708CF7-CA70-8EDD-0D37-2D386C89ABDE}"/>
                </a:ext>
              </a:extLst>
            </p:cNvPr>
            <p:cNvCxnSpPr>
              <a:cxnSpLocks/>
            </p:cNvCxnSpPr>
            <p:nvPr/>
          </p:nvCxnSpPr>
          <p:spPr>
            <a:xfrm>
              <a:off x="802640" y="2503184"/>
              <a:ext cx="4129131" cy="0"/>
            </a:xfrm>
            <a:prstGeom prst="line">
              <a:avLst/>
            </a:prstGeom>
            <a:noFill/>
            <a:ln w="22225" cap="flat" cmpd="sng" algn="ctr">
              <a:solidFill>
                <a:srgbClr val="003F56"/>
              </a:solidFill>
              <a:prstDash val="solid"/>
            </a:ln>
            <a:effectLst/>
          </p:spPr>
        </p:cxnSp>
      </p:grpSp>
    </p:spTree>
    <p:extLst>
      <p:ext uri="{BB962C8B-B14F-4D97-AF65-F5344CB8AC3E}">
        <p14:creationId xmlns:p14="http://schemas.microsoft.com/office/powerpoint/2010/main" val="8966051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35088-71E3-83DD-21B2-AE68D2783E92}"/>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EB7C4F1E-8E3F-8488-C55F-FF42814F71E6}"/>
              </a:ext>
            </a:extLst>
          </p:cNvPr>
          <p:cNvSpPr>
            <a:spLocks noGrp="1"/>
          </p:cNvSpPr>
          <p:nvPr>
            <p:ph type="body" sz="quarter" idx="12"/>
          </p:nvPr>
        </p:nvSpPr>
        <p:spPr/>
        <p:txBody>
          <a:bodyPr vert="horz" wrap="square" lIns="0" tIns="45720" rIns="0" bIns="0" rtlCol="0">
            <a:noAutofit/>
          </a:bodyPr>
          <a:lstStyle/>
          <a:p>
            <a:pPr algn="l" latinLnBrk="0"/>
            <a:r>
              <a:rPr lang="ko-KR" altLang="ko-KR" dirty="0"/>
              <a:t>STEP 특화 AI 융합 스킬 도출 </a:t>
            </a:r>
            <a:r>
              <a:rPr lang="ko-KR" altLang="ko-KR" dirty="0" err="1"/>
              <a:t>Matrix를</a:t>
            </a:r>
            <a:r>
              <a:rPr lang="ko-KR" altLang="ko-KR" dirty="0"/>
              <a:t> 활용하여 NCS 능력단위와 핵심 AI 스킬을 결합한 </a:t>
            </a:r>
            <a:endParaRPr lang="en-US" altLang="ko-KR" dirty="0"/>
          </a:p>
          <a:p>
            <a:pPr algn="l" latinLnBrk="0"/>
            <a:r>
              <a:rPr lang="en-US" altLang="ko-KR" dirty="0"/>
              <a:t>AI + X (</a:t>
            </a:r>
            <a:r>
              <a:rPr lang="ko-KR" altLang="en-US" dirty="0"/>
              <a:t>산업도메인</a:t>
            </a:r>
            <a:r>
              <a:rPr lang="en-US" altLang="ko-KR" dirty="0"/>
              <a:t>) </a:t>
            </a:r>
            <a:r>
              <a:rPr lang="ko-KR" altLang="en-US" dirty="0"/>
              <a:t>융합 과목을 다음과 같이 설계할 계획임</a:t>
            </a:r>
            <a:endParaRPr lang="ko-KR" altLang="ko-KR" dirty="0"/>
          </a:p>
        </p:txBody>
      </p:sp>
      <p:sp>
        <p:nvSpPr>
          <p:cNvPr id="5" name="텍스트 개체 틀 4">
            <a:extLst>
              <a:ext uri="{FF2B5EF4-FFF2-40B4-BE49-F238E27FC236}">
                <a16:creationId xmlns:a16="http://schemas.microsoft.com/office/drawing/2014/main" id="{A58095DA-A3BF-9EE6-F8C8-BFEC6E7FA015}"/>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E8F2A323-EED2-16D1-6DE2-C7B3ACBB76C3}"/>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en-US" altLang="ko-KR" sz="1200" dirty="0">
                <a:solidFill>
                  <a:schemeClr val="bg1"/>
                </a:solidFill>
              </a:rPr>
              <a:t>Step8. AI+X(</a:t>
            </a:r>
            <a:r>
              <a:rPr lang="ko-KR" altLang="en-US" sz="1200" dirty="0">
                <a:solidFill>
                  <a:schemeClr val="bg1"/>
                </a:solidFill>
              </a:rPr>
              <a:t>산업 도메인</a:t>
            </a:r>
            <a:r>
              <a:rPr lang="en-US" altLang="ko-KR" sz="1200" dirty="0">
                <a:solidFill>
                  <a:schemeClr val="bg1"/>
                </a:solidFill>
              </a:rPr>
              <a:t>) </a:t>
            </a:r>
            <a:r>
              <a:rPr lang="ko-KR" altLang="en-US" sz="1200" dirty="0">
                <a:solidFill>
                  <a:schemeClr val="bg1"/>
                </a:solidFill>
              </a:rPr>
              <a:t>분야 과목개요서 개발</a:t>
            </a:r>
          </a:p>
        </p:txBody>
      </p:sp>
      <p:sp>
        <p:nvSpPr>
          <p:cNvPr id="12" name="직사각형 11">
            <a:extLst>
              <a:ext uri="{FF2B5EF4-FFF2-40B4-BE49-F238E27FC236}">
                <a16:creationId xmlns:a16="http://schemas.microsoft.com/office/drawing/2014/main" id="{6AE204D0-A464-326B-7D17-0BF6A064ED27}"/>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4. </a:t>
            </a:r>
            <a:r>
              <a:rPr lang="ko-KR" altLang="en-US" sz="1100" dirty="0">
                <a:solidFill>
                  <a:srgbClr val="003F56"/>
                </a:solidFill>
                <a:latin typeface="a고딕14"/>
                <a:ea typeface="a고딕14"/>
              </a:rPr>
              <a:t>신규 과목 도출 및 과목개요서 개발</a:t>
            </a:r>
          </a:p>
        </p:txBody>
      </p:sp>
      <p:graphicFrame>
        <p:nvGraphicFramePr>
          <p:cNvPr id="19" name="표 18">
            <a:extLst>
              <a:ext uri="{FF2B5EF4-FFF2-40B4-BE49-F238E27FC236}">
                <a16:creationId xmlns:a16="http://schemas.microsoft.com/office/drawing/2014/main" id="{378E22A2-1AEF-6553-D829-94A15C9BC95E}"/>
              </a:ext>
            </a:extLst>
          </p:cNvPr>
          <p:cNvGraphicFramePr>
            <a:graphicFrameLocks noGrp="1"/>
          </p:cNvGraphicFramePr>
          <p:nvPr/>
        </p:nvGraphicFramePr>
        <p:xfrm>
          <a:off x="596515" y="2064200"/>
          <a:ext cx="5304428" cy="4590581"/>
        </p:xfrm>
        <a:graphic>
          <a:graphicData uri="http://schemas.openxmlformats.org/drawingml/2006/table">
            <a:tbl>
              <a:tblPr firstRow="1" bandRow="1"/>
              <a:tblGrid>
                <a:gridCol w="422853">
                  <a:extLst>
                    <a:ext uri="{9D8B030D-6E8A-4147-A177-3AD203B41FA5}">
                      <a16:colId xmlns:a16="http://schemas.microsoft.com/office/drawing/2014/main" val="4156120689"/>
                    </a:ext>
                  </a:extLst>
                </a:gridCol>
                <a:gridCol w="633268">
                  <a:extLst>
                    <a:ext uri="{9D8B030D-6E8A-4147-A177-3AD203B41FA5}">
                      <a16:colId xmlns:a16="http://schemas.microsoft.com/office/drawing/2014/main" val="3741802069"/>
                    </a:ext>
                  </a:extLst>
                </a:gridCol>
                <a:gridCol w="1476307">
                  <a:extLst>
                    <a:ext uri="{9D8B030D-6E8A-4147-A177-3AD203B41FA5}">
                      <a16:colId xmlns:a16="http://schemas.microsoft.com/office/drawing/2014/main" val="2160193766"/>
                    </a:ext>
                  </a:extLst>
                </a:gridCol>
                <a:gridCol w="396000">
                  <a:extLst>
                    <a:ext uri="{9D8B030D-6E8A-4147-A177-3AD203B41FA5}">
                      <a16:colId xmlns:a16="http://schemas.microsoft.com/office/drawing/2014/main" val="822087783"/>
                    </a:ext>
                  </a:extLst>
                </a:gridCol>
                <a:gridCol w="396000">
                  <a:extLst>
                    <a:ext uri="{9D8B030D-6E8A-4147-A177-3AD203B41FA5}">
                      <a16:colId xmlns:a16="http://schemas.microsoft.com/office/drawing/2014/main" val="3892439972"/>
                    </a:ext>
                  </a:extLst>
                </a:gridCol>
                <a:gridCol w="396000">
                  <a:extLst>
                    <a:ext uri="{9D8B030D-6E8A-4147-A177-3AD203B41FA5}">
                      <a16:colId xmlns:a16="http://schemas.microsoft.com/office/drawing/2014/main" val="2801693987"/>
                    </a:ext>
                  </a:extLst>
                </a:gridCol>
                <a:gridCol w="396000">
                  <a:extLst>
                    <a:ext uri="{9D8B030D-6E8A-4147-A177-3AD203B41FA5}">
                      <a16:colId xmlns:a16="http://schemas.microsoft.com/office/drawing/2014/main" val="2853320977"/>
                    </a:ext>
                  </a:extLst>
                </a:gridCol>
                <a:gridCol w="396000">
                  <a:extLst>
                    <a:ext uri="{9D8B030D-6E8A-4147-A177-3AD203B41FA5}">
                      <a16:colId xmlns:a16="http://schemas.microsoft.com/office/drawing/2014/main" val="1445755097"/>
                    </a:ext>
                  </a:extLst>
                </a:gridCol>
                <a:gridCol w="396000">
                  <a:extLst>
                    <a:ext uri="{9D8B030D-6E8A-4147-A177-3AD203B41FA5}">
                      <a16:colId xmlns:a16="http://schemas.microsoft.com/office/drawing/2014/main" val="3856020698"/>
                    </a:ext>
                  </a:extLst>
                </a:gridCol>
                <a:gridCol w="396000">
                  <a:extLst>
                    <a:ext uri="{9D8B030D-6E8A-4147-A177-3AD203B41FA5}">
                      <a16:colId xmlns:a16="http://schemas.microsoft.com/office/drawing/2014/main" val="3852167601"/>
                    </a:ext>
                  </a:extLst>
                </a:gridCol>
              </a:tblGrid>
              <a:tr h="418157">
                <a:tc rowSpan="2" gridSpan="3">
                  <a:txBody>
                    <a:bodyPr/>
                    <a:lstStyle>
                      <a:lvl1pPr marL="0" algn="l" defTabSz="914400" rtl="0" eaLnBrk="1" latinLnBrk="1" hangingPunct="1">
                        <a:defRPr sz="1800" b="1" kern="1200">
                          <a:solidFill>
                            <a:schemeClr val="lt1"/>
                          </a:solidFill>
                          <a:latin typeface="Calibri" panose="020F0502020204030204"/>
                        </a:defRPr>
                      </a:lvl1pPr>
                      <a:lvl2pPr marL="457200" algn="l" defTabSz="914400" rtl="0" eaLnBrk="1" latinLnBrk="1" hangingPunct="1">
                        <a:defRPr sz="1800" b="1" kern="1200">
                          <a:solidFill>
                            <a:schemeClr val="lt1"/>
                          </a:solidFill>
                          <a:latin typeface="Calibri" panose="020F0502020204030204"/>
                        </a:defRPr>
                      </a:lvl2pPr>
                      <a:lvl3pPr marL="914400" algn="l" defTabSz="914400" rtl="0" eaLnBrk="1" latinLnBrk="1" hangingPunct="1">
                        <a:defRPr sz="1800" b="1" kern="1200">
                          <a:solidFill>
                            <a:schemeClr val="lt1"/>
                          </a:solidFill>
                          <a:latin typeface="Calibri" panose="020F0502020204030204"/>
                        </a:defRPr>
                      </a:lvl3pPr>
                      <a:lvl4pPr marL="1371600" algn="l" defTabSz="914400" rtl="0" eaLnBrk="1" latinLnBrk="1" hangingPunct="1">
                        <a:defRPr sz="1800" b="1" kern="1200">
                          <a:solidFill>
                            <a:schemeClr val="lt1"/>
                          </a:solidFill>
                          <a:latin typeface="Calibri" panose="020F0502020204030204"/>
                        </a:defRPr>
                      </a:lvl4pPr>
                      <a:lvl5pPr marL="1828800" algn="l" defTabSz="914400" rtl="0" eaLnBrk="1" latinLnBrk="1" hangingPunct="1">
                        <a:defRPr sz="1800" b="1" kern="1200">
                          <a:solidFill>
                            <a:schemeClr val="lt1"/>
                          </a:solidFill>
                          <a:latin typeface="Calibri" panose="020F0502020204030204"/>
                        </a:defRPr>
                      </a:lvl5pPr>
                      <a:lvl6pPr marL="2286000" algn="l" defTabSz="914400" rtl="0" eaLnBrk="1" latinLnBrk="1" hangingPunct="1">
                        <a:defRPr sz="1800" b="1" kern="1200">
                          <a:solidFill>
                            <a:schemeClr val="lt1"/>
                          </a:solidFill>
                          <a:latin typeface="Calibri" panose="020F0502020204030204"/>
                        </a:defRPr>
                      </a:lvl6pPr>
                      <a:lvl7pPr marL="2743200" algn="l" defTabSz="914400" rtl="0" eaLnBrk="1" latinLnBrk="1" hangingPunct="1">
                        <a:defRPr sz="1800" b="1" kern="1200">
                          <a:solidFill>
                            <a:schemeClr val="lt1"/>
                          </a:solidFill>
                          <a:latin typeface="Calibri" panose="020F0502020204030204"/>
                        </a:defRPr>
                      </a:lvl7pPr>
                      <a:lvl8pPr marL="3200400" algn="l" defTabSz="914400" rtl="0" eaLnBrk="1" latinLnBrk="1" hangingPunct="1">
                        <a:defRPr sz="1800" b="1" kern="1200">
                          <a:solidFill>
                            <a:schemeClr val="lt1"/>
                          </a:solidFill>
                          <a:latin typeface="Calibri" panose="020F0502020204030204"/>
                        </a:defRPr>
                      </a:lvl8pPr>
                      <a:lvl9pPr marL="3657600" algn="l" defTabSz="914400" rtl="0" eaLnBrk="1" latinLnBrk="1" hangingPunct="1">
                        <a:defRPr sz="1800" b="1" kern="1200">
                          <a:solidFill>
                            <a:schemeClr val="lt1"/>
                          </a:solidFill>
                          <a:latin typeface="Calibri" panose="020F0502020204030204"/>
                        </a:defRPr>
                      </a:lvl9pPr>
                    </a:lstStyle>
                    <a:p>
                      <a:pPr algn="r" latinLnBrk="0">
                        <a:lnSpc>
                          <a:spcPct val="100000"/>
                        </a:lnSpc>
                        <a:spcBef>
                          <a:spcPts val="0"/>
                        </a:spcBef>
                        <a:spcAft>
                          <a:spcPts val="0"/>
                        </a:spcAft>
                      </a:pPr>
                      <a:r>
                        <a:rPr lang="en-US" altLang="ko-KR" sz="800" b="0" spc="-50" baseline="0" dirty="0">
                          <a:solidFill>
                            <a:schemeClr val="tx1">
                              <a:lumMod val="85000"/>
                              <a:lumOff val="15000"/>
                            </a:schemeClr>
                          </a:solidFill>
                          <a:latin typeface="페이퍼로지 4 Regular" pitchFamily="2" charset="-127"/>
                          <a:ea typeface="페이퍼로지 4 Regular" pitchFamily="2" charset="-127"/>
                        </a:rPr>
                        <a:t>AI</a:t>
                      </a:r>
                      <a:r>
                        <a:rPr lang="ko-KR" altLang="en-US" sz="800" b="0" spc="-50" baseline="0" dirty="0">
                          <a:solidFill>
                            <a:schemeClr val="tx1">
                              <a:lumMod val="85000"/>
                              <a:lumOff val="15000"/>
                            </a:schemeClr>
                          </a:solidFill>
                          <a:latin typeface="페이퍼로지 4 Regular" pitchFamily="2" charset="-127"/>
                          <a:ea typeface="페이퍼로지 4 Regular" pitchFamily="2" charset="-127"/>
                        </a:rPr>
                        <a:t>직무역량별 스킬</a:t>
                      </a:r>
                      <a:endParaRPr lang="en-US" altLang="ko-KR" sz="800" b="0" spc="-50" baseline="0" dirty="0">
                        <a:solidFill>
                          <a:schemeClr val="tx1">
                            <a:lumMod val="85000"/>
                            <a:lumOff val="15000"/>
                          </a:schemeClr>
                        </a:solidFill>
                        <a:latin typeface="페이퍼로지 4 Regular" pitchFamily="2" charset="-127"/>
                        <a:ea typeface="페이퍼로지 4 Regular" pitchFamily="2" charset="-127"/>
                      </a:endParaRPr>
                    </a:p>
                    <a:p>
                      <a:pPr algn="r" latinLnBrk="0">
                        <a:lnSpc>
                          <a:spcPct val="100000"/>
                        </a:lnSpc>
                        <a:spcBef>
                          <a:spcPts val="0"/>
                        </a:spcBef>
                        <a:spcAft>
                          <a:spcPts val="0"/>
                        </a:spcAft>
                      </a:pPr>
                      <a:endParaRPr lang="en-US" altLang="ko-KR" sz="800" b="0" spc="-50" baseline="0" dirty="0">
                        <a:solidFill>
                          <a:schemeClr val="tx1">
                            <a:lumMod val="85000"/>
                            <a:lumOff val="15000"/>
                          </a:schemeClr>
                        </a:solidFill>
                        <a:latin typeface="페이퍼로지 4 Regular" pitchFamily="2" charset="-127"/>
                        <a:ea typeface="페이퍼로지 4 Regular" pitchFamily="2" charset="-127"/>
                      </a:endParaRPr>
                    </a:p>
                    <a:p>
                      <a:pPr algn="r" latinLnBrk="0">
                        <a:lnSpc>
                          <a:spcPct val="100000"/>
                        </a:lnSpc>
                        <a:spcBef>
                          <a:spcPts val="0"/>
                        </a:spcBef>
                        <a:spcAft>
                          <a:spcPts val="0"/>
                        </a:spcAft>
                      </a:pPr>
                      <a:endParaRPr lang="en-US" altLang="ko-KR" sz="800" b="0" spc="-50" baseline="0" dirty="0">
                        <a:solidFill>
                          <a:schemeClr val="tx1">
                            <a:lumMod val="85000"/>
                            <a:lumOff val="15000"/>
                          </a:schemeClr>
                        </a:solidFill>
                        <a:latin typeface="페이퍼로지 4 Regular" pitchFamily="2" charset="-127"/>
                        <a:ea typeface="페이퍼로지 4 Regular" pitchFamily="2" charset="-127"/>
                      </a:endParaRPr>
                    </a:p>
                    <a:p>
                      <a:pPr algn="r" latinLnBrk="0">
                        <a:lnSpc>
                          <a:spcPct val="100000"/>
                        </a:lnSpc>
                        <a:spcBef>
                          <a:spcPts val="0"/>
                        </a:spcBef>
                        <a:spcAft>
                          <a:spcPts val="0"/>
                        </a:spcAft>
                      </a:pPr>
                      <a:endParaRPr lang="en-US" altLang="ko-KR" sz="800" b="0" spc="-50" baseline="0" dirty="0">
                        <a:solidFill>
                          <a:schemeClr val="tx1">
                            <a:lumMod val="85000"/>
                            <a:lumOff val="15000"/>
                          </a:schemeClr>
                        </a:solidFill>
                        <a:latin typeface="페이퍼로지 4 Regular" pitchFamily="2" charset="-127"/>
                        <a:ea typeface="페이퍼로지 4 Regular" pitchFamily="2" charset="-127"/>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rPr>
                        <a:t>STEP 10</a:t>
                      </a: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대 산업 </a:t>
                      </a:r>
                      <a:r>
                        <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rPr>
                        <a:t>NCS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ko-KR" altLang="en-US" sz="800" b="0" kern="1200" spc="-50" baseline="0" dirty="0" err="1">
                          <a:solidFill>
                            <a:schemeClr val="tx1">
                              <a:lumMod val="85000"/>
                              <a:lumOff val="15000"/>
                            </a:schemeClr>
                          </a:solidFill>
                          <a:latin typeface="페이퍼로지 4 Regular" pitchFamily="2" charset="-127"/>
                          <a:ea typeface="페이퍼로지 4 Regular" pitchFamily="2" charset="-127"/>
                          <a:cs typeface="+mn-cs"/>
                        </a:rPr>
                        <a:t>세분류</a:t>
                      </a: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        </a:t>
                      </a:r>
                      <a:r>
                        <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rPr>
                        <a:t>I        </a:t>
                      </a: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능력단위         </a:t>
                      </a:r>
                      <a:r>
                        <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rPr>
                        <a:t>I    </a:t>
                      </a: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능력단위요소   </a:t>
                      </a:r>
                      <a:r>
                        <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rPr>
                        <a:t>I</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6350" cap="flat" cmpd="sng" algn="ctr">
                      <a:solidFill>
                        <a:sysClr val="windowText" lastClr="000000">
                          <a:lumMod val="50000"/>
                          <a:lumOff val="50000"/>
                        </a:sysClr>
                      </a:solidFill>
                      <a:prstDash val="solid"/>
                      <a:round/>
                      <a:headEnd type="none" w="med" len="med"/>
                      <a:tailEnd type="none" w="med" len="med"/>
                    </a:lnTlToBr>
                    <a:lnBlToTr w="12700" cmpd="sng">
                      <a:noFill/>
                      <a:prstDash val="solid"/>
                    </a:lnBlToTr>
                    <a:solidFill>
                      <a:srgbClr val="CAEDFB"/>
                    </a:solidFill>
                  </a:tcPr>
                </a:tc>
                <a:tc rowSpan="2" hMerge="1">
                  <a:txBody>
                    <a:bodyPr/>
                    <a:lstStyle/>
                    <a:p>
                      <a:pPr latinLnBrk="1"/>
                      <a:endParaRPr lang="ko-KR" altLang="en-US"/>
                    </a:p>
                  </a:txBody>
                  <a:tcPr/>
                </a:tc>
                <a:tc rowSpan="2" hMerge="1">
                  <a:txBody>
                    <a:bodyPr/>
                    <a:lstStyle/>
                    <a:p>
                      <a:pPr latinLnBrk="1"/>
                      <a:endParaRPr lang="ko-KR" altLang="en-US"/>
                    </a:p>
                  </a:txBody>
                  <a:tcPr/>
                </a:tc>
                <a:tc>
                  <a:txBody>
                    <a:bodyPr/>
                    <a:lstStyle>
                      <a:lvl1pPr marL="0" algn="l" defTabSz="914400" rtl="0" eaLnBrk="1" latinLnBrk="1" hangingPunct="1">
                        <a:defRPr sz="1800" b="1" kern="1200">
                          <a:solidFill>
                            <a:schemeClr val="lt1"/>
                          </a:solidFill>
                          <a:latin typeface="Calibri" panose="020F0502020204030204"/>
                        </a:defRPr>
                      </a:lvl1pPr>
                      <a:lvl2pPr marL="457200" algn="l" defTabSz="914400" rtl="0" eaLnBrk="1" latinLnBrk="1" hangingPunct="1">
                        <a:defRPr sz="1800" b="1" kern="1200">
                          <a:solidFill>
                            <a:schemeClr val="lt1"/>
                          </a:solidFill>
                          <a:latin typeface="Calibri" panose="020F0502020204030204"/>
                        </a:defRPr>
                      </a:lvl2pPr>
                      <a:lvl3pPr marL="914400" algn="l" defTabSz="914400" rtl="0" eaLnBrk="1" latinLnBrk="1" hangingPunct="1">
                        <a:defRPr sz="1800" b="1" kern="1200">
                          <a:solidFill>
                            <a:schemeClr val="lt1"/>
                          </a:solidFill>
                          <a:latin typeface="Calibri" panose="020F0502020204030204"/>
                        </a:defRPr>
                      </a:lvl3pPr>
                      <a:lvl4pPr marL="1371600" algn="l" defTabSz="914400" rtl="0" eaLnBrk="1" latinLnBrk="1" hangingPunct="1">
                        <a:defRPr sz="1800" b="1" kern="1200">
                          <a:solidFill>
                            <a:schemeClr val="lt1"/>
                          </a:solidFill>
                          <a:latin typeface="Calibri" panose="020F0502020204030204"/>
                        </a:defRPr>
                      </a:lvl4pPr>
                      <a:lvl5pPr marL="1828800" algn="l" defTabSz="914400" rtl="0" eaLnBrk="1" latinLnBrk="1" hangingPunct="1">
                        <a:defRPr sz="1800" b="1" kern="1200">
                          <a:solidFill>
                            <a:schemeClr val="lt1"/>
                          </a:solidFill>
                          <a:latin typeface="Calibri" panose="020F0502020204030204"/>
                        </a:defRPr>
                      </a:lvl5pPr>
                      <a:lvl6pPr marL="2286000" algn="l" defTabSz="914400" rtl="0" eaLnBrk="1" latinLnBrk="1" hangingPunct="1">
                        <a:defRPr sz="1800" b="1" kern="1200">
                          <a:solidFill>
                            <a:schemeClr val="lt1"/>
                          </a:solidFill>
                          <a:latin typeface="Calibri" panose="020F0502020204030204"/>
                        </a:defRPr>
                      </a:lvl6pPr>
                      <a:lvl7pPr marL="2743200" algn="l" defTabSz="914400" rtl="0" eaLnBrk="1" latinLnBrk="1" hangingPunct="1">
                        <a:defRPr sz="1800" b="1" kern="1200">
                          <a:solidFill>
                            <a:schemeClr val="lt1"/>
                          </a:solidFill>
                          <a:latin typeface="Calibri" panose="020F0502020204030204"/>
                        </a:defRPr>
                      </a:lvl7pPr>
                      <a:lvl8pPr marL="3200400" algn="l" defTabSz="914400" rtl="0" eaLnBrk="1" latinLnBrk="1" hangingPunct="1">
                        <a:defRPr sz="1800" b="1" kern="1200">
                          <a:solidFill>
                            <a:schemeClr val="lt1"/>
                          </a:solidFill>
                          <a:latin typeface="Calibri" panose="020F0502020204030204"/>
                        </a:defRPr>
                      </a:lvl8pPr>
                      <a:lvl9pPr marL="3657600" algn="l" defTabSz="914400" rtl="0" eaLnBrk="1" latinLnBrk="1" hangingPunct="1">
                        <a:defRPr sz="1800" b="1" kern="1200">
                          <a:solidFill>
                            <a:schemeClr val="lt1"/>
                          </a:solidFill>
                          <a:latin typeface="Calibri" panose="020F0502020204030204"/>
                        </a:defRPr>
                      </a:lvl9pPr>
                    </a:lstStyle>
                    <a:p>
                      <a:pPr algn="ctr" latinLnBrk="0">
                        <a:lnSpc>
                          <a:spcPct val="100000"/>
                        </a:lnSpc>
                        <a:spcBef>
                          <a:spcPts val="0"/>
                        </a:spcBef>
                        <a:spcAft>
                          <a:spcPts val="0"/>
                        </a:spcAft>
                      </a:pPr>
                      <a:r>
                        <a:rPr lang="ko-KR" altLang="en-US" sz="800" b="0" spc="-50" baseline="0" dirty="0">
                          <a:solidFill>
                            <a:schemeClr val="tx1">
                              <a:lumMod val="85000"/>
                              <a:lumOff val="15000"/>
                            </a:schemeClr>
                          </a:solidFill>
                          <a:latin typeface="페이퍼로지 4 Regular" pitchFamily="2" charset="-127"/>
                          <a:ea typeface="페이퍼로지 4 Regular" pitchFamily="2" charset="-127"/>
                        </a:rPr>
                        <a:t>생성형 </a:t>
                      </a:r>
                      <a:r>
                        <a:rPr lang="en-US" altLang="ko-KR" sz="800" b="0" spc="-50" baseline="0" dirty="0">
                          <a:solidFill>
                            <a:schemeClr val="tx1">
                              <a:lumMod val="85000"/>
                              <a:lumOff val="15000"/>
                            </a:schemeClr>
                          </a:solidFill>
                          <a:latin typeface="페이퍼로지 4 Regular" pitchFamily="2" charset="-127"/>
                          <a:ea typeface="페이퍼로지 4 Regular" pitchFamily="2" charset="-127"/>
                        </a:rPr>
                        <a:t>AI </a:t>
                      </a:r>
                      <a:r>
                        <a:rPr lang="ko-KR" altLang="en-US" sz="800" b="0" spc="-50" baseline="0" dirty="0">
                          <a:solidFill>
                            <a:schemeClr val="tx1">
                              <a:lumMod val="85000"/>
                              <a:lumOff val="15000"/>
                            </a:schemeClr>
                          </a:solidFill>
                          <a:latin typeface="페이퍼로지 4 Regular" pitchFamily="2" charset="-127"/>
                          <a:ea typeface="페이퍼로지 4 Regular" pitchFamily="2" charset="-127"/>
                        </a:rPr>
                        <a:t>업무 문서작성</a:t>
                      </a: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CAEDFB"/>
                    </a:solidFill>
                  </a:tcPr>
                </a:tc>
                <a:tc gridSpan="4">
                  <a:txBody>
                    <a:bodyPr/>
                    <a:lstStyle>
                      <a:lvl1pPr marL="0" algn="l" defTabSz="914400" rtl="0" eaLnBrk="1" latinLnBrk="1" hangingPunct="1">
                        <a:defRPr sz="1800" b="1" kern="1200">
                          <a:solidFill>
                            <a:schemeClr val="lt1"/>
                          </a:solidFill>
                          <a:latin typeface="Calibri" panose="020F0502020204030204"/>
                        </a:defRPr>
                      </a:lvl1pPr>
                      <a:lvl2pPr marL="457200" algn="l" defTabSz="914400" rtl="0" eaLnBrk="1" latinLnBrk="1" hangingPunct="1">
                        <a:defRPr sz="1800" b="1" kern="1200">
                          <a:solidFill>
                            <a:schemeClr val="lt1"/>
                          </a:solidFill>
                          <a:latin typeface="Calibri" panose="020F0502020204030204"/>
                        </a:defRPr>
                      </a:lvl2pPr>
                      <a:lvl3pPr marL="914400" algn="l" defTabSz="914400" rtl="0" eaLnBrk="1" latinLnBrk="1" hangingPunct="1">
                        <a:defRPr sz="1800" b="1" kern="1200">
                          <a:solidFill>
                            <a:schemeClr val="lt1"/>
                          </a:solidFill>
                          <a:latin typeface="Calibri" panose="020F0502020204030204"/>
                        </a:defRPr>
                      </a:lvl3pPr>
                      <a:lvl4pPr marL="1371600" algn="l" defTabSz="914400" rtl="0" eaLnBrk="1" latinLnBrk="1" hangingPunct="1">
                        <a:defRPr sz="1800" b="1" kern="1200">
                          <a:solidFill>
                            <a:schemeClr val="lt1"/>
                          </a:solidFill>
                          <a:latin typeface="Calibri" panose="020F0502020204030204"/>
                        </a:defRPr>
                      </a:lvl4pPr>
                      <a:lvl5pPr marL="1828800" algn="l" defTabSz="914400" rtl="0" eaLnBrk="1" latinLnBrk="1" hangingPunct="1">
                        <a:defRPr sz="1800" b="1" kern="1200">
                          <a:solidFill>
                            <a:schemeClr val="lt1"/>
                          </a:solidFill>
                          <a:latin typeface="Calibri" panose="020F0502020204030204"/>
                        </a:defRPr>
                      </a:lvl5pPr>
                      <a:lvl6pPr marL="2286000" algn="l" defTabSz="914400" rtl="0" eaLnBrk="1" latinLnBrk="1" hangingPunct="1">
                        <a:defRPr sz="1800" b="1" kern="1200">
                          <a:solidFill>
                            <a:schemeClr val="lt1"/>
                          </a:solidFill>
                          <a:latin typeface="Calibri" panose="020F0502020204030204"/>
                        </a:defRPr>
                      </a:lvl6pPr>
                      <a:lvl7pPr marL="2743200" algn="l" defTabSz="914400" rtl="0" eaLnBrk="1" latinLnBrk="1" hangingPunct="1">
                        <a:defRPr sz="1800" b="1" kern="1200">
                          <a:solidFill>
                            <a:schemeClr val="lt1"/>
                          </a:solidFill>
                          <a:latin typeface="Calibri" panose="020F0502020204030204"/>
                        </a:defRPr>
                      </a:lvl7pPr>
                      <a:lvl8pPr marL="3200400" algn="l" defTabSz="914400" rtl="0" eaLnBrk="1" latinLnBrk="1" hangingPunct="1">
                        <a:defRPr sz="1800" b="1" kern="1200">
                          <a:solidFill>
                            <a:schemeClr val="lt1"/>
                          </a:solidFill>
                          <a:latin typeface="Calibri" panose="020F0502020204030204"/>
                        </a:defRPr>
                      </a:lvl8pPr>
                      <a:lvl9pPr marL="3657600" algn="l" defTabSz="914400" rtl="0" eaLnBrk="1" latinLnBrk="1" hangingPunct="1">
                        <a:defRPr sz="1800" b="1" kern="1200">
                          <a:solidFill>
                            <a:schemeClr val="lt1"/>
                          </a:solidFill>
                          <a:latin typeface="Calibri" panose="020F0502020204030204"/>
                        </a:defRPr>
                      </a:lvl9pPr>
                    </a:lstStyle>
                    <a:p>
                      <a:pPr algn="ctr" fontAlgn="t" latinLnBrk="0">
                        <a:buNone/>
                      </a:pPr>
                      <a:r>
                        <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rPr>
                        <a:t>AI </a:t>
                      </a: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활용 정보 검색</a:t>
                      </a:r>
                      <a:r>
                        <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rPr>
                        <a:t>·</a:t>
                      </a: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요약</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CAEDFB"/>
                    </a:solidFill>
                  </a:tcPr>
                </a:tc>
                <a:tc hMerge="1">
                  <a:txBody>
                    <a:bodyPr/>
                    <a:lstStyle/>
                    <a:p>
                      <a:pPr algn="ctr" latinLnBrk="1"/>
                      <a:endParaRPr lang="ko-KR" altLang="en-US" sz="900" b="0" spc="-50" baseline="0" dirty="0">
                        <a:solidFill>
                          <a:schemeClr val="tx1">
                            <a:lumMod val="85000"/>
                            <a:lumOff val="15000"/>
                          </a:schemeClr>
                        </a:solidFill>
                        <a:latin typeface="페이퍼로지 6 SemiBold" pitchFamily="2" charset="-127"/>
                        <a:ea typeface="페이퍼로지 6 SemiBold"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CAEDFB"/>
                    </a:solidFill>
                  </a:tcPr>
                </a:tc>
                <a:tc hMerge="1">
                  <a:txBody>
                    <a:bodyPr/>
                    <a:lstStyle/>
                    <a:p>
                      <a:pPr algn="ctr" latinLnBrk="1"/>
                      <a:endParaRPr lang="ko-KR" altLang="en-US" sz="900" b="0" spc="-50" baseline="0" dirty="0">
                        <a:solidFill>
                          <a:schemeClr val="tx1">
                            <a:lumMod val="85000"/>
                            <a:lumOff val="15000"/>
                          </a:schemeClr>
                        </a:solidFill>
                        <a:latin typeface="페이퍼로지 6 SemiBold" pitchFamily="2" charset="-127"/>
                        <a:ea typeface="페이퍼로지 6 SemiBold"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CAEDFB"/>
                    </a:solidFill>
                  </a:tcPr>
                </a:tc>
                <a:tc hMerge="1">
                  <a:txBody>
                    <a:bodyPr/>
                    <a:lstStyle/>
                    <a:p>
                      <a:pPr algn="ctr" latinLnBrk="1"/>
                      <a:endParaRPr lang="ko-KR" altLang="en-US" sz="900" b="0" spc="-50" baseline="0" dirty="0">
                        <a:solidFill>
                          <a:schemeClr val="tx1">
                            <a:lumMod val="85000"/>
                            <a:lumOff val="15000"/>
                          </a:schemeClr>
                        </a:solidFill>
                        <a:latin typeface="페이퍼로지 6 SemiBold" pitchFamily="2" charset="-127"/>
                        <a:ea typeface="페이퍼로지 6 SemiBold"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CAEDFB"/>
                    </a:solidFill>
                  </a:tcPr>
                </a:tc>
                <a:tc gridSpan="2">
                  <a:txBody>
                    <a:bodyPr/>
                    <a:lstStyle>
                      <a:lvl1pPr marL="0" algn="l" defTabSz="914400" rtl="0" eaLnBrk="1" latinLnBrk="1" hangingPunct="1">
                        <a:defRPr sz="1800" b="1" kern="1200">
                          <a:solidFill>
                            <a:schemeClr val="lt1"/>
                          </a:solidFill>
                          <a:latin typeface="Calibri" panose="020F0502020204030204"/>
                        </a:defRPr>
                      </a:lvl1pPr>
                      <a:lvl2pPr marL="457200" algn="l" defTabSz="914400" rtl="0" eaLnBrk="1" latinLnBrk="1" hangingPunct="1">
                        <a:defRPr sz="1800" b="1" kern="1200">
                          <a:solidFill>
                            <a:schemeClr val="lt1"/>
                          </a:solidFill>
                          <a:latin typeface="Calibri" panose="020F0502020204030204"/>
                        </a:defRPr>
                      </a:lvl2pPr>
                      <a:lvl3pPr marL="914400" algn="l" defTabSz="914400" rtl="0" eaLnBrk="1" latinLnBrk="1" hangingPunct="1">
                        <a:defRPr sz="1800" b="1" kern="1200">
                          <a:solidFill>
                            <a:schemeClr val="lt1"/>
                          </a:solidFill>
                          <a:latin typeface="Calibri" panose="020F0502020204030204"/>
                        </a:defRPr>
                      </a:lvl3pPr>
                      <a:lvl4pPr marL="1371600" algn="l" defTabSz="914400" rtl="0" eaLnBrk="1" latinLnBrk="1" hangingPunct="1">
                        <a:defRPr sz="1800" b="1" kern="1200">
                          <a:solidFill>
                            <a:schemeClr val="lt1"/>
                          </a:solidFill>
                          <a:latin typeface="Calibri" panose="020F0502020204030204"/>
                        </a:defRPr>
                      </a:lvl4pPr>
                      <a:lvl5pPr marL="1828800" algn="l" defTabSz="914400" rtl="0" eaLnBrk="1" latinLnBrk="1" hangingPunct="1">
                        <a:defRPr sz="1800" b="1" kern="1200">
                          <a:solidFill>
                            <a:schemeClr val="lt1"/>
                          </a:solidFill>
                          <a:latin typeface="Calibri" panose="020F0502020204030204"/>
                        </a:defRPr>
                      </a:lvl5pPr>
                      <a:lvl6pPr marL="2286000" algn="l" defTabSz="914400" rtl="0" eaLnBrk="1" latinLnBrk="1" hangingPunct="1">
                        <a:defRPr sz="1800" b="1" kern="1200">
                          <a:solidFill>
                            <a:schemeClr val="lt1"/>
                          </a:solidFill>
                          <a:latin typeface="Calibri" panose="020F0502020204030204"/>
                        </a:defRPr>
                      </a:lvl6pPr>
                      <a:lvl7pPr marL="2743200" algn="l" defTabSz="914400" rtl="0" eaLnBrk="1" latinLnBrk="1" hangingPunct="1">
                        <a:defRPr sz="1800" b="1" kern="1200">
                          <a:solidFill>
                            <a:schemeClr val="lt1"/>
                          </a:solidFill>
                          <a:latin typeface="Calibri" panose="020F0502020204030204"/>
                        </a:defRPr>
                      </a:lvl7pPr>
                      <a:lvl8pPr marL="3200400" algn="l" defTabSz="914400" rtl="0" eaLnBrk="1" latinLnBrk="1" hangingPunct="1">
                        <a:defRPr sz="1800" b="1" kern="1200">
                          <a:solidFill>
                            <a:schemeClr val="lt1"/>
                          </a:solidFill>
                          <a:latin typeface="Calibri" panose="020F0502020204030204"/>
                        </a:defRPr>
                      </a:lvl8pPr>
                      <a:lvl9pPr marL="3657600" algn="l" defTabSz="914400" rtl="0" eaLnBrk="1" latinLnBrk="1" hangingPunct="1">
                        <a:defRPr sz="1800" b="1" kern="1200">
                          <a:solidFill>
                            <a:schemeClr val="lt1"/>
                          </a:solidFill>
                          <a:latin typeface="Calibri" panose="020F0502020204030204"/>
                        </a:defRPr>
                      </a:lvl9pPr>
                    </a:lstStyle>
                    <a:p>
                      <a:pPr algn="ctr" fontAlgn="t" latinLnBrk="0">
                        <a:buNone/>
                      </a:pPr>
                      <a:r>
                        <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rPr>
                        <a:t>AI </a:t>
                      </a: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도구 활용 데이터 분석</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CAEDFB"/>
                    </a:solidFill>
                  </a:tcPr>
                </a:tc>
                <a:tc hMerge="1">
                  <a:txBody>
                    <a:bodyPr/>
                    <a:lstStyle/>
                    <a:p>
                      <a:pPr algn="ctr" latinLnBrk="1"/>
                      <a:endParaRPr lang="ko-KR" altLang="en-US" sz="900" b="0" spc="-50" baseline="0" dirty="0">
                        <a:solidFill>
                          <a:schemeClr val="tx1">
                            <a:lumMod val="85000"/>
                            <a:lumOff val="15000"/>
                          </a:schemeClr>
                        </a:solidFill>
                        <a:latin typeface="페이퍼로지 6 SemiBold" pitchFamily="2" charset="-127"/>
                        <a:ea typeface="페이퍼로지 6 SemiBold"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CAEDFB"/>
                    </a:solidFill>
                  </a:tcPr>
                </a:tc>
                <a:extLst>
                  <a:ext uri="{0D108BD9-81ED-4DB2-BD59-A6C34878D82A}">
                    <a16:rowId xmlns:a16="http://schemas.microsoft.com/office/drawing/2014/main" val="3358521731"/>
                  </a:ext>
                </a:extLst>
              </a:tr>
              <a:tr h="557543">
                <a:tc gridSpan="3"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algn="ctr" latinLnBrk="0">
                        <a:lnSpc>
                          <a:spcPct val="100000"/>
                        </a:lnSpc>
                        <a:spcAft>
                          <a:spcPts val="100"/>
                        </a:spcAft>
                      </a:pPr>
                      <a:r>
                        <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rPr>
                        <a:t>AI </a:t>
                      </a: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활용 보고서</a:t>
                      </a:r>
                      <a:r>
                        <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rPr>
                        <a:t>·</a:t>
                      </a: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기획서 초안 작성</a:t>
                      </a: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CAEDFB"/>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rPr>
                        <a:t>AI </a:t>
                      </a: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활용 산업 동향</a:t>
                      </a:r>
                      <a:r>
                        <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rPr>
                        <a:t>·</a:t>
                      </a: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규제 변화 조사</a:t>
                      </a: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CAEDFB"/>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rPr>
                        <a:t>AI </a:t>
                      </a: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활용 경쟁사</a:t>
                      </a:r>
                      <a:r>
                        <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rPr>
                        <a:t>·</a:t>
                      </a: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시장 정보 수집</a:t>
                      </a: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CAEDFB"/>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rPr>
                        <a:t>AI </a:t>
                      </a: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활용 기술 문헌</a:t>
                      </a:r>
                      <a:r>
                        <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rPr>
                        <a:t> </a:t>
                      </a: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검색</a:t>
                      </a:r>
                      <a:r>
                        <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rPr>
                        <a:t>·</a:t>
                      </a: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요약</a:t>
                      </a: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CAEDFB"/>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rPr>
                        <a:t>AI </a:t>
                      </a: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활용 번역</a:t>
                      </a:r>
                      <a:r>
                        <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rPr>
                        <a:t>·</a:t>
                      </a: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다국어 문서 작성</a:t>
                      </a: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CAEDFB"/>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800" b="0" kern="1200" spc="-50" baseline="0" dirty="0" err="1">
                          <a:solidFill>
                            <a:schemeClr val="tx1">
                              <a:lumMod val="85000"/>
                              <a:lumOff val="15000"/>
                            </a:schemeClr>
                          </a:solidFill>
                          <a:latin typeface="페이퍼로지 4 Regular" pitchFamily="2" charset="-127"/>
                          <a:ea typeface="페이퍼로지 4 Regular" pitchFamily="2" charset="-127"/>
                          <a:cs typeface="+mn-cs"/>
                        </a:rPr>
                        <a:t>Excel·BI</a:t>
                      </a:r>
                      <a:r>
                        <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rPr>
                        <a:t> </a:t>
                      </a: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도구 활용 데이터 분석</a:t>
                      </a: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CAEDFB"/>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ko-KR" altLang="en-US" sz="800" b="0" kern="1200" spc="-50" baseline="0" dirty="0" err="1">
                          <a:solidFill>
                            <a:schemeClr val="tx1">
                              <a:lumMod val="85000"/>
                              <a:lumOff val="15000"/>
                            </a:schemeClr>
                          </a:solidFill>
                          <a:latin typeface="페이퍼로지 4 Regular" pitchFamily="2" charset="-127"/>
                          <a:ea typeface="페이퍼로지 4 Regular" pitchFamily="2" charset="-127"/>
                          <a:cs typeface="+mn-cs"/>
                        </a:rPr>
                        <a:t>다변량</a:t>
                      </a: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 데이터 </a:t>
                      </a:r>
                      <a:r>
                        <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rPr>
                        <a:t>AI </a:t>
                      </a: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분석</a:t>
                      </a:r>
                    </a:p>
                  </a:txBody>
                  <a:tcPr marL="0" marR="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CAEDFB"/>
                    </a:solidFill>
                  </a:tcPr>
                </a:tc>
                <a:extLst>
                  <a:ext uri="{0D108BD9-81ED-4DB2-BD59-A6C34878D82A}">
                    <a16:rowId xmlns:a16="http://schemas.microsoft.com/office/drawing/2014/main" val="2616815580"/>
                  </a:ext>
                </a:extLst>
              </a:tr>
              <a:tr h="174232">
                <a:tc rowSpan="20">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algn="ctr" fontAlgn="ctr" latinLnBrk="0">
                        <a:lnSpc>
                          <a:spcPct val="100000"/>
                        </a:lnSpc>
                        <a:spcBef>
                          <a:spcPts val="0"/>
                        </a:spcBef>
                        <a:spcAft>
                          <a:spcPts val="0"/>
                        </a:spcAft>
                        <a:buNone/>
                      </a:pP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화학</a:t>
                      </a:r>
                      <a:endPar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p>
                      <a:pPr algn="ctr" fontAlgn="ctr" latinLnBrk="0">
                        <a:lnSpc>
                          <a:spcPct val="100000"/>
                        </a:lnSpc>
                        <a:spcBef>
                          <a:spcPts val="0"/>
                        </a:spcBef>
                        <a:spcAft>
                          <a:spcPts val="0"/>
                        </a:spcAft>
                        <a:buNone/>
                      </a:pP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신소재</a:t>
                      </a:r>
                      <a:endPar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p>
                      <a:pPr algn="ctr" fontAlgn="ctr" latinLnBrk="0">
                        <a:lnSpc>
                          <a:spcPct val="100000"/>
                        </a:lnSpc>
                        <a:spcBef>
                          <a:spcPts val="0"/>
                        </a:spcBef>
                        <a:spcAft>
                          <a:spcPts val="0"/>
                        </a:spcAft>
                        <a:buNone/>
                      </a:pP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개발</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rowSpan="3">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ko-KR" altLang="en-US" sz="800" spc="-50" dirty="0">
                          <a:solidFill>
                            <a:srgbClr val="000000"/>
                          </a:solidFill>
                          <a:latin typeface="페이퍼로지 4 Regular" pitchFamily="2" charset="-127"/>
                          <a:ea typeface="페이퍼로지 4 Regular" pitchFamily="2" charset="-127"/>
                        </a:rPr>
                        <a:t>화학분야 시장동향 분석</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시장구조 분석하기</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905894044"/>
                  </a:ext>
                </a:extLst>
              </a:tr>
              <a:tr h="174232">
                <a:tc vMerge="1">
                  <a:txBody>
                    <a:bodyPr/>
                    <a:lstStyle/>
                    <a:p>
                      <a:pPr algn="l"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762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l"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762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신소재 동향 분석하기</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828539212"/>
                  </a:ext>
                </a:extLst>
              </a:tr>
              <a:tr h="174232">
                <a:tc vMerge="1">
                  <a:txBody>
                    <a:bodyPr/>
                    <a:lstStyle/>
                    <a:p>
                      <a:pPr algn="l"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762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l"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762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시장 전망하기</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789973979"/>
                  </a:ext>
                </a:extLst>
              </a:tr>
              <a:tr h="174232">
                <a:tc vMerge="1">
                  <a:txBody>
                    <a:bodyPr/>
                    <a:lstStyle/>
                    <a:p>
                      <a:pPr algn="l"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762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B w="6350" cap="flat" cmpd="sng" algn="ctr">
                      <a:solidFill>
                        <a:schemeClr val="tx1">
                          <a:lumMod val="50000"/>
                          <a:lumOff val="50000"/>
                        </a:schemeClr>
                      </a:solidFill>
                      <a:prstDash val="solid"/>
                      <a:round/>
                      <a:headEnd type="none" w="med" len="med"/>
                      <a:tailEnd type="none" w="med" len="med"/>
                    </a:lnB>
                    <a:solidFill>
                      <a:schemeClr val="bg1"/>
                    </a:solidFill>
                  </a:tcPr>
                </a:tc>
                <a:tc rowSpan="4">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algn="ctr" fontAlgn="ctr" latinLnBrk="0">
                        <a:lnSpc>
                          <a:spcPct val="100000"/>
                        </a:lnSpc>
                        <a:spcBef>
                          <a:spcPts val="0"/>
                        </a:spcBef>
                        <a:spcAft>
                          <a:spcPts val="0"/>
                        </a:spcAft>
                        <a:buNone/>
                      </a:pPr>
                      <a:r>
                        <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rPr>
                        <a:t>화학분야 기술동향 분석</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기술 문헌 분석하기</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520314413"/>
                  </a:ext>
                </a:extLst>
              </a:tr>
              <a:tr h="174232">
                <a:tc vMerge="1">
                  <a:txBody>
                    <a:bodyPr/>
                    <a:lstStyle/>
                    <a:p>
                      <a:pPr algn="l"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762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l"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762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지식재산권 분석하기</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604216493"/>
                  </a:ext>
                </a:extLst>
              </a:tr>
              <a:tr h="174232">
                <a:tc vMerge="1">
                  <a:txBody>
                    <a:bodyPr/>
                    <a:lstStyle/>
                    <a:p>
                      <a:pPr algn="l"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762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l"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762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신소재 기술동향 분석하기</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186914766"/>
                  </a:ext>
                </a:extLst>
              </a:tr>
              <a:tr h="174232">
                <a:tc vMerge="1">
                  <a:txBody>
                    <a:bodyPr/>
                    <a:lstStyle/>
                    <a:p>
                      <a:pPr latinLnBrk="1"/>
                      <a:endParaRPr lang="ko-KR" altLang="en-US"/>
                    </a:p>
                  </a:txBody>
                  <a:tcPr/>
                </a:tc>
                <a:tc vMerge="1">
                  <a:txBody>
                    <a:bodyPr/>
                    <a:lstStyle/>
                    <a:p>
                      <a:pPr latinLnBrk="1"/>
                      <a:endParaRPr lang="ko-KR" altLang="en-US"/>
                    </a:p>
                  </a:txBody>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기술 예측하기</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989755504"/>
                  </a:ext>
                </a:extLst>
              </a:tr>
              <a:tr h="139386">
                <a:tc vMerge="1">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rowSpan="3">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ko-KR" altLang="en-US" sz="800" spc="-50" dirty="0" err="1">
                          <a:solidFill>
                            <a:srgbClr val="000000"/>
                          </a:solidFill>
                          <a:latin typeface="페이퍼로지 4 Regular" pitchFamily="2" charset="-127"/>
                          <a:ea typeface="페이퍼로지 4 Regular" pitchFamily="2" charset="-127"/>
                        </a:rPr>
                        <a:t>화학신소재</a:t>
                      </a:r>
                      <a:r>
                        <a:rPr lang="ko-KR" altLang="en-US" sz="800" spc="-50" dirty="0">
                          <a:solidFill>
                            <a:srgbClr val="000000"/>
                          </a:solidFill>
                          <a:latin typeface="페이퍼로지 4 Regular" pitchFamily="2" charset="-127"/>
                          <a:ea typeface="페이퍼로지 4 Regular" pitchFamily="2" charset="-127"/>
                        </a:rPr>
                        <a:t> 후보군 선정</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분석결과 종합하기</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506031856"/>
                  </a:ext>
                </a:extLst>
              </a:tr>
              <a:tr h="174232">
                <a:tc vMerge="1">
                  <a:txBody>
                    <a:bodyPr/>
                    <a:lstStyle/>
                    <a:p>
                      <a:pPr algn="l"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l"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신소재 후보군 탐색하기</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627464919"/>
                  </a:ext>
                </a:extLst>
              </a:tr>
              <a:tr h="174232">
                <a:tc vMerge="1">
                  <a:txBody>
                    <a:bodyPr/>
                    <a:lstStyle/>
                    <a:p>
                      <a:pPr algn="l"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l"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신소재 후보군 평가하기</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772773788"/>
                  </a:ext>
                </a:extLst>
              </a:tr>
              <a:tr h="139386">
                <a:tc vMerge="1">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rowSpan="4">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ko-KR" altLang="en-US" sz="800" spc="-50" dirty="0" err="1">
                          <a:solidFill>
                            <a:srgbClr val="000000"/>
                          </a:solidFill>
                          <a:latin typeface="페이퍼로지 4 Regular" pitchFamily="2" charset="-127"/>
                          <a:ea typeface="페이퍼로지 4 Regular" pitchFamily="2" charset="-127"/>
                        </a:rPr>
                        <a:t>화학신소재</a:t>
                      </a:r>
                      <a:r>
                        <a:rPr lang="ko-KR" altLang="en-US" sz="800" spc="-50" dirty="0">
                          <a:solidFill>
                            <a:srgbClr val="000000"/>
                          </a:solidFill>
                          <a:latin typeface="페이퍼로지 4 Regular" pitchFamily="2" charset="-127"/>
                          <a:ea typeface="페이퍼로지 4 Regular" pitchFamily="2" charset="-127"/>
                        </a:rPr>
                        <a:t> 기술 분석</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요소기술 파악하기</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750462899"/>
                  </a:ext>
                </a:extLst>
              </a:tr>
              <a:tr h="174232">
                <a:tc vMerge="1">
                  <a:txBody>
                    <a:bodyPr/>
                    <a:lstStyle/>
                    <a:p>
                      <a:pPr algn="ctr"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18000" marR="18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18000" marR="18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핵심기술 파악하기</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026565989"/>
                  </a:ext>
                </a:extLst>
              </a:tr>
              <a:tr h="139386">
                <a:tc vMerge="1">
                  <a:txBody>
                    <a:bodyPr/>
                    <a:lstStyle/>
                    <a:p>
                      <a:pPr algn="ctr"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18000" marR="18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18000" marR="18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기술 개발방향 설정하기</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274835581"/>
                  </a:ext>
                </a:extLst>
              </a:tr>
              <a:tr h="139386">
                <a:tc vMerge="1">
                  <a:txBody>
                    <a:bodyPr/>
                    <a:lstStyle/>
                    <a:p>
                      <a:pPr latinLnBrk="1"/>
                      <a:endParaRPr lang="ko-KR" altLang="en-US"/>
                    </a:p>
                  </a:txBody>
                  <a:tcPr/>
                </a:tc>
                <a:tc vMerge="1">
                  <a:txBody>
                    <a:bodyPr/>
                    <a:lstStyle/>
                    <a:p>
                      <a:pPr latinLnBrk="1"/>
                      <a:endParaRPr lang="ko-KR" altLang="en-US"/>
                    </a:p>
                  </a:txBody>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기술 확보방안 수립하기</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513339418"/>
                  </a:ext>
                </a:extLst>
              </a:tr>
              <a:tr h="174232">
                <a:tc vMerge="1">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3600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rowSpan="3">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ko-KR" altLang="en-US" sz="800" spc="-50" dirty="0">
                          <a:solidFill>
                            <a:srgbClr val="000000"/>
                          </a:solidFill>
                          <a:latin typeface="페이퍼로지 4 Regular" pitchFamily="2" charset="-127"/>
                          <a:ea typeface="페이퍼로지 4 Regular" pitchFamily="2" charset="-127"/>
                        </a:rPr>
                        <a:t>화학 신소재 리스크 분석</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리스크 요인 파악하기</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667287590"/>
                  </a:ext>
                </a:extLst>
              </a:tr>
              <a:tr h="174232">
                <a:tc vMerge="1">
                  <a:txBody>
                    <a:bodyPr/>
                    <a:lstStyle/>
                    <a:p>
                      <a:pPr algn="ctr"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18000" marR="18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ko-KR" altLang="en-US" sz="700" spc="-50" dirty="0">
                        <a:solidFill>
                          <a:srgbClr val="000000"/>
                        </a:solidFill>
                        <a:latin typeface="페이퍼로지 4 Regular" pitchFamily="2" charset="-127"/>
                        <a:ea typeface="페이퍼로지 4 Regular" pitchFamily="2" charset="-127"/>
                      </a:endParaRPr>
                    </a:p>
                  </a:txBody>
                  <a:tcPr marL="18000" marR="18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리스크 영향 분석</a:t>
                      </a:r>
                      <a:r>
                        <a:rPr lang="en-US" altLang="ko-KR" sz="800" kern="1200" spc="-50" dirty="0">
                          <a:solidFill>
                            <a:srgbClr val="000000"/>
                          </a:solidFill>
                          <a:latin typeface="페이퍼로지 4 Regular" pitchFamily="2" charset="-127"/>
                          <a:ea typeface="페이퍼로지 4 Regular" pitchFamily="2" charset="-127"/>
                          <a:cs typeface="+mn-cs"/>
                        </a:rPr>
                        <a:t>·</a:t>
                      </a:r>
                      <a:r>
                        <a:rPr lang="ko-KR" altLang="en-US" sz="800" kern="1200" spc="-50" dirty="0">
                          <a:solidFill>
                            <a:srgbClr val="000000"/>
                          </a:solidFill>
                          <a:latin typeface="페이퍼로지 4 Regular" pitchFamily="2" charset="-127"/>
                          <a:ea typeface="페이퍼로지 4 Regular" pitchFamily="2" charset="-127"/>
                          <a:cs typeface="+mn-cs"/>
                        </a:rPr>
                        <a:t>평가하기</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823469057"/>
                  </a:ext>
                </a:extLst>
              </a:tr>
              <a:tr h="174232">
                <a:tc vMerge="1">
                  <a:txBody>
                    <a:bodyPr/>
                    <a:lstStyle/>
                    <a:p>
                      <a:pPr algn="ctr"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18000" marR="18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ko-KR" altLang="en-US" sz="700" spc="-50" dirty="0">
                        <a:solidFill>
                          <a:srgbClr val="000000"/>
                        </a:solidFill>
                        <a:latin typeface="페이퍼로지 4 Regular" pitchFamily="2" charset="-127"/>
                        <a:ea typeface="페이퍼로지 4 Regular" pitchFamily="2" charset="-127"/>
                      </a:endParaRPr>
                    </a:p>
                  </a:txBody>
                  <a:tcPr marL="18000" marR="18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리스크</a:t>
                      </a:r>
                      <a:r>
                        <a:rPr lang="en-US" altLang="ko-KR" sz="800" kern="1200" spc="-50" dirty="0">
                          <a:solidFill>
                            <a:srgbClr val="000000"/>
                          </a:solidFill>
                          <a:latin typeface="페이퍼로지 4 Regular" pitchFamily="2" charset="-127"/>
                          <a:ea typeface="페이퍼로지 4 Regular" pitchFamily="2" charset="-127"/>
                          <a:cs typeface="+mn-cs"/>
                        </a:rPr>
                        <a:t> </a:t>
                      </a:r>
                      <a:r>
                        <a:rPr lang="ko-KR" altLang="en-US" sz="800" kern="1200" spc="-50" dirty="0">
                          <a:solidFill>
                            <a:srgbClr val="000000"/>
                          </a:solidFill>
                          <a:latin typeface="페이퍼로지 4 Regular" pitchFamily="2" charset="-127"/>
                          <a:ea typeface="페이퍼로지 4 Regular" pitchFamily="2" charset="-127"/>
                          <a:cs typeface="+mn-cs"/>
                        </a:rPr>
                        <a:t>대처 방안 수립하기</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326815554"/>
                  </a:ext>
                </a:extLst>
              </a:tr>
              <a:tr h="174232">
                <a:tc vMerge="1">
                  <a:txBody>
                    <a:bodyPr/>
                    <a:lstStyle/>
                    <a:p>
                      <a:pPr algn="ctr" fontAlgn="ctr" latinLnBrk="0">
                        <a:buNone/>
                      </a:pPr>
                      <a:endParaRPr lang="ko-KR" altLang="en-US" sz="7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18000" marR="18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rowSpan="3">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ko-KR" altLang="en-US" sz="800" spc="-50" dirty="0" err="1">
                          <a:solidFill>
                            <a:srgbClr val="000000"/>
                          </a:solidFill>
                          <a:latin typeface="페이퍼로지 4 Regular" pitchFamily="2" charset="-127"/>
                          <a:ea typeface="페이퍼로지 4 Regular" pitchFamily="2" charset="-127"/>
                        </a:rPr>
                        <a:t>화학신소재</a:t>
                      </a:r>
                      <a:r>
                        <a:rPr lang="ko-KR" altLang="en-US" sz="800" spc="-50" dirty="0">
                          <a:solidFill>
                            <a:srgbClr val="000000"/>
                          </a:solidFill>
                          <a:latin typeface="페이퍼로지 4 Regular" pitchFamily="2" charset="-127"/>
                          <a:ea typeface="페이퍼로지 4 Regular" pitchFamily="2" charset="-127"/>
                        </a:rPr>
                        <a:t> 프로타입 제조</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프로토타입 설계하기</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898435714"/>
                  </a:ext>
                </a:extLst>
              </a:tr>
              <a:tr h="174232">
                <a:tc vMerge="1">
                  <a:txBody>
                    <a:bodyPr/>
                    <a:lstStyle/>
                    <a:p>
                      <a:pPr latinLnBrk="1"/>
                      <a:endParaRPr lang="ko-KR" altLang="en-US"/>
                    </a:p>
                  </a:txBody>
                  <a:tcPr/>
                </a:tc>
                <a:tc vMerge="1">
                  <a:txBody>
                    <a:bodyPr/>
                    <a:lstStyle/>
                    <a:p>
                      <a:pPr latinLnBrk="1"/>
                      <a:endParaRPr lang="ko-KR" altLang="en-US"/>
                    </a:p>
                  </a:txBody>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프로토타입 제조하기</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741654286"/>
                  </a:ext>
                </a:extLst>
              </a:tr>
              <a:tr h="139386">
                <a:tc vMerge="1">
                  <a:txBody>
                    <a:bodyPr/>
                    <a:lstStyle/>
                    <a:p>
                      <a:pPr latinLnBrk="1"/>
                      <a:endParaRPr lang="ko-KR" altLang="en-US"/>
                    </a:p>
                  </a:txBody>
                  <a:tcPr/>
                </a:tc>
                <a:tc vMerge="1">
                  <a:txBody>
                    <a:bodyPr/>
                    <a:lstStyle/>
                    <a:p>
                      <a:pPr latinLnBrk="1"/>
                      <a:endParaRPr lang="ko-KR" altLang="en-US"/>
                    </a:p>
                  </a:txBody>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ko-KR" altLang="en-US" sz="800" kern="1200" spc="-50" dirty="0">
                          <a:solidFill>
                            <a:srgbClr val="000000"/>
                          </a:solidFill>
                          <a:latin typeface="페이퍼로지 4 Regular" pitchFamily="2" charset="-127"/>
                          <a:ea typeface="페이퍼로지 4 Regular" pitchFamily="2" charset="-127"/>
                          <a:cs typeface="+mn-cs"/>
                        </a:rPr>
                        <a:t>프로토타입 평가하기</a:t>
                      </a: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0"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　</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ko-KR" sz="1100" b="1" i="0" u="none" strike="noStrike" dirty="0">
                          <a:solidFill>
                            <a:schemeClr val="tx1">
                              <a:lumMod val="75000"/>
                              <a:lumOff val="25000"/>
                            </a:schemeClr>
                          </a:solidFill>
                          <a:effectLst/>
                          <a:latin typeface="맑은 고딕" panose="020B0503020000020004" pitchFamily="50" charset="-127"/>
                          <a:ea typeface="맑은 고딕" panose="020B0503020000020004" pitchFamily="50" charset="-127"/>
                        </a:rPr>
                        <a:t>◉</a:t>
                      </a:r>
                    </a:p>
                  </a:txBody>
                  <a:tcPr marL="4763" marR="4763" marT="4763"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906778252"/>
                  </a:ext>
                </a:extLst>
              </a:tr>
              <a:tr h="139386">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algn="ctr" fontAlgn="ctr" latinLnBrk="0">
                        <a:lnSpc>
                          <a:spcPct val="100000"/>
                        </a:lnSpc>
                        <a:spcBef>
                          <a:spcPts val="0"/>
                        </a:spcBef>
                        <a:spcAft>
                          <a:spcPts val="0"/>
                        </a:spcAft>
                        <a:buNone/>
                      </a:pPr>
                      <a:r>
                        <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rPr>
                        <a:t>…</a:t>
                      </a:r>
                      <a:endPar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800" spc="-50" dirty="0">
                          <a:solidFill>
                            <a:srgbClr val="000000"/>
                          </a:solidFill>
                          <a:latin typeface="페이퍼로지 4 Regular" pitchFamily="2" charset="-127"/>
                          <a:ea typeface="페이퍼로지 4 Regular" pitchFamily="2" charset="-127"/>
                        </a:rPr>
                        <a:t>…</a:t>
                      </a:r>
                      <a:endParaRPr lang="ko-KR" altLang="en-US" sz="800" spc="-50" dirty="0">
                        <a:solidFill>
                          <a:srgbClr val="000000"/>
                        </a:solidFill>
                        <a:latin typeface="페이퍼로지 4 Regular" pitchFamily="2" charset="-127"/>
                        <a:ea typeface="페이퍼로지 4 Regular"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algn="ctr" fontAlgn="ctr" latinLnBrk="0">
                        <a:lnSpc>
                          <a:spcPct val="100000"/>
                        </a:lnSpc>
                        <a:spcBef>
                          <a:spcPts val="0"/>
                        </a:spcBef>
                        <a:spcAft>
                          <a:spcPts val="0"/>
                        </a:spcAft>
                        <a:buNone/>
                      </a:pPr>
                      <a:r>
                        <a:rPr lang="en-US" altLang="ko-KR" sz="800" b="0" kern="1200" spc="-50" baseline="0" dirty="0">
                          <a:solidFill>
                            <a:schemeClr val="tx1">
                              <a:lumMod val="85000"/>
                              <a:lumOff val="15000"/>
                            </a:schemeClr>
                          </a:solidFill>
                          <a:latin typeface="페이퍼로지 4 Regular" pitchFamily="2" charset="-127"/>
                          <a:ea typeface="페이퍼로지 4 Regular" pitchFamily="2" charset="-127"/>
                          <a:cs typeface="+mn-cs"/>
                        </a:rPr>
                        <a:t>…</a:t>
                      </a:r>
                      <a:endParaRPr lang="ko-KR" altLang="en-US" sz="800" b="0" kern="1200" spc="-50" baseline="0" dirty="0">
                        <a:solidFill>
                          <a:schemeClr val="tx1">
                            <a:lumMod val="85000"/>
                            <a:lumOff val="15000"/>
                          </a:schemeClr>
                        </a:solidFill>
                        <a:latin typeface="페이퍼로지 4 Regular" pitchFamily="2" charset="-127"/>
                        <a:ea typeface="페이퍼로지 4 Regular" pitchFamily="2" charset="-127"/>
                        <a:cs typeface="+mn-cs"/>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algn="ctr" latinLnBrk="0">
                        <a:lnSpc>
                          <a:spcPct val="100000"/>
                        </a:lnSpc>
                        <a:spcBef>
                          <a:spcPts val="0"/>
                        </a:spcBef>
                        <a:spcAft>
                          <a:spcPts val="0"/>
                        </a:spcAft>
                      </a:pPr>
                      <a:endParaRPr lang="ko-KR" altLang="en-US" sz="800" spc="-50" baseline="0">
                        <a:solidFill>
                          <a:schemeClr val="tx1">
                            <a:lumMod val="85000"/>
                            <a:lumOff val="15000"/>
                          </a:schemeClr>
                        </a:solidFill>
                        <a:latin typeface="페이퍼로지 4 Regular" pitchFamily="2" charset="-127"/>
                        <a:ea typeface="페이퍼로지 4 Regular"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algn="ctr" latinLnBrk="0">
                        <a:lnSpc>
                          <a:spcPct val="100000"/>
                        </a:lnSpc>
                        <a:spcBef>
                          <a:spcPts val="0"/>
                        </a:spcBef>
                        <a:spcAft>
                          <a:spcPts val="0"/>
                        </a:spcAft>
                      </a:pPr>
                      <a:endParaRPr lang="ko-KR" altLang="en-US" sz="800" spc="-50" baseline="0" dirty="0">
                        <a:solidFill>
                          <a:schemeClr val="tx1">
                            <a:lumMod val="85000"/>
                            <a:lumOff val="15000"/>
                          </a:schemeClr>
                        </a:solidFill>
                        <a:latin typeface="페이퍼로지 4 Regular" pitchFamily="2" charset="-127"/>
                        <a:ea typeface="페이퍼로지 4 Regular"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algn="ctr" latinLnBrk="0">
                        <a:lnSpc>
                          <a:spcPct val="100000"/>
                        </a:lnSpc>
                        <a:spcBef>
                          <a:spcPts val="0"/>
                        </a:spcBef>
                        <a:spcAft>
                          <a:spcPts val="0"/>
                        </a:spcAft>
                      </a:pPr>
                      <a:endParaRPr lang="ko-KR" altLang="en-US" sz="800" spc="-50" baseline="0" dirty="0">
                        <a:solidFill>
                          <a:schemeClr val="tx1">
                            <a:lumMod val="85000"/>
                            <a:lumOff val="15000"/>
                          </a:schemeClr>
                        </a:solidFill>
                        <a:latin typeface="페이퍼로지 4 Regular" pitchFamily="2" charset="-127"/>
                        <a:ea typeface="페이퍼로지 4 Regular"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algn="ctr" latinLnBrk="0">
                        <a:lnSpc>
                          <a:spcPct val="100000"/>
                        </a:lnSpc>
                        <a:spcBef>
                          <a:spcPts val="0"/>
                        </a:spcBef>
                        <a:spcAft>
                          <a:spcPts val="0"/>
                        </a:spcAft>
                      </a:pPr>
                      <a:endParaRPr lang="ko-KR" altLang="en-US" sz="800" spc="-50" baseline="0" dirty="0">
                        <a:solidFill>
                          <a:schemeClr val="tx1">
                            <a:lumMod val="85000"/>
                            <a:lumOff val="15000"/>
                          </a:schemeClr>
                        </a:solidFill>
                        <a:latin typeface="페이퍼로지 4 Regular" pitchFamily="2" charset="-127"/>
                        <a:ea typeface="페이퍼로지 4 Regular"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algn="ctr" latinLnBrk="0">
                        <a:lnSpc>
                          <a:spcPct val="100000"/>
                        </a:lnSpc>
                        <a:spcBef>
                          <a:spcPts val="0"/>
                        </a:spcBef>
                        <a:spcAft>
                          <a:spcPts val="0"/>
                        </a:spcAft>
                      </a:pPr>
                      <a:endParaRPr lang="ko-KR" altLang="en-US" sz="800" spc="-50" baseline="0" dirty="0">
                        <a:solidFill>
                          <a:schemeClr val="tx1">
                            <a:lumMod val="85000"/>
                            <a:lumOff val="15000"/>
                          </a:schemeClr>
                        </a:solidFill>
                        <a:latin typeface="페이퍼로지 4 Regular" pitchFamily="2" charset="-127"/>
                        <a:ea typeface="페이퍼로지 4 Regular"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algn="ctr" latinLnBrk="0">
                        <a:lnSpc>
                          <a:spcPct val="100000"/>
                        </a:lnSpc>
                        <a:spcBef>
                          <a:spcPts val="0"/>
                        </a:spcBef>
                        <a:spcAft>
                          <a:spcPts val="0"/>
                        </a:spcAft>
                      </a:pPr>
                      <a:endParaRPr lang="ko-KR" altLang="en-US" sz="800" spc="-50" baseline="0" dirty="0">
                        <a:solidFill>
                          <a:schemeClr val="tx1">
                            <a:lumMod val="85000"/>
                            <a:lumOff val="15000"/>
                          </a:schemeClr>
                        </a:solidFill>
                        <a:latin typeface="페이퍼로지 4 Regular" pitchFamily="2" charset="-127"/>
                        <a:ea typeface="페이퍼로지 4 Regular"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dk1"/>
                          </a:solidFill>
                          <a:latin typeface="Calibri" panose="020F0502020204030204"/>
                        </a:defRPr>
                      </a:lvl1pPr>
                      <a:lvl2pPr marL="457200" algn="l" defTabSz="914400" rtl="0" eaLnBrk="1" latinLnBrk="1" hangingPunct="1">
                        <a:defRPr sz="1800" kern="1200">
                          <a:solidFill>
                            <a:schemeClr val="dk1"/>
                          </a:solidFill>
                          <a:latin typeface="Calibri" panose="020F0502020204030204"/>
                        </a:defRPr>
                      </a:lvl2pPr>
                      <a:lvl3pPr marL="914400" algn="l" defTabSz="914400" rtl="0" eaLnBrk="1" latinLnBrk="1" hangingPunct="1">
                        <a:defRPr sz="1800" kern="1200">
                          <a:solidFill>
                            <a:schemeClr val="dk1"/>
                          </a:solidFill>
                          <a:latin typeface="Calibri" panose="020F0502020204030204"/>
                        </a:defRPr>
                      </a:lvl3pPr>
                      <a:lvl4pPr marL="1371600" algn="l" defTabSz="914400" rtl="0" eaLnBrk="1" latinLnBrk="1" hangingPunct="1">
                        <a:defRPr sz="1800" kern="1200">
                          <a:solidFill>
                            <a:schemeClr val="dk1"/>
                          </a:solidFill>
                          <a:latin typeface="Calibri" panose="020F0502020204030204"/>
                        </a:defRPr>
                      </a:lvl4pPr>
                      <a:lvl5pPr marL="1828800" algn="l" defTabSz="914400" rtl="0" eaLnBrk="1" latinLnBrk="1" hangingPunct="1">
                        <a:defRPr sz="1800" kern="1200">
                          <a:solidFill>
                            <a:schemeClr val="dk1"/>
                          </a:solidFill>
                          <a:latin typeface="Calibri" panose="020F0502020204030204"/>
                        </a:defRPr>
                      </a:lvl5pPr>
                      <a:lvl6pPr marL="2286000" algn="l" defTabSz="914400" rtl="0" eaLnBrk="1" latinLnBrk="1" hangingPunct="1">
                        <a:defRPr sz="1800" kern="1200">
                          <a:solidFill>
                            <a:schemeClr val="dk1"/>
                          </a:solidFill>
                          <a:latin typeface="Calibri" panose="020F0502020204030204"/>
                        </a:defRPr>
                      </a:lvl6pPr>
                      <a:lvl7pPr marL="2743200" algn="l" defTabSz="914400" rtl="0" eaLnBrk="1" latinLnBrk="1" hangingPunct="1">
                        <a:defRPr sz="1800" kern="1200">
                          <a:solidFill>
                            <a:schemeClr val="dk1"/>
                          </a:solidFill>
                          <a:latin typeface="Calibri" panose="020F0502020204030204"/>
                        </a:defRPr>
                      </a:lvl7pPr>
                      <a:lvl8pPr marL="3200400" algn="l" defTabSz="914400" rtl="0" eaLnBrk="1" latinLnBrk="1" hangingPunct="1">
                        <a:defRPr sz="1800" kern="1200">
                          <a:solidFill>
                            <a:schemeClr val="dk1"/>
                          </a:solidFill>
                          <a:latin typeface="Calibri" panose="020F0502020204030204"/>
                        </a:defRPr>
                      </a:lvl8pPr>
                      <a:lvl9pPr marL="3657600" algn="l" defTabSz="914400" rtl="0" eaLnBrk="1" latinLnBrk="1" hangingPunct="1">
                        <a:defRPr sz="1800" kern="1200">
                          <a:solidFill>
                            <a:schemeClr val="dk1"/>
                          </a:solidFill>
                          <a:latin typeface="Calibri" panose="020F0502020204030204"/>
                        </a:defRPr>
                      </a:lvl9pPr>
                    </a:lstStyle>
                    <a:p>
                      <a:pPr algn="ctr" latinLnBrk="0">
                        <a:lnSpc>
                          <a:spcPct val="100000"/>
                        </a:lnSpc>
                        <a:spcBef>
                          <a:spcPts val="0"/>
                        </a:spcBef>
                        <a:spcAft>
                          <a:spcPts val="0"/>
                        </a:spcAft>
                      </a:pPr>
                      <a:endParaRPr lang="ko-KR" altLang="en-US" sz="800" spc="-50" baseline="0" dirty="0">
                        <a:solidFill>
                          <a:schemeClr val="tx1">
                            <a:lumMod val="85000"/>
                            <a:lumOff val="15000"/>
                          </a:schemeClr>
                        </a:solidFill>
                        <a:latin typeface="페이퍼로지 4 Regular" pitchFamily="2" charset="-127"/>
                        <a:ea typeface="페이퍼로지 4 Regular"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800626932"/>
                  </a:ext>
                </a:extLst>
              </a:tr>
            </a:tbl>
          </a:graphicData>
        </a:graphic>
      </p:graphicFrame>
      <p:sp>
        <p:nvSpPr>
          <p:cNvPr id="22" name="직사각형 21">
            <a:extLst>
              <a:ext uri="{FF2B5EF4-FFF2-40B4-BE49-F238E27FC236}">
                <a16:creationId xmlns:a16="http://schemas.microsoft.com/office/drawing/2014/main" id="{382F06E0-01E7-797B-ADD1-93C1A68A9FC1}"/>
              </a:ext>
            </a:extLst>
          </p:cNvPr>
          <p:cNvSpPr/>
          <p:nvPr/>
        </p:nvSpPr>
        <p:spPr>
          <a:xfrm>
            <a:off x="3114773" y="2451716"/>
            <a:ext cx="396000" cy="4037977"/>
          </a:xfrm>
          <a:prstGeom prst="rect">
            <a:avLst/>
          </a:prstGeom>
          <a:solidFill>
            <a:srgbClr val="FFC000">
              <a:alpha val="15000"/>
            </a:srgbClr>
          </a:solidFill>
          <a:ln w="12700" cap="flat" cmpd="sng" algn="ctr">
            <a:solidFill>
              <a:srgbClr val="ED7D31"/>
            </a:solidFill>
            <a:prstDash val="sysDash"/>
            <a:miter lim="800000"/>
          </a:ln>
          <a:effectLst/>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3" name="직사각형 22">
            <a:extLst>
              <a:ext uri="{FF2B5EF4-FFF2-40B4-BE49-F238E27FC236}">
                <a16:creationId xmlns:a16="http://schemas.microsoft.com/office/drawing/2014/main" id="{391CA7D0-2690-F5E7-4C14-B646FADBB83A}"/>
              </a:ext>
            </a:extLst>
          </p:cNvPr>
          <p:cNvSpPr/>
          <p:nvPr/>
        </p:nvSpPr>
        <p:spPr>
          <a:xfrm>
            <a:off x="3919634" y="2451716"/>
            <a:ext cx="396000" cy="4037977"/>
          </a:xfrm>
          <a:prstGeom prst="rect">
            <a:avLst/>
          </a:prstGeom>
          <a:solidFill>
            <a:srgbClr val="FFC000">
              <a:alpha val="15000"/>
            </a:srgbClr>
          </a:solidFill>
          <a:ln w="12700" cap="flat" cmpd="sng" algn="ctr">
            <a:solidFill>
              <a:srgbClr val="ED7D31"/>
            </a:solidFill>
            <a:prstDash val="sysDash"/>
            <a:miter lim="800000"/>
          </a:ln>
          <a:effectLst/>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직사각형 23">
            <a:extLst>
              <a:ext uri="{FF2B5EF4-FFF2-40B4-BE49-F238E27FC236}">
                <a16:creationId xmlns:a16="http://schemas.microsoft.com/office/drawing/2014/main" id="{C5D76365-2123-C14D-34C6-3B7DE3F73411}"/>
              </a:ext>
            </a:extLst>
          </p:cNvPr>
          <p:cNvSpPr/>
          <p:nvPr/>
        </p:nvSpPr>
        <p:spPr>
          <a:xfrm>
            <a:off x="4316379" y="2451716"/>
            <a:ext cx="396000" cy="4037977"/>
          </a:xfrm>
          <a:prstGeom prst="rect">
            <a:avLst/>
          </a:prstGeom>
          <a:solidFill>
            <a:srgbClr val="FFC000">
              <a:alpha val="15000"/>
            </a:srgbClr>
          </a:solidFill>
          <a:ln w="12700" cap="flat" cmpd="sng" algn="ctr">
            <a:solidFill>
              <a:srgbClr val="ED7D31"/>
            </a:solidFill>
            <a:prstDash val="sysDash"/>
            <a:miter lim="800000"/>
          </a:ln>
          <a:effectLst/>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직사각형 24">
            <a:extLst>
              <a:ext uri="{FF2B5EF4-FFF2-40B4-BE49-F238E27FC236}">
                <a16:creationId xmlns:a16="http://schemas.microsoft.com/office/drawing/2014/main" id="{36592DCC-F3BF-06D4-EE8D-B5B17BB7A9E9}"/>
              </a:ext>
            </a:extLst>
          </p:cNvPr>
          <p:cNvSpPr/>
          <p:nvPr/>
        </p:nvSpPr>
        <p:spPr>
          <a:xfrm>
            <a:off x="5504943" y="2451716"/>
            <a:ext cx="396000" cy="4037977"/>
          </a:xfrm>
          <a:prstGeom prst="rect">
            <a:avLst/>
          </a:prstGeom>
          <a:solidFill>
            <a:srgbClr val="FFC000">
              <a:alpha val="15000"/>
            </a:srgbClr>
          </a:solidFill>
          <a:ln w="12700" cap="flat" cmpd="sng" algn="ctr">
            <a:solidFill>
              <a:srgbClr val="ED7D31"/>
            </a:solidFill>
            <a:prstDash val="sysDash"/>
            <a:miter lim="800000"/>
          </a:ln>
          <a:effectLst/>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6" name="TextBox 25">
            <a:extLst>
              <a:ext uri="{FF2B5EF4-FFF2-40B4-BE49-F238E27FC236}">
                <a16:creationId xmlns:a16="http://schemas.microsoft.com/office/drawing/2014/main" id="{9AEAD01A-5768-9265-E73B-C0FAFA3D2CA2}"/>
              </a:ext>
            </a:extLst>
          </p:cNvPr>
          <p:cNvSpPr txBox="1"/>
          <p:nvPr/>
        </p:nvSpPr>
        <p:spPr>
          <a:xfrm>
            <a:off x="6180095" y="2287728"/>
            <a:ext cx="3094842" cy="307777"/>
          </a:xfrm>
          <a:prstGeom prst="rect">
            <a:avLst/>
          </a:prstGeom>
          <a:noFill/>
        </p:spPr>
        <p:txBody>
          <a:bodyPr wrap="square" lIns="0" rIns="0">
            <a:spAutoFit/>
          </a:bodyPr>
          <a:lstStyle/>
          <a:p>
            <a:pPr defTabSz="914395" latinLnBrk="0">
              <a:buFontTx/>
              <a:buNone/>
              <a:defRPr/>
            </a:pPr>
            <a:r>
              <a:rPr lang="en-US" altLang="ko-KR" sz="1400" kern="0" spc="-100" dirty="0">
                <a:solidFill>
                  <a:srgbClr val="4472C4"/>
                </a:solidFill>
                <a:effectLst>
                  <a:outerShdw blurRad="38100" dist="38100" dir="2700000" algn="tl">
                    <a:srgbClr val="000000">
                      <a:alpha val="43137"/>
                    </a:srgbClr>
                  </a:outerShdw>
                </a:effectLst>
                <a:latin typeface="페이퍼로지 6 SemiBold" pitchFamily="2" charset="-127"/>
                <a:ea typeface="페이퍼로지 6 SemiBold" pitchFamily="2" charset="-127"/>
              </a:rPr>
              <a:t>NCS </a:t>
            </a:r>
            <a:r>
              <a:rPr lang="ko-KR" altLang="en-US" sz="1400" kern="0" spc="-100" dirty="0">
                <a:solidFill>
                  <a:srgbClr val="4472C4"/>
                </a:solidFill>
                <a:effectLst>
                  <a:outerShdw blurRad="38100" dist="38100" dir="2700000" algn="tl">
                    <a:srgbClr val="000000">
                      <a:alpha val="43137"/>
                    </a:srgbClr>
                  </a:outerShdw>
                </a:effectLst>
                <a:latin typeface="페이퍼로지 6 SemiBold" pitchFamily="2" charset="-127"/>
                <a:ea typeface="페이퍼로지 6 SemiBold" pitchFamily="2" charset="-127"/>
              </a:rPr>
              <a:t>능력단위 </a:t>
            </a:r>
            <a:r>
              <a:rPr lang="en-US" altLang="ko-KR" sz="1400" kern="0" spc="-100" dirty="0">
                <a:solidFill>
                  <a:prstClr val="black"/>
                </a:solidFill>
                <a:effectLst>
                  <a:outerShdw blurRad="38100" dist="38100" dir="2700000" algn="tl">
                    <a:srgbClr val="000000">
                      <a:alpha val="43137"/>
                    </a:srgbClr>
                  </a:outerShdw>
                </a:effectLst>
                <a:latin typeface="페이퍼로지 6 SemiBold" pitchFamily="2" charset="-127"/>
                <a:ea typeface="페이퍼로지 6 SemiBold" pitchFamily="2" charset="-127"/>
              </a:rPr>
              <a:t>+ </a:t>
            </a:r>
            <a:r>
              <a:rPr lang="en-US" altLang="ko-KR" sz="1400" kern="0" spc="-100" dirty="0">
                <a:solidFill>
                  <a:srgbClr val="ED7D31"/>
                </a:solidFill>
                <a:effectLst>
                  <a:outerShdw blurRad="38100" dist="38100" dir="2700000" algn="tl">
                    <a:srgbClr val="000000">
                      <a:alpha val="43137"/>
                    </a:srgbClr>
                  </a:outerShdw>
                </a:effectLst>
                <a:latin typeface="페이퍼로지 6 SemiBold" pitchFamily="2" charset="-127"/>
                <a:ea typeface="페이퍼로지 6 SemiBold" pitchFamily="2" charset="-127"/>
              </a:rPr>
              <a:t>AI </a:t>
            </a:r>
            <a:r>
              <a:rPr lang="ko-KR" altLang="en-US" sz="1400" kern="0" spc="-100" dirty="0">
                <a:solidFill>
                  <a:srgbClr val="ED7D31"/>
                </a:solidFill>
                <a:effectLst>
                  <a:outerShdw blurRad="38100" dist="38100" dir="2700000" algn="tl">
                    <a:srgbClr val="000000">
                      <a:alpha val="43137"/>
                    </a:srgbClr>
                  </a:outerShdw>
                </a:effectLst>
                <a:latin typeface="페이퍼로지 6 SemiBold" pitchFamily="2" charset="-127"/>
                <a:ea typeface="페이퍼로지 6 SemiBold" pitchFamily="2" charset="-127"/>
              </a:rPr>
              <a:t>스킬</a:t>
            </a:r>
            <a:r>
              <a:rPr lang="ko-KR" altLang="en-US" sz="1400" kern="0" spc="-100" dirty="0">
                <a:solidFill>
                  <a:prstClr val="black"/>
                </a:solidFill>
                <a:effectLst>
                  <a:outerShdw blurRad="38100" dist="38100" dir="2700000" algn="tl">
                    <a:srgbClr val="000000">
                      <a:alpha val="43137"/>
                    </a:srgbClr>
                  </a:outerShdw>
                </a:effectLst>
                <a:latin typeface="페이퍼로지 6 SemiBold" pitchFamily="2" charset="-127"/>
                <a:ea typeface="페이퍼로지 6 SemiBold" pitchFamily="2" charset="-127"/>
              </a:rPr>
              <a:t> → </a:t>
            </a:r>
            <a:r>
              <a:rPr lang="en-US" altLang="ko-KR" sz="1400" kern="0" spc="-100" dirty="0">
                <a:solidFill>
                  <a:srgbClr val="7030A0"/>
                </a:solidFill>
                <a:effectLst>
                  <a:outerShdw blurRad="38100" dist="38100" dir="2700000" algn="tl">
                    <a:srgbClr val="000000">
                      <a:alpha val="43137"/>
                    </a:srgbClr>
                  </a:outerShdw>
                </a:effectLst>
                <a:latin typeface="페이퍼로지 6 SemiBold" pitchFamily="2" charset="-127"/>
                <a:ea typeface="페이퍼로지 6 SemiBold" pitchFamily="2" charset="-127"/>
              </a:rPr>
              <a:t> STEP AI </a:t>
            </a:r>
            <a:r>
              <a:rPr lang="ko-KR" altLang="en-US" sz="1400" kern="0" spc="-100" dirty="0">
                <a:solidFill>
                  <a:srgbClr val="7030A0"/>
                </a:solidFill>
                <a:effectLst>
                  <a:outerShdw blurRad="38100" dist="38100" dir="2700000" algn="tl">
                    <a:srgbClr val="000000">
                      <a:alpha val="43137"/>
                    </a:srgbClr>
                  </a:outerShdw>
                </a:effectLst>
                <a:latin typeface="페이퍼로지 6 SemiBold" pitchFamily="2" charset="-127"/>
                <a:ea typeface="페이퍼로지 6 SemiBold" pitchFamily="2" charset="-127"/>
              </a:rPr>
              <a:t>융합 과목</a:t>
            </a:r>
            <a:endParaRPr lang="en-US" altLang="ko-KR" sz="1400" kern="0" spc="-100" dirty="0">
              <a:solidFill>
                <a:srgbClr val="7030A0"/>
              </a:solidFill>
              <a:effectLst>
                <a:outerShdw blurRad="38100" dist="38100" dir="2700000" algn="tl">
                  <a:srgbClr val="000000">
                    <a:alpha val="43137"/>
                  </a:srgbClr>
                </a:outerShdw>
              </a:effectLst>
              <a:latin typeface="페이퍼로지 6 SemiBold" pitchFamily="2" charset="-127"/>
              <a:ea typeface="페이퍼로지 6 SemiBold" pitchFamily="2" charset="-127"/>
            </a:endParaRPr>
          </a:p>
        </p:txBody>
      </p:sp>
      <p:sp>
        <p:nvSpPr>
          <p:cNvPr id="28" name="화살표: 오른쪽 27">
            <a:extLst>
              <a:ext uri="{FF2B5EF4-FFF2-40B4-BE49-F238E27FC236}">
                <a16:creationId xmlns:a16="http://schemas.microsoft.com/office/drawing/2014/main" id="{E4E1D0D2-CDD1-D33B-3F1C-454FC3781463}"/>
              </a:ext>
            </a:extLst>
          </p:cNvPr>
          <p:cNvSpPr/>
          <p:nvPr/>
        </p:nvSpPr>
        <p:spPr>
          <a:xfrm>
            <a:off x="6141132" y="2595505"/>
            <a:ext cx="2524721" cy="1222104"/>
          </a:xfrm>
          <a:prstGeom prst="rightArrow">
            <a:avLst>
              <a:gd name="adj1" fmla="val 66578"/>
              <a:gd name="adj2" fmla="val 31822"/>
            </a:avLst>
          </a:prstGeom>
          <a:solidFill>
            <a:srgbClr val="5B9BD5">
              <a:alpha val="20000"/>
            </a:srgbClr>
          </a:solidFill>
          <a:ln w="12700" cap="flat" cmpd="sng" algn="ctr">
            <a:solidFill>
              <a:srgbClr val="4472C4"/>
            </a:solidFill>
            <a:prstDash val="sysDash"/>
            <a:miter lim="800000"/>
          </a:ln>
          <a:effectLst/>
        </p:spPr>
        <p:txBody>
          <a:bodyPr lIns="0" rIns="0" rtlCol="0" anchor="t"/>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50" normalizeH="0" baseline="0" noProof="0" dirty="0">
                <a:ln>
                  <a:noFill/>
                </a:ln>
                <a:solidFill>
                  <a:prstClr val="black">
                    <a:lumMod val="85000"/>
                    <a:lumOff val="15000"/>
                  </a:prstClr>
                </a:solidFill>
                <a:effectLst/>
                <a:uLnTx/>
                <a:uFillTx/>
                <a:latin typeface="페이퍼로지 6 SemiBold" pitchFamily="2" charset="-127"/>
                <a:ea typeface="페이퍼로지 6 SemiBold" pitchFamily="2" charset="-127"/>
                <a:cs typeface="+mn-cs"/>
              </a:rPr>
              <a:t>화학분야 시장</a:t>
            </a:r>
            <a:r>
              <a:rPr kumimoji="0" lang="en-US" altLang="ko-KR" sz="900" b="0" i="0" u="none" strike="noStrike" kern="0" cap="none" spc="-50" normalizeH="0" baseline="0" noProof="0" dirty="0">
                <a:ln>
                  <a:noFill/>
                </a:ln>
                <a:solidFill>
                  <a:prstClr val="black">
                    <a:lumMod val="85000"/>
                    <a:lumOff val="15000"/>
                  </a:prstClr>
                </a:solidFill>
                <a:effectLst/>
                <a:uLnTx/>
                <a:uFillTx/>
                <a:latin typeface="페이퍼로지 6 SemiBold" pitchFamily="2" charset="-127"/>
                <a:ea typeface="페이퍼로지 6 SemiBold" pitchFamily="2" charset="-127"/>
                <a:cs typeface="+mn-cs"/>
              </a:rPr>
              <a:t>·</a:t>
            </a:r>
            <a:r>
              <a:rPr kumimoji="0" lang="ko-KR" altLang="en-US" sz="900" b="0" i="0" u="none" strike="noStrike" kern="0" cap="none" spc="-50" normalizeH="0" baseline="0" noProof="0" dirty="0">
                <a:ln>
                  <a:noFill/>
                </a:ln>
                <a:solidFill>
                  <a:prstClr val="black">
                    <a:lumMod val="85000"/>
                    <a:lumOff val="15000"/>
                  </a:prstClr>
                </a:solidFill>
                <a:effectLst/>
                <a:uLnTx/>
                <a:uFillTx/>
                <a:latin typeface="페이퍼로지 6 SemiBold" pitchFamily="2" charset="-127"/>
                <a:ea typeface="페이퍼로지 6 SemiBold" pitchFamily="2" charset="-127"/>
                <a:cs typeface="+mn-cs"/>
              </a:rPr>
              <a:t>기술</a:t>
            </a:r>
            <a:r>
              <a:rPr lang="en-US" altLang="ko-KR" sz="900" kern="0" spc="-50" dirty="0">
                <a:solidFill>
                  <a:prstClr val="black">
                    <a:lumMod val="85000"/>
                    <a:lumOff val="15000"/>
                  </a:prstClr>
                </a:solidFill>
                <a:latin typeface="페이퍼로지 6 SemiBold" pitchFamily="2" charset="-127"/>
                <a:ea typeface="페이퍼로지 6 SemiBold" pitchFamily="2" charset="-127"/>
              </a:rPr>
              <a:t> </a:t>
            </a:r>
            <a:r>
              <a:rPr lang="ko-KR" altLang="en-US" sz="900" kern="0" spc="-50" dirty="0">
                <a:solidFill>
                  <a:prstClr val="black">
                    <a:lumMod val="85000"/>
                    <a:lumOff val="15000"/>
                  </a:prstClr>
                </a:solidFill>
                <a:latin typeface="페이퍼로지 6 SemiBold" pitchFamily="2" charset="-127"/>
                <a:ea typeface="페이퍼로지 6 SemiBold" pitchFamily="2" charset="-127"/>
              </a:rPr>
              <a:t>동향 분석</a:t>
            </a:r>
            <a:endParaRPr kumimoji="0" lang="ko-KR" altLang="en-US" sz="900" b="0" i="0" u="none" strike="noStrike" kern="0" cap="none" spc="-50" normalizeH="0" baseline="0" noProof="0" dirty="0">
              <a:ln>
                <a:noFill/>
              </a:ln>
              <a:solidFill>
                <a:prstClr val="black">
                  <a:lumMod val="85000"/>
                  <a:lumOff val="15000"/>
                </a:prstClr>
              </a:solidFill>
              <a:effectLst/>
              <a:uLnTx/>
              <a:uFillTx/>
              <a:latin typeface="페이퍼로지 6 SemiBold" pitchFamily="2" charset="-127"/>
              <a:ea typeface="페이퍼로지 6 SemiBold" pitchFamily="2" charset="-127"/>
              <a:cs typeface="+mn-cs"/>
            </a:endParaRPr>
          </a:p>
        </p:txBody>
      </p:sp>
      <p:grpSp>
        <p:nvGrpSpPr>
          <p:cNvPr id="29" name="그룹 28">
            <a:extLst>
              <a:ext uri="{FF2B5EF4-FFF2-40B4-BE49-F238E27FC236}">
                <a16:creationId xmlns:a16="http://schemas.microsoft.com/office/drawing/2014/main" id="{0E873CA2-2104-63E2-B549-508F7EE00903}"/>
              </a:ext>
            </a:extLst>
          </p:cNvPr>
          <p:cNvGrpSpPr/>
          <p:nvPr/>
        </p:nvGrpSpPr>
        <p:grpSpPr>
          <a:xfrm>
            <a:off x="6180095" y="3028623"/>
            <a:ext cx="2118571" cy="537048"/>
            <a:chOff x="5884353" y="3110422"/>
            <a:chExt cx="2450656" cy="537048"/>
          </a:xfrm>
        </p:grpSpPr>
        <p:sp>
          <p:nvSpPr>
            <p:cNvPr id="30" name="직사각형 29">
              <a:extLst>
                <a:ext uri="{FF2B5EF4-FFF2-40B4-BE49-F238E27FC236}">
                  <a16:creationId xmlns:a16="http://schemas.microsoft.com/office/drawing/2014/main" id="{684921E2-D7F0-2390-44D0-A231E08CA1D0}"/>
                </a:ext>
              </a:extLst>
            </p:cNvPr>
            <p:cNvSpPr/>
            <p:nvPr/>
          </p:nvSpPr>
          <p:spPr>
            <a:xfrm>
              <a:off x="5884353" y="3110422"/>
              <a:ext cx="1197388" cy="244719"/>
            </a:xfrm>
            <a:prstGeom prst="rect">
              <a:avLst/>
            </a:prstGeom>
            <a:solidFill>
              <a:srgbClr val="FFC000">
                <a:alpha val="20000"/>
              </a:srgbClr>
            </a:solidFill>
            <a:ln w="12700" cap="flat" cmpd="sng" algn="ctr">
              <a:solidFill>
                <a:srgbClr val="ED7D31"/>
              </a:solidFill>
              <a:prstDash val="sysDash"/>
              <a:miter lim="800000"/>
            </a:ln>
            <a:effectLst/>
          </p:spPr>
          <p:txBody>
            <a:bodyPr lIns="0" rIns="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AI </a:t>
              </a:r>
              <a:r>
                <a:rPr kumimoji="0" lang="ko-KR" altLang="en-US"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활용 보고서</a:t>
              </a:r>
              <a:r>
                <a:rPr kumimoji="0" lang="en-US" altLang="ko-KR"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a:t>
              </a:r>
              <a:r>
                <a:rPr kumimoji="0" lang="ko-KR" altLang="en-US"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기획서</a:t>
              </a:r>
              <a:r>
                <a:rPr kumimoji="0" lang="en-US" altLang="ko-KR"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 </a:t>
              </a:r>
              <a:r>
                <a:rPr kumimoji="0" lang="ko-KR" altLang="en-US"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초안 작성</a:t>
              </a:r>
            </a:p>
          </p:txBody>
        </p:sp>
        <p:sp>
          <p:nvSpPr>
            <p:cNvPr id="31" name="직사각형 30">
              <a:extLst>
                <a:ext uri="{FF2B5EF4-FFF2-40B4-BE49-F238E27FC236}">
                  <a16:creationId xmlns:a16="http://schemas.microsoft.com/office/drawing/2014/main" id="{A6D347F8-EEFF-B20F-F6BC-7963F414F29F}"/>
                </a:ext>
              </a:extLst>
            </p:cNvPr>
            <p:cNvSpPr/>
            <p:nvPr/>
          </p:nvSpPr>
          <p:spPr>
            <a:xfrm>
              <a:off x="5884353" y="3402751"/>
              <a:ext cx="1197388" cy="244719"/>
            </a:xfrm>
            <a:prstGeom prst="rect">
              <a:avLst/>
            </a:prstGeom>
            <a:solidFill>
              <a:srgbClr val="FFC000">
                <a:alpha val="20000"/>
              </a:srgbClr>
            </a:solidFill>
            <a:ln w="12700" cap="flat" cmpd="sng" algn="ctr">
              <a:solidFill>
                <a:srgbClr val="ED7D31"/>
              </a:solidFill>
              <a:prstDash val="sysDash"/>
              <a:miter lim="800000"/>
            </a:ln>
            <a:effectLst/>
          </p:spPr>
          <p:txBody>
            <a:bodyPr lIns="0" rIns="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AI </a:t>
              </a:r>
              <a:r>
                <a:rPr kumimoji="0" lang="ko-KR" altLang="en-US"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활용 정보 검색</a:t>
              </a:r>
              <a:r>
                <a:rPr kumimoji="0" lang="en-US" altLang="ko-KR"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a:t>
              </a:r>
              <a:r>
                <a:rPr kumimoji="0" lang="ko-KR" altLang="en-US"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요약</a:t>
              </a:r>
            </a:p>
          </p:txBody>
        </p:sp>
        <p:sp>
          <p:nvSpPr>
            <p:cNvPr id="32" name="직사각형 31">
              <a:extLst>
                <a:ext uri="{FF2B5EF4-FFF2-40B4-BE49-F238E27FC236}">
                  <a16:creationId xmlns:a16="http://schemas.microsoft.com/office/drawing/2014/main" id="{CA8C5EB5-E3B8-7C04-EDB0-FEB69CAA1C22}"/>
                </a:ext>
              </a:extLst>
            </p:cNvPr>
            <p:cNvSpPr/>
            <p:nvPr/>
          </p:nvSpPr>
          <p:spPr>
            <a:xfrm>
              <a:off x="7137621" y="3110422"/>
              <a:ext cx="1197388" cy="244719"/>
            </a:xfrm>
            <a:prstGeom prst="rect">
              <a:avLst/>
            </a:prstGeom>
            <a:solidFill>
              <a:srgbClr val="FFC000">
                <a:alpha val="20000"/>
              </a:srgbClr>
            </a:solidFill>
            <a:ln w="12700" cap="flat" cmpd="sng" algn="ctr">
              <a:solidFill>
                <a:srgbClr val="ED7D31"/>
              </a:solidFill>
              <a:prstDash val="sysDash"/>
              <a:miter lim="800000"/>
            </a:ln>
            <a:effectLst/>
          </p:spPr>
          <p:txBody>
            <a:bodyPr lIns="0" rIns="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AI </a:t>
              </a:r>
              <a:r>
                <a:rPr kumimoji="0" lang="ko-KR" altLang="en-US"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활용 기술문헌 검색</a:t>
              </a:r>
              <a:r>
                <a:rPr kumimoji="0" lang="en-US" altLang="ko-KR"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a:t>
              </a:r>
              <a:r>
                <a:rPr kumimoji="0" lang="ko-KR" altLang="en-US"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요약</a:t>
              </a:r>
            </a:p>
          </p:txBody>
        </p:sp>
        <p:sp>
          <p:nvSpPr>
            <p:cNvPr id="33" name="직사각형 32">
              <a:extLst>
                <a:ext uri="{FF2B5EF4-FFF2-40B4-BE49-F238E27FC236}">
                  <a16:creationId xmlns:a16="http://schemas.microsoft.com/office/drawing/2014/main" id="{576E0152-1BB7-8A1C-B965-E778E28024BE}"/>
                </a:ext>
              </a:extLst>
            </p:cNvPr>
            <p:cNvSpPr/>
            <p:nvPr/>
          </p:nvSpPr>
          <p:spPr>
            <a:xfrm>
              <a:off x="7137621" y="3402751"/>
              <a:ext cx="1197386" cy="244719"/>
            </a:xfrm>
            <a:prstGeom prst="rect">
              <a:avLst/>
            </a:prstGeom>
            <a:solidFill>
              <a:srgbClr val="FFC000">
                <a:alpha val="20000"/>
              </a:srgbClr>
            </a:solidFill>
            <a:ln w="12700" cap="flat" cmpd="sng" algn="ctr">
              <a:solidFill>
                <a:srgbClr val="ED7D31"/>
              </a:solidFill>
              <a:prstDash val="sysDash"/>
              <a:miter lim="800000"/>
            </a:ln>
            <a:effectLst/>
          </p:spPr>
          <p:txBody>
            <a:bodyPr lIns="0" rIns="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AI</a:t>
              </a:r>
              <a:r>
                <a:rPr kumimoji="0" lang="ko-KR" altLang="en-US"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분석 도구 활용 패턴 탐색</a:t>
              </a:r>
            </a:p>
          </p:txBody>
        </p:sp>
      </p:grpSp>
      <p:sp>
        <p:nvSpPr>
          <p:cNvPr id="34" name="직사각형 33">
            <a:extLst>
              <a:ext uri="{FF2B5EF4-FFF2-40B4-BE49-F238E27FC236}">
                <a16:creationId xmlns:a16="http://schemas.microsoft.com/office/drawing/2014/main" id="{3E30F1B8-93D0-236E-342E-8E010ECB4F92}"/>
              </a:ext>
            </a:extLst>
          </p:cNvPr>
          <p:cNvSpPr/>
          <p:nvPr/>
        </p:nvSpPr>
        <p:spPr>
          <a:xfrm>
            <a:off x="8487506" y="2810557"/>
            <a:ext cx="854326" cy="792000"/>
          </a:xfrm>
          <a:prstGeom prst="rect">
            <a:avLst/>
          </a:prstGeom>
          <a:solidFill>
            <a:srgbClr val="7030A0"/>
          </a:solidFill>
          <a:ln w="38100" cap="flat" cmpd="sng" algn="ctr">
            <a:solidFill>
              <a:srgbClr val="7030A0"/>
            </a:solidFill>
            <a:prstDash val="solid"/>
            <a:round/>
          </a:ln>
          <a:effectLst>
            <a:outerShdw blurRad="50800" dist="38100" dir="2700000" algn="tl" rotWithShape="0">
              <a:prstClr val="black">
                <a:alpha val="40000"/>
              </a:prstClr>
            </a:outerShdw>
          </a:effectLst>
        </p:spPr>
        <p:txBody>
          <a:bodyPr lIns="36000" r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1000" b="0" i="0" u="none" strike="noStrike" kern="0" cap="none" spc="-50" normalizeH="0" baseline="0" noProof="0" dirty="0">
                <a:ln>
                  <a:noFill/>
                </a:ln>
                <a:solidFill>
                  <a:prstClr val="white"/>
                </a:solidFill>
                <a:effectLst/>
                <a:uLnTx/>
                <a:uFillTx/>
                <a:latin typeface="페이퍼로지 6 SemiBold" pitchFamily="2" charset="-127"/>
                <a:ea typeface="페이퍼로지 6 SemiBold" pitchFamily="2" charset="-127"/>
                <a:cs typeface="+mn-cs"/>
              </a:rPr>
              <a:t>AI </a:t>
            </a:r>
            <a:r>
              <a:rPr kumimoji="0" lang="ko-KR" altLang="en-US" sz="1000" b="0" i="0" u="none" strike="noStrike" kern="0" cap="none" spc="-50" normalizeH="0" baseline="0" noProof="0" dirty="0">
                <a:ln>
                  <a:noFill/>
                </a:ln>
                <a:solidFill>
                  <a:prstClr val="white"/>
                </a:solidFill>
                <a:effectLst/>
                <a:uLnTx/>
                <a:uFillTx/>
                <a:latin typeface="페이퍼로지 6 SemiBold" pitchFamily="2" charset="-127"/>
                <a:ea typeface="페이퍼로지 6 SemiBold" pitchFamily="2" charset="-127"/>
                <a:cs typeface="+mn-cs"/>
              </a:rPr>
              <a:t>기반 친환경 소재 </a:t>
            </a:r>
            <a:r>
              <a:rPr lang="ko-KR" altLang="en-US" sz="1000" kern="0" spc="-50" dirty="0">
                <a:solidFill>
                  <a:prstClr val="white"/>
                </a:solidFill>
                <a:latin typeface="페이퍼로지 6 SemiBold" pitchFamily="2" charset="-127"/>
                <a:ea typeface="페이퍼로지 6 SemiBold" pitchFamily="2" charset="-127"/>
              </a:rPr>
              <a:t>시장</a:t>
            </a:r>
            <a:r>
              <a:rPr lang="en-US" altLang="ko-KR" sz="1000" kern="0" spc="-50" dirty="0">
                <a:solidFill>
                  <a:prstClr val="white"/>
                </a:solidFill>
                <a:latin typeface="페이퍼로지 6 SemiBold" pitchFamily="2" charset="-127"/>
                <a:ea typeface="페이퍼로지 6 SemiBold" pitchFamily="2" charset="-127"/>
              </a:rPr>
              <a:t>·</a:t>
            </a:r>
            <a:r>
              <a:rPr lang="ko-KR" altLang="en-US" sz="1000" kern="0" spc="-50" dirty="0">
                <a:solidFill>
                  <a:prstClr val="white"/>
                </a:solidFill>
                <a:latin typeface="페이퍼로지 6 SemiBold" pitchFamily="2" charset="-127"/>
                <a:ea typeface="페이퍼로지 6 SemiBold" pitchFamily="2" charset="-127"/>
              </a:rPr>
              <a:t>기술 동향 분석</a:t>
            </a:r>
            <a:endParaRPr kumimoji="0" lang="ko-KR" altLang="en-US" sz="1000" b="0" i="0" u="none" strike="noStrike" kern="0" cap="none" spc="-50" normalizeH="0" baseline="0" noProof="0" dirty="0">
              <a:ln>
                <a:noFill/>
              </a:ln>
              <a:solidFill>
                <a:prstClr val="white"/>
              </a:solidFill>
              <a:effectLst/>
              <a:uLnTx/>
              <a:uFillTx/>
              <a:latin typeface="페이퍼로지 6 SemiBold" pitchFamily="2" charset="-127"/>
              <a:ea typeface="페이퍼로지 6 SemiBold" pitchFamily="2" charset="-127"/>
              <a:cs typeface="+mn-cs"/>
            </a:endParaRPr>
          </a:p>
        </p:txBody>
      </p:sp>
      <p:sp>
        <p:nvSpPr>
          <p:cNvPr id="35" name="화살표: 오른쪽 34">
            <a:extLst>
              <a:ext uri="{FF2B5EF4-FFF2-40B4-BE49-F238E27FC236}">
                <a16:creationId xmlns:a16="http://schemas.microsoft.com/office/drawing/2014/main" id="{1AE8793C-1969-610D-B9F1-E7D377F116D9}"/>
              </a:ext>
            </a:extLst>
          </p:cNvPr>
          <p:cNvSpPr/>
          <p:nvPr/>
        </p:nvSpPr>
        <p:spPr>
          <a:xfrm>
            <a:off x="6141132" y="3928227"/>
            <a:ext cx="2524721" cy="1160632"/>
          </a:xfrm>
          <a:prstGeom prst="rightArrow">
            <a:avLst>
              <a:gd name="adj1" fmla="val 66578"/>
              <a:gd name="adj2" fmla="val 33515"/>
            </a:avLst>
          </a:prstGeom>
          <a:solidFill>
            <a:srgbClr val="5B9BD5">
              <a:alpha val="20000"/>
            </a:srgbClr>
          </a:solidFill>
          <a:ln w="12700" cap="flat" cmpd="sng" algn="ctr">
            <a:solidFill>
              <a:srgbClr val="4472C4"/>
            </a:solidFill>
            <a:prstDash val="sysDash"/>
            <a:miter lim="800000"/>
          </a:ln>
          <a:effectLst/>
        </p:spPr>
        <p:txBody>
          <a:bodyPr lIns="0" rIns="0" rtlCol="0" anchor="t"/>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50" normalizeH="0" baseline="0" noProof="0" dirty="0" err="1">
                <a:ln>
                  <a:noFill/>
                </a:ln>
                <a:solidFill>
                  <a:prstClr val="black">
                    <a:lumMod val="85000"/>
                    <a:lumOff val="15000"/>
                  </a:prstClr>
                </a:solidFill>
                <a:effectLst/>
                <a:uLnTx/>
                <a:uFillTx/>
                <a:latin typeface="페이퍼로지 6 SemiBold" pitchFamily="2" charset="-127"/>
                <a:ea typeface="페이퍼로지 6 SemiBold" pitchFamily="2" charset="-127"/>
                <a:cs typeface="+mn-cs"/>
              </a:rPr>
              <a:t>화학신소재</a:t>
            </a:r>
            <a:r>
              <a:rPr kumimoji="0" lang="ko-KR" altLang="en-US" sz="900" b="0" i="0" u="none" strike="noStrike" kern="0" cap="none" spc="-50" normalizeH="0" baseline="0" noProof="0" dirty="0">
                <a:ln>
                  <a:noFill/>
                </a:ln>
                <a:solidFill>
                  <a:prstClr val="black">
                    <a:lumMod val="85000"/>
                    <a:lumOff val="15000"/>
                  </a:prstClr>
                </a:solidFill>
                <a:effectLst/>
                <a:uLnTx/>
                <a:uFillTx/>
                <a:latin typeface="페이퍼로지 6 SemiBold" pitchFamily="2" charset="-127"/>
                <a:ea typeface="페이퍼로지 6 SemiBold" pitchFamily="2" charset="-127"/>
                <a:cs typeface="+mn-cs"/>
              </a:rPr>
              <a:t> 후보군 선정</a:t>
            </a:r>
          </a:p>
        </p:txBody>
      </p:sp>
      <p:grpSp>
        <p:nvGrpSpPr>
          <p:cNvPr id="36" name="그룹 35">
            <a:extLst>
              <a:ext uri="{FF2B5EF4-FFF2-40B4-BE49-F238E27FC236}">
                <a16:creationId xmlns:a16="http://schemas.microsoft.com/office/drawing/2014/main" id="{8722E5AC-2C66-2048-4E2A-0D0783AA8723}"/>
              </a:ext>
            </a:extLst>
          </p:cNvPr>
          <p:cNvGrpSpPr/>
          <p:nvPr/>
        </p:nvGrpSpPr>
        <p:grpSpPr>
          <a:xfrm>
            <a:off x="6176314" y="4356010"/>
            <a:ext cx="2122349" cy="429890"/>
            <a:chOff x="6076348" y="4136892"/>
            <a:chExt cx="1617234" cy="327531"/>
          </a:xfrm>
        </p:grpSpPr>
        <p:sp>
          <p:nvSpPr>
            <p:cNvPr id="37" name="직사각형 36">
              <a:extLst>
                <a:ext uri="{FF2B5EF4-FFF2-40B4-BE49-F238E27FC236}">
                  <a16:creationId xmlns:a16="http://schemas.microsoft.com/office/drawing/2014/main" id="{6E262272-4334-DED8-2EEF-E87A409E2444}"/>
                </a:ext>
              </a:extLst>
            </p:cNvPr>
            <p:cNvSpPr/>
            <p:nvPr/>
          </p:nvSpPr>
          <p:spPr>
            <a:xfrm>
              <a:off x="6076348" y="4136892"/>
              <a:ext cx="790988" cy="327531"/>
            </a:xfrm>
            <a:prstGeom prst="rect">
              <a:avLst/>
            </a:prstGeom>
            <a:solidFill>
              <a:srgbClr val="FFC000">
                <a:alpha val="20000"/>
              </a:srgbClr>
            </a:solidFill>
            <a:ln w="12700" cap="flat" cmpd="sng" algn="ctr">
              <a:solidFill>
                <a:srgbClr val="ED7D31"/>
              </a:solidFill>
              <a:prstDash val="sysDash"/>
              <a:miter lim="800000"/>
            </a:ln>
            <a:effectLst/>
          </p:spPr>
          <p:txBody>
            <a:bodyPr lIns="0" rIns="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AI </a:t>
              </a:r>
              <a:r>
                <a:rPr kumimoji="0" lang="ko-KR" altLang="en-US"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활용 보고서</a:t>
              </a:r>
              <a:r>
                <a:rPr kumimoji="0" lang="en-US" altLang="ko-KR"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 </a:t>
              </a:r>
              <a:r>
                <a:rPr kumimoji="0" lang="ko-KR" altLang="en-US"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기획서</a:t>
              </a:r>
              <a:r>
                <a:rPr kumimoji="0" lang="en-US" altLang="ko-KR"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 </a:t>
              </a:r>
              <a:r>
                <a:rPr kumimoji="0" lang="ko-KR" altLang="en-US"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초안 작성</a:t>
              </a:r>
            </a:p>
          </p:txBody>
        </p:sp>
        <p:sp>
          <p:nvSpPr>
            <p:cNvPr id="38" name="직사각형 37">
              <a:extLst>
                <a:ext uri="{FF2B5EF4-FFF2-40B4-BE49-F238E27FC236}">
                  <a16:creationId xmlns:a16="http://schemas.microsoft.com/office/drawing/2014/main" id="{80F685EF-DBD5-19D4-8BC4-ABFB3E227E82}"/>
                </a:ext>
              </a:extLst>
            </p:cNvPr>
            <p:cNvSpPr/>
            <p:nvPr/>
          </p:nvSpPr>
          <p:spPr>
            <a:xfrm>
              <a:off x="6902594" y="4136892"/>
              <a:ext cx="790988" cy="327531"/>
            </a:xfrm>
            <a:prstGeom prst="rect">
              <a:avLst/>
            </a:prstGeom>
            <a:solidFill>
              <a:srgbClr val="FFC000">
                <a:alpha val="20000"/>
              </a:srgbClr>
            </a:solidFill>
            <a:ln w="12700" cap="flat" cmpd="sng" algn="ctr">
              <a:solidFill>
                <a:srgbClr val="ED7D31"/>
              </a:solidFill>
              <a:prstDash val="sysDash"/>
              <a:miter lim="800000"/>
            </a:ln>
            <a:effectLst/>
          </p:spPr>
          <p:txBody>
            <a:bodyPr lIns="0" rIns="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50" normalizeH="0" baseline="0" noProof="0" dirty="0" err="1">
                  <a:ln>
                    <a:noFill/>
                  </a:ln>
                  <a:solidFill>
                    <a:prstClr val="black">
                      <a:lumMod val="85000"/>
                      <a:lumOff val="15000"/>
                    </a:prstClr>
                  </a:solidFill>
                  <a:effectLst/>
                  <a:uLnTx/>
                  <a:uFillTx/>
                  <a:latin typeface="페이퍼로지 4 Regular" pitchFamily="2" charset="-127"/>
                  <a:ea typeface="페이퍼로지 4 Regular" pitchFamily="2" charset="-127"/>
                  <a:cs typeface="+mn-cs"/>
                </a:rPr>
                <a:t>다변량</a:t>
              </a:r>
              <a:r>
                <a:rPr kumimoji="0" lang="ko-KR" altLang="en-US"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 데이터 </a:t>
              </a:r>
              <a:r>
                <a:rPr kumimoji="0" lang="en-US" altLang="ko-KR"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AI </a:t>
              </a:r>
              <a:r>
                <a:rPr kumimoji="0" lang="ko-KR" altLang="en-US"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분석</a:t>
              </a:r>
            </a:p>
          </p:txBody>
        </p:sp>
      </p:grpSp>
      <p:sp>
        <p:nvSpPr>
          <p:cNvPr id="40" name="직사각형 39">
            <a:extLst>
              <a:ext uri="{FF2B5EF4-FFF2-40B4-BE49-F238E27FC236}">
                <a16:creationId xmlns:a16="http://schemas.microsoft.com/office/drawing/2014/main" id="{79484443-8146-7882-D8B4-548A472F8464}"/>
              </a:ext>
            </a:extLst>
          </p:cNvPr>
          <p:cNvSpPr/>
          <p:nvPr/>
        </p:nvSpPr>
        <p:spPr>
          <a:xfrm>
            <a:off x="8491286" y="4112543"/>
            <a:ext cx="854326" cy="792000"/>
          </a:xfrm>
          <a:prstGeom prst="rect">
            <a:avLst/>
          </a:prstGeom>
          <a:solidFill>
            <a:srgbClr val="7030A0"/>
          </a:solidFill>
          <a:ln w="38100" cap="flat" cmpd="sng" algn="ctr">
            <a:solidFill>
              <a:srgbClr val="7030A0"/>
            </a:solidFill>
            <a:prstDash val="solid"/>
            <a:round/>
          </a:ln>
          <a:effectLst>
            <a:outerShdw blurRad="50800" dist="38100" dir="2700000" algn="tl" rotWithShape="0">
              <a:prstClr val="black">
                <a:alpha val="40000"/>
              </a:prstClr>
            </a:outerShdw>
          </a:effectLst>
        </p:spPr>
        <p:txBody>
          <a:bodyPr lIns="36000" r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lang="en-US" altLang="ko-KR" sz="1000" kern="0" spc="-50" dirty="0">
                <a:solidFill>
                  <a:prstClr val="white"/>
                </a:solidFill>
                <a:latin typeface="페이퍼로지 6 SemiBold" pitchFamily="2" charset="-127"/>
                <a:ea typeface="페이퍼로지 6 SemiBold" pitchFamily="2" charset="-127"/>
              </a:rPr>
              <a:t>AI </a:t>
            </a:r>
            <a:r>
              <a:rPr lang="ko-KR" altLang="en-US" sz="1000" kern="0" spc="-50" dirty="0">
                <a:solidFill>
                  <a:prstClr val="white"/>
                </a:solidFill>
                <a:latin typeface="페이퍼로지 6 SemiBold" pitchFamily="2" charset="-127"/>
                <a:ea typeface="페이퍼로지 6 SemiBold" pitchFamily="2" charset="-127"/>
              </a:rPr>
              <a:t>활용 </a:t>
            </a:r>
            <a:r>
              <a:rPr kumimoji="0" lang="ko-KR" altLang="en-US" sz="1000" b="0" i="0" u="none" strike="noStrike" kern="0" cap="none" spc="-50" normalizeH="0" baseline="0" noProof="0" dirty="0">
                <a:ln>
                  <a:noFill/>
                </a:ln>
                <a:solidFill>
                  <a:prstClr val="white"/>
                </a:solidFill>
                <a:effectLst/>
                <a:uLnTx/>
                <a:uFillTx/>
                <a:latin typeface="페이퍼로지 6 SemiBold" pitchFamily="2" charset="-127"/>
                <a:ea typeface="페이퍼로지 6 SemiBold" pitchFamily="2" charset="-127"/>
                <a:cs typeface="+mn-cs"/>
              </a:rPr>
              <a:t>화학 신소재 후보군 선정</a:t>
            </a:r>
          </a:p>
        </p:txBody>
      </p:sp>
      <p:sp>
        <p:nvSpPr>
          <p:cNvPr id="41" name="화살표: 오른쪽 40">
            <a:extLst>
              <a:ext uri="{FF2B5EF4-FFF2-40B4-BE49-F238E27FC236}">
                <a16:creationId xmlns:a16="http://schemas.microsoft.com/office/drawing/2014/main" id="{90176846-40DB-FDD1-5911-C60AFCD95C9D}"/>
              </a:ext>
            </a:extLst>
          </p:cNvPr>
          <p:cNvSpPr/>
          <p:nvPr/>
        </p:nvSpPr>
        <p:spPr>
          <a:xfrm>
            <a:off x="6141132" y="5199476"/>
            <a:ext cx="2524721" cy="1071130"/>
          </a:xfrm>
          <a:prstGeom prst="rightArrow">
            <a:avLst>
              <a:gd name="adj1" fmla="val 66578"/>
              <a:gd name="adj2" fmla="val 35247"/>
            </a:avLst>
          </a:prstGeom>
          <a:solidFill>
            <a:srgbClr val="5B9BD5">
              <a:alpha val="20000"/>
            </a:srgbClr>
          </a:solidFill>
          <a:ln w="12700" cap="flat" cmpd="sng" algn="ctr">
            <a:solidFill>
              <a:srgbClr val="4472C4"/>
            </a:solidFill>
            <a:prstDash val="sysDash"/>
            <a:miter lim="800000"/>
          </a:ln>
          <a:effectLst/>
        </p:spPr>
        <p:txBody>
          <a:bodyPr lIns="0" rIns="0" rtlCol="0" anchor="t"/>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50" normalizeH="0" baseline="0" noProof="0" dirty="0">
                <a:ln>
                  <a:noFill/>
                </a:ln>
                <a:solidFill>
                  <a:prstClr val="black">
                    <a:lumMod val="85000"/>
                    <a:lumOff val="15000"/>
                  </a:prstClr>
                </a:solidFill>
                <a:effectLst/>
                <a:uLnTx/>
                <a:uFillTx/>
                <a:latin typeface="페이퍼로지 6 SemiBold" pitchFamily="2" charset="-127"/>
                <a:ea typeface="페이퍼로지 6 SemiBold" pitchFamily="2" charset="-127"/>
                <a:cs typeface="+mn-cs"/>
              </a:rPr>
              <a:t>화학 신소재 리스크 분석</a:t>
            </a:r>
          </a:p>
        </p:txBody>
      </p:sp>
      <p:sp>
        <p:nvSpPr>
          <p:cNvPr id="42" name="직사각형 41">
            <a:extLst>
              <a:ext uri="{FF2B5EF4-FFF2-40B4-BE49-F238E27FC236}">
                <a16:creationId xmlns:a16="http://schemas.microsoft.com/office/drawing/2014/main" id="{BE8EF886-7E39-FDF2-5AC4-A734A5F722D8}"/>
              </a:ext>
            </a:extLst>
          </p:cNvPr>
          <p:cNvSpPr/>
          <p:nvPr/>
        </p:nvSpPr>
        <p:spPr>
          <a:xfrm>
            <a:off x="6176315" y="5676210"/>
            <a:ext cx="1042691" cy="341063"/>
          </a:xfrm>
          <a:prstGeom prst="rect">
            <a:avLst/>
          </a:prstGeom>
          <a:solidFill>
            <a:srgbClr val="FFC000">
              <a:alpha val="20000"/>
            </a:srgbClr>
          </a:solidFill>
          <a:ln w="12700" cap="flat" cmpd="sng" algn="ctr">
            <a:solidFill>
              <a:srgbClr val="ED7D31"/>
            </a:solidFill>
            <a:prstDash val="sysDash"/>
            <a:miter lim="800000"/>
          </a:ln>
          <a:effectLst/>
        </p:spPr>
        <p:txBody>
          <a:bodyPr lIns="0" rIns="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AI </a:t>
            </a:r>
            <a:r>
              <a:rPr kumimoji="0" lang="ko-KR" altLang="en-US"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활용 보고서</a:t>
            </a:r>
            <a:r>
              <a:rPr kumimoji="0" lang="en-US" altLang="ko-KR"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a:t>
            </a:r>
            <a:r>
              <a:rPr kumimoji="0" lang="ko-KR" altLang="en-US"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기획서</a:t>
            </a:r>
            <a:r>
              <a:rPr kumimoji="0" lang="en-US" altLang="ko-KR"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 </a:t>
            </a:r>
          </a:p>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800" b="0" i="0" u="none" strike="noStrike" kern="0" cap="none" spc="-50" normalizeH="0" baseline="0" noProof="0" dirty="0">
                <a:ln>
                  <a:noFill/>
                </a:ln>
                <a:solidFill>
                  <a:prstClr val="black">
                    <a:lumMod val="85000"/>
                    <a:lumOff val="15000"/>
                  </a:prstClr>
                </a:solidFill>
                <a:effectLst/>
                <a:uLnTx/>
                <a:uFillTx/>
                <a:latin typeface="페이퍼로지 4 Regular" pitchFamily="2" charset="-127"/>
                <a:ea typeface="페이퍼로지 4 Regular" pitchFamily="2" charset="-127"/>
                <a:cs typeface="+mn-cs"/>
              </a:rPr>
              <a:t>초안 작성</a:t>
            </a:r>
          </a:p>
        </p:txBody>
      </p:sp>
      <p:sp>
        <p:nvSpPr>
          <p:cNvPr id="43" name="직사각형 42">
            <a:extLst>
              <a:ext uri="{FF2B5EF4-FFF2-40B4-BE49-F238E27FC236}">
                <a16:creationId xmlns:a16="http://schemas.microsoft.com/office/drawing/2014/main" id="{5FC12EC6-E8C3-4D14-5CDC-535CC2446804}"/>
              </a:ext>
            </a:extLst>
          </p:cNvPr>
          <p:cNvSpPr/>
          <p:nvPr/>
        </p:nvSpPr>
        <p:spPr>
          <a:xfrm>
            <a:off x="7267315" y="5676210"/>
            <a:ext cx="1042691" cy="341063"/>
          </a:xfrm>
          <a:prstGeom prst="rect">
            <a:avLst/>
          </a:prstGeom>
          <a:solidFill>
            <a:srgbClr val="FFC000">
              <a:alpha val="20000"/>
            </a:srgbClr>
          </a:solidFill>
          <a:ln w="12700" cap="flat" cmpd="sng" algn="ctr">
            <a:solidFill>
              <a:srgbClr val="ED7D31"/>
            </a:solidFill>
            <a:prstDash val="sysDash"/>
            <a:miter lim="800000"/>
          </a:ln>
          <a:effectLst/>
        </p:spPr>
        <p:txBody>
          <a:bodyPr lIns="0" rIns="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lang="ko-KR" altLang="en-US" sz="800" kern="0" spc="-50" dirty="0" err="1">
                <a:solidFill>
                  <a:prstClr val="black">
                    <a:lumMod val="85000"/>
                    <a:lumOff val="15000"/>
                  </a:prstClr>
                </a:solidFill>
                <a:latin typeface="페이퍼로지 4 Regular" pitchFamily="2" charset="-127"/>
                <a:ea typeface="페이퍼로지 4 Regular" pitchFamily="2" charset="-127"/>
              </a:rPr>
              <a:t>다변량</a:t>
            </a:r>
            <a:r>
              <a:rPr lang="ko-KR" altLang="en-US" sz="800" kern="0" spc="-50" dirty="0">
                <a:solidFill>
                  <a:prstClr val="black">
                    <a:lumMod val="85000"/>
                    <a:lumOff val="15000"/>
                  </a:prstClr>
                </a:solidFill>
                <a:latin typeface="페이퍼로지 4 Regular" pitchFamily="2" charset="-127"/>
                <a:ea typeface="페이퍼로지 4 Regular" pitchFamily="2" charset="-127"/>
              </a:rPr>
              <a:t> 데이터  </a:t>
            </a:r>
            <a:r>
              <a:rPr lang="en-US" altLang="ko-KR" sz="800" kern="0" spc="-50" dirty="0">
                <a:solidFill>
                  <a:prstClr val="black">
                    <a:lumMod val="85000"/>
                    <a:lumOff val="15000"/>
                  </a:prstClr>
                </a:solidFill>
                <a:latin typeface="페이퍼로지 4 Regular" pitchFamily="2" charset="-127"/>
                <a:ea typeface="페이퍼로지 4 Regular" pitchFamily="2" charset="-127"/>
              </a:rPr>
              <a:t>AI </a:t>
            </a:r>
            <a:r>
              <a:rPr lang="ko-KR" altLang="en-US" sz="800" kern="0" spc="-50" dirty="0">
                <a:solidFill>
                  <a:prstClr val="black">
                    <a:lumMod val="85000"/>
                    <a:lumOff val="15000"/>
                  </a:prstClr>
                </a:solidFill>
                <a:latin typeface="페이퍼로지 4 Regular" pitchFamily="2" charset="-127"/>
                <a:ea typeface="페이퍼로지 4 Regular" pitchFamily="2" charset="-127"/>
              </a:rPr>
              <a:t>분석</a:t>
            </a:r>
          </a:p>
        </p:txBody>
      </p:sp>
      <p:sp>
        <p:nvSpPr>
          <p:cNvPr id="44" name="직사각형 43">
            <a:extLst>
              <a:ext uri="{FF2B5EF4-FFF2-40B4-BE49-F238E27FC236}">
                <a16:creationId xmlns:a16="http://schemas.microsoft.com/office/drawing/2014/main" id="{E9F4E28E-CA32-3778-073C-1F1F76D8D585}"/>
              </a:ext>
            </a:extLst>
          </p:cNvPr>
          <p:cNvSpPr/>
          <p:nvPr/>
        </p:nvSpPr>
        <p:spPr>
          <a:xfrm>
            <a:off x="8491286" y="5339041"/>
            <a:ext cx="854326" cy="792000"/>
          </a:xfrm>
          <a:prstGeom prst="rect">
            <a:avLst/>
          </a:prstGeom>
          <a:solidFill>
            <a:srgbClr val="7030A0"/>
          </a:solidFill>
          <a:ln w="38100" cap="flat" cmpd="sng" algn="ctr">
            <a:solidFill>
              <a:srgbClr val="7030A0"/>
            </a:solidFill>
            <a:prstDash val="solid"/>
            <a:round/>
          </a:ln>
          <a:effectLst>
            <a:outerShdw blurRad="50800" dist="38100" dir="2700000" algn="tl" rotWithShape="0">
              <a:prstClr val="black">
                <a:alpha val="40000"/>
              </a:prstClr>
            </a:outerShdw>
          </a:effectLst>
        </p:spPr>
        <p:txBody>
          <a:bodyPr lIns="36000" rIns="36000"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1000" b="0" i="0" u="none" strike="noStrike" kern="0" cap="none" spc="-50" normalizeH="0" baseline="0" noProof="0" dirty="0">
                <a:ln>
                  <a:noFill/>
                </a:ln>
                <a:solidFill>
                  <a:prstClr val="white"/>
                </a:solidFill>
                <a:effectLst/>
                <a:uLnTx/>
                <a:uFillTx/>
                <a:latin typeface="페이퍼로지 6 SemiBold" pitchFamily="2" charset="-127"/>
                <a:ea typeface="페이퍼로지 6 SemiBold" pitchFamily="2" charset="-127"/>
                <a:cs typeface="+mn-cs"/>
              </a:rPr>
              <a:t>AI </a:t>
            </a:r>
            <a:r>
              <a:rPr kumimoji="0" lang="ko-KR" altLang="en-US" sz="1000" b="0" i="0" u="none" strike="noStrike" kern="0" cap="none" spc="-50" normalizeH="0" baseline="0" noProof="0" dirty="0">
                <a:ln>
                  <a:noFill/>
                </a:ln>
                <a:solidFill>
                  <a:prstClr val="white"/>
                </a:solidFill>
                <a:effectLst/>
                <a:uLnTx/>
                <a:uFillTx/>
                <a:latin typeface="페이퍼로지 6 SemiBold" pitchFamily="2" charset="-127"/>
                <a:ea typeface="페이퍼로지 6 SemiBold" pitchFamily="2" charset="-127"/>
                <a:cs typeface="+mn-cs"/>
              </a:rPr>
              <a:t>활용 화학 신소재 리스크 분석</a:t>
            </a:r>
          </a:p>
        </p:txBody>
      </p:sp>
      <p:cxnSp>
        <p:nvCxnSpPr>
          <p:cNvPr id="57" name="직선 화살표 연결선 56">
            <a:extLst>
              <a:ext uri="{FF2B5EF4-FFF2-40B4-BE49-F238E27FC236}">
                <a16:creationId xmlns:a16="http://schemas.microsoft.com/office/drawing/2014/main" id="{CBD09995-84C9-4E92-3DDA-3E649D9607E3}"/>
              </a:ext>
            </a:extLst>
          </p:cNvPr>
          <p:cNvCxnSpPr>
            <a:cxnSpLocks/>
            <a:stCxn id="28" idx="1"/>
            <a:endCxn id="20" idx="3"/>
          </p:cNvCxnSpPr>
          <p:nvPr/>
        </p:nvCxnSpPr>
        <p:spPr>
          <a:xfrm flipH="1">
            <a:off x="5907372" y="3206557"/>
            <a:ext cx="233760" cy="421903"/>
          </a:xfrm>
          <a:prstGeom prst="straightConnector1">
            <a:avLst/>
          </a:prstGeom>
          <a:ln w="28575">
            <a:solidFill>
              <a:srgbClr val="003F56"/>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0" name="직사각형 19">
            <a:extLst>
              <a:ext uri="{FF2B5EF4-FFF2-40B4-BE49-F238E27FC236}">
                <a16:creationId xmlns:a16="http://schemas.microsoft.com/office/drawing/2014/main" id="{440AAAEB-9691-A56F-1F23-1CF96487505F}"/>
              </a:ext>
            </a:extLst>
          </p:cNvPr>
          <p:cNvSpPr/>
          <p:nvPr/>
        </p:nvSpPr>
        <p:spPr>
          <a:xfrm>
            <a:off x="1028564" y="3032955"/>
            <a:ext cx="4878808" cy="1191009"/>
          </a:xfrm>
          <a:prstGeom prst="rect">
            <a:avLst/>
          </a:prstGeom>
          <a:solidFill>
            <a:srgbClr val="5B9BD5">
              <a:alpha val="30000"/>
            </a:srgbClr>
          </a:solidFill>
          <a:ln w="12700" cap="flat" cmpd="sng" algn="ctr">
            <a:solidFill>
              <a:srgbClr val="4472C4"/>
            </a:solidFill>
            <a:prstDash val="sysDash"/>
            <a:miter lim="800000"/>
          </a:ln>
          <a:effectLst/>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1" name="직사각형 20">
            <a:extLst>
              <a:ext uri="{FF2B5EF4-FFF2-40B4-BE49-F238E27FC236}">
                <a16:creationId xmlns:a16="http://schemas.microsoft.com/office/drawing/2014/main" id="{BDB33827-A8BC-587F-5813-C077F01759EB}"/>
              </a:ext>
            </a:extLst>
          </p:cNvPr>
          <p:cNvSpPr/>
          <p:nvPr/>
        </p:nvSpPr>
        <p:spPr>
          <a:xfrm>
            <a:off x="1022134" y="4253550"/>
            <a:ext cx="4878809" cy="519381"/>
          </a:xfrm>
          <a:prstGeom prst="rect">
            <a:avLst/>
          </a:prstGeom>
          <a:solidFill>
            <a:srgbClr val="5B9BD5">
              <a:alpha val="30000"/>
            </a:srgbClr>
          </a:solidFill>
          <a:ln w="12700" cap="flat" cmpd="sng" algn="ctr">
            <a:solidFill>
              <a:srgbClr val="4472C4"/>
            </a:solidFill>
            <a:prstDash val="sysDash"/>
            <a:miter lim="800000"/>
          </a:ln>
          <a:effectLst/>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7" name="직사각형 26">
            <a:extLst>
              <a:ext uri="{FF2B5EF4-FFF2-40B4-BE49-F238E27FC236}">
                <a16:creationId xmlns:a16="http://schemas.microsoft.com/office/drawing/2014/main" id="{B8928763-D143-1BE3-9BA8-2060EECA71A5}"/>
              </a:ext>
            </a:extLst>
          </p:cNvPr>
          <p:cNvSpPr/>
          <p:nvPr/>
        </p:nvSpPr>
        <p:spPr>
          <a:xfrm>
            <a:off x="1022134" y="5475350"/>
            <a:ext cx="4878809" cy="519381"/>
          </a:xfrm>
          <a:prstGeom prst="rect">
            <a:avLst/>
          </a:prstGeom>
          <a:solidFill>
            <a:srgbClr val="5B9BD5">
              <a:alpha val="30000"/>
            </a:srgbClr>
          </a:solidFill>
          <a:ln w="12700" cap="flat" cmpd="sng" algn="ctr">
            <a:solidFill>
              <a:srgbClr val="4472C4"/>
            </a:solidFill>
            <a:prstDash val="sysDash"/>
            <a:miter lim="800000"/>
          </a:ln>
          <a:effectLst/>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2" name="직선 화살표 연결선 61">
            <a:extLst>
              <a:ext uri="{FF2B5EF4-FFF2-40B4-BE49-F238E27FC236}">
                <a16:creationId xmlns:a16="http://schemas.microsoft.com/office/drawing/2014/main" id="{8ED8A166-40F8-B9E4-5703-6C6C83B7E59D}"/>
              </a:ext>
            </a:extLst>
          </p:cNvPr>
          <p:cNvCxnSpPr>
            <a:cxnSpLocks/>
            <a:stCxn id="35" idx="1"/>
          </p:cNvCxnSpPr>
          <p:nvPr/>
        </p:nvCxnSpPr>
        <p:spPr>
          <a:xfrm flipH="1">
            <a:off x="5920425" y="4508543"/>
            <a:ext cx="220707" cy="0"/>
          </a:xfrm>
          <a:prstGeom prst="straightConnector1">
            <a:avLst/>
          </a:prstGeom>
          <a:ln w="28575">
            <a:solidFill>
              <a:srgbClr val="003F56"/>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66" name="직선 화살표 연결선 65">
            <a:extLst>
              <a:ext uri="{FF2B5EF4-FFF2-40B4-BE49-F238E27FC236}">
                <a16:creationId xmlns:a16="http://schemas.microsoft.com/office/drawing/2014/main" id="{1FC65DF2-D272-BF90-BD97-EA5BF7051690}"/>
              </a:ext>
            </a:extLst>
          </p:cNvPr>
          <p:cNvCxnSpPr>
            <a:cxnSpLocks/>
            <a:stCxn id="41" idx="1"/>
            <a:endCxn id="27" idx="3"/>
          </p:cNvCxnSpPr>
          <p:nvPr/>
        </p:nvCxnSpPr>
        <p:spPr>
          <a:xfrm flipH="1">
            <a:off x="5900943" y="5735041"/>
            <a:ext cx="240189" cy="0"/>
          </a:xfrm>
          <a:prstGeom prst="straightConnector1">
            <a:avLst/>
          </a:prstGeom>
          <a:ln w="28575">
            <a:solidFill>
              <a:srgbClr val="003F56"/>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grpSp>
        <p:nvGrpSpPr>
          <p:cNvPr id="4" name="그룹 3">
            <a:extLst>
              <a:ext uri="{FF2B5EF4-FFF2-40B4-BE49-F238E27FC236}">
                <a16:creationId xmlns:a16="http://schemas.microsoft.com/office/drawing/2014/main" id="{84BE4413-C5CD-FB20-5FBB-D2E4CC562978}"/>
              </a:ext>
            </a:extLst>
          </p:cNvPr>
          <p:cNvGrpSpPr/>
          <p:nvPr/>
        </p:nvGrpSpPr>
        <p:grpSpPr>
          <a:xfrm>
            <a:off x="596515" y="1681027"/>
            <a:ext cx="8745552" cy="266602"/>
            <a:chOff x="802640" y="2236632"/>
            <a:chExt cx="4129131" cy="266552"/>
          </a:xfrm>
        </p:grpSpPr>
        <p:sp>
          <p:nvSpPr>
            <p:cNvPr id="6" name="ListLeanHorizontalTextTopic0">
              <a:extLst>
                <a:ext uri="{FF2B5EF4-FFF2-40B4-BE49-F238E27FC236}">
                  <a16:creationId xmlns:a16="http://schemas.microsoft.com/office/drawing/2014/main" id="{06099282-F659-D0D8-7BD0-C271F45E8AAA}"/>
                </a:ext>
              </a:extLst>
            </p:cNvPr>
            <p:cNvSpPr txBox="1"/>
            <p:nvPr/>
          </p:nvSpPr>
          <p:spPr>
            <a:xfrm>
              <a:off x="802640" y="2236632"/>
              <a:ext cx="197217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STEP </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특화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AI </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융합 과목 설계 예시</a:t>
              </a:r>
              <a:endParaRPr lang="de-DE" altLang="ko-KR"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7" name="Horizontal Line">
              <a:extLst>
                <a:ext uri="{FF2B5EF4-FFF2-40B4-BE49-F238E27FC236}">
                  <a16:creationId xmlns:a16="http://schemas.microsoft.com/office/drawing/2014/main" id="{55B76BA0-D670-F088-D562-32C10258A220}"/>
                </a:ext>
              </a:extLst>
            </p:cNvPr>
            <p:cNvCxnSpPr>
              <a:cxnSpLocks/>
            </p:cNvCxnSpPr>
            <p:nvPr/>
          </p:nvCxnSpPr>
          <p:spPr>
            <a:xfrm>
              <a:off x="802640" y="2503184"/>
              <a:ext cx="4129131" cy="0"/>
            </a:xfrm>
            <a:prstGeom prst="line">
              <a:avLst/>
            </a:prstGeom>
            <a:noFill/>
            <a:ln w="22225" cap="flat" cmpd="sng" algn="ctr">
              <a:solidFill>
                <a:srgbClr val="003F56"/>
              </a:solidFill>
              <a:prstDash val="solid"/>
            </a:ln>
            <a:effectLst/>
          </p:spPr>
        </p:cxnSp>
      </p:grpSp>
    </p:spTree>
    <p:extLst>
      <p:ext uri="{BB962C8B-B14F-4D97-AF65-F5344CB8AC3E}">
        <p14:creationId xmlns:p14="http://schemas.microsoft.com/office/powerpoint/2010/main" val="32713003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4349D-00F7-2558-D3CC-EEB0C6AB9F07}"/>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C82A209C-9A42-F6A1-6C2C-7ADB7732B812}"/>
              </a:ext>
            </a:extLst>
          </p:cNvPr>
          <p:cNvSpPr>
            <a:spLocks noGrp="1"/>
          </p:cNvSpPr>
          <p:nvPr>
            <p:ph type="body" sz="quarter" idx="12"/>
          </p:nvPr>
        </p:nvSpPr>
        <p:spPr/>
        <p:txBody>
          <a:bodyPr vert="horz" wrap="square" lIns="0" tIns="45720" rIns="0" bIns="0" rtlCol="0">
            <a:noAutofit/>
          </a:bodyPr>
          <a:lstStyle/>
          <a:p>
            <a:pPr algn="l" latinLnBrk="0"/>
            <a:r>
              <a:rPr lang="ko-KR" altLang="ko-KR"/>
              <a:t>AI 활용 자동화 도구 · STEP-AX 융합 </a:t>
            </a:r>
            <a:r>
              <a:rPr lang="ko-KR" altLang="ko-KR" err="1"/>
              <a:t>스킬셋</a:t>
            </a:r>
            <a:r>
              <a:rPr lang="ko-KR" altLang="ko-KR"/>
              <a:t> DB · SLR 자동 통합 워크플로우</a:t>
            </a:r>
            <a:r>
              <a:rPr lang="ko-KR" altLang="en-US"/>
              <a:t>를 설계하여 </a:t>
            </a:r>
            <a:r>
              <a:rPr lang="ko-KR" altLang="ko-KR"/>
              <a:t>본 사업 산출물의 다년 자산화 인프라를 마련하고자 함</a:t>
            </a:r>
            <a:endParaRPr lang="ko-KR" altLang="ko-KR" dirty="0"/>
          </a:p>
        </p:txBody>
      </p:sp>
      <p:sp>
        <p:nvSpPr>
          <p:cNvPr id="5" name="텍스트 개체 틀 4">
            <a:extLst>
              <a:ext uri="{FF2B5EF4-FFF2-40B4-BE49-F238E27FC236}">
                <a16:creationId xmlns:a16="http://schemas.microsoft.com/office/drawing/2014/main" id="{FCD1AEDE-EE0E-AB03-3EAB-167964F9DE6D}"/>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grpSp>
        <p:nvGrpSpPr>
          <p:cNvPr id="48" name="그룹 47">
            <a:extLst>
              <a:ext uri="{FF2B5EF4-FFF2-40B4-BE49-F238E27FC236}">
                <a16:creationId xmlns:a16="http://schemas.microsoft.com/office/drawing/2014/main" id="{258B9867-AFEE-9491-50B4-381EF6D099B0}"/>
              </a:ext>
            </a:extLst>
          </p:cNvPr>
          <p:cNvGrpSpPr/>
          <p:nvPr/>
        </p:nvGrpSpPr>
        <p:grpSpPr>
          <a:xfrm>
            <a:off x="596515" y="1681027"/>
            <a:ext cx="4177098" cy="266602"/>
            <a:chOff x="802640" y="2236632"/>
            <a:chExt cx="1972178" cy="266552"/>
          </a:xfrm>
        </p:grpSpPr>
        <p:sp>
          <p:nvSpPr>
            <p:cNvPr id="49" name="ListLeanHorizontalTextTopic0">
              <a:extLst>
                <a:ext uri="{FF2B5EF4-FFF2-40B4-BE49-F238E27FC236}">
                  <a16:creationId xmlns:a16="http://schemas.microsoft.com/office/drawing/2014/main" id="{994E28D0-40CA-29AF-C647-6EBBD3A3D98C}"/>
                </a:ext>
              </a:extLst>
            </p:cNvPr>
            <p:cNvSpPr txBox="1"/>
            <p:nvPr/>
          </p:nvSpPr>
          <p:spPr>
            <a:xfrm>
              <a:off x="802640" y="2236632"/>
              <a:ext cx="197217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lang="en-US" altLang="ko-KR" sz="1400" kern="0">
                  <a:solidFill>
                    <a:srgbClr val="000000"/>
                  </a:solidFill>
                  <a:latin typeface="a고딕14" panose="02020600000000000000" pitchFamily="18" charset="-127"/>
                  <a:ea typeface="a고딕14" panose="02020600000000000000" pitchFamily="18" charset="-127"/>
                  <a:cs typeface="Arial Narrow" pitchFamily="34" charset="0"/>
                </a:rPr>
                <a:t>AI </a:t>
              </a:r>
              <a:r>
                <a:rPr lang="ko-KR" altLang="en-US" sz="1400" kern="0">
                  <a:solidFill>
                    <a:srgbClr val="000000"/>
                  </a:solidFill>
                  <a:latin typeface="a고딕14" panose="02020600000000000000" pitchFamily="18" charset="-127"/>
                  <a:ea typeface="a고딕14" panose="02020600000000000000" pitchFamily="18" charset="-127"/>
                  <a:cs typeface="Arial Narrow" pitchFamily="34" charset="0"/>
                </a:rPr>
                <a:t>활용 </a:t>
              </a:r>
              <a:r>
                <a:rPr lang="en-US" altLang="ko-KR" sz="1400" kern="0">
                  <a:solidFill>
                    <a:srgbClr val="000000"/>
                  </a:solidFill>
                  <a:latin typeface="a고딕14" panose="02020600000000000000" pitchFamily="18" charset="-127"/>
                  <a:ea typeface="a고딕14" panose="02020600000000000000" pitchFamily="18" charset="-127"/>
                  <a:cs typeface="Arial Narrow" pitchFamily="34" charset="0"/>
                </a:rPr>
                <a:t>STEP DB </a:t>
              </a:r>
              <a:r>
                <a:rPr lang="ko-KR" altLang="en-US" sz="1400" kern="0">
                  <a:solidFill>
                    <a:srgbClr val="000000"/>
                  </a:solidFill>
                  <a:latin typeface="a고딕14" panose="02020600000000000000" pitchFamily="18" charset="-127"/>
                  <a:ea typeface="a고딕14" panose="02020600000000000000" pitchFamily="18" charset="-127"/>
                  <a:cs typeface="Arial Narrow" pitchFamily="34" charset="0"/>
                </a:rPr>
                <a:t>자산화 방안</a:t>
              </a:r>
              <a:endParaRPr kumimoji="0" lang="de-DE" altLang="ko-KR"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50" name="Horizontal Line">
              <a:extLst>
                <a:ext uri="{FF2B5EF4-FFF2-40B4-BE49-F238E27FC236}">
                  <a16:creationId xmlns:a16="http://schemas.microsoft.com/office/drawing/2014/main" id="{E2A7434F-07F0-64DC-3113-6BC6C105BC30}"/>
                </a:ext>
              </a:extLst>
            </p:cNvPr>
            <p:cNvCxnSpPr>
              <a:cxnSpLocks/>
            </p:cNvCxnSpPr>
            <p:nvPr/>
          </p:nvCxnSpPr>
          <p:spPr>
            <a:xfrm>
              <a:off x="802640" y="2503184"/>
              <a:ext cx="1972178" cy="0"/>
            </a:xfrm>
            <a:prstGeom prst="line">
              <a:avLst/>
            </a:prstGeom>
            <a:noFill/>
            <a:ln w="22225" cap="flat" cmpd="sng" algn="ctr">
              <a:solidFill>
                <a:srgbClr val="003F56"/>
              </a:solidFill>
              <a:prstDash val="solid"/>
            </a:ln>
            <a:effectLst/>
          </p:spPr>
        </p:cxnSp>
      </p:grpSp>
      <p:sp>
        <p:nvSpPr>
          <p:cNvPr id="11" name="텍스트 개체 틀 87">
            <a:extLst>
              <a:ext uri="{FF2B5EF4-FFF2-40B4-BE49-F238E27FC236}">
                <a16:creationId xmlns:a16="http://schemas.microsoft.com/office/drawing/2014/main" id="{5B5538EF-E973-E1A1-466E-19219A1AD869}"/>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en-US" altLang="ko-KR" sz="1200" dirty="0">
                <a:solidFill>
                  <a:schemeClr val="bg1"/>
                </a:solidFill>
              </a:rPr>
              <a:t>Step9. AI </a:t>
            </a:r>
            <a:r>
              <a:rPr lang="ko-KR" altLang="en-US" sz="1200" dirty="0">
                <a:solidFill>
                  <a:schemeClr val="bg1"/>
                </a:solidFill>
              </a:rPr>
              <a:t>활용 </a:t>
            </a:r>
            <a:r>
              <a:rPr lang="en-US" altLang="ko-KR" sz="1200" dirty="0">
                <a:solidFill>
                  <a:schemeClr val="bg1"/>
                </a:solidFill>
              </a:rPr>
              <a:t>STEP DB </a:t>
            </a:r>
            <a:r>
              <a:rPr lang="ko-KR" altLang="en-US" sz="1200" dirty="0">
                <a:solidFill>
                  <a:schemeClr val="bg1"/>
                </a:solidFill>
              </a:rPr>
              <a:t>자산화 방안 마련</a:t>
            </a:r>
          </a:p>
        </p:txBody>
      </p:sp>
      <p:sp>
        <p:nvSpPr>
          <p:cNvPr id="12" name="직사각형 11">
            <a:extLst>
              <a:ext uri="{FF2B5EF4-FFF2-40B4-BE49-F238E27FC236}">
                <a16:creationId xmlns:a16="http://schemas.microsoft.com/office/drawing/2014/main" id="{E523D7DB-4C9B-1FA3-D4FA-10197A69C937}"/>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5. SLR </a:t>
            </a:r>
            <a:r>
              <a:rPr lang="ko-KR" altLang="en-US" sz="1100" dirty="0">
                <a:solidFill>
                  <a:srgbClr val="003F56"/>
                </a:solidFill>
                <a:latin typeface="a고딕14"/>
                <a:ea typeface="a고딕14"/>
              </a:rPr>
              <a:t>고도화 방안 마련</a:t>
            </a:r>
          </a:p>
        </p:txBody>
      </p:sp>
      <p:grpSp>
        <p:nvGrpSpPr>
          <p:cNvPr id="13" name="그룹 12">
            <a:extLst>
              <a:ext uri="{FF2B5EF4-FFF2-40B4-BE49-F238E27FC236}">
                <a16:creationId xmlns:a16="http://schemas.microsoft.com/office/drawing/2014/main" id="{E57CABFB-A8AA-7DB6-A584-F226F35EFB84}"/>
              </a:ext>
            </a:extLst>
          </p:cNvPr>
          <p:cNvGrpSpPr/>
          <p:nvPr/>
        </p:nvGrpSpPr>
        <p:grpSpPr>
          <a:xfrm>
            <a:off x="5132388" y="1681027"/>
            <a:ext cx="4213225" cy="266602"/>
            <a:chOff x="802640" y="2236632"/>
            <a:chExt cx="1989235" cy="266552"/>
          </a:xfrm>
        </p:grpSpPr>
        <p:sp>
          <p:nvSpPr>
            <p:cNvPr id="14" name="ListLeanHorizontalTextTopic0">
              <a:extLst>
                <a:ext uri="{FF2B5EF4-FFF2-40B4-BE49-F238E27FC236}">
                  <a16:creationId xmlns:a16="http://schemas.microsoft.com/office/drawing/2014/main" id="{57B4E740-0C52-131F-D754-70331E912B15}"/>
                </a:ext>
              </a:extLst>
            </p:cNvPr>
            <p:cNvSpPr txBox="1"/>
            <p:nvPr/>
          </p:nvSpPr>
          <p:spPr>
            <a:xfrm>
              <a:off x="802640" y="2236632"/>
              <a:ext cx="197217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수행 방법 예시</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15" name="Horizontal Line">
              <a:extLst>
                <a:ext uri="{FF2B5EF4-FFF2-40B4-BE49-F238E27FC236}">
                  <a16:creationId xmlns:a16="http://schemas.microsoft.com/office/drawing/2014/main" id="{720A96BA-D9BB-FE40-1AB8-9FDC92721427}"/>
                </a:ext>
              </a:extLst>
            </p:cNvPr>
            <p:cNvCxnSpPr>
              <a:cxnSpLocks/>
            </p:cNvCxnSpPr>
            <p:nvPr/>
          </p:nvCxnSpPr>
          <p:spPr>
            <a:xfrm>
              <a:off x="802640" y="2503184"/>
              <a:ext cx="1989235" cy="0"/>
            </a:xfrm>
            <a:prstGeom prst="line">
              <a:avLst/>
            </a:prstGeom>
            <a:noFill/>
            <a:ln w="22225" cap="flat" cmpd="sng" algn="ctr">
              <a:solidFill>
                <a:srgbClr val="003F56"/>
              </a:solidFill>
              <a:prstDash val="solid"/>
            </a:ln>
            <a:effectLst/>
          </p:spPr>
        </p:cxnSp>
      </p:grpSp>
      <p:sp>
        <p:nvSpPr>
          <p:cNvPr id="29" name="TextBox 28">
            <a:extLst>
              <a:ext uri="{FF2B5EF4-FFF2-40B4-BE49-F238E27FC236}">
                <a16:creationId xmlns:a16="http://schemas.microsoft.com/office/drawing/2014/main" id="{8B267586-8850-A77F-BC3A-245A7B404FF6}"/>
              </a:ext>
            </a:extLst>
          </p:cNvPr>
          <p:cNvSpPr txBox="1"/>
          <p:nvPr/>
        </p:nvSpPr>
        <p:spPr>
          <a:xfrm>
            <a:off x="2017268" y="2111761"/>
            <a:ext cx="2756345" cy="1206463"/>
          </a:xfrm>
          <a:prstGeom prst="rect">
            <a:avLst/>
          </a:prstGeom>
          <a:solidFill>
            <a:sysClr val="window" lastClr="FFFFFF"/>
          </a:solidFill>
          <a:ln w="38100" cmpd="tri">
            <a:solidFill>
              <a:sysClr val="window" lastClr="FFFFFF">
                <a:lumMod val="75000"/>
              </a:sysClr>
            </a:solidFill>
            <a:miter lim="800000"/>
            <a:headEnd/>
            <a:tailEnd/>
          </a:ln>
          <a:effectLst/>
        </p:spPr>
        <p:txBody>
          <a:bodyPr wrap="square" lIns="72000" tIns="72000" rIns="72000" bIns="72000" rtlCol="0" anchor="ctr"/>
          <a:lstStyle>
            <a:defPPr>
              <a:defRPr lang="en-US"/>
            </a:defPPr>
            <a:lvl1pPr marL="228600" indent="-228600" eaLnBrk="0" fontAlgn="base" hangingPunct="0">
              <a:lnSpc>
                <a:spcPct val="130000"/>
              </a:lnSpc>
              <a:spcBef>
                <a:spcPct val="0"/>
              </a:spcBef>
              <a:spcAft>
                <a:spcPct val="0"/>
              </a:spcAft>
              <a:buFont typeface="+mj-lt"/>
              <a:buAutoNum type="arabicPeriod"/>
              <a:defRPr kumimoji="1" sz="1100" b="0">
                <a:latin typeface="페이퍼로지 5 Medium" pitchFamily="2" charset="-127"/>
                <a:ea typeface="페이퍼로지 5 Medium" pitchFamily="2" charset="-127"/>
              </a:defRPr>
            </a:lvl1pPr>
            <a:lvl2pPr algn="ctr" eaLnBrk="0" fontAlgn="base" hangingPunct="0">
              <a:lnSpc>
                <a:spcPct val="130000"/>
              </a:lnSpc>
              <a:spcBef>
                <a:spcPct val="0"/>
              </a:spcBef>
              <a:spcAft>
                <a:spcPct val="0"/>
              </a:spcAft>
              <a:defRPr kumimoji="1" sz="1000" b="1">
                <a:solidFill>
                  <a:srgbClr val="FFFFFF"/>
                </a:solidFill>
                <a:latin typeface="맑은 고딕" pitchFamily="50" charset="-127"/>
                <a:ea typeface="맑은 고딕" pitchFamily="50" charset="-127"/>
              </a:defRPr>
            </a:lvl2pPr>
            <a:lvl3pPr algn="ctr" eaLnBrk="0" fontAlgn="base" hangingPunct="0">
              <a:lnSpc>
                <a:spcPct val="130000"/>
              </a:lnSpc>
              <a:spcBef>
                <a:spcPct val="0"/>
              </a:spcBef>
              <a:spcAft>
                <a:spcPct val="0"/>
              </a:spcAft>
              <a:defRPr kumimoji="1" sz="1000" b="1">
                <a:solidFill>
                  <a:srgbClr val="FFFFFF"/>
                </a:solidFill>
                <a:latin typeface="맑은 고딕" pitchFamily="50" charset="-127"/>
                <a:ea typeface="맑은 고딕" pitchFamily="50" charset="-127"/>
              </a:defRPr>
            </a:lvl3pPr>
            <a:lvl4pPr algn="ctr" eaLnBrk="0" fontAlgn="base" hangingPunct="0">
              <a:lnSpc>
                <a:spcPct val="130000"/>
              </a:lnSpc>
              <a:spcBef>
                <a:spcPct val="0"/>
              </a:spcBef>
              <a:spcAft>
                <a:spcPct val="0"/>
              </a:spcAft>
              <a:defRPr kumimoji="1" sz="1000" b="1">
                <a:solidFill>
                  <a:srgbClr val="FFFFFF"/>
                </a:solidFill>
                <a:latin typeface="맑은 고딕" pitchFamily="50" charset="-127"/>
                <a:ea typeface="맑은 고딕" pitchFamily="50" charset="-127"/>
              </a:defRPr>
            </a:lvl4pPr>
            <a:lvl5pPr algn="ctr" eaLnBrk="0" fontAlgn="base" hangingPunct="0">
              <a:lnSpc>
                <a:spcPct val="130000"/>
              </a:lnSpc>
              <a:spcBef>
                <a:spcPct val="0"/>
              </a:spcBef>
              <a:spcAft>
                <a:spcPct val="0"/>
              </a:spcAft>
              <a:defRPr kumimoji="1" sz="1000" b="1">
                <a:solidFill>
                  <a:srgbClr val="FFFFFF"/>
                </a:solidFill>
                <a:latin typeface="맑은 고딕" pitchFamily="50" charset="-127"/>
                <a:ea typeface="맑은 고딕" pitchFamily="50" charset="-127"/>
              </a:defRPr>
            </a:lvl5pPr>
            <a:lvl6pPr defTabSz="914400" latinLnBrk="1">
              <a:defRPr kumimoji="1" sz="1000" b="1">
                <a:solidFill>
                  <a:srgbClr val="FFFFFF"/>
                </a:solidFill>
                <a:latin typeface="맑은 고딕" pitchFamily="50" charset="-127"/>
                <a:ea typeface="맑은 고딕" pitchFamily="50" charset="-127"/>
              </a:defRPr>
            </a:lvl6pPr>
            <a:lvl7pPr defTabSz="914400" latinLnBrk="1">
              <a:defRPr kumimoji="1" sz="1000" b="1">
                <a:solidFill>
                  <a:srgbClr val="FFFFFF"/>
                </a:solidFill>
                <a:latin typeface="맑은 고딕" pitchFamily="50" charset="-127"/>
                <a:ea typeface="맑은 고딕" pitchFamily="50" charset="-127"/>
              </a:defRPr>
            </a:lvl7pPr>
            <a:lvl8pPr defTabSz="914400" latinLnBrk="1">
              <a:defRPr kumimoji="1" sz="1000" b="1">
                <a:solidFill>
                  <a:srgbClr val="FFFFFF"/>
                </a:solidFill>
                <a:latin typeface="맑은 고딕" pitchFamily="50" charset="-127"/>
                <a:ea typeface="맑은 고딕" pitchFamily="50" charset="-127"/>
              </a:defRPr>
            </a:lvl8pPr>
            <a:lvl9pPr defTabSz="914400" latinLnBrk="1">
              <a:defRPr kumimoji="1" sz="1000" b="1">
                <a:solidFill>
                  <a:srgbClr val="FFFFFF"/>
                </a:solidFill>
                <a:latin typeface="맑은 고딕" pitchFamily="50" charset="-127"/>
                <a:ea typeface="맑은 고딕" pitchFamily="50" charset="-127"/>
              </a:defRPr>
            </a:lvl9pPr>
          </a:lstStyle>
          <a:p>
            <a:pPr marL="92075" lvl="0" indent="-92075" algn="l" defTabSz="457200" latinLnBrk="0">
              <a:lnSpc>
                <a:spcPts val="1500"/>
              </a:lnSpc>
              <a:buFont typeface="Arial" panose="020B0604020202020204" pitchFamily="34" charset="0"/>
              <a:buChar char="•"/>
            </a:pPr>
            <a:r>
              <a:rPr lang="ko-KR" altLang="ko-KR" sz="1050" b="1" err="1"/>
              <a:t>Master</a:t>
            </a:r>
            <a:r>
              <a:rPr lang="ko-KR" altLang="ko-KR" sz="1050" b="1"/>
              <a:t> DB 검증 AI 도구 개발</a:t>
            </a:r>
            <a:r>
              <a:rPr lang="ko-KR" altLang="ko-KR" sz="1050"/>
              <a:t>: </a:t>
            </a:r>
            <a:r>
              <a:rPr lang="ko-KR" altLang="ko-KR" sz="1050" err="1"/>
              <a:t>중복·결측치·매핑</a:t>
            </a:r>
            <a:r>
              <a:rPr lang="ko-KR" altLang="ko-KR" sz="1050"/>
              <a:t> 불일치를 자동 탐지하는 스크립트 </a:t>
            </a:r>
            <a:r>
              <a:rPr lang="ko-KR" altLang="ko-KR" sz="1050" err="1"/>
              <a:t>시범본</a:t>
            </a:r>
            <a:r>
              <a:rPr lang="ko-KR" altLang="ko-KR" sz="1050"/>
              <a:t> (알고리즘 + UI) </a:t>
            </a:r>
            <a:endParaRPr lang="en-US" altLang="ko-KR" sz="1050"/>
          </a:p>
          <a:p>
            <a:pPr marL="92075" lvl="0" indent="-92075" algn="l" defTabSz="457200" latinLnBrk="0">
              <a:lnSpc>
                <a:spcPts val="1500"/>
              </a:lnSpc>
              <a:buFont typeface="Arial" panose="020B0604020202020204" pitchFamily="34" charset="0"/>
              <a:buChar char="•"/>
            </a:pPr>
            <a:r>
              <a:rPr lang="ko-KR" altLang="ko-KR" sz="1050" b="1"/>
              <a:t>신규 과목 자동 반영 AI 도구 개발</a:t>
            </a:r>
            <a:r>
              <a:rPr lang="ko-KR" altLang="ko-KR" sz="1050"/>
              <a:t>: 과목개요서 → </a:t>
            </a:r>
            <a:r>
              <a:rPr lang="ko-KR" altLang="ko-KR" sz="1050" err="1"/>
              <a:t>Master</a:t>
            </a:r>
            <a:r>
              <a:rPr lang="ko-KR" altLang="ko-KR" sz="1050"/>
              <a:t> DB 자동 등록 + NCS 능력단위 자동 매핑 갱신</a:t>
            </a:r>
            <a:endParaRPr kumimoji="1" lang="en-US" altLang="ko-KR" sz="105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26" name="TextBox 25">
            <a:extLst>
              <a:ext uri="{FF2B5EF4-FFF2-40B4-BE49-F238E27FC236}">
                <a16:creationId xmlns:a16="http://schemas.microsoft.com/office/drawing/2014/main" id="{BB6C23C6-7405-2889-B317-9E05A6ECC2B0}"/>
              </a:ext>
            </a:extLst>
          </p:cNvPr>
          <p:cNvSpPr txBox="1"/>
          <p:nvPr/>
        </p:nvSpPr>
        <p:spPr>
          <a:xfrm>
            <a:off x="603803" y="2111760"/>
            <a:ext cx="1271845" cy="1207011"/>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defPPr>
              <a:defRPr lang="en-US"/>
            </a:defPPr>
            <a:lvl1pPr>
              <a:buNone/>
              <a:defRPr sz="1100">
                <a:solidFill>
                  <a:schemeClr val="bg1"/>
                </a:solidFill>
                <a:latin typeface="a고딕14" panose="02020600000000000000" pitchFamily="18" charset="-127"/>
                <a:ea typeface="a고딕14" panose="02020600000000000000" pitchFamily="18" charset="-127"/>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latinLnBrk="0"/>
            <a:r>
              <a:rPr lang="ko-KR" altLang="ko-KR" dirty="0"/>
              <a:t>① </a:t>
            </a:r>
            <a:r>
              <a:rPr lang="ko-KR" altLang="ko-KR"/>
              <a:t>AI 활용 STEP </a:t>
            </a:r>
            <a:r>
              <a:rPr lang="ko-KR" altLang="ko-KR" err="1"/>
              <a:t>Master</a:t>
            </a:r>
            <a:r>
              <a:rPr lang="ko-KR" altLang="ko-KR"/>
              <a:t> DB 자동화 방안 마련</a:t>
            </a:r>
            <a:endParaRPr lang="en-US" altLang="ko-KR" dirty="0"/>
          </a:p>
        </p:txBody>
      </p:sp>
      <p:sp>
        <p:nvSpPr>
          <p:cNvPr id="30" name="TextBox 29">
            <a:extLst>
              <a:ext uri="{FF2B5EF4-FFF2-40B4-BE49-F238E27FC236}">
                <a16:creationId xmlns:a16="http://schemas.microsoft.com/office/drawing/2014/main" id="{3268BF98-FAEF-15CE-6730-7C36DA98C7D7}"/>
              </a:ext>
            </a:extLst>
          </p:cNvPr>
          <p:cNvSpPr txBox="1"/>
          <p:nvPr/>
        </p:nvSpPr>
        <p:spPr>
          <a:xfrm>
            <a:off x="2017268" y="3697669"/>
            <a:ext cx="2756345" cy="1206468"/>
          </a:xfrm>
          <a:prstGeom prst="rect">
            <a:avLst/>
          </a:prstGeom>
          <a:solidFill>
            <a:sysClr val="window" lastClr="FFFFFF"/>
          </a:solidFill>
          <a:ln w="38100" cmpd="tri">
            <a:solidFill>
              <a:sysClr val="window" lastClr="FFFFFF">
                <a:lumMod val="75000"/>
              </a:sysClr>
            </a:solidFill>
            <a:miter lim="800000"/>
            <a:headEnd/>
            <a:tailEnd/>
          </a:ln>
          <a:effectLst/>
        </p:spPr>
        <p:txBody>
          <a:bodyPr wrap="square" lIns="72000" tIns="72000" rIns="72000" bIns="72000" rtlCol="0" anchor="ctr"/>
          <a:lstStyle>
            <a:defPPr>
              <a:defRPr lang="en-US"/>
            </a:defPPr>
            <a:lvl1pPr marL="228600" indent="-228600" eaLnBrk="0" fontAlgn="base" hangingPunct="0">
              <a:lnSpc>
                <a:spcPct val="130000"/>
              </a:lnSpc>
              <a:spcBef>
                <a:spcPct val="0"/>
              </a:spcBef>
              <a:spcAft>
                <a:spcPct val="0"/>
              </a:spcAft>
              <a:buFont typeface="+mj-lt"/>
              <a:buAutoNum type="arabicPeriod"/>
              <a:defRPr kumimoji="1" sz="1100" b="0">
                <a:latin typeface="페이퍼로지 5 Medium" pitchFamily="2" charset="-127"/>
                <a:ea typeface="페이퍼로지 5 Medium" pitchFamily="2" charset="-127"/>
              </a:defRPr>
            </a:lvl1pPr>
            <a:lvl2pPr algn="ctr" eaLnBrk="0" fontAlgn="base" hangingPunct="0">
              <a:lnSpc>
                <a:spcPct val="130000"/>
              </a:lnSpc>
              <a:spcBef>
                <a:spcPct val="0"/>
              </a:spcBef>
              <a:spcAft>
                <a:spcPct val="0"/>
              </a:spcAft>
              <a:defRPr kumimoji="1" sz="1000" b="1">
                <a:solidFill>
                  <a:srgbClr val="FFFFFF"/>
                </a:solidFill>
                <a:latin typeface="맑은 고딕" pitchFamily="50" charset="-127"/>
                <a:ea typeface="맑은 고딕" pitchFamily="50" charset="-127"/>
              </a:defRPr>
            </a:lvl2pPr>
            <a:lvl3pPr algn="ctr" eaLnBrk="0" fontAlgn="base" hangingPunct="0">
              <a:lnSpc>
                <a:spcPct val="130000"/>
              </a:lnSpc>
              <a:spcBef>
                <a:spcPct val="0"/>
              </a:spcBef>
              <a:spcAft>
                <a:spcPct val="0"/>
              </a:spcAft>
              <a:defRPr kumimoji="1" sz="1000" b="1">
                <a:solidFill>
                  <a:srgbClr val="FFFFFF"/>
                </a:solidFill>
                <a:latin typeface="맑은 고딕" pitchFamily="50" charset="-127"/>
                <a:ea typeface="맑은 고딕" pitchFamily="50" charset="-127"/>
              </a:defRPr>
            </a:lvl3pPr>
            <a:lvl4pPr algn="ctr" eaLnBrk="0" fontAlgn="base" hangingPunct="0">
              <a:lnSpc>
                <a:spcPct val="130000"/>
              </a:lnSpc>
              <a:spcBef>
                <a:spcPct val="0"/>
              </a:spcBef>
              <a:spcAft>
                <a:spcPct val="0"/>
              </a:spcAft>
              <a:defRPr kumimoji="1" sz="1000" b="1">
                <a:solidFill>
                  <a:srgbClr val="FFFFFF"/>
                </a:solidFill>
                <a:latin typeface="맑은 고딕" pitchFamily="50" charset="-127"/>
                <a:ea typeface="맑은 고딕" pitchFamily="50" charset="-127"/>
              </a:defRPr>
            </a:lvl4pPr>
            <a:lvl5pPr algn="ctr" eaLnBrk="0" fontAlgn="base" hangingPunct="0">
              <a:lnSpc>
                <a:spcPct val="130000"/>
              </a:lnSpc>
              <a:spcBef>
                <a:spcPct val="0"/>
              </a:spcBef>
              <a:spcAft>
                <a:spcPct val="0"/>
              </a:spcAft>
              <a:defRPr kumimoji="1" sz="1000" b="1">
                <a:solidFill>
                  <a:srgbClr val="FFFFFF"/>
                </a:solidFill>
                <a:latin typeface="맑은 고딕" pitchFamily="50" charset="-127"/>
                <a:ea typeface="맑은 고딕" pitchFamily="50" charset="-127"/>
              </a:defRPr>
            </a:lvl5pPr>
            <a:lvl6pPr defTabSz="914400" latinLnBrk="1">
              <a:defRPr kumimoji="1" sz="1000" b="1">
                <a:solidFill>
                  <a:srgbClr val="FFFFFF"/>
                </a:solidFill>
                <a:latin typeface="맑은 고딕" pitchFamily="50" charset="-127"/>
                <a:ea typeface="맑은 고딕" pitchFamily="50" charset="-127"/>
              </a:defRPr>
            </a:lvl6pPr>
            <a:lvl7pPr defTabSz="914400" latinLnBrk="1">
              <a:defRPr kumimoji="1" sz="1000" b="1">
                <a:solidFill>
                  <a:srgbClr val="FFFFFF"/>
                </a:solidFill>
                <a:latin typeface="맑은 고딕" pitchFamily="50" charset="-127"/>
                <a:ea typeface="맑은 고딕" pitchFamily="50" charset="-127"/>
              </a:defRPr>
            </a:lvl7pPr>
            <a:lvl8pPr defTabSz="914400" latinLnBrk="1">
              <a:defRPr kumimoji="1" sz="1000" b="1">
                <a:solidFill>
                  <a:srgbClr val="FFFFFF"/>
                </a:solidFill>
                <a:latin typeface="맑은 고딕" pitchFamily="50" charset="-127"/>
                <a:ea typeface="맑은 고딕" pitchFamily="50" charset="-127"/>
              </a:defRPr>
            </a:lvl8pPr>
            <a:lvl9pPr defTabSz="914400" latinLnBrk="1">
              <a:defRPr kumimoji="1" sz="1000" b="1">
                <a:solidFill>
                  <a:srgbClr val="FFFFFF"/>
                </a:solidFill>
                <a:latin typeface="맑은 고딕" pitchFamily="50" charset="-127"/>
                <a:ea typeface="맑은 고딕" pitchFamily="50" charset="-127"/>
              </a:defRPr>
            </a:lvl9pPr>
          </a:lstStyle>
          <a:p>
            <a:pPr marL="92075" lvl="0" indent="-92075" algn="l" defTabSz="457200" latinLnBrk="0">
              <a:lnSpc>
                <a:spcPts val="1500"/>
              </a:lnSpc>
              <a:buFont typeface="Arial" panose="020B0604020202020204" pitchFamily="34" charset="0"/>
              <a:buChar char="•"/>
            </a:pPr>
            <a:r>
              <a:rPr lang="ko-KR" altLang="ko-KR" sz="1050" b="1"/>
              <a:t>STEP-AX 매핑 매트릭스(능력단위 × </a:t>
            </a:r>
            <a:r>
              <a:rPr lang="en-US" altLang="ko-KR" sz="1050" b="1"/>
              <a:t> AI </a:t>
            </a:r>
            <a:r>
              <a:rPr lang="ko-KR" altLang="ko-KR" sz="1050" b="1"/>
              <a:t>킬)</a:t>
            </a:r>
            <a:r>
              <a:rPr lang="ko-KR" altLang="ko-KR" sz="1050"/>
              <a:t> + </a:t>
            </a:r>
            <a:r>
              <a:rPr lang="ko-KR" altLang="ko-KR" sz="1050" b="1"/>
              <a:t>AI+X 융합 200과목 메타데이터</a:t>
            </a:r>
            <a:r>
              <a:rPr lang="ko-KR" altLang="ko-KR" sz="1050"/>
              <a:t>를 STEP 운영 시스템 적재 가능 </a:t>
            </a:r>
            <a:r>
              <a:rPr lang="ko-KR" altLang="ko-KR" sz="1050" b="1"/>
              <a:t>표준 스키마</a:t>
            </a:r>
            <a:r>
              <a:rPr lang="ko-KR" altLang="ko-KR" sz="1050"/>
              <a:t>로 변환 </a:t>
            </a:r>
            <a:endParaRPr lang="en-US" altLang="ko-KR" sz="1050"/>
          </a:p>
          <a:p>
            <a:pPr marL="92075" lvl="0" indent="-92075" algn="l" defTabSz="457200" latinLnBrk="0">
              <a:lnSpc>
                <a:spcPts val="1500"/>
              </a:lnSpc>
              <a:buFont typeface="Arial" panose="020B0604020202020204" pitchFamily="34" charset="0"/>
              <a:buChar char="•"/>
            </a:pPr>
            <a:r>
              <a:rPr lang="ko-KR" altLang="ko-KR" sz="1050" b="1"/>
              <a:t>10대 산업분야 × AX 융합 </a:t>
            </a:r>
            <a:r>
              <a:rPr lang="ko-KR" altLang="ko-KR" sz="1050" b="1" err="1"/>
              <a:t>스킬셋</a:t>
            </a:r>
            <a:r>
              <a:rPr lang="ko-KR" altLang="ko-KR" sz="1050" b="1"/>
              <a:t> DB</a:t>
            </a:r>
            <a:r>
              <a:rPr lang="ko-KR" altLang="ko-KR" sz="1050"/>
              <a:t> 구축 (NCS 코드 · 능력단위 · 스킬 ID · </a:t>
            </a:r>
            <a:r>
              <a:rPr lang="ko-KR" altLang="ko-KR" sz="1050" err="1"/>
              <a:t>스킬명</a:t>
            </a:r>
            <a:r>
              <a:rPr lang="ko-KR" altLang="ko-KR" sz="1050"/>
              <a:t> · 가중치 · 출처 능력단위요소 · </a:t>
            </a:r>
            <a:r>
              <a:rPr lang="ko-KR" altLang="ko-KR" sz="1050" err="1"/>
              <a:t>검증자</a:t>
            </a:r>
            <a:r>
              <a:rPr lang="ko-KR" altLang="ko-KR" sz="1050"/>
              <a:t>)</a:t>
            </a:r>
            <a:endParaRPr kumimoji="1" lang="en-US" altLang="ko-KR" sz="105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27" name="TextBox 26">
            <a:extLst>
              <a:ext uri="{FF2B5EF4-FFF2-40B4-BE49-F238E27FC236}">
                <a16:creationId xmlns:a16="http://schemas.microsoft.com/office/drawing/2014/main" id="{B53D46CE-A93D-DFD5-8C4D-BF83134991BA}"/>
              </a:ext>
            </a:extLst>
          </p:cNvPr>
          <p:cNvSpPr txBox="1"/>
          <p:nvPr/>
        </p:nvSpPr>
        <p:spPr>
          <a:xfrm>
            <a:off x="603803" y="3697121"/>
            <a:ext cx="1271845" cy="1207016"/>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defPPr>
              <a:defRPr lang="en-US"/>
            </a:defPPr>
            <a:lvl1pPr>
              <a:buNone/>
              <a:defRPr sz="1100">
                <a:solidFill>
                  <a:schemeClr val="bg1"/>
                </a:solidFill>
                <a:latin typeface="a고딕14" panose="02020600000000000000" pitchFamily="18" charset="-127"/>
                <a:ea typeface="a고딕14" panose="02020600000000000000" pitchFamily="18" charset="-127"/>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latinLnBrk="0"/>
            <a:r>
              <a:rPr lang="ko-KR" altLang="ko-KR" dirty="0"/>
              <a:t>② </a:t>
            </a:r>
            <a:r>
              <a:rPr lang="ko-KR" altLang="ko-KR"/>
              <a:t>STEP-AX 융합 </a:t>
            </a:r>
            <a:r>
              <a:rPr lang="ko-KR" altLang="ko-KR" err="1"/>
              <a:t>스킬셋</a:t>
            </a:r>
            <a:r>
              <a:rPr lang="ko-KR" altLang="ko-KR"/>
              <a:t> DB 자산화 방안 마련</a:t>
            </a:r>
            <a:endParaRPr lang="en-US" altLang="ko-KR" dirty="0"/>
          </a:p>
        </p:txBody>
      </p:sp>
      <p:sp>
        <p:nvSpPr>
          <p:cNvPr id="56" name="TextBox 55">
            <a:extLst>
              <a:ext uri="{FF2B5EF4-FFF2-40B4-BE49-F238E27FC236}">
                <a16:creationId xmlns:a16="http://schemas.microsoft.com/office/drawing/2014/main" id="{895E2B92-F1A3-71DC-B653-70D06926711C}"/>
              </a:ext>
            </a:extLst>
          </p:cNvPr>
          <p:cNvSpPr txBox="1"/>
          <p:nvPr/>
        </p:nvSpPr>
        <p:spPr>
          <a:xfrm>
            <a:off x="2017268" y="5283036"/>
            <a:ext cx="2756345" cy="1206468"/>
          </a:xfrm>
          <a:prstGeom prst="rect">
            <a:avLst/>
          </a:prstGeom>
          <a:solidFill>
            <a:sysClr val="window" lastClr="FFFFFF"/>
          </a:solidFill>
          <a:ln w="38100" cmpd="tri">
            <a:solidFill>
              <a:sysClr val="window" lastClr="FFFFFF">
                <a:lumMod val="75000"/>
              </a:sysClr>
            </a:solidFill>
            <a:miter lim="800000"/>
            <a:headEnd/>
            <a:tailEnd/>
          </a:ln>
          <a:effectLst/>
        </p:spPr>
        <p:txBody>
          <a:bodyPr wrap="square" lIns="72000" tIns="72000" rIns="72000" bIns="72000" rtlCol="0" anchor="ctr"/>
          <a:lstStyle>
            <a:defPPr>
              <a:defRPr lang="en-US"/>
            </a:defPPr>
            <a:lvl1pPr marL="92075" lvl="0" indent="-92075" algn="l" defTabSz="457200" latinLnBrk="0">
              <a:lnSpc>
                <a:spcPts val="1500"/>
              </a:lnSpc>
              <a:buFont typeface="Arial" panose="020B0604020202020204" pitchFamily="34" charset="0"/>
              <a:buChar char="•"/>
              <a:defRPr kumimoji="1" sz="1050" b="0">
                <a:latin typeface="a고딕14" panose="02020600000000000000" pitchFamily="18" charset="-127"/>
                <a:ea typeface="a고딕14" panose="02020600000000000000" pitchFamily="18" charset="-127"/>
              </a:defRPr>
            </a:lvl1pPr>
            <a:lvl2pPr>
              <a:lnSpc>
                <a:spcPct val="130000"/>
              </a:lnSpc>
              <a:defRPr kumimoji="1" sz="1000" b="1">
                <a:solidFill>
                  <a:srgbClr val="FFFFFF"/>
                </a:solidFill>
              </a:defRPr>
            </a:lvl2pPr>
            <a:lvl3pPr>
              <a:lnSpc>
                <a:spcPct val="130000"/>
              </a:lnSpc>
              <a:defRPr kumimoji="1" sz="1000" b="1">
                <a:solidFill>
                  <a:srgbClr val="FFFFFF"/>
                </a:solidFill>
              </a:defRPr>
            </a:lvl3pPr>
            <a:lvl4pPr>
              <a:lnSpc>
                <a:spcPct val="130000"/>
              </a:lnSpc>
              <a:defRPr kumimoji="1" sz="1000" b="1">
                <a:solidFill>
                  <a:srgbClr val="FFFFFF"/>
                </a:solidFill>
              </a:defRPr>
            </a:lvl4pPr>
            <a:lvl5pPr>
              <a:lnSpc>
                <a:spcPct val="130000"/>
              </a:lnSpc>
              <a:defRPr kumimoji="1" sz="1000" b="1">
                <a:solidFill>
                  <a:srgbClr val="FFFFFF"/>
                </a:solidFill>
              </a:defRPr>
            </a:lvl5pPr>
            <a:lvl6pPr>
              <a:defRPr kumimoji="1" sz="1000" b="1">
                <a:solidFill>
                  <a:srgbClr val="FFFFFF"/>
                </a:solidFill>
              </a:defRPr>
            </a:lvl6pPr>
            <a:lvl7pPr>
              <a:defRPr kumimoji="1" sz="1000" b="1">
                <a:solidFill>
                  <a:srgbClr val="FFFFFF"/>
                </a:solidFill>
              </a:defRPr>
            </a:lvl7pPr>
            <a:lvl8pPr>
              <a:defRPr kumimoji="1" sz="1000" b="1">
                <a:solidFill>
                  <a:srgbClr val="FFFFFF"/>
                </a:solidFill>
              </a:defRPr>
            </a:lvl8pPr>
            <a:lvl9pPr>
              <a:defRPr kumimoji="1" sz="1000" b="1">
                <a:solidFill>
                  <a:srgbClr val="FFFFFF"/>
                </a:solidFill>
              </a:defRPr>
            </a:lvl9pPr>
          </a:lstStyle>
          <a:p>
            <a:r>
              <a:rPr lang="ko-KR" altLang="ko-KR"/>
              <a:t>신규 과목 → </a:t>
            </a:r>
            <a:r>
              <a:rPr lang="ko-KR" altLang="ko-KR" b="1"/>
              <a:t>직무 × NCS 수준 자동 배치</a:t>
            </a:r>
            <a:r>
              <a:rPr lang="ko-KR" altLang="ko-KR"/>
              <a:t> → SLR 시각화 자동 갱신 </a:t>
            </a:r>
            <a:endParaRPr lang="en-US" altLang="ko-KR"/>
          </a:p>
          <a:p>
            <a:r>
              <a:rPr lang="ko-KR" altLang="ko-KR" b="1"/>
              <a:t>SLR 관리 요소</a:t>
            </a:r>
            <a:r>
              <a:rPr lang="ko-KR" altLang="ko-KR"/>
              <a:t>(</a:t>
            </a:r>
            <a:r>
              <a:rPr lang="ko-KR" altLang="ko-KR" err="1"/>
              <a:t>로드맵·DB·과목별</a:t>
            </a:r>
            <a:r>
              <a:rPr lang="ko-KR" altLang="ko-KR"/>
              <a:t> </a:t>
            </a:r>
            <a:r>
              <a:rPr lang="ko-KR" altLang="ko-KR" err="1"/>
              <a:t>정보·매핑·검증·갱신·시각화</a:t>
            </a:r>
            <a:r>
              <a:rPr lang="ko-KR" altLang="ko-KR"/>
              <a:t>)별 자동화 적용 매트릭스 설계</a:t>
            </a:r>
            <a:endParaRPr lang="en-US" altLang="ko-KR"/>
          </a:p>
        </p:txBody>
      </p:sp>
      <p:sp>
        <p:nvSpPr>
          <p:cNvPr id="55" name="TextBox 54">
            <a:extLst>
              <a:ext uri="{FF2B5EF4-FFF2-40B4-BE49-F238E27FC236}">
                <a16:creationId xmlns:a16="http://schemas.microsoft.com/office/drawing/2014/main" id="{E17A9B1F-3662-2048-4A91-A2D20CED4D62}"/>
              </a:ext>
            </a:extLst>
          </p:cNvPr>
          <p:cNvSpPr txBox="1"/>
          <p:nvPr/>
        </p:nvSpPr>
        <p:spPr>
          <a:xfrm>
            <a:off x="603803" y="5282488"/>
            <a:ext cx="1271845" cy="1207016"/>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defPPr>
              <a:defRPr lang="en-US"/>
            </a:defPPr>
            <a:lvl1pPr>
              <a:buNone/>
              <a:defRPr sz="1100">
                <a:solidFill>
                  <a:schemeClr val="bg1"/>
                </a:solidFill>
                <a:latin typeface="a고딕14" panose="02020600000000000000" pitchFamily="18" charset="-127"/>
                <a:ea typeface="a고딕14" panose="02020600000000000000" pitchFamily="18" charset="-127"/>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latinLnBrk="0"/>
            <a:r>
              <a:rPr lang="ko-KR" altLang="ko-KR" dirty="0"/>
              <a:t>③ </a:t>
            </a:r>
            <a:r>
              <a:rPr lang="ko-KR" altLang="ko-KR"/>
              <a:t>SLR 자동 통합 워크플로우 설계</a:t>
            </a:r>
            <a:endParaRPr lang="en-US" altLang="ko-KR" dirty="0"/>
          </a:p>
        </p:txBody>
      </p:sp>
      <p:graphicFrame>
        <p:nvGraphicFramePr>
          <p:cNvPr id="3" name="표 2">
            <a:extLst>
              <a:ext uri="{FF2B5EF4-FFF2-40B4-BE49-F238E27FC236}">
                <a16:creationId xmlns:a16="http://schemas.microsoft.com/office/drawing/2014/main" id="{B24A2D75-B1C8-A7D8-C641-150A44588128}"/>
              </a:ext>
            </a:extLst>
          </p:cNvPr>
          <p:cNvGraphicFramePr>
            <a:graphicFrameLocks noGrp="1"/>
          </p:cNvGraphicFramePr>
          <p:nvPr/>
        </p:nvGraphicFramePr>
        <p:xfrm>
          <a:off x="5132387" y="2097088"/>
          <a:ext cx="4213226" cy="2160008"/>
        </p:xfrm>
        <a:graphic>
          <a:graphicData uri="http://schemas.openxmlformats.org/drawingml/2006/table">
            <a:tbl>
              <a:tblPr/>
              <a:tblGrid>
                <a:gridCol w="1659514">
                  <a:extLst>
                    <a:ext uri="{9D8B030D-6E8A-4147-A177-3AD203B41FA5}">
                      <a16:colId xmlns:a16="http://schemas.microsoft.com/office/drawing/2014/main" val="3603435671"/>
                    </a:ext>
                  </a:extLst>
                </a:gridCol>
                <a:gridCol w="2553712">
                  <a:extLst>
                    <a:ext uri="{9D8B030D-6E8A-4147-A177-3AD203B41FA5}">
                      <a16:colId xmlns:a16="http://schemas.microsoft.com/office/drawing/2014/main" val="461889809"/>
                    </a:ext>
                  </a:extLst>
                </a:gridCol>
              </a:tblGrid>
              <a:tr h="270001">
                <a:tc>
                  <a:txBody>
                    <a:bodyPr/>
                    <a:lstStyle/>
                    <a:p>
                      <a:pPr algn="ctr">
                        <a:buNone/>
                      </a:pPr>
                      <a:r>
                        <a:rPr lang="ko-KR" sz="1000">
                          <a:solidFill>
                            <a:schemeClr val="bg1"/>
                          </a:solidFill>
                          <a:latin typeface="a고딕14" panose="02020600000000000000" pitchFamily="18" charset="-127"/>
                          <a:ea typeface="a고딕14" panose="02020600000000000000" pitchFamily="18" charset="-127"/>
                        </a:rPr>
                        <a:t>SLR 관리 요소</a:t>
                      </a:r>
                    </a:p>
                  </a:txBody>
                  <a:tcPr marL="29859" marR="29859" marT="14929" marB="1492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1F497D"/>
                    </a:solidFill>
                  </a:tcPr>
                </a:tc>
                <a:tc>
                  <a:txBody>
                    <a:bodyPr/>
                    <a:lstStyle/>
                    <a:p>
                      <a:pPr algn="ctr">
                        <a:buNone/>
                      </a:pPr>
                      <a:r>
                        <a:rPr lang="ko-KR" sz="1000">
                          <a:solidFill>
                            <a:schemeClr val="bg1"/>
                          </a:solidFill>
                          <a:latin typeface="a고딕14" panose="02020600000000000000" pitchFamily="18" charset="-127"/>
                          <a:ea typeface="a고딕14" panose="02020600000000000000" pitchFamily="18" charset="-127"/>
                        </a:rPr>
                        <a:t>AI 자동화 도구</a:t>
                      </a:r>
                      <a:r>
                        <a:rPr lang="en-US" altLang="ko-KR" sz="1000">
                          <a:solidFill>
                            <a:schemeClr val="bg1"/>
                          </a:solidFill>
                          <a:latin typeface="a고딕14" panose="02020600000000000000" pitchFamily="18" charset="-127"/>
                          <a:ea typeface="a고딕14" panose="02020600000000000000" pitchFamily="18" charset="-127"/>
                        </a:rPr>
                        <a:t>(</a:t>
                      </a:r>
                      <a:r>
                        <a:rPr lang="ko-KR" altLang="en-US" sz="1000">
                          <a:solidFill>
                            <a:schemeClr val="bg1"/>
                          </a:solidFill>
                          <a:latin typeface="a고딕14" panose="02020600000000000000" pitchFamily="18" charset="-127"/>
                          <a:ea typeface="a고딕14" panose="02020600000000000000" pitchFamily="18" charset="-127"/>
                        </a:rPr>
                        <a:t>안</a:t>
                      </a:r>
                      <a:r>
                        <a:rPr lang="en-US" altLang="ko-KR" sz="1000">
                          <a:solidFill>
                            <a:schemeClr val="bg1"/>
                          </a:solidFill>
                          <a:latin typeface="a고딕14" panose="02020600000000000000" pitchFamily="18" charset="-127"/>
                          <a:ea typeface="a고딕14" panose="02020600000000000000" pitchFamily="18" charset="-127"/>
                        </a:rPr>
                        <a:t>)</a:t>
                      </a:r>
                      <a:endParaRPr lang="ko-KR" sz="1000">
                        <a:solidFill>
                          <a:schemeClr val="bg1"/>
                        </a:solidFill>
                        <a:latin typeface="a고딕14" panose="02020600000000000000" pitchFamily="18" charset="-127"/>
                        <a:ea typeface="a고딕14" panose="02020600000000000000" pitchFamily="18" charset="-127"/>
                      </a:endParaRPr>
                    </a:p>
                  </a:txBody>
                  <a:tcPr marL="29859" marR="29859" marT="14929" marB="1492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1F497D"/>
                    </a:solidFill>
                  </a:tcPr>
                </a:tc>
                <a:extLst>
                  <a:ext uri="{0D108BD9-81ED-4DB2-BD59-A6C34878D82A}">
                    <a16:rowId xmlns:a16="http://schemas.microsoft.com/office/drawing/2014/main" val="1757933310"/>
                  </a:ext>
                </a:extLst>
              </a:tr>
              <a:tr h="270001">
                <a:tc>
                  <a:txBody>
                    <a:bodyPr/>
                    <a:lstStyle/>
                    <a:p>
                      <a:pPr algn="ctr">
                        <a:buNone/>
                      </a:pPr>
                      <a:r>
                        <a:rPr lang="ko-KR" sz="1000">
                          <a:latin typeface="a고딕14" panose="02020600000000000000" pitchFamily="18" charset="-127"/>
                          <a:ea typeface="a고딕14" panose="02020600000000000000" pitchFamily="18" charset="-127"/>
                        </a:rPr>
                        <a:t>① 로드맵 갱신</a:t>
                      </a:r>
                    </a:p>
                  </a:txBody>
                  <a:tcPr marL="29859" marR="29859" marT="14929" marB="1492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E9F6FB"/>
                    </a:solidFill>
                  </a:tcPr>
                </a:tc>
                <a:tc>
                  <a:txBody>
                    <a:bodyPr/>
                    <a:lstStyle/>
                    <a:p>
                      <a:pPr algn="ctr">
                        <a:buNone/>
                      </a:pPr>
                      <a:r>
                        <a:rPr lang="ko-KR" sz="1000">
                          <a:latin typeface="a고딕14" panose="02020600000000000000" pitchFamily="18" charset="-127"/>
                          <a:ea typeface="a고딕14" panose="02020600000000000000" pitchFamily="18" charset="-127"/>
                        </a:rPr>
                        <a:t>신규 과목 → SLR 자동 배치</a:t>
                      </a:r>
                    </a:p>
                  </a:txBody>
                  <a:tcPr marL="29859" marR="29859" marT="14929" marB="1492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48196283"/>
                  </a:ext>
                </a:extLst>
              </a:tr>
              <a:tr h="270001">
                <a:tc>
                  <a:txBody>
                    <a:bodyPr/>
                    <a:lstStyle/>
                    <a:p>
                      <a:pPr algn="ctr">
                        <a:buNone/>
                      </a:pPr>
                      <a:r>
                        <a:rPr lang="ko-KR" sz="1000">
                          <a:latin typeface="a고딕14" panose="02020600000000000000" pitchFamily="18" charset="-127"/>
                          <a:ea typeface="a고딕14" panose="02020600000000000000" pitchFamily="18" charset="-127"/>
                        </a:rPr>
                        <a:t>② Master DB 검증</a:t>
                      </a:r>
                    </a:p>
                  </a:txBody>
                  <a:tcPr marL="29859" marR="29859" marT="14929" marB="1492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E9F6FB"/>
                    </a:solidFill>
                  </a:tcPr>
                </a:tc>
                <a:tc>
                  <a:txBody>
                    <a:bodyPr/>
                    <a:lstStyle/>
                    <a:p>
                      <a:pPr algn="ctr">
                        <a:buNone/>
                      </a:pPr>
                      <a:r>
                        <a:rPr lang="ko-KR" sz="1000">
                          <a:latin typeface="a고딕14" panose="02020600000000000000" pitchFamily="18" charset="-127"/>
                          <a:ea typeface="a고딕14" panose="02020600000000000000" pitchFamily="18" charset="-127"/>
                        </a:rPr>
                        <a:t>중복·결측·매핑 불일치 자동 탐지</a:t>
                      </a:r>
                    </a:p>
                  </a:txBody>
                  <a:tcPr marL="29859" marR="29859" marT="14929" marB="1492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957055278"/>
                  </a:ext>
                </a:extLst>
              </a:tr>
              <a:tr h="270001">
                <a:tc>
                  <a:txBody>
                    <a:bodyPr/>
                    <a:lstStyle/>
                    <a:p>
                      <a:pPr algn="ctr">
                        <a:buNone/>
                      </a:pPr>
                      <a:r>
                        <a:rPr lang="ko-KR" sz="1000">
                          <a:latin typeface="a고딕14" panose="02020600000000000000" pitchFamily="18" charset="-127"/>
                          <a:ea typeface="a고딕14" panose="02020600000000000000" pitchFamily="18" charset="-127"/>
                        </a:rPr>
                        <a:t>③ 과목별 정보 갱신</a:t>
                      </a:r>
                    </a:p>
                  </a:txBody>
                  <a:tcPr marL="29859" marR="29859" marT="14929" marB="1492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E9F6FB"/>
                    </a:solidFill>
                  </a:tcPr>
                </a:tc>
                <a:tc>
                  <a:txBody>
                    <a:bodyPr/>
                    <a:lstStyle/>
                    <a:p>
                      <a:pPr algn="ctr">
                        <a:buNone/>
                      </a:pPr>
                      <a:r>
                        <a:rPr lang="ko-KR" sz="1000">
                          <a:latin typeface="a고딕14" panose="02020600000000000000" pitchFamily="18" charset="-127"/>
                          <a:ea typeface="a고딕14" panose="02020600000000000000" pitchFamily="18" charset="-127"/>
                        </a:rPr>
                        <a:t>과목개요서 → DB 자동 등록</a:t>
                      </a:r>
                    </a:p>
                  </a:txBody>
                  <a:tcPr marL="29859" marR="29859" marT="14929" marB="1492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816584876"/>
                  </a:ext>
                </a:extLst>
              </a:tr>
              <a:tr h="270001">
                <a:tc>
                  <a:txBody>
                    <a:bodyPr/>
                    <a:lstStyle/>
                    <a:p>
                      <a:pPr algn="ctr">
                        <a:buNone/>
                      </a:pPr>
                      <a:r>
                        <a:rPr lang="ko-KR" sz="1000">
                          <a:latin typeface="a고딕14" panose="02020600000000000000" pitchFamily="18" charset="-127"/>
                          <a:ea typeface="a고딕14" panose="02020600000000000000" pitchFamily="18" charset="-127"/>
                        </a:rPr>
                        <a:t>④ NCS 매핑 자동 갱신</a:t>
                      </a:r>
                    </a:p>
                  </a:txBody>
                  <a:tcPr marL="29859" marR="29859" marT="14929" marB="1492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E9F6FB"/>
                    </a:solidFill>
                  </a:tcPr>
                </a:tc>
                <a:tc>
                  <a:txBody>
                    <a:bodyPr/>
                    <a:lstStyle/>
                    <a:p>
                      <a:pPr algn="ctr">
                        <a:buNone/>
                      </a:pPr>
                      <a:r>
                        <a:rPr lang="ko-KR" sz="1000">
                          <a:latin typeface="a고딕14" panose="02020600000000000000" pitchFamily="18" charset="-127"/>
                          <a:ea typeface="a고딕14" panose="02020600000000000000" pitchFamily="18" charset="-127"/>
                        </a:rPr>
                        <a:t>NCS 신규 고시 반영 자동 매핑</a:t>
                      </a:r>
                    </a:p>
                  </a:txBody>
                  <a:tcPr marL="29859" marR="29859" marT="14929" marB="1492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4148796892"/>
                  </a:ext>
                </a:extLst>
              </a:tr>
              <a:tr h="270001">
                <a:tc>
                  <a:txBody>
                    <a:bodyPr/>
                    <a:lstStyle/>
                    <a:p>
                      <a:pPr algn="ctr">
                        <a:buNone/>
                      </a:pPr>
                      <a:r>
                        <a:rPr lang="ko-KR" sz="1000">
                          <a:latin typeface="a고딕14" panose="02020600000000000000" pitchFamily="18" charset="-127"/>
                          <a:ea typeface="a고딕14" panose="02020600000000000000" pitchFamily="18" charset="-127"/>
                        </a:rPr>
                        <a:t>⑤ 정합성 검증</a:t>
                      </a:r>
                    </a:p>
                  </a:txBody>
                  <a:tcPr marL="29859" marR="29859" marT="14929" marB="1492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E9F6FB"/>
                    </a:solidFill>
                  </a:tcPr>
                </a:tc>
                <a:tc>
                  <a:txBody>
                    <a:bodyPr/>
                    <a:lstStyle/>
                    <a:p>
                      <a:pPr algn="ctr">
                        <a:buNone/>
                      </a:pPr>
                      <a:r>
                        <a:rPr lang="ko-KR" sz="1000">
                          <a:latin typeface="a고딕14" panose="02020600000000000000" pitchFamily="18" charset="-127"/>
                          <a:ea typeface="a고딕14" panose="02020600000000000000" pitchFamily="18" charset="-127"/>
                        </a:rPr>
                        <a:t>분야·직무·과목·능력단위 자동 검증</a:t>
                      </a:r>
                    </a:p>
                  </a:txBody>
                  <a:tcPr marL="29859" marR="29859" marT="14929" marB="1492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52744928"/>
                  </a:ext>
                </a:extLst>
              </a:tr>
              <a:tr h="270001">
                <a:tc>
                  <a:txBody>
                    <a:bodyPr/>
                    <a:lstStyle/>
                    <a:p>
                      <a:pPr algn="ctr">
                        <a:buNone/>
                      </a:pPr>
                      <a:r>
                        <a:rPr lang="ko-KR" sz="1000">
                          <a:latin typeface="a고딕14" panose="02020600000000000000" pitchFamily="18" charset="-127"/>
                          <a:ea typeface="a고딕14" panose="02020600000000000000" pitchFamily="18" charset="-127"/>
                        </a:rPr>
                        <a:t>⑥ 시기별 갱신</a:t>
                      </a:r>
                    </a:p>
                  </a:txBody>
                  <a:tcPr marL="29859" marR="29859" marT="14929" marB="1492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E9F6FB"/>
                    </a:solidFill>
                  </a:tcPr>
                </a:tc>
                <a:tc>
                  <a:txBody>
                    <a:bodyPr/>
                    <a:lstStyle/>
                    <a:p>
                      <a:pPr algn="ctr">
                        <a:buNone/>
                      </a:pPr>
                      <a:r>
                        <a:rPr lang="ko-KR" sz="1000">
                          <a:latin typeface="a고딕14" panose="02020600000000000000" pitchFamily="18" charset="-127"/>
                          <a:ea typeface="a고딕14" panose="02020600000000000000" pitchFamily="18" charset="-127"/>
                        </a:rPr>
                        <a:t>분기 상시 사이클 트리거 자동화</a:t>
                      </a:r>
                    </a:p>
                  </a:txBody>
                  <a:tcPr marL="29859" marR="29859" marT="14929" marB="1492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71799274"/>
                  </a:ext>
                </a:extLst>
              </a:tr>
              <a:tr h="270001">
                <a:tc>
                  <a:txBody>
                    <a:bodyPr/>
                    <a:lstStyle/>
                    <a:p>
                      <a:pPr algn="ctr">
                        <a:buNone/>
                      </a:pPr>
                      <a:r>
                        <a:rPr lang="ko-KR" sz="1000">
                          <a:latin typeface="a고딕14" panose="02020600000000000000" pitchFamily="18" charset="-127"/>
                          <a:ea typeface="a고딕14" panose="02020600000000000000" pitchFamily="18" charset="-127"/>
                        </a:rPr>
                        <a:t>⑦ 시각화</a:t>
                      </a:r>
                    </a:p>
                  </a:txBody>
                  <a:tcPr marL="29859" marR="29859" marT="14929" marB="1492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E9F6FB"/>
                    </a:solidFill>
                  </a:tcPr>
                </a:tc>
                <a:tc>
                  <a:txBody>
                    <a:bodyPr/>
                    <a:lstStyle/>
                    <a:p>
                      <a:pPr algn="ctr">
                        <a:buNone/>
                      </a:pPr>
                      <a:r>
                        <a:rPr lang="ko-KR" sz="1000">
                          <a:latin typeface="a고딕14" panose="02020600000000000000" pitchFamily="18" charset="-127"/>
                          <a:ea typeface="a고딕14" panose="02020600000000000000" pitchFamily="18" charset="-127"/>
                        </a:rPr>
                        <a:t>직무 × NCS 수준 자동 시각화</a:t>
                      </a:r>
                    </a:p>
                  </a:txBody>
                  <a:tcPr marL="29859" marR="29859" marT="14929" marB="1492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84998686"/>
                  </a:ext>
                </a:extLst>
              </a:tr>
            </a:tbl>
          </a:graphicData>
        </a:graphic>
      </p:graphicFrame>
      <p:sp>
        <p:nvSpPr>
          <p:cNvPr id="6" name="TextBox 5">
            <a:extLst>
              <a:ext uri="{FF2B5EF4-FFF2-40B4-BE49-F238E27FC236}">
                <a16:creationId xmlns:a16="http://schemas.microsoft.com/office/drawing/2014/main" id="{03DAB047-9667-A124-D931-A6124C053D51}"/>
              </a:ext>
            </a:extLst>
          </p:cNvPr>
          <p:cNvSpPr txBox="1"/>
          <p:nvPr/>
        </p:nvSpPr>
        <p:spPr>
          <a:xfrm>
            <a:off x="5132388" y="4581128"/>
            <a:ext cx="4213225" cy="1908572"/>
          </a:xfrm>
          <a:prstGeom prst="rect">
            <a:avLst/>
          </a:prstGeom>
          <a:ln>
            <a:solidFill>
              <a:srgbClr val="003F56"/>
            </a:solidFill>
          </a:ln>
        </p:spPr>
        <p:txBody>
          <a:bodyPr wrap="square" rtlCol="0">
            <a:noAutofit/>
          </a:bodyPr>
          <a:lstStyle/>
          <a:p>
            <a:pPr algn="l">
              <a:buNone/>
            </a:pPr>
            <a:r>
              <a:rPr kumimoji="1" lang="ko-KR" altLang="ko-KR" sz="1050">
                <a:latin typeface="페이퍼로지 5 Medium" pitchFamily="2" charset="-127"/>
                <a:ea typeface="페이퍼로지 5 Medium" pitchFamily="2" charset="-127"/>
              </a:rPr>
              <a:t>① 신규 과목 자동 </a:t>
            </a:r>
            <a:r>
              <a:rPr kumimoji="1" lang="ko-KR" altLang="ko-KR" sz="1050" err="1">
                <a:latin typeface="페이퍼로지 5 Medium" pitchFamily="2" charset="-127"/>
                <a:ea typeface="페이퍼로지 5 Medium" pitchFamily="2" charset="-127"/>
              </a:rPr>
              <a:t>도출·개발</a:t>
            </a:r>
            <a:r>
              <a:rPr kumimoji="1" lang="ko-KR" altLang="ko-KR" sz="1050">
                <a:latin typeface="페이퍼로지 5 Medium" pitchFamily="2" charset="-127"/>
                <a:ea typeface="페이퍼로지 5 Medium" pitchFamily="2" charset="-127"/>
              </a:rPr>
              <a:t> 가속화</a:t>
            </a:r>
          </a:p>
          <a:p>
            <a:pPr algn="l">
              <a:buNone/>
            </a:pPr>
            <a:r>
              <a:rPr kumimoji="1" lang="en-US" altLang="ko-KR" sz="1050">
                <a:latin typeface="페이퍼로지 5 Medium" pitchFamily="2" charset="-127"/>
                <a:ea typeface="페이퍼로지 5 Medium" pitchFamily="2" charset="-127"/>
              </a:rPr>
              <a:t> - </a:t>
            </a:r>
            <a:r>
              <a:rPr kumimoji="1" lang="ko-KR" altLang="ko-KR" sz="1050" err="1">
                <a:latin typeface="페이퍼로지 5 Medium" pitchFamily="2" charset="-127"/>
                <a:ea typeface="페이퍼로지 5 Medium" pitchFamily="2" charset="-127"/>
              </a:rPr>
              <a:t>DB에서</a:t>
            </a:r>
            <a:r>
              <a:rPr kumimoji="1" lang="ko-KR" altLang="ko-KR" sz="1050">
                <a:latin typeface="페이퍼로지 5 Medium" pitchFamily="2" charset="-127"/>
                <a:ea typeface="페이퍼로지 5 Medium" pitchFamily="2" charset="-127"/>
              </a:rPr>
              <a:t> 능력단위 + AI 스킬 자동 추천 → 매년 신규 과목 개발 시 출발 시간 대폭 단축</a:t>
            </a:r>
          </a:p>
          <a:p>
            <a:pPr algn="l">
              <a:buNone/>
            </a:pPr>
            <a:endParaRPr kumimoji="1" lang="ko-KR" altLang="ko-KR" sz="1050">
              <a:latin typeface="페이퍼로지 5 Medium" pitchFamily="2" charset="-127"/>
              <a:ea typeface="페이퍼로지 5 Medium" pitchFamily="2" charset="-127"/>
            </a:endParaRPr>
          </a:p>
          <a:p>
            <a:pPr algn="l">
              <a:buNone/>
            </a:pPr>
            <a:r>
              <a:rPr kumimoji="1" lang="ko-KR" altLang="ko-KR" sz="1050">
                <a:latin typeface="페이퍼로지 5 Medium" pitchFamily="2" charset="-127"/>
                <a:ea typeface="페이퍼로지 5 Medium" pitchFamily="2" charset="-127"/>
              </a:rPr>
              <a:t>② SLR 자동 </a:t>
            </a:r>
            <a:r>
              <a:rPr kumimoji="1" lang="ko-KR" altLang="ko-KR" sz="1050" err="1">
                <a:latin typeface="페이퍼로지 5 Medium" pitchFamily="2" charset="-127"/>
                <a:ea typeface="페이퍼로지 5 Medium" pitchFamily="2" charset="-127"/>
              </a:rPr>
              <a:t>갱신·운영</a:t>
            </a:r>
            <a:endParaRPr kumimoji="1" lang="ko-KR" altLang="ko-KR" sz="1050">
              <a:latin typeface="페이퍼로지 5 Medium" pitchFamily="2" charset="-127"/>
              <a:ea typeface="페이퍼로지 5 Medium" pitchFamily="2" charset="-127"/>
            </a:endParaRPr>
          </a:p>
          <a:p>
            <a:pPr algn="l">
              <a:buNone/>
            </a:pPr>
            <a:r>
              <a:rPr kumimoji="1" lang="en-US" altLang="ko-KR" sz="1050">
                <a:latin typeface="페이퍼로지 5 Medium" pitchFamily="2" charset="-127"/>
                <a:ea typeface="페이퍼로지 5 Medium" pitchFamily="2" charset="-127"/>
              </a:rPr>
              <a:t> - </a:t>
            </a:r>
            <a:r>
              <a:rPr kumimoji="1" lang="ko-KR" altLang="ko-KR" sz="1050">
                <a:latin typeface="페이퍼로지 5 Medium" pitchFamily="2" charset="-127"/>
                <a:ea typeface="페이퍼로지 5 Medium" pitchFamily="2" charset="-127"/>
              </a:rPr>
              <a:t>NCS 신규 고시 발표 시 → DB 자동 갱신 → SLR </a:t>
            </a:r>
            <a:r>
              <a:rPr kumimoji="1" lang="ko-KR" altLang="ko-KR" sz="1050" err="1">
                <a:latin typeface="페이퍼로지 5 Medium" pitchFamily="2" charset="-127"/>
                <a:ea typeface="페이퍼로지 5 Medium" pitchFamily="2" charset="-127"/>
              </a:rPr>
              <a:t>시각화·매뉴얼</a:t>
            </a:r>
            <a:r>
              <a:rPr kumimoji="1" lang="ko-KR" altLang="ko-KR" sz="1050">
                <a:latin typeface="페이퍼로지 5 Medium" pitchFamily="2" charset="-127"/>
                <a:ea typeface="페이퍼로지 5 Medium" pitchFamily="2" charset="-127"/>
              </a:rPr>
              <a:t> 자동 업데이트</a:t>
            </a:r>
          </a:p>
          <a:p>
            <a:pPr algn="l">
              <a:buNone/>
            </a:pPr>
            <a:endParaRPr kumimoji="1" lang="en-US" altLang="ko-KR" sz="1050">
              <a:latin typeface="페이퍼로지 5 Medium" pitchFamily="2" charset="-127"/>
              <a:ea typeface="페이퍼로지 5 Medium" pitchFamily="2" charset="-127"/>
            </a:endParaRPr>
          </a:p>
          <a:p>
            <a:pPr algn="l">
              <a:buNone/>
            </a:pPr>
            <a:r>
              <a:rPr kumimoji="1" lang="ko-KR" altLang="ko-KR" sz="1050">
                <a:latin typeface="페이퍼로지 5 Medium" pitchFamily="2" charset="-127"/>
                <a:ea typeface="페이퍼로지 5 Medium" pitchFamily="2" charset="-127"/>
              </a:rPr>
              <a:t>③ 분기 상시 수요조사 데이터 </a:t>
            </a:r>
            <a:r>
              <a:rPr kumimoji="1" lang="ko-KR" altLang="ko-KR" sz="1050" err="1">
                <a:latin typeface="페이퍼로지 5 Medium" pitchFamily="2" charset="-127"/>
                <a:ea typeface="페이퍼로지 5 Medium" pitchFamily="2" charset="-127"/>
              </a:rPr>
              <a:t>누적·트렌드</a:t>
            </a:r>
            <a:r>
              <a:rPr kumimoji="1" lang="ko-KR" altLang="ko-KR" sz="1050">
                <a:latin typeface="페이퍼로지 5 Medium" pitchFamily="2" charset="-127"/>
                <a:ea typeface="페이퍼로지 5 Medium" pitchFamily="2" charset="-127"/>
              </a:rPr>
              <a:t> 분석</a:t>
            </a:r>
          </a:p>
          <a:p>
            <a:pPr algn="l">
              <a:buNone/>
            </a:pPr>
            <a:r>
              <a:rPr kumimoji="1" lang="en-US" altLang="ko-KR" sz="1050">
                <a:latin typeface="페이퍼로지 5 Medium" pitchFamily="2" charset="-127"/>
                <a:ea typeface="페이퍼로지 5 Medium" pitchFamily="2" charset="-127"/>
              </a:rPr>
              <a:t> - </a:t>
            </a:r>
            <a:r>
              <a:rPr kumimoji="1" lang="ko-KR" altLang="ko-KR" sz="1050" err="1">
                <a:latin typeface="페이퍼로지 5 Medium" pitchFamily="2" charset="-127"/>
                <a:ea typeface="페이퍼로지 5 Medium" pitchFamily="2" charset="-127"/>
              </a:rPr>
              <a:t>분야별·시점별</a:t>
            </a:r>
            <a:r>
              <a:rPr kumimoji="1" lang="ko-KR" altLang="ko-KR" sz="1050">
                <a:latin typeface="페이퍼로지 5 Medium" pitchFamily="2" charset="-127"/>
                <a:ea typeface="페이퍼로지 5 Medium" pitchFamily="2" charset="-127"/>
              </a:rPr>
              <a:t> 수요 추세 분석 + 신규 </a:t>
            </a:r>
            <a:r>
              <a:rPr kumimoji="1" lang="ko-KR" altLang="ko-KR" sz="1050" err="1">
                <a:latin typeface="페이퍼로지 5 Medium" pitchFamily="2" charset="-127"/>
                <a:ea typeface="페이퍼로지 5 Medium" pitchFamily="2" charset="-127"/>
              </a:rPr>
              <a:t>산업·직무</a:t>
            </a:r>
            <a:r>
              <a:rPr kumimoji="1" lang="ko-KR" altLang="ko-KR" sz="1050">
                <a:latin typeface="페이퍼로지 5 Medium" pitchFamily="2" charset="-127"/>
                <a:ea typeface="페이퍼로지 5 Medium" pitchFamily="2" charset="-127"/>
              </a:rPr>
              <a:t> 등장 자동 감지</a:t>
            </a:r>
            <a:r>
              <a:rPr kumimoji="1" lang="en-US" altLang="ko-KR" sz="1050">
                <a:latin typeface="페이퍼로지 5 Medium" pitchFamily="2" charset="-127"/>
                <a:ea typeface="페이퍼로지 5 Medium" pitchFamily="2" charset="-127"/>
              </a:rPr>
              <a:t>(</a:t>
            </a:r>
            <a:r>
              <a:rPr kumimoji="1" lang="ko-KR" altLang="ko-KR" sz="1050">
                <a:latin typeface="페이퍼로지 5 Medium" pitchFamily="2" charset="-127"/>
                <a:ea typeface="페이퍼로지 5 Medium" pitchFamily="2" charset="-127"/>
              </a:rPr>
              <a:t>STEP 차세대 로드맵 도출의 데이터 기반 인프라</a:t>
            </a:r>
            <a:r>
              <a:rPr kumimoji="1" lang="en-US" altLang="ko-KR" sz="1050">
                <a:latin typeface="페이퍼로지 5 Medium" pitchFamily="2" charset="-127"/>
                <a:ea typeface="페이퍼로지 5 Medium" pitchFamily="2" charset="-127"/>
              </a:rPr>
              <a:t>)</a:t>
            </a:r>
            <a:endParaRPr kumimoji="1" lang="ko-KR" altLang="ko-KR" sz="1050">
              <a:latin typeface="페이퍼로지 5 Medium" pitchFamily="2" charset="-127"/>
              <a:ea typeface="페이퍼로지 5 Medium" pitchFamily="2" charset="-127"/>
            </a:endParaRPr>
          </a:p>
        </p:txBody>
      </p:sp>
      <p:sp>
        <p:nvSpPr>
          <p:cNvPr id="7" name="사각형: 둥근 모서리 6">
            <a:extLst>
              <a:ext uri="{FF2B5EF4-FFF2-40B4-BE49-F238E27FC236}">
                <a16:creationId xmlns:a16="http://schemas.microsoft.com/office/drawing/2014/main" id="{B38077EC-186F-4FD7-C6F5-0134708C471E}"/>
              </a:ext>
            </a:extLst>
          </p:cNvPr>
          <p:cNvSpPr/>
          <p:nvPr/>
        </p:nvSpPr>
        <p:spPr>
          <a:xfrm>
            <a:off x="5186088" y="4387197"/>
            <a:ext cx="2097870" cy="193931"/>
          </a:xfrm>
          <a:prstGeom prst="roundRect">
            <a:avLst/>
          </a:prstGeom>
          <a:solidFill>
            <a:srgbClr val="212E55"/>
          </a:solidFill>
          <a:ln w="12700" cap="flat" cmpd="sng" algn="ctr">
            <a:noFill/>
            <a:prstDash val="solid"/>
            <a:miter lim="800000"/>
          </a:ln>
          <a:effectLst/>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1000" b="0" i="0" u="none" strike="noStrike" kern="0" cap="none" spc="-50" normalizeH="0" baseline="0" noProof="0">
                <a:ln>
                  <a:noFill/>
                </a:ln>
                <a:solidFill>
                  <a:prstClr val="white"/>
                </a:solidFill>
                <a:effectLst/>
                <a:uLnTx/>
                <a:uFillTx/>
                <a:latin typeface="a고딕14" panose="02020600000000000000" pitchFamily="18" charset="-127"/>
                <a:ea typeface="a고딕14" panose="02020600000000000000" pitchFamily="18" charset="-127"/>
              </a:rPr>
              <a:t>DB </a:t>
            </a:r>
            <a:r>
              <a:rPr kumimoji="0" lang="ko-KR" altLang="en-US" sz="1000" b="0" i="0" u="none" strike="noStrike" kern="0" cap="none" spc="-50" normalizeH="0" baseline="0" noProof="0">
                <a:ln>
                  <a:noFill/>
                </a:ln>
                <a:solidFill>
                  <a:prstClr val="white"/>
                </a:solidFill>
                <a:effectLst/>
                <a:uLnTx/>
                <a:uFillTx/>
                <a:latin typeface="a고딕14" panose="02020600000000000000" pitchFamily="18" charset="-127"/>
                <a:ea typeface="a고딕14" panose="02020600000000000000" pitchFamily="18" charset="-127"/>
              </a:rPr>
              <a:t>활용 방안 </a:t>
            </a:r>
          </a:p>
        </p:txBody>
      </p:sp>
    </p:spTree>
    <p:extLst>
      <p:ext uri="{BB962C8B-B14F-4D97-AF65-F5344CB8AC3E}">
        <p14:creationId xmlns:p14="http://schemas.microsoft.com/office/powerpoint/2010/main" val="34872579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7C172-5620-8057-525F-15C03C4330AB}"/>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A992CF6B-B13E-071A-C8B5-52231429A78C}"/>
              </a:ext>
            </a:extLst>
          </p:cNvPr>
          <p:cNvSpPr>
            <a:spLocks noGrp="1"/>
          </p:cNvSpPr>
          <p:nvPr>
            <p:ph type="body" sz="quarter" idx="12"/>
          </p:nvPr>
        </p:nvSpPr>
        <p:spPr/>
        <p:txBody>
          <a:bodyPr vert="horz" wrap="square" lIns="0" tIns="45720" rIns="0" bIns="0" rtlCol="0">
            <a:noAutofit/>
          </a:bodyPr>
          <a:lstStyle/>
          <a:p>
            <a:pPr algn="l" latinLnBrk="0"/>
            <a:r>
              <a:rPr lang="ko-KR" altLang="ko-KR"/>
              <a:t>SLR 관리 요소(</a:t>
            </a:r>
            <a:r>
              <a:rPr lang="ko-KR" altLang="ko-KR" err="1"/>
              <a:t>로드맵·DB·과목별</a:t>
            </a:r>
            <a:r>
              <a:rPr lang="ko-KR" altLang="ko-KR"/>
              <a:t> </a:t>
            </a:r>
            <a:r>
              <a:rPr lang="ko-KR" altLang="ko-KR" err="1"/>
              <a:t>정보·매핑·검증·갱신·시각화</a:t>
            </a:r>
            <a:r>
              <a:rPr lang="ko-KR" altLang="ko-KR"/>
              <a:t>)</a:t>
            </a:r>
            <a:r>
              <a:rPr lang="en-US" altLang="ko-KR"/>
              <a:t> </a:t>
            </a:r>
            <a:r>
              <a:rPr lang="ko-KR" altLang="en-US"/>
              <a:t>및 </a:t>
            </a:r>
            <a:r>
              <a:rPr lang="ko-KR" altLang="ko-KR" err="1"/>
              <a:t>Master</a:t>
            </a:r>
            <a:r>
              <a:rPr lang="ko-KR" altLang="ko-KR"/>
              <a:t> </a:t>
            </a:r>
            <a:r>
              <a:rPr lang="ko-KR" altLang="ko-KR" err="1"/>
              <a:t>DB·미활용</a:t>
            </a:r>
            <a:r>
              <a:rPr lang="ko-KR" altLang="ko-KR"/>
              <a:t> 능력단위</a:t>
            </a:r>
            <a:r>
              <a:rPr lang="en-US" altLang="ko-KR"/>
              <a:t> </a:t>
            </a:r>
            <a:r>
              <a:rPr lang="ko-KR" altLang="ko-KR"/>
              <a:t>·</a:t>
            </a:r>
            <a:r>
              <a:rPr lang="ko-KR" altLang="ko-KR" err="1"/>
              <a:t>결측치</a:t>
            </a:r>
            <a:r>
              <a:rPr lang="ko-KR" altLang="ko-KR"/>
              <a:t> 처리</a:t>
            </a:r>
            <a:r>
              <a:rPr lang="en-US" altLang="ko-KR"/>
              <a:t> </a:t>
            </a:r>
            <a:r>
              <a:rPr lang="ko-KR" altLang="en-US"/>
              <a:t>등 </a:t>
            </a:r>
            <a:r>
              <a:rPr lang="ko-KR" altLang="ko-KR"/>
              <a:t>운영 매뉴얼을 정비하여 </a:t>
            </a:r>
            <a:r>
              <a:rPr lang="ko-KR" altLang="ko-KR" err="1"/>
              <a:t>STEP의</a:t>
            </a:r>
            <a:r>
              <a:rPr lang="ko-KR" altLang="ko-KR"/>
              <a:t> 지속 </a:t>
            </a:r>
            <a:r>
              <a:rPr lang="ko-KR" altLang="ko-KR" err="1"/>
              <a:t>관리·갱신</a:t>
            </a:r>
            <a:r>
              <a:rPr lang="ko-KR" altLang="ko-KR"/>
              <a:t> 인프라를 마련하고자 함</a:t>
            </a:r>
            <a:endParaRPr lang="ko-KR" altLang="ko-KR" dirty="0"/>
          </a:p>
        </p:txBody>
      </p:sp>
      <p:sp>
        <p:nvSpPr>
          <p:cNvPr id="5" name="텍스트 개체 틀 4">
            <a:extLst>
              <a:ext uri="{FF2B5EF4-FFF2-40B4-BE49-F238E27FC236}">
                <a16:creationId xmlns:a16="http://schemas.microsoft.com/office/drawing/2014/main" id="{4D6FE9CE-27CD-5C92-F42C-BD763DE94113}"/>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grpSp>
        <p:nvGrpSpPr>
          <p:cNvPr id="48" name="그룹 47">
            <a:extLst>
              <a:ext uri="{FF2B5EF4-FFF2-40B4-BE49-F238E27FC236}">
                <a16:creationId xmlns:a16="http://schemas.microsoft.com/office/drawing/2014/main" id="{EF43E9B8-024F-F57F-CCC6-BD8EDB7CFA40}"/>
              </a:ext>
            </a:extLst>
          </p:cNvPr>
          <p:cNvGrpSpPr/>
          <p:nvPr/>
        </p:nvGrpSpPr>
        <p:grpSpPr>
          <a:xfrm>
            <a:off x="596515" y="1681027"/>
            <a:ext cx="4177098" cy="266602"/>
            <a:chOff x="802640" y="2236632"/>
            <a:chExt cx="1972178" cy="266552"/>
          </a:xfrm>
        </p:grpSpPr>
        <p:sp>
          <p:nvSpPr>
            <p:cNvPr id="49" name="ListLeanHorizontalTextTopic0">
              <a:extLst>
                <a:ext uri="{FF2B5EF4-FFF2-40B4-BE49-F238E27FC236}">
                  <a16:creationId xmlns:a16="http://schemas.microsoft.com/office/drawing/2014/main" id="{390BBC60-7785-832F-2B1B-0F6BA1F039DF}"/>
                </a:ext>
              </a:extLst>
            </p:cNvPr>
            <p:cNvSpPr txBox="1"/>
            <p:nvPr/>
          </p:nvSpPr>
          <p:spPr>
            <a:xfrm>
              <a:off x="802640" y="2236632"/>
              <a:ext cx="197217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en-US" altLang="ko-KR"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SLR </a:t>
              </a:r>
              <a:r>
                <a:rPr kumimoji="0" lang="ko-KR" altLang="en-US"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관리 매뉴얼 요소 및 핵심 내용</a:t>
              </a:r>
              <a:endParaRPr kumimoji="0" lang="de-DE" altLang="ko-KR"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50" name="Horizontal Line">
              <a:extLst>
                <a:ext uri="{FF2B5EF4-FFF2-40B4-BE49-F238E27FC236}">
                  <a16:creationId xmlns:a16="http://schemas.microsoft.com/office/drawing/2014/main" id="{DD9B7B11-9FE0-EFE4-8EB3-7FF016E4E747}"/>
                </a:ext>
              </a:extLst>
            </p:cNvPr>
            <p:cNvCxnSpPr>
              <a:cxnSpLocks/>
            </p:cNvCxnSpPr>
            <p:nvPr/>
          </p:nvCxnSpPr>
          <p:spPr>
            <a:xfrm>
              <a:off x="802640" y="2503184"/>
              <a:ext cx="1972178" cy="0"/>
            </a:xfrm>
            <a:prstGeom prst="line">
              <a:avLst/>
            </a:prstGeom>
            <a:noFill/>
            <a:ln w="22225" cap="flat" cmpd="sng" algn="ctr">
              <a:solidFill>
                <a:srgbClr val="003F56"/>
              </a:solidFill>
              <a:prstDash val="solid"/>
            </a:ln>
            <a:effectLst/>
          </p:spPr>
        </p:cxnSp>
      </p:grpSp>
      <p:sp>
        <p:nvSpPr>
          <p:cNvPr id="11" name="텍스트 개체 틀 87">
            <a:extLst>
              <a:ext uri="{FF2B5EF4-FFF2-40B4-BE49-F238E27FC236}">
                <a16:creationId xmlns:a16="http://schemas.microsoft.com/office/drawing/2014/main" id="{80FA94E0-0C4A-41AE-B99B-3790F25588D2}"/>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en-US" altLang="ko-KR" sz="1200" dirty="0">
                <a:solidFill>
                  <a:schemeClr val="bg1"/>
                </a:solidFill>
              </a:rPr>
              <a:t>Step10. SLR </a:t>
            </a:r>
            <a:r>
              <a:rPr lang="ko-KR" altLang="en-US" sz="1200" dirty="0">
                <a:solidFill>
                  <a:schemeClr val="bg1"/>
                </a:solidFill>
              </a:rPr>
              <a:t>관리 매뉴얼 업데이트</a:t>
            </a:r>
          </a:p>
        </p:txBody>
      </p:sp>
      <p:sp>
        <p:nvSpPr>
          <p:cNvPr id="12" name="직사각형 11">
            <a:extLst>
              <a:ext uri="{FF2B5EF4-FFF2-40B4-BE49-F238E27FC236}">
                <a16:creationId xmlns:a16="http://schemas.microsoft.com/office/drawing/2014/main" id="{E340E27E-681A-A800-14D6-8387BBA51BAC}"/>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lang="en-US" altLang="ko-KR" sz="1100" dirty="0">
                <a:solidFill>
                  <a:srgbClr val="003F56"/>
                </a:solidFill>
                <a:latin typeface="a고딕14"/>
                <a:ea typeface="a고딕14"/>
              </a:rPr>
              <a:t>Module 5. SLR </a:t>
            </a:r>
            <a:r>
              <a:rPr lang="ko-KR" altLang="en-US" sz="1100" dirty="0">
                <a:solidFill>
                  <a:srgbClr val="003F56"/>
                </a:solidFill>
                <a:latin typeface="a고딕14"/>
                <a:ea typeface="a고딕14"/>
              </a:rPr>
              <a:t>고도화 방안 마련</a:t>
            </a:r>
          </a:p>
        </p:txBody>
      </p:sp>
      <p:grpSp>
        <p:nvGrpSpPr>
          <p:cNvPr id="13" name="그룹 12">
            <a:extLst>
              <a:ext uri="{FF2B5EF4-FFF2-40B4-BE49-F238E27FC236}">
                <a16:creationId xmlns:a16="http://schemas.microsoft.com/office/drawing/2014/main" id="{C8291A31-41F1-1909-912B-E20F6E9F12D6}"/>
              </a:ext>
            </a:extLst>
          </p:cNvPr>
          <p:cNvGrpSpPr/>
          <p:nvPr/>
        </p:nvGrpSpPr>
        <p:grpSpPr>
          <a:xfrm>
            <a:off x="5132388" y="1681027"/>
            <a:ext cx="4213225" cy="266602"/>
            <a:chOff x="802640" y="2236632"/>
            <a:chExt cx="1989235" cy="266552"/>
          </a:xfrm>
        </p:grpSpPr>
        <p:sp>
          <p:nvSpPr>
            <p:cNvPr id="14" name="ListLeanHorizontalTextTopic0">
              <a:extLst>
                <a:ext uri="{FF2B5EF4-FFF2-40B4-BE49-F238E27FC236}">
                  <a16:creationId xmlns:a16="http://schemas.microsoft.com/office/drawing/2014/main" id="{C8D536EE-9C23-0C48-7B41-9BE48E0B121B}"/>
                </a:ext>
              </a:extLst>
            </p:cNvPr>
            <p:cNvSpPr txBox="1"/>
            <p:nvPr/>
          </p:nvSpPr>
          <p:spPr>
            <a:xfrm>
              <a:off x="802640" y="2236632"/>
              <a:ext cx="197217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en-US" altLang="ko-KR"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SLR </a:t>
              </a:r>
              <a:r>
                <a:rPr kumimoji="0" lang="ko-KR" altLang="en-US"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관리 매뉴얼 예시</a:t>
              </a:r>
              <a:endParaRPr kumimoji="0" lang="de-DE" altLang="ko-KR"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15" name="Horizontal Line">
              <a:extLst>
                <a:ext uri="{FF2B5EF4-FFF2-40B4-BE49-F238E27FC236}">
                  <a16:creationId xmlns:a16="http://schemas.microsoft.com/office/drawing/2014/main" id="{E8446AF1-D040-D927-38A4-0CA54933E772}"/>
                </a:ext>
              </a:extLst>
            </p:cNvPr>
            <p:cNvCxnSpPr>
              <a:cxnSpLocks/>
            </p:cNvCxnSpPr>
            <p:nvPr/>
          </p:nvCxnSpPr>
          <p:spPr>
            <a:xfrm>
              <a:off x="802640" y="2503184"/>
              <a:ext cx="1989235" cy="0"/>
            </a:xfrm>
            <a:prstGeom prst="line">
              <a:avLst/>
            </a:prstGeom>
            <a:noFill/>
            <a:ln w="22225" cap="flat" cmpd="sng" algn="ctr">
              <a:solidFill>
                <a:srgbClr val="003F56"/>
              </a:solidFill>
              <a:prstDash val="solid"/>
            </a:ln>
            <a:effectLst/>
          </p:spPr>
        </p:cxnSp>
      </p:grpSp>
      <p:graphicFrame>
        <p:nvGraphicFramePr>
          <p:cNvPr id="3" name="표 2">
            <a:extLst>
              <a:ext uri="{FF2B5EF4-FFF2-40B4-BE49-F238E27FC236}">
                <a16:creationId xmlns:a16="http://schemas.microsoft.com/office/drawing/2014/main" id="{396003C4-11ED-CFD0-5451-AA33693557C3}"/>
              </a:ext>
            </a:extLst>
          </p:cNvPr>
          <p:cNvGraphicFramePr>
            <a:graphicFrameLocks noGrp="1"/>
          </p:cNvGraphicFramePr>
          <p:nvPr/>
        </p:nvGraphicFramePr>
        <p:xfrm>
          <a:off x="616417" y="2097089"/>
          <a:ext cx="4157196" cy="4409955"/>
        </p:xfrm>
        <a:graphic>
          <a:graphicData uri="http://schemas.openxmlformats.org/drawingml/2006/table">
            <a:tbl>
              <a:tblPr/>
              <a:tblGrid>
                <a:gridCol w="294578">
                  <a:extLst>
                    <a:ext uri="{9D8B030D-6E8A-4147-A177-3AD203B41FA5}">
                      <a16:colId xmlns:a16="http://schemas.microsoft.com/office/drawing/2014/main" val="3133124343"/>
                    </a:ext>
                  </a:extLst>
                </a:gridCol>
                <a:gridCol w="945661">
                  <a:extLst>
                    <a:ext uri="{9D8B030D-6E8A-4147-A177-3AD203B41FA5}">
                      <a16:colId xmlns:a16="http://schemas.microsoft.com/office/drawing/2014/main" val="3672716188"/>
                    </a:ext>
                  </a:extLst>
                </a:gridCol>
                <a:gridCol w="2916957">
                  <a:extLst>
                    <a:ext uri="{9D8B030D-6E8A-4147-A177-3AD203B41FA5}">
                      <a16:colId xmlns:a16="http://schemas.microsoft.com/office/drawing/2014/main" val="1372295710"/>
                    </a:ext>
                  </a:extLst>
                </a:gridCol>
              </a:tblGrid>
              <a:tr h="332826">
                <a:tc>
                  <a:txBody>
                    <a:bodyPr/>
                    <a:lstStyle/>
                    <a:p>
                      <a:pPr algn="ctr">
                        <a:buNone/>
                      </a:pPr>
                      <a:r>
                        <a:rPr lang="ko-KR" altLang="en-US" sz="1000">
                          <a:solidFill>
                            <a:schemeClr val="bg1"/>
                          </a:solidFill>
                          <a:latin typeface="a고딕14" panose="02020600000000000000" pitchFamily="18" charset="-127"/>
                          <a:ea typeface="a고딕14" panose="02020600000000000000" pitchFamily="18" charset="-127"/>
                        </a:rPr>
                        <a:t>구분</a:t>
                      </a:r>
                      <a:endParaRPr lang="ko-KR" sz="1000">
                        <a:solidFill>
                          <a:schemeClr val="bg1"/>
                        </a:solidFill>
                        <a:latin typeface="a고딕14" panose="02020600000000000000" pitchFamily="18" charset="-127"/>
                        <a:ea typeface="a고딕14" panose="02020600000000000000" pitchFamily="18" charset="-127"/>
                      </a:endParaRPr>
                    </a:p>
                  </a:txBody>
                  <a:tcPr marL="26478" marR="26478" marT="13239" marB="1323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003F56"/>
                    </a:solidFill>
                  </a:tcPr>
                </a:tc>
                <a:tc>
                  <a:txBody>
                    <a:bodyPr/>
                    <a:lstStyle/>
                    <a:p>
                      <a:pPr algn="ctr">
                        <a:buNone/>
                      </a:pPr>
                      <a:r>
                        <a:rPr lang="ko-KR" altLang="en-US" sz="1000">
                          <a:solidFill>
                            <a:schemeClr val="bg1"/>
                          </a:solidFill>
                          <a:latin typeface="a고딕14" panose="02020600000000000000" pitchFamily="18" charset="-127"/>
                          <a:ea typeface="a고딕14" panose="02020600000000000000" pitchFamily="18" charset="-127"/>
                        </a:rPr>
                        <a:t>매뉴얼 </a:t>
                      </a:r>
                      <a:r>
                        <a:rPr lang="ko-KR" sz="1000">
                          <a:solidFill>
                            <a:schemeClr val="bg1"/>
                          </a:solidFill>
                          <a:latin typeface="a고딕14" panose="02020600000000000000" pitchFamily="18" charset="-127"/>
                          <a:ea typeface="a고딕14" panose="02020600000000000000" pitchFamily="18" charset="-127"/>
                        </a:rPr>
                        <a:t>관리 요소</a:t>
                      </a:r>
                    </a:p>
                  </a:txBody>
                  <a:tcPr marL="26478" marR="26478" marT="13239" marB="1323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003F56"/>
                    </a:solidFill>
                  </a:tcPr>
                </a:tc>
                <a:tc>
                  <a:txBody>
                    <a:bodyPr/>
                    <a:lstStyle/>
                    <a:p>
                      <a:pPr algn="ctr">
                        <a:buNone/>
                      </a:pPr>
                      <a:r>
                        <a:rPr lang="ko-KR" sz="1000">
                          <a:solidFill>
                            <a:schemeClr val="bg1"/>
                          </a:solidFill>
                          <a:latin typeface="a고딕14" panose="02020600000000000000" pitchFamily="18" charset="-127"/>
                          <a:ea typeface="a고딕14" panose="02020600000000000000" pitchFamily="18" charset="-127"/>
                        </a:rPr>
                        <a:t>매뉴얼 핵심 내용</a:t>
                      </a:r>
                    </a:p>
                  </a:txBody>
                  <a:tcPr marL="26478" marR="26478" marT="13239" marB="1323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003F56"/>
                    </a:solidFill>
                  </a:tcPr>
                </a:tc>
                <a:extLst>
                  <a:ext uri="{0D108BD9-81ED-4DB2-BD59-A6C34878D82A}">
                    <a16:rowId xmlns:a16="http://schemas.microsoft.com/office/drawing/2014/main" val="2118079150"/>
                  </a:ext>
                </a:extLst>
              </a:tr>
              <a:tr h="582447">
                <a:tc>
                  <a:txBody>
                    <a:bodyPr/>
                    <a:lstStyle/>
                    <a:p>
                      <a:pPr algn="ctr">
                        <a:buNone/>
                      </a:pPr>
                      <a:r>
                        <a:rPr lang="ko-KR" sz="1000">
                          <a:latin typeface="a고딕14" panose="02020600000000000000" pitchFamily="18" charset="-127"/>
                          <a:ea typeface="a고딕14" panose="02020600000000000000" pitchFamily="18" charset="-127"/>
                        </a:rPr>
                        <a:t>1</a:t>
                      </a:r>
                    </a:p>
                  </a:txBody>
                  <a:tcPr marL="26478" marR="26478" marT="13239" marB="1323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E9F6FB"/>
                    </a:solidFill>
                  </a:tcPr>
                </a:tc>
                <a:tc>
                  <a:txBody>
                    <a:bodyPr/>
                    <a:lstStyle/>
                    <a:p>
                      <a:pPr algn="ctr">
                        <a:buNone/>
                      </a:pPr>
                      <a:r>
                        <a:rPr lang="ko-KR" sz="1000">
                          <a:latin typeface="a고딕14" panose="02020600000000000000" pitchFamily="18" charset="-127"/>
                          <a:ea typeface="a고딕14" panose="02020600000000000000" pitchFamily="18" charset="-127"/>
                        </a:rPr>
                        <a:t>로드맵 갱신</a:t>
                      </a:r>
                    </a:p>
                  </a:txBody>
                  <a:tcPr marL="26478" marR="26478" marT="13239" marB="1323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E9F6FB"/>
                    </a:solidFill>
                  </a:tcPr>
                </a:tc>
                <a:tc>
                  <a:txBody>
                    <a:bodyPr/>
                    <a:lstStyle/>
                    <a:p>
                      <a:pPr algn="ctr">
                        <a:buNone/>
                      </a:pPr>
                      <a:r>
                        <a:rPr lang="ko-KR" sz="1000">
                          <a:latin typeface="a고딕14" panose="02020600000000000000" pitchFamily="18" charset="-127"/>
                          <a:ea typeface="a고딕14" panose="02020600000000000000" pitchFamily="18" charset="-127"/>
                        </a:rPr>
                        <a:t>분야 → 직무 → 과정 → 능력단위 갱신 절차</a:t>
                      </a:r>
                    </a:p>
                  </a:txBody>
                  <a:tcPr marL="26478" marR="26478" marT="13239" marB="1323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619618059"/>
                  </a:ext>
                </a:extLst>
              </a:tr>
              <a:tr h="582447">
                <a:tc>
                  <a:txBody>
                    <a:bodyPr/>
                    <a:lstStyle/>
                    <a:p>
                      <a:pPr algn="ctr">
                        <a:buNone/>
                      </a:pPr>
                      <a:r>
                        <a:rPr lang="ko-KR" sz="1000">
                          <a:latin typeface="a고딕14" panose="02020600000000000000" pitchFamily="18" charset="-127"/>
                          <a:ea typeface="a고딕14" panose="02020600000000000000" pitchFamily="18" charset="-127"/>
                        </a:rPr>
                        <a:t>2</a:t>
                      </a:r>
                    </a:p>
                  </a:txBody>
                  <a:tcPr marL="26478" marR="26478" marT="13239" marB="1323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E9F6FB"/>
                    </a:solidFill>
                  </a:tcPr>
                </a:tc>
                <a:tc>
                  <a:txBody>
                    <a:bodyPr/>
                    <a:lstStyle/>
                    <a:p>
                      <a:pPr algn="ctr">
                        <a:buNone/>
                      </a:pPr>
                      <a:r>
                        <a:rPr lang="ko-KR" sz="1000">
                          <a:latin typeface="a고딕14" panose="02020600000000000000" pitchFamily="18" charset="-127"/>
                          <a:ea typeface="a고딕14" panose="02020600000000000000" pitchFamily="18" charset="-127"/>
                        </a:rPr>
                        <a:t>Master DB 관리</a:t>
                      </a:r>
                    </a:p>
                  </a:txBody>
                  <a:tcPr marL="26478" marR="26478" marT="13239" marB="1323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E9F6FB"/>
                    </a:solidFill>
                  </a:tcPr>
                </a:tc>
                <a:tc>
                  <a:txBody>
                    <a:bodyPr/>
                    <a:lstStyle/>
                    <a:p>
                      <a:pPr algn="ctr">
                        <a:buNone/>
                      </a:pPr>
                      <a:r>
                        <a:rPr lang="ko-KR" sz="1000">
                          <a:latin typeface="a고딕14" panose="02020600000000000000" pitchFamily="18" charset="-127"/>
                          <a:ea typeface="a고딕14" panose="02020600000000000000" pitchFamily="18" charset="-127"/>
                        </a:rPr>
                        <a:t>DB 스키마·항목·플래그(유효·재매핑·삭제) 운영 </a:t>
                      </a:r>
                    </a:p>
                  </a:txBody>
                  <a:tcPr marL="26478" marR="26478" marT="13239" marB="1323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581853701"/>
                  </a:ext>
                </a:extLst>
              </a:tr>
              <a:tr h="582447">
                <a:tc>
                  <a:txBody>
                    <a:bodyPr/>
                    <a:lstStyle/>
                    <a:p>
                      <a:pPr algn="ctr">
                        <a:buNone/>
                      </a:pPr>
                      <a:r>
                        <a:rPr lang="ko-KR" sz="1000">
                          <a:latin typeface="a고딕14" panose="02020600000000000000" pitchFamily="18" charset="-127"/>
                          <a:ea typeface="a고딕14" panose="02020600000000000000" pitchFamily="18" charset="-127"/>
                        </a:rPr>
                        <a:t>3</a:t>
                      </a:r>
                    </a:p>
                  </a:txBody>
                  <a:tcPr marL="26478" marR="26478" marT="13239" marB="1323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E9F6FB"/>
                    </a:solidFill>
                  </a:tcPr>
                </a:tc>
                <a:tc>
                  <a:txBody>
                    <a:bodyPr/>
                    <a:lstStyle/>
                    <a:p>
                      <a:pPr algn="ctr">
                        <a:buNone/>
                      </a:pPr>
                      <a:r>
                        <a:rPr lang="ko-KR" sz="1000">
                          <a:latin typeface="a고딕14" panose="02020600000000000000" pitchFamily="18" charset="-127"/>
                          <a:ea typeface="a고딕14" panose="02020600000000000000" pitchFamily="18" charset="-127"/>
                        </a:rPr>
                        <a:t>과목별 세부 정보 관리</a:t>
                      </a:r>
                    </a:p>
                  </a:txBody>
                  <a:tcPr marL="26478" marR="26478" marT="13239" marB="1323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E9F6FB"/>
                    </a:solidFill>
                  </a:tcPr>
                </a:tc>
                <a:tc>
                  <a:txBody>
                    <a:bodyPr/>
                    <a:lstStyle/>
                    <a:p>
                      <a:pPr algn="ctr">
                        <a:buNone/>
                      </a:pPr>
                      <a:r>
                        <a:rPr lang="ko-KR" sz="1000">
                          <a:latin typeface="a고딕14" panose="02020600000000000000" pitchFamily="18" charset="-127"/>
                          <a:ea typeface="a고딕14" panose="02020600000000000000" pitchFamily="18" charset="-127"/>
                        </a:rPr>
                        <a:t>과목개요서 양식 + AX·GX 항목 갱신 절차</a:t>
                      </a:r>
                    </a:p>
                  </a:txBody>
                  <a:tcPr marL="26478" marR="26478" marT="13239" marB="1323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639324673"/>
                  </a:ext>
                </a:extLst>
              </a:tr>
              <a:tr h="582447">
                <a:tc>
                  <a:txBody>
                    <a:bodyPr/>
                    <a:lstStyle/>
                    <a:p>
                      <a:pPr algn="ctr">
                        <a:buNone/>
                      </a:pPr>
                      <a:r>
                        <a:rPr lang="ko-KR" sz="1000">
                          <a:latin typeface="a고딕14" panose="02020600000000000000" pitchFamily="18" charset="-127"/>
                          <a:ea typeface="a고딕14" panose="02020600000000000000" pitchFamily="18" charset="-127"/>
                        </a:rPr>
                        <a:t>4</a:t>
                      </a:r>
                    </a:p>
                  </a:txBody>
                  <a:tcPr marL="26478" marR="26478" marT="13239" marB="1323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E9F6FB"/>
                    </a:solidFill>
                  </a:tcPr>
                </a:tc>
                <a:tc>
                  <a:txBody>
                    <a:bodyPr/>
                    <a:lstStyle/>
                    <a:p>
                      <a:pPr algn="ctr">
                        <a:buNone/>
                      </a:pPr>
                      <a:r>
                        <a:rPr lang="ko-KR" sz="1000">
                          <a:latin typeface="a고딕14" panose="02020600000000000000" pitchFamily="18" charset="-127"/>
                          <a:ea typeface="a고딕14" panose="02020600000000000000" pitchFamily="18" charset="-127"/>
                        </a:rPr>
                        <a:t>NCS 매핑 갱신</a:t>
                      </a:r>
                    </a:p>
                  </a:txBody>
                  <a:tcPr marL="26478" marR="26478" marT="13239" marB="1323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E9F6FB"/>
                    </a:solidFill>
                  </a:tcPr>
                </a:tc>
                <a:tc>
                  <a:txBody>
                    <a:bodyPr/>
                    <a:lstStyle/>
                    <a:p>
                      <a:pPr algn="ctr">
                        <a:buNone/>
                      </a:pPr>
                      <a:r>
                        <a:rPr lang="ko-KR" sz="1000">
                          <a:latin typeface="a고딕14" panose="02020600000000000000" pitchFamily="18" charset="-127"/>
                          <a:ea typeface="a고딕14" panose="02020600000000000000" pitchFamily="18" charset="-127"/>
                        </a:rPr>
                        <a:t>신규 고시 반영 + LLM 보조 매핑 검증 절차</a:t>
                      </a:r>
                    </a:p>
                  </a:txBody>
                  <a:tcPr marL="26478" marR="26478" marT="13239" marB="1323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485739935"/>
                  </a:ext>
                </a:extLst>
              </a:tr>
              <a:tr h="582447">
                <a:tc>
                  <a:txBody>
                    <a:bodyPr/>
                    <a:lstStyle/>
                    <a:p>
                      <a:pPr algn="ctr">
                        <a:buNone/>
                      </a:pPr>
                      <a:r>
                        <a:rPr lang="ko-KR" sz="1000">
                          <a:latin typeface="a고딕14" panose="02020600000000000000" pitchFamily="18" charset="-127"/>
                          <a:ea typeface="a고딕14" panose="02020600000000000000" pitchFamily="18" charset="-127"/>
                        </a:rPr>
                        <a:t>5</a:t>
                      </a:r>
                    </a:p>
                  </a:txBody>
                  <a:tcPr marL="26478" marR="26478" marT="13239" marB="1323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E9F6FB"/>
                    </a:solidFill>
                  </a:tcPr>
                </a:tc>
                <a:tc>
                  <a:txBody>
                    <a:bodyPr/>
                    <a:lstStyle/>
                    <a:p>
                      <a:pPr algn="ctr">
                        <a:buNone/>
                      </a:pPr>
                      <a:r>
                        <a:rPr lang="ko-KR" sz="1000">
                          <a:latin typeface="a고딕14" panose="02020600000000000000" pitchFamily="18" charset="-127"/>
                          <a:ea typeface="a고딕14" panose="02020600000000000000" pitchFamily="18" charset="-127"/>
                        </a:rPr>
                        <a:t>정합성 검증</a:t>
                      </a:r>
                    </a:p>
                  </a:txBody>
                  <a:tcPr marL="26478" marR="26478" marT="13239" marB="1323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E9F6FB"/>
                    </a:solidFill>
                  </a:tcPr>
                </a:tc>
                <a:tc>
                  <a:txBody>
                    <a:bodyPr/>
                    <a:lstStyle/>
                    <a:p>
                      <a:pPr algn="ctr">
                        <a:buNone/>
                      </a:pPr>
                      <a:r>
                        <a:rPr lang="ko-KR" sz="1000">
                          <a:latin typeface="a고딕14" panose="02020600000000000000" pitchFamily="18" charset="-127"/>
                          <a:ea typeface="a고딕14" panose="02020600000000000000" pitchFamily="18" charset="-127"/>
                        </a:rPr>
                        <a:t>4계층 교차 검증 룰 + 매뉴얼화</a:t>
                      </a:r>
                    </a:p>
                  </a:txBody>
                  <a:tcPr marL="26478" marR="26478" marT="13239" marB="1323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622573198"/>
                  </a:ext>
                </a:extLst>
              </a:tr>
              <a:tr h="582447">
                <a:tc>
                  <a:txBody>
                    <a:bodyPr/>
                    <a:lstStyle/>
                    <a:p>
                      <a:pPr algn="ctr">
                        <a:buNone/>
                      </a:pPr>
                      <a:r>
                        <a:rPr lang="ko-KR" sz="1000">
                          <a:latin typeface="a고딕14" panose="02020600000000000000" pitchFamily="18" charset="-127"/>
                          <a:ea typeface="a고딕14" panose="02020600000000000000" pitchFamily="18" charset="-127"/>
                        </a:rPr>
                        <a:t>6</a:t>
                      </a:r>
                    </a:p>
                  </a:txBody>
                  <a:tcPr marL="26478" marR="26478" marT="13239" marB="1323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E9F6FB"/>
                    </a:solidFill>
                  </a:tcPr>
                </a:tc>
                <a:tc>
                  <a:txBody>
                    <a:bodyPr/>
                    <a:lstStyle/>
                    <a:p>
                      <a:pPr algn="ctr">
                        <a:buNone/>
                      </a:pPr>
                      <a:r>
                        <a:rPr lang="ko-KR" sz="1000">
                          <a:latin typeface="a고딕14" panose="02020600000000000000" pitchFamily="18" charset="-127"/>
                          <a:ea typeface="a고딕14" panose="02020600000000000000" pitchFamily="18" charset="-127"/>
                        </a:rPr>
                        <a:t>시기별 갱신</a:t>
                      </a:r>
                    </a:p>
                  </a:txBody>
                  <a:tcPr marL="26478" marR="26478" marT="13239" marB="1323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E9F6FB"/>
                    </a:solidFill>
                  </a:tcPr>
                </a:tc>
                <a:tc>
                  <a:txBody>
                    <a:bodyPr/>
                    <a:lstStyle/>
                    <a:p>
                      <a:pPr algn="ctr">
                        <a:buNone/>
                      </a:pPr>
                      <a:r>
                        <a:rPr lang="ko-KR" sz="1000">
                          <a:latin typeface="a고딕14" panose="02020600000000000000" pitchFamily="18" charset="-127"/>
                          <a:ea typeface="a고딕14" panose="02020600000000000000" pitchFamily="18" charset="-127"/>
                        </a:rPr>
                        <a:t>연간·분기·이슈 발생 시 갱신 사이클 정의</a:t>
                      </a:r>
                    </a:p>
                  </a:txBody>
                  <a:tcPr marL="26478" marR="26478" marT="13239" marB="1323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8932146"/>
                  </a:ext>
                </a:extLst>
              </a:tr>
              <a:tr h="582447">
                <a:tc>
                  <a:txBody>
                    <a:bodyPr/>
                    <a:lstStyle/>
                    <a:p>
                      <a:pPr algn="ctr">
                        <a:buNone/>
                      </a:pPr>
                      <a:r>
                        <a:rPr lang="ko-KR" sz="1000">
                          <a:latin typeface="a고딕14" panose="02020600000000000000" pitchFamily="18" charset="-127"/>
                          <a:ea typeface="a고딕14" panose="02020600000000000000" pitchFamily="18" charset="-127"/>
                        </a:rPr>
                        <a:t>7</a:t>
                      </a:r>
                    </a:p>
                  </a:txBody>
                  <a:tcPr marL="26478" marR="26478" marT="13239" marB="1323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E9F6FB"/>
                    </a:solidFill>
                  </a:tcPr>
                </a:tc>
                <a:tc>
                  <a:txBody>
                    <a:bodyPr/>
                    <a:lstStyle/>
                    <a:p>
                      <a:pPr algn="ctr">
                        <a:buNone/>
                      </a:pPr>
                      <a:r>
                        <a:rPr lang="ko-KR" sz="1000">
                          <a:latin typeface="a고딕14" panose="02020600000000000000" pitchFamily="18" charset="-127"/>
                          <a:ea typeface="a고딕14" panose="02020600000000000000" pitchFamily="18" charset="-127"/>
                        </a:rPr>
                        <a:t>시각화</a:t>
                      </a:r>
                    </a:p>
                  </a:txBody>
                  <a:tcPr marL="26478" marR="26478" marT="13239" marB="1323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E9F6FB"/>
                    </a:solidFill>
                  </a:tcPr>
                </a:tc>
                <a:tc>
                  <a:txBody>
                    <a:bodyPr/>
                    <a:lstStyle/>
                    <a:p>
                      <a:pPr algn="ctr">
                        <a:buNone/>
                      </a:pPr>
                      <a:r>
                        <a:rPr lang="ko-KR" sz="1000">
                          <a:latin typeface="a고딕14" panose="02020600000000000000" pitchFamily="18" charset="-127"/>
                          <a:ea typeface="a고딕14" panose="02020600000000000000" pitchFamily="18" charset="-127"/>
                        </a:rPr>
                        <a:t>직무 × NCS 수준 + 과목 유형(E/V/EV/AX) 색상 표준</a:t>
                      </a:r>
                    </a:p>
                  </a:txBody>
                  <a:tcPr marL="26478" marR="26478" marT="13239" marB="13239"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460409698"/>
                  </a:ext>
                </a:extLst>
              </a:tr>
            </a:tbl>
          </a:graphicData>
        </a:graphic>
      </p:graphicFrame>
      <p:pic>
        <p:nvPicPr>
          <p:cNvPr id="6" name="그림 5">
            <a:extLst>
              <a:ext uri="{FF2B5EF4-FFF2-40B4-BE49-F238E27FC236}">
                <a16:creationId xmlns:a16="http://schemas.microsoft.com/office/drawing/2014/main" id="{59CC93A5-2E86-48A9-003E-EEB03CB451CB}"/>
              </a:ext>
            </a:extLst>
          </p:cNvPr>
          <p:cNvPicPr>
            <a:picLocks noChangeAspect="1"/>
          </p:cNvPicPr>
          <p:nvPr/>
        </p:nvPicPr>
        <p:blipFill>
          <a:blip r:embed="rId2"/>
          <a:stretch>
            <a:fillRect/>
          </a:stretch>
        </p:blipFill>
        <p:spPr>
          <a:xfrm>
            <a:off x="5132388" y="2079071"/>
            <a:ext cx="2861355" cy="3097879"/>
          </a:xfrm>
          <a:prstGeom prst="rect">
            <a:avLst/>
          </a:prstGeom>
          <a:ln>
            <a:solidFill>
              <a:srgbClr val="003F56"/>
            </a:solidFill>
          </a:ln>
        </p:spPr>
      </p:pic>
      <p:pic>
        <p:nvPicPr>
          <p:cNvPr id="8" name="그림 7">
            <a:extLst>
              <a:ext uri="{FF2B5EF4-FFF2-40B4-BE49-F238E27FC236}">
                <a16:creationId xmlns:a16="http://schemas.microsoft.com/office/drawing/2014/main" id="{6241436A-5B04-3660-25F6-0415C92D4E74}"/>
              </a:ext>
            </a:extLst>
          </p:cNvPr>
          <p:cNvPicPr>
            <a:picLocks noChangeAspect="1"/>
          </p:cNvPicPr>
          <p:nvPr/>
        </p:nvPicPr>
        <p:blipFill>
          <a:blip r:embed="rId3"/>
          <a:stretch>
            <a:fillRect/>
          </a:stretch>
        </p:blipFill>
        <p:spPr>
          <a:xfrm>
            <a:off x="6078759" y="3391384"/>
            <a:ext cx="3266854" cy="3097879"/>
          </a:xfrm>
          <a:prstGeom prst="rect">
            <a:avLst/>
          </a:prstGeom>
          <a:ln>
            <a:solidFill>
              <a:srgbClr val="003F56"/>
            </a:solidFill>
          </a:ln>
        </p:spPr>
      </p:pic>
    </p:spTree>
    <p:extLst>
      <p:ext uri="{BB962C8B-B14F-4D97-AF65-F5344CB8AC3E}">
        <p14:creationId xmlns:p14="http://schemas.microsoft.com/office/powerpoint/2010/main" val="5972545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r>
              <a:rPr lang="ko-KR" altLang="en-US" dirty="0">
                <a:latin typeface="Arial Narrow" panose="020B0606020202030204" pitchFamily="34" charset="0"/>
              </a:rPr>
              <a:t>과업 세부 일정계획</a:t>
            </a:r>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4" name="텍스트 개체 틀 3">
            <a:extLst>
              <a:ext uri="{FF2B5EF4-FFF2-40B4-BE49-F238E27FC236}">
                <a16:creationId xmlns:a16="http://schemas.microsoft.com/office/drawing/2014/main" id="{15A9C422-1548-67A5-C435-C8A3D44EC7F1}"/>
              </a:ext>
            </a:extLst>
          </p:cNvPr>
          <p:cNvSpPr>
            <a:spLocks noGrp="1"/>
          </p:cNvSpPr>
          <p:nvPr>
            <p:ph type="body" sz="quarter" idx="16"/>
          </p:nvPr>
        </p:nvSpPr>
        <p:spPr/>
        <p:txBody>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3. </a:t>
            </a:r>
            <a:r>
              <a:rPr lang="ko-KR" altLang="en-US" dirty="0">
                <a:latin typeface="+mn-ea"/>
              </a:rPr>
              <a:t>추진일정 및 보고 계획</a:t>
            </a:r>
          </a:p>
        </p:txBody>
      </p:sp>
      <p:sp>
        <p:nvSpPr>
          <p:cNvPr id="19" name="텍스트 개체 틀 5"/>
          <p:cNvSpPr>
            <a:spLocks noGrp="1"/>
          </p:cNvSpPr>
          <p:nvPr>
            <p:ph type="body" sz="quarter" idx="12"/>
          </p:nvPr>
        </p:nvSpPr>
        <p:spPr>
          <a:xfrm>
            <a:off x="596515" y="650182"/>
            <a:ext cx="8749097" cy="815119"/>
          </a:xfrm>
        </p:spPr>
        <p:txBody>
          <a:bodyPr vert="horz" wrap="square" lIns="0" tIns="45720" rIns="0" bIns="0" rtlCol="0">
            <a:noAutofit/>
          </a:bodyPr>
          <a:lstStyle/>
          <a:p>
            <a:pPr algn="l" latinLnBrk="0"/>
            <a:r>
              <a:rPr lang="ko-KR" altLang="en-US"/>
              <a:t>본 과업은 약 </a:t>
            </a:r>
            <a:r>
              <a:rPr lang="en-US" altLang="ko-KR"/>
              <a:t>6</a:t>
            </a:r>
            <a:r>
              <a:rPr lang="ko-KR" altLang="en-US"/>
              <a:t>개월 동안 진행될 예정이며</a:t>
            </a:r>
            <a:r>
              <a:rPr lang="en-US" altLang="ko-KR"/>
              <a:t>, </a:t>
            </a:r>
            <a:r>
              <a:rPr lang="ko-KR" altLang="en-US"/>
              <a:t>종료 이후 </a:t>
            </a:r>
            <a:r>
              <a:rPr lang="en-US" altLang="ko-KR"/>
              <a:t>3</a:t>
            </a:r>
            <a:r>
              <a:rPr lang="ko-KR" altLang="en-US"/>
              <a:t>개월 간 사후관리를 지원할 예정임</a:t>
            </a:r>
          </a:p>
        </p:txBody>
      </p:sp>
      <p:graphicFrame>
        <p:nvGraphicFramePr>
          <p:cNvPr id="8" name="Group 1055">
            <a:extLst>
              <a:ext uri="{FF2B5EF4-FFF2-40B4-BE49-F238E27FC236}">
                <a16:creationId xmlns:a16="http://schemas.microsoft.com/office/drawing/2014/main" id="{4FEA9ACE-4337-E09B-4AC5-37BDE9FB7E08}"/>
              </a:ext>
            </a:extLst>
          </p:cNvPr>
          <p:cNvGraphicFramePr>
            <a:graphicFrameLocks noGrp="1"/>
          </p:cNvGraphicFramePr>
          <p:nvPr/>
        </p:nvGraphicFramePr>
        <p:xfrm>
          <a:off x="596901" y="1232756"/>
          <a:ext cx="8748716" cy="5256940"/>
        </p:xfrm>
        <a:graphic>
          <a:graphicData uri="http://schemas.openxmlformats.org/drawingml/2006/table">
            <a:tbl>
              <a:tblPr/>
              <a:tblGrid>
                <a:gridCol w="228995">
                  <a:extLst>
                    <a:ext uri="{9D8B030D-6E8A-4147-A177-3AD203B41FA5}">
                      <a16:colId xmlns:a16="http://schemas.microsoft.com/office/drawing/2014/main" val="20000"/>
                    </a:ext>
                  </a:extLst>
                </a:gridCol>
                <a:gridCol w="3414271">
                  <a:extLst>
                    <a:ext uri="{9D8B030D-6E8A-4147-A177-3AD203B41FA5}">
                      <a16:colId xmlns:a16="http://schemas.microsoft.com/office/drawing/2014/main" val="3748297214"/>
                    </a:ext>
                  </a:extLst>
                </a:gridCol>
                <a:gridCol w="216524">
                  <a:extLst>
                    <a:ext uri="{9D8B030D-6E8A-4147-A177-3AD203B41FA5}">
                      <a16:colId xmlns:a16="http://schemas.microsoft.com/office/drawing/2014/main" val="20002"/>
                    </a:ext>
                  </a:extLst>
                </a:gridCol>
                <a:gridCol w="212562">
                  <a:extLst>
                    <a:ext uri="{9D8B030D-6E8A-4147-A177-3AD203B41FA5}">
                      <a16:colId xmlns:a16="http://schemas.microsoft.com/office/drawing/2014/main" val="290037645"/>
                    </a:ext>
                  </a:extLst>
                </a:gridCol>
                <a:gridCol w="212562">
                  <a:extLst>
                    <a:ext uri="{9D8B030D-6E8A-4147-A177-3AD203B41FA5}">
                      <a16:colId xmlns:a16="http://schemas.microsoft.com/office/drawing/2014/main" val="1478321707"/>
                    </a:ext>
                  </a:extLst>
                </a:gridCol>
                <a:gridCol w="212562">
                  <a:extLst>
                    <a:ext uri="{9D8B030D-6E8A-4147-A177-3AD203B41FA5}">
                      <a16:colId xmlns:a16="http://schemas.microsoft.com/office/drawing/2014/main" val="3089304665"/>
                    </a:ext>
                  </a:extLst>
                </a:gridCol>
                <a:gridCol w="212562">
                  <a:extLst>
                    <a:ext uri="{9D8B030D-6E8A-4147-A177-3AD203B41FA5}">
                      <a16:colId xmlns:a16="http://schemas.microsoft.com/office/drawing/2014/main" val="2769476973"/>
                    </a:ext>
                  </a:extLst>
                </a:gridCol>
                <a:gridCol w="212562">
                  <a:extLst>
                    <a:ext uri="{9D8B030D-6E8A-4147-A177-3AD203B41FA5}">
                      <a16:colId xmlns:a16="http://schemas.microsoft.com/office/drawing/2014/main" val="1705595123"/>
                    </a:ext>
                  </a:extLst>
                </a:gridCol>
                <a:gridCol w="212562">
                  <a:extLst>
                    <a:ext uri="{9D8B030D-6E8A-4147-A177-3AD203B41FA5}">
                      <a16:colId xmlns:a16="http://schemas.microsoft.com/office/drawing/2014/main" val="2269840878"/>
                    </a:ext>
                  </a:extLst>
                </a:gridCol>
                <a:gridCol w="212562">
                  <a:extLst>
                    <a:ext uri="{9D8B030D-6E8A-4147-A177-3AD203B41FA5}">
                      <a16:colId xmlns:a16="http://schemas.microsoft.com/office/drawing/2014/main" val="2949588554"/>
                    </a:ext>
                  </a:extLst>
                </a:gridCol>
                <a:gridCol w="212562">
                  <a:extLst>
                    <a:ext uri="{9D8B030D-6E8A-4147-A177-3AD203B41FA5}">
                      <a16:colId xmlns:a16="http://schemas.microsoft.com/office/drawing/2014/main" val="2472780640"/>
                    </a:ext>
                  </a:extLst>
                </a:gridCol>
                <a:gridCol w="212562">
                  <a:extLst>
                    <a:ext uri="{9D8B030D-6E8A-4147-A177-3AD203B41FA5}">
                      <a16:colId xmlns:a16="http://schemas.microsoft.com/office/drawing/2014/main" val="2235233887"/>
                    </a:ext>
                  </a:extLst>
                </a:gridCol>
                <a:gridCol w="212562">
                  <a:extLst>
                    <a:ext uri="{9D8B030D-6E8A-4147-A177-3AD203B41FA5}">
                      <a16:colId xmlns:a16="http://schemas.microsoft.com/office/drawing/2014/main" val="984053331"/>
                    </a:ext>
                  </a:extLst>
                </a:gridCol>
                <a:gridCol w="212562">
                  <a:extLst>
                    <a:ext uri="{9D8B030D-6E8A-4147-A177-3AD203B41FA5}">
                      <a16:colId xmlns:a16="http://schemas.microsoft.com/office/drawing/2014/main" val="855599042"/>
                    </a:ext>
                  </a:extLst>
                </a:gridCol>
                <a:gridCol w="212562">
                  <a:extLst>
                    <a:ext uri="{9D8B030D-6E8A-4147-A177-3AD203B41FA5}">
                      <a16:colId xmlns:a16="http://schemas.microsoft.com/office/drawing/2014/main" val="1349060933"/>
                    </a:ext>
                  </a:extLst>
                </a:gridCol>
                <a:gridCol w="212562">
                  <a:extLst>
                    <a:ext uri="{9D8B030D-6E8A-4147-A177-3AD203B41FA5}">
                      <a16:colId xmlns:a16="http://schemas.microsoft.com/office/drawing/2014/main" val="2558426284"/>
                    </a:ext>
                  </a:extLst>
                </a:gridCol>
                <a:gridCol w="212562">
                  <a:extLst>
                    <a:ext uri="{9D8B030D-6E8A-4147-A177-3AD203B41FA5}">
                      <a16:colId xmlns:a16="http://schemas.microsoft.com/office/drawing/2014/main" val="1139220145"/>
                    </a:ext>
                  </a:extLst>
                </a:gridCol>
                <a:gridCol w="212562">
                  <a:extLst>
                    <a:ext uri="{9D8B030D-6E8A-4147-A177-3AD203B41FA5}">
                      <a16:colId xmlns:a16="http://schemas.microsoft.com/office/drawing/2014/main" val="1007915663"/>
                    </a:ext>
                  </a:extLst>
                </a:gridCol>
                <a:gridCol w="212562">
                  <a:extLst>
                    <a:ext uri="{9D8B030D-6E8A-4147-A177-3AD203B41FA5}">
                      <a16:colId xmlns:a16="http://schemas.microsoft.com/office/drawing/2014/main" val="4285630999"/>
                    </a:ext>
                  </a:extLst>
                </a:gridCol>
                <a:gridCol w="212562">
                  <a:extLst>
                    <a:ext uri="{9D8B030D-6E8A-4147-A177-3AD203B41FA5}">
                      <a16:colId xmlns:a16="http://schemas.microsoft.com/office/drawing/2014/main" val="2780451315"/>
                    </a:ext>
                  </a:extLst>
                </a:gridCol>
                <a:gridCol w="212562">
                  <a:extLst>
                    <a:ext uri="{9D8B030D-6E8A-4147-A177-3AD203B41FA5}">
                      <a16:colId xmlns:a16="http://schemas.microsoft.com/office/drawing/2014/main" val="3681239798"/>
                    </a:ext>
                  </a:extLst>
                </a:gridCol>
                <a:gridCol w="212562">
                  <a:extLst>
                    <a:ext uri="{9D8B030D-6E8A-4147-A177-3AD203B41FA5}">
                      <a16:colId xmlns:a16="http://schemas.microsoft.com/office/drawing/2014/main" val="3041176148"/>
                    </a:ext>
                  </a:extLst>
                </a:gridCol>
                <a:gridCol w="212562">
                  <a:extLst>
                    <a:ext uri="{9D8B030D-6E8A-4147-A177-3AD203B41FA5}">
                      <a16:colId xmlns:a16="http://schemas.microsoft.com/office/drawing/2014/main" val="1732806516"/>
                    </a:ext>
                  </a:extLst>
                </a:gridCol>
                <a:gridCol w="209072">
                  <a:extLst>
                    <a:ext uri="{9D8B030D-6E8A-4147-A177-3AD203B41FA5}">
                      <a16:colId xmlns:a16="http://schemas.microsoft.com/office/drawing/2014/main" val="2896556249"/>
                    </a:ext>
                  </a:extLst>
                </a:gridCol>
                <a:gridCol w="212562">
                  <a:extLst>
                    <a:ext uri="{9D8B030D-6E8A-4147-A177-3AD203B41FA5}">
                      <a16:colId xmlns:a16="http://schemas.microsoft.com/office/drawing/2014/main" val="3070336304"/>
                    </a:ext>
                  </a:extLst>
                </a:gridCol>
                <a:gridCol w="216052">
                  <a:extLst>
                    <a:ext uri="{9D8B030D-6E8A-4147-A177-3AD203B41FA5}">
                      <a16:colId xmlns:a16="http://schemas.microsoft.com/office/drawing/2014/main" val="1634746801"/>
                    </a:ext>
                  </a:extLst>
                </a:gridCol>
              </a:tblGrid>
              <a:tr h="292245">
                <a:tc gridSpan="2">
                  <a:txBody>
                    <a:bodyPr/>
                    <a:lstStyle/>
                    <a:p>
                      <a:pPr marL="0" marR="0" lvl="0" indent="0" algn="ctr" defTabSz="893763" rtl="0" eaLnBrk="1" fontAlgn="base" latinLnBrk="0" hangingPunct="1">
                        <a:lnSpc>
                          <a:spcPct val="100000"/>
                        </a:lnSpc>
                        <a:spcBef>
                          <a:spcPts val="0"/>
                        </a:spcBef>
                        <a:spcAft>
                          <a:spcPts val="0"/>
                        </a:spcAft>
                        <a:buClr>
                          <a:schemeClr val="tx1"/>
                        </a:buClr>
                        <a:buSzTx/>
                        <a:buFont typeface="Wingdings 2" pitchFamily="18" charset="2"/>
                        <a:buNone/>
                        <a:tabLst/>
                      </a:pPr>
                      <a:r>
                        <a:rPr kumimoji="1" lang="en-US" altLang="ko-KR" sz="100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Modules / Step</a:t>
                      </a:r>
                    </a:p>
                  </a:txBody>
                  <a:tcPr marL="72000" marR="72000" marT="0" marB="0" anchor="ctr" horzOverflow="overflow">
                    <a:lnL w="1270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212E55"/>
                    </a:solidFill>
                  </a:tcPr>
                </a:tc>
                <a:tc hMerge="1">
                  <a:txBody>
                    <a:bodyPr/>
                    <a:lstStyle/>
                    <a:p>
                      <a:pPr latinLnBrk="1"/>
                      <a:endParaRPr lang="ko-KR" altLang="en-US"/>
                    </a:p>
                  </a:txBody>
                  <a:tcPr/>
                </a:tc>
                <a:tc gridSpan="4">
                  <a:txBody>
                    <a:bodyPr/>
                    <a:lstStyle/>
                    <a:p>
                      <a:pPr marL="0" marR="0" lvl="0" indent="0" algn="ctr" defTabSz="893763" rtl="0" eaLnBrk="1" fontAlgn="base" latinLnBrk="0" hangingPunct="1">
                        <a:lnSpc>
                          <a:spcPts val="1000"/>
                        </a:lnSpc>
                        <a:spcBef>
                          <a:spcPts val="0"/>
                        </a:spcBef>
                        <a:spcAft>
                          <a:spcPts val="0"/>
                        </a:spcAft>
                        <a:buClr>
                          <a:prstClr val="black"/>
                        </a:buClr>
                        <a:buSzTx/>
                        <a:buFont typeface="Wingdings 2" pitchFamily="18" charset="2"/>
                        <a:buNone/>
                        <a:tabLst/>
                        <a:defRPr/>
                      </a:pPr>
                      <a:r>
                        <a:rPr kumimoji="1" lang="en-US"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rPr>
                        <a:t>1M</a:t>
                      </a:r>
                      <a:endParaRPr kumimoji="1" lang="ko-KR"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212E55"/>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gridSpan="4">
                  <a:txBody>
                    <a:bodyPr/>
                    <a:lstStyle/>
                    <a:p>
                      <a:pPr marL="0" marR="0" lvl="0" indent="0" algn="ctr" defTabSz="893763" rtl="0" eaLnBrk="1" fontAlgn="base" latinLnBrk="0" hangingPunct="1">
                        <a:lnSpc>
                          <a:spcPts val="1000"/>
                        </a:lnSpc>
                        <a:spcBef>
                          <a:spcPts val="0"/>
                        </a:spcBef>
                        <a:spcAft>
                          <a:spcPts val="0"/>
                        </a:spcAft>
                        <a:buClr>
                          <a:prstClr val="black"/>
                        </a:buClr>
                        <a:buSzTx/>
                        <a:buFont typeface="Wingdings 2" pitchFamily="18" charset="2"/>
                        <a:buNone/>
                        <a:tabLst/>
                        <a:defRPr/>
                      </a:pPr>
                      <a:r>
                        <a:rPr kumimoji="1" lang="en-US" altLang="ko-KR" sz="1000" b="0" i="0" u="none" strike="noStrike" kern="1200" cap="none" spc="0" normalizeH="0" baseline="0" noProof="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rPr>
                        <a:t>2M</a:t>
                      </a:r>
                      <a:endParaRPr kumimoji="1" lang="ko-KR"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212E55"/>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gridSpan="4">
                  <a:txBody>
                    <a:bodyPr/>
                    <a:lstStyle/>
                    <a:p>
                      <a:pPr marL="0" marR="0" lvl="0" indent="0" algn="ctr" defTabSz="893763" rtl="0" eaLnBrk="1" fontAlgn="base" latinLnBrk="0" hangingPunct="1">
                        <a:lnSpc>
                          <a:spcPts val="1000"/>
                        </a:lnSpc>
                        <a:spcBef>
                          <a:spcPts val="0"/>
                        </a:spcBef>
                        <a:spcAft>
                          <a:spcPts val="0"/>
                        </a:spcAft>
                        <a:buClr>
                          <a:prstClr val="black"/>
                        </a:buClr>
                        <a:buSzTx/>
                        <a:buFont typeface="Wingdings 2" pitchFamily="18" charset="2"/>
                        <a:buNone/>
                        <a:tabLst/>
                        <a:defRPr/>
                      </a:pPr>
                      <a:r>
                        <a:rPr kumimoji="1" lang="en-US" altLang="ko-KR" sz="1000" b="0" i="0" u="none" strike="noStrike" kern="1200" cap="none" spc="0" normalizeH="0" baseline="0" noProof="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rPr>
                        <a:t>3M</a:t>
                      </a:r>
                      <a:endParaRPr kumimoji="1" lang="ko-KR"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212E55"/>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gridSpan="4">
                  <a:txBody>
                    <a:bodyPr/>
                    <a:lstStyle/>
                    <a:p>
                      <a:pPr marL="0" marR="0" lvl="0" indent="0" algn="ctr" defTabSz="893763" rtl="0" eaLnBrk="1" fontAlgn="base" latinLnBrk="0" hangingPunct="1">
                        <a:lnSpc>
                          <a:spcPts val="1000"/>
                        </a:lnSpc>
                        <a:spcBef>
                          <a:spcPts val="0"/>
                        </a:spcBef>
                        <a:spcAft>
                          <a:spcPts val="0"/>
                        </a:spcAft>
                        <a:buClr>
                          <a:prstClr val="black"/>
                        </a:buClr>
                        <a:buSzTx/>
                        <a:buFont typeface="Wingdings 2" pitchFamily="18" charset="2"/>
                        <a:buNone/>
                        <a:tabLst/>
                        <a:defRPr/>
                      </a:pPr>
                      <a:r>
                        <a:rPr kumimoji="1" lang="en-US" altLang="ko-KR" sz="1000" b="0" i="0" u="none" strike="noStrike" kern="1200" cap="none" spc="0" normalizeH="0" baseline="0" noProof="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rPr>
                        <a:t>4M</a:t>
                      </a:r>
                      <a:endParaRPr kumimoji="1" lang="ko-KR"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212E55"/>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gridSpan="4">
                  <a:txBody>
                    <a:bodyPr/>
                    <a:lstStyle/>
                    <a:p>
                      <a:pPr marL="0" marR="0" lvl="0" indent="0" algn="ctr" defTabSz="893763" rtl="0" eaLnBrk="1" fontAlgn="base" latinLnBrk="0" hangingPunct="1">
                        <a:lnSpc>
                          <a:spcPts val="1000"/>
                        </a:lnSpc>
                        <a:spcBef>
                          <a:spcPts val="0"/>
                        </a:spcBef>
                        <a:spcAft>
                          <a:spcPts val="0"/>
                        </a:spcAft>
                        <a:buClr>
                          <a:prstClr val="black"/>
                        </a:buClr>
                        <a:buSzTx/>
                        <a:buFont typeface="Wingdings 2" pitchFamily="18" charset="2"/>
                        <a:buNone/>
                        <a:tabLst/>
                        <a:defRPr/>
                      </a:pPr>
                      <a:r>
                        <a:rPr kumimoji="1" lang="en-US" altLang="ko-KR" sz="1000" b="0" i="0" u="none" strike="noStrike" kern="1200" cap="none" spc="0" normalizeH="0" baseline="0" noProof="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rPr>
                        <a:t>5M</a:t>
                      </a:r>
                      <a:endParaRPr kumimoji="1" lang="ko-KR"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212E55"/>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gridSpan="4">
                  <a:txBody>
                    <a:bodyPr/>
                    <a:lstStyle/>
                    <a:p>
                      <a:pPr marL="0" marR="0" lvl="0" indent="0" algn="ctr" defTabSz="893763" rtl="0" eaLnBrk="1" fontAlgn="base" latinLnBrk="0" hangingPunct="1">
                        <a:lnSpc>
                          <a:spcPts val="1000"/>
                        </a:lnSpc>
                        <a:spcBef>
                          <a:spcPts val="0"/>
                        </a:spcBef>
                        <a:spcAft>
                          <a:spcPts val="0"/>
                        </a:spcAft>
                        <a:buClr>
                          <a:prstClr val="black"/>
                        </a:buClr>
                        <a:buSzTx/>
                        <a:buFont typeface="Wingdings 2" pitchFamily="18" charset="2"/>
                        <a:buNone/>
                        <a:tabLst/>
                        <a:defRPr/>
                      </a:pPr>
                      <a:r>
                        <a:rPr kumimoji="1" lang="en-US"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rPr>
                        <a:t>6M</a:t>
                      </a:r>
                      <a:endParaRPr kumimoji="1" lang="ko-KR"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212E55"/>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548447289"/>
                  </a:ext>
                </a:extLst>
              </a:tr>
              <a:tr h="292245">
                <a:tc gridSpan="2">
                  <a:txBody>
                    <a:bodyPr/>
                    <a:lstStyle/>
                    <a:p>
                      <a:pPr marL="631825" marR="0" lvl="0" indent="-631825" algn="l" defTabSz="893763" rtl="0" eaLnBrk="1" fontAlgn="base" latinLnBrk="0" hangingPunct="1">
                        <a:lnSpc>
                          <a:spcPts val="1000"/>
                        </a:lnSpc>
                        <a:spcBef>
                          <a:spcPts val="0"/>
                        </a:spcBef>
                        <a:spcAft>
                          <a:spcPts val="0"/>
                        </a:spcAft>
                        <a:buClr>
                          <a:schemeClr val="tx1"/>
                        </a:buClr>
                        <a:buSzTx/>
                        <a:buFont typeface="Wingdings 2" pitchFamily="18" charset="2"/>
                        <a:buNone/>
                        <a:tabLst/>
                        <a:defRPr/>
                      </a:pPr>
                      <a:r>
                        <a:rPr lang="ko-KR" altLang="ko-KR" sz="1050" b="1">
                          <a:solidFill>
                            <a:schemeClr val="bg1"/>
                          </a:solidFill>
                          <a:latin typeface="a고딕14" panose="02020600000000000000" pitchFamily="18" charset="-127"/>
                          <a:ea typeface="a고딕14" panose="02020600000000000000" pitchFamily="18" charset="-127"/>
                        </a:rPr>
                        <a:t>Module 1. 연구 기반 정비 및 SLR 최신화</a:t>
                      </a:r>
                      <a:endParaRPr kumimoji="1" lang="ko-KR" altLang="en-US" sz="1050" b="1" i="0" u="none" strike="noStrike" cap="none" spc="0" normalizeH="0" baseline="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1270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3061A3"/>
                    </a:solidFill>
                  </a:tcPr>
                </a:tc>
                <a:tc hMerge="1">
                  <a:txBody>
                    <a:bodyPr/>
                    <a:lstStyle/>
                    <a:p>
                      <a:pPr latinLnBrk="1"/>
                      <a:endParaRPr lang="ko-KR" altLang="en-US"/>
                    </a:p>
                  </a:txBody>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r>
                        <a:rPr kumimoji="1" lang="ko-KR" altLang="en-US" sz="1200" b="0" i="0" u="none" strike="noStrike" cap="none" spc="0" normalizeH="0" baseline="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a:t>
                      </a:r>
                      <a:endParaRPr kumimoji="1" lang="ko-KR" altLang="ko-KR" sz="1200" b="0" i="0" u="none" strike="noStrike" cap="none" spc="0" normalizeH="0" baseline="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algn="ctr" latinLnBrk="0"/>
                      <a:endParaRPr lang="ko-KR" altLang="en-US" sz="1000" spc="0">
                        <a:latin typeface="a고딕14" panose="02020600000000000000" pitchFamily="18" charset="-127"/>
                        <a:ea typeface="a고딕14" panose="02020600000000000000" pitchFamily="18" charset="-127"/>
                      </a:endParaRPr>
                    </a:p>
                  </a:txBody>
                  <a:tcPr marL="0" marR="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algn="ctr" latinLnBrk="0"/>
                      <a:endParaRPr lang="ko-KR" altLang="en-US" sz="1000" spc="0">
                        <a:latin typeface="a고딕14" panose="02020600000000000000" pitchFamily="18" charset="-127"/>
                        <a:ea typeface="a고딕14" panose="02020600000000000000" pitchFamily="18" charset="-127"/>
                      </a:endParaRPr>
                    </a:p>
                  </a:txBody>
                  <a:tcPr marL="0" marR="0" marT="0" marB="0" anchor="ctr" horzOverflow="overflow">
                    <a:lnL w="3175" cap="flat" cmpd="sng" algn="ctr">
                      <a:solidFill>
                        <a:schemeClr val="bg1"/>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algn="ctr" latinLnBrk="0"/>
                      <a:endParaRPr lang="ko-KR" altLang="en-US" sz="1000" spc="0">
                        <a:latin typeface="a고딕14" panose="02020600000000000000" pitchFamily="18" charset="-127"/>
                        <a:ea typeface="a고딕14" panose="02020600000000000000" pitchFamily="18" charset="-127"/>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algn="ctr" latinLnBrk="0"/>
                      <a:endParaRPr lang="ko-KR" altLang="en-US" sz="1000" spc="0">
                        <a:latin typeface="a고딕14" panose="02020600000000000000" pitchFamily="18" charset="-127"/>
                        <a:ea typeface="a고딕14" panose="02020600000000000000" pitchFamily="18" charset="-127"/>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algn="ctr" latinLnBrk="0"/>
                      <a:endParaRPr lang="ko-KR" altLang="en-US" sz="1000" spc="0">
                        <a:latin typeface="a고딕14" panose="02020600000000000000" pitchFamily="18" charset="-127"/>
                        <a:ea typeface="a고딕14" panose="02020600000000000000" pitchFamily="18" charset="-127"/>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algn="ctr" latinLnBrk="0"/>
                      <a:endParaRPr lang="ko-KR" altLang="en-US" sz="1000" spc="0">
                        <a:latin typeface="a고딕14" panose="02020600000000000000" pitchFamily="18" charset="-127"/>
                        <a:ea typeface="a고딕14" panose="02020600000000000000" pitchFamily="18" charset="-127"/>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algn="ctr" latinLnBrk="0"/>
                      <a:endParaRPr lang="ko-KR" altLang="en-US" sz="1000" spc="0">
                        <a:latin typeface="a고딕14" panose="02020600000000000000" pitchFamily="18" charset="-127"/>
                        <a:ea typeface="a고딕14" panose="02020600000000000000" pitchFamily="18" charset="-127"/>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algn="ctr" latinLnBrk="0"/>
                      <a:endParaRPr lang="ko-KR" altLang="en-US" sz="1000" spc="0">
                        <a:latin typeface="a고딕14" panose="02020600000000000000" pitchFamily="18" charset="-127"/>
                        <a:ea typeface="a고딕14" panose="02020600000000000000" pitchFamily="18" charset="-127"/>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66573438"/>
                  </a:ext>
                </a:extLst>
              </a:tr>
              <a:tr h="292245">
                <a:tc rowSpan="2">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0" marR="0" lvl="0" indent="0" algn="l" defTabSz="914400" rtl="0" eaLnBrk="1" fontAlgn="base" latinLnBrk="0" hangingPunct="1">
                        <a:lnSpc>
                          <a:spcPts val="1000"/>
                        </a:lnSpc>
                        <a:spcBef>
                          <a:spcPts val="0"/>
                        </a:spcBef>
                        <a:spcAft>
                          <a:spcPts val="0"/>
                        </a:spcAft>
                        <a:buClrTx/>
                        <a:buSzTx/>
                        <a:buFontTx/>
                        <a:buNone/>
                        <a:tabLst/>
                      </a:pPr>
                      <a:endParaRPr kumimoji="0" lang="ko-KR" altLang="ko-KR" sz="9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635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r>
                        <a:rPr lang="ko-KR" altLang="ko-KR" sz="1000">
                          <a:latin typeface="a고딕14" panose="02020600000000000000" pitchFamily="18" charset="-127"/>
                          <a:ea typeface="a고딕14" panose="02020600000000000000" pitchFamily="18" charset="-127"/>
                        </a:rPr>
                        <a:t>Step 1. STEP Master DB 관련 Data 확보·최신화</a:t>
                      </a:r>
                      <a:endParaRPr kumimoji="1" lang="ko-KR" altLang="en-US" sz="1000" b="0" i="0" u="none" strike="noStrike" cap="none" spc="0" normalizeH="0" baseline="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algn="ctr" latinLnBrk="0"/>
                      <a:endParaRPr lang="ko-KR" altLang="en-US" sz="1000" spc="0">
                        <a:latin typeface="a고딕14" panose="02020600000000000000" pitchFamily="18" charset="-127"/>
                        <a:ea typeface="a고딕14" panose="02020600000000000000" pitchFamily="18" charset="-127"/>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algn="ctr" latinLnBrk="0"/>
                      <a:endParaRPr lang="ko-KR" altLang="en-US" sz="1000" spc="0">
                        <a:latin typeface="a고딕14" panose="02020600000000000000" pitchFamily="18" charset="-127"/>
                        <a:ea typeface="a고딕14" panose="02020600000000000000" pitchFamily="18" charset="-127"/>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algn="ctr" latinLnBrk="0"/>
                      <a:endParaRPr lang="ko-KR" altLang="en-US" sz="1000" spc="0">
                        <a:latin typeface="a고딕14" panose="02020600000000000000" pitchFamily="18" charset="-127"/>
                        <a:ea typeface="a고딕14" panose="02020600000000000000" pitchFamily="18" charset="-127"/>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algn="ctr" latinLnBrk="0"/>
                      <a:endParaRPr lang="ko-KR" altLang="en-US" sz="1000" spc="0">
                        <a:latin typeface="a고딕14" panose="02020600000000000000" pitchFamily="18" charset="-127"/>
                        <a:ea typeface="a고딕14" panose="02020600000000000000" pitchFamily="18" charset="-127"/>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algn="ctr" latinLnBrk="0"/>
                      <a:endParaRPr lang="ko-KR" altLang="en-US" sz="1000" spc="0">
                        <a:latin typeface="a고딕14" panose="02020600000000000000" pitchFamily="18" charset="-127"/>
                        <a:ea typeface="a고딕14" panose="02020600000000000000" pitchFamily="18" charset="-127"/>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algn="ctr" latinLnBrk="0"/>
                      <a:endParaRPr lang="ko-KR" altLang="en-US" sz="1000" spc="0">
                        <a:latin typeface="a고딕14" panose="02020600000000000000" pitchFamily="18" charset="-127"/>
                        <a:ea typeface="a고딕14" panose="02020600000000000000" pitchFamily="18" charset="-127"/>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algn="ctr" latinLnBrk="0"/>
                      <a:endParaRPr lang="ko-KR" altLang="en-US" sz="1000" spc="0">
                        <a:latin typeface="a고딕14" panose="02020600000000000000" pitchFamily="18" charset="-127"/>
                        <a:ea typeface="a고딕14" panose="02020600000000000000" pitchFamily="18" charset="-127"/>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algn="ctr" latinLnBrk="0"/>
                      <a:endParaRPr lang="ko-KR" altLang="en-US" sz="1000" spc="0">
                        <a:latin typeface="a고딕14" panose="02020600000000000000" pitchFamily="18" charset="-127"/>
                        <a:ea typeface="a고딕14" panose="02020600000000000000" pitchFamily="18" charset="-127"/>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92245">
                <a:tc vMerge="1">
                  <a:txBody>
                    <a:bodyPr/>
                    <a:lstStyle/>
                    <a:p>
                      <a:pPr latinLnBrk="1"/>
                      <a:endParaRPr lang="ko-KR" altLang="en-US"/>
                    </a:p>
                  </a:txBody>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r>
                        <a:rPr lang="ko-KR" altLang="ko-KR" sz="1000">
                          <a:latin typeface="a고딕14" panose="02020600000000000000" pitchFamily="18" charset="-127"/>
                          <a:ea typeface="a고딕14" panose="02020600000000000000" pitchFamily="18" charset="-127"/>
                        </a:rPr>
                        <a:t>Step 2. SLR 관련 Data 확보·최신화</a:t>
                      </a:r>
                      <a:endParaRPr kumimoji="1" lang="ko-KR" altLang="en-US" sz="1000" b="0" i="0" u="none" strike="noStrike" cap="none" spc="0" normalizeH="0" baseline="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algn="ctr" latinLnBrk="0"/>
                      <a:endParaRPr lang="ko-KR" altLang="en-US" sz="1000" spc="0">
                        <a:latin typeface="a고딕14" panose="02020600000000000000" pitchFamily="18" charset="-127"/>
                        <a:ea typeface="a고딕14" panose="02020600000000000000" pitchFamily="18" charset="-127"/>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algn="ctr" latinLnBrk="0"/>
                      <a:endParaRPr lang="ko-KR" altLang="en-US" sz="1000" spc="0">
                        <a:latin typeface="a고딕14" panose="02020600000000000000" pitchFamily="18" charset="-127"/>
                        <a:ea typeface="a고딕14" panose="02020600000000000000" pitchFamily="18" charset="-127"/>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algn="ctr" latinLnBrk="0"/>
                      <a:endParaRPr lang="ko-KR" altLang="en-US" sz="1000" spc="0">
                        <a:latin typeface="a고딕14" panose="02020600000000000000" pitchFamily="18" charset="-127"/>
                        <a:ea typeface="a고딕14" panose="02020600000000000000" pitchFamily="18" charset="-127"/>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algn="ctr" latinLnBrk="0"/>
                      <a:endParaRPr lang="ko-KR" altLang="en-US" sz="1000" spc="0">
                        <a:latin typeface="a고딕14" panose="02020600000000000000" pitchFamily="18" charset="-127"/>
                        <a:ea typeface="a고딕14" panose="02020600000000000000" pitchFamily="18" charset="-127"/>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algn="ctr" latinLnBrk="0"/>
                      <a:endParaRPr lang="ko-KR" altLang="en-US" sz="1000" spc="0">
                        <a:latin typeface="a고딕14" panose="02020600000000000000" pitchFamily="18" charset="-127"/>
                        <a:ea typeface="a고딕14" panose="02020600000000000000" pitchFamily="18" charset="-127"/>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algn="ctr" latinLnBrk="0"/>
                      <a:endParaRPr lang="ko-KR" altLang="en-US" sz="1000" spc="0">
                        <a:latin typeface="a고딕14" panose="02020600000000000000" pitchFamily="18" charset="-127"/>
                        <a:ea typeface="a고딕14" panose="02020600000000000000" pitchFamily="18" charset="-127"/>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algn="ctr" latinLnBrk="0"/>
                      <a:endParaRPr lang="ko-KR" altLang="en-US" sz="1000" spc="0">
                        <a:latin typeface="a고딕14" panose="02020600000000000000" pitchFamily="18" charset="-127"/>
                        <a:ea typeface="a고딕14" panose="02020600000000000000" pitchFamily="18" charset="-127"/>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algn="ctr" latinLnBrk="0"/>
                      <a:endParaRPr lang="ko-KR" altLang="en-US" sz="1000" spc="0">
                        <a:latin typeface="a고딕14" panose="02020600000000000000" pitchFamily="18" charset="-127"/>
                        <a:ea typeface="a고딕14" panose="02020600000000000000" pitchFamily="18" charset="-127"/>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92245">
                <a:tc gridSpan="2">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631825" marR="0" lvl="0" indent="-631825" algn="l" defTabSz="893763" rtl="0" eaLnBrk="1" fontAlgn="base" latinLnBrk="0" hangingPunct="1">
                        <a:lnSpc>
                          <a:spcPts val="1000"/>
                        </a:lnSpc>
                        <a:spcBef>
                          <a:spcPts val="0"/>
                        </a:spcBef>
                        <a:spcAft>
                          <a:spcPts val="0"/>
                        </a:spcAft>
                        <a:buClr>
                          <a:srgbClr val="000066"/>
                        </a:buClr>
                        <a:buSzTx/>
                        <a:buFont typeface="Wingdings 2" pitchFamily="18" charset="2"/>
                        <a:buNone/>
                        <a:tabLst/>
                      </a:pPr>
                      <a:r>
                        <a:rPr lang="ko-KR" altLang="ko-KR" sz="1050" b="1">
                          <a:solidFill>
                            <a:schemeClr val="bg1"/>
                          </a:solidFill>
                          <a:latin typeface="a고딕14" panose="02020600000000000000" pitchFamily="18" charset="-127"/>
                          <a:ea typeface="a고딕14" panose="02020600000000000000" pitchFamily="18" charset="-127"/>
                        </a:rPr>
                        <a:t>Module 2. NCS 세분류 우선순위 도출</a:t>
                      </a:r>
                      <a:endParaRPr kumimoji="1" lang="ko-KR" altLang="en-US" sz="1050" b="1" i="0" u="none" strike="noStrike" cap="none" spc="0" normalizeH="0" baseline="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1270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3061A3"/>
                    </a:solidFill>
                  </a:tcPr>
                </a:tc>
                <a:tc hMerge="1">
                  <a:txBody>
                    <a:bodyPr/>
                    <a:lstStyle/>
                    <a:p>
                      <a:pPr latinLnBrk="1"/>
                      <a:endParaRPr lang="ko-KR" altLang="en-US"/>
                    </a:p>
                  </a:txBody>
                  <a:tcPr/>
                </a:tc>
                <a:tc>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2245">
                <a:tc rowSpan="3">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0" marR="0" lvl="0" indent="0" algn="l" defTabSz="914400" rtl="0" eaLnBrk="1" fontAlgn="base" latinLnBrk="0" hangingPunct="1">
                        <a:lnSpc>
                          <a:spcPts val="1000"/>
                        </a:lnSpc>
                        <a:spcBef>
                          <a:spcPts val="0"/>
                        </a:spcBef>
                        <a:spcAft>
                          <a:spcPts val="0"/>
                        </a:spcAft>
                        <a:buClrTx/>
                        <a:buSzTx/>
                        <a:buFontTx/>
                        <a:buNone/>
                        <a:tabLst/>
                      </a:pPr>
                      <a:endParaRPr kumimoji="0" lang="ko-KR" altLang="ko-KR" sz="9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635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spcBef>
                          <a:spcPts val="600"/>
                        </a:spcBef>
                        <a:buFontTx/>
                        <a:buNone/>
                        <a:defRPr/>
                      </a:pPr>
                      <a:r>
                        <a:rPr lang="ko-KR" altLang="ko-KR" sz="1000">
                          <a:latin typeface="a고딕14" panose="02020600000000000000" pitchFamily="18" charset="-127"/>
                          <a:ea typeface="a고딕14" panose="02020600000000000000" pitchFamily="18" charset="-127"/>
                        </a:rPr>
                        <a:t>Step 3. 정량·정성·설문 기반 세분류 수요분석</a:t>
                      </a:r>
                      <a:endParaRPr lang="ko-KR" altLang="en-US" sz="1000" b="0" spc="0">
                        <a:solidFill>
                          <a:srgbClr val="000000"/>
                        </a:solidFill>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92245">
                <a:tc vMerge="1">
                  <a:txBody>
                    <a:bodyPr/>
                    <a:lstStyle/>
                    <a:p>
                      <a:pPr latinLnBrk="1"/>
                      <a:endParaRPr lang="ko-KR" altLang="en-US"/>
                    </a:p>
                  </a:txBody>
                  <a:tcPr/>
                </a:tc>
                <a:tc>
                  <a:txBody>
                    <a:bodyPr/>
                    <a:lstStyle/>
                    <a:p>
                      <a:pPr latinLnBrk="0">
                        <a:spcBef>
                          <a:spcPts val="600"/>
                        </a:spcBef>
                        <a:buFontTx/>
                        <a:buNone/>
                        <a:defRPr/>
                      </a:pPr>
                      <a:r>
                        <a:rPr lang="ko-KR" altLang="ko-KR" sz="1000">
                          <a:latin typeface="a고딕14" panose="02020600000000000000" pitchFamily="18" charset="-127"/>
                          <a:ea typeface="a고딕14" panose="02020600000000000000" pitchFamily="18" charset="-127"/>
                        </a:rPr>
                        <a:t>Step 4. NCS 세분류 우선순위 검토·확정</a:t>
                      </a:r>
                      <a:endParaRPr lang="ko-KR" altLang="en-US" sz="1000" b="0" spc="0">
                        <a:solidFill>
                          <a:srgbClr val="000000"/>
                        </a:solidFill>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46127187"/>
                  </a:ext>
                </a:extLst>
              </a:tr>
              <a:tr h="292245">
                <a:tc vMerge="1">
                  <a:txBody>
                    <a:bodyPr/>
                    <a:lstStyle/>
                    <a:p>
                      <a:pPr marL="0" marR="0" lvl="0" indent="0" algn="l" defTabSz="914400" rtl="0" eaLnBrk="1" fontAlgn="base" latinLnBrk="1" hangingPunct="1">
                        <a:lnSpc>
                          <a:spcPts val="1000"/>
                        </a:lnSpc>
                        <a:spcBef>
                          <a:spcPts val="0"/>
                        </a:spcBef>
                        <a:spcAft>
                          <a:spcPts val="0"/>
                        </a:spcAft>
                        <a:buClrTx/>
                        <a:buSzTx/>
                        <a:buFontTx/>
                        <a:buNone/>
                        <a:tabLst/>
                      </a:pPr>
                      <a:endParaRPr kumimoji="0" lang="ko-KR" altLang="ko-KR" sz="900" b="0" i="0" u="none" strike="noStrike" cap="none"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F2F2F2"/>
                    </a:solidFill>
                  </a:tcPr>
                </a:tc>
                <a:tc>
                  <a:txBody>
                    <a:bodyPr/>
                    <a:lstStyle/>
                    <a:p>
                      <a:pPr latinLnBrk="0">
                        <a:spcBef>
                          <a:spcPts val="600"/>
                        </a:spcBef>
                        <a:buFontTx/>
                        <a:buNone/>
                        <a:defRPr/>
                      </a:pP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Step 5. </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수요조사 대상 능력단위 최종 도출</a:t>
                      </a:r>
                      <a:endParaRPr lang="ko-KR" altLang="en-US" sz="1000" b="0" spc="0" dirty="0">
                        <a:solidFill>
                          <a:srgbClr val="000000"/>
                        </a:solidFill>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40810378"/>
                  </a:ext>
                </a:extLst>
              </a:tr>
              <a:tr h="292245">
                <a:tc gridSpan="2">
                  <a:txBody>
                    <a:bodyPr/>
                    <a:lstStyle/>
                    <a:p>
                      <a:pPr marL="631825" marR="0" lvl="0" indent="-631825" algn="l" defTabSz="893763" rtl="0" eaLnBrk="1" fontAlgn="base" latinLnBrk="0" hangingPunct="1">
                        <a:lnSpc>
                          <a:spcPts val="1000"/>
                        </a:lnSpc>
                        <a:spcBef>
                          <a:spcPts val="0"/>
                        </a:spcBef>
                        <a:spcAft>
                          <a:spcPts val="0"/>
                        </a:spcAft>
                        <a:buClr>
                          <a:srgbClr val="000066"/>
                        </a:buClr>
                        <a:buSzTx/>
                        <a:buFont typeface="Wingdings 2" pitchFamily="18" charset="2"/>
                        <a:buNone/>
                        <a:tabLst/>
                      </a:pPr>
                      <a:r>
                        <a:rPr lang="ko-KR" altLang="ko-KR" sz="1050" b="1">
                          <a:solidFill>
                            <a:schemeClr val="bg1"/>
                          </a:solidFill>
                          <a:latin typeface="a고딕14" panose="02020600000000000000" pitchFamily="18" charset="-127"/>
                          <a:ea typeface="a고딕14" panose="02020600000000000000" pitchFamily="18" charset="-127"/>
                        </a:rPr>
                        <a:t>Module 3. NCS 능력단위 우선순위 도출</a:t>
                      </a:r>
                      <a:endParaRPr kumimoji="1" lang="ko-KR" altLang="en-US" sz="1050" b="1" i="0" u="none" strike="noStrike" cap="none" spc="0" normalizeH="0" baseline="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1270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3061A3"/>
                    </a:solidFill>
                  </a:tcPr>
                </a:tc>
                <a:tc hMerge="1">
                  <a:txBody>
                    <a:bodyPr/>
                    <a:lstStyle/>
                    <a:p>
                      <a:pPr algn="l">
                        <a:buNone/>
                      </a:pPr>
                      <a:endParaRPr lang="ko-KR" altLang="en-US" sz="1000" dirty="0">
                        <a:latin typeface="a고딕14" panose="02020600000000000000" pitchFamily="18" charset="-127"/>
                        <a:ea typeface="a고딕14" panose="02020600000000000000" pitchFamily="18" charset="-127"/>
                      </a:endParaRPr>
                    </a:p>
                  </a:txBody>
                  <a:tcPr marL="3600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F2F2F2"/>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r>
                        <a:rPr kumimoji="1" lang="ko-KR" altLang="en-US" sz="1000" b="0" i="0" u="none" strike="noStrike" cap="none" spc="0" normalizeH="0" baseline="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a:t>
                      </a: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06276662"/>
                  </a:ext>
                </a:extLst>
              </a:tr>
              <a:tr h="243601">
                <a:tc rowSpan="2">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631825" marR="0" lvl="0" indent="-631825" algn="l" defTabSz="893763" rtl="0" eaLnBrk="1" fontAlgn="base" latinLnBrk="0" hangingPunct="1">
                        <a:lnSpc>
                          <a:spcPts val="1000"/>
                        </a:lnSpc>
                        <a:spcBef>
                          <a:spcPts val="0"/>
                        </a:spcBef>
                        <a:spcAft>
                          <a:spcPts val="0"/>
                        </a:spcAft>
                        <a:buClr>
                          <a:srgbClr val="000066"/>
                        </a:buClr>
                        <a:buSzTx/>
                        <a:buFont typeface="Wingdings 2" pitchFamily="18" charset="2"/>
                        <a:buNone/>
                        <a:tabLst/>
                      </a:pPr>
                      <a:endParaRPr kumimoji="1" lang="ko-KR" altLang="en-US" sz="105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635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spcBef>
                          <a:spcPts val="600"/>
                        </a:spcBef>
                        <a:buFontTx/>
                        <a:buNone/>
                        <a:defRPr/>
                      </a:pPr>
                      <a:r>
                        <a:rPr lang="ko-KR" altLang="ko-KR" sz="1000">
                          <a:latin typeface="a고딕14" panose="02020600000000000000" pitchFamily="18" charset="-127"/>
                          <a:ea typeface="a고딕14" panose="02020600000000000000" pitchFamily="18" charset="-127"/>
                        </a:rPr>
                        <a:t>Step 5. NCS 능력단위 신규개발 적합성 검토</a:t>
                      </a:r>
                      <a:endParaRPr lang="ko-KR" altLang="en-US" sz="1000" b="0" spc="0">
                        <a:solidFill>
                          <a:srgbClr val="000000"/>
                        </a:solidFill>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61503581"/>
                  </a:ext>
                </a:extLst>
              </a:tr>
              <a:tr h="292245">
                <a:tc vMerge="1">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631825" marR="0" lvl="0" indent="-631825" algn="l" defTabSz="893763" rtl="0" eaLnBrk="1" fontAlgn="base" latinLnBrk="1" hangingPunct="1">
                        <a:lnSpc>
                          <a:spcPts val="1000"/>
                        </a:lnSpc>
                        <a:spcBef>
                          <a:spcPts val="0"/>
                        </a:spcBef>
                        <a:spcAft>
                          <a:spcPts val="0"/>
                        </a:spcAft>
                        <a:buClrTx/>
                        <a:buSzTx/>
                        <a:buFontTx/>
                        <a:buNone/>
                        <a:tabLst/>
                      </a:pPr>
                      <a:endParaRPr kumimoji="0" lang="ko-KR" altLang="ko-KR" sz="900" b="0" i="0" u="none" strike="noStrike" cap="none"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latinLnBrk="0">
                        <a:spcBef>
                          <a:spcPts val="600"/>
                        </a:spcBef>
                        <a:buFontTx/>
                        <a:buNone/>
                        <a:defRPr/>
                      </a:pPr>
                      <a:r>
                        <a:rPr lang="ko-KR" altLang="ko-KR" sz="1000">
                          <a:latin typeface="a고딕14" panose="02020600000000000000" pitchFamily="18" charset="-127"/>
                          <a:ea typeface="a고딕14" panose="02020600000000000000" pitchFamily="18" charset="-127"/>
                        </a:rPr>
                        <a:t>Step 6. NCS 능력단위 우선순위 검토·확정</a:t>
                      </a:r>
                      <a:endParaRPr lang="ko-KR" altLang="en-US" sz="1000" b="0" spc="0" baseline="0">
                        <a:solidFill>
                          <a:srgbClr val="000000"/>
                        </a:solidFill>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55821734"/>
                  </a:ext>
                </a:extLst>
              </a:tr>
              <a:tr h="306255">
                <a:tc gridSpan="2">
                  <a:txBody>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None/>
                        <a:tabLst/>
                        <a:defRPr/>
                      </a:pPr>
                      <a:r>
                        <a:rPr lang="ko-KR" altLang="ko-KR" sz="1000" b="1">
                          <a:solidFill>
                            <a:schemeClr val="bg1"/>
                          </a:solidFill>
                          <a:latin typeface="a고딕14" panose="02020600000000000000" pitchFamily="18" charset="-127"/>
                          <a:ea typeface="a고딕14" panose="02020600000000000000" pitchFamily="18" charset="-127"/>
                        </a:rPr>
                        <a:t>Module 4. 신규 과목 도출 및 과목개요서 개발</a:t>
                      </a:r>
                      <a:endParaRPr lang="ko-KR" altLang="en-US" sz="1000" b="1" kern="0" spc="0">
                        <a:solidFill>
                          <a:schemeClr val="bg1"/>
                        </a:solidFill>
                        <a:latin typeface="a고딕14" panose="02020600000000000000" pitchFamily="18" charset="-127"/>
                        <a:ea typeface="a고딕14" panose="02020600000000000000" pitchFamily="18" charset="-127"/>
                      </a:endParaRPr>
                    </a:p>
                  </a:txBody>
                  <a:tcPr marL="72000" marR="72000" marT="0" marB="0" anchor="ctr" horzOverflow="overflow">
                    <a:lnL w="1270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3061A3"/>
                    </a:solidFill>
                  </a:tcPr>
                </a:tc>
                <a:tc hMerge="1">
                  <a:txBody>
                    <a:bodyPr/>
                    <a:lstStyle/>
                    <a:p>
                      <a:pPr latinLnBrk="0">
                        <a:spcBef>
                          <a:spcPts val="600"/>
                        </a:spcBef>
                        <a:buFontTx/>
                        <a:buNone/>
                        <a:defRPr/>
                      </a:pPr>
                      <a:endParaRPr lang="ko-KR" altLang="en-US" sz="1000" dirty="0">
                        <a:solidFill>
                          <a:srgbClr val="000000"/>
                        </a:solidFill>
                        <a:latin typeface="+mn-ea"/>
                        <a:ea typeface="+mn-ea"/>
                      </a:endParaRPr>
                    </a:p>
                  </a:txBody>
                  <a:tcPr marL="3600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extLst>
                  <a:ext uri="{0D108BD9-81ED-4DB2-BD59-A6C34878D82A}">
                    <a16:rowId xmlns:a16="http://schemas.microsoft.com/office/drawing/2014/main" val="4095662694"/>
                  </a:ext>
                </a:extLst>
              </a:tr>
              <a:tr h="292245">
                <a:tc rowSpan="2">
                  <a:txBody>
                    <a:bodyPr/>
                    <a:lstStyle/>
                    <a:p>
                      <a:pPr marL="631825" marR="0" lvl="0" indent="-631825" algn="l" defTabSz="893763" rtl="0" eaLnBrk="1" fontAlgn="base" latinLnBrk="0" hangingPunct="1">
                        <a:lnSpc>
                          <a:spcPts val="1000"/>
                        </a:lnSpc>
                        <a:spcBef>
                          <a:spcPts val="0"/>
                        </a:spcBef>
                        <a:spcAft>
                          <a:spcPts val="0"/>
                        </a:spcAft>
                        <a:buClr>
                          <a:srgbClr val="000066"/>
                        </a:buClr>
                        <a:buSzTx/>
                        <a:buFont typeface="Wingdings 2" pitchFamily="18" charset="2"/>
                        <a:buNone/>
                        <a:tabLst/>
                        <a:defRPr/>
                      </a:pPr>
                      <a:endParaRPr kumimoji="1" lang="ko-KR" altLang="en-US" sz="105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635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ko-KR" altLang="ko-KR" sz="1000">
                          <a:latin typeface="a고딕14" panose="02020600000000000000" pitchFamily="18" charset="-127"/>
                          <a:ea typeface="a고딕14" panose="02020600000000000000" pitchFamily="18" charset="-127"/>
                        </a:rPr>
                        <a:t>Step 7. 평생·디지털 분야 과목개요서 개발</a:t>
                      </a:r>
                      <a:endParaRPr lang="ko-KR" altLang="en-US" sz="1000" b="0" spc="0">
                        <a:solidFill>
                          <a:srgbClr val="000000"/>
                        </a:solidFill>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03646013"/>
                  </a:ext>
                </a:extLst>
              </a:tr>
              <a:tr h="305780">
                <a:tc vMerge="1">
                  <a:txBody>
                    <a:bodyPr/>
                    <a:lstStyle/>
                    <a:p>
                      <a:pPr marL="631825" marR="0" lvl="0" indent="-631825" algn="l" defTabSz="893763" rtl="0" eaLnBrk="1" fontAlgn="base" latinLnBrk="1" hangingPunct="1">
                        <a:lnSpc>
                          <a:spcPts val="1000"/>
                        </a:lnSpc>
                        <a:spcBef>
                          <a:spcPts val="0"/>
                        </a:spcBef>
                        <a:spcAft>
                          <a:spcPts val="0"/>
                        </a:spcAft>
                        <a:buClrTx/>
                        <a:buSzTx/>
                        <a:buFontTx/>
                        <a:buNone/>
                        <a:tabLst/>
                      </a:pPr>
                      <a:endParaRPr kumimoji="0" lang="ko-KR" altLang="ko-KR" sz="900" b="0" i="0" u="none" strike="noStrike" cap="none"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ko-KR" altLang="ko-KR" sz="1000">
                          <a:latin typeface="a고딕14" panose="02020600000000000000" pitchFamily="18" charset="-127"/>
                          <a:ea typeface="a고딕14" panose="02020600000000000000" pitchFamily="18" charset="-127"/>
                        </a:rPr>
                        <a:t>Step 8. AI+X 산업 도메인 분야 과목개요서 개발</a:t>
                      </a:r>
                      <a:endParaRPr lang="ko-KR" altLang="en-US" sz="1000" b="0" spc="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4018991659"/>
                  </a:ext>
                </a:extLst>
              </a:tr>
              <a:tr h="309874">
                <a:tc gridSpan="2">
                  <a:txBody>
                    <a:bodyPr/>
                    <a:lstStyle/>
                    <a:p>
                      <a:pPr marL="631825" marR="0" lvl="0" indent="-631825" algn="l" defTabSz="893763" rtl="0" eaLnBrk="1" fontAlgn="base" latinLnBrk="0" hangingPunct="1">
                        <a:lnSpc>
                          <a:spcPts val="1000"/>
                        </a:lnSpc>
                        <a:spcBef>
                          <a:spcPts val="0"/>
                        </a:spcBef>
                        <a:spcAft>
                          <a:spcPts val="0"/>
                        </a:spcAft>
                        <a:buClrTx/>
                        <a:buSzTx/>
                        <a:buFontTx/>
                        <a:buNone/>
                        <a:tabLst/>
                        <a:defRPr/>
                      </a:pPr>
                      <a:r>
                        <a:rPr lang="ko-KR" altLang="ko-KR" sz="1000" b="1">
                          <a:solidFill>
                            <a:schemeClr val="bg1"/>
                          </a:solidFill>
                          <a:latin typeface="a고딕14" panose="02020600000000000000" pitchFamily="18" charset="-127"/>
                          <a:ea typeface="a고딕14" panose="02020600000000000000" pitchFamily="18" charset="-127"/>
                        </a:rPr>
                        <a:t>Module 5. SLR 고도화 방안 마련</a:t>
                      </a:r>
                      <a:endParaRPr kumimoji="0" lang="ko-KR" altLang="ko-KR" sz="1000" b="1" i="0" u="none" strike="noStrike" cap="none" spc="0" normalizeH="0" baseline="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1270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3061A3"/>
                    </a:solidFill>
                  </a:tcPr>
                </a:tc>
                <a:tc hMerge="1">
                  <a:txBody>
                    <a:bodyPr/>
                    <a:lstStyle/>
                    <a:p>
                      <a:pPr latinLnBrk="0">
                        <a:spcBef>
                          <a:spcPts val="600"/>
                        </a:spcBef>
                        <a:buFontTx/>
                        <a:buNone/>
                        <a:defRPr/>
                      </a:pPr>
                      <a:endParaRPr lang="ko-KR" altLang="en-US" sz="1000" dirty="0">
                        <a:solidFill>
                          <a:srgbClr val="000000"/>
                        </a:solidFill>
                        <a:latin typeface="+mn-ea"/>
                        <a:ea typeface="+mn-ea"/>
                      </a:endParaRPr>
                    </a:p>
                  </a:txBody>
                  <a:tcPr marL="3600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r>
                        <a:rPr kumimoji="1" lang="ko-KR" altLang="en-US" sz="1000" b="0" i="0" u="none" strike="noStrike" cap="none" spc="0" normalizeH="0" baseline="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a:t>
                      </a: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extLst>
                  <a:ext uri="{0D108BD9-81ED-4DB2-BD59-A6C34878D82A}">
                    <a16:rowId xmlns:a16="http://schemas.microsoft.com/office/drawing/2014/main" val="2047248549"/>
                  </a:ext>
                </a:extLst>
              </a:tr>
              <a:tr h="292245">
                <a:tc rowSpan="2">
                  <a:txBody>
                    <a:bodyPr/>
                    <a:lstStyle/>
                    <a:p>
                      <a:pPr marL="631825" marR="0" lvl="0" indent="-631825" algn="l" defTabSz="893763" rtl="0" eaLnBrk="1" fontAlgn="base" latinLnBrk="0" hangingPunct="1">
                        <a:lnSpc>
                          <a:spcPts val="1000"/>
                        </a:lnSpc>
                        <a:spcBef>
                          <a:spcPts val="0"/>
                        </a:spcBef>
                        <a:spcAft>
                          <a:spcPts val="0"/>
                        </a:spcAft>
                        <a:buClrTx/>
                        <a:buSzTx/>
                        <a:buFontTx/>
                        <a:buNone/>
                        <a:tabLst/>
                      </a:pPr>
                      <a:endParaRPr kumimoji="0" lang="ko-KR" altLang="ko-KR" sz="9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635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ko-KR" altLang="ko-KR" sz="1000">
                          <a:latin typeface="a고딕14" panose="02020600000000000000" pitchFamily="18" charset="-127"/>
                          <a:ea typeface="a고딕14" panose="02020600000000000000" pitchFamily="18" charset="-127"/>
                        </a:rPr>
                        <a:t>Step 9. AI 활용 STEP DB 자산화 방안 마련</a:t>
                      </a:r>
                      <a:endParaRPr lang="ko-KR" altLang="en-US" sz="1000" b="0" spc="0">
                        <a:solidFill>
                          <a:srgbClr val="000000"/>
                        </a:solidFill>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67608480"/>
                  </a:ext>
                </a:extLst>
              </a:tr>
              <a:tr h="292245">
                <a:tc vMerge="1">
                  <a:txBody>
                    <a:bodyPr/>
                    <a:lstStyle/>
                    <a:p>
                      <a:pPr marL="631825" marR="0" lvl="0" indent="-631825" algn="l" defTabSz="893763" rtl="0" eaLnBrk="1" fontAlgn="base" latinLnBrk="1" hangingPunct="1">
                        <a:lnSpc>
                          <a:spcPts val="1000"/>
                        </a:lnSpc>
                        <a:spcBef>
                          <a:spcPts val="0"/>
                        </a:spcBef>
                        <a:spcAft>
                          <a:spcPts val="0"/>
                        </a:spcAft>
                        <a:buClrTx/>
                        <a:buSzTx/>
                        <a:buFontTx/>
                        <a:buNone/>
                        <a:tabLst/>
                      </a:pPr>
                      <a:endParaRPr kumimoji="0" lang="ko-KR" altLang="ko-KR" sz="900" b="0" i="0" u="none" strike="noStrike" cap="none"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ko-KR" altLang="ko-KR" sz="1000">
                          <a:latin typeface="a고딕14" panose="02020600000000000000" pitchFamily="18" charset="-127"/>
                          <a:ea typeface="a고딕14" panose="02020600000000000000" pitchFamily="18" charset="-127"/>
                        </a:rPr>
                        <a:t>Step 10. SLR 관리 매뉴얼 업데이트</a:t>
                      </a:r>
                      <a:endParaRPr lang="ko-KR" altLang="en-US" sz="1000" b="0" spc="-50" baseline="0">
                        <a:solidFill>
                          <a:srgbClr val="000000"/>
                        </a:solidFill>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01584062"/>
                  </a:ext>
                </a:extLst>
              </a:tr>
              <a:tr h="292245">
                <a:tc>
                  <a:txBody>
                    <a:bodyPr/>
                    <a:lstStyle/>
                    <a:p>
                      <a:pPr marL="631825" marR="0" lvl="0" indent="-631825" algn="l" defTabSz="893763" rtl="0" eaLnBrk="1" fontAlgn="base" latinLnBrk="0" hangingPunct="1">
                        <a:lnSpc>
                          <a:spcPts val="1000"/>
                        </a:lnSpc>
                        <a:spcBef>
                          <a:spcPts val="0"/>
                        </a:spcBef>
                        <a:spcAft>
                          <a:spcPts val="0"/>
                        </a:spcAft>
                        <a:buClrTx/>
                        <a:buSzTx/>
                        <a:buFontTx/>
                        <a:buNone/>
                        <a:tabLst/>
                      </a:pPr>
                      <a:endParaRPr kumimoji="0" lang="ko-KR" altLang="ko-KR" sz="900" b="0" i="0" u="none" strike="noStrike"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635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ko-KR" altLang="en-US" sz="1000" b="0" spc="-50" baseline="0">
                          <a:solidFill>
                            <a:srgbClr val="000000"/>
                          </a:solidFill>
                          <a:latin typeface="a고딕14" panose="02020600000000000000" pitchFamily="18" charset="-127"/>
                          <a:ea typeface="a고딕14" panose="02020600000000000000" pitchFamily="18" charset="-127"/>
                        </a:rPr>
                        <a:t>최종보고서 작성 및 제출</a:t>
                      </a: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742550608"/>
                  </a:ext>
                </a:extLst>
              </a:tr>
            </a:tbl>
          </a:graphicData>
        </a:graphic>
      </p:graphicFrame>
    </p:spTree>
    <p:extLst>
      <p:ext uri="{BB962C8B-B14F-4D97-AF65-F5344CB8AC3E}">
        <p14:creationId xmlns:p14="http://schemas.microsoft.com/office/powerpoint/2010/main" val="17822105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vert="horz" wrap="square" lIns="0" tIns="45720" rIns="0" bIns="0" rtlCol="0">
            <a:noAutofit/>
          </a:bodyPr>
          <a:lstStyle/>
          <a:p>
            <a:pPr algn="l" latinLnBrk="0"/>
            <a:r>
              <a:rPr lang="ko-KR" altLang="en-US"/>
              <a:t>철저한 과업관리를 위해 컨설팅 진행 단계별로 발주처와 추진상황을 공유하고</a:t>
            </a:r>
            <a:r>
              <a:rPr lang="en-US" altLang="ko-KR"/>
              <a:t>, </a:t>
            </a:r>
            <a:r>
              <a:rPr lang="ko-KR" altLang="en-US"/>
              <a:t>그 결과를 과업 추진 과정에 반영하겠음</a:t>
            </a:r>
            <a:endParaRPr lang="en-US" altLang="ko-KR"/>
          </a:p>
        </p:txBody>
      </p:sp>
      <p:sp>
        <p:nvSpPr>
          <p:cNvPr id="94" name="텍스트 개체 틀 14"/>
          <p:cNvSpPr>
            <a:spLocks noGrp="1"/>
          </p:cNvSpPr>
          <p:nvPr>
            <p:ph type="body" sz="quarter" idx="14"/>
          </p:nvPr>
        </p:nvSpPr>
        <p:spPr/>
        <p:txBody>
          <a:bodyPr/>
          <a:lstStyle/>
          <a:p>
            <a:r>
              <a:rPr lang="ko-KR" altLang="en-US" dirty="0"/>
              <a:t>과업 보고</a:t>
            </a:r>
            <a:r>
              <a:rPr lang="en-US" altLang="ko-KR" dirty="0"/>
              <a:t>, </a:t>
            </a:r>
            <a:r>
              <a:rPr lang="ko-KR" altLang="en-US" dirty="0"/>
              <a:t>보고 결과 과업 추진 과정에 반영</a:t>
            </a: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noFill/>
        </p:spPr>
        <p:txBody>
          <a:bodyPr/>
          <a:lstStyle/>
          <a:p>
            <a:pPr latinLnBrk="0"/>
            <a:r>
              <a:rPr lang="ko-KR" altLang="en-US" dirty="0">
                <a:latin typeface="Arial Narrow" panose="020B0606020202030204" pitchFamily="34" charset="0"/>
              </a:rPr>
              <a:t>업무보고 및 </a:t>
            </a:r>
            <a:r>
              <a:rPr lang="ko-KR" altLang="en-US" dirty="0" err="1">
                <a:latin typeface="Arial Narrow" panose="020B0606020202030204" pitchFamily="34" charset="0"/>
              </a:rPr>
              <a:t>검토계획</a:t>
            </a:r>
            <a:endParaRPr lang="en-US" altLang="ko-KR" dirty="0">
              <a:latin typeface="Arial Narrow" panose="020B0606020202030204" pitchFamily="34" charset="0"/>
            </a:endParaRPr>
          </a:p>
        </p:txBody>
      </p:sp>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3. </a:t>
            </a:r>
            <a:r>
              <a:rPr lang="ko-KR" altLang="en-US" dirty="0">
                <a:latin typeface="+mn-ea"/>
              </a:rPr>
              <a:t>추진일정 및 보고 계획</a:t>
            </a:r>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48" name="object 20"/>
          <p:cNvSpPr/>
          <p:nvPr/>
        </p:nvSpPr>
        <p:spPr>
          <a:xfrm>
            <a:off x="3603006" y="2485230"/>
            <a:ext cx="2724904" cy="4004470"/>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chemeClr val="bg1"/>
          </a:solidFill>
          <a:ln w="3175">
            <a:solidFill>
              <a:schemeClr val="tx1">
                <a:lumMod val="50000"/>
                <a:lumOff val="50000"/>
              </a:schemeClr>
            </a:solidFill>
          </a:ln>
          <a:effectLst>
            <a:outerShdw blurRad="25400" dist="38100" dir="2700000" algn="tl" rotWithShape="0">
              <a:prstClr val="black">
                <a:alpha val="40000"/>
              </a:prstClr>
            </a:outerShdw>
          </a:effectLst>
        </p:spPr>
        <p:txBody>
          <a:bodyPr wrap="square" lIns="0" tIns="0" rIns="0" bIns="0" rtlCol="0"/>
          <a:lstStyle/>
          <a:p>
            <a:pPr eaLnBrk="1" fontAlgn="auto" hangingPunct="1">
              <a:spcBef>
                <a:spcPts val="0"/>
              </a:spcBef>
              <a:spcAft>
                <a:spcPts val="0"/>
              </a:spcAft>
              <a:buFontTx/>
              <a:buNone/>
            </a:pPr>
            <a:endParaRPr sz="600">
              <a:solidFill>
                <a:prstClr val="black"/>
              </a:solidFill>
              <a:latin typeface="Arial Narrow" panose="020B0606020202030204" pitchFamily="34" charset="0"/>
              <a:ea typeface="a고딕14" panose="02020600000000000000" pitchFamily="18" charset="-127"/>
            </a:endParaRPr>
          </a:p>
        </p:txBody>
      </p:sp>
      <p:sp>
        <p:nvSpPr>
          <p:cNvPr id="49" name="object 20"/>
          <p:cNvSpPr/>
          <p:nvPr/>
        </p:nvSpPr>
        <p:spPr>
          <a:xfrm>
            <a:off x="6620708" y="2485230"/>
            <a:ext cx="2724904" cy="4004470"/>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chemeClr val="bg1"/>
          </a:solidFill>
          <a:ln w="3175">
            <a:solidFill>
              <a:schemeClr val="tx1">
                <a:lumMod val="50000"/>
                <a:lumOff val="50000"/>
              </a:schemeClr>
            </a:solidFill>
          </a:ln>
          <a:effectLst>
            <a:outerShdw blurRad="25400" dist="38100" dir="2700000" algn="tl" rotWithShape="0">
              <a:prstClr val="black">
                <a:alpha val="40000"/>
              </a:prstClr>
            </a:outerShdw>
          </a:effectLst>
        </p:spPr>
        <p:txBody>
          <a:bodyPr wrap="square" lIns="0" tIns="0" rIns="0" bIns="0" rtlCol="0"/>
          <a:lstStyle/>
          <a:p>
            <a:pPr eaLnBrk="1" fontAlgn="auto" hangingPunct="1">
              <a:spcBef>
                <a:spcPts val="0"/>
              </a:spcBef>
              <a:spcAft>
                <a:spcPts val="0"/>
              </a:spcAft>
              <a:buFontTx/>
              <a:buNone/>
            </a:pPr>
            <a:endParaRPr sz="600">
              <a:solidFill>
                <a:prstClr val="black"/>
              </a:solidFill>
              <a:latin typeface="Arial Narrow" panose="020B0606020202030204" pitchFamily="34" charset="0"/>
              <a:ea typeface="a고딕14" panose="02020600000000000000" pitchFamily="18" charset="-127"/>
            </a:endParaRPr>
          </a:p>
        </p:txBody>
      </p:sp>
      <p:sp>
        <p:nvSpPr>
          <p:cNvPr id="50" name="object 20"/>
          <p:cNvSpPr/>
          <p:nvPr/>
        </p:nvSpPr>
        <p:spPr>
          <a:xfrm>
            <a:off x="593029" y="2485230"/>
            <a:ext cx="2719619" cy="4004470"/>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chemeClr val="bg1"/>
          </a:solidFill>
          <a:ln w="3175">
            <a:solidFill>
              <a:schemeClr val="tx1">
                <a:lumMod val="50000"/>
                <a:lumOff val="50000"/>
              </a:schemeClr>
            </a:solidFill>
          </a:ln>
          <a:effectLst>
            <a:outerShdw blurRad="25400" dist="38100" dir="2700000" algn="tl" rotWithShape="0">
              <a:prstClr val="black">
                <a:alpha val="40000"/>
              </a:prstClr>
            </a:outerShdw>
          </a:effectLst>
        </p:spPr>
        <p:txBody>
          <a:bodyPr wrap="square" lIns="0" tIns="0" rIns="0" bIns="0" rtlCol="0"/>
          <a:lstStyle/>
          <a:p>
            <a:pPr eaLnBrk="1" fontAlgn="auto" hangingPunct="1">
              <a:spcBef>
                <a:spcPts val="0"/>
              </a:spcBef>
              <a:spcAft>
                <a:spcPts val="0"/>
              </a:spcAft>
              <a:buFontTx/>
              <a:buNone/>
            </a:pPr>
            <a:endParaRPr sz="600">
              <a:solidFill>
                <a:prstClr val="black"/>
              </a:solidFill>
              <a:latin typeface="Arial Narrow" panose="020B0606020202030204" pitchFamily="34" charset="0"/>
              <a:ea typeface="a고딕14" panose="02020600000000000000" pitchFamily="18" charset="-127"/>
            </a:endParaRPr>
          </a:p>
        </p:txBody>
      </p:sp>
      <p:sp>
        <p:nvSpPr>
          <p:cNvPr id="51" name="ListLeanHorizontalTextTopic1">
            <a:extLst>
              <a:ext uri="{FF2B5EF4-FFF2-40B4-BE49-F238E27FC236}">
                <a16:creationId xmlns:a16="http://schemas.microsoft.com/office/drawing/2014/main" id="{2A0E79FF-ADB6-4F8C-ACEB-987E8EECCAF9}"/>
              </a:ext>
            </a:extLst>
          </p:cNvPr>
          <p:cNvSpPr txBox="1">
            <a:spLocks noChangeArrowheads="1"/>
          </p:cNvSpPr>
          <p:nvPr/>
        </p:nvSpPr>
        <p:spPr bwMode="auto">
          <a:xfrm>
            <a:off x="632521" y="6306197"/>
            <a:ext cx="2559290" cy="183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latinLnBrk="0">
              <a:lnSpc>
                <a:spcPct val="90000"/>
              </a:lnSpc>
              <a:spcBef>
                <a:spcPts val="400"/>
              </a:spcBef>
              <a:buSzPct val="100000"/>
              <a:buNone/>
              <a:defRPr/>
            </a:pPr>
            <a:r>
              <a:rPr lang="en-US" altLang="ko-KR" sz="800" b="0" dirty="0">
                <a:solidFill>
                  <a:srgbClr val="000000"/>
                </a:solidFill>
                <a:ea typeface="a고딕14" panose="02020600000000000000" pitchFamily="18" charset="-127"/>
                <a:cs typeface="Arial Narrow" pitchFamily="34" charset="0"/>
              </a:rPr>
              <a:t>* </a:t>
            </a:r>
            <a:r>
              <a:rPr lang="ko-KR" altLang="en-US" sz="800" b="0" dirty="0">
                <a:solidFill>
                  <a:srgbClr val="000000"/>
                </a:solidFill>
                <a:ea typeface="a고딕14" panose="02020600000000000000" pitchFamily="18" charset="-127"/>
                <a:cs typeface="Arial Narrow" pitchFamily="34" charset="0"/>
              </a:rPr>
              <a:t>구체적 일자는</a:t>
            </a:r>
            <a:r>
              <a:rPr lang="en-US" altLang="ko-KR" sz="800" b="0" dirty="0">
                <a:solidFill>
                  <a:srgbClr val="000000"/>
                </a:solidFill>
                <a:ea typeface="a고딕14" panose="02020600000000000000" pitchFamily="18" charset="-127"/>
                <a:cs typeface="Arial Narrow" pitchFamily="34" charset="0"/>
              </a:rPr>
              <a:t> </a:t>
            </a:r>
            <a:r>
              <a:rPr lang="ko-KR" altLang="en-US" sz="800" b="0" dirty="0">
                <a:solidFill>
                  <a:srgbClr val="000000"/>
                </a:solidFill>
                <a:ea typeface="a고딕14" panose="02020600000000000000" pitchFamily="18" charset="-127"/>
                <a:cs typeface="Arial Narrow" pitchFamily="34" charset="0"/>
              </a:rPr>
              <a:t>실무자와의 협의 후 최종 결정함</a:t>
            </a:r>
            <a:r>
              <a:rPr lang="en-US" altLang="ko-KR" sz="800" b="0" dirty="0">
                <a:solidFill>
                  <a:srgbClr val="000000"/>
                </a:solidFill>
                <a:ea typeface="a고딕14" panose="02020600000000000000" pitchFamily="18" charset="-127"/>
                <a:cs typeface="Arial Narrow" pitchFamily="34" charset="0"/>
              </a:rPr>
              <a:t> </a:t>
            </a:r>
            <a:endParaRPr lang="en-US" sz="800" b="0" dirty="0">
              <a:solidFill>
                <a:srgbClr val="000000"/>
              </a:solidFill>
              <a:ea typeface="a고딕14" panose="02020600000000000000" pitchFamily="18" charset="-127"/>
              <a:cs typeface="Arial Narrow" pitchFamily="34" charset="0"/>
            </a:endParaRPr>
          </a:p>
        </p:txBody>
      </p:sp>
      <p:grpSp>
        <p:nvGrpSpPr>
          <p:cNvPr id="52" name="그룹 51"/>
          <p:cNvGrpSpPr/>
          <p:nvPr/>
        </p:nvGrpSpPr>
        <p:grpSpPr>
          <a:xfrm>
            <a:off x="596900" y="2153262"/>
            <a:ext cx="2724904" cy="266602"/>
            <a:chOff x="350576" y="1793973"/>
            <a:chExt cx="2648545" cy="266602"/>
          </a:xfrm>
        </p:grpSpPr>
        <p:sp>
          <p:nvSpPr>
            <p:cNvPr id="53" name="ListLeanHorizontalTextTopic1">
              <a:extLst>
                <a:ext uri="{FF2B5EF4-FFF2-40B4-BE49-F238E27FC236}">
                  <a16:creationId xmlns:a16="http://schemas.microsoft.com/office/drawing/2014/main" id="{86528A09-E614-4CF0-AE3A-71B312525DCA}"/>
                </a:ext>
              </a:extLst>
            </p:cNvPr>
            <p:cNvSpPr txBox="1">
              <a:spLocks noChangeArrowheads="1"/>
            </p:cNvSpPr>
            <p:nvPr/>
          </p:nvSpPr>
          <p:spPr bwMode="auto">
            <a:xfrm>
              <a:off x="350576" y="1793973"/>
              <a:ext cx="2648545" cy="266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72000" anchor="b">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ko-KR" altLang="en-US" sz="1400" b="0" dirty="0">
                  <a:solidFill>
                    <a:srgbClr val="000000"/>
                  </a:solidFill>
                  <a:ea typeface="a고딕14" panose="02020600000000000000" pitchFamily="18" charset="-127"/>
                  <a:cs typeface="Arial Narrow" pitchFamily="34" charset="0"/>
                </a:rPr>
                <a:t>보고 대상 및 시기</a:t>
              </a:r>
              <a:endParaRPr lang="en-US" sz="1400" b="0" dirty="0">
                <a:solidFill>
                  <a:srgbClr val="000000"/>
                </a:solidFill>
                <a:ea typeface="a고딕14" panose="02020600000000000000" pitchFamily="18" charset="-127"/>
                <a:cs typeface="Arial Narrow" pitchFamily="34" charset="0"/>
              </a:endParaRPr>
            </a:p>
          </p:txBody>
        </p:sp>
        <p:cxnSp>
          <p:nvCxnSpPr>
            <p:cNvPr id="54" name="Horizontal Line">
              <a:extLst>
                <a:ext uri="{FF2B5EF4-FFF2-40B4-BE49-F238E27FC236}">
                  <a16:creationId xmlns:a16="http://schemas.microsoft.com/office/drawing/2014/main" id="{80DD8D81-D282-4063-B462-D29DF8D31A9E}"/>
                </a:ext>
              </a:extLst>
            </p:cNvPr>
            <p:cNvCxnSpPr>
              <a:cxnSpLocks/>
            </p:cNvCxnSpPr>
            <p:nvPr/>
          </p:nvCxnSpPr>
          <p:spPr>
            <a:xfrm>
              <a:off x="350576" y="2060575"/>
              <a:ext cx="2648545" cy="0"/>
            </a:xfrm>
            <a:prstGeom prst="line">
              <a:avLst/>
            </a:prstGeom>
            <a:noFill/>
            <a:ln w="22225" cap="flat" cmpd="sng" algn="ctr">
              <a:solidFill>
                <a:srgbClr val="003F56"/>
              </a:solidFill>
              <a:prstDash val="solid"/>
            </a:ln>
            <a:effectLst/>
          </p:spPr>
        </p:cxnSp>
      </p:grpSp>
      <p:grpSp>
        <p:nvGrpSpPr>
          <p:cNvPr id="55" name="그룹 54"/>
          <p:cNvGrpSpPr/>
          <p:nvPr/>
        </p:nvGrpSpPr>
        <p:grpSpPr>
          <a:xfrm>
            <a:off x="3603006" y="2157936"/>
            <a:ext cx="2734272" cy="266602"/>
            <a:chOff x="3311055" y="1793973"/>
            <a:chExt cx="2657650" cy="266602"/>
          </a:xfrm>
        </p:grpSpPr>
        <p:sp>
          <p:nvSpPr>
            <p:cNvPr id="56" name="ListLeanHorizontalTextTopic1">
              <a:extLst>
                <a:ext uri="{FF2B5EF4-FFF2-40B4-BE49-F238E27FC236}">
                  <a16:creationId xmlns:a16="http://schemas.microsoft.com/office/drawing/2014/main" id="{1BFA6A99-8F00-4CE4-92D4-8E2BD7F193E8}"/>
                </a:ext>
              </a:extLst>
            </p:cNvPr>
            <p:cNvSpPr txBox="1">
              <a:spLocks noChangeArrowheads="1"/>
            </p:cNvSpPr>
            <p:nvPr/>
          </p:nvSpPr>
          <p:spPr bwMode="auto">
            <a:xfrm>
              <a:off x="3311055" y="1793973"/>
              <a:ext cx="2648545" cy="266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72000" anchor="b">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ko-KR" altLang="en-US" sz="1400" b="0" dirty="0">
                  <a:solidFill>
                    <a:srgbClr val="000000"/>
                  </a:solidFill>
                  <a:ea typeface="a고딕14" panose="02020600000000000000" pitchFamily="18" charset="-127"/>
                  <a:cs typeface="Arial Narrow" pitchFamily="34" charset="0"/>
                </a:rPr>
                <a:t>보고 내용</a:t>
              </a:r>
              <a:endParaRPr lang="en-US" sz="1400" b="0" dirty="0">
                <a:solidFill>
                  <a:srgbClr val="000000"/>
                </a:solidFill>
                <a:ea typeface="a고딕14" panose="02020600000000000000" pitchFamily="18" charset="-127"/>
                <a:cs typeface="Arial Narrow" pitchFamily="34" charset="0"/>
              </a:endParaRPr>
            </a:p>
          </p:txBody>
        </p:sp>
        <p:cxnSp>
          <p:nvCxnSpPr>
            <p:cNvPr id="57" name="Horizontal Line">
              <a:extLst>
                <a:ext uri="{FF2B5EF4-FFF2-40B4-BE49-F238E27FC236}">
                  <a16:creationId xmlns:a16="http://schemas.microsoft.com/office/drawing/2014/main" id="{9132A8A1-40B3-423C-AFA0-2CCC29C66C6D}"/>
                </a:ext>
              </a:extLst>
            </p:cNvPr>
            <p:cNvCxnSpPr>
              <a:cxnSpLocks/>
            </p:cNvCxnSpPr>
            <p:nvPr/>
          </p:nvCxnSpPr>
          <p:spPr>
            <a:xfrm>
              <a:off x="3311055" y="2060575"/>
              <a:ext cx="2657650" cy="0"/>
            </a:xfrm>
            <a:prstGeom prst="line">
              <a:avLst/>
            </a:prstGeom>
            <a:noFill/>
            <a:ln w="22225" cap="flat" cmpd="sng" algn="ctr">
              <a:solidFill>
                <a:srgbClr val="003F56"/>
              </a:solidFill>
              <a:prstDash val="solid"/>
            </a:ln>
            <a:effectLst/>
          </p:spPr>
        </p:cxnSp>
      </p:grpSp>
      <p:grpSp>
        <p:nvGrpSpPr>
          <p:cNvPr id="58" name="그룹 57"/>
          <p:cNvGrpSpPr/>
          <p:nvPr/>
        </p:nvGrpSpPr>
        <p:grpSpPr>
          <a:xfrm>
            <a:off x="6620708" y="2157936"/>
            <a:ext cx="2724904" cy="266602"/>
            <a:chOff x="6271534" y="1793973"/>
            <a:chExt cx="2648545" cy="266602"/>
          </a:xfrm>
        </p:grpSpPr>
        <p:sp>
          <p:nvSpPr>
            <p:cNvPr id="59" name="ListLeanHorizontalTextTopic1">
              <a:extLst>
                <a:ext uri="{FF2B5EF4-FFF2-40B4-BE49-F238E27FC236}">
                  <a16:creationId xmlns:a16="http://schemas.microsoft.com/office/drawing/2014/main" id="{E5E2E26F-D70A-4875-B6E0-3F53FEE5E9EB}"/>
                </a:ext>
              </a:extLst>
            </p:cNvPr>
            <p:cNvSpPr txBox="1">
              <a:spLocks noChangeArrowheads="1"/>
            </p:cNvSpPr>
            <p:nvPr/>
          </p:nvSpPr>
          <p:spPr bwMode="auto">
            <a:xfrm>
              <a:off x="6271534" y="1793973"/>
              <a:ext cx="2648545" cy="266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72000" anchor="b">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ko-KR" altLang="en-US" sz="1400" b="0">
                  <a:solidFill>
                    <a:srgbClr val="000000"/>
                  </a:solidFill>
                  <a:ea typeface="a고딕14" panose="02020600000000000000" pitchFamily="18" charset="-127"/>
                  <a:cs typeface="Arial Narrow" pitchFamily="34" charset="0"/>
                </a:rPr>
                <a:t>보고 형태</a:t>
              </a:r>
              <a:endParaRPr lang="en-US" sz="1400" b="0" dirty="0">
                <a:solidFill>
                  <a:srgbClr val="000000"/>
                </a:solidFill>
                <a:ea typeface="a고딕14" panose="02020600000000000000" pitchFamily="18" charset="-127"/>
                <a:cs typeface="Arial Narrow" pitchFamily="34" charset="0"/>
              </a:endParaRPr>
            </a:p>
          </p:txBody>
        </p:sp>
        <p:cxnSp>
          <p:nvCxnSpPr>
            <p:cNvPr id="60" name="Horizontal Line">
              <a:extLst>
                <a:ext uri="{FF2B5EF4-FFF2-40B4-BE49-F238E27FC236}">
                  <a16:creationId xmlns:a16="http://schemas.microsoft.com/office/drawing/2014/main" id="{19D8606E-CC38-42C8-9526-3E439B368A95}"/>
                </a:ext>
              </a:extLst>
            </p:cNvPr>
            <p:cNvCxnSpPr>
              <a:cxnSpLocks/>
            </p:cNvCxnSpPr>
            <p:nvPr/>
          </p:nvCxnSpPr>
          <p:spPr>
            <a:xfrm>
              <a:off x="6271534" y="2060575"/>
              <a:ext cx="2648545" cy="0"/>
            </a:xfrm>
            <a:prstGeom prst="line">
              <a:avLst/>
            </a:prstGeom>
            <a:noFill/>
            <a:ln w="22225" cap="flat" cmpd="sng" algn="ctr">
              <a:solidFill>
                <a:srgbClr val="003F56"/>
              </a:solidFill>
              <a:prstDash val="solid"/>
            </a:ln>
            <a:effectLst/>
          </p:spPr>
        </p:cxnSp>
      </p:grpSp>
      <p:sp>
        <p:nvSpPr>
          <p:cNvPr id="61" name="ListLeanHorizontalTextTopic1">
            <a:extLst>
              <a:ext uri="{FF2B5EF4-FFF2-40B4-BE49-F238E27FC236}">
                <a16:creationId xmlns:a16="http://schemas.microsoft.com/office/drawing/2014/main" id="{9373E672-941E-4949-9D4C-B330E964B5D5}"/>
              </a:ext>
            </a:extLst>
          </p:cNvPr>
          <p:cNvSpPr txBox="1">
            <a:spLocks noChangeArrowheads="1"/>
          </p:cNvSpPr>
          <p:nvPr/>
        </p:nvSpPr>
        <p:spPr bwMode="auto">
          <a:xfrm>
            <a:off x="666580" y="2536453"/>
            <a:ext cx="2525229" cy="22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ko-KR" altLang="en-US" sz="1100" dirty="0">
                <a:solidFill>
                  <a:srgbClr val="000000"/>
                </a:solidFill>
                <a:ea typeface="a고딕14" panose="02020600000000000000" pitchFamily="18" charset="-127"/>
                <a:cs typeface="Arial Narrow" pitchFamily="34" charset="0"/>
              </a:rPr>
              <a:t>보고 대상</a:t>
            </a:r>
            <a:endParaRPr lang="en-US" sz="1100" dirty="0">
              <a:solidFill>
                <a:srgbClr val="000000"/>
              </a:solidFill>
              <a:ea typeface="a고딕14" panose="02020600000000000000" pitchFamily="18" charset="-127"/>
              <a:cs typeface="Arial Narrow" pitchFamily="34" charset="0"/>
            </a:endParaRPr>
          </a:p>
        </p:txBody>
      </p:sp>
      <p:sp>
        <p:nvSpPr>
          <p:cNvPr id="62" name="ListLeanHorizontalTextTopic1">
            <a:extLst>
              <a:ext uri="{FF2B5EF4-FFF2-40B4-BE49-F238E27FC236}">
                <a16:creationId xmlns:a16="http://schemas.microsoft.com/office/drawing/2014/main" id="{F067639C-4CB1-48D1-A0AA-641A041BB98C}"/>
              </a:ext>
            </a:extLst>
          </p:cNvPr>
          <p:cNvSpPr txBox="1">
            <a:spLocks noChangeArrowheads="1"/>
          </p:cNvSpPr>
          <p:nvPr/>
        </p:nvSpPr>
        <p:spPr bwMode="auto">
          <a:xfrm>
            <a:off x="666579" y="2746899"/>
            <a:ext cx="2643629" cy="478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defPPr>
              <a:defRPr lang="en-US"/>
            </a:defPPr>
            <a:lvl1pPr marL="179388" indent="-179388" algn="l" latinLnBrk="0">
              <a:lnSpc>
                <a:spcPct val="120000"/>
              </a:lnSpc>
              <a:spcBef>
                <a:spcPts val="400"/>
              </a:spcBef>
              <a:buSzPct val="100000"/>
              <a:buFont typeface="Arial Narrow" panose="020B0606020202030204" pitchFamily="34" charset="0"/>
              <a:buChar char="&gt;"/>
              <a:defRPr sz="1300" b="0">
                <a:solidFill>
                  <a:srgbClr val="000000"/>
                </a:solidFill>
                <a:latin typeface="Arial Narrow" pitchFamily="34" charset="0"/>
                <a:ea typeface="a고딕14" panose="02020600000000000000" pitchFamily="18" charset="-127"/>
                <a:cs typeface="Arial Narrow" pitchFamily="34" charset="0"/>
              </a:defRPr>
            </a:lvl1pPr>
            <a:lvl2pPr marL="742950" indent="-285750">
              <a:defRPr sz="1300" b="1">
                <a:latin typeface="Arial Narrow" pitchFamily="34" charset="0"/>
                <a:ea typeface="Malgun Gothic" pitchFamily="34" charset="-127"/>
              </a:defRPr>
            </a:lvl2pPr>
            <a:lvl3pPr marL="1143000" indent="-228600">
              <a:defRPr sz="1300" b="1">
                <a:latin typeface="Arial Narrow" pitchFamily="34" charset="0"/>
                <a:ea typeface="Malgun Gothic" pitchFamily="34" charset="-127"/>
              </a:defRPr>
            </a:lvl3pPr>
            <a:lvl4pPr marL="1600200" indent="-228600">
              <a:defRPr sz="1300" b="1">
                <a:latin typeface="Arial Narrow" pitchFamily="34" charset="0"/>
                <a:ea typeface="Malgun Gothic" pitchFamily="34" charset="-127"/>
              </a:defRPr>
            </a:lvl4pPr>
            <a:lvl5pPr marL="2057400" indent="-228600">
              <a:defRPr sz="1300" b="1">
                <a:latin typeface="Arial Narrow" pitchFamily="34" charset="0"/>
                <a:ea typeface="Malgun Gothic" pitchFamily="34" charset="-127"/>
              </a:defRPr>
            </a:lvl5pPr>
            <a:lvl6pPr marL="2514600" indent="-228600" eaLnBrk="0" fontAlgn="base" hangingPunct="0">
              <a:spcBef>
                <a:spcPct val="0"/>
              </a:spcBef>
              <a:spcAft>
                <a:spcPct val="0"/>
              </a:spcAft>
              <a:defRPr sz="1300" b="1">
                <a:latin typeface="Arial Narrow" pitchFamily="34" charset="0"/>
                <a:ea typeface="Malgun Gothic" pitchFamily="34" charset="-127"/>
              </a:defRPr>
            </a:lvl6pPr>
            <a:lvl7pPr marL="2971800" indent="-228600" eaLnBrk="0" fontAlgn="base" hangingPunct="0">
              <a:spcBef>
                <a:spcPct val="0"/>
              </a:spcBef>
              <a:spcAft>
                <a:spcPct val="0"/>
              </a:spcAft>
              <a:defRPr sz="1300" b="1">
                <a:latin typeface="Arial Narrow" pitchFamily="34" charset="0"/>
                <a:ea typeface="Malgun Gothic" pitchFamily="34" charset="-127"/>
              </a:defRPr>
            </a:lvl7pPr>
            <a:lvl8pPr marL="3429000" indent="-228600" eaLnBrk="0" fontAlgn="base" hangingPunct="0">
              <a:spcBef>
                <a:spcPct val="0"/>
              </a:spcBef>
              <a:spcAft>
                <a:spcPct val="0"/>
              </a:spcAft>
              <a:defRPr sz="1300" b="1">
                <a:latin typeface="Arial Narrow" pitchFamily="34" charset="0"/>
                <a:ea typeface="Malgun Gothic" pitchFamily="34" charset="-127"/>
              </a:defRPr>
            </a:lvl8pPr>
            <a:lvl9pPr marL="3886200" indent="-228600" eaLnBrk="0" fontAlgn="base" hangingPunct="0">
              <a:spcBef>
                <a:spcPct val="0"/>
              </a:spcBef>
              <a:spcAft>
                <a:spcPct val="0"/>
              </a:spcAft>
              <a:defRPr sz="1300" b="1">
                <a:latin typeface="Arial Narrow" pitchFamily="34" charset="0"/>
                <a:ea typeface="Malgun Gothic" pitchFamily="34" charset="-127"/>
              </a:defRPr>
            </a:lvl9pPr>
          </a:lstStyle>
          <a:p>
            <a:r>
              <a:rPr lang="ko-KR" altLang="en-US" sz="1100" dirty="0" err="1"/>
              <a:t>공식보고와</a:t>
            </a:r>
            <a:r>
              <a:rPr lang="ko-KR" altLang="en-US" sz="1100" dirty="0"/>
              <a:t> 비공식 보고에 따라 참석 대상 구분</a:t>
            </a:r>
            <a:endParaRPr lang="en-US" sz="1100" dirty="0"/>
          </a:p>
        </p:txBody>
      </p:sp>
      <p:sp>
        <p:nvSpPr>
          <p:cNvPr id="63" name="ListLeanHorizontalTextTopic1">
            <a:extLst>
              <a:ext uri="{FF2B5EF4-FFF2-40B4-BE49-F238E27FC236}">
                <a16:creationId xmlns:a16="http://schemas.microsoft.com/office/drawing/2014/main" id="{54352A1A-EA92-4F89-908C-B3EB399E64EC}"/>
              </a:ext>
            </a:extLst>
          </p:cNvPr>
          <p:cNvSpPr txBox="1">
            <a:spLocks noChangeArrowheads="1"/>
          </p:cNvSpPr>
          <p:nvPr/>
        </p:nvSpPr>
        <p:spPr bwMode="auto">
          <a:xfrm>
            <a:off x="666580" y="5149453"/>
            <a:ext cx="2525229" cy="22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ko-KR" altLang="en-US" sz="1100">
                <a:solidFill>
                  <a:srgbClr val="000000"/>
                </a:solidFill>
                <a:ea typeface="a고딕14" panose="02020600000000000000" pitchFamily="18" charset="-127"/>
                <a:cs typeface="Arial Narrow" pitchFamily="34" charset="0"/>
              </a:rPr>
              <a:t>보고 시기</a:t>
            </a:r>
            <a:endParaRPr lang="en-US" sz="1100" dirty="0">
              <a:solidFill>
                <a:srgbClr val="000000"/>
              </a:solidFill>
              <a:ea typeface="a고딕14" panose="02020600000000000000" pitchFamily="18" charset="-127"/>
              <a:cs typeface="Arial Narrow" pitchFamily="34" charset="0"/>
            </a:endParaRPr>
          </a:p>
        </p:txBody>
      </p:sp>
      <p:sp>
        <p:nvSpPr>
          <p:cNvPr id="64" name="ListLeanHorizontalTextTopic1">
            <a:extLst>
              <a:ext uri="{FF2B5EF4-FFF2-40B4-BE49-F238E27FC236}">
                <a16:creationId xmlns:a16="http://schemas.microsoft.com/office/drawing/2014/main" id="{8D1B15C9-29BE-4196-B639-369B622FCF3D}"/>
              </a:ext>
            </a:extLst>
          </p:cNvPr>
          <p:cNvSpPr txBox="1">
            <a:spLocks noChangeArrowheads="1"/>
          </p:cNvSpPr>
          <p:nvPr/>
        </p:nvSpPr>
        <p:spPr bwMode="auto">
          <a:xfrm>
            <a:off x="666803" y="5359899"/>
            <a:ext cx="2643405" cy="733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defPPr>
              <a:defRPr lang="en-US"/>
            </a:defPPr>
            <a:lvl1pPr marL="179388" indent="-179388" algn="l" latinLnBrk="0">
              <a:lnSpc>
                <a:spcPct val="120000"/>
              </a:lnSpc>
              <a:spcBef>
                <a:spcPts val="400"/>
              </a:spcBef>
              <a:buSzPct val="100000"/>
              <a:buFont typeface="Arial Narrow" panose="020B0606020202030204" pitchFamily="34" charset="0"/>
              <a:buChar char="&gt;"/>
              <a:defRPr sz="1300" b="0">
                <a:solidFill>
                  <a:srgbClr val="000000"/>
                </a:solidFill>
                <a:latin typeface="Arial Narrow" pitchFamily="34" charset="0"/>
                <a:ea typeface="a고딕14" panose="02020600000000000000" pitchFamily="18" charset="-127"/>
                <a:cs typeface="Arial Narrow" pitchFamily="34" charset="0"/>
              </a:defRPr>
            </a:lvl1pPr>
            <a:lvl2pPr marL="742950" indent="-285750">
              <a:defRPr sz="1300" b="1">
                <a:latin typeface="Arial Narrow" pitchFamily="34" charset="0"/>
                <a:ea typeface="Malgun Gothic" pitchFamily="34" charset="-127"/>
              </a:defRPr>
            </a:lvl2pPr>
            <a:lvl3pPr marL="1143000" indent="-228600">
              <a:defRPr sz="1300" b="1">
                <a:latin typeface="Arial Narrow" pitchFamily="34" charset="0"/>
                <a:ea typeface="Malgun Gothic" pitchFamily="34" charset="-127"/>
              </a:defRPr>
            </a:lvl3pPr>
            <a:lvl4pPr marL="1600200" indent="-228600">
              <a:defRPr sz="1300" b="1">
                <a:latin typeface="Arial Narrow" pitchFamily="34" charset="0"/>
                <a:ea typeface="Malgun Gothic" pitchFamily="34" charset="-127"/>
              </a:defRPr>
            </a:lvl4pPr>
            <a:lvl5pPr marL="2057400" indent="-228600">
              <a:defRPr sz="1300" b="1">
                <a:latin typeface="Arial Narrow" pitchFamily="34" charset="0"/>
                <a:ea typeface="Malgun Gothic" pitchFamily="34" charset="-127"/>
              </a:defRPr>
            </a:lvl5pPr>
            <a:lvl6pPr marL="2514600" indent="-228600" eaLnBrk="0" fontAlgn="base" hangingPunct="0">
              <a:spcBef>
                <a:spcPct val="0"/>
              </a:spcBef>
              <a:spcAft>
                <a:spcPct val="0"/>
              </a:spcAft>
              <a:defRPr sz="1300" b="1">
                <a:latin typeface="Arial Narrow" pitchFamily="34" charset="0"/>
                <a:ea typeface="Malgun Gothic" pitchFamily="34" charset="-127"/>
              </a:defRPr>
            </a:lvl6pPr>
            <a:lvl7pPr marL="2971800" indent="-228600" eaLnBrk="0" fontAlgn="base" hangingPunct="0">
              <a:spcBef>
                <a:spcPct val="0"/>
              </a:spcBef>
              <a:spcAft>
                <a:spcPct val="0"/>
              </a:spcAft>
              <a:defRPr sz="1300" b="1">
                <a:latin typeface="Arial Narrow" pitchFamily="34" charset="0"/>
                <a:ea typeface="Malgun Gothic" pitchFamily="34" charset="-127"/>
              </a:defRPr>
            </a:lvl7pPr>
            <a:lvl8pPr marL="3429000" indent="-228600" eaLnBrk="0" fontAlgn="base" hangingPunct="0">
              <a:spcBef>
                <a:spcPct val="0"/>
              </a:spcBef>
              <a:spcAft>
                <a:spcPct val="0"/>
              </a:spcAft>
              <a:defRPr sz="1300" b="1">
                <a:latin typeface="Arial Narrow" pitchFamily="34" charset="0"/>
                <a:ea typeface="Malgun Gothic" pitchFamily="34" charset="-127"/>
              </a:defRPr>
            </a:lvl8pPr>
            <a:lvl9pPr marL="3886200" indent="-228600" eaLnBrk="0" fontAlgn="base" hangingPunct="0">
              <a:spcBef>
                <a:spcPct val="0"/>
              </a:spcBef>
              <a:spcAft>
                <a:spcPct val="0"/>
              </a:spcAft>
              <a:defRPr sz="1300" b="1">
                <a:latin typeface="Arial Narrow" pitchFamily="34" charset="0"/>
                <a:ea typeface="Malgun Gothic" pitchFamily="34" charset="-127"/>
              </a:defRPr>
            </a:lvl9pPr>
          </a:lstStyle>
          <a:p>
            <a:r>
              <a:rPr lang="ko-KR" altLang="en-US" sz="1100" dirty="0" err="1"/>
              <a:t>공식보고</a:t>
            </a:r>
            <a:r>
              <a:rPr lang="en-US" altLang="ko-KR" sz="1100" dirty="0"/>
              <a:t>: Kick-off, </a:t>
            </a:r>
            <a:r>
              <a:rPr lang="ko-KR" altLang="en-US" sz="1100" dirty="0"/>
              <a:t>중간보고</a:t>
            </a:r>
            <a:r>
              <a:rPr lang="en-US" altLang="ko-KR" sz="1100" dirty="0"/>
              <a:t>, </a:t>
            </a:r>
            <a:r>
              <a:rPr lang="ko-KR" altLang="en-US" sz="1100" dirty="0"/>
              <a:t>최종보고</a:t>
            </a:r>
          </a:p>
          <a:p>
            <a:r>
              <a:rPr lang="ko-KR" altLang="en-US" sz="1100" dirty="0"/>
              <a:t>비공식 보고</a:t>
            </a:r>
            <a:r>
              <a:rPr lang="en-US" altLang="ko-KR" sz="1100" dirty="0"/>
              <a:t>: Progress review </a:t>
            </a:r>
            <a:br>
              <a:rPr lang="en-US" altLang="ko-KR" sz="1100" dirty="0"/>
            </a:br>
            <a:r>
              <a:rPr lang="en-US" altLang="ko-KR" sz="1100" dirty="0"/>
              <a:t>(weekly / bi-weekly), </a:t>
            </a:r>
            <a:r>
              <a:rPr lang="ko-KR" altLang="en-US" sz="1100" dirty="0"/>
              <a:t>실무 협의회의</a:t>
            </a:r>
            <a:endParaRPr lang="en-US" sz="1100" dirty="0"/>
          </a:p>
        </p:txBody>
      </p:sp>
      <p:sp>
        <p:nvSpPr>
          <p:cNvPr id="65" name="ListLeanHorizontalTextTopic1">
            <a:extLst>
              <a:ext uri="{FF2B5EF4-FFF2-40B4-BE49-F238E27FC236}">
                <a16:creationId xmlns:a16="http://schemas.microsoft.com/office/drawing/2014/main" id="{175B6347-FA57-4CA2-A7CD-2901E03440B0}"/>
              </a:ext>
            </a:extLst>
          </p:cNvPr>
          <p:cNvSpPr txBox="1">
            <a:spLocks noChangeArrowheads="1"/>
          </p:cNvSpPr>
          <p:nvPr/>
        </p:nvSpPr>
        <p:spPr bwMode="auto">
          <a:xfrm>
            <a:off x="3672687" y="2536453"/>
            <a:ext cx="2525229" cy="22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ko-KR" altLang="en-US" sz="1100" dirty="0">
                <a:solidFill>
                  <a:srgbClr val="000000"/>
                </a:solidFill>
                <a:ea typeface="a고딕14" panose="02020600000000000000" pitchFamily="18" charset="-127"/>
                <a:cs typeface="Arial Narrow" pitchFamily="34" charset="0"/>
              </a:rPr>
              <a:t>공식 보고</a:t>
            </a:r>
            <a:endParaRPr lang="en-US" sz="1100" dirty="0">
              <a:solidFill>
                <a:srgbClr val="000000"/>
              </a:solidFill>
              <a:ea typeface="a고딕14" panose="02020600000000000000" pitchFamily="18" charset="-127"/>
              <a:cs typeface="Arial Narrow" pitchFamily="34" charset="0"/>
            </a:endParaRPr>
          </a:p>
        </p:txBody>
      </p:sp>
      <p:sp>
        <p:nvSpPr>
          <p:cNvPr id="66" name="ListLeanHorizontalTextTopic1">
            <a:extLst>
              <a:ext uri="{FF2B5EF4-FFF2-40B4-BE49-F238E27FC236}">
                <a16:creationId xmlns:a16="http://schemas.microsoft.com/office/drawing/2014/main" id="{DF555F9C-57D0-4CA0-B1B0-EDAFB7669FAF}"/>
              </a:ext>
            </a:extLst>
          </p:cNvPr>
          <p:cNvSpPr txBox="1">
            <a:spLocks noChangeArrowheads="1"/>
          </p:cNvSpPr>
          <p:nvPr/>
        </p:nvSpPr>
        <p:spPr bwMode="auto">
          <a:xfrm>
            <a:off x="3672687" y="2746899"/>
            <a:ext cx="2655222" cy="478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defPPr>
              <a:defRPr lang="en-US"/>
            </a:defPPr>
            <a:lvl1pPr marL="179388" indent="-179388" algn="l" latinLnBrk="0">
              <a:lnSpc>
                <a:spcPct val="120000"/>
              </a:lnSpc>
              <a:spcBef>
                <a:spcPts val="400"/>
              </a:spcBef>
              <a:buSzPct val="100000"/>
              <a:buFont typeface="Arial Narrow" panose="020B0606020202030204" pitchFamily="34" charset="0"/>
              <a:buChar char="&gt;"/>
              <a:defRPr sz="1300" b="0">
                <a:solidFill>
                  <a:srgbClr val="000000"/>
                </a:solidFill>
                <a:latin typeface="Arial Narrow" pitchFamily="34" charset="0"/>
                <a:ea typeface="a고딕14" panose="02020600000000000000" pitchFamily="18" charset="-127"/>
                <a:cs typeface="Arial Narrow" pitchFamily="34" charset="0"/>
              </a:defRPr>
            </a:lvl1pPr>
            <a:lvl2pPr marL="742950" indent="-285750">
              <a:defRPr sz="1300" b="1">
                <a:latin typeface="Arial Narrow" pitchFamily="34" charset="0"/>
                <a:ea typeface="Malgun Gothic" pitchFamily="34" charset="-127"/>
              </a:defRPr>
            </a:lvl2pPr>
            <a:lvl3pPr marL="1143000" indent="-228600">
              <a:defRPr sz="1300" b="1">
                <a:latin typeface="Arial Narrow" pitchFamily="34" charset="0"/>
                <a:ea typeface="Malgun Gothic" pitchFamily="34" charset="-127"/>
              </a:defRPr>
            </a:lvl3pPr>
            <a:lvl4pPr marL="1600200" indent="-228600">
              <a:defRPr sz="1300" b="1">
                <a:latin typeface="Arial Narrow" pitchFamily="34" charset="0"/>
                <a:ea typeface="Malgun Gothic" pitchFamily="34" charset="-127"/>
              </a:defRPr>
            </a:lvl4pPr>
            <a:lvl5pPr marL="2057400" indent="-228600">
              <a:defRPr sz="1300" b="1">
                <a:latin typeface="Arial Narrow" pitchFamily="34" charset="0"/>
                <a:ea typeface="Malgun Gothic" pitchFamily="34" charset="-127"/>
              </a:defRPr>
            </a:lvl5pPr>
            <a:lvl6pPr marL="2514600" indent="-228600" eaLnBrk="0" fontAlgn="base" hangingPunct="0">
              <a:spcBef>
                <a:spcPct val="0"/>
              </a:spcBef>
              <a:spcAft>
                <a:spcPct val="0"/>
              </a:spcAft>
              <a:defRPr sz="1300" b="1">
                <a:latin typeface="Arial Narrow" pitchFamily="34" charset="0"/>
                <a:ea typeface="Malgun Gothic" pitchFamily="34" charset="-127"/>
              </a:defRPr>
            </a:lvl6pPr>
            <a:lvl7pPr marL="2971800" indent="-228600" eaLnBrk="0" fontAlgn="base" hangingPunct="0">
              <a:spcBef>
                <a:spcPct val="0"/>
              </a:spcBef>
              <a:spcAft>
                <a:spcPct val="0"/>
              </a:spcAft>
              <a:defRPr sz="1300" b="1">
                <a:latin typeface="Arial Narrow" pitchFamily="34" charset="0"/>
                <a:ea typeface="Malgun Gothic" pitchFamily="34" charset="-127"/>
              </a:defRPr>
            </a:lvl7pPr>
            <a:lvl8pPr marL="3429000" indent="-228600" eaLnBrk="0" fontAlgn="base" hangingPunct="0">
              <a:spcBef>
                <a:spcPct val="0"/>
              </a:spcBef>
              <a:spcAft>
                <a:spcPct val="0"/>
              </a:spcAft>
              <a:defRPr sz="1300" b="1">
                <a:latin typeface="Arial Narrow" pitchFamily="34" charset="0"/>
                <a:ea typeface="Malgun Gothic" pitchFamily="34" charset="-127"/>
              </a:defRPr>
            </a:lvl8pPr>
            <a:lvl9pPr marL="3886200" indent="-228600" eaLnBrk="0" fontAlgn="base" hangingPunct="0">
              <a:spcBef>
                <a:spcPct val="0"/>
              </a:spcBef>
              <a:spcAft>
                <a:spcPct val="0"/>
              </a:spcAft>
              <a:defRPr sz="1300" b="1">
                <a:latin typeface="Arial Narrow" pitchFamily="34" charset="0"/>
                <a:ea typeface="Malgun Gothic" pitchFamily="34" charset="-127"/>
              </a:defRPr>
            </a:lvl9pPr>
          </a:lstStyle>
          <a:p>
            <a:r>
              <a:rPr lang="ko-KR" altLang="en-US" sz="1100" dirty="0"/>
              <a:t>의사결정이 요구되는 내용</a:t>
            </a:r>
            <a:r>
              <a:rPr lang="en-US" altLang="ko-KR" sz="1100" dirty="0"/>
              <a:t>, </a:t>
            </a:r>
            <a:r>
              <a:rPr lang="ko-KR" altLang="en-US" sz="1100" dirty="0"/>
              <a:t>기 의사결정 사항을 중심으로 보고</a:t>
            </a:r>
            <a:endParaRPr lang="en-US" sz="1100" dirty="0"/>
          </a:p>
        </p:txBody>
      </p:sp>
      <p:sp>
        <p:nvSpPr>
          <p:cNvPr id="67" name="ListLeanHorizontalTextTopic1">
            <a:extLst>
              <a:ext uri="{FF2B5EF4-FFF2-40B4-BE49-F238E27FC236}">
                <a16:creationId xmlns:a16="http://schemas.microsoft.com/office/drawing/2014/main" id="{438D10DA-E273-4A51-8623-2F6BF2173B09}"/>
              </a:ext>
            </a:extLst>
          </p:cNvPr>
          <p:cNvSpPr txBox="1">
            <a:spLocks noChangeArrowheads="1"/>
          </p:cNvSpPr>
          <p:nvPr/>
        </p:nvSpPr>
        <p:spPr bwMode="auto">
          <a:xfrm>
            <a:off x="3672687" y="3457265"/>
            <a:ext cx="2525229" cy="22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ko-KR" altLang="en-US" sz="1100" dirty="0">
                <a:solidFill>
                  <a:srgbClr val="000000"/>
                </a:solidFill>
                <a:ea typeface="a고딕14" panose="02020600000000000000" pitchFamily="18" charset="-127"/>
                <a:cs typeface="Arial Narrow" pitchFamily="34" charset="0"/>
              </a:rPr>
              <a:t>비공식 보고</a:t>
            </a:r>
            <a:endParaRPr lang="en-US" sz="1100" dirty="0">
              <a:solidFill>
                <a:srgbClr val="000000"/>
              </a:solidFill>
              <a:ea typeface="a고딕14" panose="02020600000000000000" pitchFamily="18" charset="-127"/>
              <a:cs typeface="Arial Narrow" pitchFamily="34" charset="0"/>
            </a:endParaRPr>
          </a:p>
        </p:txBody>
      </p:sp>
      <p:sp>
        <p:nvSpPr>
          <p:cNvPr id="68" name="ListLeanHorizontalTextTopic1">
            <a:extLst>
              <a:ext uri="{FF2B5EF4-FFF2-40B4-BE49-F238E27FC236}">
                <a16:creationId xmlns:a16="http://schemas.microsoft.com/office/drawing/2014/main" id="{F0E9F5BE-1AAE-4B6D-92EC-458AB9B4B4F6}"/>
              </a:ext>
            </a:extLst>
          </p:cNvPr>
          <p:cNvSpPr txBox="1">
            <a:spLocks noChangeArrowheads="1"/>
          </p:cNvSpPr>
          <p:nvPr/>
        </p:nvSpPr>
        <p:spPr bwMode="auto">
          <a:xfrm>
            <a:off x="3672686" y="3667711"/>
            <a:ext cx="2655223" cy="733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defPPr>
              <a:defRPr lang="en-US"/>
            </a:defPPr>
            <a:lvl1pPr marL="179388" indent="-179388" algn="l" latinLnBrk="0">
              <a:lnSpc>
                <a:spcPct val="120000"/>
              </a:lnSpc>
              <a:spcBef>
                <a:spcPts val="400"/>
              </a:spcBef>
              <a:buSzPct val="100000"/>
              <a:buFont typeface="Arial Narrow" panose="020B0606020202030204" pitchFamily="34" charset="0"/>
              <a:buChar char="&gt;"/>
              <a:defRPr sz="1300" b="0">
                <a:solidFill>
                  <a:srgbClr val="000000"/>
                </a:solidFill>
                <a:latin typeface="Arial Narrow" pitchFamily="34" charset="0"/>
                <a:ea typeface="a고딕14" panose="02020600000000000000" pitchFamily="18" charset="-127"/>
                <a:cs typeface="Arial Narrow" pitchFamily="34" charset="0"/>
              </a:defRPr>
            </a:lvl1pPr>
            <a:lvl2pPr marL="742950" indent="-285750">
              <a:defRPr sz="1300" b="1">
                <a:latin typeface="Arial Narrow" pitchFamily="34" charset="0"/>
                <a:ea typeface="Malgun Gothic" pitchFamily="34" charset="-127"/>
              </a:defRPr>
            </a:lvl2pPr>
            <a:lvl3pPr marL="1143000" indent="-228600">
              <a:defRPr sz="1300" b="1">
                <a:latin typeface="Arial Narrow" pitchFamily="34" charset="0"/>
                <a:ea typeface="Malgun Gothic" pitchFamily="34" charset="-127"/>
              </a:defRPr>
            </a:lvl3pPr>
            <a:lvl4pPr marL="1600200" indent="-228600">
              <a:defRPr sz="1300" b="1">
                <a:latin typeface="Arial Narrow" pitchFamily="34" charset="0"/>
                <a:ea typeface="Malgun Gothic" pitchFamily="34" charset="-127"/>
              </a:defRPr>
            </a:lvl4pPr>
            <a:lvl5pPr marL="2057400" indent="-228600">
              <a:defRPr sz="1300" b="1">
                <a:latin typeface="Arial Narrow" pitchFamily="34" charset="0"/>
                <a:ea typeface="Malgun Gothic" pitchFamily="34" charset="-127"/>
              </a:defRPr>
            </a:lvl5pPr>
            <a:lvl6pPr marL="2514600" indent="-228600" eaLnBrk="0" fontAlgn="base" hangingPunct="0">
              <a:spcBef>
                <a:spcPct val="0"/>
              </a:spcBef>
              <a:spcAft>
                <a:spcPct val="0"/>
              </a:spcAft>
              <a:defRPr sz="1300" b="1">
                <a:latin typeface="Arial Narrow" pitchFamily="34" charset="0"/>
                <a:ea typeface="Malgun Gothic" pitchFamily="34" charset="-127"/>
              </a:defRPr>
            </a:lvl6pPr>
            <a:lvl7pPr marL="2971800" indent="-228600" eaLnBrk="0" fontAlgn="base" hangingPunct="0">
              <a:spcBef>
                <a:spcPct val="0"/>
              </a:spcBef>
              <a:spcAft>
                <a:spcPct val="0"/>
              </a:spcAft>
              <a:defRPr sz="1300" b="1">
                <a:latin typeface="Arial Narrow" pitchFamily="34" charset="0"/>
                <a:ea typeface="Malgun Gothic" pitchFamily="34" charset="-127"/>
              </a:defRPr>
            </a:lvl7pPr>
            <a:lvl8pPr marL="3429000" indent="-228600" eaLnBrk="0" fontAlgn="base" hangingPunct="0">
              <a:spcBef>
                <a:spcPct val="0"/>
              </a:spcBef>
              <a:spcAft>
                <a:spcPct val="0"/>
              </a:spcAft>
              <a:defRPr sz="1300" b="1">
                <a:latin typeface="Arial Narrow" pitchFamily="34" charset="0"/>
                <a:ea typeface="Malgun Gothic" pitchFamily="34" charset="-127"/>
              </a:defRPr>
            </a:lvl8pPr>
            <a:lvl9pPr marL="3886200" indent="-228600" eaLnBrk="0" fontAlgn="base" hangingPunct="0">
              <a:spcBef>
                <a:spcPct val="0"/>
              </a:spcBef>
              <a:spcAft>
                <a:spcPct val="0"/>
              </a:spcAft>
              <a:defRPr sz="1300" b="1">
                <a:latin typeface="Arial Narrow" pitchFamily="34" charset="0"/>
                <a:ea typeface="Malgun Gothic" pitchFamily="34" charset="-127"/>
              </a:defRPr>
            </a:lvl9pPr>
          </a:lstStyle>
          <a:p>
            <a:r>
              <a:rPr lang="ko-KR" altLang="en-US" sz="1100" dirty="0"/>
              <a:t>작업 결과</a:t>
            </a:r>
            <a:r>
              <a:rPr lang="en-US" altLang="ko-KR" sz="1100" dirty="0"/>
              <a:t>, </a:t>
            </a:r>
            <a:r>
              <a:rPr lang="ko-KR" altLang="en-US" sz="1100" dirty="0"/>
              <a:t>향후 계획</a:t>
            </a:r>
            <a:r>
              <a:rPr lang="en-US" altLang="ko-KR" sz="1100" dirty="0"/>
              <a:t>, </a:t>
            </a:r>
            <a:r>
              <a:rPr lang="ko-KR" altLang="en-US" sz="1100" dirty="0"/>
              <a:t>요청 사항을 중심으로 보고</a:t>
            </a:r>
          </a:p>
          <a:p>
            <a:r>
              <a:rPr lang="ko-KR" altLang="en-US" sz="1100" dirty="0"/>
              <a:t>핵심 </a:t>
            </a:r>
            <a:r>
              <a:rPr lang="en-US" altLang="ko-KR" sz="1100" dirty="0"/>
              <a:t>issue </a:t>
            </a:r>
            <a:r>
              <a:rPr lang="ko-KR" altLang="en-US" sz="1100" dirty="0"/>
              <a:t>및 시사점 위주로 토의</a:t>
            </a:r>
            <a:endParaRPr lang="en-US" sz="1100" dirty="0"/>
          </a:p>
        </p:txBody>
      </p:sp>
      <p:pic>
        <p:nvPicPr>
          <p:cNvPr id="69" name="그림 68">
            <a:extLst>
              <a:ext uri="{FF2B5EF4-FFF2-40B4-BE49-F238E27FC236}">
                <a16:creationId xmlns:a16="http://schemas.microsoft.com/office/drawing/2014/main" id="{93E92EB9-D333-4790-AF96-2EF32A313B33}"/>
              </a:ext>
            </a:extLst>
          </p:cNvPr>
          <p:cNvPicPr>
            <a:picLocks noChangeAspect="1"/>
          </p:cNvPicPr>
          <p:nvPr/>
        </p:nvPicPr>
        <p:blipFill>
          <a:blip r:embed="rId2"/>
          <a:stretch>
            <a:fillRect/>
          </a:stretch>
        </p:blipFill>
        <p:spPr>
          <a:xfrm>
            <a:off x="3709215" y="4565159"/>
            <a:ext cx="2503925" cy="1621421"/>
          </a:xfrm>
          <a:prstGeom prst="rect">
            <a:avLst/>
          </a:prstGeom>
        </p:spPr>
      </p:pic>
      <p:pic>
        <p:nvPicPr>
          <p:cNvPr id="70" name="그림 69">
            <a:extLst>
              <a:ext uri="{FF2B5EF4-FFF2-40B4-BE49-F238E27FC236}">
                <a16:creationId xmlns:a16="http://schemas.microsoft.com/office/drawing/2014/main" id="{3621DEF9-B210-48A8-88C9-FC85A91E8185}"/>
              </a:ext>
            </a:extLst>
          </p:cNvPr>
          <p:cNvPicPr>
            <a:picLocks noChangeAspect="1"/>
          </p:cNvPicPr>
          <p:nvPr/>
        </p:nvPicPr>
        <p:blipFill>
          <a:blip r:embed="rId3"/>
          <a:stretch>
            <a:fillRect/>
          </a:stretch>
        </p:blipFill>
        <p:spPr>
          <a:xfrm>
            <a:off x="6686416" y="2520773"/>
            <a:ext cx="764353" cy="3788547"/>
          </a:xfrm>
          <a:prstGeom prst="rect">
            <a:avLst/>
          </a:prstGeom>
        </p:spPr>
      </p:pic>
      <p:grpSp>
        <p:nvGrpSpPr>
          <p:cNvPr id="71" name="그룹 70"/>
          <p:cNvGrpSpPr/>
          <p:nvPr/>
        </p:nvGrpSpPr>
        <p:grpSpPr>
          <a:xfrm>
            <a:off x="7406842" y="3780913"/>
            <a:ext cx="1866640" cy="1269568"/>
            <a:chOff x="6963669" y="3386888"/>
            <a:chExt cx="1905221" cy="1269568"/>
          </a:xfrm>
        </p:grpSpPr>
        <p:cxnSp>
          <p:nvCxnSpPr>
            <p:cNvPr id="72" name="직선 연결선 71">
              <a:extLst>
                <a:ext uri="{FF2B5EF4-FFF2-40B4-BE49-F238E27FC236}">
                  <a16:creationId xmlns:a16="http://schemas.microsoft.com/office/drawing/2014/main" id="{7AA7640B-0052-4687-B20D-EB1352404865}"/>
                </a:ext>
              </a:extLst>
            </p:cNvPr>
            <p:cNvCxnSpPr>
              <a:cxnSpLocks/>
            </p:cNvCxnSpPr>
            <p:nvPr/>
          </p:nvCxnSpPr>
          <p:spPr>
            <a:xfrm flipH="1">
              <a:off x="6963669" y="3386888"/>
              <a:ext cx="1905221" cy="0"/>
            </a:xfrm>
            <a:prstGeom prst="line">
              <a:avLst/>
            </a:prstGeom>
            <a:noFill/>
            <a:ln w="9525" cap="flat" cmpd="sng" algn="ctr">
              <a:solidFill>
                <a:srgbClr val="003F56"/>
              </a:solidFill>
              <a:prstDash val="dash"/>
            </a:ln>
            <a:effectLst/>
          </p:spPr>
        </p:cxnSp>
        <p:cxnSp>
          <p:nvCxnSpPr>
            <p:cNvPr id="73" name="직선 연결선 72">
              <a:extLst>
                <a:ext uri="{FF2B5EF4-FFF2-40B4-BE49-F238E27FC236}">
                  <a16:creationId xmlns:a16="http://schemas.microsoft.com/office/drawing/2014/main" id="{419A8D61-BF30-484E-8B55-0FE19CF445D1}"/>
                </a:ext>
              </a:extLst>
            </p:cNvPr>
            <p:cNvCxnSpPr>
              <a:cxnSpLocks/>
            </p:cNvCxnSpPr>
            <p:nvPr/>
          </p:nvCxnSpPr>
          <p:spPr>
            <a:xfrm flipH="1">
              <a:off x="6963669" y="4656456"/>
              <a:ext cx="1905221" cy="0"/>
            </a:xfrm>
            <a:prstGeom prst="line">
              <a:avLst/>
            </a:prstGeom>
            <a:noFill/>
            <a:ln w="9525" cap="flat" cmpd="sng" algn="ctr">
              <a:solidFill>
                <a:srgbClr val="003F56"/>
              </a:solidFill>
              <a:prstDash val="dash"/>
            </a:ln>
            <a:effectLst/>
          </p:spPr>
        </p:cxnSp>
      </p:grpSp>
      <p:sp>
        <p:nvSpPr>
          <p:cNvPr id="74" name="ListLeanHorizontalTextTopic1">
            <a:extLst>
              <a:ext uri="{FF2B5EF4-FFF2-40B4-BE49-F238E27FC236}">
                <a16:creationId xmlns:a16="http://schemas.microsoft.com/office/drawing/2014/main" id="{E5551A4B-232B-488A-8EB2-31490C33103F}"/>
              </a:ext>
            </a:extLst>
          </p:cNvPr>
          <p:cNvSpPr txBox="1">
            <a:spLocks noChangeArrowheads="1"/>
          </p:cNvSpPr>
          <p:nvPr/>
        </p:nvSpPr>
        <p:spPr bwMode="auto">
          <a:xfrm>
            <a:off x="7450770" y="2608461"/>
            <a:ext cx="2025672" cy="22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ko-KR" altLang="en-US" sz="1100" dirty="0">
                <a:solidFill>
                  <a:srgbClr val="000000"/>
                </a:solidFill>
                <a:ea typeface="a고딕14" panose="02020600000000000000" pitchFamily="18" charset="-127"/>
                <a:cs typeface="Arial Narrow" pitchFamily="34" charset="0"/>
              </a:rPr>
              <a:t>공식 보고</a:t>
            </a:r>
            <a:endParaRPr lang="en-US" sz="1100" dirty="0">
              <a:solidFill>
                <a:srgbClr val="000000"/>
              </a:solidFill>
              <a:ea typeface="a고딕14" panose="02020600000000000000" pitchFamily="18" charset="-127"/>
              <a:cs typeface="Arial Narrow" pitchFamily="34" charset="0"/>
            </a:endParaRPr>
          </a:p>
        </p:txBody>
      </p:sp>
      <p:sp>
        <p:nvSpPr>
          <p:cNvPr id="75" name="ListLeanHorizontalTextTopic1">
            <a:extLst>
              <a:ext uri="{FF2B5EF4-FFF2-40B4-BE49-F238E27FC236}">
                <a16:creationId xmlns:a16="http://schemas.microsoft.com/office/drawing/2014/main" id="{58D7CA72-EA22-4E05-8A65-0BEB4C78DD98}"/>
              </a:ext>
            </a:extLst>
          </p:cNvPr>
          <p:cNvSpPr txBox="1">
            <a:spLocks noChangeArrowheads="1"/>
          </p:cNvSpPr>
          <p:nvPr/>
        </p:nvSpPr>
        <p:spPr bwMode="auto">
          <a:xfrm>
            <a:off x="7450770" y="2818907"/>
            <a:ext cx="1894842" cy="66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marL="179388" indent="-179388" algn="l" fontAlgn="base" latinLnBrk="0">
              <a:lnSpc>
                <a:spcPct val="120000"/>
              </a:lnSpc>
              <a:spcBef>
                <a:spcPts val="400"/>
              </a:spcBef>
              <a:spcAft>
                <a:spcPct val="0"/>
              </a:spcAft>
              <a:buSzPct val="100000"/>
              <a:buFont typeface="Arial Narrow" panose="020B0606020202030204" pitchFamily="34" charset="0"/>
              <a:buChar char="&gt;"/>
              <a:defRPr/>
            </a:pPr>
            <a:r>
              <a:rPr lang="ko-KR" altLang="en-US" sz="1100" b="0" dirty="0">
                <a:solidFill>
                  <a:srgbClr val="000000"/>
                </a:solidFill>
                <a:ea typeface="a고딕14" panose="02020600000000000000" pitchFamily="18" charset="-127"/>
                <a:cs typeface="Arial Narrow" pitchFamily="34" charset="0"/>
              </a:rPr>
              <a:t>착수보고서</a:t>
            </a:r>
            <a:r>
              <a:rPr lang="en-US" altLang="ko-KR" sz="1100" b="0" dirty="0">
                <a:solidFill>
                  <a:srgbClr val="000000"/>
                </a:solidFill>
                <a:ea typeface="a고딕14" panose="02020600000000000000" pitchFamily="18" charset="-127"/>
                <a:cs typeface="Arial Narrow" pitchFamily="34" charset="0"/>
              </a:rPr>
              <a:t>, </a:t>
            </a:r>
            <a:r>
              <a:rPr lang="ko-KR" altLang="en-US" sz="1100" b="0" dirty="0">
                <a:solidFill>
                  <a:srgbClr val="000000"/>
                </a:solidFill>
                <a:ea typeface="a고딕14" panose="02020600000000000000" pitchFamily="18" charset="-127"/>
                <a:cs typeface="Arial Narrow" pitchFamily="34" charset="0"/>
              </a:rPr>
              <a:t>중간보고서</a:t>
            </a:r>
            <a:r>
              <a:rPr lang="en-US" altLang="ko-KR" sz="1100" b="0" dirty="0">
                <a:solidFill>
                  <a:srgbClr val="000000"/>
                </a:solidFill>
                <a:ea typeface="a고딕14" panose="02020600000000000000" pitchFamily="18" charset="-127"/>
                <a:cs typeface="Arial Narrow" pitchFamily="34" charset="0"/>
              </a:rPr>
              <a:t>, </a:t>
            </a:r>
            <a:r>
              <a:rPr lang="ko-KR" altLang="en-US" sz="1100" b="0" dirty="0">
                <a:solidFill>
                  <a:srgbClr val="000000"/>
                </a:solidFill>
                <a:ea typeface="a고딕14" panose="02020600000000000000" pitchFamily="18" charset="-127"/>
                <a:cs typeface="Arial Narrow" pitchFamily="34" charset="0"/>
              </a:rPr>
              <a:t>최종보고서를 근간으로 </a:t>
            </a:r>
            <a:r>
              <a:rPr lang="en-US" altLang="ko-KR" sz="1100" b="0" dirty="0">
                <a:solidFill>
                  <a:srgbClr val="000000"/>
                </a:solidFill>
                <a:ea typeface="a고딕14" panose="02020600000000000000" pitchFamily="18" charset="-127"/>
                <a:cs typeface="Arial Narrow" pitchFamily="34" charset="0"/>
              </a:rPr>
              <a:t>presentation </a:t>
            </a:r>
            <a:r>
              <a:rPr lang="ko-KR" altLang="en-US" sz="1100" b="0" dirty="0">
                <a:solidFill>
                  <a:srgbClr val="000000"/>
                </a:solidFill>
                <a:ea typeface="a고딕14" panose="02020600000000000000" pitchFamily="18" charset="-127"/>
                <a:cs typeface="Arial Narrow" pitchFamily="34" charset="0"/>
              </a:rPr>
              <a:t>및 질의응답</a:t>
            </a:r>
            <a:endParaRPr lang="en-US" sz="1100" b="0" dirty="0">
              <a:solidFill>
                <a:srgbClr val="000000"/>
              </a:solidFill>
              <a:ea typeface="a고딕14" panose="02020600000000000000" pitchFamily="18" charset="-127"/>
              <a:cs typeface="Arial Narrow" pitchFamily="34" charset="0"/>
            </a:endParaRPr>
          </a:p>
        </p:txBody>
      </p:sp>
      <p:sp>
        <p:nvSpPr>
          <p:cNvPr id="76" name="ListLeanHorizontalTextTopic1">
            <a:extLst>
              <a:ext uri="{FF2B5EF4-FFF2-40B4-BE49-F238E27FC236}">
                <a16:creationId xmlns:a16="http://schemas.microsoft.com/office/drawing/2014/main" id="{5DDF3AD3-5316-4DB9-A905-6B8F6B6734CD}"/>
              </a:ext>
            </a:extLst>
          </p:cNvPr>
          <p:cNvSpPr txBox="1">
            <a:spLocks noChangeArrowheads="1"/>
          </p:cNvSpPr>
          <p:nvPr/>
        </p:nvSpPr>
        <p:spPr bwMode="auto">
          <a:xfrm>
            <a:off x="7450770" y="3904605"/>
            <a:ext cx="2025672" cy="22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ko-KR" altLang="en-US" sz="1100" dirty="0">
                <a:solidFill>
                  <a:srgbClr val="000000"/>
                </a:solidFill>
                <a:ea typeface="a고딕14" panose="02020600000000000000" pitchFamily="18" charset="-127"/>
                <a:cs typeface="Arial Narrow" pitchFamily="34" charset="0"/>
              </a:rPr>
              <a:t>비공식 보고</a:t>
            </a:r>
            <a:endParaRPr lang="en-US" sz="1100" dirty="0">
              <a:solidFill>
                <a:srgbClr val="000000"/>
              </a:solidFill>
              <a:ea typeface="a고딕14" panose="02020600000000000000" pitchFamily="18" charset="-127"/>
              <a:cs typeface="Arial Narrow" pitchFamily="34" charset="0"/>
            </a:endParaRPr>
          </a:p>
        </p:txBody>
      </p:sp>
      <p:sp>
        <p:nvSpPr>
          <p:cNvPr id="77" name="ListLeanHorizontalTextTopic1">
            <a:extLst>
              <a:ext uri="{FF2B5EF4-FFF2-40B4-BE49-F238E27FC236}">
                <a16:creationId xmlns:a16="http://schemas.microsoft.com/office/drawing/2014/main" id="{D70C444D-72FE-41E4-A5E7-5DB0EDDF5AC2}"/>
              </a:ext>
            </a:extLst>
          </p:cNvPr>
          <p:cNvSpPr txBox="1">
            <a:spLocks noChangeArrowheads="1"/>
          </p:cNvSpPr>
          <p:nvPr/>
        </p:nvSpPr>
        <p:spPr bwMode="auto">
          <a:xfrm>
            <a:off x="7450770" y="4115051"/>
            <a:ext cx="1894842" cy="478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defPPr>
              <a:defRPr lang="en-US"/>
            </a:defPPr>
            <a:lvl1pPr marL="179388" indent="-179388" algn="l" latinLnBrk="0">
              <a:lnSpc>
                <a:spcPct val="120000"/>
              </a:lnSpc>
              <a:spcBef>
                <a:spcPts val="400"/>
              </a:spcBef>
              <a:buSzPct val="100000"/>
              <a:buFont typeface="Arial Narrow" panose="020B0606020202030204" pitchFamily="34" charset="0"/>
              <a:buChar char="&gt;"/>
              <a:defRPr sz="1300" b="0">
                <a:solidFill>
                  <a:srgbClr val="000000"/>
                </a:solidFill>
                <a:latin typeface="Arial Narrow" pitchFamily="34" charset="0"/>
                <a:ea typeface="a고딕14" panose="02020600000000000000" pitchFamily="18" charset="-127"/>
                <a:cs typeface="Arial Narrow" pitchFamily="34" charset="0"/>
              </a:defRPr>
            </a:lvl1pPr>
            <a:lvl2pPr marL="742950" indent="-285750">
              <a:defRPr sz="1300" b="1">
                <a:latin typeface="Arial Narrow" pitchFamily="34" charset="0"/>
                <a:ea typeface="Malgun Gothic" pitchFamily="34" charset="-127"/>
              </a:defRPr>
            </a:lvl2pPr>
            <a:lvl3pPr marL="1143000" indent="-228600">
              <a:defRPr sz="1300" b="1">
                <a:latin typeface="Arial Narrow" pitchFamily="34" charset="0"/>
                <a:ea typeface="Malgun Gothic" pitchFamily="34" charset="-127"/>
              </a:defRPr>
            </a:lvl3pPr>
            <a:lvl4pPr marL="1600200" indent="-228600">
              <a:defRPr sz="1300" b="1">
                <a:latin typeface="Arial Narrow" pitchFamily="34" charset="0"/>
                <a:ea typeface="Malgun Gothic" pitchFamily="34" charset="-127"/>
              </a:defRPr>
            </a:lvl4pPr>
            <a:lvl5pPr marL="2057400" indent="-228600">
              <a:defRPr sz="1300" b="1">
                <a:latin typeface="Arial Narrow" pitchFamily="34" charset="0"/>
                <a:ea typeface="Malgun Gothic" pitchFamily="34" charset="-127"/>
              </a:defRPr>
            </a:lvl5pPr>
            <a:lvl6pPr marL="2514600" indent="-228600" eaLnBrk="0" fontAlgn="base" hangingPunct="0">
              <a:spcBef>
                <a:spcPct val="0"/>
              </a:spcBef>
              <a:spcAft>
                <a:spcPct val="0"/>
              </a:spcAft>
              <a:defRPr sz="1300" b="1">
                <a:latin typeface="Arial Narrow" pitchFamily="34" charset="0"/>
                <a:ea typeface="Malgun Gothic" pitchFamily="34" charset="-127"/>
              </a:defRPr>
            </a:lvl6pPr>
            <a:lvl7pPr marL="2971800" indent="-228600" eaLnBrk="0" fontAlgn="base" hangingPunct="0">
              <a:spcBef>
                <a:spcPct val="0"/>
              </a:spcBef>
              <a:spcAft>
                <a:spcPct val="0"/>
              </a:spcAft>
              <a:defRPr sz="1300" b="1">
                <a:latin typeface="Arial Narrow" pitchFamily="34" charset="0"/>
                <a:ea typeface="Malgun Gothic" pitchFamily="34" charset="-127"/>
              </a:defRPr>
            </a:lvl7pPr>
            <a:lvl8pPr marL="3429000" indent="-228600" eaLnBrk="0" fontAlgn="base" hangingPunct="0">
              <a:spcBef>
                <a:spcPct val="0"/>
              </a:spcBef>
              <a:spcAft>
                <a:spcPct val="0"/>
              </a:spcAft>
              <a:defRPr sz="1300" b="1">
                <a:latin typeface="Arial Narrow" pitchFamily="34" charset="0"/>
                <a:ea typeface="Malgun Gothic" pitchFamily="34" charset="-127"/>
              </a:defRPr>
            </a:lvl8pPr>
            <a:lvl9pPr marL="3886200" indent="-228600" eaLnBrk="0" fontAlgn="base" hangingPunct="0">
              <a:spcBef>
                <a:spcPct val="0"/>
              </a:spcBef>
              <a:spcAft>
                <a:spcPct val="0"/>
              </a:spcAft>
              <a:defRPr sz="1300" b="1">
                <a:latin typeface="Arial Narrow" pitchFamily="34" charset="0"/>
                <a:ea typeface="Malgun Gothic" pitchFamily="34" charset="-127"/>
              </a:defRPr>
            </a:lvl9pPr>
          </a:lstStyle>
          <a:p>
            <a:r>
              <a:rPr lang="ko-KR" altLang="en-US" sz="1100" dirty="0"/>
              <a:t>간략한 </a:t>
            </a:r>
            <a:r>
              <a:rPr lang="en-US" altLang="ko-KR" sz="1100" dirty="0"/>
              <a:t>progress report</a:t>
            </a:r>
            <a:r>
              <a:rPr lang="ko-KR" altLang="en-US" sz="1100" dirty="0"/>
              <a:t> 기준으로 </a:t>
            </a:r>
            <a:r>
              <a:rPr lang="en-US" altLang="ko-KR" sz="1100" dirty="0"/>
              <a:t>table </a:t>
            </a:r>
            <a:r>
              <a:rPr lang="ko-KR" altLang="en-US" sz="1100" dirty="0"/>
              <a:t>보고</a:t>
            </a:r>
            <a:r>
              <a:rPr lang="en-US" altLang="ko-KR" sz="1100" dirty="0"/>
              <a:t>, </a:t>
            </a:r>
            <a:r>
              <a:rPr lang="ko-KR" altLang="en-US" sz="1100" dirty="0"/>
              <a:t>의견교환 및 토의</a:t>
            </a:r>
            <a:endParaRPr lang="en-US" sz="1100" dirty="0"/>
          </a:p>
        </p:txBody>
      </p:sp>
      <p:sp>
        <p:nvSpPr>
          <p:cNvPr id="78" name="ListLeanHorizontalTextTopic1">
            <a:extLst>
              <a:ext uri="{FF2B5EF4-FFF2-40B4-BE49-F238E27FC236}">
                <a16:creationId xmlns:a16="http://schemas.microsoft.com/office/drawing/2014/main" id="{A569B8A9-06F4-4B6C-A9DD-EAE57D093CE5}"/>
              </a:ext>
            </a:extLst>
          </p:cNvPr>
          <p:cNvSpPr txBox="1">
            <a:spLocks noChangeArrowheads="1"/>
          </p:cNvSpPr>
          <p:nvPr/>
        </p:nvSpPr>
        <p:spPr bwMode="auto">
          <a:xfrm>
            <a:off x="7450770" y="5153997"/>
            <a:ext cx="2025672" cy="22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en-US" altLang="ko-KR" sz="1100" dirty="0">
                <a:solidFill>
                  <a:srgbClr val="000000"/>
                </a:solidFill>
                <a:ea typeface="a고딕14" panose="02020600000000000000" pitchFamily="18" charset="-127"/>
                <a:cs typeface="Arial Narrow" pitchFamily="34" charset="0"/>
              </a:rPr>
              <a:t>Weekly </a:t>
            </a:r>
            <a:r>
              <a:rPr lang="ko-KR" altLang="en-US" sz="1100" dirty="0">
                <a:solidFill>
                  <a:srgbClr val="000000"/>
                </a:solidFill>
                <a:ea typeface="a고딕14" panose="02020600000000000000" pitchFamily="18" charset="-127"/>
                <a:cs typeface="Arial Narrow" pitchFamily="34" charset="0"/>
              </a:rPr>
              <a:t>또는 </a:t>
            </a:r>
            <a:r>
              <a:rPr lang="en-US" altLang="ko-KR" sz="1100" dirty="0">
                <a:solidFill>
                  <a:srgbClr val="000000"/>
                </a:solidFill>
                <a:ea typeface="a고딕14" panose="02020600000000000000" pitchFamily="18" charset="-127"/>
                <a:cs typeface="Arial Narrow" pitchFamily="34" charset="0"/>
              </a:rPr>
              <a:t>bi-weekly </a:t>
            </a:r>
            <a:r>
              <a:rPr lang="ko-KR" altLang="en-US" sz="1100" dirty="0">
                <a:solidFill>
                  <a:srgbClr val="000000"/>
                </a:solidFill>
                <a:ea typeface="a고딕14" panose="02020600000000000000" pitchFamily="18" charset="-127"/>
                <a:cs typeface="Arial Narrow" pitchFamily="34" charset="0"/>
              </a:rPr>
              <a:t>회의</a:t>
            </a:r>
            <a:endParaRPr lang="en-US" sz="1100" dirty="0">
              <a:solidFill>
                <a:srgbClr val="000000"/>
              </a:solidFill>
              <a:ea typeface="a고딕14" panose="02020600000000000000" pitchFamily="18" charset="-127"/>
              <a:cs typeface="Arial Narrow" pitchFamily="34" charset="0"/>
            </a:endParaRPr>
          </a:p>
        </p:txBody>
      </p:sp>
      <p:sp>
        <p:nvSpPr>
          <p:cNvPr id="79" name="ListLeanHorizontalTextTopic1">
            <a:extLst>
              <a:ext uri="{FF2B5EF4-FFF2-40B4-BE49-F238E27FC236}">
                <a16:creationId xmlns:a16="http://schemas.microsoft.com/office/drawing/2014/main" id="{3CDD6883-71B3-43EA-8143-C47F1481F4CA}"/>
              </a:ext>
            </a:extLst>
          </p:cNvPr>
          <p:cNvSpPr txBox="1">
            <a:spLocks noChangeArrowheads="1"/>
          </p:cNvSpPr>
          <p:nvPr/>
        </p:nvSpPr>
        <p:spPr bwMode="auto">
          <a:xfrm>
            <a:off x="7450770" y="5364443"/>
            <a:ext cx="1894842" cy="682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defPPr>
              <a:defRPr lang="en-US"/>
            </a:defPPr>
            <a:lvl1pPr marL="179388" indent="-179388" algn="l" latinLnBrk="0">
              <a:lnSpc>
                <a:spcPct val="120000"/>
              </a:lnSpc>
              <a:spcBef>
                <a:spcPts val="400"/>
              </a:spcBef>
              <a:buSzPct val="100000"/>
              <a:buFont typeface="Arial Narrow" panose="020B0606020202030204" pitchFamily="34" charset="0"/>
              <a:buChar char="&gt;"/>
              <a:defRPr sz="1300" b="0">
                <a:solidFill>
                  <a:srgbClr val="000000"/>
                </a:solidFill>
                <a:latin typeface="Arial Narrow" pitchFamily="34" charset="0"/>
                <a:ea typeface="a고딕14" panose="02020600000000000000" pitchFamily="18" charset="-127"/>
                <a:cs typeface="Arial Narrow" pitchFamily="34" charset="0"/>
              </a:defRPr>
            </a:lvl1pPr>
            <a:lvl2pPr marL="742950" indent="-285750">
              <a:defRPr sz="1300" b="1">
                <a:latin typeface="Arial Narrow" pitchFamily="34" charset="0"/>
                <a:ea typeface="Malgun Gothic" pitchFamily="34" charset="-127"/>
              </a:defRPr>
            </a:lvl2pPr>
            <a:lvl3pPr marL="1143000" indent="-228600">
              <a:defRPr sz="1300" b="1">
                <a:latin typeface="Arial Narrow" pitchFamily="34" charset="0"/>
                <a:ea typeface="Malgun Gothic" pitchFamily="34" charset="-127"/>
              </a:defRPr>
            </a:lvl3pPr>
            <a:lvl4pPr marL="1600200" indent="-228600">
              <a:defRPr sz="1300" b="1">
                <a:latin typeface="Arial Narrow" pitchFamily="34" charset="0"/>
                <a:ea typeface="Malgun Gothic" pitchFamily="34" charset="-127"/>
              </a:defRPr>
            </a:lvl4pPr>
            <a:lvl5pPr marL="2057400" indent="-228600">
              <a:defRPr sz="1300" b="1">
                <a:latin typeface="Arial Narrow" pitchFamily="34" charset="0"/>
                <a:ea typeface="Malgun Gothic" pitchFamily="34" charset="-127"/>
              </a:defRPr>
            </a:lvl5pPr>
            <a:lvl6pPr marL="2514600" indent="-228600" eaLnBrk="0" fontAlgn="base" hangingPunct="0">
              <a:spcBef>
                <a:spcPct val="0"/>
              </a:spcBef>
              <a:spcAft>
                <a:spcPct val="0"/>
              </a:spcAft>
              <a:defRPr sz="1300" b="1">
                <a:latin typeface="Arial Narrow" pitchFamily="34" charset="0"/>
                <a:ea typeface="Malgun Gothic" pitchFamily="34" charset="-127"/>
              </a:defRPr>
            </a:lvl6pPr>
            <a:lvl7pPr marL="2971800" indent="-228600" eaLnBrk="0" fontAlgn="base" hangingPunct="0">
              <a:spcBef>
                <a:spcPct val="0"/>
              </a:spcBef>
              <a:spcAft>
                <a:spcPct val="0"/>
              </a:spcAft>
              <a:defRPr sz="1300" b="1">
                <a:latin typeface="Arial Narrow" pitchFamily="34" charset="0"/>
                <a:ea typeface="Malgun Gothic" pitchFamily="34" charset="-127"/>
              </a:defRPr>
            </a:lvl7pPr>
            <a:lvl8pPr marL="3429000" indent="-228600" eaLnBrk="0" fontAlgn="base" hangingPunct="0">
              <a:spcBef>
                <a:spcPct val="0"/>
              </a:spcBef>
              <a:spcAft>
                <a:spcPct val="0"/>
              </a:spcAft>
              <a:defRPr sz="1300" b="1">
                <a:latin typeface="Arial Narrow" pitchFamily="34" charset="0"/>
                <a:ea typeface="Malgun Gothic" pitchFamily="34" charset="-127"/>
              </a:defRPr>
            </a:lvl8pPr>
            <a:lvl9pPr marL="3886200" indent="-228600" eaLnBrk="0" fontAlgn="base" hangingPunct="0">
              <a:spcBef>
                <a:spcPct val="0"/>
              </a:spcBef>
              <a:spcAft>
                <a:spcPct val="0"/>
              </a:spcAft>
              <a:defRPr sz="1300" b="1">
                <a:latin typeface="Arial Narrow" pitchFamily="34" charset="0"/>
                <a:ea typeface="Malgun Gothic" pitchFamily="34" charset="-127"/>
              </a:defRPr>
            </a:lvl9pPr>
          </a:lstStyle>
          <a:p>
            <a:r>
              <a:rPr lang="ko-KR" altLang="en-US" sz="1100" dirty="0"/>
              <a:t>월 </a:t>
            </a:r>
            <a:r>
              <a:rPr lang="en-US" altLang="ko-KR" sz="1100" dirty="0"/>
              <a:t>2</a:t>
            </a:r>
            <a:r>
              <a:rPr lang="ko-KR" altLang="en-US" sz="1100" dirty="0"/>
              <a:t>회 이상 주관 부서와 진행상황 및 상호 협조 사항 확인</a:t>
            </a:r>
            <a:endParaRPr lang="en-US" sz="1100" dirty="0"/>
          </a:p>
        </p:txBody>
      </p:sp>
      <p:graphicFrame>
        <p:nvGraphicFramePr>
          <p:cNvPr id="80" name="표 79">
            <a:extLst>
              <a:ext uri="{FF2B5EF4-FFF2-40B4-BE49-F238E27FC236}">
                <a16:creationId xmlns:a16="http://schemas.microsoft.com/office/drawing/2014/main" id="{D6A3CFAF-A86C-46C6-ADD7-48A92E90CDCE}"/>
              </a:ext>
            </a:extLst>
          </p:cNvPr>
          <p:cNvGraphicFramePr>
            <a:graphicFrameLocks noGrp="1"/>
          </p:cNvGraphicFramePr>
          <p:nvPr/>
        </p:nvGraphicFramePr>
        <p:xfrm>
          <a:off x="704526" y="3267342"/>
          <a:ext cx="2412270" cy="1695072"/>
        </p:xfrm>
        <a:graphic>
          <a:graphicData uri="http://schemas.openxmlformats.org/drawingml/2006/table">
            <a:tbl>
              <a:tblPr/>
              <a:tblGrid>
                <a:gridCol w="419224">
                  <a:extLst>
                    <a:ext uri="{9D8B030D-6E8A-4147-A177-3AD203B41FA5}">
                      <a16:colId xmlns:a16="http://schemas.microsoft.com/office/drawing/2014/main" val="2926298905"/>
                    </a:ext>
                  </a:extLst>
                </a:gridCol>
                <a:gridCol w="843209">
                  <a:extLst>
                    <a:ext uri="{9D8B030D-6E8A-4147-A177-3AD203B41FA5}">
                      <a16:colId xmlns:a16="http://schemas.microsoft.com/office/drawing/2014/main" val="2182999238"/>
                    </a:ext>
                  </a:extLst>
                </a:gridCol>
                <a:gridCol w="383279">
                  <a:extLst>
                    <a:ext uri="{9D8B030D-6E8A-4147-A177-3AD203B41FA5}">
                      <a16:colId xmlns:a16="http://schemas.microsoft.com/office/drawing/2014/main" val="2671780187"/>
                    </a:ext>
                  </a:extLst>
                </a:gridCol>
                <a:gridCol w="383279">
                  <a:extLst>
                    <a:ext uri="{9D8B030D-6E8A-4147-A177-3AD203B41FA5}">
                      <a16:colId xmlns:a16="http://schemas.microsoft.com/office/drawing/2014/main" val="193982914"/>
                    </a:ext>
                  </a:extLst>
                </a:gridCol>
                <a:gridCol w="383279">
                  <a:extLst>
                    <a:ext uri="{9D8B030D-6E8A-4147-A177-3AD203B41FA5}">
                      <a16:colId xmlns:a16="http://schemas.microsoft.com/office/drawing/2014/main" val="863038998"/>
                    </a:ext>
                  </a:extLst>
                </a:gridCol>
              </a:tblGrid>
              <a:tr h="282512">
                <a:tc gridSpan="2">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900" b="0" i="0" u="none" strike="noStrike" baseline="0" dirty="0">
                          <a:solidFill>
                            <a:schemeClr val="bg1"/>
                          </a:solidFill>
                          <a:effectLst/>
                          <a:latin typeface="a고딕14" panose="02020600000000000000" pitchFamily="18" charset="-127"/>
                          <a:ea typeface="a고딕14" panose="02020600000000000000" pitchFamily="18" charset="-127"/>
                        </a:rPr>
                        <a:t>보고내용 </a:t>
                      </a:r>
                      <a:r>
                        <a:rPr lang="en-US" altLang="ko-KR" sz="900" b="0" i="0" u="none" strike="noStrike" baseline="0" dirty="0">
                          <a:solidFill>
                            <a:schemeClr val="bg1"/>
                          </a:solidFill>
                          <a:effectLst/>
                          <a:latin typeface="a고딕14" panose="02020600000000000000" pitchFamily="18" charset="-127"/>
                          <a:ea typeface="a고딕14" panose="02020600000000000000" pitchFamily="18" charset="-127"/>
                        </a:rPr>
                        <a:t>/ </a:t>
                      </a:r>
                      <a:r>
                        <a:rPr lang="ko-KR" altLang="en-US" sz="900" b="0" i="0" u="none" strike="noStrike" baseline="0" dirty="0">
                          <a:solidFill>
                            <a:schemeClr val="bg1"/>
                          </a:solidFill>
                          <a:effectLst/>
                          <a:latin typeface="a고딕14" panose="02020600000000000000" pitchFamily="18" charset="-127"/>
                          <a:ea typeface="a고딕14" panose="02020600000000000000" pitchFamily="18" charset="-127"/>
                        </a:rPr>
                        <a:t>참여자</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29ADFF"/>
                    </a:solidFill>
                  </a:tcPr>
                </a:tc>
                <a:tc hMerge="1">
                  <a:txBody>
                    <a:bodyPr/>
                    <a:lstStyle/>
                    <a:p>
                      <a:pPr algn="ctr" fontAlgn="ctr"/>
                      <a:endParaRPr lang="ko-KR" altLang="en-US" sz="1000" b="0" i="0" u="none" strike="noStrike" baseline="0">
                        <a:solidFill>
                          <a:srgbClr val="000000"/>
                        </a:solidFill>
                        <a:effectLst/>
                        <a:latin typeface="Arial Narrow" panose="020B0606020202030204" pitchFamily="34" charset="0"/>
                        <a:ea typeface="a고딕14" panose="02020600000000000000" pitchFamily="18" charset="-127"/>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900" b="0" i="0" u="none" strike="noStrike" baseline="0" dirty="0" err="1">
                          <a:solidFill>
                            <a:schemeClr val="bg1"/>
                          </a:solidFill>
                          <a:effectLst/>
                          <a:latin typeface="a고딕14" panose="02020600000000000000" pitchFamily="18" charset="-127"/>
                          <a:ea typeface="a고딕14" panose="02020600000000000000" pitchFamily="18" charset="-127"/>
                        </a:rPr>
                        <a:t>온평원</a:t>
                      </a:r>
                      <a:endParaRPr lang="ko-KR" altLang="en-US" sz="900" b="0" i="0" u="none" strike="noStrike" baseline="0" dirty="0">
                        <a:solidFill>
                          <a:schemeClr val="bg1"/>
                        </a:solidFill>
                        <a:effectLst/>
                        <a:latin typeface="a고딕14" panose="02020600000000000000" pitchFamily="18" charset="-127"/>
                        <a:ea typeface="a고딕14" panose="02020600000000000000" pitchFamily="18" charset="-127"/>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3F56"/>
                    </a:solid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900" b="0" i="0" u="none" strike="noStrike" baseline="0" dirty="0">
                          <a:solidFill>
                            <a:schemeClr val="bg1"/>
                          </a:solidFill>
                          <a:effectLst/>
                          <a:latin typeface="a고딕14" panose="02020600000000000000" pitchFamily="18" charset="-127"/>
                          <a:ea typeface="a고딕14" panose="02020600000000000000" pitchFamily="18" charset="-127"/>
                        </a:rPr>
                        <a:t>연구진</a:t>
                      </a:r>
                      <a:endParaRPr lang="en-US" sz="900" b="0" i="0" u="none" strike="noStrike" baseline="0" dirty="0">
                        <a:solidFill>
                          <a:schemeClr val="bg1"/>
                        </a:solidFill>
                        <a:effectLst/>
                        <a:latin typeface="a고딕14" panose="02020600000000000000" pitchFamily="18" charset="-127"/>
                        <a:ea typeface="a고딕14" panose="02020600000000000000" pitchFamily="18" charset="-127"/>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3F56"/>
                    </a:solid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900" b="0" i="0" u="none" strike="noStrike" baseline="0" dirty="0">
                          <a:solidFill>
                            <a:schemeClr val="bg1"/>
                          </a:solidFill>
                          <a:effectLst/>
                          <a:latin typeface="a고딕14" panose="02020600000000000000" pitchFamily="18" charset="-127"/>
                          <a:ea typeface="a고딕14" panose="02020600000000000000" pitchFamily="18" charset="-127"/>
                        </a:rPr>
                        <a:t>지원</a:t>
                      </a:r>
                      <a:endParaRPr lang="en-US" altLang="ko-KR" sz="900" b="0" i="0" u="none" strike="noStrike" baseline="0" dirty="0">
                        <a:solidFill>
                          <a:schemeClr val="bg1"/>
                        </a:solidFill>
                        <a:effectLst/>
                        <a:latin typeface="a고딕14" panose="02020600000000000000" pitchFamily="18" charset="-127"/>
                        <a:ea typeface="a고딕14" panose="02020600000000000000" pitchFamily="18" charset="-127"/>
                      </a:endParaRPr>
                    </a:p>
                    <a:p>
                      <a:pPr algn="ctr" fontAlgn="ctr"/>
                      <a:r>
                        <a:rPr lang="ko-KR" altLang="en-US" sz="900" b="0" i="0" u="none" strike="noStrike" baseline="0" dirty="0">
                          <a:solidFill>
                            <a:schemeClr val="bg1"/>
                          </a:solidFill>
                          <a:effectLst/>
                          <a:latin typeface="a고딕14" panose="02020600000000000000" pitchFamily="18" charset="-127"/>
                          <a:ea typeface="a고딕14" panose="02020600000000000000" pitchFamily="18" charset="-127"/>
                        </a:rPr>
                        <a:t>사항</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3F56"/>
                    </a:solidFill>
                  </a:tcPr>
                </a:tc>
                <a:extLst>
                  <a:ext uri="{0D108BD9-81ED-4DB2-BD59-A6C34878D82A}">
                    <a16:rowId xmlns:a16="http://schemas.microsoft.com/office/drawing/2014/main" val="2502876780"/>
                  </a:ext>
                </a:extLst>
              </a:tr>
              <a:tr h="282512">
                <a:tc rowSpan="3">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1000" b="0" i="0" u="none" strike="noStrike" baseline="0" dirty="0">
                          <a:solidFill>
                            <a:srgbClr val="003F56"/>
                          </a:solidFill>
                          <a:effectLst/>
                          <a:latin typeface="Arial Narrow" panose="020B0606020202030204" pitchFamily="34" charset="0"/>
                          <a:ea typeface="a고딕14" panose="02020600000000000000" pitchFamily="18" charset="-127"/>
                        </a:rPr>
                        <a:t>공식</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FEAE7"/>
                    </a:solid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l" fontAlgn="ctr"/>
                      <a:r>
                        <a:rPr lang="en-US" sz="900" b="0" i="0" u="none" strike="noStrike" baseline="0" dirty="0">
                          <a:solidFill>
                            <a:srgbClr val="000000"/>
                          </a:solidFill>
                          <a:effectLst/>
                          <a:latin typeface="Arial Narrow" panose="020B0606020202030204" pitchFamily="34" charset="0"/>
                          <a:ea typeface="a고딕14" panose="02020600000000000000" pitchFamily="18" charset="-127"/>
                        </a:rPr>
                        <a:t>Kick-off meeting</a:t>
                      </a:r>
                    </a:p>
                  </a:txBody>
                  <a:tcPr marL="36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a:solidFill>
                            <a:srgbClr val="000000"/>
                          </a:solidFill>
                          <a:effectLst/>
                          <a:latin typeface="Arial Narrow" panose="020B0606020202030204" pitchFamily="34" charset="0"/>
                          <a:ea typeface="a고딕14" panose="02020600000000000000" pitchFamily="18" charset="-127"/>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a:solidFill>
                            <a:srgbClr val="000000"/>
                          </a:solidFill>
                          <a:effectLst/>
                          <a:latin typeface="Arial Narrow" panose="020B0606020202030204" pitchFamily="34" charset="0"/>
                          <a:ea typeface="a고딕14" panose="02020600000000000000" pitchFamily="18" charset="-127"/>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a:solidFill>
                            <a:srgbClr val="000000"/>
                          </a:solidFill>
                          <a:effectLst/>
                          <a:latin typeface="Arial Narrow" panose="020B0606020202030204" pitchFamily="34" charset="0"/>
                          <a:ea typeface="a고딕14" panose="02020600000000000000" pitchFamily="18" charset="-127"/>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0652872"/>
                  </a:ext>
                </a:extLst>
              </a:tr>
              <a:tr h="282512">
                <a:tc vMerge="1">
                  <a:txBody>
                    <a:bodyPr/>
                    <a:lstStyle/>
                    <a:p>
                      <a:pPr latinLnBrk="1"/>
                      <a:endParaRPr lang="ko-KR" altLang="en-US"/>
                    </a:p>
                  </a:txBody>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l" fontAlgn="ctr"/>
                      <a:r>
                        <a:rPr lang="ko-KR" altLang="en-US" sz="900" b="0" i="0" u="none" strike="noStrike" baseline="0" dirty="0">
                          <a:solidFill>
                            <a:srgbClr val="000000"/>
                          </a:solidFill>
                          <a:effectLst/>
                          <a:latin typeface="Arial Narrow" panose="020B0606020202030204" pitchFamily="34" charset="0"/>
                          <a:ea typeface="a고딕14" panose="02020600000000000000" pitchFamily="18" charset="-127"/>
                        </a:rPr>
                        <a:t>중간보고</a:t>
                      </a:r>
                    </a:p>
                  </a:txBody>
                  <a:tcPr marL="36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rgbClr val="000000"/>
                        </a:solidFill>
                        <a:effectLst/>
                        <a:uLnTx/>
                        <a:uFillTx/>
                        <a:latin typeface="Arial Narrow" panose="020B0606020202030204" pitchFamily="34" charset="0"/>
                        <a:ea typeface="a고딕14" panose="02020600000000000000" pitchFamily="18" charset="-127"/>
                        <a:cs typeface="+mn-cs"/>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rgbClr val="000000"/>
                        </a:solidFill>
                        <a:effectLst/>
                        <a:uLnTx/>
                        <a:uFillTx/>
                        <a:latin typeface="Arial Narrow" panose="020B0606020202030204" pitchFamily="34" charset="0"/>
                        <a:ea typeface="a고딕14" panose="02020600000000000000" pitchFamily="18" charset="-127"/>
                        <a:cs typeface="+mn-cs"/>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dirty="0">
                          <a:solidFill>
                            <a:srgbClr val="000000"/>
                          </a:solidFill>
                          <a:effectLst/>
                          <a:latin typeface="Arial Narrow" panose="020B0606020202030204" pitchFamily="34" charset="0"/>
                          <a:ea typeface="a고딕14" panose="02020600000000000000" pitchFamily="18" charset="-127"/>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5728863"/>
                  </a:ext>
                </a:extLst>
              </a:tr>
              <a:tr h="282512">
                <a:tc vMerge="1">
                  <a:txBody>
                    <a:bodyPr/>
                    <a:lstStyle/>
                    <a:p>
                      <a:pPr latinLnBrk="1"/>
                      <a:endParaRPr lang="ko-KR" altLang="en-US"/>
                    </a:p>
                  </a:txBody>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l" fontAlgn="ctr"/>
                      <a:r>
                        <a:rPr lang="ko-KR" altLang="en-US" sz="900" b="0" i="0" u="none" strike="noStrike" baseline="0" dirty="0">
                          <a:solidFill>
                            <a:srgbClr val="000000"/>
                          </a:solidFill>
                          <a:effectLst/>
                          <a:latin typeface="Arial Narrow" panose="020B0606020202030204" pitchFamily="34" charset="0"/>
                          <a:ea typeface="a고딕14" panose="02020600000000000000" pitchFamily="18" charset="-127"/>
                        </a:rPr>
                        <a:t>최종보고</a:t>
                      </a:r>
                    </a:p>
                  </a:txBody>
                  <a:tcPr marL="36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a:solidFill>
                            <a:srgbClr val="000000"/>
                          </a:solidFill>
                          <a:effectLst/>
                          <a:latin typeface="Arial Narrow" panose="020B0606020202030204" pitchFamily="34" charset="0"/>
                          <a:ea typeface="a고딕14" panose="02020600000000000000" pitchFamily="18" charset="-127"/>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a:solidFill>
                            <a:srgbClr val="000000"/>
                          </a:solidFill>
                          <a:effectLst/>
                          <a:latin typeface="Arial Narrow" panose="020B0606020202030204" pitchFamily="34" charset="0"/>
                          <a:ea typeface="a고딕14" panose="02020600000000000000" pitchFamily="18" charset="-127"/>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a:solidFill>
                            <a:srgbClr val="000000"/>
                          </a:solidFill>
                          <a:effectLst/>
                          <a:latin typeface="Arial Narrow" panose="020B0606020202030204" pitchFamily="34" charset="0"/>
                          <a:ea typeface="a고딕14" panose="02020600000000000000" pitchFamily="18" charset="-127"/>
                        </a:rPr>
                        <a:t>필요 시</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3424444"/>
                  </a:ext>
                </a:extLst>
              </a:tr>
              <a:tr h="282512">
                <a:tc rowSpan="2">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1000" b="0" i="0" u="none" strike="noStrike" baseline="0">
                          <a:solidFill>
                            <a:srgbClr val="003F56"/>
                          </a:solidFill>
                          <a:effectLst/>
                          <a:latin typeface="Arial Narrow" panose="020B0606020202030204" pitchFamily="34" charset="0"/>
                          <a:ea typeface="a고딕14" panose="02020600000000000000" pitchFamily="18" charset="-127"/>
                        </a:rPr>
                        <a:t>비공식</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FEAE7"/>
                    </a:solid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l" fontAlgn="ctr"/>
                      <a:r>
                        <a:rPr lang="en-US" sz="900" b="0" i="0" u="none" strike="noStrike" baseline="0" dirty="0">
                          <a:solidFill>
                            <a:srgbClr val="000000"/>
                          </a:solidFill>
                          <a:effectLst/>
                          <a:latin typeface="Arial Narrow" panose="020B0606020202030204" pitchFamily="34" charset="0"/>
                          <a:ea typeface="a고딕14" panose="02020600000000000000" pitchFamily="18" charset="-127"/>
                        </a:rPr>
                        <a:t>Progress review</a:t>
                      </a:r>
                    </a:p>
                  </a:txBody>
                  <a:tcPr marL="36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dirty="0">
                          <a:solidFill>
                            <a:srgbClr val="000000"/>
                          </a:solidFill>
                          <a:effectLst/>
                          <a:latin typeface="Arial Narrow" panose="020B0606020202030204" pitchFamily="34" charset="0"/>
                          <a:ea typeface="a고딕14" panose="02020600000000000000" pitchFamily="18" charset="-127"/>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a:solidFill>
                            <a:srgbClr val="000000"/>
                          </a:solidFill>
                          <a:effectLst/>
                          <a:latin typeface="Arial Narrow" panose="020B0606020202030204" pitchFamily="34" charset="0"/>
                          <a:ea typeface="a고딕14" panose="02020600000000000000" pitchFamily="18" charset="-127"/>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a:solidFill>
                            <a:srgbClr val="000000"/>
                          </a:solidFill>
                          <a:effectLst/>
                          <a:latin typeface="Arial Narrow" panose="020B0606020202030204" pitchFamily="34" charset="0"/>
                          <a:ea typeface="a고딕14" panose="02020600000000000000" pitchFamily="18" charset="-127"/>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5065775"/>
                  </a:ext>
                </a:extLst>
              </a:tr>
              <a:tr h="282512">
                <a:tc vMerge="1">
                  <a:txBody>
                    <a:bodyPr/>
                    <a:lstStyle/>
                    <a:p>
                      <a:pPr latinLnBrk="1"/>
                      <a:endParaRPr lang="ko-KR" altLang="en-US"/>
                    </a:p>
                  </a:txBody>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l" fontAlgn="ctr"/>
                      <a:r>
                        <a:rPr lang="ko-KR" altLang="en-US" sz="900" b="0" i="0" u="none" strike="noStrike" baseline="0" dirty="0">
                          <a:solidFill>
                            <a:srgbClr val="000000"/>
                          </a:solidFill>
                          <a:effectLst/>
                          <a:latin typeface="Arial Narrow" panose="020B0606020202030204" pitchFamily="34" charset="0"/>
                          <a:ea typeface="a고딕14" panose="02020600000000000000" pitchFamily="18" charset="-127"/>
                        </a:rPr>
                        <a:t>기타 실무협의</a:t>
                      </a:r>
                    </a:p>
                  </a:txBody>
                  <a:tcPr marL="36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dirty="0">
                          <a:solidFill>
                            <a:srgbClr val="000000"/>
                          </a:solidFill>
                          <a:effectLst/>
                          <a:latin typeface="Arial Narrow" panose="020B0606020202030204" pitchFamily="34" charset="0"/>
                          <a:ea typeface="a고딕14" panose="02020600000000000000" pitchFamily="18" charset="-127"/>
                        </a:rPr>
                        <a:t>필요 시</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dirty="0">
                          <a:solidFill>
                            <a:srgbClr val="000000"/>
                          </a:solidFill>
                          <a:effectLst/>
                          <a:latin typeface="Arial Narrow" panose="020B0606020202030204" pitchFamily="34" charset="0"/>
                          <a:ea typeface="a고딕14" panose="02020600000000000000" pitchFamily="18" charset="-127"/>
                        </a:rPr>
                        <a:t>필요 시</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dirty="0">
                          <a:solidFill>
                            <a:srgbClr val="000000"/>
                          </a:solidFill>
                          <a:effectLst/>
                          <a:latin typeface="Arial Narrow" panose="020B0606020202030204" pitchFamily="34" charset="0"/>
                          <a:ea typeface="a고딕14" panose="02020600000000000000" pitchFamily="18" charset="-127"/>
                        </a:rPr>
                        <a:t>필요 시</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9818573"/>
                  </a:ext>
                </a:extLst>
              </a:tr>
            </a:tbl>
          </a:graphicData>
        </a:graphic>
      </p:graphicFrame>
      <p:sp>
        <p:nvSpPr>
          <p:cNvPr id="81" name="Text Box 52">
            <a:extLst>
              <a:ext uri="{FF2B5EF4-FFF2-40B4-BE49-F238E27FC236}">
                <a16:creationId xmlns:a16="http://schemas.microsoft.com/office/drawing/2014/main" id="{4F660CD4-3447-47FC-B8E6-B60F3654E718}"/>
              </a:ext>
            </a:extLst>
          </p:cNvPr>
          <p:cNvSpPr txBox="1">
            <a:spLocks noChangeArrowheads="1"/>
          </p:cNvSpPr>
          <p:nvPr/>
        </p:nvSpPr>
        <p:spPr bwMode="auto">
          <a:xfrm>
            <a:off x="2074915" y="3580877"/>
            <a:ext cx="18915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ctr" eaLnBrk="1" fontAlgn="base" latinLnBrk="0" hangingPunct="1">
              <a:spcBef>
                <a:spcPct val="50000"/>
              </a:spcBef>
              <a:spcAft>
                <a:spcPct val="0"/>
              </a:spcAft>
              <a:buNone/>
            </a:pPr>
            <a:r>
              <a:rPr lang="en-US" altLang="ko-KR" sz="1200" dirty="0">
                <a:solidFill>
                  <a:srgbClr val="C00000"/>
                </a:solidFill>
                <a:ea typeface="a고딕14" panose="02020600000000000000" pitchFamily="18" charset="-127"/>
                <a:cs typeface="Arial Unicode MS" pitchFamily="34" charset="-128"/>
              </a:rPr>
              <a:t>✓</a:t>
            </a:r>
            <a:r>
              <a:rPr lang="en-US" altLang="ko-KR" sz="1200" dirty="0">
                <a:solidFill>
                  <a:srgbClr val="C00000"/>
                </a:solidFill>
                <a:ea typeface="a고딕14" panose="02020600000000000000" pitchFamily="18" charset="-127"/>
              </a:rPr>
              <a:t> </a:t>
            </a:r>
          </a:p>
        </p:txBody>
      </p:sp>
      <p:sp>
        <p:nvSpPr>
          <p:cNvPr id="83" name="Text Box 52">
            <a:extLst>
              <a:ext uri="{FF2B5EF4-FFF2-40B4-BE49-F238E27FC236}">
                <a16:creationId xmlns:a16="http://schemas.microsoft.com/office/drawing/2014/main" id="{B8504E0C-26D1-4640-9D85-479BE48F454F}"/>
              </a:ext>
            </a:extLst>
          </p:cNvPr>
          <p:cNvSpPr txBox="1">
            <a:spLocks noChangeArrowheads="1"/>
          </p:cNvSpPr>
          <p:nvPr/>
        </p:nvSpPr>
        <p:spPr bwMode="auto">
          <a:xfrm>
            <a:off x="2074915" y="4139511"/>
            <a:ext cx="18915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ctr" eaLnBrk="1" fontAlgn="base" latinLnBrk="0" hangingPunct="1">
              <a:spcBef>
                <a:spcPct val="50000"/>
              </a:spcBef>
              <a:spcAft>
                <a:spcPct val="0"/>
              </a:spcAft>
              <a:buNone/>
            </a:pPr>
            <a:r>
              <a:rPr lang="en-US" altLang="ko-KR" sz="1200" dirty="0">
                <a:solidFill>
                  <a:srgbClr val="C00000"/>
                </a:solidFill>
                <a:ea typeface="a고딕14" panose="02020600000000000000" pitchFamily="18" charset="-127"/>
                <a:cs typeface="Arial Unicode MS" pitchFamily="34" charset="-128"/>
              </a:rPr>
              <a:t>✓</a:t>
            </a:r>
            <a:r>
              <a:rPr lang="en-US" altLang="ko-KR" sz="1200" dirty="0">
                <a:solidFill>
                  <a:srgbClr val="C00000"/>
                </a:solidFill>
                <a:ea typeface="a고딕14" panose="02020600000000000000" pitchFamily="18" charset="-127"/>
              </a:rPr>
              <a:t> </a:t>
            </a:r>
          </a:p>
        </p:txBody>
      </p:sp>
      <p:sp>
        <p:nvSpPr>
          <p:cNvPr id="84" name="Text Box 52">
            <a:extLst>
              <a:ext uri="{FF2B5EF4-FFF2-40B4-BE49-F238E27FC236}">
                <a16:creationId xmlns:a16="http://schemas.microsoft.com/office/drawing/2014/main" id="{F03C72C6-5969-408C-92F6-D5F6C97A39B1}"/>
              </a:ext>
            </a:extLst>
          </p:cNvPr>
          <p:cNvSpPr txBox="1">
            <a:spLocks noChangeArrowheads="1"/>
          </p:cNvSpPr>
          <p:nvPr/>
        </p:nvSpPr>
        <p:spPr bwMode="auto">
          <a:xfrm>
            <a:off x="2442193" y="3580877"/>
            <a:ext cx="18915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ctr" eaLnBrk="1" fontAlgn="base" latinLnBrk="0" hangingPunct="1">
              <a:spcBef>
                <a:spcPct val="50000"/>
              </a:spcBef>
              <a:spcAft>
                <a:spcPct val="0"/>
              </a:spcAft>
              <a:buNone/>
            </a:pPr>
            <a:r>
              <a:rPr lang="en-US" altLang="ko-KR" sz="1200" dirty="0">
                <a:solidFill>
                  <a:srgbClr val="C00000"/>
                </a:solidFill>
                <a:ea typeface="a고딕14" panose="02020600000000000000" pitchFamily="18" charset="-127"/>
                <a:cs typeface="Arial Unicode MS" pitchFamily="34" charset="-128"/>
              </a:rPr>
              <a:t>✓</a:t>
            </a:r>
            <a:r>
              <a:rPr lang="en-US" altLang="ko-KR" sz="1200" dirty="0">
                <a:solidFill>
                  <a:srgbClr val="C00000"/>
                </a:solidFill>
                <a:ea typeface="a고딕14" panose="02020600000000000000" pitchFamily="18" charset="-127"/>
              </a:rPr>
              <a:t> </a:t>
            </a:r>
          </a:p>
        </p:txBody>
      </p:sp>
      <p:sp>
        <p:nvSpPr>
          <p:cNvPr id="86" name="Text Box 52">
            <a:extLst>
              <a:ext uri="{FF2B5EF4-FFF2-40B4-BE49-F238E27FC236}">
                <a16:creationId xmlns:a16="http://schemas.microsoft.com/office/drawing/2014/main" id="{B628BDCE-2983-4DC8-8656-78DD3FA6D559}"/>
              </a:ext>
            </a:extLst>
          </p:cNvPr>
          <p:cNvSpPr txBox="1">
            <a:spLocks noChangeArrowheads="1"/>
          </p:cNvSpPr>
          <p:nvPr/>
        </p:nvSpPr>
        <p:spPr bwMode="auto">
          <a:xfrm>
            <a:off x="2442193" y="4139511"/>
            <a:ext cx="18915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ctr" eaLnBrk="1" fontAlgn="base" latinLnBrk="0" hangingPunct="1">
              <a:spcBef>
                <a:spcPct val="50000"/>
              </a:spcBef>
              <a:spcAft>
                <a:spcPct val="0"/>
              </a:spcAft>
              <a:buNone/>
            </a:pPr>
            <a:r>
              <a:rPr lang="en-US" altLang="ko-KR" sz="1200" dirty="0">
                <a:solidFill>
                  <a:srgbClr val="C00000"/>
                </a:solidFill>
                <a:ea typeface="a고딕14" panose="02020600000000000000" pitchFamily="18" charset="-127"/>
                <a:cs typeface="Arial Unicode MS" pitchFamily="34" charset="-128"/>
              </a:rPr>
              <a:t>✓</a:t>
            </a:r>
            <a:r>
              <a:rPr lang="en-US" altLang="ko-KR" sz="1200" dirty="0">
                <a:solidFill>
                  <a:srgbClr val="C00000"/>
                </a:solidFill>
                <a:ea typeface="a고딕14" panose="02020600000000000000" pitchFamily="18" charset="-127"/>
              </a:rPr>
              <a:t> </a:t>
            </a:r>
          </a:p>
        </p:txBody>
      </p:sp>
      <p:sp>
        <p:nvSpPr>
          <p:cNvPr id="87" name="Text Box 52">
            <a:extLst>
              <a:ext uri="{FF2B5EF4-FFF2-40B4-BE49-F238E27FC236}">
                <a16:creationId xmlns:a16="http://schemas.microsoft.com/office/drawing/2014/main" id="{892A0EB5-B7F9-495A-AEC9-D7948901C08E}"/>
              </a:ext>
            </a:extLst>
          </p:cNvPr>
          <p:cNvSpPr txBox="1">
            <a:spLocks noChangeArrowheads="1"/>
          </p:cNvSpPr>
          <p:nvPr/>
        </p:nvSpPr>
        <p:spPr bwMode="auto">
          <a:xfrm>
            <a:off x="2442193" y="4414626"/>
            <a:ext cx="18915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ctr" eaLnBrk="1" fontAlgn="base" latinLnBrk="0" hangingPunct="1">
              <a:spcBef>
                <a:spcPct val="50000"/>
              </a:spcBef>
              <a:spcAft>
                <a:spcPct val="0"/>
              </a:spcAft>
              <a:buNone/>
            </a:pPr>
            <a:r>
              <a:rPr lang="en-US" altLang="ko-KR" sz="1200" dirty="0">
                <a:solidFill>
                  <a:srgbClr val="C00000"/>
                </a:solidFill>
                <a:ea typeface="a고딕14" panose="02020600000000000000" pitchFamily="18" charset="-127"/>
                <a:cs typeface="Arial Unicode MS" pitchFamily="34" charset="-128"/>
              </a:rPr>
              <a:t>✓</a:t>
            </a:r>
            <a:r>
              <a:rPr lang="en-US" altLang="ko-KR" sz="1200" dirty="0">
                <a:solidFill>
                  <a:srgbClr val="C00000"/>
                </a:solidFill>
                <a:ea typeface="a고딕14" panose="02020600000000000000" pitchFamily="18" charset="-127"/>
              </a:rPr>
              <a:t> </a:t>
            </a:r>
          </a:p>
        </p:txBody>
      </p:sp>
      <p:sp>
        <p:nvSpPr>
          <p:cNvPr id="4" name="Text Box 52">
            <a:extLst>
              <a:ext uri="{FF2B5EF4-FFF2-40B4-BE49-F238E27FC236}">
                <a16:creationId xmlns:a16="http://schemas.microsoft.com/office/drawing/2014/main" id="{D01332B9-96F2-CF49-8869-7F97F65F63D7}"/>
              </a:ext>
            </a:extLst>
          </p:cNvPr>
          <p:cNvSpPr txBox="1">
            <a:spLocks noChangeArrowheads="1"/>
          </p:cNvSpPr>
          <p:nvPr/>
        </p:nvSpPr>
        <p:spPr bwMode="auto">
          <a:xfrm>
            <a:off x="2074915" y="3882502"/>
            <a:ext cx="18915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ctr" eaLnBrk="1" fontAlgn="base" latinLnBrk="0" hangingPunct="1">
              <a:spcBef>
                <a:spcPct val="50000"/>
              </a:spcBef>
              <a:spcAft>
                <a:spcPct val="0"/>
              </a:spcAft>
              <a:buNone/>
            </a:pPr>
            <a:r>
              <a:rPr lang="en-US" altLang="ko-KR" sz="1200" dirty="0">
                <a:solidFill>
                  <a:srgbClr val="C00000"/>
                </a:solidFill>
                <a:ea typeface="a고딕14" panose="02020600000000000000" pitchFamily="18" charset="-127"/>
                <a:cs typeface="Arial Unicode MS" pitchFamily="34" charset="-128"/>
              </a:rPr>
              <a:t>✓</a:t>
            </a:r>
            <a:r>
              <a:rPr lang="en-US" altLang="ko-KR" sz="1200" dirty="0">
                <a:solidFill>
                  <a:srgbClr val="C00000"/>
                </a:solidFill>
                <a:ea typeface="a고딕14" panose="02020600000000000000" pitchFamily="18" charset="-127"/>
              </a:rPr>
              <a:t> </a:t>
            </a:r>
          </a:p>
        </p:txBody>
      </p:sp>
      <p:sp>
        <p:nvSpPr>
          <p:cNvPr id="6" name="Text Box 52">
            <a:extLst>
              <a:ext uri="{FF2B5EF4-FFF2-40B4-BE49-F238E27FC236}">
                <a16:creationId xmlns:a16="http://schemas.microsoft.com/office/drawing/2014/main" id="{3CD0BDDF-D623-B138-91C1-9B9A1DE6E9BF}"/>
              </a:ext>
            </a:extLst>
          </p:cNvPr>
          <p:cNvSpPr txBox="1">
            <a:spLocks noChangeArrowheads="1"/>
          </p:cNvSpPr>
          <p:nvPr/>
        </p:nvSpPr>
        <p:spPr bwMode="auto">
          <a:xfrm>
            <a:off x="2442193" y="3882502"/>
            <a:ext cx="18915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ctr" eaLnBrk="1" fontAlgn="base" latinLnBrk="0" hangingPunct="1">
              <a:spcBef>
                <a:spcPct val="50000"/>
              </a:spcBef>
              <a:spcAft>
                <a:spcPct val="0"/>
              </a:spcAft>
              <a:buNone/>
            </a:pPr>
            <a:r>
              <a:rPr lang="en-US" altLang="ko-KR" sz="1200" dirty="0">
                <a:solidFill>
                  <a:srgbClr val="C00000"/>
                </a:solidFill>
                <a:ea typeface="a고딕14" panose="02020600000000000000" pitchFamily="18" charset="-127"/>
                <a:cs typeface="Arial Unicode MS" pitchFamily="34" charset="-128"/>
              </a:rPr>
              <a:t>✓</a:t>
            </a:r>
            <a:r>
              <a:rPr lang="en-US" altLang="ko-KR" sz="1200" dirty="0">
                <a:solidFill>
                  <a:srgbClr val="C00000"/>
                </a:solidFill>
                <a:ea typeface="a고딕14" panose="02020600000000000000" pitchFamily="18" charset="-127"/>
              </a:rPr>
              <a:t> </a:t>
            </a:r>
          </a:p>
        </p:txBody>
      </p:sp>
    </p:spTree>
    <p:extLst>
      <p:ext uri="{BB962C8B-B14F-4D97-AF65-F5344CB8AC3E}">
        <p14:creationId xmlns:p14="http://schemas.microsoft.com/office/powerpoint/2010/main" val="34554739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fontAlgn="auto" latinLnBrk="0">
              <a:spcAft>
                <a:spcPts val="0"/>
              </a:spcAft>
            </a:pPr>
            <a:r>
              <a:rPr lang="ko-KR" altLang="en-US" sz="1800" dirty="0"/>
              <a:t>과업의 성공적인 수행을 위해 분야별 </a:t>
            </a:r>
            <a:r>
              <a:rPr lang="ko-KR" altLang="en-US" sz="1800" dirty="0">
                <a:solidFill>
                  <a:srgbClr val="0070C0"/>
                </a:solidFill>
              </a:rPr>
              <a:t>전문인력 </a:t>
            </a:r>
            <a:r>
              <a:rPr lang="en-US" altLang="ko-KR" dirty="0">
                <a:solidFill>
                  <a:srgbClr val="0070C0"/>
                </a:solidFill>
              </a:rPr>
              <a:t>7</a:t>
            </a:r>
            <a:r>
              <a:rPr lang="ko-KR" altLang="en-US" sz="1800" dirty="0">
                <a:solidFill>
                  <a:srgbClr val="0070C0"/>
                </a:solidFill>
              </a:rPr>
              <a:t>명을 투입</a:t>
            </a:r>
            <a:r>
              <a:rPr lang="ko-KR" altLang="en-US" sz="1800" dirty="0"/>
              <a:t>하고</a:t>
            </a:r>
            <a:r>
              <a:rPr lang="en-US" altLang="ko-KR" sz="1800" dirty="0"/>
              <a:t>, </a:t>
            </a:r>
            <a:r>
              <a:rPr lang="ko-KR" altLang="en-US" sz="1800" spc="-30" dirty="0"/>
              <a:t>프로젝트의 실무 책임자와 담당자를 구분하여 수행 관리를 철저히 할 것임</a:t>
            </a:r>
            <a:endParaRPr lang="ko-KR" altLang="en-US" sz="1800" dirty="0"/>
          </a:p>
        </p:txBody>
      </p:sp>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4. </a:t>
            </a:r>
            <a:r>
              <a:rPr lang="ko-KR" altLang="en-US" dirty="0">
                <a:latin typeface="+mn-ea"/>
              </a:rPr>
              <a:t>과업 수행 조직</a:t>
            </a: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a:latin typeface="Arial Narrow" panose="020B0606020202030204" pitchFamily="34" charset="0"/>
              </a:rPr>
              <a:t>과업 수행 조직</a:t>
            </a:r>
            <a:endParaRPr lang="en-US" altLang="ko-KR">
              <a:latin typeface="Arial Narrow" panose="020B0606020202030204" pitchFamily="34" charset="0"/>
            </a:endParaRPr>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62" name="텍스트 개체 틀 1"/>
          <p:cNvSpPr>
            <a:spLocks noGrp="1"/>
          </p:cNvSpPr>
          <p:nvPr>
            <p:ph type="body" sz="quarter" idx="14"/>
          </p:nvPr>
        </p:nvSpPr>
        <p:spPr>
          <a:xfrm>
            <a:off x="596516" y="1664744"/>
            <a:ext cx="2644901" cy="331935"/>
          </a:xfrm>
        </p:spPr>
        <p:txBody>
          <a:bodyPr vert="horz" wrap="none" lIns="0" tIns="0" rIns="0" bIns="0" rtlCol="0" anchor="ctr">
            <a:noAutofit/>
          </a:bodyPr>
          <a:lstStyle/>
          <a:p>
            <a:r>
              <a:rPr lang="en-US" altLang="ko-KR"/>
              <a:t>Project team structure</a:t>
            </a:r>
          </a:p>
        </p:txBody>
      </p:sp>
      <p:sp>
        <p:nvSpPr>
          <p:cNvPr id="36" name="직사각형 35">
            <a:extLst>
              <a:ext uri="{FF2B5EF4-FFF2-40B4-BE49-F238E27FC236}">
                <a16:creationId xmlns:a16="http://schemas.microsoft.com/office/drawing/2014/main" id="{515A5D85-B8E3-46BA-ABBD-201621C01A89}"/>
              </a:ext>
            </a:extLst>
          </p:cNvPr>
          <p:cNvSpPr/>
          <p:nvPr/>
        </p:nvSpPr>
        <p:spPr bwMode="gray">
          <a:xfrm>
            <a:off x="599038" y="5991669"/>
            <a:ext cx="8749098" cy="498030"/>
          </a:xfrm>
          <a:prstGeom prst="rect">
            <a:avLst/>
          </a:prstGeom>
          <a:solidFill>
            <a:srgbClr val="A5A5A5">
              <a:lumMod val="20000"/>
              <a:lumOff val="8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400" b="0" i="0" u="none" strike="noStrike" kern="0" cap="none" spc="0" normalizeH="0" noProof="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aphicFrame>
        <p:nvGraphicFramePr>
          <p:cNvPr id="8" name="표 7">
            <a:extLst>
              <a:ext uri="{FF2B5EF4-FFF2-40B4-BE49-F238E27FC236}">
                <a16:creationId xmlns:a16="http://schemas.microsoft.com/office/drawing/2014/main" id="{149014CF-4F9D-1E79-6724-BDBB2114C40B}"/>
              </a:ext>
            </a:extLst>
          </p:cNvPr>
          <p:cNvGraphicFramePr>
            <a:graphicFrameLocks noGrp="1"/>
          </p:cNvGraphicFramePr>
          <p:nvPr/>
        </p:nvGraphicFramePr>
        <p:xfrm>
          <a:off x="599038" y="4617394"/>
          <a:ext cx="8737042" cy="1908750"/>
        </p:xfrm>
        <a:graphic>
          <a:graphicData uri="http://schemas.openxmlformats.org/drawingml/2006/table">
            <a:tbl>
              <a:tblPr/>
              <a:tblGrid>
                <a:gridCol w="825570">
                  <a:extLst>
                    <a:ext uri="{9D8B030D-6E8A-4147-A177-3AD203B41FA5}">
                      <a16:colId xmlns:a16="http://schemas.microsoft.com/office/drawing/2014/main" val="3694996319"/>
                    </a:ext>
                  </a:extLst>
                </a:gridCol>
                <a:gridCol w="972108">
                  <a:extLst>
                    <a:ext uri="{9D8B030D-6E8A-4147-A177-3AD203B41FA5}">
                      <a16:colId xmlns:a16="http://schemas.microsoft.com/office/drawing/2014/main" val="292575376"/>
                    </a:ext>
                  </a:extLst>
                </a:gridCol>
                <a:gridCol w="1224136">
                  <a:extLst>
                    <a:ext uri="{9D8B030D-6E8A-4147-A177-3AD203B41FA5}">
                      <a16:colId xmlns:a16="http://schemas.microsoft.com/office/drawing/2014/main" val="2739293788"/>
                    </a:ext>
                  </a:extLst>
                </a:gridCol>
                <a:gridCol w="1404156">
                  <a:extLst>
                    <a:ext uri="{9D8B030D-6E8A-4147-A177-3AD203B41FA5}">
                      <a16:colId xmlns:a16="http://schemas.microsoft.com/office/drawing/2014/main" val="477103502"/>
                    </a:ext>
                  </a:extLst>
                </a:gridCol>
                <a:gridCol w="1296144">
                  <a:extLst>
                    <a:ext uri="{9D8B030D-6E8A-4147-A177-3AD203B41FA5}">
                      <a16:colId xmlns:a16="http://schemas.microsoft.com/office/drawing/2014/main" val="1886071104"/>
                    </a:ext>
                  </a:extLst>
                </a:gridCol>
                <a:gridCol w="3014928">
                  <a:extLst>
                    <a:ext uri="{9D8B030D-6E8A-4147-A177-3AD203B41FA5}">
                      <a16:colId xmlns:a16="http://schemas.microsoft.com/office/drawing/2014/main" val="1139073284"/>
                    </a:ext>
                  </a:extLst>
                </a:gridCol>
              </a:tblGrid>
              <a:tr h="164439">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indent="0" algn="ctr" fontAlgn="base" latinLnBrk="0">
                        <a:lnSpc>
                          <a:spcPct val="100000"/>
                        </a:lnSpc>
                        <a:spcBef>
                          <a:spcPts val="0"/>
                        </a:spcBef>
                        <a:spcAft>
                          <a:spcPts val="0"/>
                        </a:spcAft>
                      </a:pPr>
                      <a:r>
                        <a:rPr kumimoji="1" lang="ko-KR" altLang="en-US" sz="1100" b="0" i="0" u="none" strike="noStrike" kern="0" cap="none" spc="0" normalizeH="0" baseline="0">
                          <a:ln>
                            <a:noFill/>
                          </a:ln>
                          <a:solidFill>
                            <a:prstClr val="white"/>
                          </a:solidFill>
                          <a:effectLst/>
                          <a:uLnTx/>
                          <a:uFillTx/>
                          <a:latin typeface="Arial Narrow" panose="020B0606020202030204" pitchFamily="34" charset="0"/>
                          <a:ea typeface="a고딕14" panose="02020600000000000000" pitchFamily="18" charset="-127"/>
                          <a:cs typeface="+mn-cs"/>
                        </a:rPr>
                        <a:t>구분</a:t>
                      </a:r>
                    </a:p>
                  </a:txBody>
                  <a:tcPr marL="17370" marR="1737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indent="0" algn="ctr" fontAlgn="base" latinLnBrk="0">
                        <a:lnSpc>
                          <a:spcPct val="100000"/>
                        </a:lnSpc>
                        <a:spcBef>
                          <a:spcPts val="0"/>
                        </a:spcBef>
                        <a:spcAft>
                          <a:spcPts val="0"/>
                        </a:spcAft>
                      </a:pPr>
                      <a:r>
                        <a:rPr kumimoji="1" lang="ko-KR" altLang="en-US" sz="1100" b="0" i="0" u="none" strike="noStrike" kern="0" cap="none" spc="0" normalizeH="0" baseline="0">
                          <a:ln>
                            <a:noFill/>
                          </a:ln>
                          <a:solidFill>
                            <a:prstClr val="white"/>
                          </a:solidFill>
                          <a:effectLst/>
                          <a:uLnTx/>
                          <a:uFillTx/>
                          <a:latin typeface="Arial Narrow" panose="020B0606020202030204" pitchFamily="34" charset="0"/>
                          <a:ea typeface="a고딕14" panose="02020600000000000000" pitchFamily="18" charset="-127"/>
                          <a:cs typeface="+mn-cs"/>
                        </a:rPr>
                        <a:t>성명</a:t>
                      </a:r>
                    </a:p>
                  </a:txBody>
                  <a:tcPr marL="17370" marR="1737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indent="0" algn="ctr" fontAlgn="base" latinLnBrk="0">
                        <a:lnSpc>
                          <a:spcPct val="100000"/>
                        </a:lnSpc>
                        <a:spcBef>
                          <a:spcPts val="0"/>
                        </a:spcBef>
                        <a:spcAft>
                          <a:spcPts val="0"/>
                        </a:spcAft>
                      </a:pPr>
                      <a:r>
                        <a:rPr kumimoji="1" lang="ko-KR" altLang="en-US" sz="1100" b="0" i="0" u="none" strike="noStrike" kern="0" cap="none" spc="0" normalizeH="0" baseline="0">
                          <a:ln>
                            <a:noFill/>
                          </a:ln>
                          <a:solidFill>
                            <a:prstClr val="white"/>
                          </a:solidFill>
                          <a:effectLst/>
                          <a:uLnTx/>
                          <a:uFillTx/>
                          <a:latin typeface="Arial Narrow" panose="020B0606020202030204" pitchFamily="34" charset="0"/>
                          <a:ea typeface="a고딕14" panose="02020600000000000000" pitchFamily="18" charset="-127"/>
                          <a:cs typeface="+mn-cs"/>
                        </a:rPr>
                        <a:t>직위</a:t>
                      </a:r>
                    </a:p>
                  </a:txBody>
                  <a:tcPr marL="17370" marR="1737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indent="0" algn="ctr" fontAlgn="base" latinLnBrk="0">
                        <a:lnSpc>
                          <a:spcPct val="100000"/>
                        </a:lnSpc>
                        <a:spcBef>
                          <a:spcPts val="0"/>
                        </a:spcBef>
                        <a:spcAft>
                          <a:spcPts val="0"/>
                        </a:spcAft>
                      </a:pPr>
                      <a:r>
                        <a:rPr kumimoji="1" lang="ko-KR" altLang="en-US" sz="1100" b="0" i="0" u="none" strike="noStrike" kern="0" cap="none" spc="0" normalizeH="0" baseline="0">
                          <a:ln>
                            <a:noFill/>
                          </a:ln>
                          <a:solidFill>
                            <a:prstClr val="white"/>
                          </a:solidFill>
                          <a:effectLst/>
                          <a:uLnTx/>
                          <a:uFillTx/>
                          <a:latin typeface="Arial Narrow" panose="020B0606020202030204" pitchFamily="34" charset="0"/>
                          <a:ea typeface="a고딕14" panose="02020600000000000000" pitchFamily="18" charset="-127"/>
                          <a:cs typeface="+mn-cs"/>
                        </a:rPr>
                        <a:t>최종학력 </a:t>
                      </a:r>
                      <a:r>
                        <a:rPr kumimoji="1" lang="en-US" altLang="ko-KR" sz="1100" b="0" i="0" u="none" strike="noStrike" kern="0" cap="none" spc="0" normalizeH="0" baseline="0">
                          <a:ln>
                            <a:noFill/>
                          </a:ln>
                          <a:solidFill>
                            <a:prstClr val="white"/>
                          </a:solidFill>
                          <a:effectLst/>
                          <a:uLnTx/>
                          <a:uFillTx/>
                          <a:latin typeface="Arial Narrow" panose="020B0606020202030204" pitchFamily="34" charset="0"/>
                          <a:ea typeface="a고딕14" panose="02020600000000000000" pitchFamily="18" charset="-127"/>
                          <a:cs typeface="+mn-cs"/>
                        </a:rPr>
                        <a:t>(</a:t>
                      </a:r>
                      <a:r>
                        <a:rPr kumimoji="1" lang="ko-KR" altLang="en-US" sz="1100" b="0" i="0" u="none" strike="noStrike" kern="0" cap="none" spc="0" normalizeH="0" baseline="0">
                          <a:ln>
                            <a:noFill/>
                          </a:ln>
                          <a:solidFill>
                            <a:prstClr val="white"/>
                          </a:solidFill>
                          <a:effectLst/>
                          <a:uLnTx/>
                          <a:uFillTx/>
                          <a:latin typeface="Arial Narrow" panose="020B0606020202030204" pitchFamily="34" charset="0"/>
                          <a:ea typeface="a고딕14" panose="02020600000000000000" pitchFamily="18" charset="-127"/>
                          <a:cs typeface="+mn-cs"/>
                        </a:rPr>
                        <a:t>전공 학위</a:t>
                      </a:r>
                      <a:r>
                        <a:rPr kumimoji="1" lang="en-US" altLang="ko-KR" sz="1100" b="0" i="0" u="none" strike="noStrike" kern="0" cap="none" spc="0" normalizeH="0" baseline="0">
                          <a:ln>
                            <a:noFill/>
                          </a:ln>
                          <a:solidFill>
                            <a:prstClr val="white"/>
                          </a:solidFill>
                          <a:effectLst/>
                          <a:uLnTx/>
                          <a:uFillTx/>
                          <a:latin typeface="Arial Narrow" panose="020B0606020202030204" pitchFamily="34" charset="0"/>
                          <a:ea typeface="a고딕14" panose="02020600000000000000" pitchFamily="18" charset="-127"/>
                          <a:cs typeface="+mn-cs"/>
                        </a:rPr>
                        <a:t>)</a:t>
                      </a:r>
                      <a:endParaRPr kumimoji="1" lang="ko-KR" altLang="en-US" sz="1100" b="0" i="0" u="none" strike="noStrike" kern="0" cap="none" spc="0" normalizeH="0" baseline="0">
                        <a:ln>
                          <a:noFill/>
                        </a:ln>
                        <a:solidFill>
                          <a:prstClr val="white"/>
                        </a:solidFill>
                        <a:effectLst/>
                        <a:uLnTx/>
                        <a:uFillTx/>
                        <a:latin typeface="Arial Narrow" panose="020B0606020202030204" pitchFamily="34" charset="0"/>
                        <a:ea typeface="a고딕14" panose="02020600000000000000" pitchFamily="18" charset="-127"/>
                        <a:cs typeface="+mn-cs"/>
                      </a:endParaRPr>
                    </a:p>
                  </a:txBody>
                  <a:tcPr marL="17370" marR="1737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indent="0" algn="ctr" fontAlgn="base" latinLnBrk="0">
                        <a:lnSpc>
                          <a:spcPct val="100000"/>
                        </a:lnSpc>
                        <a:spcBef>
                          <a:spcPts val="0"/>
                        </a:spcBef>
                        <a:spcAft>
                          <a:spcPts val="0"/>
                        </a:spcAft>
                      </a:pPr>
                      <a:r>
                        <a:rPr kumimoji="1" lang="ko-KR" altLang="en-US" sz="1100" b="0" i="0" u="none" strike="noStrike" kern="0" cap="none" spc="0" normalizeH="0" baseline="0">
                          <a:ln>
                            <a:noFill/>
                          </a:ln>
                          <a:solidFill>
                            <a:prstClr val="white"/>
                          </a:solidFill>
                          <a:effectLst/>
                          <a:uLnTx/>
                          <a:uFillTx/>
                          <a:latin typeface="Arial Narrow" panose="020B0606020202030204" pitchFamily="34" charset="0"/>
                          <a:ea typeface="a고딕14" panose="02020600000000000000" pitchFamily="18" charset="-127"/>
                          <a:cs typeface="+mn-cs"/>
                        </a:rPr>
                        <a:t>해당분야 근무경력</a:t>
                      </a:r>
                    </a:p>
                  </a:txBody>
                  <a:tcPr marL="17370" marR="1737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marL="0" marR="0" indent="0" algn="ctr" fontAlgn="base" latinLnBrk="0">
                        <a:lnSpc>
                          <a:spcPct val="100000"/>
                        </a:lnSpc>
                        <a:spcBef>
                          <a:spcPts val="0"/>
                        </a:spcBef>
                        <a:spcAft>
                          <a:spcPts val="0"/>
                        </a:spcAft>
                      </a:pPr>
                      <a:r>
                        <a:rPr kumimoji="1" lang="ko-KR" altLang="en-US" sz="1100" b="0" i="0" u="none" strike="noStrike" kern="0" cap="none" spc="0" normalizeH="0" baseline="0">
                          <a:ln>
                            <a:noFill/>
                          </a:ln>
                          <a:solidFill>
                            <a:prstClr val="white"/>
                          </a:solidFill>
                          <a:effectLst/>
                          <a:uLnTx/>
                          <a:uFillTx/>
                          <a:latin typeface="Arial Narrow" panose="020B0606020202030204" pitchFamily="34" charset="0"/>
                          <a:ea typeface="a고딕14" panose="02020600000000000000" pitchFamily="18" charset="-127"/>
                          <a:cs typeface="+mn-cs"/>
                        </a:rPr>
                        <a:t>과업 분담내용</a:t>
                      </a:r>
                    </a:p>
                  </a:txBody>
                  <a:tcPr marL="17370" marR="17370" marT="0" marB="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rgbClr val="212E55"/>
                    </a:solidFill>
                  </a:tcPr>
                </a:tc>
                <a:extLst>
                  <a:ext uri="{0D108BD9-81ED-4DB2-BD59-A6C34878D82A}">
                    <a16:rowId xmlns:a16="http://schemas.microsoft.com/office/drawing/2014/main" val="2925710783"/>
                  </a:ext>
                </a:extLst>
              </a:tr>
              <a:tr h="243981">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indent="0" algn="ctr" fontAlgn="base" latinLnBrk="0">
                        <a:lnSpc>
                          <a:spcPct val="100000"/>
                        </a:lnSpc>
                        <a:spcBef>
                          <a:spcPts val="0"/>
                        </a:spcBef>
                        <a:spcAft>
                          <a:spcPts val="0"/>
                        </a:spcAft>
                      </a:pPr>
                      <a:r>
                        <a:rPr lang="ko-KR" altLang="en-US" sz="1000" kern="0">
                          <a:solidFill>
                            <a:prstClr val="black"/>
                          </a:solidFill>
                          <a:latin typeface="Arial Narrow" panose="020B0606020202030204" pitchFamily="34" charset="0"/>
                          <a:ea typeface="a고딕14" panose="02020600000000000000" pitchFamily="18" charset="-127"/>
                          <a:cs typeface="+mn-cs"/>
                        </a:rPr>
                        <a:t>사업책임자</a:t>
                      </a:r>
                      <a:r>
                        <a:rPr lang="en-US" altLang="ko-KR" sz="1000" kern="0">
                          <a:solidFill>
                            <a:prstClr val="black"/>
                          </a:solidFill>
                          <a:latin typeface="Arial Narrow" panose="020B0606020202030204" pitchFamily="34" charset="0"/>
                          <a:ea typeface="a고딕14" panose="02020600000000000000" pitchFamily="18" charset="-127"/>
                          <a:cs typeface="+mn-cs"/>
                        </a:rPr>
                        <a:t>(PM)</a:t>
                      </a:r>
                      <a:endParaRPr lang="ko-KR" altLang="en-US" sz="1000" kern="0">
                        <a:solidFill>
                          <a:prstClr val="black"/>
                        </a:solidFill>
                        <a:latin typeface="Arial Narrow" panose="020B0606020202030204" pitchFamily="34" charset="0"/>
                        <a:ea typeface="a고딕14" panose="02020600000000000000" pitchFamily="18" charset="-127"/>
                        <a:cs typeface="+mn-cs"/>
                      </a:endParaRP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indent="0" algn="ctr" fontAlgn="base" latinLnBrk="0">
                        <a:lnSpc>
                          <a:spcPct val="100000"/>
                        </a:lnSpc>
                        <a:spcBef>
                          <a:spcPts val="0"/>
                        </a:spcBef>
                        <a:spcAft>
                          <a:spcPts val="0"/>
                        </a:spcAft>
                      </a:pPr>
                      <a:r>
                        <a:rPr lang="ko-KR" altLang="en-US" sz="1000" kern="0" err="1">
                          <a:solidFill>
                            <a:prstClr val="black"/>
                          </a:solidFill>
                          <a:latin typeface="Arial Narrow" panose="020B0606020202030204" pitchFamily="34" charset="0"/>
                          <a:ea typeface="a고딕14" panose="02020600000000000000" pitchFamily="18" charset="-127"/>
                          <a:cs typeface="+mn-cs"/>
                        </a:rPr>
                        <a:t>유대훈</a:t>
                      </a:r>
                      <a:endParaRPr lang="ko-KR" altLang="en-US" sz="1000" kern="0">
                        <a:solidFill>
                          <a:prstClr val="black"/>
                        </a:solidFill>
                        <a:latin typeface="Arial Narrow" panose="020B0606020202030204" pitchFamily="34" charset="0"/>
                        <a:ea typeface="a고딕14" panose="02020600000000000000" pitchFamily="18" charset="-127"/>
                        <a:cs typeface="+mn-cs"/>
                      </a:endParaRP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indent="0" algn="ctr" fontAlgn="base" latinLnBrk="0">
                        <a:lnSpc>
                          <a:spcPct val="100000"/>
                        </a:lnSpc>
                        <a:spcBef>
                          <a:spcPts val="0"/>
                        </a:spcBef>
                        <a:spcAft>
                          <a:spcPts val="0"/>
                        </a:spcAft>
                      </a:pPr>
                      <a:r>
                        <a:rPr lang="ko-KR" altLang="en-US" sz="1000" kern="0">
                          <a:solidFill>
                            <a:prstClr val="black"/>
                          </a:solidFill>
                          <a:latin typeface="Arial Narrow" panose="020B0606020202030204" pitchFamily="34" charset="0"/>
                          <a:ea typeface="a고딕14" panose="02020600000000000000" pitchFamily="18" charset="-127"/>
                          <a:cs typeface="+mn-cs"/>
                        </a:rPr>
                        <a:t>수석연구원</a:t>
                      </a:r>
                      <a:r>
                        <a:rPr lang="en-US" altLang="ko-KR" sz="1000" kern="0">
                          <a:solidFill>
                            <a:prstClr val="black"/>
                          </a:solidFill>
                          <a:latin typeface="Arial Narrow" panose="020B0606020202030204" pitchFamily="34" charset="0"/>
                          <a:ea typeface="a고딕14" panose="02020600000000000000" pitchFamily="18" charset="-127"/>
                          <a:cs typeface="+mn-cs"/>
                        </a:rPr>
                        <a:t>/</a:t>
                      </a:r>
                      <a:r>
                        <a:rPr lang="ko-KR" altLang="en-US" sz="1000" kern="0">
                          <a:solidFill>
                            <a:prstClr val="black"/>
                          </a:solidFill>
                          <a:latin typeface="Arial Narrow" panose="020B0606020202030204" pitchFamily="34" charset="0"/>
                          <a:ea typeface="a고딕14" panose="02020600000000000000" pitchFamily="18" charset="-127"/>
                          <a:cs typeface="+mn-cs"/>
                        </a:rPr>
                        <a:t>본부장</a:t>
                      </a: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indent="0" algn="ctr" fontAlgn="base" latinLnBrk="0">
                        <a:lnSpc>
                          <a:spcPct val="100000"/>
                        </a:lnSpc>
                        <a:spcBef>
                          <a:spcPts val="0"/>
                        </a:spcBef>
                        <a:spcAft>
                          <a:spcPts val="0"/>
                        </a:spcAft>
                      </a:pPr>
                      <a:r>
                        <a:rPr lang="ko-KR" altLang="en-US" sz="1000" kern="0">
                          <a:solidFill>
                            <a:prstClr val="black"/>
                          </a:solidFill>
                          <a:latin typeface="Arial Narrow" panose="020B0606020202030204" pitchFamily="34" charset="0"/>
                          <a:ea typeface="a고딕14" panose="02020600000000000000" pitchFamily="18" charset="-127"/>
                          <a:cs typeface="+mn-cs"/>
                        </a:rPr>
                        <a:t>석사</a:t>
                      </a:r>
                      <a:r>
                        <a:rPr lang="en-US" altLang="ko-KR" sz="1000" kern="0">
                          <a:solidFill>
                            <a:prstClr val="black"/>
                          </a:solidFill>
                          <a:latin typeface="Arial Narrow" panose="020B0606020202030204" pitchFamily="34" charset="0"/>
                          <a:ea typeface="a고딕14" panose="02020600000000000000" pitchFamily="18" charset="-127"/>
                          <a:cs typeface="+mn-cs"/>
                        </a:rPr>
                        <a:t>(</a:t>
                      </a:r>
                      <a:r>
                        <a:rPr lang="en-US" sz="1000" kern="0">
                          <a:solidFill>
                            <a:prstClr val="black"/>
                          </a:solidFill>
                          <a:latin typeface="Arial Narrow" panose="020B0606020202030204" pitchFamily="34" charset="0"/>
                          <a:ea typeface="a고딕14" panose="02020600000000000000" pitchFamily="18" charset="-127"/>
                          <a:cs typeface="+mn-cs"/>
                        </a:rPr>
                        <a:t>Global MBA)</a:t>
                      </a: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indent="0" algn="ctr" fontAlgn="base" latinLnBrk="0">
                        <a:lnSpc>
                          <a:spcPct val="100000"/>
                        </a:lnSpc>
                        <a:spcBef>
                          <a:spcPts val="0"/>
                        </a:spcBef>
                        <a:spcAft>
                          <a:spcPts val="0"/>
                        </a:spcAft>
                      </a:pPr>
                      <a:r>
                        <a:rPr lang="en-US" altLang="ko-KR" sz="1000" kern="0">
                          <a:solidFill>
                            <a:prstClr val="black"/>
                          </a:solidFill>
                          <a:latin typeface="Arial Narrow" panose="020B0606020202030204" pitchFamily="34" charset="0"/>
                          <a:ea typeface="a고딕14" panose="02020600000000000000" pitchFamily="18" charset="-127"/>
                          <a:cs typeface="+mn-cs"/>
                        </a:rPr>
                        <a:t>13</a:t>
                      </a:r>
                      <a:r>
                        <a:rPr lang="ko-KR" altLang="en-US" sz="1000" kern="0">
                          <a:solidFill>
                            <a:prstClr val="black"/>
                          </a:solidFill>
                          <a:latin typeface="Arial Narrow" panose="020B0606020202030204" pitchFamily="34" charset="0"/>
                          <a:ea typeface="a고딕14" panose="02020600000000000000" pitchFamily="18" charset="-127"/>
                          <a:cs typeface="+mn-cs"/>
                        </a:rPr>
                        <a:t>년</a:t>
                      </a: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60000"/>
                        </a:lnSpc>
                        <a:buNone/>
                      </a:pPr>
                      <a:r>
                        <a:rPr lang="ko-KR" altLang="en-US" sz="1000" kern="0">
                          <a:solidFill>
                            <a:prstClr val="black"/>
                          </a:solidFill>
                          <a:latin typeface="Arial Narrow" panose="020B0606020202030204" pitchFamily="34" charset="0"/>
                          <a:ea typeface="a고딕14" panose="02020600000000000000" pitchFamily="18" charset="-127"/>
                          <a:cs typeface="+mn-cs"/>
                        </a:rPr>
                        <a:t>총괄 책임</a:t>
                      </a:r>
                      <a:r>
                        <a:rPr lang="en-US" altLang="ko-KR" sz="1000" kern="0">
                          <a:solidFill>
                            <a:prstClr val="black"/>
                          </a:solidFill>
                          <a:latin typeface="Arial Narrow" panose="020B0606020202030204" pitchFamily="34" charset="0"/>
                          <a:ea typeface="a고딕14" panose="02020600000000000000" pitchFamily="18" charset="-127"/>
                          <a:cs typeface="+mn-cs"/>
                        </a:rPr>
                        <a:t>, </a:t>
                      </a:r>
                      <a:r>
                        <a:rPr lang="ko-KR" altLang="en-US" sz="1000" kern="0">
                          <a:solidFill>
                            <a:prstClr val="black"/>
                          </a:solidFill>
                          <a:latin typeface="Arial Narrow" panose="020B0606020202030204" pitchFamily="34" charset="0"/>
                          <a:ea typeface="a고딕14" panose="02020600000000000000" pitchFamily="18" charset="-127"/>
                          <a:cs typeface="+mn-cs"/>
                        </a:rPr>
                        <a:t>품질 및 위험 관리</a:t>
                      </a:r>
                    </a:p>
                  </a:txBody>
                  <a:tcPr marL="17907" marR="17907" marT="17907" marB="17907"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9218671"/>
                  </a:ext>
                </a:extLst>
              </a:tr>
              <a:tr h="243981">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indent="0" algn="ctr" fontAlgn="base" latinLnBrk="0">
                        <a:lnSpc>
                          <a:spcPct val="100000"/>
                        </a:lnSpc>
                        <a:spcBef>
                          <a:spcPts val="0"/>
                        </a:spcBef>
                        <a:spcAft>
                          <a:spcPts val="0"/>
                        </a:spcAft>
                      </a:pPr>
                      <a:r>
                        <a:rPr lang="ko-KR" altLang="en-US" sz="1000" kern="0">
                          <a:solidFill>
                            <a:prstClr val="black"/>
                          </a:solidFill>
                          <a:latin typeface="Arial Narrow" panose="020B0606020202030204" pitchFamily="34" charset="0"/>
                          <a:ea typeface="a고딕14" panose="02020600000000000000" pitchFamily="18" charset="-127"/>
                          <a:cs typeface="+mn-cs"/>
                        </a:rPr>
                        <a:t>실무책임자</a:t>
                      </a:r>
                      <a:r>
                        <a:rPr lang="en-US" altLang="ko-KR" sz="1000" kern="0">
                          <a:solidFill>
                            <a:prstClr val="black"/>
                          </a:solidFill>
                          <a:latin typeface="Arial Narrow" panose="020B0606020202030204" pitchFamily="34" charset="0"/>
                          <a:ea typeface="a고딕14" panose="02020600000000000000" pitchFamily="18" charset="-127"/>
                          <a:cs typeface="+mn-cs"/>
                        </a:rPr>
                        <a:t>(PL)</a:t>
                      </a: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indent="0" algn="ctr" fontAlgn="base" latinLnBrk="0">
                        <a:lnSpc>
                          <a:spcPct val="100000"/>
                        </a:lnSpc>
                        <a:spcBef>
                          <a:spcPts val="0"/>
                        </a:spcBef>
                        <a:spcAft>
                          <a:spcPts val="0"/>
                        </a:spcAft>
                      </a:pPr>
                      <a:r>
                        <a:rPr lang="ko-KR" altLang="en-US" sz="1000" kern="0" err="1">
                          <a:solidFill>
                            <a:prstClr val="black"/>
                          </a:solidFill>
                          <a:latin typeface="Arial Narrow" panose="020B0606020202030204" pitchFamily="34" charset="0"/>
                          <a:ea typeface="a고딕14" panose="02020600000000000000" pitchFamily="18" charset="-127"/>
                          <a:cs typeface="+mn-cs"/>
                        </a:rPr>
                        <a:t>이석주</a:t>
                      </a:r>
                      <a:endParaRPr lang="ko-KR" altLang="en-US" sz="1000" kern="0">
                        <a:solidFill>
                          <a:prstClr val="black"/>
                        </a:solidFill>
                        <a:latin typeface="Arial Narrow" panose="020B0606020202030204" pitchFamily="34" charset="0"/>
                        <a:ea typeface="a고딕14" panose="02020600000000000000" pitchFamily="18" charset="-127"/>
                        <a:cs typeface="+mn-cs"/>
                      </a:endParaRP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indent="0" algn="ctr" fontAlgn="base" latinLnBrk="0">
                        <a:lnSpc>
                          <a:spcPct val="100000"/>
                        </a:lnSpc>
                        <a:spcBef>
                          <a:spcPts val="0"/>
                        </a:spcBef>
                        <a:spcAft>
                          <a:spcPts val="0"/>
                        </a:spcAft>
                      </a:pPr>
                      <a:r>
                        <a:rPr lang="ko-KR" altLang="en-US" sz="1000" kern="0">
                          <a:solidFill>
                            <a:prstClr val="black"/>
                          </a:solidFill>
                          <a:latin typeface="Arial Narrow" panose="020B0606020202030204" pitchFamily="34" charset="0"/>
                          <a:ea typeface="a고딕14" panose="02020600000000000000" pitchFamily="18" charset="-127"/>
                          <a:cs typeface="+mn-cs"/>
                        </a:rPr>
                        <a:t>책임연구원</a:t>
                      </a:r>
                      <a:r>
                        <a:rPr lang="en-US" altLang="ko-KR" sz="1000" kern="0">
                          <a:solidFill>
                            <a:prstClr val="black"/>
                          </a:solidFill>
                          <a:latin typeface="Arial Narrow" panose="020B0606020202030204" pitchFamily="34" charset="0"/>
                          <a:ea typeface="a고딕14" panose="02020600000000000000" pitchFamily="18" charset="-127"/>
                          <a:cs typeface="+mn-cs"/>
                        </a:rPr>
                        <a:t>/</a:t>
                      </a:r>
                      <a:r>
                        <a:rPr lang="ko-KR" altLang="en-US" sz="1000" kern="0">
                          <a:solidFill>
                            <a:prstClr val="black"/>
                          </a:solidFill>
                          <a:latin typeface="Arial Narrow" panose="020B0606020202030204" pitchFamily="34" charset="0"/>
                          <a:ea typeface="a고딕14" panose="02020600000000000000" pitchFamily="18" charset="-127"/>
                          <a:cs typeface="+mn-cs"/>
                        </a:rPr>
                        <a:t>팀장</a:t>
                      </a: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indent="0" algn="ctr" fontAlgn="base" latinLnBrk="0">
                        <a:lnSpc>
                          <a:spcPct val="100000"/>
                        </a:lnSpc>
                        <a:spcBef>
                          <a:spcPts val="0"/>
                        </a:spcBef>
                        <a:spcAft>
                          <a:spcPts val="0"/>
                        </a:spcAft>
                      </a:pPr>
                      <a:r>
                        <a:rPr lang="ko-KR" altLang="en-US" sz="1000" kern="0">
                          <a:solidFill>
                            <a:prstClr val="black"/>
                          </a:solidFill>
                          <a:latin typeface="Arial Narrow" panose="020B0606020202030204" pitchFamily="34" charset="0"/>
                          <a:ea typeface="a고딕14" panose="02020600000000000000" pitchFamily="18" charset="-127"/>
                          <a:cs typeface="+mn-cs"/>
                        </a:rPr>
                        <a:t>학사</a:t>
                      </a:r>
                      <a:r>
                        <a:rPr lang="en-US" altLang="ko-KR" sz="1000" kern="0">
                          <a:solidFill>
                            <a:prstClr val="black"/>
                          </a:solidFill>
                          <a:latin typeface="Arial Narrow" panose="020B0606020202030204" pitchFamily="34" charset="0"/>
                          <a:ea typeface="a고딕14" panose="02020600000000000000" pitchFamily="18" charset="-127"/>
                          <a:cs typeface="+mn-cs"/>
                        </a:rPr>
                        <a:t>(</a:t>
                      </a:r>
                      <a:r>
                        <a:rPr lang="ko-KR" altLang="en-US" sz="1000" kern="0">
                          <a:solidFill>
                            <a:prstClr val="black"/>
                          </a:solidFill>
                          <a:latin typeface="Arial Narrow" panose="020B0606020202030204" pitchFamily="34" charset="0"/>
                          <a:ea typeface="a고딕14" panose="02020600000000000000" pitchFamily="18" charset="-127"/>
                          <a:cs typeface="+mn-cs"/>
                        </a:rPr>
                        <a:t>경영학</a:t>
                      </a:r>
                      <a:r>
                        <a:rPr lang="en-US" altLang="ko-KR" sz="1000" kern="0">
                          <a:solidFill>
                            <a:prstClr val="black"/>
                          </a:solidFill>
                          <a:latin typeface="Arial Narrow" panose="020B0606020202030204" pitchFamily="34" charset="0"/>
                          <a:ea typeface="a고딕14" panose="02020600000000000000" pitchFamily="18" charset="-127"/>
                          <a:cs typeface="+mn-cs"/>
                        </a:rPr>
                        <a:t>)</a:t>
                      </a:r>
                      <a:endParaRPr lang="en-US" sz="1000" kern="0">
                        <a:solidFill>
                          <a:prstClr val="black"/>
                        </a:solidFill>
                        <a:latin typeface="Arial Narrow" panose="020B0606020202030204" pitchFamily="34" charset="0"/>
                        <a:ea typeface="a고딕14" panose="02020600000000000000" pitchFamily="18" charset="-127"/>
                        <a:cs typeface="+mn-cs"/>
                      </a:endParaRP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indent="0" algn="ctr" fontAlgn="base" latinLnBrk="0">
                        <a:lnSpc>
                          <a:spcPct val="100000"/>
                        </a:lnSpc>
                        <a:spcBef>
                          <a:spcPts val="0"/>
                        </a:spcBef>
                        <a:spcAft>
                          <a:spcPts val="0"/>
                        </a:spcAft>
                      </a:pPr>
                      <a:r>
                        <a:rPr lang="en-US" altLang="ko-KR" sz="1000" kern="0">
                          <a:solidFill>
                            <a:prstClr val="black"/>
                          </a:solidFill>
                          <a:latin typeface="Arial Narrow" panose="020B0606020202030204" pitchFamily="34" charset="0"/>
                          <a:ea typeface="a고딕14" panose="02020600000000000000" pitchFamily="18" charset="-127"/>
                          <a:cs typeface="+mn-cs"/>
                        </a:rPr>
                        <a:t>11</a:t>
                      </a:r>
                      <a:r>
                        <a:rPr lang="ko-KR" altLang="en-US" sz="1000" kern="0">
                          <a:solidFill>
                            <a:prstClr val="black"/>
                          </a:solidFill>
                          <a:latin typeface="Arial Narrow" panose="020B0606020202030204" pitchFamily="34" charset="0"/>
                          <a:ea typeface="a고딕14" panose="02020600000000000000" pitchFamily="18" charset="-127"/>
                          <a:cs typeface="+mn-cs"/>
                        </a:rPr>
                        <a:t>년</a:t>
                      </a: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60000"/>
                        </a:lnSpc>
                        <a:buNone/>
                      </a:pPr>
                      <a:r>
                        <a:rPr lang="ko-KR" altLang="en-US" sz="1000" kern="0">
                          <a:solidFill>
                            <a:prstClr val="black"/>
                          </a:solidFill>
                          <a:latin typeface="Arial Narrow" panose="020B0606020202030204" pitchFamily="34" charset="0"/>
                          <a:ea typeface="a고딕14" panose="02020600000000000000" pitchFamily="18" charset="-127"/>
                          <a:cs typeface="+mn-cs"/>
                        </a:rPr>
                        <a:t>실무 총괄</a:t>
                      </a:r>
                      <a:r>
                        <a:rPr lang="en-US" altLang="ko-KR" sz="1000" kern="0">
                          <a:solidFill>
                            <a:prstClr val="black"/>
                          </a:solidFill>
                          <a:latin typeface="Arial Narrow" panose="020B0606020202030204" pitchFamily="34" charset="0"/>
                          <a:ea typeface="a고딕14" panose="02020600000000000000" pitchFamily="18" charset="-127"/>
                          <a:cs typeface="+mn-cs"/>
                        </a:rPr>
                        <a:t>, </a:t>
                      </a:r>
                      <a:r>
                        <a:rPr lang="ko-KR" altLang="en-US" sz="1000" kern="0">
                          <a:solidFill>
                            <a:prstClr val="black"/>
                          </a:solidFill>
                          <a:latin typeface="Arial Narrow" panose="020B0606020202030204" pitchFamily="34" charset="0"/>
                          <a:ea typeface="a고딕14" panose="02020600000000000000" pitchFamily="18" charset="-127"/>
                          <a:cs typeface="+mn-cs"/>
                        </a:rPr>
                        <a:t>신규 과정개발</a:t>
                      </a:r>
                      <a:r>
                        <a:rPr lang="en-US" altLang="ko-KR" sz="1000" kern="0">
                          <a:solidFill>
                            <a:prstClr val="black"/>
                          </a:solidFill>
                          <a:latin typeface="Arial Narrow" panose="020B0606020202030204" pitchFamily="34" charset="0"/>
                          <a:ea typeface="a고딕14" panose="02020600000000000000" pitchFamily="18" charset="-127"/>
                          <a:cs typeface="+mn-cs"/>
                        </a:rPr>
                        <a:t>, </a:t>
                      </a:r>
                      <a:r>
                        <a:rPr lang="ko-KR" altLang="en-US" sz="1000" kern="0">
                          <a:solidFill>
                            <a:prstClr val="black"/>
                          </a:solidFill>
                          <a:latin typeface="Arial Narrow" panose="020B0606020202030204" pitchFamily="34" charset="0"/>
                          <a:ea typeface="a고딕14" panose="02020600000000000000" pitchFamily="18" charset="-127"/>
                          <a:cs typeface="+mn-cs"/>
                        </a:rPr>
                        <a:t>교육로드맵 도출</a:t>
                      </a:r>
                    </a:p>
                  </a:txBody>
                  <a:tcPr marL="17907" marR="17907" marT="17907" marB="17907"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3726826"/>
                  </a:ext>
                </a:extLst>
              </a:tr>
              <a:tr h="243981">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ko-KR" altLang="en-US" sz="1000" kern="0" noProof="0">
                          <a:solidFill>
                            <a:prstClr val="black"/>
                          </a:solidFill>
                          <a:latin typeface="Arial Narrow" panose="020B0606020202030204" pitchFamily="34" charset="0"/>
                          <a:ea typeface="a고딕14" panose="02020600000000000000" pitchFamily="18" charset="-127"/>
                          <a:cs typeface="+mn-cs"/>
                        </a:rPr>
                        <a:t>연구원</a:t>
                      </a:r>
                      <a:endParaRPr lang="en-US" altLang="ko-KR" sz="1000" kern="0" noProof="0">
                        <a:solidFill>
                          <a:prstClr val="black"/>
                        </a:solidFill>
                        <a:latin typeface="Arial Narrow" panose="020B0606020202030204" pitchFamily="34" charset="0"/>
                        <a:ea typeface="a고딕14" panose="02020600000000000000" pitchFamily="18" charset="-127"/>
                        <a:cs typeface="+mn-cs"/>
                      </a:endParaRP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ko-KR" altLang="en-US" sz="1000" kern="0" err="1">
                          <a:solidFill>
                            <a:prstClr val="black"/>
                          </a:solidFill>
                          <a:latin typeface="Arial Narrow" panose="020B0606020202030204" pitchFamily="34" charset="0"/>
                          <a:ea typeface="a고딕14" panose="02020600000000000000" pitchFamily="18" charset="-127"/>
                          <a:cs typeface="+mn-cs"/>
                        </a:rPr>
                        <a:t>조예슬</a:t>
                      </a:r>
                      <a:endParaRPr lang="ko-KR" altLang="en-US" sz="1000" kern="0">
                        <a:solidFill>
                          <a:prstClr val="black"/>
                        </a:solidFill>
                        <a:latin typeface="Arial Narrow" panose="020B0606020202030204" pitchFamily="34" charset="0"/>
                        <a:ea typeface="a고딕14" panose="02020600000000000000" pitchFamily="18" charset="-127"/>
                        <a:cs typeface="+mn-cs"/>
                      </a:endParaRP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indent="0" algn="ctr" fontAlgn="base" latinLnBrk="0">
                        <a:lnSpc>
                          <a:spcPct val="100000"/>
                        </a:lnSpc>
                        <a:spcBef>
                          <a:spcPts val="0"/>
                        </a:spcBef>
                        <a:spcAft>
                          <a:spcPts val="0"/>
                        </a:spcAft>
                      </a:pPr>
                      <a:r>
                        <a:rPr lang="ko-KR" altLang="en-US" sz="1000" kern="0">
                          <a:solidFill>
                            <a:prstClr val="black"/>
                          </a:solidFill>
                          <a:latin typeface="Arial Narrow" panose="020B0606020202030204" pitchFamily="34" charset="0"/>
                          <a:ea typeface="a고딕14" panose="02020600000000000000" pitchFamily="18" charset="-127"/>
                          <a:cs typeface="+mn-cs"/>
                        </a:rPr>
                        <a:t>책임연구원</a:t>
                      </a: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ko-KR" altLang="en-US" sz="1000" kern="0">
                          <a:solidFill>
                            <a:prstClr val="black"/>
                          </a:solidFill>
                          <a:latin typeface="Arial Narrow" panose="020B0606020202030204" pitchFamily="34" charset="0"/>
                          <a:ea typeface="a고딕14" panose="02020600000000000000" pitchFamily="18" charset="-127"/>
                          <a:cs typeface="+mn-cs"/>
                        </a:rPr>
                        <a:t>석사</a:t>
                      </a:r>
                      <a:r>
                        <a:rPr lang="en-US" altLang="ko-KR" sz="1000" kern="0">
                          <a:solidFill>
                            <a:prstClr val="black"/>
                          </a:solidFill>
                          <a:latin typeface="Arial Narrow" panose="020B0606020202030204" pitchFamily="34" charset="0"/>
                          <a:ea typeface="a고딕14" panose="02020600000000000000" pitchFamily="18" charset="-127"/>
                          <a:cs typeface="+mn-cs"/>
                        </a:rPr>
                        <a:t>(MBA(HR))</a:t>
                      </a: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indent="0" algn="ctr" fontAlgn="base" latinLnBrk="0">
                        <a:lnSpc>
                          <a:spcPct val="100000"/>
                        </a:lnSpc>
                        <a:spcBef>
                          <a:spcPts val="0"/>
                        </a:spcBef>
                        <a:spcAft>
                          <a:spcPts val="0"/>
                        </a:spcAft>
                      </a:pPr>
                      <a:r>
                        <a:rPr lang="en-US" altLang="ko-KR" sz="1000" kern="0">
                          <a:solidFill>
                            <a:prstClr val="black"/>
                          </a:solidFill>
                          <a:latin typeface="Arial Narrow" panose="020B0606020202030204" pitchFamily="34" charset="0"/>
                          <a:ea typeface="a고딕14" panose="02020600000000000000" pitchFamily="18" charset="-127"/>
                          <a:cs typeface="+mn-cs"/>
                        </a:rPr>
                        <a:t>6</a:t>
                      </a:r>
                      <a:r>
                        <a:rPr lang="ko-KR" altLang="en-US" sz="1000" kern="0">
                          <a:solidFill>
                            <a:prstClr val="black"/>
                          </a:solidFill>
                          <a:latin typeface="Arial Narrow" panose="020B0606020202030204" pitchFamily="34" charset="0"/>
                          <a:ea typeface="a고딕14" panose="02020600000000000000" pitchFamily="18" charset="-127"/>
                          <a:cs typeface="+mn-cs"/>
                        </a:rPr>
                        <a:t>년</a:t>
                      </a: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60000"/>
                        </a:lnSpc>
                        <a:buNone/>
                      </a:pPr>
                      <a:r>
                        <a:rPr lang="ko-KR" altLang="en-US" sz="1000" kern="0">
                          <a:solidFill>
                            <a:prstClr val="black"/>
                          </a:solidFill>
                          <a:latin typeface="Arial Narrow" panose="020B0606020202030204" pitchFamily="34" charset="0"/>
                          <a:ea typeface="a고딕14" panose="02020600000000000000" pitchFamily="18" charset="-127"/>
                          <a:cs typeface="+mn-cs"/>
                        </a:rPr>
                        <a:t>교육과정 개요서 작성</a:t>
                      </a:r>
                    </a:p>
                  </a:txBody>
                  <a:tcPr marL="17907" marR="17907" marT="17907" marB="17907"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8456364"/>
                  </a:ext>
                </a:extLst>
              </a:tr>
              <a:tr h="243981">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indent="0" algn="ctr" fontAlgn="base" latinLnBrk="0">
                        <a:lnSpc>
                          <a:spcPct val="100000"/>
                        </a:lnSpc>
                        <a:spcBef>
                          <a:spcPts val="0"/>
                        </a:spcBef>
                        <a:spcAft>
                          <a:spcPts val="0"/>
                        </a:spcAft>
                      </a:pPr>
                      <a:r>
                        <a:rPr lang="ko-KR" altLang="en-US" sz="1000" kern="0">
                          <a:solidFill>
                            <a:prstClr val="black"/>
                          </a:solidFill>
                          <a:latin typeface="Arial Narrow" panose="020B0606020202030204" pitchFamily="34" charset="0"/>
                          <a:ea typeface="a고딕14" panose="02020600000000000000" pitchFamily="18" charset="-127"/>
                          <a:cs typeface="+mn-cs"/>
                        </a:rPr>
                        <a:t>연구보조원</a:t>
                      </a: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marL="0" marR="0" indent="0" algn="ctr" fontAlgn="base" latinLnBrk="0">
                        <a:lnSpc>
                          <a:spcPct val="100000"/>
                        </a:lnSpc>
                        <a:spcBef>
                          <a:spcPts val="0"/>
                        </a:spcBef>
                        <a:spcAft>
                          <a:spcPts val="0"/>
                        </a:spcAft>
                      </a:pPr>
                      <a:r>
                        <a:rPr lang="ko-KR" altLang="en-US" sz="1000" kern="0" err="1">
                          <a:solidFill>
                            <a:prstClr val="black"/>
                          </a:solidFill>
                          <a:latin typeface="Arial Narrow" panose="020B0606020202030204" pitchFamily="34" charset="0"/>
                          <a:ea typeface="a고딕14" panose="02020600000000000000" pitchFamily="18" charset="-127"/>
                          <a:cs typeface="+mn-cs"/>
                        </a:rPr>
                        <a:t>황다원</a:t>
                      </a:r>
                      <a:endParaRPr lang="ko-KR" altLang="en-US" sz="1000" kern="0">
                        <a:solidFill>
                          <a:prstClr val="black"/>
                        </a:solidFill>
                        <a:latin typeface="Arial Narrow" panose="020B0606020202030204" pitchFamily="34" charset="0"/>
                        <a:ea typeface="a고딕14" panose="02020600000000000000" pitchFamily="18" charset="-127"/>
                        <a:cs typeface="+mn-cs"/>
                      </a:endParaRP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indent="0" algn="ctr" fontAlgn="base" latinLnBrk="0">
                        <a:lnSpc>
                          <a:spcPct val="100000"/>
                        </a:lnSpc>
                        <a:spcBef>
                          <a:spcPts val="0"/>
                        </a:spcBef>
                        <a:spcAft>
                          <a:spcPts val="0"/>
                        </a:spcAft>
                      </a:pPr>
                      <a:r>
                        <a:rPr lang="ko-KR" altLang="en-US" sz="1000" kern="0">
                          <a:solidFill>
                            <a:prstClr val="black"/>
                          </a:solidFill>
                          <a:latin typeface="Arial Narrow" panose="020B0606020202030204" pitchFamily="34" charset="0"/>
                          <a:ea typeface="a고딕14" panose="02020600000000000000" pitchFamily="18" charset="-127"/>
                          <a:cs typeface="+mn-cs"/>
                        </a:rPr>
                        <a:t>선임연구원</a:t>
                      </a: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spcBef>
                          <a:spcPts val="0"/>
                        </a:spcBef>
                        <a:spcAft>
                          <a:spcPts val="0"/>
                        </a:spcAft>
                      </a:pPr>
                      <a:r>
                        <a:rPr lang="ko-KR" altLang="en-US" sz="1000" kern="0">
                          <a:solidFill>
                            <a:prstClr val="black"/>
                          </a:solidFill>
                          <a:latin typeface="Arial Narrow" panose="020B0606020202030204" pitchFamily="34" charset="0"/>
                          <a:ea typeface="a고딕14" panose="02020600000000000000" pitchFamily="18" charset="-127"/>
                          <a:cs typeface="+mn-cs"/>
                        </a:rPr>
                        <a:t>학사</a:t>
                      </a:r>
                      <a:r>
                        <a:rPr lang="en-US" altLang="ko-KR" sz="1000" kern="0">
                          <a:solidFill>
                            <a:prstClr val="black"/>
                          </a:solidFill>
                          <a:latin typeface="Arial Narrow" panose="020B0606020202030204" pitchFamily="34" charset="0"/>
                          <a:ea typeface="a고딕14" panose="02020600000000000000" pitchFamily="18" charset="-127"/>
                          <a:cs typeface="+mn-cs"/>
                        </a:rPr>
                        <a:t>(</a:t>
                      </a:r>
                      <a:r>
                        <a:rPr lang="ko-KR" altLang="en-US" sz="1000" kern="0">
                          <a:solidFill>
                            <a:prstClr val="black"/>
                          </a:solidFill>
                          <a:latin typeface="Arial Narrow" panose="020B0606020202030204" pitchFamily="34" charset="0"/>
                          <a:ea typeface="a고딕14" panose="02020600000000000000" pitchFamily="18" charset="-127"/>
                          <a:cs typeface="+mn-cs"/>
                        </a:rPr>
                        <a:t>유아교육학</a:t>
                      </a:r>
                      <a:r>
                        <a:rPr lang="en-US" altLang="ko-KR" sz="1000" kern="0">
                          <a:solidFill>
                            <a:prstClr val="black"/>
                          </a:solidFill>
                          <a:latin typeface="Arial Narrow" panose="020B0606020202030204" pitchFamily="34" charset="0"/>
                          <a:ea typeface="a고딕14" panose="02020600000000000000" pitchFamily="18" charset="-127"/>
                          <a:cs typeface="+mn-cs"/>
                        </a:rPr>
                        <a:t>)</a:t>
                      </a:r>
                      <a:endParaRPr lang="ko-KR" altLang="en-US" sz="1000" kern="0">
                        <a:solidFill>
                          <a:prstClr val="black"/>
                        </a:solidFill>
                        <a:latin typeface="Arial Narrow" panose="020B0606020202030204" pitchFamily="34" charset="0"/>
                        <a:ea typeface="a고딕14" panose="02020600000000000000" pitchFamily="18" charset="-127"/>
                        <a:cs typeface="+mn-cs"/>
                      </a:endParaRP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spcBef>
                          <a:spcPts val="0"/>
                        </a:spcBef>
                        <a:spcAft>
                          <a:spcPts val="0"/>
                        </a:spcAft>
                      </a:pPr>
                      <a:r>
                        <a:rPr lang="en-US" altLang="ko-KR" sz="1000" kern="0">
                          <a:solidFill>
                            <a:prstClr val="black"/>
                          </a:solidFill>
                          <a:latin typeface="Arial Narrow" panose="020B0606020202030204" pitchFamily="34" charset="0"/>
                          <a:ea typeface="a고딕14" panose="02020600000000000000" pitchFamily="18" charset="-127"/>
                          <a:cs typeface="+mn-cs"/>
                        </a:rPr>
                        <a:t>4</a:t>
                      </a:r>
                      <a:r>
                        <a:rPr lang="ko-KR" altLang="en-US" sz="1000" kern="0">
                          <a:solidFill>
                            <a:prstClr val="black"/>
                          </a:solidFill>
                          <a:latin typeface="Arial Narrow" panose="020B0606020202030204" pitchFamily="34" charset="0"/>
                          <a:ea typeface="a고딕14" panose="02020600000000000000" pitchFamily="18" charset="-127"/>
                          <a:cs typeface="+mn-cs"/>
                        </a:rPr>
                        <a:t>년</a:t>
                      </a: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60000"/>
                        </a:lnSpc>
                        <a:buNone/>
                      </a:pPr>
                      <a:r>
                        <a:rPr lang="ko-KR" altLang="en-US" sz="1000" kern="0">
                          <a:solidFill>
                            <a:prstClr val="black"/>
                          </a:solidFill>
                          <a:latin typeface="Arial Narrow" panose="020B0606020202030204" pitchFamily="34" charset="0"/>
                          <a:ea typeface="a고딕14" panose="02020600000000000000" pitchFamily="18" charset="-127"/>
                          <a:cs typeface="+mn-cs"/>
                        </a:rPr>
                        <a:t>신규 과정개발</a:t>
                      </a:r>
                      <a:r>
                        <a:rPr lang="en-US" altLang="ko-KR" sz="1000" kern="0">
                          <a:solidFill>
                            <a:prstClr val="black"/>
                          </a:solidFill>
                          <a:latin typeface="Arial Narrow" panose="020B0606020202030204" pitchFamily="34" charset="0"/>
                          <a:ea typeface="a고딕14" panose="02020600000000000000" pitchFamily="18" charset="-127"/>
                          <a:cs typeface="+mn-cs"/>
                        </a:rPr>
                        <a:t>, </a:t>
                      </a:r>
                      <a:r>
                        <a:rPr lang="ko-KR" altLang="en-US" sz="1000" kern="0" err="1">
                          <a:solidFill>
                            <a:prstClr val="black"/>
                          </a:solidFill>
                          <a:latin typeface="Arial Narrow" panose="020B0606020202030204" pitchFamily="34" charset="0"/>
                          <a:ea typeface="a고딕14" panose="02020600000000000000" pitchFamily="18" charset="-127"/>
                          <a:cs typeface="+mn-cs"/>
                        </a:rPr>
                        <a:t>교육로드맵</a:t>
                      </a:r>
                      <a:r>
                        <a:rPr lang="ko-KR" altLang="en-US" sz="1000" kern="0">
                          <a:solidFill>
                            <a:prstClr val="black"/>
                          </a:solidFill>
                          <a:latin typeface="Arial Narrow" panose="020B0606020202030204" pitchFamily="34" charset="0"/>
                          <a:ea typeface="a고딕14" panose="02020600000000000000" pitchFamily="18" charset="-127"/>
                          <a:cs typeface="+mn-cs"/>
                        </a:rPr>
                        <a:t> 도출 지원</a:t>
                      </a:r>
                    </a:p>
                  </a:txBody>
                  <a:tcPr marL="17907" marR="17907" marT="17907" marB="17907"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9660694"/>
                  </a:ext>
                </a:extLst>
              </a:tr>
              <a:tr h="243981">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ko-KR" altLang="en-US" sz="1000" kern="0" noProof="0">
                          <a:solidFill>
                            <a:prstClr val="black"/>
                          </a:solidFill>
                          <a:latin typeface="Arial Narrow" panose="020B0606020202030204" pitchFamily="34" charset="0"/>
                          <a:ea typeface="a고딕14" panose="02020600000000000000" pitchFamily="18" charset="-127"/>
                          <a:cs typeface="+mn-cs"/>
                        </a:rPr>
                        <a:t>연구보조원</a:t>
                      </a: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indent="0" algn="ctr" fontAlgn="base" latinLnBrk="0">
                        <a:lnSpc>
                          <a:spcPct val="100000"/>
                        </a:lnSpc>
                        <a:spcBef>
                          <a:spcPts val="0"/>
                        </a:spcBef>
                        <a:spcAft>
                          <a:spcPts val="0"/>
                        </a:spcAft>
                      </a:pPr>
                      <a:r>
                        <a:rPr lang="ko-KR" altLang="en-US" sz="1000" kern="0">
                          <a:solidFill>
                            <a:prstClr val="black"/>
                          </a:solidFill>
                          <a:latin typeface="Arial Narrow" panose="020B0606020202030204" pitchFamily="34" charset="0"/>
                          <a:ea typeface="a고딕14" panose="02020600000000000000" pitchFamily="18" charset="-127"/>
                          <a:cs typeface="+mn-cs"/>
                        </a:rPr>
                        <a:t>유승현</a:t>
                      </a: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indent="0" algn="ctr" fontAlgn="base" latinLnBrk="0">
                        <a:lnSpc>
                          <a:spcPct val="100000"/>
                        </a:lnSpc>
                        <a:spcBef>
                          <a:spcPts val="0"/>
                        </a:spcBef>
                        <a:spcAft>
                          <a:spcPts val="0"/>
                        </a:spcAft>
                      </a:pPr>
                      <a:r>
                        <a:rPr lang="ko-KR" altLang="en-US" sz="1000" kern="0">
                          <a:solidFill>
                            <a:prstClr val="black"/>
                          </a:solidFill>
                          <a:latin typeface="Arial Narrow" panose="020B0606020202030204" pitchFamily="34" charset="0"/>
                          <a:ea typeface="a고딕14" panose="02020600000000000000" pitchFamily="18" charset="-127"/>
                          <a:cs typeface="+mn-cs"/>
                        </a:rPr>
                        <a:t>연구원</a:t>
                      </a: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ko-KR" altLang="en-US" sz="1000" kern="0">
                          <a:solidFill>
                            <a:prstClr val="black"/>
                          </a:solidFill>
                          <a:latin typeface="Arial Narrow" panose="020B0606020202030204" pitchFamily="34" charset="0"/>
                          <a:ea typeface="a고딕14" panose="02020600000000000000" pitchFamily="18" charset="-127"/>
                          <a:cs typeface="+mn-cs"/>
                        </a:rPr>
                        <a:t>학사</a:t>
                      </a:r>
                      <a:r>
                        <a:rPr lang="en-US" altLang="ko-KR" sz="1000" kern="0">
                          <a:solidFill>
                            <a:prstClr val="black"/>
                          </a:solidFill>
                          <a:latin typeface="Arial Narrow" panose="020B0606020202030204" pitchFamily="34" charset="0"/>
                          <a:ea typeface="a고딕14" panose="02020600000000000000" pitchFamily="18" charset="-127"/>
                          <a:cs typeface="+mn-cs"/>
                        </a:rPr>
                        <a:t>(</a:t>
                      </a:r>
                      <a:r>
                        <a:rPr lang="ko-KR" altLang="en-US" sz="1000" kern="0">
                          <a:solidFill>
                            <a:prstClr val="black"/>
                          </a:solidFill>
                          <a:latin typeface="Arial Narrow" panose="020B0606020202030204" pitchFamily="34" charset="0"/>
                          <a:ea typeface="a고딕14" panose="02020600000000000000" pitchFamily="18" charset="-127"/>
                          <a:cs typeface="+mn-cs"/>
                        </a:rPr>
                        <a:t>경영학</a:t>
                      </a:r>
                      <a:r>
                        <a:rPr lang="en-US" altLang="ko-KR" sz="1000" kern="0">
                          <a:solidFill>
                            <a:prstClr val="black"/>
                          </a:solidFill>
                          <a:latin typeface="Arial Narrow" panose="020B0606020202030204" pitchFamily="34" charset="0"/>
                          <a:ea typeface="a고딕14" panose="02020600000000000000" pitchFamily="18" charset="-127"/>
                          <a:cs typeface="+mn-cs"/>
                        </a:rPr>
                        <a:t>)</a:t>
                      </a:r>
                      <a:endParaRPr lang="ko-KR" altLang="en-US" sz="1000" kern="0">
                        <a:solidFill>
                          <a:prstClr val="black"/>
                        </a:solidFill>
                        <a:latin typeface="Arial Narrow" panose="020B0606020202030204" pitchFamily="34" charset="0"/>
                        <a:ea typeface="a고딕14" panose="02020600000000000000" pitchFamily="18" charset="-127"/>
                        <a:cs typeface="+mn-cs"/>
                      </a:endParaRP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indent="0" algn="ctr" fontAlgn="base" latinLnBrk="0">
                        <a:lnSpc>
                          <a:spcPct val="100000"/>
                        </a:lnSpc>
                        <a:spcBef>
                          <a:spcPts val="0"/>
                        </a:spcBef>
                        <a:spcAft>
                          <a:spcPts val="0"/>
                        </a:spcAft>
                      </a:pPr>
                      <a:r>
                        <a:rPr lang="en-US" altLang="ko-KR" sz="1000" kern="0">
                          <a:solidFill>
                            <a:prstClr val="black"/>
                          </a:solidFill>
                          <a:latin typeface="Arial Narrow" panose="020B0606020202030204" pitchFamily="34" charset="0"/>
                          <a:ea typeface="a고딕14" panose="02020600000000000000" pitchFamily="18" charset="-127"/>
                          <a:cs typeface="+mn-cs"/>
                        </a:rPr>
                        <a:t>3</a:t>
                      </a:r>
                      <a:r>
                        <a:rPr lang="ko-KR" altLang="en-US" sz="1000" kern="0">
                          <a:solidFill>
                            <a:prstClr val="black"/>
                          </a:solidFill>
                          <a:latin typeface="Arial Narrow" panose="020B0606020202030204" pitchFamily="34" charset="0"/>
                          <a:ea typeface="a고딕14" panose="02020600000000000000" pitchFamily="18" charset="-127"/>
                          <a:cs typeface="+mn-cs"/>
                        </a:rPr>
                        <a:t>년</a:t>
                      </a: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fontAlgn="base" latinLnBrk="0">
                        <a:lnSpc>
                          <a:spcPct val="160000"/>
                        </a:lnSpc>
                        <a:buNone/>
                      </a:pPr>
                      <a:r>
                        <a:rPr lang="ko-KR" altLang="en-US" sz="1000" kern="0">
                          <a:solidFill>
                            <a:prstClr val="black"/>
                          </a:solidFill>
                          <a:latin typeface="Arial Narrow" panose="020B0606020202030204" pitchFamily="34" charset="0"/>
                          <a:ea typeface="a고딕14" panose="02020600000000000000" pitchFamily="18" charset="-127"/>
                          <a:cs typeface="+mn-cs"/>
                        </a:rPr>
                        <a:t>교육과정 개요서 작성 지원</a:t>
                      </a:r>
                    </a:p>
                  </a:txBody>
                  <a:tcPr marL="17907" marR="17907" marT="17907" marB="17907"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5549465"/>
                  </a:ext>
                </a:extLst>
              </a:tr>
              <a:tr h="243981">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ko-KR" altLang="en-US" sz="1000" kern="0" noProof="0">
                          <a:solidFill>
                            <a:prstClr val="black"/>
                          </a:solidFill>
                          <a:latin typeface="Arial Narrow" panose="020B0606020202030204" pitchFamily="34" charset="0"/>
                          <a:ea typeface="a고딕14" panose="02020600000000000000" pitchFamily="18" charset="-127"/>
                          <a:cs typeface="+mn-cs"/>
                        </a:rPr>
                        <a:t>연구보조원</a:t>
                      </a: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indent="0" algn="ctr" fontAlgn="base" latinLnBrk="0">
                        <a:lnSpc>
                          <a:spcPct val="100000"/>
                        </a:lnSpc>
                        <a:spcBef>
                          <a:spcPts val="0"/>
                        </a:spcBef>
                        <a:spcAft>
                          <a:spcPts val="0"/>
                        </a:spcAft>
                      </a:pPr>
                      <a:r>
                        <a:rPr lang="ko-KR" altLang="en-US" sz="1000" kern="0">
                          <a:solidFill>
                            <a:prstClr val="black"/>
                          </a:solidFill>
                          <a:latin typeface="Arial Narrow" panose="020B0606020202030204" pitchFamily="34" charset="0"/>
                          <a:ea typeface="a고딕14" panose="02020600000000000000" pitchFamily="18" charset="-127"/>
                          <a:cs typeface="+mn-cs"/>
                        </a:rPr>
                        <a:t>안은하</a:t>
                      </a: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indent="0" algn="ctr" fontAlgn="base" latinLnBrk="0">
                        <a:lnSpc>
                          <a:spcPct val="100000"/>
                        </a:lnSpc>
                        <a:spcBef>
                          <a:spcPts val="0"/>
                        </a:spcBef>
                        <a:spcAft>
                          <a:spcPts val="0"/>
                        </a:spcAft>
                      </a:pPr>
                      <a:r>
                        <a:rPr lang="ko-KR" altLang="en-US" sz="1000" kern="0">
                          <a:solidFill>
                            <a:prstClr val="black"/>
                          </a:solidFill>
                          <a:latin typeface="Arial Narrow" panose="020B0606020202030204" pitchFamily="34" charset="0"/>
                          <a:ea typeface="a고딕14" panose="02020600000000000000" pitchFamily="18" charset="-127"/>
                          <a:cs typeface="+mn-cs"/>
                        </a:rPr>
                        <a:t>연구원</a:t>
                      </a: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ko-KR" altLang="en-US" sz="1000" kern="0">
                          <a:solidFill>
                            <a:prstClr val="black"/>
                          </a:solidFill>
                          <a:latin typeface="Arial Narrow" panose="020B0606020202030204" pitchFamily="34" charset="0"/>
                          <a:ea typeface="a고딕14" panose="02020600000000000000" pitchFamily="18" charset="-127"/>
                          <a:cs typeface="+mn-cs"/>
                        </a:rPr>
                        <a:t>석사</a:t>
                      </a:r>
                      <a:r>
                        <a:rPr lang="en-US" altLang="ko-KR" sz="1000" kern="0">
                          <a:solidFill>
                            <a:prstClr val="black"/>
                          </a:solidFill>
                          <a:latin typeface="Arial Narrow" panose="020B0606020202030204" pitchFamily="34" charset="0"/>
                          <a:ea typeface="a고딕14" panose="02020600000000000000" pitchFamily="18" charset="-127"/>
                          <a:cs typeface="+mn-cs"/>
                        </a:rPr>
                        <a:t>(</a:t>
                      </a:r>
                      <a:r>
                        <a:rPr lang="ko-KR" altLang="en-US" sz="1000" kern="0">
                          <a:solidFill>
                            <a:prstClr val="black"/>
                          </a:solidFill>
                          <a:latin typeface="Arial Narrow" panose="020B0606020202030204" pitchFamily="34" charset="0"/>
                          <a:ea typeface="a고딕14" panose="02020600000000000000" pitchFamily="18" charset="-127"/>
                          <a:cs typeface="+mn-cs"/>
                        </a:rPr>
                        <a:t>산업 및 조직 심리학</a:t>
                      </a:r>
                      <a:r>
                        <a:rPr lang="en-US" altLang="ko-KR" sz="1000" kern="0">
                          <a:solidFill>
                            <a:prstClr val="black"/>
                          </a:solidFill>
                          <a:latin typeface="Arial Narrow" panose="020B0606020202030204" pitchFamily="34" charset="0"/>
                          <a:ea typeface="a고딕14" panose="02020600000000000000" pitchFamily="18" charset="-127"/>
                          <a:cs typeface="+mn-cs"/>
                        </a:rPr>
                        <a:t>)</a:t>
                      </a:r>
                      <a:endParaRPr lang="ko-KR" altLang="en-US" sz="1000" kern="0">
                        <a:solidFill>
                          <a:prstClr val="black"/>
                        </a:solidFill>
                        <a:latin typeface="Arial Narrow" panose="020B0606020202030204" pitchFamily="34" charset="0"/>
                        <a:ea typeface="a고딕14" panose="02020600000000000000" pitchFamily="18" charset="-127"/>
                        <a:cs typeface="+mn-cs"/>
                      </a:endParaRP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1" hangingPunct="1">
                        <a:defRPr sz="1800" kern="1200">
                          <a:solidFill>
                            <a:schemeClr val="tx1"/>
                          </a:solidFill>
                          <a:latin typeface="맑은 고딕" panose="020F0502020204030204"/>
                        </a:defRPr>
                      </a:lvl1pPr>
                      <a:lvl2pPr marL="457200" algn="l" defTabSz="914400" rtl="0" eaLnBrk="1" latinLnBrk="1" hangingPunct="1">
                        <a:defRPr sz="1800" kern="1200">
                          <a:solidFill>
                            <a:schemeClr val="tx1"/>
                          </a:solidFill>
                          <a:latin typeface="맑은 고딕" panose="020F0502020204030204"/>
                        </a:defRPr>
                      </a:lvl2pPr>
                      <a:lvl3pPr marL="914400" algn="l" defTabSz="914400" rtl="0" eaLnBrk="1" latinLnBrk="1" hangingPunct="1">
                        <a:defRPr sz="1800" kern="1200">
                          <a:solidFill>
                            <a:schemeClr val="tx1"/>
                          </a:solidFill>
                          <a:latin typeface="맑은 고딕" panose="020F0502020204030204"/>
                        </a:defRPr>
                      </a:lvl3pPr>
                      <a:lvl4pPr marL="1371600" algn="l" defTabSz="914400" rtl="0" eaLnBrk="1" latinLnBrk="1" hangingPunct="1">
                        <a:defRPr sz="1800" kern="1200">
                          <a:solidFill>
                            <a:schemeClr val="tx1"/>
                          </a:solidFill>
                          <a:latin typeface="맑은 고딕" panose="020F0502020204030204"/>
                        </a:defRPr>
                      </a:lvl4pPr>
                      <a:lvl5pPr marL="1828800" algn="l" defTabSz="914400" rtl="0" eaLnBrk="1" latinLnBrk="1" hangingPunct="1">
                        <a:defRPr sz="1800" kern="1200">
                          <a:solidFill>
                            <a:schemeClr val="tx1"/>
                          </a:solidFill>
                          <a:latin typeface="맑은 고딕" panose="020F0502020204030204"/>
                        </a:defRPr>
                      </a:lvl5pPr>
                      <a:lvl6pPr marL="2286000" algn="l" defTabSz="914400" rtl="0" eaLnBrk="1" latinLnBrk="1" hangingPunct="1">
                        <a:defRPr sz="1800" kern="1200">
                          <a:solidFill>
                            <a:schemeClr val="tx1"/>
                          </a:solidFill>
                          <a:latin typeface="맑은 고딕" panose="020F0502020204030204"/>
                        </a:defRPr>
                      </a:lvl6pPr>
                      <a:lvl7pPr marL="2743200" algn="l" defTabSz="914400" rtl="0" eaLnBrk="1" latinLnBrk="1" hangingPunct="1">
                        <a:defRPr sz="1800" kern="1200">
                          <a:solidFill>
                            <a:schemeClr val="tx1"/>
                          </a:solidFill>
                          <a:latin typeface="맑은 고딕" panose="020F0502020204030204"/>
                        </a:defRPr>
                      </a:lvl7pPr>
                      <a:lvl8pPr marL="3200400" algn="l" defTabSz="914400" rtl="0" eaLnBrk="1" latinLnBrk="1" hangingPunct="1">
                        <a:defRPr sz="1800" kern="1200">
                          <a:solidFill>
                            <a:schemeClr val="tx1"/>
                          </a:solidFill>
                          <a:latin typeface="맑은 고딕" panose="020F0502020204030204"/>
                        </a:defRPr>
                      </a:lvl8pPr>
                      <a:lvl9pPr marL="3657600" algn="l" defTabSz="914400" rtl="0" eaLnBrk="1" latinLnBrk="1" hangingPunct="1">
                        <a:defRPr sz="1800" kern="1200">
                          <a:solidFill>
                            <a:schemeClr val="tx1"/>
                          </a:solidFill>
                          <a:latin typeface="맑은 고딕" panose="020F0502020204030204"/>
                        </a:defRPr>
                      </a:lvl9pPr>
                    </a:lstStyle>
                    <a:p>
                      <a:pPr marL="0" marR="0" indent="0" algn="ctr" fontAlgn="base" latinLnBrk="0">
                        <a:lnSpc>
                          <a:spcPct val="100000"/>
                        </a:lnSpc>
                        <a:spcBef>
                          <a:spcPts val="0"/>
                        </a:spcBef>
                        <a:spcAft>
                          <a:spcPts val="0"/>
                        </a:spcAft>
                      </a:pPr>
                      <a:r>
                        <a:rPr lang="en-US" altLang="ko-KR" sz="1000" kern="0">
                          <a:solidFill>
                            <a:prstClr val="black"/>
                          </a:solidFill>
                          <a:latin typeface="Arial Narrow" panose="020B0606020202030204" pitchFamily="34" charset="0"/>
                          <a:ea typeface="a고딕14" panose="02020600000000000000" pitchFamily="18" charset="-127"/>
                          <a:cs typeface="+mn-cs"/>
                        </a:rPr>
                        <a:t>2</a:t>
                      </a:r>
                      <a:r>
                        <a:rPr lang="ko-KR" altLang="en-US" sz="1000" kern="0">
                          <a:solidFill>
                            <a:prstClr val="black"/>
                          </a:solidFill>
                          <a:latin typeface="Arial Narrow" panose="020B0606020202030204" pitchFamily="34" charset="0"/>
                          <a:ea typeface="a고딕14" panose="02020600000000000000" pitchFamily="18" charset="-127"/>
                          <a:cs typeface="+mn-cs"/>
                        </a:rPr>
                        <a:t>년</a:t>
                      </a: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fontAlgn="base" latinLnBrk="0">
                        <a:lnSpc>
                          <a:spcPct val="160000"/>
                        </a:lnSpc>
                        <a:buNone/>
                      </a:pPr>
                      <a:r>
                        <a:rPr lang="ko-KR" altLang="en-US" sz="1000" kern="0">
                          <a:solidFill>
                            <a:prstClr val="black"/>
                          </a:solidFill>
                          <a:latin typeface="Arial Narrow" panose="020B0606020202030204" pitchFamily="34" charset="0"/>
                          <a:ea typeface="a고딕14" panose="02020600000000000000" pitchFamily="18" charset="-127"/>
                          <a:cs typeface="+mn-cs"/>
                        </a:rPr>
                        <a:t>교육과정 개요서 작성</a:t>
                      </a:r>
                      <a:r>
                        <a:rPr lang="en-US" altLang="ko-KR" sz="1000" kern="0">
                          <a:solidFill>
                            <a:prstClr val="black"/>
                          </a:solidFill>
                          <a:latin typeface="Arial Narrow" panose="020B0606020202030204" pitchFamily="34" charset="0"/>
                          <a:ea typeface="a고딕14" panose="02020600000000000000" pitchFamily="18" charset="-127"/>
                          <a:cs typeface="+mn-cs"/>
                        </a:rPr>
                        <a:t>, </a:t>
                      </a:r>
                      <a:r>
                        <a:rPr lang="ko-KR" altLang="en-US" sz="1000" kern="0" err="1">
                          <a:solidFill>
                            <a:prstClr val="black"/>
                          </a:solidFill>
                          <a:latin typeface="Arial Narrow" panose="020B0606020202030204" pitchFamily="34" charset="0"/>
                          <a:ea typeface="a고딕14" panose="02020600000000000000" pitchFamily="18" charset="-127"/>
                          <a:cs typeface="+mn-cs"/>
                        </a:rPr>
                        <a:t>교육로드맵</a:t>
                      </a:r>
                      <a:r>
                        <a:rPr lang="ko-KR" altLang="en-US" sz="1000" kern="0">
                          <a:solidFill>
                            <a:prstClr val="black"/>
                          </a:solidFill>
                          <a:latin typeface="Arial Narrow" panose="020B0606020202030204" pitchFamily="34" charset="0"/>
                          <a:ea typeface="a고딕14" panose="02020600000000000000" pitchFamily="18" charset="-127"/>
                          <a:cs typeface="+mn-cs"/>
                        </a:rPr>
                        <a:t> 도출 지원</a:t>
                      </a:r>
                    </a:p>
                  </a:txBody>
                  <a:tcPr marL="17907" marR="17907" marT="17907" marB="17907"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9203025"/>
                  </a:ext>
                </a:extLst>
              </a:tr>
              <a:tr h="243981">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ko-KR" altLang="en-US" sz="1000" kern="0" noProof="0">
                          <a:solidFill>
                            <a:prstClr val="black"/>
                          </a:solidFill>
                          <a:latin typeface="Arial Narrow" panose="020B0606020202030204" pitchFamily="34" charset="0"/>
                          <a:ea typeface="a고딕14" panose="02020600000000000000" pitchFamily="18" charset="-127"/>
                          <a:cs typeface="+mn-cs"/>
                        </a:rPr>
                        <a:t>연구보조원</a:t>
                      </a: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marL="0" marR="0" indent="0" algn="ctr" fontAlgn="base" latinLnBrk="0">
                        <a:lnSpc>
                          <a:spcPct val="100000"/>
                        </a:lnSpc>
                        <a:spcBef>
                          <a:spcPts val="0"/>
                        </a:spcBef>
                        <a:spcAft>
                          <a:spcPts val="0"/>
                        </a:spcAft>
                      </a:pPr>
                      <a:r>
                        <a:rPr lang="ko-KR" altLang="en-US" sz="1000" kern="0" err="1">
                          <a:solidFill>
                            <a:prstClr val="black"/>
                          </a:solidFill>
                          <a:latin typeface="Arial Narrow" panose="020B0606020202030204" pitchFamily="34" charset="0"/>
                          <a:ea typeface="a고딕14" panose="02020600000000000000" pitchFamily="18" charset="-127"/>
                          <a:cs typeface="+mn-cs"/>
                        </a:rPr>
                        <a:t>허상희</a:t>
                      </a:r>
                      <a:endParaRPr lang="ko-KR" altLang="en-US" sz="1000" kern="0">
                        <a:solidFill>
                          <a:prstClr val="black"/>
                        </a:solidFill>
                        <a:latin typeface="Arial Narrow" panose="020B0606020202030204" pitchFamily="34" charset="0"/>
                        <a:ea typeface="a고딕14" panose="02020600000000000000" pitchFamily="18" charset="-127"/>
                        <a:cs typeface="+mn-cs"/>
                      </a:endParaRP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fontAlgn="base" latinLnBrk="0">
                        <a:lnSpc>
                          <a:spcPct val="100000"/>
                        </a:lnSpc>
                        <a:spcBef>
                          <a:spcPts val="0"/>
                        </a:spcBef>
                        <a:spcAft>
                          <a:spcPts val="0"/>
                        </a:spcAft>
                      </a:pPr>
                      <a:r>
                        <a:rPr lang="ko-KR" altLang="en-US" sz="1000" kern="0">
                          <a:solidFill>
                            <a:prstClr val="black"/>
                          </a:solidFill>
                          <a:latin typeface="Arial Narrow" panose="020B0606020202030204" pitchFamily="34" charset="0"/>
                          <a:ea typeface="a고딕14" panose="02020600000000000000" pitchFamily="18" charset="-127"/>
                          <a:cs typeface="+mn-cs"/>
                        </a:rPr>
                        <a:t>연구원</a:t>
                      </a: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fontAlgn="base" latinLnBrk="0">
                        <a:lnSpc>
                          <a:spcPct val="100000"/>
                        </a:lnSpc>
                        <a:spcBef>
                          <a:spcPts val="0"/>
                        </a:spcBef>
                        <a:spcAft>
                          <a:spcPts val="0"/>
                        </a:spcAft>
                      </a:pPr>
                      <a:r>
                        <a:rPr lang="ko-KR" altLang="en-US" sz="1000" kern="0">
                          <a:solidFill>
                            <a:prstClr val="black"/>
                          </a:solidFill>
                          <a:latin typeface="Arial Narrow" panose="020B0606020202030204" pitchFamily="34" charset="0"/>
                          <a:ea typeface="a고딕14" panose="02020600000000000000" pitchFamily="18" charset="-127"/>
                          <a:cs typeface="+mn-cs"/>
                        </a:rPr>
                        <a:t>학사</a:t>
                      </a:r>
                      <a:r>
                        <a:rPr lang="en-US" altLang="ko-KR" sz="1000" kern="0">
                          <a:solidFill>
                            <a:prstClr val="black"/>
                          </a:solidFill>
                          <a:latin typeface="Arial Narrow" panose="020B0606020202030204" pitchFamily="34" charset="0"/>
                          <a:ea typeface="a고딕14" panose="02020600000000000000" pitchFamily="18" charset="-127"/>
                          <a:cs typeface="+mn-cs"/>
                        </a:rPr>
                        <a:t>(</a:t>
                      </a:r>
                      <a:r>
                        <a:rPr lang="ko-KR" altLang="en-US" sz="1000" kern="0">
                          <a:solidFill>
                            <a:prstClr val="black"/>
                          </a:solidFill>
                          <a:latin typeface="Arial Narrow" panose="020B0606020202030204" pitchFamily="34" charset="0"/>
                          <a:ea typeface="a고딕14" panose="02020600000000000000" pitchFamily="18" charset="-127"/>
                          <a:cs typeface="+mn-cs"/>
                        </a:rPr>
                        <a:t>경영학</a:t>
                      </a:r>
                      <a:r>
                        <a:rPr lang="en-US" altLang="ko-KR" sz="1000" kern="0">
                          <a:solidFill>
                            <a:prstClr val="black"/>
                          </a:solidFill>
                          <a:latin typeface="Arial Narrow" panose="020B0606020202030204" pitchFamily="34" charset="0"/>
                          <a:ea typeface="a고딕14" panose="02020600000000000000" pitchFamily="18" charset="-127"/>
                          <a:cs typeface="+mn-cs"/>
                        </a:rPr>
                        <a:t>)</a:t>
                      </a:r>
                      <a:endParaRPr lang="ko-KR" altLang="en-US" sz="1000" kern="0">
                        <a:solidFill>
                          <a:prstClr val="black"/>
                        </a:solidFill>
                        <a:latin typeface="Arial Narrow" panose="020B0606020202030204" pitchFamily="34" charset="0"/>
                        <a:ea typeface="a고딕14" panose="02020600000000000000" pitchFamily="18" charset="-127"/>
                        <a:cs typeface="+mn-cs"/>
                      </a:endParaRP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fontAlgn="base" latinLnBrk="0">
                        <a:lnSpc>
                          <a:spcPct val="100000"/>
                        </a:lnSpc>
                        <a:spcBef>
                          <a:spcPts val="0"/>
                        </a:spcBef>
                        <a:spcAft>
                          <a:spcPts val="0"/>
                        </a:spcAft>
                      </a:pPr>
                      <a:r>
                        <a:rPr lang="en-US" altLang="ko-KR" sz="1000" kern="0">
                          <a:solidFill>
                            <a:prstClr val="black"/>
                          </a:solidFill>
                          <a:latin typeface="Arial Narrow" panose="020B0606020202030204" pitchFamily="34" charset="0"/>
                          <a:ea typeface="a고딕14" panose="02020600000000000000" pitchFamily="18" charset="-127"/>
                          <a:cs typeface="+mn-cs"/>
                        </a:rPr>
                        <a:t>2</a:t>
                      </a:r>
                      <a:r>
                        <a:rPr lang="ko-KR" altLang="en-US" sz="1000" kern="0">
                          <a:solidFill>
                            <a:prstClr val="black"/>
                          </a:solidFill>
                          <a:latin typeface="Arial Narrow" panose="020B0606020202030204" pitchFamily="34" charset="0"/>
                          <a:ea typeface="a고딕14" panose="02020600000000000000" pitchFamily="18" charset="-127"/>
                          <a:cs typeface="+mn-cs"/>
                        </a:rPr>
                        <a:t>개월</a:t>
                      </a:r>
                    </a:p>
                  </a:txBody>
                  <a:tcPr marL="17370" marR="17370" marT="17370" marB="17370"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fontAlgn="base" latinLnBrk="0">
                        <a:lnSpc>
                          <a:spcPct val="160000"/>
                        </a:lnSpc>
                        <a:buNone/>
                      </a:pPr>
                      <a:r>
                        <a:rPr lang="ko-KR" altLang="en-US" sz="1000" kern="0">
                          <a:solidFill>
                            <a:prstClr val="black"/>
                          </a:solidFill>
                          <a:latin typeface="Arial Narrow" panose="020B0606020202030204" pitchFamily="34" charset="0"/>
                          <a:ea typeface="a고딕14" panose="02020600000000000000" pitchFamily="18" charset="-127"/>
                          <a:cs typeface="+mn-cs"/>
                        </a:rPr>
                        <a:t>신규 과정개발 지원</a:t>
                      </a:r>
                    </a:p>
                  </a:txBody>
                  <a:tcPr marL="17907" marR="17907" marT="17907" marB="17907" anchor="ctr">
                    <a:lnL w="6350" cap="flat" cmpd="sng" algn="ctr">
                      <a:solidFill>
                        <a:sysClr val="windowText" lastClr="000000">
                          <a:lumMod val="50000"/>
                          <a:lumOff val="50000"/>
                        </a:sysClr>
                      </a:solidFill>
                      <a:prstDash val="solid"/>
                      <a:round/>
                      <a:headEnd type="none" w="med" len="med"/>
                      <a:tailEnd type="none" w="med" len="med"/>
                    </a:lnL>
                    <a:lnR w="6350" cap="flat" cmpd="sng" algn="ctr">
                      <a:solidFill>
                        <a:sysClr val="windowText" lastClr="000000">
                          <a:lumMod val="50000"/>
                          <a:lumOff val="50000"/>
                        </a:sysClr>
                      </a:solidFill>
                      <a:prstDash val="solid"/>
                      <a:round/>
                      <a:headEnd type="none" w="med" len="med"/>
                      <a:tailEnd type="none" w="med" len="med"/>
                    </a:lnR>
                    <a:lnT w="6350" cap="flat" cmpd="sng" algn="ctr">
                      <a:solidFill>
                        <a:sysClr val="windowText" lastClr="000000">
                          <a:lumMod val="50000"/>
                          <a:lumOff val="50000"/>
                        </a:sysClr>
                      </a:solidFill>
                      <a:prstDash val="solid"/>
                      <a:round/>
                      <a:headEnd type="none" w="med" len="med"/>
                      <a:tailEnd type="none" w="med" len="med"/>
                    </a:lnT>
                    <a:lnB w="6350" cap="flat" cmpd="sng" algn="ctr">
                      <a:solidFill>
                        <a:sysClr val="windowText" lastClr="000000">
                          <a:lumMod val="50000"/>
                          <a:lumOff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7487477"/>
                  </a:ext>
                </a:extLst>
              </a:tr>
            </a:tbl>
          </a:graphicData>
        </a:graphic>
      </p:graphicFrame>
      <p:grpSp>
        <p:nvGrpSpPr>
          <p:cNvPr id="4" name="그룹 3">
            <a:extLst>
              <a:ext uri="{FF2B5EF4-FFF2-40B4-BE49-F238E27FC236}">
                <a16:creationId xmlns:a16="http://schemas.microsoft.com/office/drawing/2014/main" id="{8B62842A-1BC1-ABAB-5595-51CD978FF300}"/>
              </a:ext>
            </a:extLst>
          </p:cNvPr>
          <p:cNvGrpSpPr/>
          <p:nvPr/>
        </p:nvGrpSpPr>
        <p:grpSpPr>
          <a:xfrm>
            <a:off x="1141079" y="3387508"/>
            <a:ext cx="8046906" cy="1106075"/>
            <a:chOff x="1141079" y="3387508"/>
            <a:chExt cx="3284384" cy="1106075"/>
          </a:xfrm>
        </p:grpSpPr>
        <p:sp>
          <p:nvSpPr>
            <p:cNvPr id="21" name="직사각형 20">
              <a:extLst>
                <a:ext uri="{FF2B5EF4-FFF2-40B4-BE49-F238E27FC236}">
                  <a16:creationId xmlns:a16="http://schemas.microsoft.com/office/drawing/2014/main" id="{71FBAA54-DD76-01A6-B326-6458466B34D9}"/>
                </a:ext>
              </a:extLst>
            </p:cNvPr>
            <p:cNvSpPr/>
            <p:nvPr/>
          </p:nvSpPr>
          <p:spPr>
            <a:xfrm>
              <a:off x="1141306" y="3650429"/>
              <a:ext cx="960698" cy="843154"/>
            </a:xfrm>
            <a:prstGeom prst="rect">
              <a:avLst/>
            </a:prstGeom>
            <a:solidFill>
              <a:sysClr val="window" lastClr="FFFFFF"/>
            </a:solidFill>
            <a:ln w="12700" algn="ctr">
              <a:solidFill>
                <a:srgbClr val="E7E6E6">
                  <a:lumMod val="90000"/>
                </a:srgbClr>
              </a:solidFill>
              <a:miter lim="800000"/>
              <a:headEnd/>
              <a:tailEnd/>
            </a:ln>
            <a:effectLst/>
          </p:spPr>
          <p:txBody>
            <a:bodyPr lIns="0" tIns="72001" rIns="0" bIns="0" anchor="t"/>
            <a:lstStyle/>
            <a:p>
              <a:pPr algn="ctr" defTabSz="914395" eaLnBrk="0" fontAlgn="base" hangingPunct="0">
                <a:spcBef>
                  <a:spcPct val="0"/>
                </a:spcBef>
                <a:spcAft>
                  <a:spcPct val="0"/>
                </a:spcAft>
                <a:buNone/>
                <a:tabLst>
                  <a:tab pos="0" algn="l"/>
                </a:tabLst>
                <a:defRPr/>
              </a:pPr>
              <a:r>
                <a:rPr lang="ko-KR" altLang="en-US" sz="1000" kern="0" err="1">
                  <a:solidFill>
                    <a:prstClr val="black"/>
                  </a:solidFill>
                  <a:latin typeface="a고딕14" panose="02020600000000000000" pitchFamily="18" charset="-127"/>
                  <a:ea typeface="a고딕14" panose="02020600000000000000" pitchFamily="18" charset="-127"/>
                </a:rPr>
                <a:t>이석주</a:t>
              </a:r>
              <a:r>
                <a:rPr lang="ko-KR" altLang="en-US" sz="1000" kern="0">
                  <a:solidFill>
                    <a:prstClr val="black"/>
                  </a:solidFill>
                  <a:latin typeface="a고딕14" panose="02020600000000000000" pitchFamily="18" charset="-127"/>
                  <a:ea typeface="a고딕14" panose="02020600000000000000" pitchFamily="18" charset="-127"/>
                </a:rPr>
                <a:t> 책임연구원</a:t>
              </a:r>
              <a:endParaRPr lang="en-US" altLang="ko-KR" sz="1000" kern="0">
                <a:solidFill>
                  <a:prstClr val="black"/>
                </a:solidFill>
                <a:latin typeface="a고딕14" panose="02020600000000000000" pitchFamily="18" charset="-127"/>
                <a:ea typeface="a고딕14" panose="02020600000000000000" pitchFamily="18" charset="-127"/>
              </a:endParaRPr>
            </a:p>
            <a:p>
              <a:pPr algn="ctr" defTabSz="914395" eaLnBrk="0" fontAlgn="base" hangingPunct="0">
                <a:spcBef>
                  <a:spcPct val="0"/>
                </a:spcBef>
                <a:spcAft>
                  <a:spcPct val="0"/>
                </a:spcAft>
                <a:buNone/>
                <a:tabLst>
                  <a:tab pos="0" algn="l"/>
                </a:tabLst>
                <a:defRPr/>
              </a:pPr>
              <a:endParaRPr lang="en-US" altLang="ko-KR" sz="1000" kern="0">
                <a:solidFill>
                  <a:prstClr val="black"/>
                </a:solidFill>
                <a:latin typeface="a고딕14" panose="02020600000000000000" pitchFamily="18" charset="-127"/>
                <a:ea typeface="a고딕14" panose="02020600000000000000" pitchFamily="18" charset="-127"/>
              </a:endParaRPr>
            </a:p>
            <a:p>
              <a:pPr algn="ctr" defTabSz="914395" eaLnBrk="0" fontAlgn="base" hangingPunct="0">
                <a:spcBef>
                  <a:spcPct val="0"/>
                </a:spcBef>
                <a:spcAft>
                  <a:spcPct val="0"/>
                </a:spcAft>
                <a:buNone/>
                <a:tabLst>
                  <a:tab pos="0" algn="l"/>
                </a:tabLst>
                <a:defRPr/>
              </a:pPr>
              <a:r>
                <a:rPr lang="ko-KR" altLang="en-US" sz="1000" kern="0" err="1">
                  <a:solidFill>
                    <a:prstClr val="black"/>
                  </a:solidFill>
                  <a:latin typeface="a고딕14" panose="02020600000000000000" pitchFamily="18" charset="-127"/>
                  <a:ea typeface="a고딕14" panose="02020600000000000000" pitchFamily="18" charset="-127"/>
                </a:rPr>
                <a:t>황다원</a:t>
              </a:r>
              <a:r>
                <a:rPr lang="ko-KR" altLang="en-US" sz="1000" kern="0">
                  <a:solidFill>
                    <a:prstClr val="black"/>
                  </a:solidFill>
                  <a:latin typeface="a고딕14" panose="02020600000000000000" pitchFamily="18" charset="-127"/>
                  <a:ea typeface="a고딕14" panose="02020600000000000000" pitchFamily="18" charset="-127"/>
                </a:rPr>
                <a:t> 연구원</a:t>
              </a:r>
              <a:endParaRPr lang="en-US" altLang="ko-KR" sz="1000" kern="0">
                <a:solidFill>
                  <a:prstClr val="black"/>
                </a:solidFill>
                <a:latin typeface="a고딕14" panose="02020600000000000000" pitchFamily="18" charset="-127"/>
                <a:ea typeface="a고딕14" panose="02020600000000000000" pitchFamily="18" charset="-127"/>
              </a:endParaRPr>
            </a:p>
            <a:p>
              <a:pPr algn="ctr" defTabSz="914395" eaLnBrk="0" fontAlgn="base" hangingPunct="0">
                <a:spcBef>
                  <a:spcPct val="0"/>
                </a:spcBef>
                <a:spcAft>
                  <a:spcPct val="0"/>
                </a:spcAft>
                <a:buNone/>
                <a:tabLst>
                  <a:tab pos="0" algn="l"/>
                </a:tabLst>
                <a:defRPr/>
              </a:pPr>
              <a:r>
                <a:rPr lang="ko-KR" altLang="en-US" sz="1000" kern="0" err="1">
                  <a:solidFill>
                    <a:prstClr val="black"/>
                  </a:solidFill>
                  <a:latin typeface="a고딕14" panose="02020600000000000000" pitchFamily="18" charset="-127"/>
                  <a:ea typeface="a고딕14" panose="02020600000000000000" pitchFamily="18" charset="-127"/>
                </a:rPr>
                <a:t>허상희</a:t>
              </a:r>
              <a:r>
                <a:rPr lang="ko-KR" altLang="en-US" sz="1000" kern="0">
                  <a:solidFill>
                    <a:prstClr val="black"/>
                  </a:solidFill>
                  <a:latin typeface="a고딕14" panose="02020600000000000000" pitchFamily="18" charset="-127"/>
                  <a:ea typeface="a고딕14" panose="02020600000000000000" pitchFamily="18" charset="-127"/>
                </a:rPr>
                <a:t> 연구원</a:t>
              </a:r>
              <a:endParaRPr lang="en-US" altLang="ko-KR" sz="1000" kern="0">
                <a:solidFill>
                  <a:prstClr val="black"/>
                </a:solidFill>
                <a:latin typeface="a고딕14" panose="02020600000000000000" pitchFamily="18" charset="-127"/>
                <a:ea typeface="a고딕14" panose="02020600000000000000" pitchFamily="18" charset="-127"/>
              </a:endParaRPr>
            </a:p>
          </p:txBody>
        </p:sp>
        <p:sp>
          <p:nvSpPr>
            <p:cNvPr id="22" name="모서리가 둥근 직사각형 167">
              <a:extLst>
                <a:ext uri="{FF2B5EF4-FFF2-40B4-BE49-F238E27FC236}">
                  <a16:creationId xmlns:a16="http://schemas.microsoft.com/office/drawing/2014/main" id="{4CE1F41D-4802-61DA-37F3-28E82F7193DA}"/>
                </a:ext>
              </a:extLst>
            </p:cNvPr>
            <p:cNvSpPr/>
            <p:nvPr/>
          </p:nvSpPr>
          <p:spPr bwMode="auto">
            <a:xfrm>
              <a:off x="1141079" y="3387508"/>
              <a:ext cx="959324" cy="224079"/>
            </a:xfrm>
            <a:prstGeom prst="roundRect">
              <a:avLst>
                <a:gd name="adj" fmla="val 0"/>
              </a:avLst>
            </a:prstGeom>
            <a:solidFill>
              <a:srgbClr val="DCF1F9"/>
            </a:solidFill>
            <a:ln w="9525" cap="flat" cmpd="sng" algn="ctr">
              <a:solidFill>
                <a:srgbClr val="DBEEF4"/>
              </a:solidFill>
              <a:prstDash val="solid"/>
              <a:miter lim="800000"/>
              <a:headEnd/>
              <a:tailEnd/>
            </a:ln>
            <a:effectLst/>
          </p:spPr>
          <p:txBody>
            <a:bodyPr lIns="0" rIns="0" anchor="ctr"/>
            <a:lstStyle/>
            <a:p>
              <a:pPr defTabSz="914395">
                <a:buNone/>
              </a:pPr>
              <a:r>
                <a:rPr lang="ko-KR" altLang="ko-KR" sz="1000" kern="0" err="1">
                  <a:solidFill>
                    <a:prstClr val="black"/>
                  </a:solidFill>
                  <a:latin typeface="a고딕14" panose="02020600000000000000" pitchFamily="18" charset="-127"/>
                  <a:ea typeface="a고딕14" panose="02020600000000000000" pitchFamily="18" charset="-127"/>
                </a:rPr>
                <a:t>수요분석·우선순위</a:t>
              </a:r>
              <a:r>
                <a:rPr lang="ko-KR" altLang="ko-KR" sz="1000" kern="0">
                  <a:solidFill>
                    <a:prstClr val="black"/>
                  </a:solidFill>
                  <a:latin typeface="a고딕14" panose="02020600000000000000" pitchFamily="18" charset="-127"/>
                  <a:ea typeface="a고딕14" panose="02020600000000000000" pitchFamily="18" charset="-127"/>
                </a:rPr>
                <a:t> 도출 부문</a:t>
              </a:r>
              <a:endParaRPr lang="ko-KR" altLang="en-US" sz="1000" kern="0">
                <a:solidFill>
                  <a:prstClr val="black"/>
                </a:solidFill>
                <a:latin typeface="a고딕14" panose="02020600000000000000" pitchFamily="18" charset="-127"/>
                <a:ea typeface="a고딕14" panose="02020600000000000000" pitchFamily="18" charset="-127"/>
              </a:endParaRPr>
            </a:p>
          </p:txBody>
        </p:sp>
        <p:sp>
          <p:nvSpPr>
            <p:cNvPr id="23" name="모서리가 둥근 직사각형 167">
              <a:extLst>
                <a:ext uri="{FF2B5EF4-FFF2-40B4-BE49-F238E27FC236}">
                  <a16:creationId xmlns:a16="http://schemas.microsoft.com/office/drawing/2014/main" id="{B5E9CA1E-8C04-FD9E-DF1F-4E7F1E753017}"/>
                </a:ext>
              </a:extLst>
            </p:cNvPr>
            <p:cNvSpPr/>
            <p:nvPr/>
          </p:nvSpPr>
          <p:spPr bwMode="auto">
            <a:xfrm>
              <a:off x="2301572" y="3387508"/>
              <a:ext cx="959322" cy="224959"/>
            </a:xfrm>
            <a:prstGeom prst="roundRect">
              <a:avLst>
                <a:gd name="adj" fmla="val 0"/>
              </a:avLst>
            </a:prstGeom>
            <a:solidFill>
              <a:srgbClr val="DCF1F9"/>
            </a:solidFill>
            <a:ln w="9525" cap="flat" cmpd="sng" algn="ctr">
              <a:solidFill>
                <a:srgbClr val="DBEEF4"/>
              </a:solidFill>
              <a:prstDash val="solid"/>
              <a:miter lim="800000"/>
              <a:headEnd/>
              <a:tailEnd/>
            </a:ln>
            <a:effectLst/>
          </p:spPr>
          <p:txBody>
            <a:bodyPr lIns="0" rIns="0" anchor="ctr"/>
            <a:lstStyle/>
            <a:p>
              <a:pPr defTabSz="914395">
                <a:buNone/>
              </a:pPr>
              <a:r>
                <a:rPr lang="ko-KR" altLang="ko-KR" sz="1000" kern="0">
                  <a:solidFill>
                    <a:prstClr val="black"/>
                  </a:solidFill>
                  <a:latin typeface="a고딕14" panose="02020600000000000000" pitchFamily="18" charset="-127"/>
                  <a:ea typeface="a고딕14" panose="02020600000000000000" pitchFamily="18" charset="-127"/>
                </a:rPr>
                <a:t>신규 과목개요서 개발 부문</a:t>
              </a:r>
              <a:endParaRPr lang="ko-KR" altLang="en-US" sz="1000" kern="0">
                <a:solidFill>
                  <a:prstClr val="black"/>
                </a:solidFill>
                <a:latin typeface="a고딕14" panose="02020600000000000000" pitchFamily="18" charset="-127"/>
                <a:ea typeface="a고딕14" panose="02020600000000000000" pitchFamily="18" charset="-127"/>
              </a:endParaRPr>
            </a:p>
          </p:txBody>
        </p:sp>
        <p:sp>
          <p:nvSpPr>
            <p:cNvPr id="24" name="직사각형 23">
              <a:extLst>
                <a:ext uri="{FF2B5EF4-FFF2-40B4-BE49-F238E27FC236}">
                  <a16:creationId xmlns:a16="http://schemas.microsoft.com/office/drawing/2014/main" id="{19D40F58-137B-CAB4-8D8F-2E2D59D3247D}"/>
                </a:ext>
              </a:extLst>
            </p:cNvPr>
            <p:cNvSpPr/>
            <p:nvPr/>
          </p:nvSpPr>
          <p:spPr>
            <a:xfrm>
              <a:off x="2304272" y="3650429"/>
              <a:ext cx="960698" cy="843154"/>
            </a:xfrm>
            <a:prstGeom prst="rect">
              <a:avLst/>
            </a:prstGeom>
            <a:solidFill>
              <a:sysClr val="window" lastClr="FFFFFF"/>
            </a:solidFill>
            <a:ln w="12700" algn="ctr">
              <a:solidFill>
                <a:srgbClr val="E7E6E6">
                  <a:lumMod val="90000"/>
                </a:srgbClr>
              </a:solidFill>
              <a:miter lim="800000"/>
              <a:headEnd/>
              <a:tailEnd/>
            </a:ln>
            <a:effectLst/>
          </p:spPr>
          <p:txBody>
            <a:bodyPr lIns="0" tIns="72001" rIns="0" bIns="0" anchor="t"/>
            <a:lstStyle/>
            <a:p>
              <a:pPr algn="ctr" defTabSz="914395" eaLnBrk="0" fontAlgn="base" hangingPunct="0">
                <a:spcBef>
                  <a:spcPct val="0"/>
                </a:spcBef>
                <a:spcAft>
                  <a:spcPct val="0"/>
                </a:spcAft>
                <a:buNone/>
                <a:tabLst>
                  <a:tab pos="0" algn="l"/>
                </a:tabLst>
                <a:defRPr/>
              </a:pPr>
              <a:r>
                <a:rPr lang="ko-KR" altLang="en-US" sz="1000" kern="0" err="1">
                  <a:solidFill>
                    <a:prstClr val="black"/>
                  </a:solidFill>
                  <a:latin typeface="a고딕14" panose="02020600000000000000" pitchFamily="18" charset="-127"/>
                  <a:ea typeface="a고딕14" panose="02020600000000000000" pitchFamily="18" charset="-127"/>
                </a:rPr>
                <a:t>조예슬</a:t>
              </a:r>
              <a:r>
                <a:rPr lang="ko-KR" altLang="en-US" sz="1000" kern="0">
                  <a:solidFill>
                    <a:prstClr val="black"/>
                  </a:solidFill>
                  <a:latin typeface="a고딕14" panose="02020600000000000000" pitchFamily="18" charset="-127"/>
                  <a:ea typeface="a고딕14" panose="02020600000000000000" pitchFamily="18" charset="-127"/>
                </a:rPr>
                <a:t> 책임연구원</a:t>
              </a:r>
              <a:endParaRPr lang="en-US" altLang="ko-KR" sz="1000" kern="0">
                <a:solidFill>
                  <a:prstClr val="black"/>
                </a:solidFill>
                <a:latin typeface="a고딕14" panose="02020600000000000000" pitchFamily="18" charset="-127"/>
                <a:ea typeface="a고딕14" panose="02020600000000000000" pitchFamily="18" charset="-127"/>
              </a:endParaRPr>
            </a:p>
            <a:p>
              <a:pPr algn="ctr" defTabSz="914395" eaLnBrk="0" fontAlgn="base" hangingPunct="0">
                <a:spcBef>
                  <a:spcPct val="0"/>
                </a:spcBef>
                <a:spcAft>
                  <a:spcPct val="0"/>
                </a:spcAft>
                <a:buNone/>
                <a:tabLst>
                  <a:tab pos="0" algn="l"/>
                </a:tabLst>
                <a:defRPr/>
              </a:pPr>
              <a:endParaRPr lang="en-US" altLang="ko-KR" sz="1000" kern="0">
                <a:solidFill>
                  <a:prstClr val="black"/>
                </a:solidFill>
                <a:latin typeface="a고딕14" panose="02020600000000000000" pitchFamily="18" charset="-127"/>
                <a:ea typeface="a고딕14" panose="02020600000000000000" pitchFamily="18" charset="-127"/>
              </a:endParaRPr>
            </a:p>
            <a:p>
              <a:pPr algn="ctr" defTabSz="914395" eaLnBrk="0" fontAlgn="base" hangingPunct="0">
                <a:spcBef>
                  <a:spcPct val="0"/>
                </a:spcBef>
                <a:spcAft>
                  <a:spcPct val="0"/>
                </a:spcAft>
                <a:buNone/>
                <a:tabLst>
                  <a:tab pos="0" algn="l"/>
                </a:tabLst>
                <a:defRPr/>
              </a:pPr>
              <a:r>
                <a:rPr lang="ko-KR" altLang="en-US" sz="1000" kern="0">
                  <a:solidFill>
                    <a:prstClr val="black"/>
                  </a:solidFill>
                  <a:latin typeface="a고딕14" panose="02020600000000000000" pitchFamily="18" charset="-127"/>
                  <a:ea typeface="a고딕14" panose="02020600000000000000" pitchFamily="18" charset="-127"/>
                </a:rPr>
                <a:t>유승현 연구원</a:t>
              </a:r>
              <a:endParaRPr lang="en-US" altLang="ko-KR" sz="1000" kern="0">
                <a:solidFill>
                  <a:prstClr val="black"/>
                </a:solidFill>
                <a:latin typeface="a고딕14" panose="02020600000000000000" pitchFamily="18" charset="-127"/>
                <a:ea typeface="a고딕14" panose="02020600000000000000" pitchFamily="18" charset="-127"/>
              </a:endParaRPr>
            </a:p>
            <a:p>
              <a:pPr algn="ctr" defTabSz="914395" eaLnBrk="0" fontAlgn="base" hangingPunct="0">
                <a:spcBef>
                  <a:spcPct val="0"/>
                </a:spcBef>
                <a:spcAft>
                  <a:spcPct val="0"/>
                </a:spcAft>
                <a:buNone/>
                <a:tabLst>
                  <a:tab pos="0" algn="l"/>
                </a:tabLst>
                <a:defRPr/>
              </a:pPr>
              <a:r>
                <a:rPr lang="ko-KR" altLang="en-US" sz="1000" kern="0" err="1">
                  <a:solidFill>
                    <a:prstClr val="black"/>
                  </a:solidFill>
                  <a:latin typeface="a고딕14" panose="02020600000000000000" pitchFamily="18" charset="-127"/>
                  <a:ea typeface="a고딕14" panose="02020600000000000000" pitchFamily="18" charset="-127"/>
                </a:rPr>
                <a:t>안은하</a:t>
              </a:r>
              <a:r>
                <a:rPr lang="ko-KR" altLang="en-US" sz="1000" kern="0">
                  <a:solidFill>
                    <a:prstClr val="black"/>
                  </a:solidFill>
                  <a:latin typeface="a고딕14" panose="02020600000000000000" pitchFamily="18" charset="-127"/>
                  <a:ea typeface="a고딕14" panose="02020600000000000000" pitchFamily="18" charset="-127"/>
                </a:rPr>
                <a:t> 연구원</a:t>
              </a:r>
              <a:endParaRPr lang="en-US" altLang="ko-KR" sz="1000" kern="0">
                <a:solidFill>
                  <a:prstClr val="black"/>
                </a:solidFill>
                <a:latin typeface="a고딕14" panose="02020600000000000000" pitchFamily="18" charset="-127"/>
                <a:ea typeface="a고딕14" panose="02020600000000000000" pitchFamily="18" charset="-127"/>
              </a:endParaRPr>
            </a:p>
          </p:txBody>
        </p:sp>
        <p:sp>
          <p:nvSpPr>
            <p:cNvPr id="25" name="모서리가 둥근 직사각형 167">
              <a:extLst>
                <a:ext uri="{FF2B5EF4-FFF2-40B4-BE49-F238E27FC236}">
                  <a16:creationId xmlns:a16="http://schemas.microsoft.com/office/drawing/2014/main" id="{29488593-678B-68C5-7FEA-21A73F12D1B0}"/>
                </a:ext>
              </a:extLst>
            </p:cNvPr>
            <p:cNvSpPr/>
            <p:nvPr/>
          </p:nvSpPr>
          <p:spPr bwMode="auto">
            <a:xfrm>
              <a:off x="3466139" y="3387508"/>
              <a:ext cx="959324" cy="224959"/>
            </a:xfrm>
            <a:prstGeom prst="roundRect">
              <a:avLst>
                <a:gd name="adj" fmla="val 0"/>
              </a:avLst>
            </a:prstGeom>
            <a:solidFill>
              <a:srgbClr val="DCF1F9"/>
            </a:solidFill>
            <a:ln w="9525" cap="flat" cmpd="sng" algn="ctr">
              <a:solidFill>
                <a:srgbClr val="DBEEF4"/>
              </a:solidFill>
              <a:prstDash val="solid"/>
              <a:miter lim="800000"/>
              <a:headEnd/>
              <a:tailEnd/>
            </a:ln>
            <a:effectLst/>
          </p:spPr>
          <p:txBody>
            <a:bodyPr lIns="0" rIns="0" anchor="ctr"/>
            <a:lstStyle/>
            <a:p>
              <a:pPr defTabSz="914395">
                <a:buNone/>
              </a:pPr>
              <a:r>
                <a:rPr lang="ko-KR" altLang="ko-KR" sz="1000" kern="0">
                  <a:solidFill>
                    <a:prstClr val="black"/>
                  </a:solidFill>
                  <a:latin typeface="a고딕14" panose="02020600000000000000" pitchFamily="18" charset="-127"/>
                  <a:ea typeface="a고딕14" panose="02020600000000000000" pitchFamily="18" charset="-127"/>
                </a:rPr>
                <a:t>SLR </a:t>
              </a:r>
              <a:r>
                <a:rPr lang="ko-KR" altLang="ko-KR" sz="1000" kern="0" err="1">
                  <a:solidFill>
                    <a:prstClr val="black"/>
                  </a:solidFill>
                  <a:latin typeface="a고딕14" panose="02020600000000000000" pitchFamily="18" charset="-127"/>
                  <a:ea typeface="a고딕14" panose="02020600000000000000" pitchFamily="18" charset="-127"/>
                </a:rPr>
                <a:t>정비·관리</a:t>
              </a:r>
              <a:r>
                <a:rPr lang="ko-KR" altLang="ko-KR" sz="1000" kern="0">
                  <a:solidFill>
                    <a:prstClr val="black"/>
                  </a:solidFill>
                  <a:latin typeface="a고딕14" panose="02020600000000000000" pitchFamily="18" charset="-127"/>
                  <a:ea typeface="a고딕14" panose="02020600000000000000" pitchFamily="18" charset="-127"/>
                </a:rPr>
                <a:t> 부문</a:t>
              </a:r>
              <a:endParaRPr lang="ko-KR" altLang="en-US" sz="1000" kern="0">
                <a:solidFill>
                  <a:prstClr val="black"/>
                </a:solidFill>
                <a:latin typeface="a고딕14" panose="02020600000000000000" pitchFamily="18" charset="-127"/>
                <a:ea typeface="a고딕14" panose="02020600000000000000" pitchFamily="18" charset="-127"/>
              </a:endParaRPr>
            </a:p>
          </p:txBody>
        </p:sp>
        <p:sp>
          <p:nvSpPr>
            <p:cNvPr id="26" name="직사각형 25">
              <a:extLst>
                <a:ext uri="{FF2B5EF4-FFF2-40B4-BE49-F238E27FC236}">
                  <a16:creationId xmlns:a16="http://schemas.microsoft.com/office/drawing/2014/main" id="{F78DBCBA-90F4-BC32-3814-0C8685208A7B}"/>
                </a:ext>
              </a:extLst>
            </p:cNvPr>
            <p:cNvSpPr/>
            <p:nvPr/>
          </p:nvSpPr>
          <p:spPr>
            <a:xfrm>
              <a:off x="3464538" y="3650429"/>
              <a:ext cx="960698" cy="843154"/>
            </a:xfrm>
            <a:prstGeom prst="rect">
              <a:avLst/>
            </a:prstGeom>
            <a:solidFill>
              <a:sysClr val="window" lastClr="FFFFFF"/>
            </a:solidFill>
            <a:ln w="12700" algn="ctr">
              <a:solidFill>
                <a:srgbClr val="E7E6E6">
                  <a:lumMod val="90000"/>
                </a:srgbClr>
              </a:solidFill>
              <a:miter lim="800000"/>
              <a:headEnd/>
              <a:tailEnd/>
            </a:ln>
            <a:effectLst/>
          </p:spPr>
          <p:txBody>
            <a:bodyPr lIns="0" tIns="72001" rIns="0" bIns="0" anchor="t"/>
            <a:lstStyle/>
            <a:p>
              <a:pPr algn="ctr" defTabSz="914395" eaLnBrk="0" fontAlgn="base" hangingPunct="0">
                <a:spcBef>
                  <a:spcPct val="0"/>
                </a:spcBef>
                <a:spcAft>
                  <a:spcPct val="0"/>
                </a:spcAft>
                <a:buNone/>
                <a:tabLst>
                  <a:tab pos="0" algn="l"/>
                </a:tabLst>
                <a:defRPr/>
              </a:pPr>
              <a:r>
                <a:rPr lang="ko-KR" altLang="en-US" sz="1000" kern="0" err="1">
                  <a:solidFill>
                    <a:prstClr val="black"/>
                  </a:solidFill>
                  <a:latin typeface="a고딕14" panose="02020600000000000000" pitchFamily="18" charset="-127"/>
                  <a:ea typeface="a고딕14" panose="02020600000000000000" pitchFamily="18" charset="-127"/>
                </a:rPr>
                <a:t>황다원</a:t>
              </a:r>
              <a:r>
                <a:rPr lang="ko-KR" altLang="en-US" sz="1000" kern="0">
                  <a:solidFill>
                    <a:prstClr val="black"/>
                  </a:solidFill>
                  <a:latin typeface="a고딕14" panose="02020600000000000000" pitchFamily="18" charset="-127"/>
                  <a:ea typeface="a고딕14" panose="02020600000000000000" pitchFamily="18" charset="-127"/>
                </a:rPr>
                <a:t> 선임연구원</a:t>
              </a:r>
              <a:endParaRPr lang="en-US" altLang="ko-KR" sz="1000" kern="0">
                <a:solidFill>
                  <a:prstClr val="black"/>
                </a:solidFill>
                <a:latin typeface="a고딕14" panose="02020600000000000000" pitchFamily="18" charset="-127"/>
                <a:ea typeface="a고딕14" panose="02020600000000000000" pitchFamily="18" charset="-127"/>
              </a:endParaRPr>
            </a:p>
            <a:p>
              <a:pPr algn="ctr" defTabSz="914395" eaLnBrk="0" fontAlgn="base" hangingPunct="0">
                <a:spcBef>
                  <a:spcPct val="0"/>
                </a:spcBef>
                <a:spcAft>
                  <a:spcPct val="0"/>
                </a:spcAft>
                <a:buNone/>
                <a:tabLst>
                  <a:tab pos="0" algn="l"/>
                </a:tabLst>
                <a:defRPr/>
              </a:pPr>
              <a:endParaRPr lang="en-US" altLang="ko-KR" sz="1000" kern="0">
                <a:solidFill>
                  <a:prstClr val="black"/>
                </a:solidFill>
                <a:latin typeface="a고딕14" panose="02020600000000000000" pitchFamily="18" charset="-127"/>
                <a:ea typeface="a고딕14" panose="02020600000000000000" pitchFamily="18" charset="-127"/>
              </a:endParaRPr>
            </a:p>
            <a:p>
              <a:pPr algn="ctr" defTabSz="914395" eaLnBrk="0" fontAlgn="base" hangingPunct="0">
                <a:spcBef>
                  <a:spcPct val="0"/>
                </a:spcBef>
                <a:spcAft>
                  <a:spcPct val="0"/>
                </a:spcAft>
                <a:buNone/>
                <a:tabLst>
                  <a:tab pos="0" algn="l"/>
                </a:tabLst>
                <a:defRPr/>
              </a:pPr>
              <a:r>
                <a:rPr lang="ko-KR" altLang="en-US" sz="1000" kern="0" err="1">
                  <a:solidFill>
                    <a:prstClr val="black"/>
                  </a:solidFill>
                  <a:latin typeface="a고딕14" panose="02020600000000000000" pitchFamily="18" charset="-127"/>
                  <a:ea typeface="a고딕14" panose="02020600000000000000" pitchFamily="18" charset="-127"/>
                </a:rPr>
                <a:t>안은하</a:t>
              </a:r>
              <a:r>
                <a:rPr lang="en-US" altLang="ko-KR" sz="1000" kern="0">
                  <a:solidFill>
                    <a:prstClr val="black"/>
                  </a:solidFill>
                  <a:latin typeface="a고딕14" panose="02020600000000000000" pitchFamily="18" charset="-127"/>
                  <a:ea typeface="a고딕14" panose="02020600000000000000" pitchFamily="18" charset="-127"/>
                </a:rPr>
                <a:t> </a:t>
              </a:r>
              <a:r>
                <a:rPr lang="ko-KR" altLang="en-US" sz="1000" kern="0">
                  <a:solidFill>
                    <a:prstClr val="black"/>
                  </a:solidFill>
                  <a:latin typeface="a고딕14" panose="02020600000000000000" pitchFamily="18" charset="-127"/>
                  <a:ea typeface="a고딕14" panose="02020600000000000000" pitchFamily="18" charset="-127"/>
                </a:rPr>
                <a:t>연구원</a:t>
              </a:r>
              <a:endParaRPr lang="en-US" altLang="ko-KR" sz="1000" kern="0">
                <a:solidFill>
                  <a:prstClr val="black"/>
                </a:solidFill>
                <a:latin typeface="a고딕14" panose="02020600000000000000" pitchFamily="18" charset="-127"/>
                <a:ea typeface="a고딕14" panose="02020600000000000000" pitchFamily="18" charset="-127"/>
              </a:endParaRPr>
            </a:p>
            <a:p>
              <a:pPr algn="ctr" defTabSz="914395" eaLnBrk="0" fontAlgn="base" hangingPunct="0">
                <a:spcBef>
                  <a:spcPct val="0"/>
                </a:spcBef>
                <a:spcAft>
                  <a:spcPct val="0"/>
                </a:spcAft>
                <a:buNone/>
                <a:tabLst>
                  <a:tab pos="0" algn="l"/>
                </a:tabLst>
                <a:defRPr/>
              </a:pPr>
              <a:r>
                <a:rPr lang="ko-KR" altLang="en-US" sz="1000" kern="0" err="1">
                  <a:solidFill>
                    <a:prstClr val="black"/>
                  </a:solidFill>
                  <a:latin typeface="a고딕14" panose="02020600000000000000" pitchFamily="18" charset="-127"/>
                  <a:ea typeface="a고딕14" panose="02020600000000000000" pitchFamily="18" charset="-127"/>
                </a:rPr>
                <a:t>허상희</a:t>
              </a:r>
              <a:r>
                <a:rPr lang="ko-KR" altLang="en-US" sz="1000" kern="0">
                  <a:solidFill>
                    <a:prstClr val="black"/>
                  </a:solidFill>
                  <a:latin typeface="a고딕14" panose="02020600000000000000" pitchFamily="18" charset="-127"/>
                  <a:ea typeface="a고딕14" panose="02020600000000000000" pitchFamily="18" charset="-127"/>
                </a:rPr>
                <a:t> 연구원</a:t>
              </a:r>
            </a:p>
          </p:txBody>
        </p:sp>
      </p:grpSp>
      <p:sp>
        <p:nvSpPr>
          <p:cNvPr id="27" name="직사각형 26">
            <a:extLst>
              <a:ext uri="{FF2B5EF4-FFF2-40B4-BE49-F238E27FC236}">
                <a16:creationId xmlns:a16="http://schemas.microsoft.com/office/drawing/2014/main" id="{018FEB51-2083-B449-4899-8D4A9673E2D7}"/>
              </a:ext>
            </a:extLst>
          </p:cNvPr>
          <p:cNvSpPr/>
          <p:nvPr/>
        </p:nvSpPr>
        <p:spPr>
          <a:xfrm>
            <a:off x="718015" y="3722804"/>
            <a:ext cx="376837" cy="200055"/>
          </a:xfrm>
          <a:prstGeom prst="rect">
            <a:avLst/>
          </a:prstGeom>
        </p:spPr>
        <p:txBody>
          <a:bodyPr wrap="square">
            <a:spAutoFit/>
          </a:bodyPr>
          <a:lstStyle/>
          <a:p>
            <a:pPr algn="ctr" defTabSz="914395" eaLnBrk="0" fontAlgn="base" latinLnBrk="1" hangingPunct="0">
              <a:spcBef>
                <a:spcPct val="0"/>
              </a:spcBef>
              <a:spcAft>
                <a:spcPct val="0"/>
              </a:spcAft>
              <a:defRPr/>
            </a:pPr>
            <a:r>
              <a:rPr lang="ko-KR" altLang="en-US" sz="700" i="1" u="sng" spc="-50" dirty="0">
                <a:solidFill>
                  <a:schemeClr val="tx1">
                    <a:lumMod val="50000"/>
                    <a:lumOff val="50000"/>
                  </a:schemeClr>
                </a:solidFill>
                <a:latin typeface="a고딕14" panose="02020600000000000000" pitchFamily="18" charset="-127"/>
                <a:ea typeface="a고딕14" panose="02020600000000000000" pitchFamily="18" charset="-127"/>
              </a:rPr>
              <a:t>책임</a:t>
            </a:r>
          </a:p>
        </p:txBody>
      </p:sp>
      <p:sp>
        <p:nvSpPr>
          <p:cNvPr id="28" name="직사각형 27">
            <a:extLst>
              <a:ext uri="{FF2B5EF4-FFF2-40B4-BE49-F238E27FC236}">
                <a16:creationId xmlns:a16="http://schemas.microsoft.com/office/drawing/2014/main" id="{F33BA6EF-C9EC-95F4-BB25-973D310A6F31}"/>
              </a:ext>
            </a:extLst>
          </p:cNvPr>
          <p:cNvSpPr/>
          <p:nvPr/>
        </p:nvSpPr>
        <p:spPr>
          <a:xfrm>
            <a:off x="718015" y="4072005"/>
            <a:ext cx="376837" cy="307777"/>
          </a:xfrm>
          <a:prstGeom prst="rect">
            <a:avLst/>
          </a:prstGeom>
        </p:spPr>
        <p:txBody>
          <a:bodyPr wrap="square">
            <a:spAutoFit/>
          </a:bodyPr>
          <a:lstStyle/>
          <a:p>
            <a:pPr algn="ctr" defTabSz="914395" eaLnBrk="0" fontAlgn="base" latinLnBrk="1" hangingPunct="0">
              <a:spcBef>
                <a:spcPct val="0"/>
              </a:spcBef>
              <a:spcAft>
                <a:spcPct val="0"/>
              </a:spcAft>
              <a:defRPr/>
            </a:pPr>
            <a:r>
              <a:rPr lang="ko-KR" altLang="en-US" sz="700" i="1" u="sng" spc="-50">
                <a:solidFill>
                  <a:schemeClr val="tx1">
                    <a:lumMod val="50000"/>
                    <a:lumOff val="50000"/>
                  </a:schemeClr>
                </a:solidFill>
                <a:latin typeface="a고딕14" panose="02020600000000000000" pitchFamily="18" charset="-127"/>
                <a:ea typeface="a고딕14" panose="02020600000000000000" pitchFamily="18" charset="-127"/>
              </a:rPr>
              <a:t>수행</a:t>
            </a:r>
            <a:endParaRPr lang="en-US" altLang="ko-KR" sz="700" i="1" u="sng" spc="-50">
              <a:solidFill>
                <a:schemeClr val="tx1">
                  <a:lumMod val="50000"/>
                  <a:lumOff val="50000"/>
                </a:schemeClr>
              </a:solidFill>
              <a:latin typeface="a고딕14" panose="02020600000000000000" pitchFamily="18" charset="-127"/>
              <a:ea typeface="a고딕14" panose="02020600000000000000" pitchFamily="18" charset="-127"/>
            </a:endParaRPr>
          </a:p>
          <a:p>
            <a:pPr algn="ctr" defTabSz="914395" eaLnBrk="0" fontAlgn="base" latinLnBrk="1" hangingPunct="0">
              <a:spcBef>
                <a:spcPct val="0"/>
              </a:spcBef>
              <a:spcAft>
                <a:spcPct val="0"/>
              </a:spcAft>
              <a:buNone/>
              <a:defRPr/>
            </a:pPr>
            <a:r>
              <a:rPr lang="ko-KR" altLang="en-US" sz="700" i="1" u="sng" spc="-50">
                <a:solidFill>
                  <a:schemeClr val="tx1">
                    <a:lumMod val="50000"/>
                    <a:lumOff val="50000"/>
                  </a:schemeClr>
                </a:solidFill>
                <a:latin typeface="a고딕14" panose="02020600000000000000" pitchFamily="18" charset="-127"/>
                <a:ea typeface="a고딕14" panose="02020600000000000000" pitchFamily="18" charset="-127"/>
              </a:rPr>
              <a:t>지원</a:t>
            </a:r>
          </a:p>
        </p:txBody>
      </p:sp>
      <p:sp>
        <p:nvSpPr>
          <p:cNvPr id="32" name="모서리가 둥근 직사각형 167">
            <a:extLst>
              <a:ext uri="{FF2B5EF4-FFF2-40B4-BE49-F238E27FC236}">
                <a16:creationId xmlns:a16="http://schemas.microsoft.com/office/drawing/2014/main" id="{507EB0B5-DF2B-1059-E582-E796DF095EC6}"/>
              </a:ext>
            </a:extLst>
          </p:cNvPr>
          <p:cNvSpPr/>
          <p:nvPr/>
        </p:nvSpPr>
        <p:spPr bwMode="auto">
          <a:xfrm>
            <a:off x="978036" y="2194631"/>
            <a:ext cx="1808929" cy="224959"/>
          </a:xfrm>
          <a:prstGeom prst="roundRect">
            <a:avLst>
              <a:gd name="adj" fmla="val 0"/>
            </a:avLst>
          </a:prstGeom>
          <a:solidFill>
            <a:srgbClr val="82B5DE"/>
          </a:solidFill>
          <a:ln w="9525" cap="flat" cmpd="sng" algn="ctr">
            <a:solidFill>
              <a:schemeClr val="tx1">
                <a:lumMod val="50000"/>
                <a:lumOff val="50000"/>
              </a:schemeClr>
            </a:solidFill>
            <a:prstDash val="solid"/>
            <a:miter lim="800000"/>
            <a:headEnd/>
            <a:tailEnd/>
          </a:ln>
          <a:effectLst/>
        </p:spPr>
        <p:txBody>
          <a:bodyPr lIns="0" rIns="0" anchor="ctr"/>
          <a:lstStyle/>
          <a:p>
            <a:pPr algn="ctr" defTabSz="914395" eaLnBrk="0" fontAlgn="base" hangingPunct="0">
              <a:lnSpc>
                <a:spcPts val="1700"/>
              </a:lnSpc>
              <a:spcBef>
                <a:spcPct val="0"/>
              </a:spcBef>
              <a:spcAft>
                <a:spcPct val="0"/>
              </a:spcAft>
              <a:buNone/>
              <a:defRPr/>
            </a:pPr>
            <a:r>
              <a:rPr kumimoji="1" lang="ko-KR" altLang="en-US" sz="1000" kern="0">
                <a:solidFill>
                  <a:prstClr val="white"/>
                </a:solidFill>
                <a:latin typeface="a고딕14" panose="02020600000000000000" pitchFamily="18" charset="-127"/>
                <a:ea typeface="a고딕14" panose="02020600000000000000" pitchFamily="18" charset="-127"/>
              </a:rPr>
              <a:t>산업현장 전문가 자문위원회</a:t>
            </a:r>
          </a:p>
        </p:txBody>
      </p:sp>
      <p:sp>
        <p:nvSpPr>
          <p:cNvPr id="33" name="직사각형 32">
            <a:extLst>
              <a:ext uri="{FF2B5EF4-FFF2-40B4-BE49-F238E27FC236}">
                <a16:creationId xmlns:a16="http://schemas.microsoft.com/office/drawing/2014/main" id="{2475E973-E3A7-F13B-A5F0-87EE8FB3DC2F}"/>
              </a:ext>
            </a:extLst>
          </p:cNvPr>
          <p:cNvSpPr/>
          <p:nvPr/>
        </p:nvSpPr>
        <p:spPr>
          <a:xfrm>
            <a:off x="978036" y="2458066"/>
            <a:ext cx="1808929" cy="390143"/>
          </a:xfrm>
          <a:prstGeom prst="rect">
            <a:avLst/>
          </a:prstGeom>
          <a:solidFill>
            <a:sysClr val="window" lastClr="FFFFFF"/>
          </a:solidFill>
          <a:ln w="9525" cap="flat" cmpd="sng" algn="ctr">
            <a:solidFill>
              <a:schemeClr val="tx1">
                <a:lumMod val="50000"/>
                <a:lumOff val="50000"/>
              </a:schemeClr>
            </a:solidFill>
            <a:prstDash val="solid"/>
          </a:ln>
          <a:effectLst/>
        </p:spPr>
        <p:txBody>
          <a:bodyPr lIns="36000" tIns="18000" rIns="0" bIns="18000" rtlCol="0" anchor="ctr"/>
          <a:lstStyle/>
          <a:p>
            <a:pPr algn="ctr" defTabSz="914395" eaLnBrk="0" fontAlgn="base" hangingPunct="0">
              <a:spcBef>
                <a:spcPct val="0"/>
              </a:spcBef>
              <a:spcAft>
                <a:spcPct val="0"/>
              </a:spcAft>
              <a:buNone/>
              <a:tabLst>
                <a:tab pos="0" algn="l"/>
              </a:tabLst>
              <a:defRPr/>
            </a:pPr>
            <a:r>
              <a:rPr lang="ko-KR" altLang="en-US" sz="800" kern="0">
                <a:solidFill>
                  <a:prstClr val="black"/>
                </a:solidFill>
                <a:latin typeface="Arial Narrow" panose="020B0606020202030204" pitchFamily="34" charset="0"/>
                <a:ea typeface="a고딕14" panose="02020600000000000000" pitchFamily="18" charset="-127"/>
              </a:rPr>
              <a:t>뿌리 산업</a:t>
            </a:r>
            <a:r>
              <a:rPr lang="en-US" altLang="ko-KR" sz="800" kern="0">
                <a:solidFill>
                  <a:prstClr val="black"/>
                </a:solidFill>
                <a:latin typeface="Arial Narrow" panose="020B0606020202030204" pitchFamily="34" charset="0"/>
                <a:ea typeface="a고딕14" panose="02020600000000000000" pitchFamily="18" charset="-127"/>
              </a:rPr>
              <a:t>, </a:t>
            </a:r>
            <a:r>
              <a:rPr lang="ko-KR" altLang="en-US" sz="800" kern="0">
                <a:solidFill>
                  <a:prstClr val="black"/>
                </a:solidFill>
                <a:latin typeface="Arial Narrow" panose="020B0606020202030204" pitchFamily="34" charset="0"/>
                <a:ea typeface="a고딕14" panose="02020600000000000000" pitchFamily="18" charset="-127"/>
              </a:rPr>
              <a:t>기술</a:t>
            </a:r>
            <a:r>
              <a:rPr lang="en-US" altLang="ko-KR" sz="800" kern="0">
                <a:solidFill>
                  <a:prstClr val="black"/>
                </a:solidFill>
                <a:latin typeface="Arial Narrow" panose="020B0606020202030204" pitchFamily="34" charset="0"/>
                <a:ea typeface="a고딕14" panose="02020600000000000000" pitchFamily="18" charset="-127"/>
              </a:rPr>
              <a:t>·</a:t>
            </a:r>
            <a:r>
              <a:rPr lang="ko-KR" altLang="en-US" sz="800" kern="0">
                <a:solidFill>
                  <a:prstClr val="black"/>
                </a:solidFill>
                <a:latin typeface="Arial Narrow" panose="020B0606020202030204" pitchFamily="34" charset="0"/>
                <a:ea typeface="a고딕14" panose="02020600000000000000" pitchFamily="18" charset="-127"/>
              </a:rPr>
              <a:t>공학</a:t>
            </a:r>
            <a:r>
              <a:rPr lang="en-US" altLang="ko-KR" sz="800" kern="0">
                <a:solidFill>
                  <a:prstClr val="black"/>
                </a:solidFill>
                <a:latin typeface="Arial Narrow" panose="020B0606020202030204" pitchFamily="34" charset="0"/>
                <a:ea typeface="a고딕14" panose="02020600000000000000" pitchFamily="18" charset="-127"/>
              </a:rPr>
              <a:t>, AI·</a:t>
            </a:r>
            <a:r>
              <a:rPr lang="ko-KR" altLang="en-US" sz="800" kern="0">
                <a:solidFill>
                  <a:prstClr val="black"/>
                </a:solidFill>
                <a:latin typeface="Arial Narrow" panose="020B0606020202030204" pitchFamily="34" charset="0"/>
                <a:ea typeface="a고딕14" panose="02020600000000000000" pitchFamily="18" charset="-127"/>
              </a:rPr>
              <a:t>디지털</a:t>
            </a:r>
            <a:r>
              <a:rPr lang="en-US" altLang="ko-KR" sz="800" kern="0">
                <a:solidFill>
                  <a:prstClr val="black"/>
                </a:solidFill>
                <a:latin typeface="Arial Narrow" panose="020B0606020202030204" pitchFamily="34" charset="0"/>
                <a:ea typeface="a고딕14" panose="02020600000000000000" pitchFamily="18" charset="-127"/>
              </a:rPr>
              <a:t>·</a:t>
            </a:r>
            <a:r>
              <a:rPr lang="ko-KR" altLang="en-US" sz="800" kern="0">
                <a:solidFill>
                  <a:prstClr val="black"/>
                </a:solidFill>
                <a:latin typeface="Arial Narrow" panose="020B0606020202030204" pitchFamily="34" charset="0"/>
                <a:ea typeface="a고딕14" panose="02020600000000000000" pitchFamily="18" charset="-127"/>
              </a:rPr>
              <a:t>첨단 분야</a:t>
            </a:r>
            <a:r>
              <a:rPr lang="en-US" altLang="ko-KR" sz="800" kern="0">
                <a:solidFill>
                  <a:prstClr val="black"/>
                </a:solidFill>
                <a:latin typeface="Arial Narrow" panose="020B0606020202030204" pitchFamily="34" charset="0"/>
                <a:ea typeface="a고딕14" panose="02020600000000000000" pitchFamily="18" charset="-127"/>
              </a:rPr>
              <a:t>, </a:t>
            </a:r>
            <a:r>
              <a:rPr lang="ko-KR" altLang="en-US" sz="800" kern="0">
                <a:solidFill>
                  <a:prstClr val="black"/>
                </a:solidFill>
                <a:latin typeface="Arial Narrow" panose="020B0606020202030204" pitchFamily="34" charset="0"/>
                <a:ea typeface="a고딕14" panose="02020600000000000000" pitchFamily="18" charset="-127"/>
              </a:rPr>
              <a:t>융합</a:t>
            </a:r>
            <a:r>
              <a:rPr lang="en-US" altLang="ko-KR" sz="800" kern="0">
                <a:solidFill>
                  <a:prstClr val="black"/>
                </a:solidFill>
                <a:latin typeface="Arial Narrow" panose="020B0606020202030204" pitchFamily="34" charset="0"/>
                <a:ea typeface="a고딕14" panose="02020600000000000000" pitchFamily="18" charset="-127"/>
              </a:rPr>
              <a:t>(AI+X) </a:t>
            </a:r>
            <a:r>
              <a:rPr lang="ko-KR" altLang="en-US" sz="800" kern="0">
                <a:solidFill>
                  <a:prstClr val="black"/>
                </a:solidFill>
                <a:latin typeface="Arial Narrow" panose="020B0606020202030204" pitchFamily="34" charset="0"/>
                <a:ea typeface="a고딕14" panose="02020600000000000000" pitchFamily="18" charset="-127"/>
              </a:rPr>
              <a:t>분야</a:t>
            </a:r>
            <a:r>
              <a:rPr lang="en-US" altLang="ko-KR" sz="800" kern="0">
                <a:solidFill>
                  <a:prstClr val="black"/>
                </a:solidFill>
                <a:latin typeface="Arial Narrow" panose="020B0606020202030204" pitchFamily="34" charset="0"/>
                <a:ea typeface="a고딕14" panose="02020600000000000000" pitchFamily="18" charset="-127"/>
              </a:rPr>
              <a:t> </a:t>
            </a:r>
            <a:r>
              <a:rPr lang="ko-KR" altLang="en-US" sz="800" kern="0">
                <a:solidFill>
                  <a:prstClr val="black"/>
                </a:solidFill>
                <a:latin typeface="Arial Narrow" panose="020B0606020202030204" pitchFamily="34" charset="0"/>
                <a:ea typeface="a고딕14" panose="02020600000000000000" pitchFamily="18" charset="-127"/>
              </a:rPr>
              <a:t>전문가 활용</a:t>
            </a:r>
            <a:endParaRPr lang="en-US" altLang="ko-KR" sz="800" kern="0">
              <a:solidFill>
                <a:prstClr val="black"/>
              </a:solidFill>
              <a:latin typeface="Arial Narrow" panose="020B0606020202030204" pitchFamily="34" charset="0"/>
              <a:ea typeface="a고딕14" panose="02020600000000000000" pitchFamily="18" charset="-127"/>
            </a:endParaRPr>
          </a:p>
        </p:txBody>
      </p:sp>
      <p:cxnSp>
        <p:nvCxnSpPr>
          <p:cNvPr id="34" name="꺾인 연결선 14">
            <a:extLst>
              <a:ext uri="{FF2B5EF4-FFF2-40B4-BE49-F238E27FC236}">
                <a16:creationId xmlns:a16="http://schemas.microsoft.com/office/drawing/2014/main" id="{5F92D459-F940-F496-380F-ACE87755FE9F}"/>
              </a:ext>
            </a:extLst>
          </p:cNvPr>
          <p:cNvCxnSpPr>
            <a:cxnSpLocks/>
            <a:stCxn id="33" idx="3"/>
            <a:endCxn id="13" idx="2"/>
          </p:cNvCxnSpPr>
          <p:nvPr/>
        </p:nvCxnSpPr>
        <p:spPr>
          <a:xfrm flipV="1">
            <a:off x="2786965" y="2257593"/>
            <a:ext cx="2377068" cy="395545"/>
          </a:xfrm>
          <a:prstGeom prst="bentConnector2">
            <a:avLst/>
          </a:prstGeom>
          <a:noFill/>
          <a:ln w="9525" cap="flat" cmpd="sng" algn="ctr">
            <a:solidFill>
              <a:sysClr val="windowText" lastClr="000000">
                <a:lumMod val="50000"/>
                <a:lumOff val="50000"/>
              </a:sysClr>
            </a:solidFill>
            <a:prstDash val="solid"/>
          </a:ln>
          <a:effectLst/>
        </p:spPr>
      </p:cxnSp>
      <p:sp>
        <p:nvSpPr>
          <p:cNvPr id="53" name="직사각형 52">
            <a:extLst>
              <a:ext uri="{FF2B5EF4-FFF2-40B4-BE49-F238E27FC236}">
                <a16:creationId xmlns:a16="http://schemas.microsoft.com/office/drawing/2014/main" id="{10DBBDF5-A1E0-8D15-2305-0C23BAC7AED9}"/>
              </a:ext>
            </a:extLst>
          </p:cNvPr>
          <p:cNvSpPr/>
          <p:nvPr/>
        </p:nvSpPr>
        <p:spPr>
          <a:xfrm>
            <a:off x="599038" y="2006166"/>
            <a:ext cx="8746244" cy="2538958"/>
          </a:xfrm>
          <a:prstGeom prst="rect">
            <a:avLst/>
          </a:prstGeom>
          <a:noFill/>
          <a:ln w="19050">
            <a:solidFill>
              <a:schemeClr val="bg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ko-KR" altLang="en-US" sz="1200" spc="-50">
              <a:ln>
                <a:solidFill>
                  <a:schemeClr val="bg1">
                    <a:lumMod val="50000"/>
                    <a:alpha val="0"/>
                  </a:schemeClr>
                </a:solidFill>
              </a:ln>
              <a:solidFill>
                <a:schemeClr val="tx1"/>
              </a:solidFill>
              <a:latin typeface="페이퍼로지 5 Medium" pitchFamily="2" charset="-127"/>
              <a:ea typeface="페이퍼로지 5 Medium" pitchFamily="2" charset="-127"/>
            </a:endParaRPr>
          </a:p>
        </p:txBody>
      </p:sp>
      <p:sp>
        <p:nvSpPr>
          <p:cNvPr id="13" name="모서리가 둥근 직사각형 167">
            <a:extLst>
              <a:ext uri="{FF2B5EF4-FFF2-40B4-BE49-F238E27FC236}">
                <a16:creationId xmlns:a16="http://schemas.microsoft.com/office/drawing/2014/main" id="{589C1BEC-04DE-481B-FC1A-D3910A43C159}"/>
              </a:ext>
            </a:extLst>
          </p:cNvPr>
          <p:cNvSpPr/>
          <p:nvPr/>
        </p:nvSpPr>
        <p:spPr bwMode="auto">
          <a:xfrm>
            <a:off x="3993334" y="2032634"/>
            <a:ext cx="2341398" cy="224959"/>
          </a:xfrm>
          <a:prstGeom prst="roundRect">
            <a:avLst>
              <a:gd name="adj" fmla="val 0"/>
            </a:avLst>
          </a:prstGeom>
          <a:solidFill>
            <a:srgbClr val="212E55"/>
          </a:solidFill>
          <a:ln w="9525" cap="flat" cmpd="sng" algn="ctr">
            <a:solidFill>
              <a:srgbClr val="212E55"/>
            </a:solidFill>
            <a:prstDash val="solid"/>
            <a:miter lim="800000"/>
            <a:headEnd/>
            <a:tailEnd/>
          </a:ln>
          <a:effectLst/>
        </p:spPr>
        <p:txBody>
          <a:bodyPr lIns="0" rIns="0" anchor="ctr"/>
          <a:lstStyle/>
          <a:p>
            <a:pPr algn="ctr" defTabSz="914395" eaLnBrk="0" fontAlgn="base" hangingPunct="0">
              <a:lnSpc>
                <a:spcPts val="1700"/>
              </a:lnSpc>
              <a:spcBef>
                <a:spcPct val="0"/>
              </a:spcBef>
              <a:spcAft>
                <a:spcPct val="0"/>
              </a:spcAft>
              <a:buNone/>
              <a:defRPr/>
            </a:pPr>
            <a:r>
              <a:rPr kumimoji="1" lang="ko-KR" altLang="en-US" kern="0">
                <a:solidFill>
                  <a:prstClr val="white"/>
                </a:solidFill>
                <a:latin typeface="a고딕14" panose="02020600000000000000" pitchFamily="18" charset="-127"/>
                <a:ea typeface="a고딕14" panose="02020600000000000000" pitchFamily="18" charset="-127"/>
              </a:rPr>
              <a:t>연구 책임자 </a:t>
            </a:r>
            <a:r>
              <a:rPr kumimoji="1" lang="en-US" altLang="ko-KR" kern="0">
                <a:solidFill>
                  <a:prstClr val="white"/>
                </a:solidFill>
                <a:latin typeface="a고딕14" panose="02020600000000000000" pitchFamily="18" charset="-127"/>
                <a:ea typeface="a고딕14" panose="02020600000000000000" pitchFamily="18" charset="-127"/>
              </a:rPr>
              <a:t>(PM)</a:t>
            </a:r>
            <a:endParaRPr kumimoji="1" lang="ko-KR" altLang="en-US" kern="0">
              <a:solidFill>
                <a:prstClr val="white"/>
              </a:solidFill>
              <a:latin typeface="a고딕14" panose="02020600000000000000" pitchFamily="18" charset="-127"/>
              <a:ea typeface="a고딕14" panose="02020600000000000000" pitchFamily="18" charset="-127"/>
            </a:endParaRPr>
          </a:p>
        </p:txBody>
      </p:sp>
      <p:sp>
        <p:nvSpPr>
          <p:cNvPr id="35" name="모서리가 둥근 직사각형 167">
            <a:extLst>
              <a:ext uri="{FF2B5EF4-FFF2-40B4-BE49-F238E27FC236}">
                <a16:creationId xmlns:a16="http://schemas.microsoft.com/office/drawing/2014/main" id="{7B38B7A7-52DD-34E5-B442-DC450636173D}"/>
              </a:ext>
            </a:extLst>
          </p:cNvPr>
          <p:cNvSpPr/>
          <p:nvPr/>
        </p:nvSpPr>
        <p:spPr bwMode="auto">
          <a:xfrm>
            <a:off x="3990960" y="2717079"/>
            <a:ext cx="2341401" cy="224959"/>
          </a:xfrm>
          <a:prstGeom prst="roundRect">
            <a:avLst>
              <a:gd name="adj" fmla="val 0"/>
            </a:avLst>
          </a:prstGeom>
          <a:solidFill>
            <a:srgbClr val="82B5DE"/>
          </a:solidFill>
          <a:ln w="9525" cap="flat" cmpd="sng" algn="ctr">
            <a:solidFill>
              <a:schemeClr val="tx1">
                <a:lumMod val="50000"/>
                <a:lumOff val="50000"/>
              </a:schemeClr>
            </a:solidFill>
            <a:prstDash val="solid"/>
            <a:miter lim="800000"/>
            <a:headEnd/>
            <a:tailEnd/>
          </a:ln>
          <a:effectLst/>
        </p:spPr>
        <p:txBody>
          <a:bodyPr lIns="0" rIns="0" anchor="ctr"/>
          <a:lstStyle/>
          <a:p>
            <a:pPr algn="ctr" defTabSz="914395" eaLnBrk="0" fontAlgn="base" hangingPunct="0">
              <a:lnSpc>
                <a:spcPts val="1700"/>
              </a:lnSpc>
              <a:spcBef>
                <a:spcPct val="0"/>
              </a:spcBef>
              <a:spcAft>
                <a:spcPct val="0"/>
              </a:spcAft>
              <a:buNone/>
              <a:defRPr/>
            </a:pPr>
            <a:r>
              <a:rPr kumimoji="1" lang="ko-KR" altLang="en-US" sz="1050" kern="0">
                <a:solidFill>
                  <a:prstClr val="white"/>
                </a:solidFill>
                <a:latin typeface="a고딕14" panose="02020600000000000000" pitchFamily="18" charset="-127"/>
                <a:ea typeface="a고딕14" panose="02020600000000000000" pitchFamily="18" charset="-127"/>
              </a:rPr>
              <a:t>실무 책임자</a:t>
            </a:r>
            <a:r>
              <a:rPr kumimoji="1" lang="en-US" altLang="ko-KR" sz="1050" kern="0">
                <a:solidFill>
                  <a:prstClr val="white"/>
                </a:solidFill>
                <a:latin typeface="a고딕14" panose="02020600000000000000" pitchFamily="18" charset="-127"/>
                <a:ea typeface="a고딕14" panose="02020600000000000000" pitchFamily="18" charset="-127"/>
              </a:rPr>
              <a:t>(PL)</a:t>
            </a:r>
            <a:endParaRPr kumimoji="1" lang="ko-KR" altLang="en-US" sz="1050" kern="0">
              <a:solidFill>
                <a:prstClr val="white"/>
              </a:solidFill>
              <a:latin typeface="a고딕14" panose="02020600000000000000" pitchFamily="18" charset="-127"/>
              <a:ea typeface="a고딕14" panose="02020600000000000000" pitchFamily="18" charset="-127"/>
            </a:endParaRPr>
          </a:p>
        </p:txBody>
      </p:sp>
      <p:sp>
        <p:nvSpPr>
          <p:cNvPr id="46" name="직사각형 45">
            <a:extLst>
              <a:ext uri="{FF2B5EF4-FFF2-40B4-BE49-F238E27FC236}">
                <a16:creationId xmlns:a16="http://schemas.microsoft.com/office/drawing/2014/main" id="{4CB66B1C-70C5-616F-5841-29741671F2B6}"/>
              </a:ext>
            </a:extLst>
          </p:cNvPr>
          <p:cNvSpPr/>
          <p:nvPr/>
        </p:nvSpPr>
        <p:spPr>
          <a:xfrm>
            <a:off x="3990960" y="2981234"/>
            <a:ext cx="2341401" cy="224959"/>
          </a:xfrm>
          <a:prstGeom prst="rect">
            <a:avLst/>
          </a:prstGeom>
          <a:solidFill>
            <a:sysClr val="window" lastClr="FFFFFF"/>
          </a:solidFill>
          <a:ln w="9525" cap="flat" cmpd="sng" algn="ctr">
            <a:solidFill>
              <a:schemeClr val="tx1">
                <a:lumMod val="50000"/>
                <a:lumOff val="50000"/>
              </a:schemeClr>
            </a:solidFill>
            <a:prstDash val="solid"/>
          </a:ln>
          <a:effectLst/>
        </p:spPr>
        <p:txBody>
          <a:bodyPr lIns="36000" tIns="18000" rIns="0" bIns="18000" rtlCol="0" anchor="ctr"/>
          <a:lstStyle/>
          <a:p>
            <a:pPr algn="ctr" defTabSz="914395" eaLnBrk="0" fontAlgn="base" hangingPunct="0">
              <a:spcBef>
                <a:spcPct val="0"/>
              </a:spcBef>
              <a:spcAft>
                <a:spcPct val="0"/>
              </a:spcAft>
              <a:buNone/>
              <a:tabLst>
                <a:tab pos="0" algn="l"/>
              </a:tabLst>
              <a:defRPr/>
            </a:pPr>
            <a:r>
              <a:rPr lang="ko-KR" altLang="en-US" sz="1000" kern="0" err="1">
                <a:solidFill>
                  <a:prstClr val="black"/>
                </a:solidFill>
                <a:latin typeface="a고딕14" panose="02020600000000000000" pitchFamily="18" charset="-127"/>
                <a:ea typeface="a고딕14" panose="02020600000000000000" pitchFamily="18" charset="-127"/>
              </a:rPr>
              <a:t>이석주</a:t>
            </a:r>
            <a:r>
              <a:rPr lang="ko-KR" altLang="en-US" sz="1000" kern="0">
                <a:solidFill>
                  <a:prstClr val="black"/>
                </a:solidFill>
                <a:latin typeface="a고딕14" panose="02020600000000000000" pitchFamily="18" charset="-127"/>
                <a:ea typeface="a고딕14" panose="02020600000000000000" pitchFamily="18" charset="-127"/>
              </a:rPr>
              <a:t> 책임연구원</a:t>
            </a:r>
            <a:r>
              <a:rPr lang="en-US" altLang="ko-KR" sz="1000" kern="0">
                <a:solidFill>
                  <a:prstClr val="black"/>
                </a:solidFill>
                <a:latin typeface="a고딕14" panose="02020600000000000000" pitchFamily="18" charset="-127"/>
                <a:ea typeface="a고딕14" panose="02020600000000000000" pitchFamily="18" charset="-127"/>
              </a:rPr>
              <a:t>/</a:t>
            </a:r>
            <a:r>
              <a:rPr lang="ko-KR" altLang="en-US" sz="1000" kern="0">
                <a:solidFill>
                  <a:prstClr val="black"/>
                </a:solidFill>
                <a:latin typeface="a고딕14" panose="02020600000000000000" pitchFamily="18" charset="-127"/>
                <a:ea typeface="a고딕14" panose="02020600000000000000" pitchFamily="18" charset="-127"/>
              </a:rPr>
              <a:t>팀장</a:t>
            </a:r>
            <a:endParaRPr lang="en-US" altLang="ko-KR" sz="1000" kern="0">
              <a:solidFill>
                <a:prstClr val="black"/>
              </a:solidFill>
              <a:latin typeface="a고딕14" panose="02020600000000000000" pitchFamily="18" charset="-127"/>
              <a:ea typeface="a고딕14" panose="02020600000000000000" pitchFamily="18" charset="-127"/>
            </a:endParaRPr>
          </a:p>
        </p:txBody>
      </p:sp>
      <p:sp>
        <p:nvSpPr>
          <p:cNvPr id="57" name="직사각형 56">
            <a:extLst>
              <a:ext uri="{FF2B5EF4-FFF2-40B4-BE49-F238E27FC236}">
                <a16:creationId xmlns:a16="http://schemas.microsoft.com/office/drawing/2014/main" id="{D51E2A46-A4D3-B34D-2998-7292F5C2101F}"/>
              </a:ext>
            </a:extLst>
          </p:cNvPr>
          <p:cNvSpPr/>
          <p:nvPr/>
        </p:nvSpPr>
        <p:spPr>
          <a:xfrm>
            <a:off x="3990960" y="2307111"/>
            <a:ext cx="2341398" cy="224959"/>
          </a:xfrm>
          <a:prstGeom prst="rect">
            <a:avLst/>
          </a:prstGeom>
          <a:solidFill>
            <a:sysClr val="window" lastClr="FFFFFF"/>
          </a:solidFill>
          <a:ln w="9525" cap="flat" cmpd="sng" algn="ctr">
            <a:solidFill>
              <a:schemeClr val="tx1">
                <a:lumMod val="50000"/>
                <a:lumOff val="50000"/>
              </a:schemeClr>
            </a:solidFill>
            <a:prstDash val="solid"/>
          </a:ln>
          <a:effectLst/>
        </p:spPr>
        <p:txBody>
          <a:bodyPr lIns="36000" tIns="18000" rIns="0" bIns="18000" rtlCol="0" anchor="ctr"/>
          <a:lstStyle/>
          <a:p>
            <a:pPr algn="ctr" defTabSz="914395" eaLnBrk="0" fontAlgn="base" hangingPunct="0">
              <a:spcBef>
                <a:spcPct val="0"/>
              </a:spcBef>
              <a:spcAft>
                <a:spcPct val="0"/>
              </a:spcAft>
              <a:buNone/>
              <a:tabLst>
                <a:tab pos="0" algn="l"/>
              </a:tabLst>
              <a:defRPr/>
            </a:pPr>
            <a:r>
              <a:rPr lang="ko-KR" altLang="en-US" sz="1100" kern="0" err="1">
                <a:solidFill>
                  <a:prstClr val="black"/>
                </a:solidFill>
                <a:latin typeface="a고딕14" panose="02020600000000000000" pitchFamily="18" charset="-127"/>
                <a:ea typeface="a고딕14" panose="02020600000000000000" pitchFamily="18" charset="-127"/>
              </a:rPr>
              <a:t>유대훈</a:t>
            </a:r>
            <a:r>
              <a:rPr lang="ko-KR" altLang="en-US" sz="1100" kern="0">
                <a:solidFill>
                  <a:prstClr val="black"/>
                </a:solidFill>
                <a:latin typeface="a고딕14" panose="02020600000000000000" pitchFamily="18" charset="-127"/>
                <a:ea typeface="a고딕14" panose="02020600000000000000" pitchFamily="18" charset="-127"/>
              </a:rPr>
              <a:t> 수석연구원</a:t>
            </a:r>
            <a:r>
              <a:rPr lang="en-US" altLang="ko-KR" sz="1100" kern="0">
                <a:solidFill>
                  <a:prstClr val="black"/>
                </a:solidFill>
                <a:latin typeface="a고딕14" panose="02020600000000000000" pitchFamily="18" charset="-127"/>
                <a:ea typeface="a고딕14" panose="02020600000000000000" pitchFamily="18" charset="-127"/>
              </a:rPr>
              <a:t>/</a:t>
            </a:r>
            <a:r>
              <a:rPr lang="ko-KR" altLang="en-US" sz="1100" kern="0">
                <a:solidFill>
                  <a:prstClr val="black"/>
                </a:solidFill>
                <a:latin typeface="a고딕14" panose="02020600000000000000" pitchFamily="18" charset="-127"/>
                <a:ea typeface="a고딕14" panose="02020600000000000000" pitchFamily="18" charset="-127"/>
              </a:rPr>
              <a:t>본부장</a:t>
            </a:r>
            <a:endParaRPr lang="en-US" altLang="ko-KR" sz="1100" kern="0">
              <a:solidFill>
                <a:prstClr val="black"/>
              </a:solidFill>
              <a:latin typeface="a고딕14" panose="02020600000000000000" pitchFamily="18" charset="-127"/>
              <a:ea typeface="a고딕14" panose="02020600000000000000" pitchFamily="18" charset="-127"/>
            </a:endParaRPr>
          </a:p>
        </p:txBody>
      </p:sp>
      <p:cxnSp>
        <p:nvCxnSpPr>
          <p:cNvPr id="9" name="꺾인 연결선 14">
            <a:extLst>
              <a:ext uri="{FF2B5EF4-FFF2-40B4-BE49-F238E27FC236}">
                <a16:creationId xmlns:a16="http://schemas.microsoft.com/office/drawing/2014/main" id="{4257A2EB-D199-F764-2F02-038F4E6D477F}"/>
              </a:ext>
            </a:extLst>
          </p:cNvPr>
          <p:cNvCxnSpPr>
            <a:cxnSpLocks/>
            <a:endCxn id="46" idx="2"/>
          </p:cNvCxnSpPr>
          <p:nvPr/>
        </p:nvCxnSpPr>
        <p:spPr>
          <a:xfrm rot="5400000" flipH="1" flipV="1">
            <a:off x="3648310" y="1874158"/>
            <a:ext cx="181315" cy="2845387"/>
          </a:xfrm>
          <a:prstGeom prst="bentConnector3">
            <a:avLst>
              <a:gd name="adj1" fmla="val 50000"/>
            </a:avLst>
          </a:prstGeom>
          <a:noFill/>
          <a:ln w="9525" cap="flat" cmpd="sng" algn="ctr">
            <a:solidFill>
              <a:sysClr val="windowText" lastClr="000000">
                <a:lumMod val="50000"/>
                <a:lumOff val="50000"/>
              </a:sysClr>
            </a:solidFill>
            <a:prstDash val="solid"/>
          </a:ln>
          <a:effectLst/>
        </p:spPr>
      </p:cxnSp>
      <p:cxnSp>
        <p:nvCxnSpPr>
          <p:cNvPr id="39" name="꺾인 연결선 14">
            <a:extLst>
              <a:ext uri="{FF2B5EF4-FFF2-40B4-BE49-F238E27FC236}">
                <a16:creationId xmlns:a16="http://schemas.microsoft.com/office/drawing/2014/main" id="{07067D1A-9FA3-F4D1-FE35-E384BC4812A2}"/>
              </a:ext>
            </a:extLst>
          </p:cNvPr>
          <p:cNvCxnSpPr>
            <a:cxnSpLocks/>
            <a:endCxn id="46" idx="2"/>
          </p:cNvCxnSpPr>
          <p:nvPr/>
        </p:nvCxnSpPr>
        <p:spPr>
          <a:xfrm rot="16200000" flipV="1">
            <a:off x="6496568" y="1871287"/>
            <a:ext cx="181315" cy="2851128"/>
          </a:xfrm>
          <a:prstGeom prst="bentConnector3">
            <a:avLst>
              <a:gd name="adj1" fmla="val 50000"/>
            </a:avLst>
          </a:prstGeom>
          <a:noFill/>
          <a:ln w="9525" cap="flat" cmpd="sng" algn="ctr">
            <a:solidFill>
              <a:sysClr val="windowText" lastClr="000000">
                <a:lumMod val="50000"/>
                <a:lumOff val="50000"/>
              </a:sysClr>
            </a:solidFill>
            <a:prstDash val="solid"/>
          </a:ln>
          <a:effectLst/>
        </p:spPr>
      </p:cxnSp>
      <p:cxnSp>
        <p:nvCxnSpPr>
          <p:cNvPr id="43" name="직선 연결선 42">
            <a:extLst>
              <a:ext uri="{FF2B5EF4-FFF2-40B4-BE49-F238E27FC236}">
                <a16:creationId xmlns:a16="http://schemas.microsoft.com/office/drawing/2014/main" id="{5EE60A89-BAA1-6190-AA54-314E94FC4FAF}"/>
              </a:ext>
            </a:extLst>
          </p:cNvPr>
          <p:cNvCxnSpPr>
            <a:cxnSpLocks/>
            <a:stCxn id="57" idx="2"/>
            <a:endCxn id="35" idx="0"/>
          </p:cNvCxnSpPr>
          <p:nvPr/>
        </p:nvCxnSpPr>
        <p:spPr>
          <a:xfrm>
            <a:off x="5161659" y="2532070"/>
            <a:ext cx="2" cy="185009"/>
          </a:xfrm>
          <a:prstGeom prst="line">
            <a:avLst/>
          </a:prstGeom>
          <a:noFill/>
          <a:ln w="9525" cap="flat" cmpd="sng" algn="ctr">
            <a:solidFill>
              <a:sysClr val="windowText" lastClr="000000">
                <a:lumMod val="50000"/>
                <a:lumOff val="50000"/>
              </a:sysClr>
            </a:solidFill>
            <a:prstDash val="solid"/>
          </a:ln>
          <a:effectLst/>
        </p:spPr>
      </p:cxnSp>
      <p:cxnSp>
        <p:nvCxnSpPr>
          <p:cNvPr id="45" name="직선 연결선 44">
            <a:extLst>
              <a:ext uri="{FF2B5EF4-FFF2-40B4-BE49-F238E27FC236}">
                <a16:creationId xmlns:a16="http://schemas.microsoft.com/office/drawing/2014/main" id="{0F4F9D50-F896-F58D-09C6-CBD7EE796ABA}"/>
              </a:ext>
            </a:extLst>
          </p:cNvPr>
          <p:cNvCxnSpPr>
            <a:cxnSpLocks/>
            <a:stCxn id="46" idx="2"/>
          </p:cNvCxnSpPr>
          <p:nvPr/>
        </p:nvCxnSpPr>
        <p:spPr>
          <a:xfrm flipH="1">
            <a:off x="5159539" y="3206193"/>
            <a:ext cx="2122" cy="181315"/>
          </a:xfrm>
          <a:prstGeom prst="line">
            <a:avLst/>
          </a:prstGeom>
          <a:noFill/>
          <a:ln w="9525" cap="flat" cmpd="sng" algn="ctr">
            <a:solidFill>
              <a:sysClr val="windowText" lastClr="000000">
                <a:lumMod val="50000"/>
                <a:lumOff val="50000"/>
              </a:sysClr>
            </a:solidFill>
            <a:prstDash val="solid"/>
          </a:ln>
          <a:effectLst/>
        </p:spPr>
      </p:cxnSp>
      <p:sp>
        <p:nvSpPr>
          <p:cNvPr id="2" name="직사각형 1">
            <a:extLst>
              <a:ext uri="{FF2B5EF4-FFF2-40B4-BE49-F238E27FC236}">
                <a16:creationId xmlns:a16="http://schemas.microsoft.com/office/drawing/2014/main" id="{792B8326-1530-19CB-2124-915036A8194A}"/>
              </a:ext>
            </a:extLst>
          </p:cNvPr>
          <p:cNvSpPr/>
          <p:nvPr/>
        </p:nvSpPr>
        <p:spPr>
          <a:xfrm>
            <a:off x="978036" y="2853452"/>
            <a:ext cx="1808929" cy="200055"/>
          </a:xfrm>
          <a:prstGeom prst="rect">
            <a:avLst/>
          </a:prstGeom>
        </p:spPr>
        <p:txBody>
          <a:bodyPr wrap="square">
            <a:spAutoFit/>
          </a:bodyPr>
          <a:lstStyle/>
          <a:p>
            <a:pPr algn="l" defTabSz="914395" eaLnBrk="0" fontAlgn="base" latinLnBrk="1" hangingPunct="0">
              <a:spcBef>
                <a:spcPct val="0"/>
              </a:spcBef>
              <a:spcAft>
                <a:spcPct val="0"/>
              </a:spcAft>
              <a:defRPr/>
            </a:pPr>
            <a:r>
              <a:rPr lang="ko-KR" altLang="en-US" sz="700" i="1" u="sng" spc="-50" dirty="0">
                <a:solidFill>
                  <a:schemeClr val="tx1">
                    <a:lumMod val="50000"/>
                    <a:lumOff val="50000"/>
                  </a:schemeClr>
                </a:solidFill>
                <a:latin typeface="a고딕14" panose="02020600000000000000" pitchFamily="18" charset="-127"/>
                <a:ea typeface="a고딕14" panose="02020600000000000000" pitchFamily="18" charset="-127"/>
              </a:rPr>
              <a:t>산업 분야별 전문가 </a:t>
            </a:r>
            <a:r>
              <a:rPr lang="en-US" altLang="ko-KR" sz="700" i="1" u="sng" spc="-50" dirty="0">
                <a:solidFill>
                  <a:schemeClr val="tx1">
                    <a:lumMod val="50000"/>
                    <a:lumOff val="50000"/>
                  </a:schemeClr>
                </a:solidFill>
                <a:latin typeface="a고딕14" panose="02020600000000000000" pitchFamily="18" charset="-127"/>
                <a:ea typeface="a고딕14" panose="02020600000000000000" pitchFamily="18" charset="-127"/>
              </a:rPr>
              <a:t>Pool</a:t>
            </a:r>
            <a:r>
              <a:rPr lang="ko-KR" altLang="en-US" sz="700" i="1" u="sng" spc="-50" dirty="0">
                <a:solidFill>
                  <a:schemeClr val="tx1">
                    <a:lumMod val="50000"/>
                    <a:lumOff val="50000"/>
                  </a:schemeClr>
                </a:solidFill>
                <a:latin typeface="a고딕14" panose="02020600000000000000" pitchFamily="18" charset="-127"/>
                <a:ea typeface="a고딕14" panose="02020600000000000000" pitchFamily="18" charset="-127"/>
              </a:rPr>
              <a:t>은 제안서 부록에 첨부함</a:t>
            </a:r>
          </a:p>
        </p:txBody>
      </p:sp>
    </p:spTree>
    <p:extLst>
      <p:ext uri="{BB962C8B-B14F-4D97-AF65-F5344CB8AC3E}">
        <p14:creationId xmlns:p14="http://schemas.microsoft.com/office/powerpoint/2010/main" val="24822421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그림 7" descr="건물이(가) 표시된 사진&#10;&#10;자동 생성된 설명">
            <a:extLst>
              <a:ext uri="{FF2B5EF4-FFF2-40B4-BE49-F238E27FC236}">
                <a16:creationId xmlns:a16="http://schemas.microsoft.com/office/drawing/2014/main" id="{71C81A4E-ADCB-4B63-94F0-C8F79EF85912}"/>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15625"/>
          <a:stretch/>
        </p:blipFill>
        <p:spPr>
          <a:xfrm>
            <a:off x="0" y="642938"/>
            <a:ext cx="9905999" cy="5572125"/>
          </a:xfrm>
          <a:prstGeom prst="rect">
            <a:avLst/>
          </a:prstGeom>
        </p:spPr>
      </p:pic>
      <p:sp>
        <p:nvSpPr>
          <p:cNvPr id="11" name="직사각형 10">
            <a:extLst>
              <a:ext uri="{FF2B5EF4-FFF2-40B4-BE49-F238E27FC236}">
                <a16:creationId xmlns:a16="http://schemas.microsoft.com/office/drawing/2014/main" id="{9E272B60-6953-4ACF-821C-85E7CA29CC60}"/>
              </a:ext>
            </a:extLst>
          </p:cNvPr>
          <p:cNvSpPr/>
          <p:nvPr/>
        </p:nvSpPr>
        <p:spPr>
          <a:xfrm>
            <a:off x="0" y="0"/>
            <a:ext cx="9906000" cy="6858000"/>
          </a:xfrm>
          <a:prstGeom prst="rect">
            <a:avLst/>
          </a:prstGeom>
          <a:solidFill>
            <a:schemeClr val="tx1">
              <a:lumMod val="85000"/>
              <a:lumOff val="15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742950" eaLnBrk="1" fontAlgn="auto" hangingPunct="1">
              <a:spcBef>
                <a:spcPts val="0"/>
              </a:spcBef>
              <a:spcAft>
                <a:spcPts val="0"/>
              </a:spcAft>
              <a:buNone/>
              <a:defRPr/>
            </a:pPr>
            <a:endParaRPr lang="ko-KR" altLang="en-US" sz="1463" dirty="0">
              <a:solidFill>
                <a:prstClr val="white"/>
              </a:solidFill>
              <a:latin typeface="맑은 고딕" panose="020F0502020204030204"/>
              <a:ea typeface="맑은 고딕" panose="020B0503020000020004" pitchFamily="50" charset="-127"/>
            </a:endParaRPr>
          </a:p>
        </p:txBody>
      </p:sp>
      <p:sp>
        <p:nvSpPr>
          <p:cNvPr id="5" name="TextBox 4">
            <a:extLst>
              <a:ext uri="{FF2B5EF4-FFF2-40B4-BE49-F238E27FC236}">
                <a16:creationId xmlns:a16="http://schemas.microsoft.com/office/drawing/2014/main" id="{BB2FB8D3-1927-4CD3-A7C4-31D2A669FD96}"/>
              </a:ext>
            </a:extLst>
          </p:cNvPr>
          <p:cNvSpPr txBox="1"/>
          <p:nvPr/>
        </p:nvSpPr>
        <p:spPr>
          <a:xfrm>
            <a:off x="704528" y="1365536"/>
            <a:ext cx="2735044" cy="371897"/>
          </a:xfrm>
          <a:prstGeom prst="rect">
            <a:avLst/>
          </a:prstGeom>
          <a:noFill/>
        </p:spPr>
        <p:txBody>
          <a:bodyPr wrap="none" lIns="0" tIns="0" rIns="0" bIns="0" rtlCol="0">
            <a:spAutoFit/>
          </a:bodyPr>
          <a:lstStyle/>
          <a:p>
            <a:pPr algn="l" defTabSz="742950" eaLnBrk="1" fontAlgn="auto" hangingPunct="1">
              <a:lnSpc>
                <a:spcPts val="2925"/>
              </a:lnSpc>
              <a:spcBef>
                <a:spcPts val="0"/>
              </a:spcBef>
              <a:spcAft>
                <a:spcPts val="0"/>
              </a:spcAft>
              <a:buNone/>
              <a:defRPr/>
            </a:pPr>
            <a:r>
              <a:rPr lang="en-US" altLang="ko-KR" sz="4000" dirty="0">
                <a:ln>
                  <a:solidFill>
                    <a:srgbClr val="4472C4">
                      <a:shade val="50000"/>
                      <a:alpha val="0"/>
                    </a:srgbClr>
                  </a:solidFill>
                </a:ln>
                <a:solidFill>
                  <a:prstClr val="white"/>
                </a:solidFill>
                <a:latin typeface="a고딕14" panose="02020600000000000000" pitchFamily="18" charset="-127"/>
                <a:ea typeface="a고딕14" panose="02020600000000000000" pitchFamily="18" charset="-127"/>
              </a:rPr>
              <a:t>THANK YOU</a:t>
            </a:r>
            <a:endParaRPr lang="ko-KR" altLang="en-US" sz="4000" dirty="0">
              <a:ln>
                <a:solidFill>
                  <a:srgbClr val="4472C4">
                    <a:shade val="50000"/>
                    <a:alpha val="0"/>
                  </a:srgbClr>
                </a:solidFill>
              </a:ln>
              <a:solidFill>
                <a:prstClr val="white"/>
              </a:solidFill>
              <a:latin typeface="a고딕14" panose="02020600000000000000" pitchFamily="18" charset="-127"/>
              <a:ea typeface="a고딕14" panose="02020600000000000000" pitchFamily="18" charset="-127"/>
            </a:endParaRPr>
          </a:p>
        </p:txBody>
      </p:sp>
      <p:sp>
        <p:nvSpPr>
          <p:cNvPr id="6" name="TextBox 5">
            <a:extLst>
              <a:ext uri="{FF2B5EF4-FFF2-40B4-BE49-F238E27FC236}">
                <a16:creationId xmlns:a16="http://schemas.microsoft.com/office/drawing/2014/main" id="{B945DFEC-73A2-4F1D-88BC-DCE6E2B59559}"/>
              </a:ext>
            </a:extLst>
          </p:cNvPr>
          <p:cNvSpPr txBox="1"/>
          <p:nvPr/>
        </p:nvSpPr>
        <p:spPr>
          <a:xfrm>
            <a:off x="848805" y="1994572"/>
            <a:ext cx="4159600" cy="158505"/>
          </a:xfrm>
          <a:prstGeom prst="rect">
            <a:avLst/>
          </a:prstGeom>
          <a:noFill/>
        </p:spPr>
        <p:txBody>
          <a:bodyPr wrap="none" lIns="0" tIns="0" rIns="0" bIns="0" rtlCol="0">
            <a:spAutoFit/>
          </a:bodyPr>
          <a:lstStyle/>
          <a:p>
            <a:pPr algn="l" defTabSz="742950" eaLnBrk="1" fontAlgn="auto" hangingPunct="1">
              <a:lnSpc>
                <a:spcPts val="1219"/>
              </a:lnSpc>
              <a:spcBef>
                <a:spcPts val="0"/>
              </a:spcBef>
              <a:spcAft>
                <a:spcPts val="0"/>
              </a:spcAft>
              <a:buNone/>
              <a:defRPr/>
            </a:pPr>
            <a:r>
              <a:rPr lang="en-US" altLang="ko-KR" sz="1400" dirty="0">
                <a:ln>
                  <a:solidFill>
                    <a:srgbClr val="4472C4">
                      <a:shade val="50000"/>
                      <a:alpha val="0"/>
                    </a:srgbClr>
                  </a:solidFill>
                </a:ln>
                <a:solidFill>
                  <a:prstClr val="white"/>
                </a:solidFill>
                <a:latin typeface="a고딕14" panose="02020600000000000000" pitchFamily="18" charset="-127"/>
                <a:ea typeface="a고딕14" panose="02020600000000000000" pitchFamily="18" charset="-127"/>
              </a:rPr>
              <a:t>2026</a:t>
            </a:r>
            <a:r>
              <a:rPr lang="ko-KR" altLang="en-US" sz="1400" dirty="0">
                <a:ln>
                  <a:solidFill>
                    <a:srgbClr val="4472C4">
                      <a:shade val="50000"/>
                      <a:alpha val="0"/>
                    </a:srgbClr>
                  </a:solidFill>
                </a:ln>
                <a:solidFill>
                  <a:prstClr val="white"/>
                </a:solidFill>
                <a:latin typeface="a고딕14" panose="02020600000000000000" pitchFamily="18" charset="-127"/>
                <a:ea typeface="a고딕14" panose="02020600000000000000" pitchFamily="18" charset="-127"/>
              </a:rPr>
              <a:t>년 </a:t>
            </a:r>
            <a:r>
              <a:rPr lang="en-US" altLang="ko-KR" sz="1400" dirty="0">
                <a:ln>
                  <a:solidFill>
                    <a:srgbClr val="4472C4">
                      <a:shade val="50000"/>
                      <a:alpha val="0"/>
                    </a:srgbClr>
                  </a:solidFill>
                </a:ln>
                <a:solidFill>
                  <a:prstClr val="white"/>
                </a:solidFill>
                <a:latin typeface="a고딕14" panose="02020600000000000000" pitchFamily="18" charset="-127"/>
                <a:ea typeface="a고딕14" panose="02020600000000000000" pitchFamily="18" charset="-127"/>
              </a:rPr>
              <a:t>STEP </a:t>
            </a:r>
            <a:r>
              <a:rPr lang="ko-KR" altLang="en-US" sz="1400" dirty="0">
                <a:ln>
                  <a:solidFill>
                    <a:srgbClr val="4472C4">
                      <a:shade val="50000"/>
                      <a:alpha val="0"/>
                    </a:srgbClr>
                  </a:solidFill>
                </a:ln>
                <a:solidFill>
                  <a:prstClr val="white"/>
                </a:solidFill>
                <a:latin typeface="a고딕14" panose="02020600000000000000" pitchFamily="18" charset="-127"/>
                <a:ea typeface="a고딕14" panose="02020600000000000000" pitchFamily="18" charset="-127"/>
              </a:rPr>
              <a:t>학습 로드맵</a:t>
            </a:r>
            <a:r>
              <a:rPr lang="en-US" altLang="ko-KR" sz="1400" dirty="0">
                <a:ln>
                  <a:solidFill>
                    <a:srgbClr val="4472C4">
                      <a:shade val="50000"/>
                      <a:alpha val="0"/>
                    </a:srgbClr>
                  </a:solidFill>
                </a:ln>
                <a:solidFill>
                  <a:prstClr val="white"/>
                </a:solidFill>
                <a:latin typeface="a고딕14" panose="02020600000000000000" pitchFamily="18" charset="-127"/>
                <a:ea typeface="a고딕14" panose="02020600000000000000" pitchFamily="18" charset="-127"/>
              </a:rPr>
              <a:t>(SLR) </a:t>
            </a:r>
            <a:r>
              <a:rPr lang="ko-KR" altLang="en-US" sz="1400" dirty="0">
                <a:ln>
                  <a:solidFill>
                    <a:srgbClr val="4472C4">
                      <a:shade val="50000"/>
                      <a:alpha val="0"/>
                    </a:srgbClr>
                  </a:solidFill>
                </a:ln>
                <a:solidFill>
                  <a:prstClr val="white"/>
                </a:solidFill>
                <a:latin typeface="a고딕14" panose="02020600000000000000" pitchFamily="18" charset="-127"/>
                <a:ea typeface="a고딕14" panose="02020600000000000000" pitchFamily="18" charset="-127"/>
              </a:rPr>
              <a:t>및 신규 과목 도출 연구</a:t>
            </a:r>
            <a:endParaRPr lang="en-US" altLang="ko-KR" sz="1400" dirty="0">
              <a:ln>
                <a:solidFill>
                  <a:srgbClr val="4472C4">
                    <a:shade val="50000"/>
                    <a:alpha val="0"/>
                  </a:srgbClr>
                </a:solidFill>
              </a:ln>
              <a:solidFill>
                <a:prstClr val="white"/>
              </a:solidFill>
              <a:latin typeface="a고딕14" panose="02020600000000000000" pitchFamily="18" charset="-127"/>
              <a:ea typeface="a고딕14" panose="02020600000000000000" pitchFamily="18" charset="-127"/>
            </a:endParaRPr>
          </a:p>
        </p:txBody>
      </p:sp>
    </p:spTree>
    <p:extLst>
      <p:ext uri="{BB962C8B-B14F-4D97-AF65-F5344CB8AC3E}">
        <p14:creationId xmlns:p14="http://schemas.microsoft.com/office/powerpoint/2010/main" val="41790235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그림 12">
            <a:extLst>
              <a:ext uri="{FF2B5EF4-FFF2-40B4-BE49-F238E27FC236}">
                <a16:creationId xmlns:a16="http://schemas.microsoft.com/office/drawing/2014/main" id="{0B076FBA-6EA1-42D2-5D8C-562FA570025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906000" cy="6857999"/>
          </a:xfrm>
          <a:prstGeom prst="rect">
            <a:avLst/>
          </a:prstGeom>
        </p:spPr>
      </p:pic>
      <p:pic>
        <p:nvPicPr>
          <p:cNvPr id="7" name="Picture 3">
            <a:extLst>
              <a:ext uri="{FF2B5EF4-FFF2-40B4-BE49-F238E27FC236}">
                <a16:creationId xmlns:a16="http://schemas.microsoft.com/office/drawing/2014/main" id="{B196DC1E-BF00-F2CC-C17F-0A7420A40D4A}"/>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5636281" y="0"/>
            <a:ext cx="4268924" cy="6858000"/>
          </a:xfrm>
          <a:prstGeom prst="rect">
            <a:avLst/>
          </a:prstGeom>
          <a:pattFill prst="horzBrick">
            <a:fgClr>
              <a:schemeClr val="bg1">
                <a:lumMod val="75000"/>
              </a:schemeClr>
            </a:fgClr>
            <a:bgClr>
              <a:schemeClr val="bg1"/>
            </a:bgClr>
          </a:pattFill>
          <a:ln>
            <a:noFill/>
          </a:ln>
        </p:spPr>
      </p:pic>
      <p:sp>
        <p:nvSpPr>
          <p:cNvPr id="10" name="Text Placeholder 1">
            <a:extLst>
              <a:ext uri="{FF2B5EF4-FFF2-40B4-BE49-F238E27FC236}">
                <a16:creationId xmlns:a16="http://schemas.microsoft.com/office/drawing/2014/main" id="{1443B975-AAA4-30EE-D241-A50BCD719787}"/>
              </a:ext>
            </a:extLst>
          </p:cNvPr>
          <p:cNvSpPr txBox="1">
            <a:spLocks/>
          </p:cNvSpPr>
          <p:nvPr/>
        </p:nvSpPr>
        <p:spPr>
          <a:xfrm>
            <a:off x="5817891" y="2384884"/>
            <a:ext cx="4268923" cy="1066962"/>
          </a:xfrm>
          <a:prstGeom prst="rect">
            <a:avLst/>
          </a:prstGeom>
        </p:spPr>
        <p:txBody>
          <a:bodyPr vert="horz" wrap="square" lIns="360000" tIns="72000" rIns="252000" bIns="0" rtlCol="0" anchor="t" anchorCtr="0">
            <a:normAutofit/>
          </a:bodyPr>
          <a:lstStyle>
            <a:lvl1pPr marL="0" indent="0" algn="l" defTabSz="914400" rtl="0" eaLnBrk="1" latinLnBrk="0" hangingPunct="1">
              <a:lnSpc>
                <a:spcPct val="90000"/>
              </a:lnSpc>
              <a:spcBef>
                <a:spcPts val="0"/>
              </a:spcBef>
              <a:buFont typeface="Arial Narrow" pitchFamily="34" charset="0"/>
              <a:buNone/>
              <a:defRPr lang="en-US" sz="21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0"/>
              </a:spcBef>
              <a:buFont typeface="Arial Narrow" pitchFamily="34" charset="0"/>
              <a:buChar char="&gt;"/>
              <a:defRPr lang="en-US" sz="2100" b="0" kern="1200">
                <a:solidFill>
                  <a:schemeClr val="tx1"/>
                </a:solidFill>
                <a:latin typeface="+mn-lt"/>
                <a:ea typeface="+mn-ea"/>
                <a:cs typeface="+mn-cs"/>
                <a:sym typeface="+mn-lt"/>
              </a:defRPr>
            </a:lvl2pPr>
            <a:lvl3pPr marL="482400" indent="-2340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3pPr>
            <a:lvl4pPr marL="698400" indent="-2016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4pPr>
            <a:lvl5pPr marL="698400" indent="0" algn="l" defTabSz="914400" rtl="0" eaLnBrk="1" latinLnBrk="0" hangingPunct="1">
              <a:lnSpc>
                <a:spcPct val="90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lvl="0" fontAlgn="auto">
              <a:lnSpc>
                <a:spcPct val="120000"/>
              </a:lnSpc>
              <a:spcBef>
                <a:spcPts val="400"/>
              </a:spcBef>
              <a:spcAft>
                <a:spcPts val="0"/>
              </a:spcAft>
              <a:defRPr/>
            </a:pPr>
            <a:r>
              <a:rPr kumimoji="0" lang="ko-KR" altLang="en-US" sz="2500" b="0" i="0" u="none" strike="noStrike" kern="1200" cap="none" spc="0" normalizeH="0" baseline="0" noProof="0" dirty="0">
                <a:ln>
                  <a:noFill/>
                </a:ln>
                <a:solidFill>
                  <a:srgbClr val="000000"/>
                </a:solidFill>
                <a:effectLst/>
                <a:uLnTx/>
                <a:uFillTx/>
                <a:latin typeface="Arial Narrow" panose="020B0606020202030204" pitchFamily="34" charset="0"/>
                <a:ea typeface="a고딕14" panose="02020600000000000000" pitchFamily="18" charset="-127"/>
                <a:cs typeface="+mn-cs"/>
                <a:sym typeface="+mn-lt"/>
              </a:rPr>
              <a:t>부록</a:t>
            </a:r>
            <a:r>
              <a:rPr kumimoji="0" lang="en-US" altLang="ko-KR" sz="2500" b="0" i="0" u="none" strike="noStrike" kern="1200" cap="none" spc="0" normalizeH="0" baseline="0" noProof="0" dirty="0">
                <a:ln>
                  <a:noFill/>
                </a:ln>
                <a:solidFill>
                  <a:srgbClr val="000000"/>
                </a:solidFill>
                <a:effectLst/>
                <a:uLnTx/>
                <a:uFillTx/>
                <a:latin typeface="Arial Narrow" panose="020B0606020202030204" pitchFamily="34" charset="0"/>
                <a:ea typeface="a고딕14" panose="02020600000000000000" pitchFamily="18" charset="-127"/>
                <a:cs typeface="+mn-cs"/>
                <a:sym typeface="+mn-lt"/>
              </a:rPr>
              <a:t>. </a:t>
            </a:r>
            <a:r>
              <a:rPr lang="ko-KR" altLang="en-US" sz="2500" dirty="0">
                <a:solidFill>
                  <a:srgbClr val="000000"/>
                </a:solidFill>
                <a:ea typeface="a고딕14" panose="02020600000000000000" pitchFamily="18" charset="-127"/>
              </a:rPr>
              <a:t>제안업체 일반 </a:t>
            </a:r>
            <a:endParaRPr kumimoji="0" lang="ko-KR" altLang="en-US" sz="2500" b="0" i="0" u="none" strike="noStrike" kern="1200" cap="none" spc="0" normalizeH="0" baseline="0" noProof="0" dirty="0">
              <a:ln>
                <a:noFill/>
              </a:ln>
              <a:solidFill>
                <a:srgbClr val="000000"/>
              </a:solidFill>
              <a:effectLst/>
              <a:uLnTx/>
              <a:uFillTx/>
              <a:latin typeface="Arial Narrow"/>
              <a:ea typeface="a고딕14" panose="02020600000000000000" pitchFamily="18" charset="-127"/>
              <a:cs typeface="+mn-cs"/>
              <a:sym typeface="+mn-lt"/>
            </a:endParaRPr>
          </a:p>
        </p:txBody>
      </p:sp>
      <p:sp>
        <p:nvSpPr>
          <p:cNvPr id="11" name="Text Placeholder 1">
            <a:extLst>
              <a:ext uri="{FF2B5EF4-FFF2-40B4-BE49-F238E27FC236}">
                <a16:creationId xmlns:a16="http://schemas.microsoft.com/office/drawing/2014/main" id="{9CEBE222-CAFE-BAD3-0842-FF5BA33A0F21}"/>
              </a:ext>
            </a:extLst>
          </p:cNvPr>
          <p:cNvSpPr txBox="1">
            <a:spLocks/>
          </p:cNvSpPr>
          <p:nvPr/>
        </p:nvSpPr>
        <p:spPr>
          <a:xfrm>
            <a:off x="6054366" y="3059292"/>
            <a:ext cx="4355690" cy="2777438"/>
          </a:xfrm>
          <a:prstGeom prst="rect">
            <a:avLst/>
          </a:prstGeom>
        </p:spPr>
        <p:txBody>
          <a:bodyPr vert="horz" wrap="square" lIns="360000" tIns="72000" rIns="252000" bIns="0" rtlCol="0" anchor="t" anchorCtr="0">
            <a:normAutofit/>
          </a:bodyPr>
          <a:lstStyle>
            <a:lvl1pPr marL="0" indent="0" algn="l" defTabSz="914400" rtl="0" eaLnBrk="1" latinLnBrk="0" hangingPunct="1">
              <a:lnSpc>
                <a:spcPct val="90000"/>
              </a:lnSpc>
              <a:spcBef>
                <a:spcPts val="0"/>
              </a:spcBef>
              <a:buFont typeface="Arial Narrow" pitchFamily="34" charset="0"/>
              <a:buNone/>
              <a:defRPr lang="en-US" sz="21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0"/>
              </a:spcBef>
              <a:buFont typeface="Arial Narrow" pitchFamily="34" charset="0"/>
              <a:buChar char="&gt;"/>
              <a:defRPr lang="en-US" sz="2100" b="0" kern="1200">
                <a:solidFill>
                  <a:schemeClr val="tx1"/>
                </a:solidFill>
                <a:latin typeface="+mn-lt"/>
                <a:ea typeface="+mn-ea"/>
                <a:cs typeface="+mn-cs"/>
                <a:sym typeface="+mn-lt"/>
              </a:defRPr>
            </a:lvl2pPr>
            <a:lvl3pPr marL="482400" indent="-2340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3pPr>
            <a:lvl4pPr marL="698400" indent="-2016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4pPr>
            <a:lvl5pPr marL="698400" indent="0" algn="l" defTabSz="914400" rtl="0" eaLnBrk="1" latinLnBrk="0" hangingPunct="1">
              <a:lnSpc>
                <a:spcPct val="90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일반현황</a:t>
            </a:r>
          </a:p>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유사용역 수행실적</a:t>
            </a:r>
          </a:p>
        </p:txBody>
      </p:sp>
    </p:spTree>
    <p:extLst>
      <p:ext uri="{BB962C8B-B14F-4D97-AF65-F5344CB8AC3E}">
        <p14:creationId xmlns:p14="http://schemas.microsoft.com/office/powerpoint/2010/main" val="41915720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ea typeface="맑은 고딕" panose="020B0503020000020004" pitchFamily="50" charset="-127"/>
              </a:rPr>
              <a:t>Ⅳ</a:t>
            </a:r>
            <a:r>
              <a:rPr lang="en-US" altLang="ko-KR" dirty="0">
                <a:latin typeface="+mn-ea"/>
                <a:ea typeface="+mn-ea"/>
              </a:rPr>
              <a:t>. </a:t>
            </a:r>
            <a:r>
              <a:rPr lang="ko-KR" altLang="en-US" dirty="0" err="1">
                <a:latin typeface="+mn-ea"/>
                <a:ea typeface="+mn-ea"/>
              </a:rPr>
              <a:t>제안업체</a:t>
            </a:r>
            <a:r>
              <a:rPr lang="ko-KR" altLang="en-US" dirty="0">
                <a:latin typeface="+mn-ea"/>
                <a:ea typeface="+mn-ea"/>
              </a:rPr>
              <a:t> 일반</a:t>
            </a:r>
            <a:endParaRPr lang="en-US" altLang="ko-KR" dirty="0">
              <a:latin typeface="+mn-ea"/>
              <a:ea typeface="+mn-ea"/>
            </a:endParaRPr>
          </a:p>
          <a:p>
            <a:pPr latinLnBrk="0"/>
            <a:r>
              <a:rPr lang="en-US" altLang="ko-KR" dirty="0">
                <a:latin typeface="+mn-ea"/>
              </a:rPr>
              <a:t>1. </a:t>
            </a:r>
            <a:r>
              <a:rPr lang="ko-KR" altLang="en-US" dirty="0">
                <a:latin typeface="+mn-ea"/>
              </a:rPr>
              <a:t>일반현황</a:t>
            </a:r>
          </a:p>
        </p:txBody>
      </p:sp>
      <p:sp>
        <p:nvSpPr>
          <p:cNvPr id="15" name="직사각형 14"/>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None/>
            </a:pPr>
            <a:endParaRPr lang="ko-KR" altLang="en-US" dirty="0">
              <a:latin typeface="Arial Narrow" panose="020B0606020202030204" pitchFamily="34" charset="0"/>
              <a:ea typeface="a고딕14" panose="02020600000000000000" pitchFamily="18" charset="-127"/>
            </a:endParaRPr>
          </a:p>
        </p:txBody>
      </p:sp>
      <p:sp>
        <p:nvSpPr>
          <p:cNvPr id="16" name="텍스트 개체 틀 2"/>
          <p:cNvSpPr>
            <a:spLocks noGrp="1"/>
          </p:cNvSpPr>
          <p:nvPr>
            <p:ph type="body" sz="quarter" idx="15"/>
          </p:nvPr>
        </p:nvSpPr>
        <p:spPr>
          <a:xfrm>
            <a:off x="704528" y="252749"/>
            <a:ext cx="6156684" cy="331935"/>
          </a:xfrm>
        </p:spPr>
        <p:txBody>
          <a:bodyPr/>
          <a:lstStyle/>
          <a:p>
            <a:pPr latinLnBrk="0"/>
            <a:r>
              <a:rPr lang="ko-KR" altLang="en-US" dirty="0" err="1"/>
              <a:t>제안사</a:t>
            </a:r>
            <a:r>
              <a:rPr lang="ko-KR" altLang="en-US" dirty="0"/>
              <a:t> 일반현황 및 주요 연혁 </a:t>
            </a:r>
            <a:endParaRPr lang="en-US" altLang="ko-KR" dirty="0"/>
          </a:p>
        </p:txBody>
      </p:sp>
      <p:sp>
        <p:nvSpPr>
          <p:cNvPr id="20"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a:xfrm>
            <a:off x="596515" y="650183"/>
            <a:ext cx="8749097" cy="376086"/>
          </a:xfrm>
        </p:spPr>
        <p:txBody>
          <a:bodyPr/>
          <a:lstStyle/>
          <a:p>
            <a:pPr latinLnBrk="0"/>
            <a:r>
              <a:rPr lang="ko-KR" altLang="en-US" dirty="0" err="1"/>
              <a:t>제안사는</a:t>
            </a:r>
            <a:r>
              <a:rPr lang="ko-KR" altLang="en-US" dirty="0"/>
              <a:t> 전문지식과 다양한 프로젝트 수행 노하우를 바탕으로 </a:t>
            </a:r>
            <a:r>
              <a:rPr lang="ko-KR" altLang="en-US" dirty="0" err="1"/>
              <a:t>고객사가</a:t>
            </a:r>
            <a:r>
              <a:rPr lang="ko-KR" altLang="en-US" dirty="0"/>
              <a:t> 당면한 문제에 대하여 최적화된 솔루션과 파트너십을 제공하고 있음</a:t>
            </a:r>
          </a:p>
        </p:txBody>
      </p:sp>
      <p:grpSp>
        <p:nvGrpSpPr>
          <p:cNvPr id="99" name="그룹 98"/>
          <p:cNvGrpSpPr/>
          <p:nvPr/>
        </p:nvGrpSpPr>
        <p:grpSpPr>
          <a:xfrm>
            <a:off x="596514" y="1412776"/>
            <a:ext cx="2662839" cy="338802"/>
            <a:chOff x="292658" y="1350630"/>
            <a:chExt cx="3182923" cy="338802"/>
          </a:xfrm>
        </p:grpSpPr>
        <p:sp>
          <p:nvSpPr>
            <p:cNvPr id="100" name="TextBox 99"/>
            <p:cNvSpPr txBox="1"/>
            <p:nvPr/>
          </p:nvSpPr>
          <p:spPr>
            <a:xfrm>
              <a:off x="310691" y="1350630"/>
              <a:ext cx="2635611" cy="309982"/>
            </a:xfrm>
            <a:prstGeom prst="rect">
              <a:avLst/>
            </a:prstGeom>
            <a:noFill/>
          </p:spPr>
          <p:txBody>
            <a:bodyPr wrap="square" lIns="93624" tIns="46812" rIns="93624" bIns="46812" rtlCol="0">
              <a:spAutoFit/>
            </a:bodyPr>
            <a:lstStyle/>
            <a:p>
              <a:pPr algn="l" eaLnBrk="1" fontAlgn="auto" latinLnBrk="0" hangingPunct="1">
                <a:spcBef>
                  <a:spcPts val="0"/>
                </a:spcBef>
                <a:spcAft>
                  <a:spcPts val="0"/>
                </a:spcAft>
                <a:buFont typeface="Wingdings" pitchFamily="2" charset="2"/>
                <a:buNone/>
                <a:defRPr/>
              </a:pPr>
              <a:r>
                <a:rPr lang="ko-KR" altLang="en-US" sz="1400" b="1" kern="0" dirty="0">
                  <a:ln>
                    <a:solidFill>
                      <a:srgbClr val="4F81BD">
                        <a:alpha val="0"/>
                      </a:srgbClr>
                    </a:solidFill>
                  </a:ln>
                  <a:solidFill>
                    <a:srgbClr val="003F56"/>
                  </a:solidFill>
                  <a:latin typeface="Arial Narrow" panose="020B0606020202030204" pitchFamily="34" charset="0"/>
                  <a:ea typeface="a고딕14" panose="02020600000000000000" pitchFamily="18" charset="-127"/>
                  <a:cs typeface="Ebrima" pitchFamily="2" charset="0"/>
                </a:rPr>
                <a:t>일반현황</a:t>
              </a:r>
            </a:p>
          </p:txBody>
        </p:sp>
        <p:sp>
          <p:nvSpPr>
            <p:cNvPr id="101" name="직사각형 100"/>
            <p:cNvSpPr/>
            <p:nvPr/>
          </p:nvSpPr>
          <p:spPr>
            <a:xfrm flipV="1">
              <a:off x="292658" y="1660632"/>
              <a:ext cx="3182923" cy="28800"/>
            </a:xfrm>
            <a:prstGeom prst="rect">
              <a:avLst/>
            </a:prstGeom>
            <a:solidFill>
              <a:srgbClr val="003F56"/>
            </a:solidFill>
            <a:ln w="12700" cap="flat" cmpd="sng" algn="ctr">
              <a:noFill/>
              <a:prstDash val="solid"/>
              <a:miter lim="800000"/>
            </a:ln>
            <a:effectLst/>
          </p:spPr>
          <p:txBody>
            <a:bodyPr lIns="93624" tIns="46812" rIns="93624" bIns="46812" rtlCol="0" anchor="ctr"/>
            <a:lstStyle/>
            <a:p>
              <a:pPr eaLnBrk="1" fontAlgn="auto" latinLnBrk="0" hangingPunct="1">
                <a:spcBef>
                  <a:spcPts val="0"/>
                </a:spcBef>
                <a:spcAft>
                  <a:spcPts val="0"/>
                </a:spcAft>
                <a:buFont typeface="Wingdings" pitchFamily="2" charset="2"/>
                <a:buNone/>
                <a:defRPr/>
              </a:pPr>
              <a:endParaRPr lang="ko-KR" altLang="en-US" sz="1853" kern="0" dirty="0">
                <a:ln>
                  <a:solidFill>
                    <a:srgbClr val="4F81BD">
                      <a:alpha val="0"/>
                    </a:srgbClr>
                  </a:solidFill>
                </a:ln>
                <a:solidFill>
                  <a:prstClr val="white"/>
                </a:solidFill>
                <a:latin typeface="맑은 고딕" panose="020F0502020204030204"/>
              </a:endParaRPr>
            </a:p>
          </p:txBody>
        </p:sp>
      </p:grpSp>
      <p:grpSp>
        <p:nvGrpSpPr>
          <p:cNvPr id="102" name="그룹 101"/>
          <p:cNvGrpSpPr/>
          <p:nvPr/>
        </p:nvGrpSpPr>
        <p:grpSpPr>
          <a:xfrm>
            <a:off x="3313553" y="1412776"/>
            <a:ext cx="6048370" cy="338802"/>
            <a:chOff x="3537934" y="1350630"/>
            <a:chExt cx="6124795" cy="338802"/>
          </a:xfrm>
        </p:grpSpPr>
        <p:sp>
          <p:nvSpPr>
            <p:cNvPr id="103" name="TextBox 102"/>
            <p:cNvSpPr txBox="1"/>
            <p:nvPr/>
          </p:nvSpPr>
          <p:spPr>
            <a:xfrm>
              <a:off x="3551051" y="1350630"/>
              <a:ext cx="2635611" cy="309982"/>
            </a:xfrm>
            <a:prstGeom prst="rect">
              <a:avLst/>
            </a:prstGeom>
            <a:noFill/>
          </p:spPr>
          <p:txBody>
            <a:bodyPr wrap="square" lIns="93624" tIns="46812" rIns="93624" bIns="46812" rtlCol="0">
              <a:spAutoFit/>
            </a:bodyPr>
            <a:lstStyle/>
            <a:p>
              <a:pPr algn="l" eaLnBrk="1" fontAlgn="auto" latinLnBrk="0" hangingPunct="1">
                <a:spcBef>
                  <a:spcPts val="0"/>
                </a:spcBef>
                <a:spcAft>
                  <a:spcPts val="0"/>
                </a:spcAft>
                <a:buFont typeface="Wingdings" pitchFamily="2" charset="2"/>
                <a:buNone/>
                <a:defRPr/>
              </a:pPr>
              <a:r>
                <a:rPr lang="ko-KR" altLang="en-US" sz="1400" b="1" kern="0" dirty="0">
                  <a:ln>
                    <a:solidFill>
                      <a:srgbClr val="4F81BD">
                        <a:alpha val="0"/>
                      </a:srgbClr>
                    </a:solidFill>
                  </a:ln>
                  <a:solidFill>
                    <a:srgbClr val="003F56"/>
                  </a:solidFill>
                  <a:latin typeface="Arial Narrow" panose="020B0606020202030204" pitchFamily="34" charset="0"/>
                  <a:ea typeface="a고딕14" panose="02020600000000000000" pitchFamily="18" charset="-127"/>
                  <a:cs typeface="Ebrima" pitchFamily="2" charset="0"/>
                </a:rPr>
                <a:t>주요 연혁</a:t>
              </a:r>
            </a:p>
          </p:txBody>
        </p:sp>
        <p:sp>
          <p:nvSpPr>
            <p:cNvPr id="104" name="직사각형 103"/>
            <p:cNvSpPr/>
            <p:nvPr/>
          </p:nvSpPr>
          <p:spPr>
            <a:xfrm flipV="1">
              <a:off x="3537934" y="1660632"/>
              <a:ext cx="6124795" cy="28800"/>
            </a:xfrm>
            <a:prstGeom prst="rect">
              <a:avLst/>
            </a:prstGeom>
            <a:solidFill>
              <a:srgbClr val="003F56"/>
            </a:solidFill>
            <a:ln w="12700" cap="flat" cmpd="sng" algn="ctr">
              <a:noFill/>
              <a:prstDash val="solid"/>
              <a:miter lim="800000"/>
            </a:ln>
            <a:effectLst/>
          </p:spPr>
          <p:txBody>
            <a:bodyPr lIns="93624" tIns="46812" rIns="93624" bIns="46812" rtlCol="0" anchor="ctr"/>
            <a:lstStyle/>
            <a:p>
              <a:pPr eaLnBrk="1" fontAlgn="auto" latinLnBrk="0" hangingPunct="1">
                <a:spcBef>
                  <a:spcPts val="0"/>
                </a:spcBef>
                <a:spcAft>
                  <a:spcPts val="0"/>
                </a:spcAft>
                <a:buFont typeface="Wingdings" pitchFamily="2" charset="2"/>
                <a:buNone/>
                <a:defRPr/>
              </a:pPr>
              <a:endParaRPr lang="ko-KR" altLang="en-US" sz="1853" kern="0" dirty="0">
                <a:ln>
                  <a:solidFill>
                    <a:srgbClr val="4F81BD">
                      <a:alpha val="0"/>
                    </a:srgbClr>
                  </a:solidFill>
                </a:ln>
                <a:solidFill>
                  <a:prstClr val="white"/>
                </a:solidFill>
                <a:latin typeface="맑은 고딕" panose="020F0502020204030204"/>
              </a:endParaRPr>
            </a:p>
          </p:txBody>
        </p:sp>
      </p:grpSp>
      <p:pic>
        <p:nvPicPr>
          <p:cNvPr id="139" name="Picture 2" descr="http://kimauclair.ca/blog/wp-content/uploads/2011/12/bilan-de-competence-600x400.jpg">
            <a:hlinkClick r:id="rId2" tooltip="Avez-vous fait votre bilan de compétences ?"/>
          </p:cNvPr>
          <p:cNvPicPr>
            <a:picLocks noChangeAspect="1" noChangeArrowheads="1"/>
          </p:cNvPicPr>
          <p:nvPr/>
        </p:nvPicPr>
        <p:blipFill>
          <a:blip r:embed="rId3" cstate="print"/>
          <a:srcRect r="21521"/>
          <a:stretch>
            <a:fillRect/>
          </a:stretch>
        </p:blipFill>
        <p:spPr bwMode="auto">
          <a:xfrm>
            <a:off x="596900" y="4735952"/>
            <a:ext cx="2662839" cy="1706576"/>
          </a:xfrm>
          <a:prstGeom prst="rect">
            <a:avLst/>
          </a:prstGeom>
          <a:noFill/>
        </p:spPr>
      </p:pic>
      <p:grpSp>
        <p:nvGrpSpPr>
          <p:cNvPr id="70" name="그룹 69">
            <a:extLst>
              <a:ext uri="{FF2B5EF4-FFF2-40B4-BE49-F238E27FC236}">
                <a16:creationId xmlns:a16="http://schemas.microsoft.com/office/drawing/2014/main" id="{6440419D-16FC-3C3D-EB95-95CD8B82649E}"/>
              </a:ext>
            </a:extLst>
          </p:cNvPr>
          <p:cNvGrpSpPr/>
          <p:nvPr/>
        </p:nvGrpSpPr>
        <p:grpSpPr>
          <a:xfrm>
            <a:off x="650714" y="2638836"/>
            <a:ext cx="2682106" cy="565312"/>
            <a:chOff x="-681200" y="2762758"/>
            <a:chExt cx="2179485" cy="425366"/>
          </a:xfrm>
        </p:grpSpPr>
        <p:pic>
          <p:nvPicPr>
            <p:cNvPr id="71" name="Picture 2">
              <a:extLst>
                <a:ext uri="{FF2B5EF4-FFF2-40B4-BE49-F238E27FC236}">
                  <a16:creationId xmlns:a16="http://schemas.microsoft.com/office/drawing/2014/main" id="{D622C590-29E5-AC4F-81E2-E75FABD4DD72}"/>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681200" y="2762758"/>
              <a:ext cx="361932" cy="425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 name="Picture 2">
              <a:extLst>
                <a:ext uri="{FF2B5EF4-FFF2-40B4-BE49-F238E27FC236}">
                  <a16:creationId xmlns:a16="http://schemas.microsoft.com/office/drawing/2014/main" id="{640ACBBF-3D7E-DDCA-C31D-3D4B49BC985B}"/>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a:stretch/>
          </p:blipFill>
          <p:spPr bwMode="auto">
            <a:xfrm>
              <a:off x="-293772" y="2762758"/>
              <a:ext cx="350520" cy="425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3" name="Picture 2">
              <a:extLst>
                <a:ext uri="{FF2B5EF4-FFF2-40B4-BE49-F238E27FC236}">
                  <a16:creationId xmlns:a16="http://schemas.microsoft.com/office/drawing/2014/main" id="{C065F336-D452-518B-A829-0435728B0172}"/>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a:stretch/>
          </p:blipFill>
          <p:spPr bwMode="auto">
            <a:xfrm>
              <a:off x="102564" y="2762758"/>
              <a:ext cx="299720" cy="425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4" name="Picture 2">
              <a:extLst>
                <a:ext uri="{FF2B5EF4-FFF2-40B4-BE49-F238E27FC236}">
                  <a16:creationId xmlns:a16="http://schemas.microsoft.com/office/drawing/2014/main" id="{BEC8F246-991A-B2A8-B1F6-0461E1B59C67}"/>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a:stretch/>
          </p:blipFill>
          <p:spPr bwMode="auto">
            <a:xfrm>
              <a:off x="448100" y="2762758"/>
              <a:ext cx="287406" cy="425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5" name="Picture 2">
              <a:extLst>
                <a:ext uri="{FF2B5EF4-FFF2-40B4-BE49-F238E27FC236}">
                  <a16:creationId xmlns:a16="http://schemas.microsoft.com/office/drawing/2014/main" id="{41A27326-25F3-1C3E-7465-8193E7EDB9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a:stretch/>
          </p:blipFill>
          <p:spPr bwMode="auto">
            <a:xfrm>
              <a:off x="781322" y="2762758"/>
              <a:ext cx="345440" cy="425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6" name="Picture 2">
              <a:extLst>
                <a:ext uri="{FF2B5EF4-FFF2-40B4-BE49-F238E27FC236}">
                  <a16:creationId xmlns:a16="http://schemas.microsoft.com/office/drawing/2014/main" id="{DFE7FF7D-D6AC-E6FD-8CCB-C866B8B8991D}"/>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a:stretch/>
          </p:blipFill>
          <p:spPr bwMode="auto">
            <a:xfrm>
              <a:off x="1172580" y="2762758"/>
              <a:ext cx="325705" cy="425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aphicFrame>
        <p:nvGraphicFramePr>
          <p:cNvPr id="77" name="표 76">
            <a:extLst>
              <a:ext uri="{FF2B5EF4-FFF2-40B4-BE49-F238E27FC236}">
                <a16:creationId xmlns:a16="http://schemas.microsoft.com/office/drawing/2014/main" id="{EFCB2F15-51B5-CC7D-E9C9-AF0787F96378}"/>
              </a:ext>
            </a:extLst>
          </p:cNvPr>
          <p:cNvGraphicFramePr>
            <a:graphicFrameLocks noGrp="1"/>
          </p:cNvGraphicFramePr>
          <p:nvPr/>
        </p:nvGraphicFramePr>
        <p:xfrm>
          <a:off x="596900" y="1818397"/>
          <a:ext cx="2869524" cy="2510703"/>
        </p:xfrm>
        <a:graphic>
          <a:graphicData uri="http://schemas.openxmlformats.org/drawingml/2006/table">
            <a:tbl>
              <a:tblPr firstRow="1" bandRow="1"/>
              <a:tblGrid>
                <a:gridCol w="699476">
                  <a:extLst>
                    <a:ext uri="{9D8B030D-6E8A-4147-A177-3AD203B41FA5}">
                      <a16:colId xmlns:a16="http://schemas.microsoft.com/office/drawing/2014/main" val="20000"/>
                    </a:ext>
                  </a:extLst>
                </a:gridCol>
                <a:gridCol w="2170048">
                  <a:extLst>
                    <a:ext uri="{9D8B030D-6E8A-4147-A177-3AD203B41FA5}">
                      <a16:colId xmlns:a16="http://schemas.microsoft.com/office/drawing/2014/main" val="20001"/>
                    </a:ext>
                  </a:extLst>
                </a:gridCol>
              </a:tblGrid>
              <a:tr h="386467">
                <a:tc>
                  <a:txBody>
                    <a:bodyPr/>
                    <a:lstStyle>
                      <a:lvl1pPr marL="0" algn="l" defTabSz="914400" rtl="0" eaLnBrk="1" latinLnBrk="1" hangingPunct="1">
                        <a:defRPr sz="1800" b="1" kern="1200">
                          <a:solidFill>
                            <a:schemeClr val="lt1"/>
                          </a:solidFill>
                          <a:latin typeface="맑은 고딕" panose="020F0502020204030204"/>
                          <a:ea typeface="a고딕14"/>
                        </a:defRPr>
                      </a:lvl1pPr>
                      <a:lvl2pPr marL="457200" algn="l" defTabSz="914400" rtl="0" eaLnBrk="1" latinLnBrk="1" hangingPunct="1">
                        <a:defRPr sz="1800" b="1" kern="1200">
                          <a:solidFill>
                            <a:schemeClr val="lt1"/>
                          </a:solidFill>
                          <a:latin typeface="맑은 고딕" panose="020F0502020204030204"/>
                          <a:ea typeface="a고딕14"/>
                        </a:defRPr>
                      </a:lvl2pPr>
                      <a:lvl3pPr marL="914400" algn="l" defTabSz="914400" rtl="0" eaLnBrk="1" latinLnBrk="1" hangingPunct="1">
                        <a:defRPr sz="1800" b="1" kern="1200">
                          <a:solidFill>
                            <a:schemeClr val="lt1"/>
                          </a:solidFill>
                          <a:latin typeface="맑은 고딕" panose="020F0502020204030204"/>
                          <a:ea typeface="a고딕14"/>
                        </a:defRPr>
                      </a:lvl3pPr>
                      <a:lvl4pPr marL="1371600" algn="l" defTabSz="914400" rtl="0" eaLnBrk="1" latinLnBrk="1" hangingPunct="1">
                        <a:defRPr sz="1800" b="1" kern="1200">
                          <a:solidFill>
                            <a:schemeClr val="lt1"/>
                          </a:solidFill>
                          <a:latin typeface="맑은 고딕" panose="020F0502020204030204"/>
                          <a:ea typeface="a고딕14"/>
                        </a:defRPr>
                      </a:lvl4pPr>
                      <a:lvl5pPr marL="1828800" algn="l" defTabSz="914400" rtl="0" eaLnBrk="1" latinLnBrk="1" hangingPunct="1">
                        <a:defRPr sz="1800" b="1" kern="1200">
                          <a:solidFill>
                            <a:schemeClr val="lt1"/>
                          </a:solidFill>
                          <a:latin typeface="맑은 고딕" panose="020F0502020204030204"/>
                          <a:ea typeface="a고딕14"/>
                        </a:defRPr>
                      </a:lvl5pPr>
                      <a:lvl6pPr marL="2286000" algn="l" defTabSz="914400" rtl="0" eaLnBrk="1" latinLnBrk="1" hangingPunct="1">
                        <a:defRPr sz="1800" b="1" kern="1200">
                          <a:solidFill>
                            <a:schemeClr val="lt1"/>
                          </a:solidFill>
                          <a:latin typeface="맑은 고딕" panose="020F0502020204030204"/>
                          <a:ea typeface="a고딕14"/>
                        </a:defRPr>
                      </a:lvl6pPr>
                      <a:lvl7pPr marL="2743200" algn="l" defTabSz="914400" rtl="0" eaLnBrk="1" latinLnBrk="1" hangingPunct="1">
                        <a:defRPr sz="1800" b="1" kern="1200">
                          <a:solidFill>
                            <a:schemeClr val="lt1"/>
                          </a:solidFill>
                          <a:latin typeface="맑은 고딕" panose="020F0502020204030204"/>
                          <a:ea typeface="a고딕14"/>
                        </a:defRPr>
                      </a:lvl7pPr>
                      <a:lvl8pPr marL="3200400" algn="l" defTabSz="914400" rtl="0" eaLnBrk="1" latinLnBrk="1" hangingPunct="1">
                        <a:defRPr sz="1800" b="1" kern="1200">
                          <a:solidFill>
                            <a:schemeClr val="lt1"/>
                          </a:solidFill>
                          <a:latin typeface="맑은 고딕" panose="020F0502020204030204"/>
                          <a:ea typeface="a고딕14"/>
                        </a:defRPr>
                      </a:lvl8pPr>
                      <a:lvl9pPr marL="3657600" algn="l" defTabSz="914400" rtl="0" eaLnBrk="1" latinLnBrk="1" hangingPunct="1">
                        <a:defRPr sz="1800" b="1" kern="1200">
                          <a:solidFill>
                            <a:schemeClr val="lt1"/>
                          </a:solidFill>
                          <a:latin typeface="맑은 고딕" panose="020F0502020204030204"/>
                          <a:ea typeface="a고딕14"/>
                        </a:defRPr>
                      </a:lvl9pPr>
                    </a:lstStyle>
                    <a:p>
                      <a:pPr algn="ctr" latinLnBrk="1"/>
                      <a:r>
                        <a:rPr lang="ko-KR" altLang="en-US" sz="1050" b="1" baseline="0" dirty="0">
                          <a:ln>
                            <a:solidFill>
                              <a:schemeClr val="accent1">
                                <a:alpha val="0"/>
                              </a:schemeClr>
                            </a:solidFill>
                          </a:ln>
                          <a:solidFill>
                            <a:srgbClr val="003F56"/>
                          </a:solidFill>
                          <a:latin typeface="a고딕14" panose="02020600000000000000" pitchFamily="18" charset="-127"/>
                          <a:ea typeface="a고딕14" panose="02020600000000000000" pitchFamily="18" charset="-127"/>
                        </a:rPr>
                        <a:t>회 사 명</a:t>
                      </a:r>
                    </a:p>
                  </a:txBody>
                  <a:tcPr marL="0" marR="0" marT="0" marB="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b="1" kern="1200">
                          <a:solidFill>
                            <a:schemeClr val="lt1"/>
                          </a:solidFill>
                          <a:latin typeface="맑은 고딕" panose="020F0502020204030204"/>
                          <a:ea typeface="a고딕14"/>
                        </a:defRPr>
                      </a:lvl1pPr>
                      <a:lvl2pPr marL="457200" algn="l" defTabSz="914400" rtl="0" eaLnBrk="1" latinLnBrk="1" hangingPunct="1">
                        <a:defRPr sz="1800" b="1" kern="1200">
                          <a:solidFill>
                            <a:schemeClr val="lt1"/>
                          </a:solidFill>
                          <a:latin typeface="맑은 고딕" panose="020F0502020204030204"/>
                          <a:ea typeface="a고딕14"/>
                        </a:defRPr>
                      </a:lvl2pPr>
                      <a:lvl3pPr marL="914400" algn="l" defTabSz="914400" rtl="0" eaLnBrk="1" latinLnBrk="1" hangingPunct="1">
                        <a:defRPr sz="1800" b="1" kern="1200">
                          <a:solidFill>
                            <a:schemeClr val="lt1"/>
                          </a:solidFill>
                          <a:latin typeface="맑은 고딕" panose="020F0502020204030204"/>
                          <a:ea typeface="a고딕14"/>
                        </a:defRPr>
                      </a:lvl3pPr>
                      <a:lvl4pPr marL="1371600" algn="l" defTabSz="914400" rtl="0" eaLnBrk="1" latinLnBrk="1" hangingPunct="1">
                        <a:defRPr sz="1800" b="1" kern="1200">
                          <a:solidFill>
                            <a:schemeClr val="lt1"/>
                          </a:solidFill>
                          <a:latin typeface="맑은 고딕" panose="020F0502020204030204"/>
                          <a:ea typeface="a고딕14"/>
                        </a:defRPr>
                      </a:lvl4pPr>
                      <a:lvl5pPr marL="1828800" algn="l" defTabSz="914400" rtl="0" eaLnBrk="1" latinLnBrk="1" hangingPunct="1">
                        <a:defRPr sz="1800" b="1" kern="1200">
                          <a:solidFill>
                            <a:schemeClr val="lt1"/>
                          </a:solidFill>
                          <a:latin typeface="맑은 고딕" panose="020F0502020204030204"/>
                          <a:ea typeface="a고딕14"/>
                        </a:defRPr>
                      </a:lvl5pPr>
                      <a:lvl6pPr marL="2286000" algn="l" defTabSz="914400" rtl="0" eaLnBrk="1" latinLnBrk="1" hangingPunct="1">
                        <a:defRPr sz="1800" b="1" kern="1200">
                          <a:solidFill>
                            <a:schemeClr val="lt1"/>
                          </a:solidFill>
                          <a:latin typeface="맑은 고딕" panose="020F0502020204030204"/>
                          <a:ea typeface="a고딕14"/>
                        </a:defRPr>
                      </a:lvl6pPr>
                      <a:lvl7pPr marL="2743200" algn="l" defTabSz="914400" rtl="0" eaLnBrk="1" latinLnBrk="1" hangingPunct="1">
                        <a:defRPr sz="1800" b="1" kern="1200">
                          <a:solidFill>
                            <a:schemeClr val="lt1"/>
                          </a:solidFill>
                          <a:latin typeface="맑은 고딕" panose="020F0502020204030204"/>
                          <a:ea typeface="a고딕14"/>
                        </a:defRPr>
                      </a:lvl7pPr>
                      <a:lvl8pPr marL="3200400" algn="l" defTabSz="914400" rtl="0" eaLnBrk="1" latinLnBrk="1" hangingPunct="1">
                        <a:defRPr sz="1800" b="1" kern="1200">
                          <a:solidFill>
                            <a:schemeClr val="lt1"/>
                          </a:solidFill>
                          <a:latin typeface="맑은 고딕" panose="020F0502020204030204"/>
                          <a:ea typeface="a고딕14"/>
                        </a:defRPr>
                      </a:lvl8pPr>
                      <a:lvl9pPr marL="3657600" algn="l" defTabSz="914400" rtl="0" eaLnBrk="1" latinLnBrk="1" hangingPunct="1">
                        <a:defRPr sz="1800" b="1" kern="1200">
                          <a:solidFill>
                            <a:schemeClr val="lt1"/>
                          </a:solidFill>
                          <a:latin typeface="맑은 고딕" panose="020F0502020204030204"/>
                          <a:ea typeface="a고딕14"/>
                        </a:defRPr>
                      </a:lvl9pPr>
                    </a:lstStyle>
                    <a:p>
                      <a:pPr marL="0" algn="ctr" defTabSz="909375" rtl="0" eaLnBrk="1" latinLnBrk="1" hangingPunct="1"/>
                      <a:r>
                        <a:rPr lang="ko-KR" altLang="en-US" sz="1050" b="0" kern="1200" baseline="0" dirty="0" err="1">
                          <a:solidFill>
                            <a:schemeClr val="tx1"/>
                          </a:solidFill>
                          <a:latin typeface="a고딕14" panose="02020600000000000000" pitchFamily="18" charset="-127"/>
                          <a:ea typeface="a고딕14" panose="02020600000000000000" pitchFamily="18" charset="-127"/>
                          <a:cs typeface="+mn-cs"/>
                        </a:rPr>
                        <a:t>시앤피컨설팅</a:t>
                      </a:r>
                      <a:r>
                        <a:rPr lang="ko-KR" altLang="en-US" sz="1050" b="0" kern="1200" baseline="0" dirty="0">
                          <a:solidFill>
                            <a:schemeClr val="tx1"/>
                          </a:solidFill>
                          <a:latin typeface="a고딕14" panose="02020600000000000000" pitchFamily="18" charset="-127"/>
                          <a:ea typeface="a고딕14" panose="02020600000000000000" pitchFamily="18" charset="-127"/>
                          <a:cs typeface="+mn-cs"/>
                        </a:rPr>
                        <a:t>㈜</a:t>
                      </a:r>
                    </a:p>
                  </a:txBody>
                  <a:tcPr marL="0" marR="0" marT="0" marB="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224136">
                <a:tc>
                  <a:txBody>
                    <a:bodyPr/>
                    <a:lstStyle>
                      <a:lvl1pPr marL="0" algn="l" defTabSz="914400" rtl="0" eaLnBrk="1" latinLnBrk="1" hangingPunct="1">
                        <a:defRPr sz="1800" kern="1200">
                          <a:solidFill>
                            <a:schemeClr val="dk1"/>
                          </a:solidFill>
                          <a:latin typeface="맑은 고딕" panose="020F0502020204030204"/>
                          <a:ea typeface="a고딕14"/>
                        </a:defRPr>
                      </a:lvl1pPr>
                      <a:lvl2pPr marL="457200" algn="l" defTabSz="914400" rtl="0" eaLnBrk="1" latinLnBrk="1" hangingPunct="1">
                        <a:defRPr sz="1800" kern="1200">
                          <a:solidFill>
                            <a:schemeClr val="dk1"/>
                          </a:solidFill>
                          <a:latin typeface="맑은 고딕" panose="020F0502020204030204"/>
                          <a:ea typeface="a고딕14"/>
                        </a:defRPr>
                      </a:lvl2pPr>
                      <a:lvl3pPr marL="914400" algn="l" defTabSz="914400" rtl="0" eaLnBrk="1" latinLnBrk="1" hangingPunct="1">
                        <a:defRPr sz="1800" kern="1200">
                          <a:solidFill>
                            <a:schemeClr val="dk1"/>
                          </a:solidFill>
                          <a:latin typeface="맑은 고딕" panose="020F0502020204030204"/>
                          <a:ea typeface="a고딕14"/>
                        </a:defRPr>
                      </a:lvl3pPr>
                      <a:lvl4pPr marL="1371600" algn="l" defTabSz="914400" rtl="0" eaLnBrk="1" latinLnBrk="1" hangingPunct="1">
                        <a:defRPr sz="1800" kern="1200">
                          <a:solidFill>
                            <a:schemeClr val="dk1"/>
                          </a:solidFill>
                          <a:latin typeface="맑은 고딕" panose="020F0502020204030204"/>
                          <a:ea typeface="a고딕14"/>
                        </a:defRPr>
                      </a:lvl4pPr>
                      <a:lvl5pPr marL="1828800" algn="l" defTabSz="914400" rtl="0" eaLnBrk="1" latinLnBrk="1" hangingPunct="1">
                        <a:defRPr sz="1800" kern="1200">
                          <a:solidFill>
                            <a:schemeClr val="dk1"/>
                          </a:solidFill>
                          <a:latin typeface="맑은 고딕" panose="020F0502020204030204"/>
                          <a:ea typeface="a고딕14"/>
                        </a:defRPr>
                      </a:lvl5pPr>
                      <a:lvl6pPr marL="2286000" algn="l" defTabSz="914400" rtl="0" eaLnBrk="1" latinLnBrk="1" hangingPunct="1">
                        <a:defRPr sz="1800" kern="1200">
                          <a:solidFill>
                            <a:schemeClr val="dk1"/>
                          </a:solidFill>
                          <a:latin typeface="맑은 고딕" panose="020F0502020204030204"/>
                          <a:ea typeface="a고딕14"/>
                        </a:defRPr>
                      </a:lvl6pPr>
                      <a:lvl7pPr marL="2743200" algn="l" defTabSz="914400" rtl="0" eaLnBrk="1" latinLnBrk="1" hangingPunct="1">
                        <a:defRPr sz="1800" kern="1200">
                          <a:solidFill>
                            <a:schemeClr val="dk1"/>
                          </a:solidFill>
                          <a:latin typeface="맑은 고딕" panose="020F0502020204030204"/>
                          <a:ea typeface="a고딕14"/>
                        </a:defRPr>
                      </a:lvl7pPr>
                      <a:lvl8pPr marL="3200400" algn="l" defTabSz="914400" rtl="0" eaLnBrk="1" latinLnBrk="1" hangingPunct="1">
                        <a:defRPr sz="1800" kern="1200">
                          <a:solidFill>
                            <a:schemeClr val="dk1"/>
                          </a:solidFill>
                          <a:latin typeface="맑은 고딕" panose="020F0502020204030204"/>
                          <a:ea typeface="a고딕14"/>
                        </a:defRPr>
                      </a:lvl8pPr>
                      <a:lvl9pPr marL="3657600" algn="l" defTabSz="914400" rtl="0" eaLnBrk="1" latinLnBrk="1" hangingPunct="1">
                        <a:defRPr sz="1800" kern="1200">
                          <a:solidFill>
                            <a:schemeClr val="dk1"/>
                          </a:solidFill>
                          <a:latin typeface="맑은 고딕" panose="020F0502020204030204"/>
                          <a:ea typeface="a고딕14"/>
                        </a:defRPr>
                      </a:lvl9pPr>
                    </a:lstStyle>
                    <a:p>
                      <a:pPr marL="0" algn="ctr" defTabSz="909375" rtl="0" eaLnBrk="1" latinLnBrk="1" hangingPunct="1"/>
                      <a:r>
                        <a:rPr lang="ko-KR" altLang="en-US" sz="1050" b="1" kern="1200" baseline="0" dirty="0">
                          <a:ln>
                            <a:solidFill>
                              <a:schemeClr val="accent1">
                                <a:alpha val="0"/>
                              </a:schemeClr>
                            </a:solidFill>
                          </a:ln>
                          <a:solidFill>
                            <a:srgbClr val="003F56"/>
                          </a:solidFill>
                          <a:latin typeface="a고딕14" panose="02020600000000000000" pitchFamily="18" charset="-127"/>
                          <a:ea typeface="a고딕14" panose="02020600000000000000" pitchFamily="18" charset="-127"/>
                          <a:cs typeface="+mn-cs"/>
                        </a:rPr>
                        <a:t>사업분야</a:t>
                      </a:r>
                    </a:p>
                  </a:txBody>
                  <a:tcPr marL="0" marR="0" marT="0" marB="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dk1"/>
                          </a:solidFill>
                          <a:latin typeface="맑은 고딕" panose="020F0502020204030204"/>
                          <a:ea typeface="a고딕14"/>
                        </a:defRPr>
                      </a:lvl1pPr>
                      <a:lvl2pPr marL="457200" algn="l" defTabSz="914400" rtl="0" eaLnBrk="1" latinLnBrk="1" hangingPunct="1">
                        <a:defRPr sz="1800" kern="1200">
                          <a:solidFill>
                            <a:schemeClr val="dk1"/>
                          </a:solidFill>
                          <a:latin typeface="맑은 고딕" panose="020F0502020204030204"/>
                          <a:ea typeface="a고딕14"/>
                        </a:defRPr>
                      </a:lvl2pPr>
                      <a:lvl3pPr marL="914400" algn="l" defTabSz="914400" rtl="0" eaLnBrk="1" latinLnBrk="1" hangingPunct="1">
                        <a:defRPr sz="1800" kern="1200">
                          <a:solidFill>
                            <a:schemeClr val="dk1"/>
                          </a:solidFill>
                          <a:latin typeface="맑은 고딕" panose="020F0502020204030204"/>
                          <a:ea typeface="a고딕14"/>
                        </a:defRPr>
                      </a:lvl3pPr>
                      <a:lvl4pPr marL="1371600" algn="l" defTabSz="914400" rtl="0" eaLnBrk="1" latinLnBrk="1" hangingPunct="1">
                        <a:defRPr sz="1800" kern="1200">
                          <a:solidFill>
                            <a:schemeClr val="dk1"/>
                          </a:solidFill>
                          <a:latin typeface="맑은 고딕" panose="020F0502020204030204"/>
                          <a:ea typeface="a고딕14"/>
                        </a:defRPr>
                      </a:lvl4pPr>
                      <a:lvl5pPr marL="1828800" algn="l" defTabSz="914400" rtl="0" eaLnBrk="1" latinLnBrk="1" hangingPunct="1">
                        <a:defRPr sz="1800" kern="1200">
                          <a:solidFill>
                            <a:schemeClr val="dk1"/>
                          </a:solidFill>
                          <a:latin typeface="맑은 고딕" panose="020F0502020204030204"/>
                          <a:ea typeface="a고딕14"/>
                        </a:defRPr>
                      </a:lvl5pPr>
                      <a:lvl6pPr marL="2286000" algn="l" defTabSz="914400" rtl="0" eaLnBrk="1" latinLnBrk="1" hangingPunct="1">
                        <a:defRPr sz="1800" kern="1200">
                          <a:solidFill>
                            <a:schemeClr val="dk1"/>
                          </a:solidFill>
                          <a:latin typeface="맑은 고딕" panose="020F0502020204030204"/>
                          <a:ea typeface="a고딕14"/>
                        </a:defRPr>
                      </a:lvl6pPr>
                      <a:lvl7pPr marL="2743200" algn="l" defTabSz="914400" rtl="0" eaLnBrk="1" latinLnBrk="1" hangingPunct="1">
                        <a:defRPr sz="1800" kern="1200">
                          <a:solidFill>
                            <a:schemeClr val="dk1"/>
                          </a:solidFill>
                          <a:latin typeface="맑은 고딕" panose="020F0502020204030204"/>
                          <a:ea typeface="a고딕14"/>
                        </a:defRPr>
                      </a:lvl7pPr>
                      <a:lvl8pPr marL="3200400" algn="l" defTabSz="914400" rtl="0" eaLnBrk="1" latinLnBrk="1" hangingPunct="1">
                        <a:defRPr sz="1800" kern="1200">
                          <a:solidFill>
                            <a:schemeClr val="dk1"/>
                          </a:solidFill>
                          <a:latin typeface="맑은 고딕" panose="020F0502020204030204"/>
                          <a:ea typeface="a고딕14"/>
                        </a:defRPr>
                      </a:lvl8pPr>
                      <a:lvl9pPr marL="3657600" algn="l" defTabSz="914400" rtl="0" eaLnBrk="1" latinLnBrk="1" hangingPunct="1">
                        <a:defRPr sz="1800" kern="1200">
                          <a:solidFill>
                            <a:schemeClr val="dk1"/>
                          </a:solidFill>
                          <a:latin typeface="맑은 고딕" panose="020F0502020204030204"/>
                          <a:ea typeface="a고딕14"/>
                        </a:defRPr>
                      </a:lvl9pPr>
                    </a:lstStyle>
                    <a:p>
                      <a:pPr marL="0" algn="ctr" defTabSz="909375" rtl="0" eaLnBrk="1" latinLnBrk="1" hangingPunct="1"/>
                      <a:r>
                        <a:rPr lang="ko-KR" altLang="en-US" sz="1050" b="0" kern="1200" spc="-100" baseline="0" dirty="0">
                          <a:solidFill>
                            <a:schemeClr val="tx1"/>
                          </a:solidFill>
                          <a:latin typeface="a고딕14" panose="02020600000000000000" pitchFamily="18" charset="-127"/>
                          <a:ea typeface="a고딕14" panose="02020600000000000000" pitchFamily="18" charset="-127"/>
                          <a:cs typeface="+mn-cs"/>
                        </a:rPr>
                        <a:t>종합경영컨설팅</a:t>
                      </a:r>
                      <a:endParaRPr lang="en-US" altLang="ko-KR" sz="1050" b="0" kern="1200" spc="-100" baseline="0" dirty="0">
                        <a:solidFill>
                          <a:schemeClr val="tx1"/>
                        </a:solidFill>
                        <a:latin typeface="a고딕14" panose="02020600000000000000" pitchFamily="18" charset="-127"/>
                        <a:ea typeface="a고딕14" panose="02020600000000000000" pitchFamily="18" charset="-127"/>
                        <a:cs typeface="+mn-cs"/>
                      </a:endParaRPr>
                    </a:p>
                    <a:p>
                      <a:pPr marL="0" algn="ctr" defTabSz="909375" rtl="0" eaLnBrk="1" latinLnBrk="1" hangingPunct="1"/>
                      <a:r>
                        <a:rPr lang="en-US" altLang="ko-KR" sz="1050" b="0" kern="1200" spc="-100" baseline="0" dirty="0">
                          <a:solidFill>
                            <a:schemeClr val="tx1"/>
                          </a:solidFill>
                          <a:latin typeface="a고딕14" panose="02020600000000000000" pitchFamily="18" charset="-127"/>
                          <a:ea typeface="a고딕14" panose="02020600000000000000" pitchFamily="18" charset="-127"/>
                          <a:cs typeface="+mn-cs"/>
                        </a:rPr>
                        <a:t>(HRM, </a:t>
                      </a:r>
                      <a:r>
                        <a:rPr lang="ko-KR" altLang="en-US" sz="1050" b="0" kern="1200" spc="-100" baseline="0" dirty="0">
                          <a:solidFill>
                            <a:schemeClr val="tx1"/>
                          </a:solidFill>
                          <a:latin typeface="a고딕14" panose="02020600000000000000" pitchFamily="18" charset="-127"/>
                          <a:ea typeface="a고딕14" panose="02020600000000000000" pitchFamily="18" charset="-127"/>
                          <a:cs typeface="+mn-cs"/>
                        </a:rPr>
                        <a:t>경영전략</a:t>
                      </a:r>
                      <a:r>
                        <a:rPr lang="en-US" altLang="ko-KR" sz="1050" b="0" kern="1200" spc="-100" baseline="0" dirty="0">
                          <a:solidFill>
                            <a:schemeClr val="tx1"/>
                          </a:solidFill>
                          <a:latin typeface="a고딕14" panose="02020600000000000000" pitchFamily="18" charset="-127"/>
                          <a:ea typeface="a고딕14" panose="02020600000000000000" pitchFamily="18" charset="-127"/>
                          <a:cs typeface="+mn-cs"/>
                        </a:rPr>
                        <a:t>, HRD, </a:t>
                      </a:r>
                    </a:p>
                    <a:p>
                      <a:pPr marL="0" algn="ctr" defTabSz="909375" rtl="0" eaLnBrk="1" latinLnBrk="1" hangingPunct="1"/>
                      <a:r>
                        <a:rPr lang="en-US" altLang="ko-KR" sz="1050" b="0" kern="1200" spc="-100" baseline="0" dirty="0">
                          <a:solidFill>
                            <a:schemeClr val="tx1"/>
                          </a:solidFill>
                          <a:latin typeface="a고딕14" panose="02020600000000000000" pitchFamily="18" charset="-127"/>
                          <a:ea typeface="a고딕14" panose="02020600000000000000" pitchFamily="18" charset="-127"/>
                          <a:cs typeface="+mn-cs"/>
                        </a:rPr>
                        <a:t>NCS, </a:t>
                      </a:r>
                      <a:r>
                        <a:rPr lang="ko-KR" altLang="en-US" sz="1050" b="0" kern="1200" spc="-100" baseline="0" dirty="0" err="1">
                          <a:solidFill>
                            <a:schemeClr val="tx1"/>
                          </a:solidFill>
                          <a:latin typeface="a고딕14" panose="02020600000000000000" pitchFamily="18" charset="-127"/>
                          <a:ea typeface="a고딕14" panose="02020600000000000000" pitchFamily="18" charset="-127"/>
                          <a:cs typeface="+mn-cs"/>
                        </a:rPr>
                        <a:t>조사∙연구</a:t>
                      </a:r>
                      <a:r>
                        <a:rPr lang="en-US" altLang="ko-KR" sz="1050" b="0" kern="1200" spc="-100" baseline="0" dirty="0">
                          <a:solidFill>
                            <a:schemeClr val="tx1"/>
                          </a:solidFill>
                          <a:latin typeface="a고딕14" panose="02020600000000000000" pitchFamily="18" charset="-127"/>
                          <a:ea typeface="a고딕14" panose="02020600000000000000" pitchFamily="18" charset="-127"/>
                          <a:cs typeface="+mn-cs"/>
                        </a:rPr>
                        <a:t>, </a:t>
                      </a:r>
                      <a:r>
                        <a:rPr lang="ko-KR" altLang="en-US" sz="1050" b="0" kern="1200" spc="-100" baseline="0" dirty="0">
                          <a:solidFill>
                            <a:schemeClr val="tx1"/>
                          </a:solidFill>
                          <a:latin typeface="a고딕14" panose="02020600000000000000" pitchFamily="18" charset="-127"/>
                          <a:ea typeface="a고딕14" panose="02020600000000000000" pitchFamily="18" charset="-127"/>
                          <a:cs typeface="+mn-cs"/>
                        </a:rPr>
                        <a:t>교육 등</a:t>
                      </a:r>
                      <a:r>
                        <a:rPr lang="en-US" altLang="ko-KR" sz="1050" b="0" kern="1200" spc="-100" baseline="0" dirty="0">
                          <a:solidFill>
                            <a:schemeClr val="tx1"/>
                          </a:solidFill>
                          <a:latin typeface="a고딕14" panose="02020600000000000000" pitchFamily="18" charset="-127"/>
                          <a:ea typeface="a고딕14" panose="02020600000000000000" pitchFamily="18" charset="-127"/>
                          <a:cs typeface="+mn-cs"/>
                        </a:rPr>
                        <a:t>)</a:t>
                      </a:r>
                    </a:p>
                  </a:txBody>
                  <a:tcPr marL="0" marR="0" marT="0" marB="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7402820"/>
                  </a:ext>
                </a:extLst>
              </a:tr>
              <a:tr h="612068">
                <a:tc>
                  <a:txBody>
                    <a:bodyPr/>
                    <a:lstStyle>
                      <a:lvl1pPr marL="0" algn="l" defTabSz="914400" rtl="0" eaLnBrk="1" latinLnBrk="1" hangingPunct="1">
                        <a:defRPr sz="1800" kern="1200">
                          <a:solidFill>
                            <a:schemeClr val="dk1"/>
                          </a:solidFill>
                          <a:latin typeface="맑은 고딕" panose="020F0502020204030204"/>
                          <a:ea typeface="a고딕14"/>
                        </a:defRPr>
                      </a:lvl1pPr>
                      <a:lvl2pPr marL="457200" algn="l" defTabSz="914400" rtl="0" eaLnBrk="1" latinLnBrk="1" hangingPunct="1">
                        <a:defRPr sz="1800" kern="1200">
                          <a:solidFill>
                            <a:schemeClr val="dk1"/>
                          </a:solidFill>
                          <a:latin typeface="맑은 고딕" panose="020F0502020204030204"/>
                          <a:ea typeface="a고딕14"/>
                        </a:defRPr>
                      </a:lvl2pPr>
                      <a:lvl3pPr marL="914400" algn="l" defTabSz="914400" rtl="0" eaLnBrk="1" latinLnBrk="1" hangingPunct="1">
                        <a:defRPr sz="1800" kern="1200">
                          <a:solidFill>
                            <a:schemeClr val="dk1"/>
                          </a:solidFill>
                          <a:latin typeface="맑은 고딕" panose="020F0502020204030204"/>
                          <a:ea typeface="a고딕14"/>
                        </a:defRPr>
                      </a:lvl3pPr>
                      <a:lvl4pPr marL="1371600" algn="l" defTabSz="914400" rtl="0" eaLnBrk="1" latinLnBrk="1" hangingPunct="1">
                        <a:defRPr sz="1800" kern="1200">
                          <a:solidFill>
                            <a:schemeClr val="dk1"/>
                          </a:solidFill>
                          <a:latin typeface="맑은 고딕" panose="020F0502020204030204"/>
                          <a:ea typeface="a고딕14"/>
                        </a:defRPr>
                      </a:lvl4pPr>
                      <a:lvl5pPr marL="1828800" algn="l" defTabSz="914400" rtl="0" eaLnBrk="1" latinLnBrk="1" hangingPunct="1">
                        <a:defRPr sz="1800" kern="1200">
                          <a:solidFill>
                            <a:schemeClr val="dk1"/>
                          </a:solidFill>
                          <a:latin typeface="맑은 고딕" panose="020F0502020204030204"/>
                          <a:ea typeface="a고딕14"/>
                        </a:defRPr>
                      </a:lvl5pPr>
                      <a:lvl6pPr marL="2286000" algn="l" defTabSz="914400" rtl="0" eaLnBrk="1" latinLnBrk="1" hangingPunct="1">
                        <a:defRPr sz="1800" kern="1200">
                          <a:solidFill>
                            <a:schemeClr val="dk1"/>
                          </a:solidFill>
                          <a:latin typeface="맑은 고딕" panose="020F0502020204030204"/>
                          <a:ea typeface="a고딕14"/>
                        </a:defRPr>
                      </a:lvl6pPr>
                      <a:lvl7pPr marL="2743200" algn="l" defTabSz="914400" rtl="0" eaLnBrk="1" latinLnBrk="1" hangingPunct="1">
                        <a:defRPr sz="1800" kern="1200">
                          <a:solidFill>
                            <a:schemeClr val="dk1"/>
                          </a:solidFill>
                          <a:latin typeface="맑은 고딕" panose="020F0502020204030204"/>
                          <a:ea typeface="a고딕14"/>
                        </a:defRPr>
                      </a:lvl7pPr>
                      <a:lvl8pPr marL="3200400" algn="l" defTabSz="914400" rtl="0" eaLnBrk="1" latinLnBrk="1" hangingPunct="1">
                        <a:defRPr sz="1800" kern="1200">
                          <a:solidFill>
                            <a:schemeClr val="dk1"/>
                          </a:solidFill>
                          <a:latin typeface="맑은 고딕" panose="020F0502020204030204"/>
                          <a:ea typeface="a고딕14"/>
                        </a:defRPr>
                      </a:lvl8pPr>
                      <a:lvl9pPr marL="3657600" algn="l" defTabSz="914400" rtl="0" eaLnBrk="1" latinLnBrk="1" hangingPunct="1">
                        <a:defRPr sz="1800" kern="1200">
                          <a:solidFill>
                            <a:schemeClr val="dk1"/>
                          </a:solidFill>
                          <a:latin typeface="맑은 고딕" panose="020F0502020204030204"/>
                          <a:ea typeface="a고딕14"/>
                        </a:defRPr>
                      </a:lvl9pPr>
                    </a:lstStyle>
                    <a:p>
                      <a:pPr marL="0" algn="ctr" defTabSz="909375" rtl="0" eaLnBrk="1" latinLnBrk="1" hangingPunct="1"/>
                      <a:r>
                        <a:rPr lang="ko-KR" altLang="en-US" sz="1050" b="1" kern="1200" baseline="0" dirty="0">
                          <a:ln>
                            <a:solidFill>
                              <a:schemeClr val="accent1">
                                <a:alpha val="0"/>
                              </a:schemeClr>
                            </a:solidFill>
                          </a:ln>
                          <a:solidFill>
                            <a:srgbClr val="003F56"/>
                          </a:solidFill>
                          <a:latin typeface="a고딕14" panose="02020600000000000000" pitchFamily="18" charset="-127"/>
                          <a:ea typeface="a고딕14" panose="02020600000000000000" pitchFamily="18" charset="-127"/>
                          <a:cs typeface="+mn-cs"/>
                        </a:rPr>
                        <a:t>주       소 </a:t>
                      </a:r>
                    </a:p>
                  </a:txBody>
                  <a:tcPr marL="0" marR="0" marT="0" marB="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dk1"/>
                          </a:solidFill>
                          <a:latin typeface="맑은 고딕" panose="020F0502020204030204"/>
                          <a:ea typeface="a고딕14"/>
                        </a:defRPr>
                      </a:lvl1pPr>
                      <a:lvl2pPr marL="457200" algn="l" defTabSz="914400" rtl="0" eaLnBrk="1" latinLnBrk="1" hangingPunct="1">
                        <a:defRPr sz="1800" kern="1200">
                          <a:solidFill>
                            <a:schemeClr val="dk1"/>
                          </a:solidFill>
                          <a:latin typeface="맑은 고딕" panose="020F0502020204030204"/>
                          <a:ea typeface="a고딕14"/>
                        </a:defRPr>
                      </a:lvl2pPr>
                      <a:lvl3pPr marL="914400" algn="l" defTabSz="914400" rtl="0" eaLnBrk="1" latinLnBrk="1" hangingPunct="1">
                        <a:defRPr sz="1800" kern="1200">
                          <a:solidFill>
                            <a:schemeClr val="dk1"/>
                          </a:solidFill>
                          <a:latin typeface="맑은 고딕" panose="020F0502020204030204"/>
                          <a:ea typeface="a고딕14"/>
                        </a:defRPr>
                      </a:lvl3pPr>
                      <a:lvl4pPr marL="1371600" algn="l" defTabSz="914400" rtl="0" eaLnBrk="1" latinLnBrk="1" hangingPunct="1">
                        <a:defRPr sz="1800" kern="1200">
                          <a:solidFill>
                            <a:schemeClr val="dk1"/>
                          </a:solidFill>
                          <a:latin typeface="맑은 고딕" panose="020F0502020204030204"/>
                          <a:ea typeface="a고딕14"/>
                        </a:defRPr>
                      </a:lvl4pPr>
                      <a:lvl5pPr marL="1828800" algn="l" defTabSz="914400" rtl="0" eaLnBrk="1" latinLnBrk="1" hangingPunct="1">
                        <a:defRPr sz="1800" kern="1200">
                          <a:solidFill>
                            <a:schemeClr val="dk1"/>
                          </a:solidFill>
                          <a:latin typeface="맑은 고딕" panose="020F0502020204030204"/>
                          <a:ea typeface="a고딕14"/>
                        </a:defRPr>
                      </a:lvl5pPr>
                      <a:lvl6pPr marL="2286000" algn="l" defTabSz="914400" rtl="0" eaLnBrk="1" latinLnBrk="1" hangingPunct="1">
                        <a:defRPr sz="1800" kern="1200">
                          <a:solidFill>
                            <a:schemeClr val="dk1"/>
                          </a:solidFill>
                          <a:latin typeface="맑은 고딕" panose="020F0502020204030204"/>
                          <a:ea typeface="a고딕14"/>
                        </a:defRPr>
                      </a:lvl6pPr>
                      <a:lvl7pPr marL="2743200" algn="l" defTabSz="914400" rtl="0" eaLnBrk="1" latinLnBrk="1" hangingPunct="1">
                        <a:defRPr sz="1800" kern="1200">
                          <a:solidFill>
                            <a:schemeClr val="dk1"/>
                          </a:solidFill>
                          <a:latin typeface="맑은 고딕" panose="020F0502020204030204"/>
                          <a:ea typeface="a고딕14"/>
                        </a:defRPr>
                      </a:lvl7pPr>
                      <a:lvl8pPr marL="3200400" algn="l" defTabSz="914400" rtl="0" eaLnBrk="1" latinLnBrk="1" hangingPunct="1">
                        <a:defRPr sz="1800" kern="1200">
                          <a:solidFill>
                            <a:schemeClr val="dk1"/>
                          </a:solidFill>
                          <a:latin typeface="맑은 고딕" panose="020F0502020204030204"/>
                          <a:ea typeface="a고딕14"/>
                        </a:defRPr>
                      </a:lvl8pPr>
                      <a:lvl9pPr marL="3657600" algn="l" defTabSz="914400" rtl="0" eaLnBrk="1" latinLnBrk="1" hangingPunct="1">
                        <a:defRPr sz="1800" kern="1200">
                          <a:solidFill>
                            <a:schemeClr val="dk1"/>
                          </a:solidFill>
                          <a:latin typeface="맑은 고딕" panose="020F0502020204030204"/>
                          <a:ea typeface="a고딕14"/>
                        </a:defRPr>
                      </a:lvl9pPr>
                    </a:lstStyle>
                    <a:p>
                      <a:pPr marL="0" algn="ctr" defTabSz="909375" rtl="0" eaLnBrk="1" latinLnBrk="1" hangingPunct="1"/>
                      <a:r>
                        <a:rPr lang="ko-KR" altLang="en-US" sz="1050" b="0" kern="1200" baseline="0" dirty="0">
                          <a:solidFill>
                            <a:schemeClr val="tx1"/>
                          </a:solidFill>
                          <a:latin typeface="a고딕14" panose="02020600000000000000" pitchFamily="18" charset="-127"/>
                          <a:ea typeface="a고딕14" panose="02020600000000000000" pitchFamily="18" charset="-127"/>
                          <a:cs typeface="+mn-cs"/>
                        </a:rPr>
                        <a:t>서울특별시 금천구 가산디지털</a:t>
                      </a:r>
                      <a:r>
                        <a:rPr lang="en-US" altLang="ko-KR" sz="1050" b="0" kern="1200" baseline="0" dirty="0">
                          <a:solidFill>
                            <a:schemeClr val="tx1"/>
                          </a:solidFill>
                          <a:latin typeface="a고딕14" panose="02020600000000000000" pitchFamily="18" charset="-127"/>
                          <a:ea typeface="a고딕14" panose="02020600000000000000" pitchFamily="18" charset="-127"/>
                          <a:cs typeface="+mn-cs"/>
                        </a:rPr>
                        <a:t>1</a:t>
                      </a:r>
                      <a:r>
                        <a:rPr lang="ko-KR" altLang="en-US" sz="1050" b="0" kern="1200" baseline="0" dirty="0">
                          <a:solidFill>
                            <a:schemeClr val="tx1"/>
                          </a:solidFill>
                          <a:latin typeface="a고딕14" panose="02020600000000000000" pitchFamily="18" charset="-127"/>
                          <a:ea typeface="a고딕14" panose="02020600000000000000" pitchFamily="18" charset="-127"/>
                          <a:cs typeface="+mn-cs"/>
                        </a:rPr>
                        <a:t>로</a:t>
                      </a:r>
                      <a:endParaRPr lang="en-US" altLang="ko-KR" sz="1050" b="0" kern="1200" baseline="0" dirty="0">
                        <a:solidFill>
                          <a:schemeClr val="tx1"/>
                        </a:solidFill>
                        <a:latin typeface="a고딕14" panose="02020600000000000000" pitchFamily="18" charset="-127"/>
                        <a:ea typeface="a고딕14" panose="02020600000000000000" pitchFamily="18" charset="-127"/>
                        <a:cs typeface="+mn-cs"/>
                      </a:endParaRPr>
                    </a:p>
                    <a:p>
                      <a:pPr marL="0" algn="ctr" defTabSz="909375" rtl="0" eaLnBrk="1" latinLnBrk="1" hangingPunct="1"/>
                      <a:r>
                        <a:rPr lang="en-US" altLang="ko-KR" sz="1050" b="0" kern="1200" baseline="0" dirty="0">
                          <a:solidFill>
                            <a:schemeClr val="tx1"/>
                          </a:solidFill>
                          <a:latin typeface="a고딕14" panose="02020600000000000000" pitchFamily="18" charset="-127"/>
                          <a:ea typeface="a고딕14" panose="02020600000000000000" pitchFamily="18" charset="-127"/>
                          <a:cs typeface="+mn-cs"/>
                        </a:rPr>
                        <a:t>131, BYC</a:t>
                      </a:r>
                      <a:r>
                        <a:rPr lang="ko-KR" altLang="en-US" sz="1050" b="0" kern="1200" baseline="0" dirty="0" err="1">
                          <a:solidFill>
                            <a:schemeClr val="tx1"/>
                          </a:solidFill>
                          <a:latin typeface="a고딕14" panose="02020600000000000000" pitchFamily="18" charset="-127"/>
                          <a:ea typeface="a고딕14" panose="02020600000000000000" pitchFamily="18" charset="-127"/>
                          <a:cs typeface="+mn-cs"/>
                        </a:rPr>
                        <a:t>하이시티</a:t>
                      </a:r>
                      <a:r>
                        <a:rPr lang="ko-KR" altLang="en-US" sz="1050" b="0" kern="1200" baseline="0" dirty="0">
                          <a:solidFill>
                            <a:schemeClr val="tx1"/>
                          </a:solidFill>
                          <a:latin typeface="a고딕14" panose="02020600000000000000" pitchFamily="18" charset="-127"/>
                          <a:ea typeface="a고딕14" panose="02020600000000000000" pitchFamily="18" charset="-127"/>
                          <a:cs typeface="+mn-cs"/>
                        </a:rPr>
                        <a:t> </a:t>
                      </a:r>
                      <a:r>
                        <a:rPr lang="en-US" altLang="ko-KR" sz="1050" b="0" kern="1200" baseline="0" dirty="0">
                          <a:solidFill>
                            <a:schemeClr val="tx1"/>
                          </a:solidFill>
                          <a:latin typeface="a고딕14" panose="02020600000000000000" pitchFamily="18" charset="-127"/>
                          <a:ea typeface="a고딕14" panose="02020600000000000000" pitchFamily="18" charset="-127"/>
                          <a:cs typeface="+mn-cs"/>
                        </a:rPr>
                        <a:t>B</a:t>
                      </a:r>
                      <a:r>
                        <a:rPr lang="ko-KR" altLang="en-US" sz="1050" b="0" kern="1200" baseline="0" dirty="0">
                          <a:solidFill>
                            <a:schemeClr val="tx1"/>
                          </a:solidFill>
                          <a:latin typeface="a고딕14" panose="02020600000000000000" pitchFamily="18" charset="-127"/>
                          <a:ea typeface="a고딕14" panose="02020600000000000000" pitchFamily="18" charset="-127"/>
                          <a:cs typeface="+mn-cs"/>
                        </a:rPr>
                        <a:t>동 </a:t>
                      </a:r>
                      <a:r>
                        <a:rPr lang="en-US" altLang="ko-KR" sz="1050" b="0" kern="1200" baseline="0" dirty="0">
                          <a:solidFill>
                            <a:schemeClr val="tx1"/>
                          </a:solidFill>
                          <a:latin typeface="a고딕14" panose="02020600000000000000" pitchFamily="18" charset="-127"/>
                          <a:ea typeface="a고딕14" panose="02020600000000000000" pitchFamily="18" charset="-127"/>
                          <a:cs typeface="+mn-cs"/>
                        </a:rPr>
                        <a:t>12</a:t>
                      </a:r>
                      <a:r>
                        <a:rPr lang="ko-KR" altLang="en-US" sz="1050" b="0" kern="1200" baseline="0" dirty="0">
                          <a:solidFill>
                            <a:schemeClr val="tx1"/>
                          </a:solidFill>
                          <a:latin typeface="a고딕14" panose="02020600000000000000" pitchFamily="18" charset="-127"/>
                          <a:ea typeface="a고딕14" panose="02020600000000000000" pitchFamily="18" charset="-127"/>
                          <a:cs typeface="+mn-cs"/>
                        </a:rPr>
                        <a:t>층</a:t>
                      </a:r>
                      <a:endParaRPr lang="en-US" altLang="ko-KR" sz="1050" b="0" kern="1200" baseline="0" dirty="0">
                        <a:solidFill>
                          <a:schemeClr val="tx1"/>
                        </a:solidFill>
                        <a:latin typeface="a고딕14" panose="02020600000000000000" pitchFamily="18" charset="-127"/>
                        <a:ea typeface="a고딕14" panose="02020600000000000000" pitchFamily="18" charset="-127"/>
                        <a:cs typeface="+mn-cs"/>
                      </a:endParaRPr>
                    </a:p>
                  </a:txBody>
                  <a:tcPr marL="0" marR="0" marT="0" marB="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8032">
                <a:tc>
                  <a:txBody>
                    <a:bodyPr/>
                    <a:lstStyle>
                      <a:lvl1pPr marL="0" algn="l" defTabSz="914400" rtl="0" eaLnBrk="1" latinLnBrk="1" hangingPunct="1">
                        <a:defRPr sz="1800" kern="1200">
                          <a:solidFill>
                            <a:schemeClr val="dk1"/>
                          </a:solidFill>
                          <a:latin typeface="맑은 고딕" panose="020F0502020204030204"/>
                          <a:ea typeface="a고딕14"/>
                        </a:defRPr>
                      </a:lvl1pPr>
                      <a:lvl2pPr marL="457200" algn="l" defTabSz="914400" rtl="0" eaLnBrk="1" latinLnBrk="1" hangingPunct="1">
                        <a:defRPr sz="1800" kern="1200">
                          <a:solidFill>
                            <a:schemeClr val="dk1"/>
                          </a:solidFill>
                          <a:latin typeface="맑은 고딕" panose="020F0502020204030204"/>
                          <a:ea typeface="a고딕14"/>
                        </a:defRPr>
                      </a:lvl2pPr>
                      <a:lvl3pPr marL="914400" algn="l" defTabSz="914400" rtl="0" eaLnBrk="1" latinLnBrk="1" hangingPunct="1">
                        <a:defRPr sz="1800" kern="1200">
                          <a:solidFill>
                            <a:schemeClr val="dk1"/>
                          </a:solidFill>
                          <a:latin typeface="맑은 고딕" panose="020F0502020204030204"/>
                          <a:ea typeface="a고딕14"/>
                        </a:defRPr>
                      </a:lvl3pPr>
                      <a:lvl4pPr marL="1371600" algn="l" defTabSz="914400" rtl="0" eaLnBrk="1" latinLnBrk="1" hangingPunct="1">
                        <a:defRPr sz="1800" kern="1200">
                          <a:solidFill>
                            <a:schemeClr val="dk1"/>
                          </a:solidFill>
                          <a:latin typeface="맑은 고딕" panose="020F0502020204030204"/>
                          <a:ea typeface="a고딕14"/>
                        </a:defRPr>
                      </a:lvl4pPr>
                      <a:lvl5pPr marL="1828800" algn="l" defTabSz="914400" rtl="0" eaLnBrk="1" latinLnBrk="1" hangingPunct="1">
                        <a:defRPr sz="1800" kern="1200">
                          <a:solidFill>
                            <a:schemeClr val="dk1"/>
                          </a:solidFill>
                          <a:latin typeface="맑은 고딕" panose="020F0502020204030204"/>
                          <a:ea typeface="a고딕14"/>
                        </a:defRPr>
                      </a:lvl5pPr>
                      <a:lvl6pPr marL="2286000" algn="l" defTabSz="914400" rtl="0" eaLnBrk="1" latinLnBrk="1" hangingPunct="1">
                        <a:defRPr sz="1800" kern="1200">
                          <a:solidFill>
                            <a:schemeClr val="dk1"/>
                          </a:solidFill>
                          <a:latin typeface="맑은 고딕" panose="020F0502020204030204"/>
                          <a:ea typeface="a고딕14"/>
                        </a:defRPr>
                      </a:lvl6pPr>
                      <a:lvl7pPr marL="2743200" algn="l" defTabSz="914400" rtl="0" eaLnBrk="1" latinLnBrk="1" hangingPunct="1">
                        <a:defRPr sz="1800" kern="1200">
                          <a:solidFill>
                            <a:schemeClr val="dk1"/>
                          </a:solidFill>
                          <a:latin typeface="맑은 고딕" panose="020F0502020204030204"/>
                          <a:ea typeface="a고딕14"/>
                        </a:defRPr>
                      </a:lvl7pPr>
                      <a:lvl8pPr marL="3200400" algn="l" defTabSz="914400" rtl="0" eaLnBrk="1" latinLnBrk="1" hangingPunct="1">
                        <a:defRPr sz="1800" kern="1200">
                          <a:solidFill>
                            <a:schemeClr val="dk1"/>
                          </a:solidFill>
                          <a:latin typeface="맑은 고딕" panose="020F0502020204030204"/>
                          <a:ea typeface="a고딕14"/>
                        </a:defRPr>
                      </a:lvl8pPr>
                      <a:lvl9pPr marL="3657600" algn="l" defTabSz="914400" rtl="0" eaLnBrk="1" latinLnBrk="1" hangingPunct="1">
                        <a:defRPr sz="1800" kern="1200">
                          <a:solidFill>
                            <a:schemeClr val="dk1"/>
                          </a:solidFill>
                          <a:latin typeface="맑은 고딕" panose="020F0502020204030204"/>
                          <a:ea typeface="a고딕14"/>
                        </a:defRPr>
                      </a:lvl9pPr>
                    </a:lstStyle>
                    <a:p>
                      <a:pPr marL="0" algn="ctr" defTabSz="909375" rtl="0" eaLnBrk="1" latinLnBrk="1" hangingPunct="1"/>
                      <a:r>
                        <a:rPr lang="ko-KR" altLang="en-US" sz="1050" b="1" kern="1200" baseline="0" dirty="0" err="1">
                          <a:ln>
                            <a:solidFill>
                              <a:schemeClr val="accent1">
                                <a:alpha val="0"/>
                              </a:schemeClr>
                            </a:solidFill>
                          </a:ln>
                          <a:solidFill>
                            <a:srgbClr val="003F56"/>
                          </a:solidFill>
                          <a:latin typeface="a고딕14" panose="02020600000000000000" pitchFamily="18" charset="-127"/>
                          <a:ea typeface="a고딕14" panose="02020600000000000000" pitchFamily="18" charset="-127"/>
                          <a:cs typeface="+mn-cs"/>
                        </a:rPr>
                        <a:t>설립연도</a:t>
                      </a:r>
                      <a:r>
                        <a:rPr lang="ko-KR" altLang="en-US" sz="1050" b="1" kern="1200" baseline="0" dirty="0">
                          <a:ln>
                            <a:solidFill>
                              <a:schemeClr val="accent1">
                                <a:alpha val="0"/>
                              </a:schemeClr>
                            </a:solidFill>
                          </a:ln>
                          <a:solidFill>
                            <a:srgbClr val="003F56"/>
                          </a:solidFill>
                          <a:latin typeface="a고딕14" panose="02020600000000000000" pitchFamily="18" charset="-127"/>
                          <a:ea typeface="a고딕14" panose="02020600000000000000" pitchFamily="18" charset="-127"/>
                          <a:cs typeface="+mn-cs"/>
                        </a:rPr>
                        <a:t> </a:t>
                      </a:r>
                    </a:p>
                  </a:txBody>
                  <a:tcPr marL="0" marR="0" marT="0" marB="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dk1"/>
                          </a:solidFill>
                          <a:latin typeface="맑은 고딕" panose="020F0502020204030204"/>
                          <a:ea typeface="a고딕14"/>
                        </a:defRPr>
                      </a:lvl1pPr>
                      <a:lvl2pPr marL="457200" algn="l" defTabSz="914400" rtl="0" eaLnBrk="1" latinLnBrk="1" hangingPunct="1">
                        <a:defRPr sz="1800" kern="1200">
                          <a:solidFill>
                            <a:schemeClr val="dk1"/>
                          </a:solidFill>
                          <a:latin typeface="맑은 고딕" panose="020F0502020204030204"/>
                          <a:ea typeface="a고딕14"/>
                        </a:defRPr>
                      </a:lvl2pPr>
                      <a:lvl3pPr marL="914400" algn="l" defTabSz="914400" rtl="0" eaLnBrk="1" latinLnBrk="1" hangingPunct="1">
                        <a:defRPr sz="1800" kern="1200">
                          <a:solidFill>
                            <a:schemeClr val="dk1"/>
                          </a:solidFill>
                          <a:latin typeface="맑은 고딕" panose="020F0502020204030204"/>
                          <a:ea typeface="a고딕14"/>
                        </a:defRPr>
                      </a:lvl3pPr>
                      <a:lvl4pPr marL="1371600" algn="l" defTabSz="914400" rtl="0" eaLnBrk="1" latinLnBrk="1" hangingPunct="1">
                        <a:defRPr sz="1800" kern="1200">
                          <a:solidFill>
                            <a:schemeClr val="dk1"/>
                          </a:solidFill>
                          <a:latin typeface="맑은 고딕" panose="020F0502020204030204"/>
                          <a:ea typeface="a고딕14"/>
                        </a:defRPr>
                      </a:lvl4pPr>
                      <a:lvl5pPr marL="1828800" algn="l" defTabSz="914400" rtl="0" eaLnBrk="1" latinLnBrk="1" hangingPunct="1">
                        <a:defRPr sz="1800" kern="1200">
                          <a:solidFill>
                            <a:schemeClr val="dk1"/>
                          </a:solidFill>
                          <a:latin typeface="맑은 고딕" panose="020F0502020204030204"/>
                          <a:ea typeface="a고딕14"/>
                        </a:defRPr>
                      </a:lvl5pPr>
                      <a:lvl6pPr marL="2286000" algn="l" defTabSz="914400" rtl="0" eaLnBrk="1" latinLnBrk="1" hangingPunct="1">
                        <a:defRPr sz="1800" kern="1200">
                          <a:solidFill>
                            <a:schemeClr val="dk1"/>
                          </a:solidFill>
                          <a:latin typeface="맑은 고딕" panose="020F0502020204030204"/>
                          <a:ea typeface="a고딕14"/>
                        </a:defRPr>
                      </a:lvl6pPr>
                      <a:lvl7pPr marL="2743200" algn="l" defTabSz="914400" rtl="0" eaLnBrk="1" latinLnBrk="1" hangingPunct="1">
                        <a:defRPr sz="1800" kern="1200">
                          <a:solidFill>
                            <a:schemeClr val="dk1"/>
                          </a:solidFill>
                          <a:latin typeface="맑은 고딕" panose="020F0502020204030204"/>
                          <a:ea typeface="a고딕14"/>
                        </a:defRPr>
                      </a:lvl7pPr>
                      <a:lvl8pPr marL="3200400" algn="l" defTabSz="914400" rtl="0" eaLnBrk="1" latinLnBrk="1" hangingPunct="1">
                        <a:defRPr sz="1800" kern="1200">
                          <a:solidFill>
                            <a:schemeClr val="dk1"/>
                          </a:solidFill>
                          <a:latin typeface="맑은 고딕" panose="020F0502020204030204"/>
                          <a:ea typeface="a고딕14"/>
                        </a:defRPr>
                      </a:lvl8pPr>
                      <a:lvl9pPr marL="3657600" algn="l" defTabSz="914400" rtl="0" eaLnBrk="1" latinLnBrk="1" hangingPunct="1">
                        <a:defRPr sz="1800" kern="1200">
                          <a:solidFill>
                            <a:schemeClr val="dk1"/>
                          </a:solidFill>
                          <a:latin typeface="맑은 고딕" panose="020F0502020204030204"/>
                          <a:ea typeface="a고딕14"/>
                        </a:defRPr>
                      </a:lvl9pPr>
                    </a:lstStyle>
                    <a:p>
                      <a:pPr marL="0" algn="ctr" defTabSz="909375" rtl="0" eaLnBrk="1" latinLnBrk="1" hangingPunct="1"/>
                      <a:r>
                        <a:rPr lang="en-US" altLang="ko-KR" sz="1050" b="0" kern="1200" baseline="0" dirty="0">
                          <a:solidFill>
                            <a:schemeClr val="tx1"/>
                          </a:solidFill>
                          <a:latin typeface="a고딕14" panose="02020600000000000000" pitchFamily="18" charset="-127"/>
                          <a:ea typeface="a고딕14" panose="02020600000000000000" pitchFamily="18" charset="-127"/>
                          <a:cs typeface="+mn-cs"/>
                        </a:rPr>
                        <a:t>2012</a:t>
                      </a:r>
                      <a:r>
                        <a:rPr lang="ko-KR" altLang="en-US" sz="1050" b="0" kern="1200" baseline="0" dirty="0">
                          <a:solidFill>
                            <a:schemeClr val="tx1"/>
                          </a:solidFill>
                          <a:latin typeface="a고딕14" panose="02020600000000000000" pitchFamily="18" charset="-127"/>
                          <a:ea typeface="a고딕14" panose="02020600000000000000" pitchFamily="18" charset="-127"/>
                          <a:cs typeface="+mn-cs"/>
                        </a:rPr>
                        <a:t>년 </a:t>
                      </a:r>
                      <a:r>
                        <a:rPr lang="en-US" altLang="ko-KR" sz="1050" b="0" kern="1200" baseline="0" dirty="0">
                          <a:solidFill>
                            <a:schemeClr val="tx1"/>
                          </a:solidFill>
                          <a:latin typeface="a고딕14" panose="02020600000000000000" pitchFamily="18" charset="-127"/>
                          <a:ea typeface="a고딕14" panose="02020600000000000000" pitchFamily="18" charset="-127"/>
                          <a:cs typeface="+mn-cs"/>
                        </a:rPr>
                        <a:t>2</a:t>
                      </a:r>
                      <a:r>
                        <a:rPr lang="ko-KR" altLang="en-US" sz="1050" b="0" kern="1200" baseline="0" dirty="0">
                          <a:solidFill>
                            <a:schemeClr val="tx1"/>
                          </a:solidFill>
                          <a:latin typeface="a고딕14" panose="02020600000000000000" pitchFamily="18" charset="-127"/>
                          <a:ea typeface="a고딕14" panose="02020600000000000000" pitchFamily="18" charset="-127"/>
                          <a:cs typeface="+mn-cs"/>
                        </a:rPr>
                        <a:t>월 </a:t>
                      </a:r>
                    </a:p>
                  </a:txBody>
                  <a:tcPr marL="0" marR="0" marT="0" marB="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78" name="직사각형 77">
            <a:extLst>
              <a:ext uri="{FF2B5EF4-FFF2-40B4-BE49-F238E27FC236}">
                <a16:creationId xmlns:a16="http://schemas.microsoft.com/office/drawing/2014/main" id="{259B1F42-E68E-8E1D-D88D-8583662481E1}"/>
              </a:ext>
            </a:extLst>
          </p:cNvPr>
          <p:cNvSpPr/>
          <p:nvPr/>
        </p:nvSpPr>
        <p:spPr>
          <a:xfrm>
            <a:off x="3319821" y="1804412"/>
            <a:ext cx="6025028" cy="4668449"/>
          </a:xfrm>
          <a:prstGeom prst="rect">
            <a:avLst/>
          </a:prstGeom>
          <a:solidFill>
            <a:srgbClr val="EBFAFF"/>
          </a:solidFill>
          <a:ln w="12700" cap="flat" cmpd="sng" algn="ctr">
            <a:noFill/>
            <a:prstDash val="solid"/>
            <a:miter lim="800000"/>
          </a:ln>
          <a:effectLst/>
        </p:spPr>
        <p:txBody>
          <a:bodyPr rtlCol="0" anchor="ctr"/>
          <a:lstStyle/>
          <a:p>
            <a:pPr marL="0" marR="0" lvl="0" indent="0" algn="l" defTabSz="914400" eaLnBrk="1" fontAlgn="auto" latinLnBrk="0" hangingPunct="1">
              <a:lnSpc>
                <a:spcPts val="1400"/>
              </a:lnSpc>
              <a:spcBef>
                <a:spcPts val="100"/>
              </a:spcBef>
              <a:spcAft>
                <a:spcPts val="100"/>
              </a:spcAft>
              <a:buClrTx/>
              <a:buSzTx/>
              <a:buFont typeface="Wingdings" pitchFamily="2" charset="2"/>
              <a:buNone/>
              <a:tabLst/>
              <a:defRPr/>
            </a:pPr>
            <a:endParaRPr kumimoji="0" lang="ko-KR" altLang="en-US" sz="1800" b="0" i="0" u="none" strike="noStrike" kern="0" cap="none" spc="-60" normalizeH="0" baseline="0" noProof="0">
              <a:ln>
                <a:noFill/>
              </a:ln>
              <a:solidFill>
                <a:prstClr val="white"/>
              </a:solidFill>
              <a:effectLst/>
              <a:uLnTx/>
              <a:uFillTx/>
              <a:latin typeface="a고딕14" panose="02020600000000000000" pitchFamily="18" charset="-127"/>
            </a:endParaRPr>
          </a:p>
        </p:txBody>
      </p:sp>
      <p:grpSp>
        <p:nvGrpSpPr>
          <p:cNvPr id="4" name="그룹 3">
            <a:extLst>
              <a:ext uri="{FF2B5EF4-FFF2-40B4-BE49-F238E27FC236}">
                <a16:creationId xmlns:a16="http://schemas.microsoft.com/office/drawing/2014/main" id="{AD3DC802-D285-B7B8-863D-00A25438087D}"/>
              </a:ext>
            </a:extLst>
          </p:cNvPr>
          <p:cNvGrpSpPr/>
          <p:nvPr/>
        </p:nvGrpSpPr>
        <p:grpSpPr>
          <a:xfrm>
            <a:off x="3243941" y="1772816"/>
            <a:ext cx="2725778" cy="591444"/>
            <a:chOff x="3537857" y="1943891"/>
            <a:chExt cx="2939631" cy="591444"/>
          </a:xfrm>
        </p:grpSpPr>
        <p:sp>
          <p:nvSpPr>
            <p:cNvPr id="5" name="직사각형 4">
              <a:extLst>
                <a:ext uri="{FF2B5EF4-FFF2-40B4-BE49-F238E27FC236}">
                  <a16:creationId xmlns:a16="http://schemas.microsoft.com/office/drawing/2014/main" id="{CBCCC4E0-CC2E-1553-A89F-941C223CF95D}"/>
                </a:ext>
              </a:extLst>
            </p:cNvPr>
            <p:cNvSpPr/>
            <p:nvPr/>
          </p:nvSpPr>
          <p:spPr>
            <a:xfrm>
              <a:off x="4322814" y="1943891"/>
              <a:ext cx="2154674" cy="591444"/>
            </a:xfrm>
            <a:prstGeom prst="rect">
              <a:avLst/>
            </a:prstGeom>
          </p:spPr>
          <p:txBody>
            <a:bodyPr wrap="square" lIns="0" rIns="0">
              <a:spAutoFit/>
            </a:bodyPr>
            <a:lstStyle/>
            <a:p>
              <a:pPr algn="l" latinLnBrk="0">
                <a:lnSpc>
                  <a:spcPts val="1200"/>
                </a:lnSpc>
                <a:spcBef>
                  <a:spcPts val="100"/>
                </a:spcBef>
                <a:spcAft>
                  <a:spcPts val="100"/>
                </a:spcAft>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본사 설립</a:t>
              </a: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a:p>
              <a:pPr algn="l" latinLnBrk="0">
                <a:lnSpc>
                  <a:spcPts val="1200"/>
                </a:lnSpc>
                <a:spcBef>
                  <a:spcPts val="100"/>
                </a:spcBef>
                <a:spcAft>
                  <a:spcPts val="100"/>
                </a:spcAft>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국가직무능력 표준 연구 평가사업 수행기관 지정</a:t>
              </a: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a:p>
              <a:pPr algn="l" latinLnBrk="0">
                <a:lnSpc>
                  <a:spcPts val="1200"/>
                </a:lnSpc>
                <a:spcBef>
                  <a:spcPts val="100"/>
                </a:spcBef>
                <a:spcAft>
                  <a:spcPts val="100"/>
                </a:spcAft>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한국기술교육대학교</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p>
          </p:txBody>
        </p:sp>
        <p:sp>
          <p:nvSpPr>
            <p:cNvPr id="6" name="직사각형 5">
              <a:extLst>
                <a:ext uri="{FF2B5EF4-FFF2-40B4-BE49-F238E27FC236}">
                  <a16:creationId xmlns:a16="http://schemas.microsoft.com/office/drawing/2014/main" id="{E6B320B4-4584-D139-1803-CF581EDAE1F6}"/>
                </a:ext>
              </a:extLst>
            </p:cNvPr>
            <p:cNvSpPr/>
            <p:nvPr/>
          </p:nvSpPr>
          <p:spPr>
            <a:xfrm>
              <a:off x="3994290" y="1943891"/>
              <a:ext cx="307400" cy="587725"/>
            </a:xfrm>
            <a:prstGeom prst="rect">
              <a:avLst/>
            </a:prstGeom>
          </p:spPr>
          <p:txBody>
            <a:bodyPr wrap="square">
              <a:spAutoFit/>
            </a:bodyPr>
            <a:lstStyle/>
            <a:p>
              <a:pPr algn="l" defTabSz="909375" latinLnBrk="0">
                <a:lnSpc>
                  <a:spcPts val="12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06 </a:t>
              </a:r>
            </a:p>
            <a:p>
              <a:pPr algn="l" defTabSz="909375" latinLnBrk="0">
                <a:lnSpc>
                  <a:spcPts val="12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11</a:t>
              </a:r>
            </a:p>
            <a:p>
              <a:pPr algn="l" defTabSz="909375" latinLnBrk="0">
                <a:lnSpc>
                  <a:spcPts val="1200"/>
                </a:lnSpc>
                <a:spcBef>
                  <a:spcPts val="100"/>
                </a:spcBef>
                <a:spcAft>
                  <a:spcPts val="100"/>
                </a:spcAft>
                <a:buFont typeface="Wingdings" pitchFamily="2" charset="2"/>
                <a:buNone/>
                <a:defRPr/>
              </a:pP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7" name="TextBox 6">
              <a:extLst>
                <a:ext uri="{FF2B5EF4-FFF2-40B4-BE49-F238E27FC236}">
                  <a16:creationId xmlns:a16="http://schemas.microsoft.com/office/drawing/2014/main" id="{01ABAF35-BCCF-076D-045B-BF0481F3A1B0}"/>
                </a:ext>
              </a:extLst>
            </p:cNvPr>
            <p:cNvSpPr txBox="1"/>
            <p:nvPr/>
          </p:nvSpPr>
          <p:spPr>
            <a:xfrm>
              <a:off x="3537857" y="1971804"/>
              <a:ext cx="601612" cy="271869"/>
            </a:xfrm>
            <a:prstGeom prst="rect">
              <a:avLst/>
            </a:prstGeom>
            <a:noFill/>
          </p:spPr>
          <p:txBody>
            <a:bodyPr wrap="none" rtlCol="0">
              <a:spAutoFit/>
            </a:bodyPr>
            <a:lstStyle/>
            <a:p>
              <a:pPr algn="l" latinLnBrk="0">
                <a:lnSpc>
                  <a:spcPts val="1400"/>
                </a:lnSpc>
                <a:spcBef>
                  <a:spcPts val="100"/>
                </a:spcBef>
                <a:spcAft>
                  <a:spcPts val="100"/>
                </a:spcAft>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2012</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grpSp>
      <p:grpSp>
        <p:nvGrpSpPr>
          <p:cNvPr id="8" name="그룹 7">
            <a:extLst>
              <a:ext uri="{FF2B5EF4-FFF2-40B4-BE49-F238E27FC236}">
                <a16:creationId xmlns:a16="http://schemas.microsoft.com/office/drawing/2014/main" id="{3BA15C8B-427C-D36E-FEBE-4BCD67CF516B}"/>
              </a:ext>
            </a:extLst>
          </p:cNvPr>
          <p:cNvGrpSpPr/>
          <p:nvPr/>
        </p:nvGrpSpPr>
        <p:grpSpPr>
          <a:xfrm>
            <a:off x="3243942" y="2317144"/>
            <a:ext cx="2860501" cy="319768"/>
            <a:chOff x="3537857" y="2524948"/>
            <a:chExt cx="3084925" cy="319768"/>
          </a:xfrm>
        </p:grpSpPr>
        <p:sp>
          <p:nvSpPr>
            <p:cNvPr id="9" name="TextBox 8">
              <a:extLst>
                <a:ext uri="{FF2B5EF4-FFF2-40B4-BE49-F238E27FC236}">
                  <a16:creationId xmlns:a16="http://schemas.microsoft.com/office/drawing/2014/main" id="{EA39BA88-FF43-4F43-10C5-501B2AD3148B}"/>
                </a:ext>
              </a:extLst>
            </p:cNvPr>
            <p:cNvSpPr txBox="1"/>
            <p:nvPr/>
          </p:nvSpPr>
          <p:spPr>
            <a:xfrm>
              <a:off x="3537857" y="2572847"/>
              <a:ext cx="601612" cy="271869"/>
            </a:xfrm>
            <a:prstGeom prst="rect">
              <a:avLst/>
            </a:prstGeom>
            <a:noFill/>
          </p:spPr>
          <p:txBody>
            <a:bodyPr wrap="none" rtlCol="0">
              <a:spAutoFit/>
            </a:bodyPr>
            <a:lstStyle/>
            <a:p>
              <a:pPr algn="l" latinLnBrk="0">
                <a:lnSpc>
                  <a:spcPts val="1400"/>
                </a:lnSpc>
                <a:spcBef>
                  <a:spcPts val="100"/>
                </a:spcBef>
                <a:spcAft>
                  <a:spcPts val="100"/>
                </a:spcAft>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2013</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10" name="직사각형 9">
              <a:extLst>
                <a:ext uri="{FF2B5EF4-FFF2-40B4-BE49-F238E27FC236}">
                  <a16:creationId xmlns:a16="http://schemas.microsoft.com/office/drawing/2014/main" id="{796DFD05-934D-4D84-7E7A-37FC406BB585}"/>
                </a:ext>
              </a:extLst>
            </p:cNvPr>
            <p:cNvSpPr/>
            <p:nvPr/>
          </p:nvSpPr>
          <p:spPr>
            <a:xfrm>
              <a:off x="4322814" y="2524948"/>
              <a:ext cx="2299968" cy="232371"/>
            </a:xfrm>
            <a:prstGeom prst="rect">
              <a:avLst/>
            </a:prstGeom>
          </p:spPr>
          <p:txBody>
            <a:bodyPr wrap="square" lIns="0" rIns="0">
              <a:spAutoFit/>
            </a:bodyPr>
            <a:lstStyle/>
            <a:p>
              <a:pPr algn="l" latinLnBrk="0">
                <a:lnSpc>
                  <a:spcPts val="1200"/>
                </a:lnSpc>
                <a:spcBef>
                  <a:spcPts val="100"/>
                </a:spcBef>
                <a:spcAft>
                  <a:spcPts val="100"/>
                </a:spcAft>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내일 희망 일터혁신 컨설팅기관 지정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노사발전재단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p>
          </p:txBody>
        </p:sp>
        <p:sp>
          <p:nvSpPr>
            <p:cNvPr id="11" name="직사각형 10">
              <a:extLst>
                <a:ext uri="{FF2B5EF4-FFF2-40B4-BE49-F238E27FC236}">
                  <a16:creationId xmlns:a16="http://schemas.microsoft.com/office/drawing/2014/main" id="{91344A87-4FE6-ECAA-406E-6D5DE95CC19F}"/>
                </a:ext>
              </a:extLst>
            </p:cNvPr>
            <p:cNvSpPr/>
            <p:nvPr/>
          </p:nvSpPr>
          <p:spPr>
            <a:xfrm>
              <a:off x="3994290" y="2532399"/>
              <a:ext cx="307400" cy="232371"/>
            </a:xfrm>
            <a:prstGeom prst="rect">
              <a:avLst/>
            </a:prstGeom>
          </p:spPr>
          <p:txBody>
            <a:bodyPr wrap="square" lIns="0" rIns="0">
              <a:spAutoFit/>
            </a:bodyPr>
            <a:lstStyle/>
            <a:p>
              <a:pPr latinLnBrk="0">
                <a:lnSpc>
                  <a:spcPts val="12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02</a:t>
              </a:r>
            </a:p>
          </p:txBody>
        </p:sp>
      </p:grpSp>
      <p:grpSp>
        <p:nvGrpSpPr>
          <p:cNvPr id="12" name="그룹 11">
            <a:extLst>
              <a:ext uri="{FF2B5EF4-FFF2-40B4-BE49-F238E27FC236}">
                <a16:creationId xmlns:a16="http://schemas.microsoft.com/office/drawing/2014/main" id="{EDEEB502-97CA-05BB-3E86-42C6BAC32DC2}"/>
              </a:ext>
            </a:extLst>
          </p:cNvPr>
          <p:cNvGrpSpPr/>
          <p:nvPr/>
        </p:nvGrpSpPr>
        <p:grpSpPr>
          <a:xfrm>
            <a:off x="3243942" y="2605265"/>
            <a:ext cx="2888209" cy="382541"/>
            <a:chOff x="3537857" y="3104874"/>
            <a:chExt cx="3114806" cy="382541"/>
          </a:xfrm>
        </p:grpSpPr>
        <p:sp>
          <p:nvSpPr>
            <p:cNvPr id="13" name="TextBox 12">
              <a:extLst>
                <a:ext uri="{FF2B5EF4-FFF2-40B4-BE49-F238E27FC236}">
                  <a16:creationId xmlns:a16="http://schemas.microsoft.com/office/drawing/2014/main" id="{0E629D90-5DF9-BC25-F2E0-201C3830CC5C}"/>
                </a:ext>
              </a:extLst>
            </p:cNvPr>
            <p:cNvSpPr txBox="1"/>
            <p:nvPr/>
          </p:nvSpPr>
          <p:spPr>
            <a:xfrm>
              <a:off x="3537857" y="3150056"/>
              <a:ext cx="601612" cy="271869"/>
            </a:xfrm>
            <a:prstGeom prst="rect">
              <a:avLst/>
            </a:prstGeom>
            <a:noFill/>
          </p:spPr>
          <p:txBody>
            <a:bodyPr wrap="none" rtlCol="0">
              <a:spAutoFit/>
            </a:bodyPr>
            <a:lstStyle/>
            <a:p>
              <a:pPr algn="l" latinLnBrk="0">
                <a:lnSpc>
                  <a:spcPts val="1400"/>
                </a:lnSpc>
                <a:spcBef>
                  <a:spcPts val="100"/>
                </a:spcBef>
                <a:spcAft>
                  <a:spcPts val="100"/>
                </a:spcAft>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2014</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14" name="직사각형 13">
              <a:extLst>
                <a:ext uri="{FF2B5EF4-FFF2-40B4-BE49-F238E27FC236}">
                  <a16:creationId xmlns:a16="http://schemas.microsoft.com/office/drawing/2014/main" id="{4BCF1665-A595-5AE4-CF18-20233F43F466}"/>
                </a:ext>
              </a:extLst>
            </p:cNvPr>
            <p:cNvSpPr/>
            <p:nvPr/>
          </p:nvSpPr>
          <p:spPr>
            <a:xfrm>
              <a:off x="4322814" y="3104874"/>
              <a:ext cx="2329849" cy="382541"/>
            </a:xfrm>
            <a:prstGeom prst="rect">
              <a:avLst/>
            </a:prstGeom>
          </p:spPr>
          <p:txBody>
            <a:bodyPr wrap="square" lIns="0" rIns="0">
              <a:spAutoFit/>
            </a:bodyPr>
            <a:lstStyle/>
            <a:p>
              <a:pPr algn="l" latinLnBrk="0">
                <a:lnSpc>
                  <a:spcPts val="1200"/>
                </a:lnSpc>
                <a:spcBef>
                  <a:spcPts val="100"/>
                </a:spcBef>
                <a:spcAft>
                  <a:spcPts val="100"/>
                </a:spcAft>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국가인적자원개발 컨소시엄 사업관계자 역량강화 과정 개발</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한국기술교육대학교</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 </a:t>
              </a:r>
            </a:p>
          </p:txBody>
        </p:sp>
        <p:sp>
          <p:nvSpPr>
            <p:cNvPr id="17" name="직사각형 16">
              <a:extLst>
                <a:ext uri="{FF2B5EF4-FFF2-40B4-BE49-F238E27FC236}">
                  <a16:creationId xmlns:a16="http://schemas.microsoft.com/office/drawing/2014/main" id="{65DBFBF4-1AD1-AF4C-7DFF-8338952F749C}"/>
                </a:ext>
              </a:extLst>
            </p:cNvPr>
            <p:cNvSpPr/>
            <p:nvPr/>
          </p:nvSpPr>
          <p:spPr>
            <a:xfrm>
              <a:off x="3994290" y="3104874"/>
              <a:ext cx="307400" cy="232371"/>
            </a:xfrm>
            <a:prstGeom prst="rect">
              <a:avLst/>
            </a:prstGeom>
          </p:spPr>
          <p:txBody>
            <a:bodyPr wrap="square">
              <a:spAutoFit/>
            </a:bodyPr>
            <a:lstStyle/>
            <a:p>
              <a:pPr algn="l" latinLnBrk="0">
                <a:lnSpc>
                  <a:spcPts val="12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09</a:t>
              </a:r>
            </a:p>
          </p:txBody>
        </p:sp>
      </p:grpSp>
      <p:grpSp>
        <p:nvGrpSpPr>
          <p:cNvPr id="18" name="그룹 17">
            <a:extLst>
              <a:ext uri="{FF2B5EF4-FFF2-40B4-BE49-F238E27FC236}">
                <a16:creationId xmlns:a16="http://schemas.microsoft.com/office/drawing/2014/main" id="{6C0D9D12-49B3-E640-A12D-E2802009727A}"/>
              </a:ext>
            </a:extLst>
          </p:cNvPr>
          <p:cNvGrpSpPr/>
          <p:nvPr/>
        </p:nvGrpSpPr>
        <p:grpSpPr>
          <a:xfrm>
            <a:off x="3243942" y="2996431"/>
            <a:ext cx="2725779" cy="565796"/>
            <a:chOff x="3537857" y="3655988"/>
            <a:chExt cx="2939632" cy="565796"/>
          </a:xfrm>
        </p:grpSpPr>
        <p:sp>
          <p:nvSpPr>
            <p:cNvPr id="19" name="TextBox 18">
              <a:extLst>
                <a:ext uri="{FF2B5EF4-FFF2-40B4-BE49-F238E27FC236}">
                  <a16:creationId xmlns:a16="http://schemas.microsoft.com/office/drawing/2014/main" id="{2DDBC2D7-3764-6C08-A38A-4E3109D312D3}"/>
                </a:ext>
              </a:extLst>
            </p:cNvPr>
            <p:cNvSpPr txBox="1"/>
            <p:nvPr/>
          </p:nvSpPr>
          <p:spPr>
            <a:xfrm>
              <a:off x="3537857" y="3699965"/>
              <a:ext cx="601612" cy="271869"/>
            </a:xfrm>
            <a:prstGeom prst="rect">
              <a:avLst/>
            </a:prstGeom>
            <a:noFill/>
          </p:spPr>
          <p:txBody>
            <a:bodyPr wrap="none" rtlCol="0">
              <a:spAutoFit/>
            </a:bodyPr>
            <a:lstStyle/>
            <a:p>
              <a:pPr algn="l" latinLnBrk="0">
                <a:lnSpc>
                  <a:spcPts val="1400"/>
                </a:lnSpc>
                <a:spcBef>
                  <a:spcPts val="100"/>
                </a:spcBef>
                <a:spcAft>
                  <a:spcPts val="100"/>
                </a:spcAft>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2015</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21" name="직사각형 20">
              <a:extLst>
                <a:ext uri="{FF2B5EF4-FFF2-40B4-BE49-F238E27FC236}">
                  <a16:creationId xmlns:a16="http://schemas.microsoft.com/office/drawing/2014/main" id="{22D1676D-1E04-B714-996C-800EAAEC6C4E}"/>
                </a:ext>
              </a:extLst>
            </p:cNvPr>
            <p:cNvSpPr/>
            <p:nvPr/>
          </p:nvSpPr>
          <p:spPr>
            <a:xfrm>
              <a:off x="4322814" y="3655988"/>
              <a:ext cx="2154675" cy="565796"/>
            </a:xfrm>
            <a:prstGeom prst="rect">
              <a:avLst/>
            </a:prstGeom>
          </p:spPr>
          <p:txBody>
            <a:bodyPr wrap="square" lIns="0" rIns="0">
              <a:spAutoFit/>
            </a:bodyPr>
            <a:lstStyle/>
            <a:p>
              <a:pPr algn="l" latinLnBrk="0">
                <a:lnSpc>
                  <a:spcPts val="1200"/>
                </a:lnSpc>
                <a:spcBef>
                  <a:spcPts val="100"/>
                </a:spcBef>
                <a:spcAft>
                  <a:spcPts val="100"/>
                </a:spcAft>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고용노동부 직업능력개발훈련 훈련기관 인증 획득</a:t>
              </a:r>
            </a:p>
            <a:p>
              <a:pPr algn="l" latinLnBrk="0">
                <a:lnSpc>
                  <a:spcPts val="1200"/>
                </a:lnSpc>
                <a:spcBef>
                  <a:spcPts val="100"/>
                </a:spcBef>
                <a:spcAft>
                  <a:spcPts val="100"/>
                </a:spcAft>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NCS </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기업활용 컨설팅 운영기관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endPar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22" name="직사각형 21">
              <a:extLst>
                <a:ext uri="{FF2B5EF4-FFF2-40B4-BE49-F238E27FC236}">
                  <a16:creationId xmlns:a16="http://schemas.microsoft.com/office/drawing/2014/main" id="{7BFB1643-C39A-E15B-D34A-2854C7FA1DDD}"/>
                </a:ext>
              </a:extLst>
            </p:cNvPr>
            <p:cNvSpPr/>
            <p:nvPr/>
          </p:nvSpPr>
          <p:spPr>
            <a:xfrm>
              <a:off x="3994290" y="3655988"/>
              <a:ext cx="307400" cy="411908"/>
            </a:xfrm>
            <a:prstGeom prst="rect">
              <a:avLst/>
            </a:prstGeom>
          </p:spPr>
          <p:txBody>
            <a:bodyPr wrap="square">
              <a:spAutoFit/>
            </a:bodyPr>
            <a:lstStyle/>
            <a:p>
              <a:pPr algn="l" latinLnBrk="0">
                <a:lnSpc>
                  <a:spcPts val="12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04</a:t>
              </a:r>
            </a:p>
            <a:p>
              <a:pPr algn="l" latinLnBrk="0">
                <a:lnSpc>
                  <a:spcPts val="12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06 </a:t>
              </a:r>
            </a:p>
          </p:txBody>
        </p:sp>
      </p:grpSp>
      <p:grpSp>
        <p:nvGrpSpPr>
          <p:cNvPr id="23" name="그룹 22">
            <a:extLst>
              <a:ext uri="{FF2B5EF4-FFF2-40B4-BE49-F238E27FC236}">
                <a16:creationId xmlns:a16="http://schemas.microsoft.com/office/drawing/2014/main" id="{8DFB77D2-C8DC-022F-403F-D47D8DC9469F}"/>
              </a:ext>
            </a:extLst>
          </p:cNvPr>
          <p:cNvGrpSpPr/>
          <p:nvPr/>
        </p:nvGrpSpPr>
        <p:grpSpPr>
          <a:xfrm>
            <a:off x="3243941" y="3485628"/>
            <a:ext cx="2888210" cy="591444"/>
            <a:chOff x="3537857" y="4154088"/>
            <a:chExt cx="3114807" cy="591444"/>
          </a:xfrm>
        </p:grpSpPr>
        <p:sp>
          <p:nvSpPr>
            <p:cNvPr id="24" name="TextBox 23">
              <a:extLst>
                <a:ext uri="{FF2B5EF4-FFF2-40B4-BE49-F238E27FC236}">
                  <a16:creationId xmlns:a16="http://schemas.microsoft.com/office/drawing/2014/main" id="{724AC030-8DF2-DE20-6C76-F6FBA6B0E1E9}"/>
                </a:ext>
              </a:extLst>
            </p:cNvPr>
            <p:cNvSpPr txBox="1"/>
            <p:nvPr/>
          </p:nvSpPr>
          <p:spPr>
            <a:xfrm>
              <a:off x="3537857" y="4196938"/>
              <a:ext cx="601612" cy="271869"/>
            </a:xfrm>
            <a:prstGeom prst="rect">
              <a:avLst/>
            </a:prstGeom>
            <a:noFill/>
          </p:spPr>
          <p:txBody>
            <a:bodyPr wrap="none" rtlCol="0">
              <a:spAutoFit/>
            </a:bodyPr>
            <a:lstStyle/>
            <a:p>
              <a:pPr algn="l" latinLnBrk="0">
                <a:lnSpc>
                  <a:spcPts val="1400"/>
                </a:lnSpc>
                <a:spcBef>
                  <a:spcPts val="100"/>
                </a:spcBef>
                <a:spcAft>
                  <a:spcPts val="100"/>
                </a:spcAft>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2016</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25" name="직사각형 24">
              <a:extLst>
                <a:ext uri="{FF2B5EF4-FFF2-40B4-BE49-F238E27FC236}">
                  <a16:creationId xmlns:a16="http://schemas.microsoft.com/office/drawing/2014/main" id="{AED1920A-A602-6756-9236-D6C9B0265F74}"/>
                </a:ext>
              </a:extLst>
            </p:cNvPr>
            <p:cNvSpPr/>
            <p:nvPr/>
          </p:nvSpPr>
          <p:spPr>
            <a:xfrm>
              <a:off x="4322814" y="4154088"/>
              <a:ext cx="2329850" cy="565796"/>
            </a:xfrm>
            <a:prstGeom prst="rect">
              <a:avLst/>
            </a:prstGeom>
          </p:spPr>
          <p:txBody>
            <a:bodyPr wrap="square" lIns="0" rIns="0">
              <a:spAutoFit/>
            </a:bodyPr>
            <a:lstStyle/>
            <a:p>
              <a:pPr algn="l" latinLnBrk="0">
                <a:lnSpc>
                  <a:spcPts val="1200"/>
                </a:lnSpc>
                <a:spcBef>
                  <a:spcPts val="100"/>
                </a:spcBef>
                <a:spcAft>
                  <a:spcPts val="100"/>
                </a:spcAft>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NCS </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개발 참여전문가 역량향상과정 수행기관 지정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p>
            <a:p>
              <a:pPr algn="l" latinLnBrk="0">
                <a:lnSpc>
                  <a:spcPts val="1200"/>
                </a:lnSpc>
                <a:spcBef>
                  <a:spcPts val="100"/>
                </a:spcBef>
                <a:spcAft>
                  <a:spcPts val="100"/>
                </a:spcAft>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일터혁신 컨설팅 지원사업 수행기관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고용노동부</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p>
          </p:txBody>
        </p:sp>
        <p:sp>
          <p:nvSpPr>
            <p:cNvPr id="26" name="직사각형 25">
              <a:extLst>
                <a:ext uri="{FF2B5EF4-FFF2-40B4-BE49-F238E27FC236}">
                  <a16:creationId xmlns:a16="http://schemas.microsoft.com/office/drawing/2014/main" id="{C687CCF5-7FE2-5CA4-0832-BE7E90DC93C5}"/>
                </a:ext>
              </a:extLst>
            </p:cNvPr>
            <p:cNvSpPr/>
            <p:nvPr/>
          </p:nvSpPr>
          <p:spPr>
            <a:xfrm>
              <a:off x="3994290" y="4154088"/>
              <a:ext cx="307400" cy="591444"/>
            </a:xfrm>
            <a:prstGeom prst="rect">
              <a:avLst/>
            </a:prstGeom>
          </p:spPr>
          <p:txBody>
            <a:bodyPr wrap="square">
              <a:spAutoFit/>
            </a:bodyPr>
            <a:lstStyle/>
            <a:p>
              <a:pPr algn="l" latinLnBrk="0">
                <a:lnSpc>
                  <a:spcPts val="12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06</a:t>
              </a:r>
            </a:p>
            <a:p>
              <a:pPr algn="l" latinLnBrk="0">
                <a:lnSpc>
                  <a:spcPts val="1200"/>
                </a:lnSpc>
                <a:spcBef>
                  <a:spcPts val="100"/>
                </a:spcBef>
                <a:spcAft>
                  <a:spcPts val="100"/>
                </a:spcAft>
                <a:buFont typeface="Wingdings" pitchFamily="2" charset="2"/>
                <a:buNone/>
                <a:defRPr/>
              </a:pP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a:p>
              <a:pPr algn="l" latinLnBrk="0">
                <a:lnSpc>
                  <a:spcPts val="12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04</a:t>
              </a:r>
            </a:p>
          </p:txBody>
        </p:sp>
      </p:grpSp>
      <p:grpSp>
        <p:nvGrpSpPr>
          <p:cNvPr id="27" name="그룹 26">
            <a:extLst>
              <a:ext uri="{FF2B5EF4-FFF2-40B4-BE49-F238E27FC236}">
                <a16:creationId xmlns:a16="http://schemas.microsoft.com/office/drawing/2014/main" id="{418AD643-EBC7-3CF0-1F0A-452050615899}"/>
              </a:ext>
            </a:extLst>
          </p:cNvPr>
          <p:cNvGrpSpPr/>
          <p:nvPr/>
        </p:nvGrpSpPr>
        <p:grpSpPr>
          <a:xfrm>
            <a:off x="3243942" y="4017033"/>
            <a:ext cx="2851707" cy="565796"/>
            <a:chOff x="3537857" y="4758260"/>
            <a:chExt cx="3075440" cy="565796"/>
          </a:xfrm>
        </p:grpSpPr>
        <p:sp>
          <p:nvSpPr>
            <p:cNvPr id="28" name="TextBox 27">
              <a:extLst>
                <a:ext uri="{FF2B5EF4-FFF2-40B4-BE49-F238E27FC236}">
                  <a16:creationId xmlns:a16="http://schemas.microsoft.com/office/drawing/2014/main" id="{4E3CA508-1BB2-C5EE-B46B-015A313D247C}"/>
                </a:ext>
              </a:extLst>
            </p:cNvPr>
            <p:cNvSpPr txBox="1"/>
            <p:nvPr/>
          </p:nvSpPr>
          <p:spPr>
            <a:xfrm>
              <a:off x="3537857" y="4768261"/>
              <a:ext cx="601612" cy="271869"/>
            </a:xfrm>
            <a:prstGeom prst="rect">
              <a:avLst/>
            </a:prstGeom>
            <a:noFill/>
          </p:spPr>
          <p:txBody>
            <a:bodyPr wrap="none" rtlCol="0">
              <a:spAutoFit/>
            </a:bodyPr>
            <a:lstStyle/>
            <a:p>
              <a:pPr algn="l" latinLnBrk="0">
                <a:lnSpc>
                  <a:spcPts val="1400"/>
                </a:lnSpc>
                <a:spcBef>
                  <a:spcPts val="100"/>
                </a:spcBef>
                <a:spcAft>
                  <a:spcPts val="100"/>
                </a:spcAft>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2017</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29" name="직사각형 28">
              <a:extLst>
                <a:ext uri="{FF2B5EF4-FFF2-40B4-BE49-F238E27FC236}">
                  <a16:creationId xmlns:a16="http://schemas.microsoft.com/office/drawing/2014/main" id="{0B0126B9-721D-932F-545C-BB994C4F54B8}"/>
                </a:ext>
              </a:extLst>
            </p:cNvPr>
            <p:cNvSpPr/>
            <p:nvPr/>
          </p:nvSpPr>
          <p:spPr>
            <a:xfrm>
              <a:off x="4322814" y="4758260"/>
              <a:ext cx="2290483" cy="565796"/>
            </a:xfrm>
            <a:prstGeom prst="rect">
              <a:avLst/>
            </a:prstGeom>
          </p:spPr>
          <p:txBody>
            <a:bodyPr wrap="square" lIns="0" rIns="0">
              <a:spAutoFit/>
            </a:bodyPr>
            <a:lstStyle/>
            <a:p>
              <a:pPr algn="l" latinLnBrk="0">
                <a:lnSpc>
                  <a:spcPts val="1200"/>
                </a:lnSpc>
                <a:spcBef>
                  <a:spcPts val="100"/>
                </a:spcBef>
                <a:spcAft>
                  <a:spcPts val="100"/>
                </a:spcAft>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일터혁신 컨설팅 지원사업 수행기관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고용노동부</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p>
            <a:p>
              <a:pPr algn="l" latinLnBrk="0">
                <a:lnSpc>
                  <a:spcPts val="1200"/>
                </a:lnSpc>
                <a:spcBef>
                  <a:spcPts val="100"/>
                </a:spcBef>
                <a:spcAft>
                  <a:spcPts val="100"/>
                </a:spcAft>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NCS</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개발 개선의견 전문가 검토 지원사업 수행기관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p>
          </p:txBody>
        </p:sp>
        <p:sp>
          <p:nvSpPr>
            <p:cNvPr id="30" name="직사각형 29">
              <a:extLst>
                <a:ext uri="{FF2B5EF4-FFF2-40B4-BE49-F238E27FC236}">
                  <a16:creationId xmlns:a16="http://schemas.microsoft.com/office/drawing/2014/main" id="{7BD188B0-C51D-B872-E16C-48DA231BE256}"/>
                </a:ext>
              </a:extLst>
            </p:cNvPr>
            <p:cNvSpPr/>
            <p:nvPr/>
          </p:nvSpPr>
          <p:spPr>
            <a:xfrm>
              <a:off x="3994290" y="4758260"/>
              <a:ext cx="307400" cy="411908"/>
            </a:xfrm>
            <a:prstGeom prst="rect">
              <a:avLst/>
            </a:prstGeom>
          </p:spPr>
          <p:txBody>
            <a:bodyPr wrap="square">
              <a:spAutoFit/>
            </a:bodyPr>
            <a:lstStyle/>
            <a:p>
              <a:pPr algn="l" latinLnBrk="0">
                <a:lnSpc>
                  <a:spcPts val="12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03</a:t>
              </a:r>
            </a:p>
            <a:p>
              <a:pPr algn="l" latinLnBrk="0">
                <a:lnSpc>
                  <a:spcPts val="12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12</a:t>
              </a:r>
            </a:p>
          </p:txBody>
        </p:sp>
      </p:grpSp>
      <p:grpSp>
        <p:nvGrpSpPr>
          <p:cNvPr id="31" name="그룹 30">
            <a:extLst>
              <a:ext uri="{FF2B5EF4-FFF2-40B4-BE49-F238E27FC236}">
                <a16:creationId xmlns:a16="http://schemas.microsoft.com/office/drawing/2014/main" id="{EB39BE53-07B5-23C8-CCA7-AB24374940EF}"/>
              </a:ext>
            </a:extLst>
          </p:cNvPr>
          <p:cNvGrpSpPr/>
          <p:nvPr/>
        </p:nvGrpSpPr>
        <p:grpSpPr>
          <a:xfrm>
            <a:off x="3243942" y="4591454"/>
            <a:ext cx="2851707" cy="565796"/>
            <a:chOff x="3537857" y="5261600"/>
            <a:chExt cx="3075440" cy="565796"/>
          </a:xfrm>
        </p:grpSpPr>
        <p:sp>
          <p:nvSpPr>
            <p:cNvPr id="32" name="TextBox 31">
              <a:extLst>
                <a:ext uri="{FF2B5EF4-FFF2-40B4-BE49-F238E27FC236}">
                  <a16:creationId xmlns:a16="http://schemas.microsoft.com/office/drawing/2014/main" id="{2D32BC2A-4AE9-64BA-09DD-F68D83DE914F}"/>
                </a:ext>
              </a:extLst>
            </p:cNvPr>
            <p:cNvSpPr txBox="1"/>
            <p:nvPr/>
          </p:nvSpPr>
          <p:spPr>
            <a:xfrm>
              <a:off x="3537857" y="5274989"/>
              <a:ext cx="601612" cy="271869"/>
            </a:xfrm>
            <a:prstGeom prst="rect">
              <a:avLst/>
            </a:prstGeom>
            <a:noFill/>
          </p:spPr>
          <p:txBody>
            <a:bodyPr wrap="none" rtlCol="0">
              <a:spAutoFit/>
            </a:bodyPr>
            <a:lstStyle/>
            <a:p>
              <a:pPr algn="l" latinLnBrk="0">
                <a:lnSpc>
                  <a:spcPts val="1400"/>
                </a:lnSpc>
                <a:spcBef>
                  <a:spcPts val="100"/>
                </a:spcBef>
                <a:spcAft>
                  <a:spcPts val="100"/>
                </a:spcAft>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2018</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33" name="직사각형 32">
              <a:extLst>
                <a:ext uri="{FF2B5EF4-FFF2-40B4-BE49-F238E27FC236}">
                  <a16:creationId xmlns:a16="http://schemas.microsoft.com/office/drawing/2014/main" id="{0A116681-6A42-CF6C-FC34-E41D5A59AE92}"/>
                </a:ext>
              </a:extLst>
            </p:cNvPr>
            <p:cNvSpPr/>
            <p:nvPr/>
          </p:nvSpPr>
          <p:spPr>
            <a:xfrm>
              <a:off x="4322814" y="5261600"/>
              <a:ext cx="2290483" cy="565796"/>
            </a:xfrm>
            <a:prstGeom prst="rect">
              <a:avLst/>
            </a:prstGeom>
          </p:spPr>
          <p:txBody>
            <a:bodyPr wrap="square" lIns="0" rIns="0">
              <a:spAutoFit/>
            </a:bodyPr>
            <a:lstStyle/>
            <a:p>
              <a:pPr algn="l" latinLnBrk="0">
                <a:lnSpc>
                  <a:spcPts val="1200"/>
                </a:lnSpc>
                <a:spcBef>
                  <a:spcPts val="100"/>
                </a:spcBef>
                <a:spcAft>
                  <a:spcPts val="100"/>
                </a:spcAft>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일터혁신 컨설팅 지원사업 수행기관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고용노동부</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p>
            <a:p>
              <a:pPr algn="l" latinLnBrk="0">
                <a:lnSpc>
                  <a:spcPts val="1200"/>
                </a:lnSpc>
                <a:spcBef>
                  <a:spcPts val="100"/>
                </a:spcBef>
                <a:spcAft>
                  <a:spcPts val="100"/>
                </a:spcAft>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NCS</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개발∙개선</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 참여인력 역량향상과정 수행기관 지정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p>
          </p:txBody>
        </p:sp>
        <p:sp>
          <p:nvSpPr>
            <p:cNvPr id="34" name="직사각형 33">
              <a:extLst>
                <a:ext uri="{FF2B5EF4-FFF2-40B4-BE49-F238E27FC236}">
                  <a16:creationId xmlns:a16="http://schemas.microsoft.com/office/drawing/2014/main" id="{B55D3374-59DF-3EFB-7294-FB508D5A1718}"/>
                </a:ext>
              </a:extLst>
            </p:cNvPr>
            <p:cNvSpPr/>
            <p:nvPr/>
          </p:nvSpPr>
          <p:spPr>
            <a:xfrm>
              <a:off x="3994290" y="5278259"/>
              <a:ext cx="307400" cy="222753"/>
            </a:xfrm>
            <a:prstGeom prst="rect">
              <a:avLst/>
            </a:prstGeom>
          </p:spPr>
          <p:txBody>
            <a:bodyPr wrap="square">
              <a:spAutoFit/>
            </a:bodyPr>
            <a:lstStyle/>
            <a:p>
              <a:pPr algn="l" latinLnBrk="0">
                <a:lnSpc>
                  <a:spcPts val="11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04</a:t>
              </a:r>
            </a:p>
          </p:txBody>
        </p:sp>
      </p:grpSp>
      <p:grpSp>
        <p:nvGrpSpPr>
          <p:cNvPr id="35" name="그룹 34">
            <a:extLst>
              <a:ext uri="{FF2B5EF4-FFF2-40B4-BE49-F238E27FC236}">
                <a16:creationId xmlns:a16="http://schemas.microsoft.com/office/drawing/2014/main" id="{BDDE19A0-5D6E-770F-2006-7F09647C1335}"/>
              </a:ext>
            </a:extLst>
          </p:cNvPr>
          <p:cNvGrpSpPr/>
          <p:nvPr/>
        </p:nvGrpSpPr>
        <p:grpSpPr>
          <a:xfrm>
            <a:off x="3225761" y="5085184"/>
            <a:ext cx="2902666" cy="594367"/>
            <a:chOff x="3521268" y="5758081"/>
            <a:chExt cx="3130397" cy="594367"/>
          </a:xfrm>
        </p:grpSpPr>
        <p:sp>
          <p:nvSpPr>
            <p:cNvPr id="36" name="TextBox 35">
              <a:extLst>
                <a:ext uri="{FF2B5EF4-FFF2-40B4-BE49-F238E27FC236}">
                  <a16:creationId xmlns:a16="http://schemas.microsoft.com/office/drawing/2014/main" id="{9F409D2F-F779-2ED7-9DB5-DDA1DB3680CC}"/>
                </a:ext>
              </a:extLst>
            </p:cNvPr>
            <p:cNvSpPr txBox="1"/>
            <p:nvPr/>
          </p:nvSpPr>
          <p:spPr>
            <a:xfrm>
              <a:off x="3521268" y="5793153"/>
              <a:ext cx="634789" cy="271869"/>
            </a:xfrm>
            <a:prstGeom prst="rect">
              <a:avLst/>
            </a:prstGeom>
            <a:noFill/>
          </p:spPr>
          <p:txBody>
            <a:bodyPr wrap="square" rtlCol="0">
              <a:spAutoFit/>
            </a:bodyPr>
            <a:lstStyle/>
            <a:p>
              <a:pPr algn="l" latinLnBrk="0">
                <a:lnSpc>
                  <a:spcPts val="1400"/>
                </a:lnSpc>
                <a:spcBef>
                  <a:spcPts val="100"/>
                </a:spcBef>
                <a:spcAft>
                  <a:spcPts val="100"/>
                </a:spcAft>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2019</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37" name="직사각형 36">
              <a:extLst>
                <a:ext uri="{FF2B5EF4-FFF2-40B4-BE49-F238E27FC236}">
                  <a16:creationId xmlns:a16="http://schemas.microsoft.com/office/drawing/2014/main" id="{3381FB45-12AF-002F-99B4-CE5BB705B877}"/>
                </a:ext>
              </a:extLst>
            </p:cNvPr>
            <p:cNvSpPr/>
            <p:nvPr/>
          </p:nvSpPr>
          <p:spPr>
            <a:xfrm>
              <a:off x="3994290" y="5758081"/>
              <a:ext cx="307400" cy="430631"/>
            </a:xfrm>
            <a:prstGeom prst="rect">
              <a:avLst/>
            </a:prstGeom>
          </p:spPr>
          <p:txBody>
            <a:bodyPr wrap="square">
              <a:spAutoFit/>
            </a:bodyPr>
            <a:lstStyle/>
            <a:p>
              <a:pPr algn="l" latinLnBrk="0">
                <a:lnSpc>
                  <a:spcPts val="13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03</a:t>
              </a:r>
            </a:p>
            <a:p>
              <a:pPr algn="l" latinLnBrk="0">
                <a:lnSpc>
                  <a:spcPts val="13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04</a:t>
              </a:r>
            </a:p>
          </p:txBody>
        </p:sp>
        <p:sp>
          <p:nvSpPr>
            <p:cNvPr id="38" name="직사각형 37">
              <a:extLst>
                <a:ext uri="{FF2B5EF4-FFF2-40B4-BE49-F238E27FC236}">
                  <a16:creationId xmlns:a16="http://schemas.microsoft.com/office/drawing/2014/main" id="{2FC3DDD7-54DA-2623-98B3-3D58425001BF}"/>
                </a:ext>
              </a:extLst>
            </p:cNvPr>
            <p:cNvSpPr/>
            <p:nvPr/>
          </p:nvSpPr>
          <p:spPr>
            <a:xfrm>
              <a:off x="4322814" y="5786652"/>
              <a:ext cx="2328851" cy="565796"/>
            </a:xfrm>
            <a:prstGeom prst="rect">
              <a:avLst/>
            </a:prstGeom>
          </p:spPr>
          <p:txBody>
            <a:bodyPr wrap="square" lIns="0" rIns="0">
              <a:spAutoFit/>
            </a:bodyPr>
            <a:lstStyle/>
            <a:p>
              <a:pPr algn="l" latinLnBrk="0">
                <a:lnSpc>
                  <a:spcPts val="1200"/>
                </a:lnSpc>
                <a:spcBef>
                  <a:spcPts val="100"/>
                </a:spcBef>
                <a:spcAft>
                  <a:spcPts val="100"/>
                </a:spcAft>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일터혁신 컨설팅 지원사업 수행기관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고용노동부</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p>
            <a:p>
              <a:pPr algn="l" latinLnBrk="0">
                <a:lnSpc>
                  <a:spcPts val="1200"/>
                </a:lnSpc>
                <a:spcBef>
                  <a:spcPts val="100"/>
                </a:spcBef>
                <a:spcAft>
                  <a:spcPts val="100"/>
                </a:spcAft>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‘19</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NCS</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기업활용컨설팅 운영기관 지정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p>
          </p:txBody>
        </p:sp>
      </p:grpSp>
      <p:grpSp>
        <p:nvGrpSpPr>
          <p:cNvPr id="39" name="그룹 38">
            <a:extLst>
              <a:ext uri="{FF2B5EF4-FFF2-40B4-BE49-F238E27FC236}">
                <a16:creationId xmlns:a16="http://schemas.microsoft.com/office/drawing/2014/main" id="{A4E2FCB9-2818-FC0A-63DD-0F63FB0CCD94}"/>
              </a:ext>
            </a:extLst>
          </p:cNvPr>
          <p:cNvGrpSpPr/>
          <p:nvPr/>
        </p:nvGrpSpPr>
        <p:grpSpPr>
          <a:xfrm>
            <a:off x="5997116" y="1772816"/>
            <a:ext cx="3341465" cy="924869"/>
            <a:chOff x="6475799" y="2360501"/>
            <a:chExt cx="3091075" cy="924869"/>
          </a:xfrm>
        </p:grpSpPr>
        <p:sp>
          <p:nvSpPr>
            <p:cNvPr id="40" name="TextBox 39">
              <a:extLst>
                <a:ext uri="{FF2B5EF4-FFF2-40B4-BE49-F238E27FC236}">
                  <a16:creationId xmlns:a16="http://schemas.microsoft.com/office/drawing/2014/main" id="{9AB463F1-F9EF-60D1-A09E-2EFF3EC3CF58}"/>
                </a:ext>
              </a:extLst>
            </p:cNvPr>
            <p:cNvSpPr txBox="1"/>
            <p:nvPr/>
          </p:nvSpPr>
          <p:spPr>
            <a:xfrm>
              <a:off x="6475799" y="2398196"/>
              <a:ext cx="516043" cy="271869"/>
            </a:xfrm>
            <a:prstGeom prst="rect">
              <a:avLst/>
            </a:prstGeom>
            <a:noFill/>
          </p:spPr>
          <p:txBody>
            <a:bodyPr wrap="none" rtlCol="0">
              <a:spAutoFit/>
            </a:bodyPr>
            <a:lstStyle/>
            <a:p>
              <a:pPr algn="l" latinLnBrk="0">
                <a:lnSpc>
                  <a:spcPts val="1400"/>
                </a:lnSpc>
                <a:spcBef>
                  <a:spcPts val="100"/>
                </a:spcBef>
                <a:spcAft>
                  <a:spcPts val="100"/>
                </a:spcAft>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2021</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41" name="직사각형 40">
              <a:extLst>
                <a:ext uri="{FF2B5EF4-FFF2-40B4-BE49-F238E27FC236}">
                  <a16:creationId xmlns:a16="http://schemas.microsoft.com/office/drawing/2014/main" id="{B9B7ED19-2C97-0251-5DC5-A9BC84F8A5D9}"/>
                </a:ext>
              </a:extLst>
            </p:cNvPr>
            <p:cNvSpPr/>
            <p:nvPr/>
          </p:nvSpPr>
          <p:spPr>
            <a:xfrm>
              <a:off x="6930623" y="2360501"/>
              <a:ext cx="307400" cy="924869"/>
            </a:xfrm>
            <a:prstGeom prst="rect">
              <a:avLst/>
            </a:prstGeom>
          </p:spPr>
          <p:txBody>
            <a:bodyPr wrap="square">
              <a:spAutoFit/>
            </a:bodyPr>
            <a:lstStyle/>
            <a:p>
              <a:pPr algn="l" latinLnBrk="0">
                <a:lnSpc>
                  <a:spcPts val="12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03</a:t>
              </a:r>
            </a:p>
            <a:p>
              <a:pPr algn="l" latinLnBrk="0">
                <a:lnSpc>
                  <a:spcPts val="1200"/>
                </a:lnSpc>
                <a:spcBef>
                  <a:spcPts val="100"/>
                </a:spcBef>
                <a:spcAft>
                  <a:spcPts val="100"/>
                </a:spcAft>
                <a:buFont typeface="Wingdings" pitchFamily="2" charset="2"/>
                <a:buNone/>
                <a:defRPr/>
              </a:pP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a:p>
              <a:pPr algn="l" latinLnBrk="0">
                <a:lnSpc>
                  <a:spcPts val="12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03</a:t>
              </a:r>
            </a:p>
            <a:p>
              <a:pPr algn="l" latinLnBrk="0">
                <a:lnSpc>
                  <a:spcPts val="1000"/>
                </a:lnSpc>
                <a:spcBef>
                  <a:spcPts val="100"/>
                </a:spcBef>
                <a:spcAft>
                  <a:spcPts val="100"/>
                </a:spcAft>
                <a:buFont typeface="Wingdings" pitchFamily="2" charset="2"/>
                <a:buNone/>
                <a:defRPr/>
              </a:pP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a:p>
              <a:pPr algn="l" latinLnBrk="0">
                <a:lnSpc>
                  <a:spcPts val="12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12</a:t>
              </a:r>
            </a:p>
          </p:txBody>
        </p:sp>
        <p:sp>
          <p:nvSpPr>
            <p:cNvPr id="42" name="직사각형 41">
              <a:extLst>
                <a:ext uri="{FF2B5EF4-FFF2-40B4-BE49-F238E27FC236}">
                  <a16:creationId xmlns:a16="http://schemas.microsoft.com/office/drawing/2014/main" id="{C27C3AC9-9393-B8D5-8BDC-4A53F6A9B021}"/>
                </a:ext>
              </a:extLst>
            </p:cNvPr>
            <p:cNvSpPr/>
            <p:nvPr/>
          </p:nvSpPr>
          <p:spPr>
            <a:xfrm>
              <a:off x="7238023" y="2370711"/>
              <a:ext cx="2328851" cy="895502"/>
            </a:xfrm>
            <a:prstGeom prst="rect">
              <a:avLst/>
            </a:prstGeom>
          </p:spPr>
          <p:txBody>
            <a:bodyPr wrap="square" lIns="0" rIns="0">
              <a:spAutoFit/>
            </a:bodyPr>
            <a:lstStyle/>
            <a:p>
              <a:pPr algn="l" latinLnBrk="0">
                <a:lnSpc>
                  <a:spcPts val="1200"/>
                </a:lnSpc>
                <a:spcBef>
                  <a:spcPts val="100"/>
                </a:spcBef>
                <a:spcAft>
                  <a:spcPts val="100"/>
                </a:spcAft>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기업수요맞춤형 훈련사업 직무분석 및 훈련과정 개발 컨설팅사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한국전자기술연구원</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p>
            <a:p>
              <a:pPr algn="l" latinLnBrk="0">
                <a:lnSpc>
                  <a:spcPts val="1200"/>
                </a:lnSpc>
                <a:spcBef>
                  <a:spcPts val="100"/>
                </a:spcBef>
                <a:spcAft>
                  <a:spcPts val="100"/>
                </a:spcAft>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기업수요맞춤형 훈련사업 직무분석 및 훈련과정 개발 컨설팅사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국가임상시험지원재단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p>
            <a:p>
              <a:pPr algn="l" latinLnBrk="0">
                <a:lnSpc>
                  <a:spcPts val="1200"/>
                </a:lnSpc>
                <a:spcBef>
                  <a:spcPts val="100"/>
                </a:spcBef>
                <a:spcAft>
                  <a:spcPts val="100"/>
                </a:spcAft>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기업수요 맞춤형 직무분석 및 훈련과정 개발</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대한상공회의소</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p>
          </p:txBody>
        </p:sp>
      </p:grpSp>
      <p:grpSp>
        <p:nvGrpSpPr>
          <p:cNvPr id="43" name="그룹 42">
            <a:extLst>
              <a:ext uri="{FF2B5EF4-FFF2-40B4-BE49-F238E27FC236}">
                <a16:creationId xmlns:a16="http://schemas.microsoft.com/office/drawing/2014/main" id="{5C2D555C-5C1A-3C78-ABBB-5AD3FB96A0F6}"/>
              </a:ext>
            </a:extLst>
          </p:cNvPr>
          <p:cNvGrpSpPr/>
          <p:nvPr/>
        </p:nvGrpSpPr>
        <p:grpSpPr>
          <a:xfrm>
            <a:off x="5997117" y="3240723"/>
            <a:ext cx="3341464" cy="1437125"/>
            <a:chOff x="6475800" y="3871846"/>
            <a:chExt cx="3091074" cy="1437125"/>
          </a:xfrm>
        </p:grpSpPr>
        <p:sp>
          <p:nvSpPr>
            <p:cNvPr id="44" name="TextBox 43">
              <a:extLst>
                <a:ext uri="{FF2B5EF4-FFF2-40B4-BE49-F238E27FC236}">
                  <a16:creationId xmlns:a16="http://schemas.microsoft.com/office/drawing/2014/main" id="{0FA3D35A-2FE4-3C22-94D9-71D32BAABD24}"/>
                </a:ext>
              </a:extLst>
            </p:cNvPr>
            <p:cNvSpPr txBox="1"/>
            <p:nvPr/>
          </p:nvSpPr>
          <p:spPr>
            <a:xfrm>
              <a:off x="6475800" y="3924182"/>
              <a:ext cx="516043" cy="271869"/>
            </a:xfrm>
            <a:prstGeom prst="rect">
              <a:avLst/>
            </a:prstGeom>
            <a:noFill/>
          </p:spPr>
          <p:txBody>
            <a:bodyPr wrap="none" rtlCol="0">
              <a:spAutoFit/>
            </a:bodyPr>
            <a:lstStyle/>
            <a:p>
              <a:pPr algn="l" latinLnBrk="0">
                <a:lnSpc>
                  <a:spcPts val="1400"/>
                </a:lnSpc>
                <a:spcBef>
                  <a:spcPts val="100"/>
                </a:spcBef>
                <a:spcAft>
                  <a:spcPts val="100"/>
                </a:spcAft>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2023</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45" name="직사각형 44">
              <a:extLst>
                <a:ext uri="{FF2B5EF4-FFF2-40B4-BE49-F238E27FC236}">
                  <a16:creationId xmlns:a16="http://schemas.microsoft.com/office/drawing/2014/main" id="{9F6BA6D5-B3D0-0DB9-4DF5-5CE694F57B9F}"/>
                </a:ext>
              </a:extLst>
            </p:cNvPr>
            <p:cNvSpPr/>
            <p:nvPr/>
          </p:nvSpPr>
          <p:spPr>
            <a:xfrm>
              <a:off x="6930623" y="3871846"/>
              <a:ext cx="307400" cy="1283941"/>
            </a:xfrm>
            <a:prstGeom prst="rect">
              <a:avLst/>
            </a:prstGeom>
          </p:spPr>
          <p:txBody>
            <a:bodyPr wrap="square">
              <a:spAutoFit/>
            </a:bodyPr>
            <a:lstStyle/>
            <a:p>
              <a:pPr algn="l" latinLnBrk="0">
                <a:lnSpc>
                  <a:spcPts val="12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04</a:t>
              </a:r>
            </a:p>
            <a:p>
              <a:pPr algn="l" latinLnBrk="0">
                <a:lnSpc>
                  <a:spcPts val="12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07</a:t>
              </a:r>
            </a:p>
            <a:p>
              <a:pPr algn="l" latinLnBrk="0">
                <a:lnSpc>
                  <a:spcPts val="1200"/>
                </a:lnSpc>
                <a:spcBef>
                  <a:spcPts val="100"/>
                </a:spcBef>
                <a:spcAft>
                  <a:spcPts val="100"/>
                </a:spcAft>
                <a:buFont typeface="Wingdings" pitchFamily="2" charset="2"/>
                <a:buNone/>
                <a:defRPr/>
              </a:pP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a:p>
              <a:pPr algn="l" latinLnBrk="0">
                <a:lnSpc>
                  <a:spcPts val="1000"/>
                </a:lnSpc>
                <a:spcBef>
                  <a:spcPts val="100"/>
                </a:spcBef>
                <a:spcAft>
                  <a:spcPts val="100"/>
                </a:spcAft>
                <a:buFont typeface="Wingdings" pitchFamily="2" charset="2"/>
                <a:buNone/>
                <a:defRPr/>
              </a:pP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a:p>
              <a:pPr algn="l" latinLnBrk="0">
                <a:lnSpc>
                  <a:spcPts val="12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10</a:t>
              </a:r>
            </a:p>
            <a:p>
              <a:pPr algn="l" latinLnBrk="0">
                <a:lnSpc>
                  <a:spcPts val="1200"/>
                </a:lnSpc>
                <a:spcBef>
                  <a:spcPts val="100"/>
                </a:spcBef>
                <a:spcAft>
                  <a:spcPts val="100"/>
                </a:spcAft>
                <a:buFont typeface="Wingdings" pitchFamily="2" charset="2"/>
                <a:buNone/>
                <a:defRPr/>
              </a:pP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a:p>
              <a:pPr algn="l" latinLnBrk="0">
                <a:lnSpc>
                  <a:spcPts val="12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11</a:t>
              </a:r>
            </a:p>
          </p:txBody>
        </p:sp>
        <p:sp>
          <p:nvSpPr>
            <p:cNvPr id="46" name="직사각형 45">
              <a:extLst>
                <a:ext uri="{FF2B5EF4-FFF2-40B4-BE49-F238E27FC236}">
                  <a16:creationId xmlns:a16="http://schemas.microsoft.com/office/drawing/2014/main" id="{DD9590C1-238A-735D-D339-8E1981708943}"/>
                </a:ext>
              </a:extLst>
            </p:cNvPr>
            <p:cNvSpPr/>
            <p:nvPr/>
          </p:nvSpPr>
          <p:spPr>
            <a:xfrm>
              <a:off x="7238023" y="3871846"/>
              <a:ext cx="2328851" cy="1437125"/>
            </a:xfrm>
            <a:prstGeom prst="rect">
              <a:avLst/>
            </a:prstGeom>
          </p:spPr>
          <p:txBody>
            <a:bodyPr wrap="square" lIns="0" rIns="0">
              <a:spAutoFit/>
            </a:bodyPr>
            <a:lstStyle/>
            <a:p>
              <a:pPr algn="l" latinLnBrk="0">
                <a:lnSpc>
                  <a:spcPts val="1200"/>
                </a:lnSpc>
                <a:spcBef>
                  <a:spcPts val="100"/>
                </a:spcBef>
                <a:spcAft>
                  <a:spcPts val="100"/>
                </a:spcAft>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기업수요 맞춤형 직무분석 및 훈련과정 개발</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대한상공회의소</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p>
            <a:p>
              <a:pPr algn="l" latinLnBrk="0">
                <a:lnSpc>
                  <a:spcPts val="1200"/>
                </a:lnSpc>
                <a:spcBef>
                  <a:spcPts val="100"/>
                </a:spcBef>
                <a:spcAft>
                  <a:spcPts val="100"/>
                </a:spcAft>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산업전환 대비 기업맞춤형 진단 및 전략적 직무분석을 통한 훈련과정 및 로드맵 개발</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대한상공회의소</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p>
            <a:p>
              <a:pPr algn="l" latinLnBrk="0">
                <a:lnSpc>
                  <a:spcPts val="1200"/>
                </a:lnSpc>
                <a:spcBef>
                  <a:spcPts val="100"/>
                </a:spcBef>
                <a:spcAft>
                  <a:spcPts val="100"/>
                </a:spcAft>
              </a:pPr>
              <a:r>
                <a:rPr lang="ko-KR" altLang="en-US" sz="800" spc="-60" dirty="0" err="1">
                  <a:ln>
                    <a:solidFill>
                      <a:srgbClr val="4F81BD">
                        <a:alpha val="0"/>
                      </a:srgbClr>
                    </a:solidFill>
                  </a:ln>
                  <a:solidFill>
                    <a:srgbClr val="0070C0"/>
                  </a:solidFill>
                  <a:latin typeface="a고딕14" panose="02020600000000000000" pitchFamily="18" charset="-127"/>
                  <a:ea typeface="a고딕14" panose="02020600000000000000" pitchFamily="18" charset="-127"/>
                </a:rPr>
                <a:t>일학습병행기업현장교사</a:t>
              </a:r>
              <a:r>
                <a:rPr lang="ko-KR" altLang="en-US"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rPr>
                <a:t> 교육체계 설계</a:t>
              </a:r>
              <a:r>
                <a:rPr lang="en-US" altLang="ko-KR"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rPr>
                <a:t>(</a:t>
              </a:r>
              <a:r>
                <a:rPr lang="ko-KR" altLang="en-US"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rPr>
                <a:t>한국기술교육대학교</a:t>
              </a:r>
              <a:r>
                <a:rPr lang="en-US" altLang="ko-KR"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rPr>
                <a:t>)</a:t>
              </a:r>
            </a:p>
            <a:p>
              <a:pPr algn="l" latinLnBrk="0">
                <a:lnSpc>
                  <a:spcPts val="1200"/>
                </a:lnSpc>
                <a:spcBef>
                  <a:spcPts val="100"/>
                </a:spcBef>
                <a:spcAft>
                  <a:spcPts val="100"/>
                </a:spcAft>
              </a:pPr>
              <a:r>
                <a:rPr lang="ko-KR" altLang="en-US"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rPr>
                <a:t>한국기술교육대학교 중장기 발전계획 개편 연구 용역 </a:t>
              </a:r>
              <a:r>
                <a:rPr lang="en-US" altLang="ko-KR"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rPr>
                <a:t>(</a:t>
              </a:r>
              <a:r>
                <a:rPr lang="ko-KR" altLang="en-US"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rPr>
                <a:t>한국기술교육대학교</a:t>
              </a:r>
              <a:r>
                <a:rPr lang="en-US" altLang="ko-KR"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rPr>
                <a:t>)</a:t>
              </a:r>
            </a:p>
            <a:p>
              <a:pPr algn="l" latinLnBrk="0">
                <a:lnSpc>
                  <a:spcPts val="1200"/>
                </a:lnSpc>
                <a:spcBef>
                  <a:spcPts val="100"/>
                </a:spcBef>
                <a:spcAft>
                  <a:spcPts val="100"/>
                </a:spcAft>
              </a:pPr>
              <a:r>
                <a:rPr lang="ko-KR" altLang="en-US" sz="800" spc="-60" dirty="0" err="1">
                  <a:ln>
                    <a:solidFill>
                      <a:srgbClr val="4F81BD">
                        <a:alpha val="0"/>
                      </a:srgbClr>
                    </a:solidFill>
                  </a:ln>
                  <a:solidFill>
                    <a:srgbClr val="0070C0"/>
                  </a:solidFill>
                  <a:latin typeface="a고딕14" panose="02020600000000000000" pitchFamily="18" charset="-127"/>
                  <a:ea typeface="a고딕14" panose="02020600000000000000" pitchFamily="18" charset="-127"/>
                </a:rPr>
                <a:t>기술교육로드맵</a:t>
              </a:r>
              <a:r>
                <a:rPr lang="ko-KR" altLang="en-US"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rPr>
                <a:t> 평생 및 디지털 신기술 분야 개발 용역 </a:t>
              </a:r>
              <a:r>
                <a:rPr lang="en-US" altLang="ko-KR"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rPr>
                <a:t>(</a:t>
              </a:r>
              <a:r>
                <a:rPr lang="ko-KR" altLang="en-US"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rPr>
                <a:t>한국기술교육대학교</a:t>
              </a:r>
              <a:r>
                <a:rPr lang="en-US" altLang="ko-KR"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rPr>
                <a:t>)</a:t>
              </a:r>
            </a:p>
          </p:txBody>
        </p:sp>
      </p:grpSp>
      <p:grpSp>
        <p:nvGrpSpPr>
          <p:cNvPr id="47" name="그룹 46">
            <a:extLst>
              <a:ext uri="{FF2B5EF4-FFF2-40B4-BE49-F238E27FC236}">
                <a16:creationId xmlns:a16="http://schemas.microsoft.com/office/drawing/2014/main" id="{DB5E1C39-41C6-3CA8-55B1-DCAEF22FE6C6}"/>
              </a:ext>
            </a:extLst>
          </p:cNvPr>
          <p:cNvGrpSpPr/>
          <p:nvPr/>
        </p:nvGrpSpPr>
        <p:grpSpPr>
          <a:xfrm>
            <a:off x="5997117" y="2593506"/>
            <a:ext cx="3466211" cy="751396"/>
            <a:chOff x="6475800" y="3088993"/>
            <a:chExt cx="3206473" cy="751396"/>
          </a:xfrm>
        </p:grpSpPr>
        <p:sp>
          <p:nvSpPr>
            <p:cNvPr id="48" name="TextBox 47">
              <a:extLst>
                <a:ext uri="{FF2B5EF4-FFF2-40B4-BE49-F238E27FC236}">
                  <a16:creationId xmlns:a16="http://schemas.microsoft.com/office/drawing/2014/main" id="{203AFEBA-A203-3002-92E3-E3A2286893B1}"/>
                </a:ext>
              </a:extLst>
            </p:cNvPr>
            <p:cNvSpPr txBox="1"/>
            <p:nvPr/>
          </p:nvSpPr>
          <p:spPr>
            <a:xfrm>
              <a:off x="6475800" y="3126807"/>
              <a:ext cx="516043" cy="271869"/>
            </a:xfrm>
            <a:prstGeom prst="rect">
              <a:avLst/>
            </a:prstGeom>
            <a:noFill/>
          </p:spPr>
          <p:txBody>
            <a:bodyPr wrap="none" rtlCol="0">
              <a:spAutoFit/>
            </a:bodyPr>
            <a:lstStyle/>
            <a:p>
              <a:pPr algn="l" latinLnBrk="0">
                <a:lnSpc>
                  <a:spcPts val="1400"/>
                </a:lnSpc>
                <a:spcBef>
                  <a:spcPts val="100"/>
                </a:spcBef>
                <a:spcAft>
                  <a:spcPts val="100"/>
                </a:spcAft>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2022</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49" name="직사각형 48">
              <a:extLst>
                <a:ext uri="{FF2B5EF4-FFF2-40B4-BE49-F238E27FC236}">
                  <a16:creationId xmlns:a16="http://schemas.microsoft.com/office/drawing/2014/main" id="{408B4E96-5368-0567-435C-3C8E817CA151}"/>
                </a:ext>
              </a:extLst>
            </p:cNvPr>
            <p:cNvSpPr/>
            <p:nvPr/>
          </p:nvSpPr>
          <p:spPr>
            <a:xfrm>
              <a:off x="6930623" y="3088993"/>
              <a:ext cx="307400" cy="562077"/>
            </a:xfrm>
            <a:prstGeom prst="rect">
              <a:avLst/>
            </a:prstGeom>
          </p:spPr>
          <p:txBody>
            <a:bodyPr wrap="square">
              <a:spAutoFit/>
            </a:bodyPr>
            <a:lstStyle/>
            <a:p>
              <a:pPr algn="l" latinLnBrk="0">
                <a:lnSpc>
                  <a:spcPts val="12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02</a:t>
              </a:r>
            </a:p>
            <a:p>
              <a:pPr algn="l" latinLnBrk="0">
                <a:lnSpc>
                  <a:spcPts val="12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05</a:t>
              </a:r>
              <a:b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b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08</a:t>
              </a:r>
            </a:p>
          </p:txBody>
        </p:sp>
        <p:sp>
          <p:nvSpPr>
            <p:cNvPr id="50" name="직사각형 49">
              <a:extLst>
                <a:ext uri="{FF2B5EF4-FFF2-40B4-BE49-F238E27FC236}">
                  <a16:creationId xmlns:a16="http://schemas.microsoft.com/office/drawing/2014/main" id="{14924193-5BE0-7F99-A824-04206F2A9C31}"/>
                </a:ext>
              </a:extLst>
            </p:cNvPr>
            <p:cNvSpPr/>
            <p:nvPr/>
          </p:nvSpPr>
          <p:spPr>
            <a:xfrm>
              <a:off x="7238023" y="3095057"/>
              <a:ext cx="2444250" cy="745332"/>
            </a:xfrm>
            <a:prstGeom prst="rect">
              <a:avLst/>
            </a:prstGeom>
          </p:spPr>
          <p:txBody>
            <a:bodyPr wrap="square" lIns="0" rIns="0">
              <a:spAutoFit/>
            </a:bodyPr>
            <a:lstStyle/>
            <a:p>
              <a:pPr algn="l" latinLnBrk="0">
                <a:lnSpc>
                  <a:spcPts val="1200"/>
                </a:lnSpc>
                <a:spcBef>
                  <a:spcPts val="100"/>
                </a:spcBef>
                <a:spcAft>
                  <a:spcPts val="100"/>
                </a:spcAft>
              </a:pPr>
              <a:r>
                <a:rPr lang="ko-KR" altLang="en-US" sz="800" spc="-60" dirty="0" err="1">
                  <a:ln>
                    <a:solidFill>
                      <a:srgbClr val="4F81BD">
                        <a:alpha val="0"/>
                      </a:srgbClr>
                    </a:solidFill>
                  </a:ln>
                  <a:solidFill>
                    <a:srgbClr val="0070C0"/>
                  </a:solidFill>
                  <a:latin typeface="a고딕14" panose="02020600000000000000" pitchFamily="18" charset="-127"/>
                  <a:ea typeface="a고딕14" panose="02020600000000000000" pitchFamily="18" charset="-127"/>
                </a:rPr>
                <a:t>직업능력개발훈련교사자격체계</a:t>
              </a:r>
              <a:r>
                <a:rPr lang="ko-KR" altLang="en-US"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rPr>
                <a:t> 개편</a:t>
              </a:r>
              <a:r>
                <a:rPr lang="en-US" altLang="ko-KR"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rPr>
                <a:t>((</a:t>
              </a:r>
              <a:r>
                <a:rPr lang="ko-KR" altLang="en-US"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rPr>
                <a:t>한국기술교육대학교 능력개발교육원</a:t>
              </a:r>
              <a:r>
                <a:rPr lang="en-US" altLang="ko-KR"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rPr>
                <a:t>)</a:t>
              </a:r>
            </a:p>
            <a:p>
              <a:pPr algn="l" latinLnBrk="0">
                <a:lnSpc>
                  <a:spcPts val="1200"/>
                </a:lnSpc>
                <a:spcBef>
                  <a:spcPts val="100"/>
                </a:spcBef>
                <a:spcAft>
                  <a:spcPts val="100"/>
                </a:spcAft>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산업전환 기업맞춤형 진단 및 훈련과정 개발</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대한상공회의소</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p>
            <a:p>
              <a:pPr algn="l" latinLnBrk="0">
                <a:lnSpc>
                  <a:spcPts val="1200"/>
                </a:lnSpc>
                <a:spcBef>
                  <a:spcPts val="100"/>
                </a:spcBef>
                <a:spcAft>
                  <a:spcPts val="100"/>
                </a:spcAft>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기업수요 맞춤형 직무분석 및 훈련과정 개발</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대한상공회의소</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p>
          </p:txBody>
        </p:sp>
      </p:grpSp>
      <p:grpSp>
        <p:nvGrpSpPr>
          <p:cNvPr id="51" name="그룹 50">
            <a:extLst>
              <a:ext uri="{FF2B5EF4-FFF2-40B4-BE49-F238E27FC236}">
                <a16:creationId xmlns:a16="http://schemas.microsoft.com/office/drawing/2014/main" id="{5CEAF2BB-5ACE-C737-06D9-3C493C2554A4}"/>
              </a:ext>
            </a:extLst>
          </p:cNvPr>
          <p:cNvGrpSpPr/>
          <p:nvPr/>
        </p:nvGrpSpPr>
        <p:grpSpPr>
          <a:xfrm>
            <a:off x="5997117" y="4573669"/>
            <a:ext cx="3341464" cy="950517"/>
            <a:chOff x="6475800" y="4969575"/>
            <a:chExt cx="3091074" cy="950517"/>
          </a:xfrm>
        </p:grpSpPr>
        <p:sp>
          <p:nvSpPr>
            <p:cNvPr id="52" name="TextBox 51">
              <a:extLst>
                <a:ext uri="{FF2B5EF4-FFF2-40B4-BE49-F238E27FC236}">
                  <a16:creationId xmlns:a16="http://schemas.microsoft.com/office/drawing/2014/main" id="{96BE969C-E7E4-0BC7-A258-91B0438D3CDD}"/>
                </a:ext>
              </a:extLst>
            </p:cNvPr>
            <p:cNvSpPr txBox="1"/>
            <p:nvPr/>
          </p:nvSpPr>
          <p:spPr>
            <a:xfrm>
              <a:off x="6475800" y="5021911"/>
              <a:ext cx="516043" cy="271869"/>
            </a:xfrm>
            <a:prstGeom prst="rect">
              <a:avLst/>
            </a:prstGeom>
            <a:noFill/>
          </p:spPr>
          <p:txBody>
            <a:bodyPr wrap="none" rtlCol="0">
              <a:spAutoFit/>
            </a:bodyPr>
            <a:lstStyle/>
            <a:p>
              <a:pPr algn="l" latinLnBrk="0">
                <a:lnSpc>
                  <a:spcPts val="1400"/>
                </a:lnSpc>
                <a:spcBef>
                  <a:spcPts val="100"/>
                </a:spcBef>
                <a:spcAft>
                  <a:spcPts val="100"/>
                </a:spcAft>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2024</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53" name="직사각형 52">
              <a:extLst>
                <a:ext uri="{FF2B5EF4-FFF2-40B4-BE49-F238E27FC236}">
                  <a16:creationId xmlns:a16="http://schemas.microsoft.com/office/drawing/2014/main" id="{DF540085-51C6-8426-FF37-2BB25D4B63A3}"/>
                </a:ext>
              </a:extLst>
            </p:cNvPr>
            <p:cNvSpPr/>
            <p:nvPr/>
          </p:nvSpPr>
          <p:spPr>
            <a:xfrm>
              <a:off x="6930623" y="4969575"/>
              <a:ext cx="307400" cy="950517"/>
            </a:xfrm>
            <a:prstGeom prst="rect">
              <a:avLst/>
            </a:prstGeom>
          </p:spPr>
          <p:txBody>
            <a:bodyPr wrap="square">
              <a:spAutoFit/>
            </a:bodyPr>
            <a:lstStyle/>
            <a:p>
              <a:pPr algn="l" latinLnBrk="0">
                <a:lnSpc>
                  <a:spcPts val="12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01</a:t>
              </a:r>
            </a:p>
            <a:p>
              <a:pPr algn="l" latinLnBrk="0">
                <a:lnSpc>
                  <a:spcPts val="1200"/>
                </a:lnSpc>
                <a:spcBef>
                  <a:spcPts val="100"/>
                </a:spcBef>
                <a:spcAft>
                  <a:spcPts val="100"/>
                </a:spcAft>
                <a:buFont typeface="Wingdings" pitchFamily="2" charset="2"/>
                <a:buNone/>
                <a:defRPr/>
              </a:pP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a:p>
              <a:pPr algn="l" latinLnBrk="0">
                <a:lnSpc>
                  <a:spcPts val="12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04</a:t>
              </a:r>
            </a:p>
            <a:p>
              <a:pPr algn="l" latinLnBrk="0">
                <a:lnSpc>
                  <a:spcPts val="1200"/>
                </a:lnSpc>
                <a:spcBef>
                  <a:spcPts val="100"/>
                </a:spcBef>
                <a:spcAft>
                  <a:spcPts val="100"/>
                </a:spcAft>
                <a:buFont typeface="Wingdings" pitchFamily="2" charset="2"/>
                <a:buNone/>
                <a:defRPr/>
              </a:pP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a:p>
              <a:pPr algn="l" latinLnBrk="0">
                <a:lnSpc>
                  <a:spcPts val="12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05</a:t>
              </a:r>
            </a:p>
          </p:txBody>
        </p:sp>
        <p:sp>
          <p:nvSpPr>
            <p:cNvPr id="54" name="직사각형 53">
              <a:extLst>
                <a:ext uri="{FF2B5EF4-FFF2-40B4-BE49-F238E27FC236}">
                  <a16:creationId xmlns:a16="http://schemas.microsoft.com/office/drawing/2014/main" id="{FB1D0D32-95A0-5447-2C5D-AA36C53599B6}"/>
                </a:ext>
              </a:extLst>
            </p:cNvPr>
            <p:cNvSpPr/>
            <p:nvPr/>
          </p:nvSpPr>
          <p:spPr>
            <a:xfrm>
              <a:off x="7238023" y="4969575"/>
              <a:ext cx="2328851" cy="899221"/>
            </a:xfrm>
            <a:prstGeom prst="rect">
              <a:avLst/>
            </a:prstGeom>
          </p:spPr>
          <p:txBody>
            <a:bodyPr wrap="square" lIns="0" rIns="0">
              <a:spAutoFit/>
            </a:bodyPr>
            <a:lstStyle/>
            <a:p>
              <a:pPr algn="l" latinLnBrk="0">
                <a:lnSpc>
                  <a:spcPts val="1200"/>
                </a:lnSpc>
                <a:spcBef>
                  <a:spcPts val="100"/>
                </a:spcBef>
                <a:spcAft>
                  <a:spcPts val="100"/>
                </a:spcAft>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산업체 맞춤형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DX</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작업전환 요구분석 과정개발 컨설팅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부산과학기술대학교</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p>
            <a:p>
              <a:pPr algn="l" latinLnBrk="0">
                <a:lnSpc>
                  <a:spcPts val="1200"/>
                </a:lnSpc>
                <a:spcBef>
                  <a:spcPts val="100"/>
                </a:spcBef>
                <a:spcAft>
                  <a:spcPts val="100"/>
                </a:spcAft>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2024</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년 산업전환 협약기업 진단 및 기업 맞춤형 훈련과정 개발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한국화학융합시험연구원</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p>
            <a:p>
              <a:pPr algn="l" latinLnBrk="0">
                <a:lnSpc>
                  <a:spcPts val="1200"/>
                </a:lnSpc>
                <a:spcBef>
                  <a:spcPts val="100"/>
                </a:spcBef>
                <a:spcAft>
                  <a:spcPts val="100"/>
                </a:spcAft>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협약기업 직무분석을 통한 훈련과정 개발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한국전자기술연구원</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p>
          </p:txBody>
        </p:sp>
      </p:grpSp>
      <p:grpSp>
        <p:nvGrpSpPr>
          <p:cNvPr id="55" name="그룹 54">
            <a:extLst>
              <a:ext uri="{FF2B5EF4-FFF2-40B4-BE49-F238E27FC236}">
                <a16:creationId xmlns:a16="http://schemas.microsoft.com/office/drawing/2014/main" id="{8E66135E-27BB-1FF1-DEF9-071349D6ADAD}"/>
              </a:ext>
            </a:extLst>
          </p:cNvPr>
          <p:cNvGrpSpPr/>
          <p:nvPr/>
        </p:nvGrpSpPr>
        <p:grpSpPr>
          <a:xfrm>
            <a:off x="3243943" y="5661248"/>
            <a:ext cx="2886495" cy="733136"/>
            <a:chOff x="9922589" y="-30666"/>
            <a:chExt cx="3112957" cy="733136"/>
          </a:xfrm>
        </p:grpSpPr>
        <p:sp>
          <p:nvSpPr>
            <p:cNvPr id="56" name="TextBox 55">
              <a:extLst>
                <a:ext uri="{FF2B5EF4-FFF2-40B4-BE49-F238E27FC236}">
                  <a16:creationId xmlns:a16="http://schemas.microsoft.com/office/drawing/2014/main" id="{2A6E1679-0373-BE26-CF0B-68944B1DAB20}"/>
                </a:ext>
              </a:extLst>
            </p:cNvPr>
            <p:cNvSpPr txBox="1"/>
            <p:nvPr/>
          </p:nvSpPr>
          <p:spPr>
            <a:xfrm>
              <a:off x="9922589" y="10271"/>
              <a:ext cx="601612" cy="271869"/>
            </a:xfrm>
            <a:prstGeom prst="rect">
              <a:avLst/>
            </a:prstGeom>
            <a:noFill/>
          </p:spPr>
          <p:txBody>
            <a:bodyPr wrap="none" rtlCol="0">
              <a:spAutoFit/>
            </a:bodyPr>
            <a:lstStyle/>
            <a:p>
              <a:pPr algn="l" latinLnBrk="0">
                <a:lnSpc>
                  <a:spcPts val="1400"/>
                </a:lnSpc>
                <a:spcBef>
                  <a:spcPts val="100"/>
                </a:spcBef>
                <a:spcAft>
                  <a:spcPts val="100"/>
                </a:spcAft>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2020</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57" name="직사각형 56">
              <a:extLst>
                <a:ext uri="{FF2B5EF4-FFF2-40B4-BE49-F238E27FC236}">
                  <a16:creationId xmlns:a16="http://schemas.microsoft.com/office/drawing/2014/main" id="{686FC261-F46F-C9F6-B8F2-7BE435996C8E}"/>
                </a:ext>
              </a:extLst>
            </p:cNvPr>
            <p:cNvSpPr/>
            <p:nvPr/>
          </p:nvSpPr>
          <p:spPr>
            <a:xfrm>
              <a:off x="10376001" y="-30666"/>
              <a:ext cx="307400" cy="587725"/>
            </a:xfrm>
            <a:prstGeom prst="rect">
              <a:avLst/>
            </a:prstGeom>
          </p:spPr>
          <p:txBody>
            <a:bodyPr wrap="square">
              <a:spAutoFit/>
            </a:bodyPr>
            <a:lstStyle/>
            <a:p>
              <a:pPr algn="l" latinLnBrk="0">
                <a:lnSpc>
                  <a:spcPts val="12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03</a:t>
              </a:r>
            </a:p>
            <a:p>
              <a:pPr algn="l" latinLnBrk="0">
                <a:lnSpc>
                  <a:spcPts val="1200"/>
                </a:lnSpc>
                <a:spcBef>
                  <a:spcPts val="100"/>
                </a:spcBef>
                <a:spcAft>
                  <a:spcPts val="100"/>
                </a:spcAft>
                <a:buFont typeface="Wingdings" pitchFamily="2" charset="2"/>
                <a:buNone/>
                <a:defRPr/>
              </a:pP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a:p>
              <a:pPr algn="l" latinLnBrk="0">
                <a:lnSpc>
                  <a:spcPts val="12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04</a:t>
              </a:r>
            </a:p>
          </p:txBody>
        </p:sp>
        <p:sp>
          <p:nvSpPr>
            <p:cNvPr id="58" name="직사각형 57">
              <a:extLst>
                <a:ext uri="{FF2B5EF4-FFF2-40B4-BE49-F238E27FC236}">
                  <a16:creationId xmlns:a16="http://schemas.microsoft.com/office/drawing/2014/main" id="{30BDD89D-4ADF-F320-2FA4-B26D9C318B50}"/>
                </a:ext>
              </a:extLst>
            </p:cNvPr>
            <p:cNvSpPr/>
            <p:nvPr/>
          </p:nvSpPr>
          <p:spPr>
            <a:xfrm>
              <a:off x="10706695" y="-17214"/>
              <a:ext cx="2328851" cy="719684"/>
            </a:xfrm>
            <a:prstGeom prst="rect">
              <a:avLst/>
            </a:prstGeom>
            <a:noFill/>
          </p:spPr>
          <p:txBody>
            <a:bodyPr wrap="square" lIns="0" rIns="0">
              <a:spAutoFit/>
            </a:bodyPr>
            <a:lstStyle/>
            <a:p>
              <a:pPr algn="l" latinLnBrk="0">
                <a:lnSpc>
                  <a:spcPts val="1200"/>
                </a:lnSpc>
                <a:spcBef>
                  <a:spcPts val="100"/>
                </a:spcBef>
                <a:spcAft>
                  <a:spcPts val="100"/>
                </a:spcAft>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기업수요 맞춤형 훈련사업 직무분석 및 훈련과정 개발</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대한상공회의소</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p>
            <a:p>
              <a:pPr algn="l" latinLnBrk="0">
                <a:lnSpc>
                  <a:spcPts val="1200"/>
                </a:lnSpc>
                <a:spcBef>
                  <a:spcPts val="100"/>
                </a:spcBef>
                <a:spcAft>
                  <a:spcPts val="100"/>
                </a:spcAft>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2020</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년도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NCS </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기업활용컨설팅 운영기관 선정</a:t>
              </a:r>
              <a:b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b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a:t>
              </a:r>
            </a:p>
          </p:txBody>
        </p:sp>
      </p:grpSp>
      <p:grpSp>
        <p:nvGrpSpPr>
          <p:cNvPr id="59" name="그룹 58">
            <a:extLst>
              <a:ext uri="{FF2B5EF4-FFF2-40B4-BE49-F238E27FC236}">
                <a16:creationId xmlns:a16="http://schemas.microsoft.com/office/drawing/2014/main" id="{47943FF5-3735-7029-2DA5-5C7478B39CE5}"/>
              </a:ext>
            </a:extLst>
          </p:cNvPr>
          <p:cNvGrpSpPr/>
          <p:nvPr/>
        </p:nvGrpSpPr>
        <p:grpSpPr>
          <a:xfrm>
            <a:off x="5997116" y="5420009"/>
            <a:ext cx="3341465" cy="719684"/>
            <a:chOff x="6475799" y="4969575"/>
            <a:chExt cx="3091075" cy="719684"/>
          </a:xfrm>
        </p:grpSpPr>
        <p:sp>
          <p:nvSpPr>
            <p:cNvPr id="60" name="TextBox 59">
              <a:extLst>
                <a:ext uri="{FF2B5EF4-FFF2-40B4-BE49-F238E27FC236}">
                  <a16:creationId xmlns:a16="http://schemas.microsoft.com/office/drawing/2014/main" id="{B86D57B9-7ABF-521F-4F12-18DDE09E7799}"/>
                </a:ext>
              </a:extLst>
            </p:cNvPr>
            <p:cNvSpPr txBox="1"/>
            <p:nvPr/>
          </p:nvSpPr>
          <p:spPr>
            <a:xfrm>
              <a:off x="6475799" y="5021911"/>
              <a:ext cx="516043" cy="271869"/>
            </a:xfrm>
            <a:prstGeom prst="rect">
              <a:avLst/>
            </a:prstGeom>
            <a:noFill/>
          </p:spPr>
          <p:txBody>
            <a:bodyPr wrap="none" rtlCol="0">
              <a:spAutoFit/>
            </a:bodyPr>
            <a:lstStyle/>
            <a:p>
              <a:pPr algn="l" latinLnBrk="0">
                <a:lnSpc>
                  <a:spcPts val="1400"/>
                </a:lnSpc>
                <a:spcBef>
                  <a:spcPts val="100"/>
                </a:spcBef>
                <a:spcAft>
                  <a:spcPts val="100"/>
                </a:spcAft>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2025</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61" name="직사각형 60">
              <a:extLst>
                <a:ext uri="{FF2B5EF4-FFF2-40B4-BE49-F238E27FC236}">
                  <a16:creationId xmlns:a16="http://schemas.microsoft.com/office/drawing/2014/main" id="{E662D6C7-4360-ACB8-F0CE-5A1F501AA5CB}"/>
                </a:ext>
              </a:extLst>
            </p:cNvPr>
            <p:cNvSpPr/>
            <p:nvPr/>
          </p:nvSpPr>
          <p:spPr>
            <a:xfrm>
              <a:off x="6930623" y="4994790"/>
              <a:ext cx="307400" cy="591444"/>
            </a:xfrm>
            <a:prstGeom prst="rect">
              <a:avLst/>
            </a:prstGeom>
          </p:spPr>
          <p:txBody>
            <a:bodyPr wrap="square">
              <a:spAutoFit/>
            </a:bodyPr>
            <a:lstStyle/>
            <a:p>
              <a:pPr algn="l" latinLnBrk="0">
                <a:lnSpc>
                  <a:spcPts val="12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01</a:t>
              </a:r>
            </a:p>
            <a:p>
              <a:pPr algn="l" latinLnBrk="0">
                <a:lnSpc>
                  <a:spcPts val="1200"/>
                </a:lnSpc>
                <a:spcBef>
                  <a:spcPts val="100"/>
                </a:spcBef>
                <a:spcAft>
                  <a:spcPts val="100"/>
                </a:spcAft>
                <a:buFont typeface="Wingdings" pitchFamily="2" charset="2"/>
                <a:buNone/>
                <a:defRPr/>
              </a:pP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a:p>
              <a:pPr algn="l" latinLnBrk="0">
                <a:lnSpc>
                  <a:spcPts val="1200"/>
                </a:lnSpc>
                <a:spcBef>
                  <a:spcPts val="100"/>
                </a:spcBef>
                <a:spcAft>
                  <a:spcPts val="100"/>
                </a:spcAft>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12</a:t>
              </a:r>
            </a:p>
          </p:txBody>
        </p:sp>
        <p:sp>
          <p:nvSpPr>
            <p:cNvPr id="62" name="직사각형 61">
              <a:extLst>
                <a:ext uri="{FF2B5EF4-FFF2-40B4-BE49-F238E27FC236}">
                  <a16:creationId xmlns:a16="http://schemas.microsoft.com/office/drawing/2014/main" id="{4EE2F048-44DC-12AA-EC0E-B46522EA26FC}"/>
                </a:ext>
              </a:extLst>
            </p:cNvPr>
            <p:cNvSpPr/>
            <p:nvPr/>
          </p:nvSpPr>
          <p:spPr>
            <a:xfrm>
              <a:off x="7238023" y="4969575"/>
              <a:ext cx="2328851" cy="719684"/>
            </a:xfrm>
            <a:prstGeom prst="rect">
              <a:avLst/>
            </a:prstGeom>
          </p:spPr>
          <p:txBody>
            <a:bodyPr wrap="square" lIns="0" rIns="0">
              <a:spAutoFit/>
            </a:bodyPr>
            <a:lstStyle/>
            <a:p>
              <a:pPr algn="l" latinLnBrk="0">
                <a:lnSpc>
                  <a:spcPts val="1200"/>
                </a:lnSpc>
                <a:spcBef>
                  <a:spcPts val="100"/>
                </a:spcBef>
                <a:spcAft>
                  <a:spcPts val="100"/>
                </a:spcAft>
              </a:pPr>
              <a:r>
                <a:rPr lang="ko-KR" altLang="en-US" sz="800" spc="-60" dirty="0" err="1">
                  <a:ln>
                    <a:solidFill>
                      <a:srgbClr val="4F81BD">
                        <a:alpha val="0"/>
                      </a:srgbClr>
                    </a:solidFill>
                  </a:ln>
                  <a:solidFill>
                    <a:srgbClr val="0070C0"/>
                  </a:solidFill>
                  <a:latin typeface="a고딕14" panose="02020600000000000000" pitchFamily="18" charset="-127"/>
                  <a:ea typeface="a고딕14" panose="02020600000000000000" pitchFamily="18" charset="-127"/>
                </a:rPr>
                <a:t>기술교육로드맵</a:t>
              </a:r>
              <a:r>
                <a:rPr lang="ko-KR" altLang="en-US"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rPr>
                <a:t> 개발 및 신규 과정 선정 연구용역</a:t>
              </a:r>
              <a:r>
                <a:rPr lang="en-US" altLang="ko-KR"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rPr>
                <a:t>(</a:t>
              </a:r>
              <a:r>
                <a:rPr lang="ko-KR" altLang="en-US"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rPr>
                <a:t>한국기술교육대학교</a:t>
              </a:r>
              <a:r>
                <a:rPr lang="en-US" altLang="ko-KR"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rPr>
                <a:t>)</a:t>
              </a:r>
            </a:p>
            <a:p>
              <a:pPr algn="l" latinLnBrk="0">
                <a:lnSpc>
                  <a:spcPts val="1200"/>
                </a:lnSpc>
                <a:spcBef>
                  <a:spcPts val="100"/>
                </a:spcBef>
                <a:spcAft>
                  <a:spcPts val="100"/>
                </a:spcAft>
              </a:pPr>
              <a:r>
                <a:rPr lang="en-US" altLang="ko-KR"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rPr>
                <a:t>2025</a:t>
              </a:r>
              <a:r>
                <a:rPr lang="ko-KR" altLang="en-US"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rPr>
                <a:t>년도 </a:t>
              </a:r>
              <a:r>
                <a:rPr lang="ko-KR" altLang="en-US" sz="800" spc="-60" dirty="0" err="1">
                  <a:ln>
                    <a:solidFill>
                      <a:srgbClr val="4F81BD">
                        <a:alpha val="0"/>
                      </a:srgbClr>
                    </a:solidFill>
                  </a:ln>
                  <a:solidFill>
                    <a:srgbClr val="0070C0"/>
                  </a:solidFill>
                  <a:latin typeface="a고딕14" panose="02020600000000000000" pitchFamily="18" charset="-127"/>
                  <a:ea typeface="a고딕14" panose="02020600000000000000" pitchFamily="18" charset="-127"/>
                </a:rPr>
                <a:t>기술교육로드맵</a:t>
              </a:r>
              <a:r>
                <a:rPr lang="ko-KR" altLang="en-US"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rPr>
                <a:t> 개발 및 신규과정 선정 연구용역</a:t>
              </a:r>
              <a:r>
                <a:rPr lang="en-US" altLang="ko-KR"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rPr>
                <a:t>(</a:t>
              </a:r>
              <a:r>
                <a:rPr lang="ko-KR" altLang="en-US"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rPr>
                <a:t>한국기술교육대학교</a:t>
              </a:r>
              <a:r>
                <a:rPr lang="en-US" altLang="ko-KR"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rPr>
                <a:t>)</a:t>
              </a:r>
            </a:p>
          </p:txBody>
        </p:sp>
      </p:grpSp>
    </p:spTree>
    <p:extLst>
      <p:ext uri="{BB962C8B-B14F-4D97-AF65-F5344CB8AC3E}">
        <p14:creationId xmlns:p14="http://schemas.microsoft.com/office/powerpoint/2010/main" val="8156517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ea typeface="맑은 고딕" panose="020B0503020000020004" pitchFamily="50" charset="-127"/>
              </a:rPr>
              <a:t>Ⅳ</a:t>
            </a:r>
            <a:r>
              <a:rPr lang="en-US" altLang="ko-KR" dirty="0">
                <a:latin typeface="+mn-ea"/>
              </a:rPr>
              <a:t>. </a:t>
            </a:r>
            <a:r>
              <a:rPr lang="ko-KR" altLang="en-US" dirty="0" err="1">
                <a:latin typeface="+mn-ea"/>
              </a:rPr>
              <a:t>제안업체</a:t>
            </a:r>
            <a:r>
              <a:rPr lang="ko-KR" altLang="en-US" dirty="0">
                <a:latin typeface="+mn-ea"/>
              </a:rPr>
              <a:t> 일반</a:t>
            </a:r>
            <a:endParaRPr lang="en-US" altLang="ko-KR" dirty="0">
              <a:latin typeface="+mn-ea"/>
            </a:endParaRPr>
          </a:p>
          <a:p>
            <a:pPr latinLnBrk="0"/>
            <a:r>
              <a:rPr lang="en-US" altLang="ko-KR" dirty="0">
                <a:latin typeface="+mn-ea"/>
              </a:rPr>
              <a:t>1. </a:t>
            </a:r>
            <a:r>
              <a:rPr lang="ko-KR" altLang="en-US" dirty="0">
                <a:latin typeface="+mn-ea"/>
              </a:rPr>
              <a:t>일반현황</a:t>
            </a:r>
          </a:p>
        </p:txBody>
      </p:sp>
      <p:sp>
        <p:nvSpPr>
          <p:cNvPr id="15" name="직사각형 14"/>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None/>
            </a:pPr>
            <a:endParaRPr lang="ko-KR" altLang="en-US" dirty="0">
              <a:latin typeface="Arial Narrow" panose="020B0606020202030204" pitchFamily="34" charset="0"/>
              <a:ea typeface="a고딕14" panose="02020600000000000000" pitchFamily="18" charset="-127"/>
            </a:endParaRPr>
          </a:p>
        </p:txBody>
      </p:sp>
      <p:sp>
        <p:nvSpPr>
          <p:cNvPr id="16" name="텍스트 개체 틀 2"/>
          <p:cNvSpPr>
            <a:spLocks noGrp="1"/>
          </p:cNvSpPr>
          <p:nvPr>
            <p:ph type="body" sz="quarter" idx="15"/>
          </p:nvPr>
        </p:nvSpPr>
        <p:spPr>
          <a:xfrm>
            <a:off x="704528" y="252749"/>
            <a:ext cx="6156684" cy="331935"/>
          </a:xfrm>
        </p:spPr>
        <p:txBody>
          <a:bodyPr/>
          <a:lstStyle/>
          <a:p>
            <a:pPr latinLnBrk="0"/>
            <a:r>
              <a:rPr lang="ko-KR" altLang="en-US" dirty="0" err="1"/>
              <a:t>제안사</a:t>
            </a:r>
            <a:r>
              <a:rPr lang="ko-KR" altLang="en-US" dirty="0"/>
              <a:t> 조직 및 인원 현황</a:t>
            </a:r>
            <a:endParaRPr lang="en-US" altLang="ko-KR" dirty="0"/>
          </a:p>
        </p:txBody>
      </p:sp>
      <p:sp>
        <p:nvSpPr>
          <p:cNvPr id="20"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a:xfrm>
            <a:off x="596515" y="650183"/>
            <a:ext cx="8749097" cy="376086"/>
          </a:xfrm>
        </p:spPr>
        <p:txBody>
          <a:bodyPr/>
          <a:lstStyle/>
          <a:p>
            <a:pPr lvl="0" latinLnBrk="0"/>
            <a:r>
              <a:rPr lang="ko-KR" altLang="en-US" spc="-10" dirty="0">
                <a:solidFill>
                  <a:prstClr val="black"/>
                </a:solidFill>
                <a:latin typeface="a고딕14" panose="02020600000000000000" pitchFamily="18" charset="-127"/>
              </a:rPr>
              <a:t>제안기관은 </a:t>
            </a:r>
            <a:r>
              <a:rPr lang="en-US" altLang="ko-KR" spc="-10" dirty="0">
                <a:solidFill>
                  <a:prstClr val="black"/>
                </a:solidFill>
                <a:latin typeface="a고딕14" panose="02020600000000000000" pitchFamily="18" charset="-127"/>
              </a:rPr>
              <a:t>HR </a:t>
            </a:r>
            <a:r>
              <a:rPr lang="ko-KR" altLang="en-US" spc="-10" dirty="0">
                <a:solidFill>
                  <a:prstClr val="black"/>
                </a:solidFill>
                <a:latin typeface="a고딕14" panose="02020600000000000000" pitchFamily="18" charset="-127"/>
              </a:rPr>
              <a:t>종합컨설팅을 위한 </a:t>
            </a:r>
            <a:r>
              <a:rPr lang="en-US" altLang="ko-KR" spc="-10" dirty="0">
                <a:solidFill>
                  <a:prstClr val="black"/>
                </a:solidFill>
                <a:latin typeface="a고딕14" panose="02020600000000000000" pitchFamily="18" charset="-127"/>
              </a:rPr>
              <a:t>HR</a:t>
            </a:r>
            <a:r>
              <a:rPr lang="ko-KR" altLang="en-US" spc="-10" dirty="0">
                <a:solidFill>
                  <a:prstClr val="black"/>
                </a:solidFill>
                <a:latin typeface="a고딕14" panose="02020600000000000000" pitchFamily="18" charset="-127"/>
              </a:rPr>
              <a:t>분야의 전문화된 조직으로 구성되어 있으며 본 사업 수행에 적합한 직업능력컨설팅본부가 본 프로젝트 수행기관으로 지원함</a:t>
            </a:r>
            <a:r>
              <a:rPr lang="en-US" altLang="ko-KR" spc="-10" dirty="0">
                <a:solidFill>
                  <a:prstClr val="black"/>
                </a:solidFill>
                <a:latin typeface="a고딕14" panose="02020600000000000000" pitchFamily="18" charset="-127"/>
              </a:rPr>
              <a:t> </a:t>
            </a:r>
          </a:p>
        </p:txBody>
      </p:sp>
      <p:sp>
        <p:nvSpPr>
          <p:cNvPr id="4" name="직사각형 3">
            <a:extLst>
              <a:ext uri="{FF2B5EF4-FFF2-40B4-BE49-F238E27FC236}">
                <a16:creationId xmlns:a16="http://schemas.microsoft.com/office/drawing/2014/main" id="{D0152D07-9B15-0610-C7FF-89D40C8C50BB}"/>
              </a:ext>
            </a:extLst>
          </p:cNvPr>
          <p:cNvSpPr/>
          <p:nvPr/>
        </p:nvSpPr>
        <p:spPr>
          <a:xfrm>
            <a:off x="596900" y="1673935"/>
            <a:ext cx="8749928" cy="2816446"/>
          </a:xfrm>
          <a:prstGeom prst="rect">
            <a:avLst/>
          </a:prstGeom>
          <a:noFill/>
          <a:ln w="19050">
            <a:solidFill>
              <a:schemeClr val="bg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ko-KR" altLang="en-US" sz="1600" spc="-50" dirty="0">
              <a:ln>
                <a:solidFill>
                  <a:schemeClr val="bg1">
                    <a:lumMod val="50000"/>
                    <a:alpha val="0"/>
                  </a:schemeClr>
                </a:solidFill>
              </a:ln>
              <a:solidFill>
                <a:schemeClr val="tx1"/>
              </a:solidFill>
              <a:latin typeface="페이퍼로지 5 Medium" pitchFamily="2" charset="-127"/>
              <a:ea typeface="페이퍼로지 5 Medium" pitchFamily="2" charset="-127"/>
            </a:endParaRPr>
          </a:p>
        </p:txBody>
      </p:sp>
      <p:cxnSp>
        <p:nvCxnSpPr>
          <p:cNvPr id="6" name="직선 연결선 5">
            <a:extLst>
              <a:ext uri="{FF2B5EF4-FFF2-40B4-BE49-F238E27FC236}">
                <a16:creationId xmlns:a16="http://schemas.microsoft.com/office/drawing/2014/main" id="{415B969B-ADB8-5044-FC1F-3F2383EEE988}"/>
              </a:ext>
            </a:extLst>
          </p:cNvPr>
          <p:cNvCxnSpPr>
            <a:cxnSpLocks/>
          </p:cNvCxnSpPr>
          <p:nvPr/>
        </p:nvCxnSpPr>
        <p:spPr>
          <a:xfrm>
            <a:off x="4668252" y="2113808"/>
            <a:ext cx="6239" cy="1660823"/>
          </a:xfrm>
          <a:prstGeom prst="line">
            <a:avLst/>
          </a:prstGeom>
          <a:solidFill>
            <a:schemeClr val="bg1">
              <a:lumMod val="85000"/>
            </a:schemeClr>
          </a:solidFill>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 name="모서리가 둥근 직사각형 185">
            <a:extLst>
              <a:ext uri="{FF2B5EF4-FFF2-40B4-BE49-F238E27FC236}">
                <a16:creationId xmlns:a16="http://schemas.microsoft.com/office/drawing/2014/main" id="{6C23B99D-C27D-A850-3A63-FD3608103507}"/>
              </a:ext>
            </a:extLst>
          </p:cNvPr>
          <p:cNvSpPr/>
          <p:nvPr/>
        </p:nvSpPr>
        <p:spPr>
          <a:xfrm>
            <a:off x="2464489" y="2260016"/>
            <a:ext cx="1656391" cy="294895"/>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kumimoji="1" lang="ko-KR" altLang="en-US" spc="-50" dirty="0">
                <a:ln>
                  <a:solidFill>
                    <a:schemeClr val="accent1">
                      <a:alpha val="0"/>
                    </a:schemeClr>
                  </a:solidFill>
                </a:ln>
                <a:solidFill>
                  <a:schemeClr val="tx1"/>
                </a:solidFill>
                <a:latin typeface="+mn-ea"/>
              </a:rPr>
              <a:t>자문위원</a:t>
            </a:r>
          </a:p>
        </p:txBody>
      </p:sp>
      <p:sp>
        <p:nvSpPr>
          <p:cNvPr id="8" name="모서리가 둥근 직사각형 186">
            <a:extLst>
              <a:ext uri="{FF2B5EF4-FFF2-40B4-BE49-F238E27FC236}">
                <a16:creationId xmlns:a16="http://schemas.microsoft.com/office/drawing/2014/main" id="{26524714-DD1D-FDE7-B5B9-172AE1E67079}"/>
              </a:ext>
            </a:extLst>
          </p:cNvPr>
          <p:cNvSpPr/>
          <p:nvPr/>
        </p:nvSpPr>
        <p:spPr>
          <a:xfrm>
            <a:off x="5328143" y="2260015"/>
            <a:ext cx="1656391" cy="294895"/>
          </a:xfrm>
          <a:prstGeom prst="roundRect">
            <a:avLst>
              <a:gd name="adj" fmla="val 50000"/>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kumimoji="1" lang="ko-KR" altLang="en-US" spc="-50" dirty="0">
                <a:ln>
                  <a:solidFill>
                    <a:schemeClr val="accent1">
                      <a:alpha val="0"/>
                    </a:schemeClr>
                  </a:solidFill>
                </a:ln>
                <a:solidFill>
                  <a:schemeClr val="tx1"/>
                </a:solidFill>
                <a:latin typeface="+mn-ea"/>
              </a:rPr>
              <a:t>경영지원팀</a:t>
            </a:r>
          </a:p>
        </p:txBody>
      </p:sp>
      <p:cxnSp>
        <p:nvCxnSpPr>
          <p:cNvPr id="9" name="직선 연결선 8">
            <a:extLst>
              <a:ext uri="{FF2B5EF4-FFF2-40B4-BE49-F238E27FC236}">
                <a16:creationId xmlns:a16="http://schemas.microsoft.com/office/drawing/2014/main" id="{AF85B2D7-9ADA-CABE-834E-D7094CAA8DF4}"/>
              </a:ext>
            </a:extLst>
          </p:cNvPr>
          <p:cNvCxnSpPr>
            <a:cxnSpLocks/>
            <a:stCxn id="7" idx="3"/>
            <a:endCxn id="8" idx="1"/>
          </p:cNvCxnSpPr>
          <p:nvPr/>
        </p:nvCxnSpPr>
        <p:spPr>
          <a:xfrm flipV="1">
            <a:off x="4120880" y="2407461"/>
            <a:ext cx="1207264" cy="2"/>
          </a:xfrm>
          <a:prstGeom prst="line">
            <a:avLst/>
          </a:prstGeom>
          <a:solidFill>
            <a:schemeClr val="bg1">
              <a:lumMod val="85000"/>
            </a:schemeClr>
          </a:solidFill>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 name="모서리가 둥근 직사각형 170">
            <a:extLst>
              <a:ext uri="{FF2B5EF4-FFF2-40B4-BE49-F238E27FC236}">
                <a16:creationId xmlns:a16="http://schemas.microsoft.com/office/drawing/2014/main" id="{5A94D5DE-1340-E60E-580B-8282DFF24903}"/>
              </a:ext>
            </a:extLst>
          </p:cNvPr>
          <p:cNvSpPr/>
          <p:nvPr/>
        </p:nvSpPr>
        <p:spPr>
          <a:xfrm>
            <a:off x="3570510" y="1793138"/>
            <a:ext cx="2116255" cy="294861"/>
          </a:xfrm>
          <a:prstGeom prst="roundRect">
            <a:avLst>
              <a:gd name="adj" fmla="val 50000"/>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kumimoji="1" lang="ko-KR" altLang="en-US" sz="1400" spc="-50" dirty="0">
                <a:ln>
                  <a:solidFill>
                    <a:schemeClr val="accent1">
                      <a:alpha val="0"/>
                    </a:schemeClr>
                  </a:solidFill>
                </a:ln>
                <a:solidFill>
                  <a:schemeClr val="bg1"/>
                </a:solidFill>
                <a:latin typeface="+mn-ea"/>
              </a:rPr>
              <a:t>대표이사</a:t>
            </a:r>
          </a:p>
        </p:txBody>
      </p:sp>
      <p:cxnSp>
        <p:nvCxnSpPr>
          <p:cNvPr id="11" name="꺾인 연결선 171">
            <a:extLst>
              <a:ext uri="{FF2B5EF4-FFF2-40B4-BE49-F238E27FC236}">
                <a16:creationId xmlns:a16="http://schemas.microsoft.com/office/drawing/2014/main" id="{48975BA0-17E6-037E-3950-BE9E4FDF40B5}"/>
              </a:ext>
            </a:extLst>
          </p:cNvPr>
          <p:cNvCxnSpPr>
            <a:cxnSpLocks/>
            <a:stCxn id="12" idx="0"/>
            <a:endCxn id="14" idx="0"/>
          </p:cNvCxnSpPr>
          <p:nvPr/>
        </p:nvCxnSpPr>
        <p:spPr>
          <a:xfrm rot="16200000" flipH="1">
            <a:off x="4645752" y="1197479"/>
            <a:ext cx="1" cy="5583417"/>
          </a:xfrm>
          <a:prstGeom prst="bentConnector3">
            <a:avLst>
              <a:gd name="adj1" fmla="val -22860000000"/>
            </a:avLst>
          </a:prstGeom>
          <a:solidFill>
            <a:schemeClr val="bg1">
              <a:lumMod val="85000"/>
            </a:schemeClr>
          </a:solidFill>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모서리가 둥근 직사각형 180">
            <a:extLst>
              <a:ext uri="{FF2B5EF4-FFF2-40B4-BE49-F238E27FC236}">
                <a16:creationId xmlns:a16="http://schemas.microsoft.com/office/drawing/2014/main" id="{7366E4A2-B24A-CE22-7629-DB7CA15E68AC}"/>
              </a:ext>
            </a:extLst>
          </p:cNvPr>
          <p:cNvSpPr/>
          <p:nvPr/>
        </p:nvSpPr>
        <p:spPr>
          <a:xfrm>
            <a:off x="992603" y="3989187"/>
            <a:ext cx="1722883" cy="411920"/>
          </a:xfrm>
          <a:prstGeom prst="roundRect">
            <a:avLst>
              <a:gd name="adj" fmla="val 50000"/>
            </a:avLst>
          </a:prstGeom>
          <a:solidFill>
            <a:srgbClr val="E6E6E6"/>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buNone/>
            </a:pPr>
            <a:r>
              <a:rPr kumimoji="1" lang="ko-KR" altLang="en-US" sz="1050" spc="-50" dirty="0">
                <a:ln>
                  <a:solidFill>
                    <a:schemeClr val="accent1">
                      <a:alpha val="0"/>
                    </a:schemeClr>
                  </a:solidFill>
                </a:ln>
                <a:solidFill>
                  <a:schemeClr val="tx1"/>
                </a:solidFill>
                <a:latin typeface="+mn-ea"/>
              </a:rPr>
              <a:t>경영혁신컨설팅본부</a:t>
            </a:r>
          </a:p>
        </p:txBody>
      </p:sp>
      <p:sp>
        <p:nvSpPr>
          <p:cNvPr id="13" name="모서리가 둥근 직사각형 181">
            <a:extLst>
              <a:ext uri="{FF2B5EF4-FFF2-40B4-BE49-F238E27FC236}">
                <a16:creationId xmlns:a16="http://schemas.microsoft.com/office/drawing/2014/main" id="{DC030FFC-097C-11F6-6693-C389063C5BEC}"/>
              </a:ext>
            </a:extLst>
          </p:cNvPr>
          <p:cNvSpPr/>
          <p:nvPr/>
        </p:nvSpPr>
        <p:spPr>
          <a:xfrm>
            <a:off x="4714880" y="3989187"/>
            <a:ext cx="1722883" cy="411920"/>
          </a:xfrm>
          <a:prstGeom prst="roundRect">
            <a:avLst>
              <a:gd name="adj" fmla="val 50000"/>
            </a:avLst>
          </a:prstGeom>
          <a:solidFill>
            <a:srgbClr val="E6E6E6"/>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buNone/>
            </a:pPr>
            <a:r>
              <a:rPr kumimoji="1" lang="ko-KR" altLang="en-US" sz="1050" spc="-50" dirty="0">
                <a:ln>
                  <a:solidFill>
                    <a:schemeClr val="accent1">
                      <a:alpha val="0"/>
                    </a:schemeClr>
                  </a:solidFill>
                </a:ln>
                <a:solidFill>
                  <a:schemeClr val="tx1"/>
                </a:solidFill>
                <a:latin typeface="+mn-ea"/>
              </a:rPr>
              <a:t>공공경영컨설팅본부</a:t>
            </a:r>
          </a:p>
        </p:txBody>
      </p:sp>
      <p:sp>
        <p:nvSpPr>
          <p:cNvPr id="14" name="모서리가 둥근 직사각형 182">
            <a:extLst>
              <a:ext uri="{FF2B5EF4-FFF2-40B4-BE49-F238E27FC236}">
                <a16:creationId xmlns:a16="http://schemas.microsoft.com/office/drawing/2014/main" id="{904607D6-670F-2559-BDC2-524B7AF8B1C6}"/>
              </a:ext>
            </a:extLst>
          </p:cNvPr>
          <p:cNvSpPr/>
          <p:nvPr/>
        </p:nvSpPr>
        <p:spPr>
          <a:xfrm>
            <a:off x="6576020" y="3989189"/>
            <a:ext cx="1722883" cy="411920"/>
          </a:xfrm>
          <a:prstGeom prst="roundRect">
            <a:avLst>
              <a:gd name="adj" fmla="val 50000"/>
            </a:avLst>
          </a:prstGeom>
          <a:solidFill>
            <a:srgbClr val="E6E6E6"/>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buNone/>
            </a:pPr>
            <a:r>
              <a:rPr kumimoji="1" lang="ko-KR" altLang="en-US" sz="1050" spc="-50" dirty="0">
                <a:ln>
                  <a:solidFill>
                    <a:schemeClr val="accent1">
                      <a:alpha val="0"/>
                    </a:schemeClr>
                  </a:solidFill>
                </a:ln>
                <a:solidFill>
                  <a:schemeClr val="tx1"/>
                </a:solidFill>
                <a:latin typeface="+mn-ea"/>
              </a:rPr>
              <a:t>글로벌컨설팅본부</a:t>
            </a:r>
          </a:p>
        </p:txBody>
      </p:sp>
      <p:sp>
        <p:nvSpPr>
          <p:cNvPr id="17" name="모서리가 둥근 직사각형 184">
            <a:extLst>
              <a:ext uri="{FF2B5EF4-FFF2-40B4-BE49-F238E27FC236}">
                <a16:creationId xmlns:a16="http://schemas.microsoft.com/office/drawing/2014/main" id="{AECA04D9-B18D-922D-673C-7B52091C7EB0}"/>
              </a:ext>
            </a:extLst>
          </p:cNvPr>
          <p:cNvSpPr/>
          <p:nvPr/>
        </p:nvSpPr>
        <p:spPr>
          <a:xfrm>
            <a:off x="2853742" y="3989187"/>
            <a:ext cx="1722883" cy="411920"/>
          </a:xfrm>
          <a:prstGeom prst="roundRect">
            <a:avLst>
              <a:gd name="adj" fmla="val 50000"/>
            </a:avLst>
          </a:prstGeom>
          <a:solidFill>
            <a:srgbClr val="E6E6E6"/>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buNone/>
            </a:pPr>
            <a:r>
              <a:rPr kumimoji="1" lang="ko-KR" altLang="en-US" sz="1050" spc="-50" dirty="0">
                <a:ln>
                  <a:solidFill>
                    <a:schemeClr val="accent1">
                      <a:alpha val="0"/>
                    </a:schemeClr>
                  </a:solidFill>
                </a:ln>
                <a:solidFill>
                  <a:schemeClr val="tx1"/>
                </a:solidFill>
                <a:latin typeface="+mn-ea"/>
              </a:rPr>
              <a:t>지속가능경영본부</a:t>
            </a:r>
          </a:p>
        </p:txBody>
      </p:sp>
      <p:cxnSp>
        <p:nvCxnSpPr>
          <p:cNvPr id="18" name="꺾인 연결선 171">
            <a:extLst>
              <a:ext uri="{FF2B5EF4-FFF2-40B4-BE49-F238E27FC236}">
                <a16:creationId xmlns:a16="http://schemas.microsoft.com/office/drawing/2014/main" id="{92143D97-C62E-363B-A646-5E34F1081AB1}"/>
              </a:ext>
            </a:extLst>
          </p:cNvPr>
          <p:cNvCxnSpPr>
            <a:cxnSpLocks/>
            <a:stCxn id="17" idx="0"/>
            <a:endCxn id="13" idx="0"/>
          </p:cNvCxnSpPr>
          <p:nvPr/>
        </p:nvCxnSpPr>
        <p:spPr>
          <a:xfrm rot="5400000" flipH="1" flipV="1">
            <a:off x="4651124" y="3058619"/>
            <a:ext cx="14144" cy="1861138"/>
          </a:xfrm>
          <a:prstGeom prst="bentConnector3">
            <a:avLst>
              <a:gd name="adj1" fmla="val 1725311"/>
            </a:avLst>
          </a:prstGeom>
          <a:solidFill>
            <a:schemeClr val="bg1">
              <a:lumMod val="85000"/>
            </a:schemeClr>
          </a:solidFill>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9982F2C-CD4C-21B0-DCF4-FD7525ECB242}"/>
              </a:ext>
            </a:extLst>
          </p:cNvPr>
          <p:cNvSpPr txBox="1"/>
          <p:nvPr/>
        </p:nvSpPr>
        <p:spPr>
          <a:xfrm>
            <a:off x="7744694" y="1740125"/>
            <a:ext cx="1564406" cy="615552"/>
          </a:xfrm>
          <a:prstGeom prst="rect">
            <a:avLst/>
          </a:prstGeom>
          <a:noFill/>
        </p:spPr>
        <p:txBody>
          <a:bodyPr wrap="square" rtlCol="0">
            <a:spAutoFit/>
          </a:bodyPr>
          <a:lstStyle/>
          <a:p>
            <a:pPr algn="ctr">
              <a:buNone/>
            </a:pPr>
            <a:r>
              <a:rPr lang="en-US" altLang="ko-KR" sz="1100" dirty="0">
                <a:latin typeface="+mn-ea"/>
                <a:ea typeface="+mn-ea"/>
              </a:rPr>
              <a:t>[</a:t>
            </a:r>
            <a:r>
              <a:rPr lang="ko-KR" altLang="en-US" sz="1100" dirty="0">
                <a:latin typeface="+mn-ea"/>
                <a:ea typeface="+mn-ea"/>
              </a:rPr>
              <a:t>조직구성</a:t>
            </a:r>
            <a:r>
              <a:rPr lang="en-US" altLang="ko-KR" sz="1100" dirty="0">
                <a:latin typeface="+mn-ea"/>
                <a:ea typeface="+mn-ea"/>
              </a:rPr>
              <a:t>]</a:t>
            </a:r>
          </a:p>
          <a:p>
            <a:pPr algn="l"/>
            <a:r>
              <a:rPr lang="en-US" altLang="ko-KR" sz="1100" dirty="0">
                <a:latin typeface="+mn-ea"/>
                <a:ea typeface="+mn-ea"/>
              </a:rPr>
              <a:t>8</a:t>
            </a:r>
            <a:r>
              <a:rPr lang="ko-KR" altLang="en-US" sz="1100" dirty="0">
                <a:latin typeface="+mn-ea"/>
                <a:ea typeface="+mn-ea"/>
              </a:rPr>
              <a:t>본부</a:t>
            </a:r>
            <a:r>
              <a:rPr lang="en-US" altLang="ko-KR" sz="1100" dirty="0">
                <a:latin typeface="+mn-ea"/>
                <a:ea typeface="+mn-ea"/>
              </a:rPr>
              <a:t>, 1</a:t>
            </a:r>
            <a:r>
              <a:rPr lang="ko-KR" altLang="en-US" sz="1100" dirty="0">
                <a:latin typeface="+mn-ea"/>
                <a:ea typeface="+mn-ea"/>
              </a:rPr>
              <a:t>연구소 </a:t>
            </a:r>
            <a:r>
              <a:rPr lang="en-US" altLang="ko-KR" sz="1100" dirty="0">
                <a:latin typeface="+mn-ea"/>
                <a:ea typeface="+mn-ea"/>
              </a:rPr>
              <a:t>, 1</a:t>
            </a:r>
            <a:r>
              <a:rPr lang="ko-KR" altLang="en-US" sz="1100" dirty="0">
                <a:latin typeface="+mn-ea"/>
                <a:ea typeface="+mn-ea"/>
              </a:rPr>
              <a:t>팀</a:t>
            </a:r>
            <a:endParaRPr lang="en-US" altLang="ko-KR" sz="1100" dirty="0">
              <a:latin typeface="+mn-ea"/>
              <a:ea typeface="+mn-ea"/>
            </a:endParaRPr>
          </a:p>
          <a:p>
            <a:pPr algn="l"/>
            <a:r>
              <a:rPr lang="ko-KR" altLang="en-US" sz="1100" dirty="0">
                <a:latin typeface="+mn-ea"/>
                <a:ea typeface="+mn-ea"/>
              </a:rPr>
              <a:t>총 인원</a:t>
            </a:r>
            <a:r>
              <a:rPr lang="en-US" altLang="ko-KR" sz="1100" dirty="0">
                <a:latin typeface="+mn-ea"/>
                <a:ea typeface="+mn-ea"/>
              </a:rPr>
              <a:t>: 88</a:t>
            </a:r>
            <a:r>
              <a:rPr lang="ko-KR" altLang="en-US" sz="1100" dirty="0">
                <a:latin typeface="+mn-ea"/>
                <a:ea typeface="+mn-ea"/>
              </a:rPr>
              <a:t>명</a:t>
            </a:r>
            <a:r>
              <a:rPr lang="en-US" altLang="ko-KR" sz="1100" dirty="0">
                <a:latin typeface="+mn-ea"/>
                <a:ea typeface="+mn-ea"/>
              </a:rPr>
              <a:t>  </a:t>
            </a:r>
            <a:endParaRPr lang="ko-KR" altLang="en-US" sz="1100" dirty="0">
              <a:latin typeface="+mn-ea"/>
              <a:ea typeface="+mn-ea"/>
            </a:endParaRPr>
          </a:p>
        </p:txBody>
      </p:sp>
      <p:sp>
        <p:nvSpPr>
          <p:cNvPr id="21" name="모서리가 둥근 직사각형 186">
            <a:extLst>
              <a:ext uri="{FF2B5EF4-FFF2-40B4-BE49-F238E27FC236}">
                <a16:creationId xmlns:a16="http://schemas.microsoft.com/office/drawing/2014/main" id="{979642EE-132F-4F77-3764-D499D8FBC951}"/>
              </a:ext>
            </a:extLst>
          </p:cNvPr>
          <p:cNvSpPr/>
          <p:nvPr/>
        </p:nvSpPr>
        <p:spPr>
          <a:xfrm>
            <a:off x="5328143" y="2647834"/>
            <a:ext cx="1656391" cy="294895"/>
          </a:xfrm>
          <a:prstGeom prst="roundRect">
            <a:avLst>
              <a:gd name="adj" fmla="val 50000"/>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kumimoji="1" lang="en-US" altLang="ko-KR" spc="-50" dirty="0">
                <a:ln>
                  <a:solidFill>
                    <a:schemeClr val="accent1">
                      <a:alpha val="0"/>
                    </a:schemeClr>
                  </a:solidFill>
                </a:ln>
                <a:solidFill>
                  <a:schemeClr val="tx1"/>
                </a:solidFill>
                <a:latin typeface="+mn-ea"/>
              </a:rPr>
              <a:t>AI </a:t>
            </a:r>
            <a:r>
              <a:rPr kumimoji="1" lang="ko-KR" altLang="en-US" spc="-50" dirty="0">
                <a:ln>
                  <a:solidFill>
                    <a:schemeClr val="accent1">
                      <a:alpha val="0"/>
                    </a:schemeClr>
                  </a:solidFill>
                </a:ln>
                <a:solidFill>
                  <a:schemeClr val="tx1"/>
                </a:solidFill>
                <a:latin typeface="+mn-ea"/>
              </a:rPr>
              <a:t>연구소</a:t>
            </a:r>
          </a:p>
        </p:txBody>
      </p:sp>
      <p:cxnSp>
        <p:nvCxnSpPr>
          <p:cNvPr id="22" name="직선 연결선 21">
            <a:extLst>
              <a:ext uri="{FF2B5EF4-FFF2-40B4-BE49-F238E27FC236}">
                <a16:creationId xmlns:a16="http://schemas.microsoft.com/office/drawing/2014/main" id="{4CFEFC28-41B3-3BE6-2783-4F8CA6BB4EA2}"/>
              </a:ext>
            </a:extLst>
          </p:cNvPr>
          <p:cNvCxnSpPr>
            <a:cxnSpLocks/>
            <a:endCxn id="21" idx="1"/>
          </p:cNvCxnSpPr>
          <p:nvPr/>
        </p:nvCxnSpPr>
        <p:spPr>
          <a:xfrm flipV="1">
            <a:off x="4668442" y="2795281"/>
            <a:ext cx="659701" cy="1"/>
          </a:xfrm>
          <a:prstGeom prst="line">
            <a:avLst/>
          </a:prstGeom>
          <a:solidFill>
            <a:schemeClr val="bg1">
              <a:lumMod val="85000"/>
            </a:schemeClr>
          </a:solidFill>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4" name="모서리가 둥근 직사각형 180">
            <a:extLst>
              <a:ext uri="{FF2B5EF4-FFF2-40B4-BE49-F238E27FC236}">
                <a16:creationId xmlns:a16="http://schemas.microsoft.com/office/drawing/2014/main" id="{DC436AF4-FD8D-A9A3-8A28-B998271F93FD}"/>
              </a:ext>
            </a:extLst>
          </p:cNvPr>
          <p:cNvSpPr/>
          <p:nvPr/>
        </p:nvSpPr>
        <p:spPr>
          <a:xfrm>
            <a:off x="986160" y="3281906"/>
            <a:ext cx="1722883" cy="411920"/>
          </a:xfrm>
          <a:prstGeom prst="roundRect">
            <a:avLst>
              <a:gd name="adj" fmla="val 50000"/>
            </a:avLst>
          </a:prstGeom>
          <a:solidFill>
            <a:srgbClr val="DCE6F2"/>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buNone/>
            </a:pPr>
            <a:r>
              <a:rPr kumimoji="1" lang="ko-KR" altLang="en-US" sz="1050" spc="-50" dirty="0">
                <a:ln>
                  <a:solidFill>
                    <a:schemeClr val="accent1">
                      <a:alpha val="0"/>
                    </a:schemeClr>
                  </a:solidFill>
                </a:ln>
                <a:solidFill>
                  <a:schemeClr val="tx1"/>
                </a:solidFill>
                <a:latin typeface="+mn-ea"/>
              </a:rPr>
              <a:t>직업능력컨설팅본부</a:t>
            </a:r>
          </a:p>
        </p:txBody>
      </p:sp>
      <p:sp>
        <p:nvSpPr>
          <p:cNvPr id="25" name="모서리가 둥근 직사각형 181">
            <a:extLst>
              <a:ext uri="{FF2B5EF4-FFF2-40B4-BE49-F238E27FC236}">
                <a16:creationId xmlns:a16="http://schemas.microsoft.com/office/drawing/2014/main" id="{04849A0D-EBC9-8ACF-B660-63E2C0FA54A7}"/>
              </a:ext>
            </a:extLst>
          </p:cNvPr>
          <p:cNvSpPr/>
          <p:nvPr/>
        </p:nvSpPr>
        <p:spPr>
          <a:xfrm>
            <a:off x="4708437" y="3281906"/>
            <a:ext cx="1722883" cy="411920"/>
          </a:xfrm>
          <a:prstGeom prst="roundRect">
            <a:avLst>
              <a:gd name="adj" fmla="val 50000"/>
            </a:avLst>
          </a:prstGeom>
          <a:solidFill>
            <a:srgbClr val="E6E6E6"/>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buNone/>
            </a:pPr>
            <a:r>
              <a:rPr kumimoji="1" lang="ko-KR" altLang="en-US" sz="1050" spc="-50" dirty="0">
                <a:ln>
                  <a:solidFill>
                    <a:schemeClr val="accent1">
                      <a:alpha val="0"/>
                    </a:schemeClr>
                  </a:solidFill>
                </a:ln>
                <a:solidFill>
                  <a:schemeClr val="tx1"/>
                </a:solidFill>
                <a:latin typeface="+mn-ea"/>
              </a:rPr>
              <a:t>일터혁신컨설팅본부</a:t>
            </a:r>
          </a:p>
        </p:txBody>
      </p:sp>
      <p:sp>
        <p:nvSpPr>
          <p:cNvPr id="26" name="모서리가 둥근 직사각형 182">
            <a:extLst>
              <a:ext uri="{FF2B5EF4-FFF2-40B4-BE49-F238E27FC236}">
                <a16:creationId xmlns:a16="http://schemas.microsoft.com/office/drawing/2014/main" id="{8024BCE6-1936-EFEE-DAB4-E3F7D138E0C0}"/>
              </a:ext>
            </a:extLst>
          </p:cNvPr>
          <p:cNvSpPr/>
          <p:nvPr/>
        </p:nvSpPr>
        <p:spPr>
          <a:xfrm>
            <a:off x="6569577" y="3281908"/>
            <a:ext cx="1722883" cy="411920"/>
          </a:xfrm>
          <a:prstGeom prst="roundRect">
            <a:avLst>
              <a:gd name="adj" fmla="val 50000"/>
            </a:avLst>
          </a:prstGeom>
          <a:solidFill>
            <a:srgbClr val="E6E6E6"/>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buNone/>
            </a:pPr>
            <a:r>
              <a:rPr kumimoji="1" lang="ko-KR" altLang="en-US" sz="1050" spc="-50" dirty="0" err="1">
                <a:ln>
                  <a:solidFill>
                    <a:schemeClr val="accent1">
                      <a:alpha val="0"/>
                    </a:schemeClr>
                  </a:solidFill>
                </a:ln>
                <a:solidFill>
                  <a:schemeClr val="tx1"/>
                </a:solidFill>
                <a:latin typeface="+mn-ea"/>
              </a:rPr>
              <a:t>넥스트보상연구본부</a:t>
            </a:r>
            <a:endParaRPr kumimoji="1" lang="ko-KR" altLang="en-US" sz="1050" spc="-50" dirty="0">
              <a:ln>
                <a:solidFill>
                  <a:schemeClr val="accent1">
                    <a:alpha val="0"/>
                  </a:schemeClr>
                </a:solidFill>
              </a:ln>
              <a:solidFill>
                <a:schemeClr val="tx1"/>
              </a:solidFill>
              <a:latin typeface="+mn-ea"/>
            </a:endParaRPr>
          </a:p>
        </p:txBody>
      </p:sp>
      <p:sp>
        <p:nvSpPr>
          <p:cNvPr id="27" name="모서리가 둥근 직사각형 184">
            <a:extLst>
              <a:ext uri="{FF2B5EF4-FFF2-40B4-BE49-F238E27FC236}">
                <a16:creationId xmlns:a16="http://schemas.microsoft.com/office/drawing/2014/main" id="{AC0E788E-001F-0DE2-2E6B-6132FB3019E0}"/>
              </a:ext>
            </a:extLst>
          </p:cNvPr>
          <p:cNvSpPr/>
          <p:nvPr/>
        </p:nvSpPr>
        <p:spPr>
          <a:xfrm>
            <a:off x="2847300" y="3281906"/>
            <a:ext cx="1722883" cy="411920"/>
          </a:xfrm>
          <a:prstGeom prst="roundRect">
            <a:avLst>
              <a:gd name="adj" fmla="val 50000"/>
            </a:avLst>
          </a:prstGeom>
          <a:solidFill>
            <a:srgbClr val="E6E6E6"/>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buNone/>
            </a:pPr>
            <a:r>
              <a:rPr kumimoji="1" lang="ko-KR" altLang="en-US" sz="1050" spc="-50" dirty="0">
                <a:ln>
                  <a:solidFill>
                    <a:schemeClr val="accent1">
                      <a:alpha val="0"/>
                    </a:schemeClr>
                  </a:solidFill>
                </a:ln>
                <a:solidFill>
                  <a:schemeClr val="tx1"/>
                </a:solidFill>
                <a:latin typeface="+mn-ea"/>
              </a:rPr>
              <a:t>직업능력연구본부</a:t>
            </a:r>
          </a:p>
        </p:txBody>
      </p:sp>
      <p:cxnSp>
        <p:nvCxnSpPr>
          <p:cNvPr id="28" name="꺾인 연결선 171">
            <a:extLst>
              <a:ext uri="{FF2B5EF4-FFF2-40B4-BE49-F238E27FC236}">
                <a16:creationId xmlns:a16="http://schemas.microsoft.com/office/drawing/2014/main" id="{86ED09DD-7ABB-704A-1C36-5E9FFCBB39D6}"/>
              </a:ext>
            </a:extLst>
          </p:cNvPr>
          <p:cNvCxnSpPr>
            <a:cxnSpLocks/>
            <a:stCxn id="27" idx="0"/>
            <a:endCxn id="25" idx="0"/>
          </p:cNvCxnSpPr>
          <p:nvPr/>
        </p:nvCxnSpPr>
        <p:spPr>
          <a:xfrm rot="5400000" flipH="1" flipV="1">
            <a:off x="4644682" y="2351337"/>
            <a:ext cx="14144" cy="1861138"/>
          </a:xfrm>
          <a:prstGeom prst="bentConnector3">
            <a:avLst>
              <a:gd name="adj1" fmla="val 1658378"/>
            </a:avLst>
          </a:prstGeom>
          <a:solidFill>
            <a:schemeClr val="bg1">
              <a:lumMod val="85000"/>
            </a:schemeClr>
          </a:solidFill>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18690B0E-C615-A633-675D-66B5F6361A4B}"/>
              </a:ext>
            </a:extLst>
          </p:cNvPr>
          <p:cNvSpPr txBox="1"/>
          <p:nvPr/>
        </p:nvSpPr>
        <p:spPr>
          <a:xfrm>
            <a:off x="573860" y="6526711"/>
            <a:ext cx="4546879" cy="215444"/>
          </a:xfrm>
          <a:prstGeom prst="rect">
            <a:avLst/>
          </a:prstGeom>
          <a:noFill/>
        </p:spPr>
        <p:txBody>
          <a:bodyPr wrap="square">
            <a:spAutoFit/>
          </a:bodyPr>
          <a:lstStyle/>
          <a:p>
            <a:pPr algn="l" fontAlgn="base"/>
            <a:r>
              <a:rPr lang="en-US" altLang="ko-KR" sz="800" dirty="0">
                <a:latin typeface="a고딕11" panose="02020600000000000000" pitchFamily="18" charset="-127"/>
                <a:ea typeface="a고딕11" panose="02020600000000000000" pitchFamily="18" charset="-127"/>
              </a:rPr>
              <a:t>※ </a:t>
            </a:r>
            <a:r>
              <a:rPr lang="ko-KR" altLang="en-US" sz="800" dirty="0">
                <a:latin typeface="a고딕11" panose="02020600000000000000" pitchFamily="18" charset="-127"/>
                <a:ea typeface="a고딕11" panose="02020600000000000000" pitchFamily="18" charset="-127"/>
              </a:rPr>
              <a:t>휴직 중인 인원 포함</a:t>
            </a:r>
          </a:p>
        </p:txBody>
      </p:sp>
      <p:graphicFrame>
        <p:nvGraphicFramePr>
          <p:cNvPr id="30" name="표 29">
            <a:extLst>
              <a:ext uri="{FF2B5EF4-FFF2-40B4-BE49-F238E27FC236}">
                <a16:creationId xmlns:a16="http://schemas.microsoft.com/office/drawing/2014/main" id="{EA5F29AB-855C-0E9A-E2B8-CEF6B75DC85B}"/>
              </a:ext>
            </a:extLst>
          </p:cNvPr>
          <p:cNvGraphicFramePr>
            <a:graphicFrameLocks noGrp="1"/>
          </p:cNvGraphicFramePr>
          <p:nvPr/>
        </p:nvGraphicFramePr>
        <p:xfrm>
          <a:off x="591427" y="4609207"/>
          <a:ext cx="8749098" cy="1880496"/>
        </p:xfrm>
        <a:graphic>
          <a:graphicData uri="http://schemas.openxmlformats.org/drawingml/2006/table">
            <a:tbl>
              <a:tblPr/>
              <a:tblGrid>
                <a:gridCol w="1600573">
                  <a:extLst>
                    <a:ext uri="{9D8B030D-6E8A-4147-A177-3AD203B41FA5}">
                      <a16:colId xmlns:a16="http://schemas.microsoft.com/office/drawing/2014/main" val="20002"/>
                    </a:ext>
                  </a:extLst>
                </a:gridCol>
                <a:gridCol w="6505416">
                  <a:extLst>
                    <a:ext uri="{9D8B030D-6E8A-4147-A177-3AD203B41FA5}">
                      <a16:colId xmlns:a16="http://schemas.microsoft.com/office/drawing/2014/main" val="20001"/>
                    </a:ext>
                  </a:extLst>
                </a:gridCol>
                <a:gridCol w="643109">
                  <a:extLst>
                    <a:ext uri="{9D8B030D-6E8A-4147-A177-3AD203B41FA5}">
                      <a16:colId xmlns:a16="http://schemas.microsoft.com/office/drawing/2014/main" val="3965796537"/>
                    </a:ext>
                  </a:extLst>
                </a:gridCol>
              </a:tblGrid>
              <a:tr h="156708">
                <a:tc>
                  <a:txBody>
                    <a:bodyPr/>
                    <a:lstStyle/>
                    <a:p>
                      <a:pPr marL="0" marR="0" indent="0" algn="ctr" defTabSz="914400" rtl="0" eaLnBrk="1" fontAlgn="base" latinLnBrk="0" hangingPunct="1">
                        <a:lnSpc>
                          <a:spcPct val="100000"/>
                        </a:lnSpc>
                        <a:spcBef>
                          <a:spcPts val="0"/>
                        </a:spcBef>
                        <a:spcAft>
                          <a:spcPts val="0"/>
                        </a:spcAft>
                      </a:pPr>
                      <a:r>
                        <a:rPr lang="ko-KR" altLang="en-US" sz="1000" b="0" kern="1200" spc="-50" dirty="0">
                          <a:solidFill>
                            <a:schemeClr val="lt1"/>
                          </a:solidFill>
                          <a:latin typeface="+mn-ea"/>
                          <a:ea typeface="+mn-ea"/>
                          <a:cs typeface="+mn-cs"/>
                        </a:rPr>
                        <a:t>구분</a:t>
                      </a:r>
                    </a:p>
                  </a:txBody>
                  <a:tcPr marL="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212E55"/>
                    </a:solidFill>
                  </a:tcPr>
                </a:tc>
                <a:tc>
                  <a:txBody>
                    <a:bodyPr/>
                    <a:lstStyle/>
                    <a:p>
                      <a:pPr marL="0" marR="0" indent="0" algn="ctr" defTabSz="914400" rtl="0" eaLnBrk="1" fontAlgn="base" latinLnBrk="0" hangingPunct="1">
                        <a:lnSpc>
                          <a:spcPct val="100000"/>
                        </a:lnSpc>
                        <a:spcBef>
                          <a:spcPts val="0"/>
                        </a:spcBef>
                        <a:spcAft>
                          <a:spcPts val="0"/>
                        </a:spcAft>
                      </a:pPr>
                      <a:r>
                        <a:rPr lang="ko-KR" altLang="en-US" sz="1000" b="0" kern="1200" spc="-50" dirty="0">
                          <a:solidFill>
                            <a:schemeClr val="lt1"/>
                          </a:solidFill>
                          <a:latin typeface="+mn-ea"/>
                          <a:ea typeface="+mn-ea"/>
                          <a:cs typeface="+mn-cs"/>
                        </a:rPr>
                        <a:t>주요 사업 내용</a:t>
                      </a:r>
                    </a:p>
                  </a:txBody>
                  <a:tcPr marL="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212E55"/>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ko-KR" altLang="en-US" sz="1000" b="0" kern="1200" spc="-50" dirty="0">
                          <a:solidFill>
                            <a:schemeClr val="lt1"/>
                          </a:solidFill>
                          <a:latin typeface="+mn-ea"/>
                          <a:ea typeface="+mn-ea"/>
                          <a:cs typeface="+mn-cs"/>
                        </a:rPr>
                        <a:t>인원</a:t>
                      </a:r>
                      <a:r>
                        <a:rPr lang="en-US" altLang="ko-KR" sz="1000" b="0" kern="1200" spc="-50" dirty="0">
                          <a:solidFill>
                            <a:schemeClr val="lt1"/>
                          </a:solidFill>
                          <a:latin typeface="+mn-ea"/>
                          <a:ea typeface="+mn-ea"/>
                          <a:cs typeface="+mn-cs"/>
                        </a:rPr>
                        <a:t>(</a:t>
                      </a:r>
                      <a:r>
                        <a:rPr lang="ko-KR" altLang="en-US" sz="1000" b="0" kern="1200" spc="-50" dirty="0">
                          <a:solidFill>
                            <a:schemeClr val="lt1"/>
                          </a:solidFill>
                          <a:latin typeface="+mn-ea"/>
                          <a:ea typeface="+mn-ea"/>
                          <a:cs typeface="+mn-cs"/>
                        </a:rPr>
                        <a:t>명</a:t>
                      </a:r>
                      <a:r>
                        <a:rPr lang="en-US" altLang="ko-KR" sz="1000" b="0" kern="1200" spc="-50" dirty="0">
                          <a:solidFill>
                            <a:schemeClr val="lt1"/>
                          </a:solidFill>
                          <a:latin typeface="+mn-ea"/>
                          <a:ea typeface="+mn-ea"/>
                          <a:cs typeface="+mn-cs"/>
                        </a:rPr>
                        <a:t>)</a:t>
                      </a:r>
                      <a:endParaRPr lang="ko-KR" altLang="en-US" sz="1000" b="0" kern="1200" spc="-50" dirty="0">
                        <a:solidFill>
                          <a:schemeClr val="lt1"/>
                        </a:solidFill>
                        <a:latin typeface="+mn-ea"/>
                        <a:ea typeface="+mn-ea"/>
                        <a:cs typeface="+mn-cs"/>
                      </a:endParaRPr>
                    </a:p>
                  </a:txBody>
                  <a:tcPr marL="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212E55"/>
                    </a:solidFill>
                  </a:tcPr>
                </a:tc>
                <a:extLst>
                  <a:ext uri="{0D108BD9-81ED-4DB2-BD59-A6C34878D82A}">
                    <a16:rowId xmlns:a16="http://schemas.microsoft.com/office/drawing/2014/main" val="10000"/>
                  </a:ext>
                </a:extLst>
              </a:tr>
              <a:tr h="156708">
                <a:tc>
                  <a:txBody>
                    <a:bodyPr/>
                    <a:lstStyle/>
                    <a:p>
                      <a:pPr marL="0" marR="0" indent="0" algn="ctr" fontAlgn="base" latinLnBrk="0">
                        <a:lnSpc>
                          <a:spcPct val="100000"/>
                        </a:lnSpc>
                        <a:spcBef>
                          <a:spcPts val="0"/>
                        </a:spcBef>
                        <a:spcAft>
                          <a:spcPts val="0"/>
                        </a:spcAft>
                      </a:pP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직업능력컨설팅본부</a:t>
                      </a:r>
                      <a:endPar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endParaRPr>
                    </a:p>
                  </a:txBody>
                  <a:tcPr marL="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CE6F2"/>
                    </a:solid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HRD </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컨설팅</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직무분석</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 훈련과정 개발</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 </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 NCS </a:t>
                      </a:r>
                      <a:r>
                        <a:rPr lang="ko-KR" altLang="en-US" sz="1000" kern="0" spc="-50" baseline="0" dirty="0" err="1">
                          <a:ln>
                            <a:solidFill>
                              <a:schemeClr val="accent5">
                                <a:alpha val="0"/>
                              </a:schemeClr>
                            </a:solidFill>
                          </a:ln>
                          <a:solidFill>
                            <a:schemeClr val="tx1">
                              <a:lumMod val="75000"/>
                              <a:lumOff val="25000"/>
                            </a:schemeClr>
                          </a:solidFill>
                          <a:effectLst/>
                          <a:latin typeface="+mn-ea"/>
                          <a:ea typeface="+mn-ea"/>
                          <a:cs typeface="+mn-cs"/>
                        </a:rPr>
                        <a:t>개발·개선</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 </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 </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직업능력개발정책 연구</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컨설팅</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교육</a:t>
                      </a:r>
                    </a:p>
                  </a:txBody>
                  <a:tcPr marL="3600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CE6F2"/>
                    </a:solidFill>
                  </a:tcPr>
                </a:tc>
                <a:tc>
                  <a:txBody>
                    <a:bodyPr/>
                    <a:lstStyle/>
                    <a:p>
                      <a:pPr marL="0" marR="0" indent="0" algn="ctr" defTabSz="914400" rtl="0" eaLnBrk="1" fontAlgn="base" latinLnBrk="0" hangingPunct="1">
                        <a:lnSpc>
                          <a:spcPct val="100000"/>
                        </a:lnSpc>
                        <a:spcBef>
                          <a:spcPts val="0"/>
                        </a:spcBef>
                        <a:spcAft>
                          <a:spcPts val="0"/>
                        </a:spcAft>
                      </a:pPr>
                      <a:r>
                        <a:rPr lang="en-US" sz="1000" kern="0" spc="-50" baseline="0" dirty="0">
                          <a:ln>
                            <a:solidFill>
                              <a:schemeClr val="accent5">
                                <a:alpha val="0"/>
                              </a:schemeClr>
                            </a:solidFill>
                          </a:ln>
                          <a:solidFill>
                            <a:schemeClr val="tx1">
                              <a:lumMod val="75000"/>
                              <a:lumOff val="25000"/>
                            </a:schemeClr>
                          </a:solidFill>
                          <a:effectLst/>
                          <a:latin typeface="+mn-ea"/>
                          <a:ea typeface="+mn-ea"/>
                          <a:cs typeface="+mn-cs"/>
                        </a:rPr>
                        <a:t>12</a:t>
                      </a:r>
                    </a:p>
                  </a:txBody>
                  <a:tcPr marL="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CE6F2"/>
                    </a:solidFill>
                  </a:tcPr>
                </a:tc>
                <a:extLst>
                  <a:ext uri="{0D108BD9-81ED-4DB2-BD59-A6C34878D82A}">
                    <a16:rowId xmlns:a16="http://schemas.microsoft.com/office/drawing/2014/main" val="10001"/>
                  </a:ext>
                </a:extLst>
              </a:tr>
              <a:tr h="156708">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직업능력연구본부</a:t>
                      </a:r>
                      <a:endPar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endParaRPr>
                    </a:p>
                  </a:txBody>
                  <a:tcPr marL="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marL="0" marR="0" indent="0" algn="l" fontAlgn="base" latinLnBrk="0">
                        <a:lnSpc>
                          <a:spcPct val="100000"/>
                        </a:lnSpc>
                        <a:spcBef>
                          <a:spcPts val="0"/>
                        </a:spcBef>
                        <a:spcAft>
                          <a:spcPts val="0"/>
                        </a:spcAft>
                      </a:pP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NCS </a:t>
                      </a:r>
                      <a:r>
                        <a:rPr lang="ko-KR" altLang="en-US" sz="1000" kern="0" spc="-50" baseline="0" dirty="0" err="1">
                          <a:ln>
                            <a:solidFill>
                              <a:schemeClr val="accent5">
                                <a:alpha val="0"/>
                              </a:schemeClr>
                            </a:solidFill>
                          </a:ln>
                          <a:solidFill>
                            <a:schemeClr val="tx1">
                              <a:lumMod val="75000"/>
                              <a:lumOff val="25000"/>
                            </a:schemeClr>
                          </a:solidFill>
                          <a:effectLst/>
                          <a:latin typeface="+mn-ea"/>
                          <a:ea typeface="+mn-ea"/>
                          <a:cs typeface="+mn-cs"/>
                        </a:rPr>
                        <a:t>개발·개선</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 </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  </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직업능력개발 관련 정부 정책 연구</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 / </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국가자격 및 민간자격 </a:t>
                      </a:r>
                      <a:r>
                        <a:rPr lang="ko-KR" altLang="en-US" sz="1000" kern="0" spc="-50" baseline="0" dirty="0" err="1">
                          <a:ln>
                            <a:solidFill>
                              <a:schemeClr val="accent5">
                                <a:alpha val="0"/>
                              </a:schemeClr>
                            </a:solidFill>
                          </a:ln>
                          <a:solidFill>
                            <a:schemeClr val="tx1">
                              <a:lumMod val="75000"/>
                              <a:lumOff val="25000"/>
                            </a:schemeClr>
                          </a:solidFill>
                          <a:effectLst/>
                          <a:latin typeface="+mn-ea"/>
                          <a:ea typeface="+mn-ea"/>
                          <a:cs typeface="+mn-cs"/>
                        </a:rPr>
                        <a:t>설계·운영</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 </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 </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교육과정 기획</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운영</a:t>
                      </a:r>
                    </a:p>
                  </a:txBody>
                  <a:tcPr marL="3600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marL="0" marR="0" indent="0" algn="ctr" defTabSz="914400" rtl="0" eaLnBrk="1" fontAlgn="base" latinLnBrk="0" hangingPunct="1">
                        <a:lnSpc>
                          <a:spcPct val="100000"/>
                        </a:lnSpc>
                        <a:spcBef>
                          <a:spcPts val="0"/>
                        </a:spcBef>
                        <a:spcAft>
                          <a:spcPts val="0"/>
                        </a:spcAft>
                      </a:pPr>
                      <a:r>
                        <a:rPr lang="en-US" sz="1000" kern="0" spc="-50" baseline="0" dirty="0">
                          <a:ln>
                            <a:solidFill>
                              <a:schemeClr val="accent5">
                                <a:alpha val="0"/>
                              </a:schemeClr>
                            </a:solidFill>
                          </a:ln>
                          <a:solidFill>
                            <a:schemeClr val="tx1">
                              <a:lumMod val="75000"/>
                              <a:lumOff val="25000"/>
                            </a:schemeClr>
                          </a:solidFill>
                          <a:effectLst/>
                          <a:latin typeface="+mn-ea"/>
                          <a:ea typeface="+mn-ea"/>
                          <a:cs typeface="+mn-cs"/>
                        </a:rPr>
                        <a:t>9</a:t>
                      </a:r>
                    </a:p>
                  </a:txBody>
                  <a:tcPr marL="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1371372670"/>
                  </a:ext>
                </a:extLst>
              </a:tr>
              <a:tr h="156708">
                <a:tc>
                  <a:txBody>
                    <a:bodyPr/>
                    <a:lstStyle/>
                    <a:p>
                      <a:pPr marL="0" marR="0" indent="0" algn="ctr" defTabSz="914400" rtl="0" eaLnBrk="1" fontAlgn="base" latinLnBrk="0" hangingPunct="1">
                        <a:lnSpc>
                          <a:spcPct val="100000"/>
                        </a:lnSpc>
                        <a:spcBef>
                          <a:spcPts val="0"/>
                        </a:spcBef>
                        <a:spcAft>
                          <a:spcPts val="0"/>
                        </a:spcAft>
                        <a:buClrTx/>
                        <a:buSzTx/>
                        <a:buFontTx/>
                        <a:buNone/>
                        <a:tabLst/>
                        <a:defRPr/>
                      </a:pP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일터혁신컨설팅본부</a:t>
                      </a:r>
                    </a:p>
                  </a:txBody>
                  <a:tcPr marL="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marL="0" marR="0" indent="0" algn="l" fontAlgn="base" latinLnBrk="0">
                        <a:lnSpc>
                          <a:spcPct val="100000"/>
                        </a:lnSpc>
                        <a:spcBef>
                          <a:spcPts val="0"/>
                        </a:spcBef>
                        <a:spcAft>
                          <a:spcPts val="0"/>
                        </a:spcAft>
                      </a:pP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HRM </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체계</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임금</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평가</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 </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개선 컨설팅</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  / </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안전한 일터 조성</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노사파트너십 구축 </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 </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장시간근로개선</a:t>
                      </a:r>
                    </a:p>
                  </a:txBody>
                  <a:tcPr marL="3600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marL="0" marR="0" indent="0" algn="ctr" defTabSz="914400" rtl="0" eaLnBrk="1" fontAlgn="base" latinLnBrk="0" hangingPunct="1">
                        <a:lnSpc>
                          <a:spcPct val="100000"/>
                        </a:lnSpc>
                        <a:spcBef>
                          <a:spcPts val="0"/>
                        </a:spcBef>
                        <a:spcAft>
                          <a:spcPts val="0"/>
                        </a:spcAft>
                      </a:pPr>
                      <a:r>
                        <a:rPr lang="en-US" sz="1000" kern="0" spc="-50" baseline="0" dirty="0">
                          <a:ln>
                            <a:solidFill>
                              <a:schemeClr val="accent5">
                                <a:alpha val="0"/>
                              </a:schemeClr>
                            </a:solidFill>
                          </a:ln>
                          <a:solidFill>
                            <a:schemeClr val="tx1">
                              <a:lumMod val="75000"/>
                              <a:lumOff val="25000"/>
                            </a:schemeClr>
                          </a:solidFill>
                          <a:effectLst/>
                          <a:latin typeface="+mn-ea"/>
                          <a:ea typeface="+mn-ea"/>
                          <a:cs typeface="+mn-cs"/>
                        </a:rPr>
                        <a:t>18</a:t>
                      </a:r>
                    </a:p>
                  </a:txBody>
                  <a:tcPr marL="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4029231832"/>
                  </a:ext>
                </a:extLst>
              </a:tr>
              <a:tr h="156708">
                <a:tc>
                  <a:txBody>
                    <a:bodyPr/>
                    <a:lstStyle/>
                    <a:p>
                      <a:pPr marL="0" marR="0" indent="0" algn="ctr" fontAlgn="base" latinLnBrk="0">
                        <a:lnSpc>
                          <a:spcPct val="100000"/>
                        </a:lnSpc>
                        <a:spcBef>
                          <a:spcPts val="0"/>
                        </a:spcBef>
                        <a:spcAft>
                          <a:spcPts val="0"/>
                        </a:spcAft>
                      </a:pPr>
                      <a:r>
                        <a:rPr lang="ko-KR" altLang="en-US" sz="1000" kern="0" spc="-50" baseline="0" dirty="0" err="1">
                          <a:ln>
                            <a:solidFill>
                              <a:schemeClr val="accent5">
                                <a:alpha val="0"/>
                              </a:schemeClr>
                            </a:solidFill>
                          </a:ln>
                          <a:solidFill>
                            <a:schemeClr val="tx1">
                              <a:lumMod val="75000"/>
                              <a:lumOff val="25000"/>
                            </a:schemeClr>
                          </a:solidFill>
                          <a:effectLst/>
                          <a:latin typeface="+mn-ea"/>
                          <a:ea typeface="+mn-ea"/>
                          <a:cs typeface="+mn-cs"/>
                        </a:rPr>
                        <a:t>넥스트보상연구본부</a:t>
                      </a:r>
                      <a:endPar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endParaRPr>
                    </a:p>
                  </a:txBody>
                  <a:tcPr marL="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marL="0" marR="0" indent="0" algn="l" fontAlgn="base" latinLnBrk="0">
                        <a:lnSpc>
                          <a:spcPct val="100000"/>
                        </a:lnSpc>
                        <a:spcBef>
                          <a:spcPts val="0"/>
                        </a:spcBef>
                        <a:spcAft>
                          <a:spcPts val="0"/>
                        </a:spcAft>
                      </a:pP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업종별 임금 모델 연구 및 설계</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 </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최신 보상 트렌드 분석</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 </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직무</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성과 중심의 보상체계 고도화</a:t>
                      </a:r>
                    </a:p>
                  </a:txBody>
                  <a:tcPr marL="3600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marL="0" marR="0" indent="0" algn="ctr" defTabSz="914400" rtl="0" eaLnBrk="1" fontAlgn="base" latinLnBrk="0" hangingPunct="1">
                        <a:lnSpc>
                          <a:spcPct val="100000"/>
                        </a:lnSpc>
                        <a:spcBef>
                          <a:spcPts val="0"/>
                        </a:spcBef>
                        <a:spcAft>
                          <a:spcPts val="0"/>
                        </a:spcAft>
                      </a:pPr>
                      <a:r>
                        <a:rPr lang="en-US" sz="1000" kern="0" spc="-50" baseline="0" dirty="0">
                          <a:ln>
                            <a:solidFill>
                              <a:schemeClr val="accent5">
                                <a:alpha val="0"/>
                              </a:schemeClr>
                            </a:solidFill>
                          </a:ln>
                          <a:solidFill>
                            <a:schemeClr val="tx1">
                              <a:lumMod val="75000"/>
                              <a:lumOff val="25000"/>
                            </a:schemeClr>
                          </a:solidFill>
                          <a:effectLst/>
                          <a:latin typeface="+mn-ea"/>
                          <a:ea typeface="+mn-ea"/>
                          <a:cs typeface="+mn-cs"/>
                        </a:rPr>
                        <a:t>5</a:t>
                      </a:r>
                    </a:p>
                  </a:txBody>
                  <a:tcPr marL="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10002"/>
                  </a:ext>
                </a:extLst>
              </a:tr>
              <a:tr h="156708">
                <a:tc>
                  <a:txBody>
                    <a:bodyPr/>
                    <a:lstStyle/>
                    <a:p>
                      <a:pPr marL="0" marR="0" indent="0" algn="ctr" fontAlgn="base" latinLnBrk="0">
                        <a:lnSpc>
                          <a:spcPct val="100000"/>
                        </a:lnSpc>
                        <a:spcBef>
                          <a:spcPts val="0"/>
                        </a:spcBef>
                        <a:spcAft>
                          <a:spcPts val="0"/>
                        </a:spcAft>
                      </a:pP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경영혁신컨설팅본부</a:t>
                      </a:r>
                      <a:endPar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endParaRPr>
                    </a:p>
                  </a:txBody>
                  <a:tcPr marL="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marL="0" marR="0" indent="0" algn="l" fontAlgn="base" latinLnBrk="0">
                        <a:lnSpc>
                          <a:spcPct val="100000"/>
                        </a:lnSpc>
                        <a:spcBef>
                          <a:spcPts val="0"/>
                        </a:spcBef>
                        <a:spcAft>
                          <a:spcPts val="0"/>
                        </a:spcAft>
                      </a:pP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경영진단 및 중장기 전략 수립</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 / </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신규 사업 개발</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 / </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직무분석 기반 적정 인력 산정</a:t>
                      </a:r>
                    </a:p>
                  </a:txBody>
                  <a:tcPr marL="3600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marL="0" marR="0" indent="0" algn="ctr" defTabSz="914400" rtl="0" eaLnBrk="1" fontAlgn="base" latinLnBrk="0" hangingPunct="1">
                        <a:lnSpc>
                          <a:spcPct val="100000"/>
                        </a:lnSpc>
                        <a:spcBef>
                          <a:spcPts val="0"/>
                        </a:spcBef>
                        <a:spcAft>
                          <a:spcPts val="0"/>
                        </a:spcAft>
                      </a:pPr>
                      <a:r>
                        <a:rPr lang="en-US" sz="1000" kern="0" spc="-50" baseline="0" dirty="0">
                          <a:ln>
                            <a:solidFill>
                              <a:schemeClr val="accent5">
                                <a:alpha val="0"/>
                              </a:schemeClr>
                            </a:solidFill>
                          </a:ln>
                          <a:solidFill>
                            <a:schemeClr val="tx1">
                              <a:lumMod val="75000"/>
                              <a:lumOff val="25000"/>
                            </a:schemeClr>
                          </a:solidFill>
                          <a:effectLst/>
                          <a:latin typeface="+mn-ea"/>
                          <a:ea typeface="+mn-ea"/>
                          <a:cs typeface="+mn-cs"/>
                        </a:rPr>
                        <a:t>17</a:t>
                      </a:r>
                    </a:p>
                  </a:txBody>
                  <a:tcPr marL="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10003"/>
                  </a:ext>
                </a:extLst>
              </a:tr>
              <a:tr h="156708">
                <a:tc>
                  <a:txBody>
                    <a:bodyPr/>
                    <a:lstStyle/>
                    <a:p>
                      <a:pPr marL="0" marR="0" indent="0" algn="ctr" defTabSz="914400" rtl="0" eaLnBrk="1" fontAlgn="base" latinLnBrk="0" hangingPunct="1">
                        <a:lnSpc>
                          <a:spcPct val="100000"/>
                        </a:lnSpc>
                        <a:spcBef>
                          <a:spcPts val="0"/>
                        </a:spcBef>
                        <a:spcAft>
                          <a:spcPts val="0"/>
                        </a:spcAft>
                        <a:buClrTx/>
                        <a:buSzTx/>
                        <a:buFontTx/>
                        <a:buNone/>
                        <a:tabLst/>
                        <a:defRPr/>
                      </a:pP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지속가능경영본부</a:t>
                      </a:r>
                    </a:p>
                  </a:txBody>
                  <a:tcPr marL="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marL="0" marR="0" indent="0" algn="l" fontAlgn="base" latinLnBrk="0">
                        <a:lnSpc>
                          <a:spcPct val="100000"/>
                        </a:lnSpc>
                        <a:spcBef>
                          <a:spcPts val="0"/>
                        </a:spcBef>
                        <a:spcAft>
                          <a:spcPts val="0"/>
                        </a:spcAft>
                      </a:pP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ESG </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수준 진단 및 컨설팅</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 / </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탄소중립 전략</a:t>
                      </a:r>
                    </a:p>
                  </a:txBody>
                  <a:tcPr marL="3600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marL="0" marR="0" indent="0" algn="ctr" defTabSz="914400" rtl="0" eaLnBrk="1" fontAlgn="base" latinLnBrk="0" hangingPunct="1">
                        <a:lnSpc>
                          <a:spcPct val="100000"/>
                        </a:lnSpc>
                        <a:spcBef>
                          <a:spcPts val="0"/>
                        </a:spcBef>
                        <a:spcAft>
                          <a:spcPts val="0"/>
                        </a:spcAft>
                      </a:pPr>
                      <a:r>
                        <a:rPr lang="en-US" sz="1000" kern="0" spc="-50" baseline="0" dirty="0">
                          <a:ln>
                            <a:solidFill>
                              <a:schemeClr val="accent5">
                                <a:alpha val="0"/>
                              </a:schemeClr>
                            </a:solidFill>
                          </a:ln>
                          <a:solidFill>
                            <a:schemeClr val="tx1">
                              <a:lumMod val="75000"/>
                              <a:lumOff val="25000"/>
                            </a:schemeClr>
                          </a:solidFill>
                          <a:effectLst/>
                          <a:latin typeface="+mn-ea"/>
                          <a:ea typeface="+mn-ea"/>
                          <a:cs typeface="+mn-cs"/>
                        </a:rPr>
                        <a:t>7</a:t>
                      </a:r>
                    </a:p>
                  </a:txBody>
                  <a:tcPr marL="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10004"/>
                  </a:ext>
                </a:extLst>
              </a:tr>
              <a:tr h="156708">
                <a:tc>
                  <a:txBody>
                    <a:bodyPr/>
                    <a:lstStyle/>
                    <a:p>
                      <a:pPr marL="0" marR="0" indent="0" algn="ctr" defTabSz="914400" rtl="0" eaLnBrk="1" fontAlgn="base" latinLnBrk="0" hangingPunct="1">
                        <a:lnSpc>
                          <a:spcPct val="100000"/>
                        </a:lnSpc>
                        <a:spcBef>
                          <a:spcPts val="0"/>
                        </a:spcBef>
                        <a:spcAft>
                          <a:spcPts val="0"/>
                        </a:spcAft>
                        <a:buClrTx/>
                        <a:buSzTx/>
                        <a:buFontTx/>
                        <a:buNone/>
                        <a:tabLst/>
                        <a:defRPr/>
                      </a:pP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공공경영컨설팅본부</a:t>
                      </a:r>
                    </a:p>
                  </a:txBody>
                  <a:tcPr marL="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marL="0" marR="0" indent="0" algn="l" fontAlgn="base" latinLnBrk="0">
                        <a:lnSpc>
                          <a:spcPct val="100000"/>
                        </a:lnSpc>
                        <a:spcBef>
                          <a:spcPts val="0"/>
                        </a:spcBef>
                        <a:spcAft>
                          <a:spcPts val="0"/>
                        </a:spcAft>
                      </a:pP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공공부문 직무 중심 인사관리</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 / </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공공정책 이행 전략 컨설팅</a:t>
                      </a:r>
                    </a:p>
                  </a:txBody>
                  <a:tcPr marL="3600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marL="0" marR="0" indent="0" algn="ctr" defTabSz="914400" rtl="0" eaLnBrk="1" fontAlgn="base" latinLnBrk="0" hangingPunct="1">
                        <a:lnSpc>
                          <a:spcPct val="100000"/>
                        </a:lnSpc>
                        <a:spcBef>
                          <a:spcPts val="0"/>
                        </a:spcBef>
                        <a:spcAft>
                          <a:spcPts val="0"/>
                        </a:spcAft>
                      </a:pPr>
                      <a:r>
                        <a:rPr lang="en-US" sz="1000" kern="0" spc="-50" baseline="0" dirty="0">
                          <a:ln>
                            <a:solidFill>
                              <a:schemeClr val="accent5">
                                <a:alpha val="0"/>
                              </a:schemeClr>
                            </a:solidFill>
                          </a:ln>
                          <a:solidFill>
                            <a:schemeClr val="tx1">
                              <a:lumMod val="75000"/>
                              <a:lumOff val="25000"/>
                            </a:schemeClr>
                          </a:solidFill>
                          <a:effectLst/>
                          <a:latin typeface="+mn-ea"/>
                          <a:ea typeface="+mn-ea"/>
                          <a:cs typeface="+mn-cs"/>
                        </a:rPr>
                        <a:t>7</a:t>
                      </a:r>
                    </a:p>
                  </a:txBody>
                  <a:tcPr marL="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2028219928"/>
                  </a:ext>
                </a:extLst>
              </a:tr>
              <a:tr h="156708">
                <a:tc>
                  <a:txBody>
                    <a:bodyPr/>
                    <a:lstStyle/>
                    <a:p>
                      <a:pPr marL="0" marR="0" indent="0" algn="ctr" fontAlgn="base" latinLnBrk="0">
                        <a:lnSpc>
                          <a:spcPct val="100000"/>
                        </a:lnSpc>
                        <a:spcBef>
                          <a:spcPts val="0"/>
                        </a:spcBef>
                        <a:spcAft>
                          <a:spcPts val="0"/>
                        </a:spcAft>
                      </a:pP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글로벌컨설팅본부</a:t>
                      </a:r>
                    </a:p>
                  </a:txBody>
                  <a:tcPr marL="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0"/>
                        </a:spcBef>
                        <a:spcAft>
                          <a:spcPts val="0"/>
                        </a:spcAft>
                      </a:pP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KOICA(</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한국국제협력단</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 </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공적개발원조</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(ODA) </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사업</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 / </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글로벌 거버넌스 구축</a:t>
                      </a:r>
                      <a:endParaRPr lang="en-US" sz="1000" kern="0" spc="-50" baseline="0" dirty="0">
                        <a:ln>
                          <a:solidFill>
                            <a:schemeClr val="accent5">
                              <a:alpha val="0"/>
                            </a:schemeClr>
                          </a:solidFill>
                        </a:ln>
                        <a:solidFill>
                          <a:schemeClr val="tx1">
                            <a:lumMod val="75000"/>
                            <a:lumOff val="25000"/>
                          </a:schemeClr>
                        </a:solidFill>
                        <a:effectLst/>
                        <a:latin typeface="+mn-ea"/>
                        <a:ea typeface="+mn-ea"/>
                        <a:cs typeface="+mn-cs"/>
                      </a:endParaRPr>
                    </a:p>
                  </a:txBody>
                  <a:tcPr marL="3600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marL="0" marR="0" indent="0" algn="ctr" defTabSz="914400" rtl="0" eaLnBrk="1" fontAlgn="base" latinLnBrk="0" hangingPunct="1">
                        <a:lnSpc>
                          <a:spcPct val="100000"/>
                        </a:lnSpc>
                        <a:spcBef>
                          <a:spcPts val="0"/>
                        </a:spcBef>
                        <a:spcAft>
                          <a:spcPts val="0"/>
                        </a:spcAft>
                      </a:pPr>
                      <a:r>
                        <a:rPr lang="en-US" sz="1000" kern="0" spc="-50" baseline="0" dirty="0">
                          <a:ln>
                            <a:solidFill>
                              <a:schemeClr val="accent5">
                                <a:alpha val="0"/>
                              </a:schemeClr>
                            </a:solidFill>
                          </a:ln>
                          <a:solidFill>
                            <a:schemeClr val="tx1">
                              <a:lumMod val="75000"/>
                              <a:lumOff val="25000"/>
                            </a:schemeClr>
                          </a:solidFill>
                          <a:effectLst/>
                          <a:latin typeface="+mn-ea"/>
                          <a:ea typeface="+mn-ea"/>
                          <a:cs typeface="+mn-cs"/>
                        </a:rPr>
                        <a:t>9</a:t>
                      </a:r>
                    </a:p>
                  </a:txBody>
                  <a:tcPr marL="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2854123855"/>
                  </a:ext>
                </a:extLst>
              </a:tr>
              <a:tr h="156708">
                <a:tc>
                  <a:txBody>
                    <a:bodyPr/>
                    <a:lstStyle/>
                    <a:p>
                      <a:pPr marL="0" marR="0" indent="0" algn="ctr" fontAlgn="base" latinLnBrk="0">
                        <a:lnSpc>
                          <a:spcPct val="100000"/>
                        </a:lnSpc>
                        <a:spcBef>
                          <a:spcPts val="0"/>
                        </a:spcBef>
                        <a:spcAft>
                          <a:spcPts val="0"/>
                        </a:spcAft>
                      </a:pP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AI</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컨설팅연구소</a:t>
                      </a:r>
                    </a:p>
                  </a:txBody>
                  <a:tcPr marL="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marL="0" marR="0" indent="0" algn="l" fontAlgn="base" latinLnBrk="0">
                        <a:lnSpc>
                          <a:spcPct val="100000"/>
                        </a:lnSpc>
                        <a:spcBef>
                          <a:spcPts val="0"/>
                        </a:spcBef>
                        <a:spcAft>
                          <a:spcPts val="0"/>
                        </a:spcAft>
                      </a:pP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HR IT </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솔루션 개발</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 </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데이터 기반 인적자원 관리 시스템 구축</a:t>
                      </a:r>
                    </a:p>
                  </a:txBody>
                  <a:tcPr marL="3600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marL="0" marR="0" indent="0" algn="ctr" defTabSz="914400" rtl="0" eaLnBrk="1" fontAlgn="base" latinLnBrk="0" hangingPunct="1">
                        <a:lnSpc>
                          <a:spcPct val="100000"/>
                        </a:lnSpc>
                        <a:spcBef>
                          <a:spcPts val="0"/>
                        </a:spcBef>
                        <a:spcAft>
                          <a:spcPts val="0"/>
                        </a:spcAft>
                      </a:pPr>
                      <a:r>
                        <a:rPr lang="en-US" sz="1000" kern="0" spc="-50" baseline="0" dirty="0">
                          <a:ln>
                            <a:solidFill>
                              <a:schemeClr val="accent5">
                                <a:alpha val="0"/>
                              </a:schemeClr>
                            </a:solidFill>
                          </a:ln>
                          <a:solidFill>
                            <a:schemeClr val="tx1">
                              <a:lumMod val="75000"/>
                              <a:lumOff val="25000"/>
                            </a:schemeClr>
                          </a:solidFill>
                          <a:effectLst/>
                          <a:latin typeface="+mn-ea"/>
                          <a:ea typeface="+mn-ea"/>
                          <a:cs typeface="+mn-cs"/>
                        </a:rPr>
                        <a:t>2</a:t>
                      </a:r>
                    </a:p>
                  </a:txBody>
                  <a:tcPr marL="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3680198599"/>
                  </a:ext>
                </a:extLst>
              </a:tr>
              <a:tr h="156708">
                <a:tc>
                  <a:txBody>
                    <a:bodyPr/>
                    <a:lstStyle/>
                    <a:p>
                      <a:pPr marL="0" marR="0" indent="0" algn="ctr" fontAlgn="base" latinLnBrk="0">
                        <a:lnSpc>
                          <a:spcPct val="100000"/>
                        </a:lnSpc>
                        <a:spcBef>
                          <a:spcPts val="0"/>
                        </a:spcBef>
                        <a:spcAft>
                          <a:spcPts val="0"/>
                        </a:spcAft>
                      </a:pP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경영지원팀</a:t>
                      </a:r>
                    </a:p>
                  </a:txBody>
                  <a:tcPr marL="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marL="0" marR="0" indent="0" algn="l" fontAlgn="base" latinLnBrk="0">
                        <a:lnSpc>
                          <a:spcPct val="100000"/>
                        </a:lnSpc>
                        <a:spcBef>
                          <a:spcPts val="0"/>
                        </a:spcBef>
                        <a:spcAft>
                          <a:spcPts val="0"/>
                        </a:spcAft>
                      </a:pP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인사</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총무</a:t>
                      </a:r>
                      <a:r>
                        <a:rPr lang="en-US" altLang="ko-KR" sz="1000" kern="0" spc="-50" baseline="0" dirty="0">
                          <a:ln>
                            <a:solidFill>
                              <a:schemeClr val="accent5">
                                <a:alpha val="0"/>
                              </a:schemeClr>
                            </a:solidFill>
                          </a:ln>
                          <a:solidFill>
                            <a:schemeClr val="tx1">
                              <a:lumMod val="75000"/>
                              <a:lumOff val="25000"/>
                            </a:schemeClr>
                          </a:solidFill>
                          <a:effectLst/>
                          <a:latin typeface="+mn-ea"/>
                          <a:ea typeface="+mn-ea"/>
                          <a:cs typeface="+mn-cs"/>
                        </a:rPr>
                        <a:t>·</a:t>
                      </a: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재무 관리</a:t>
                      </a:r>
                    </a:p>
                  </a:txBody>
                  <a:tcPr marL="3600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marL="0" marR="0" indent="0" algn="ctr" defTabSz="914400" rtl="0" eaLnBrk="1" fontAlgn="base" latinLnBrk="0" hangingPunct="1">
                        <a:lnSpc>
                          <a:spcPct val="100000"/>
                        </a:lnSpc>
                        <a:spcBef>
                          <a:spcPts val="0"/>
                        </a:spcBef>
                        <a:spcAft>
                          <a:spcPts val="0"/>
                        </a:spcAft>
                      </a:pPr>
                      <a:r>
                        <a:rPr lang="en-US" sz="1000" kern="0" spc="-50" baseline="0" dirty="0">
                          <a:ln>
                            <a:solidFill>
                              <a:schemeClr val="accent5">
                                <a:alpha val="0"/>
                              </a:schemeClr>
                            </a:solidFill>
                          </a:ln>
                          <a:solidFill>
                            <a:schemeClr val="tx1">
                              <a:lumMod val="75000"/>
                              <a:lumOff val="25000"/>
                            </a:schemeClr>
                          </a:solidFill>
                          <a:effectLst/>
                          <a:latin typeface="+mn-ea"/>
                          <a:ea typeface="+mn-ea"/>
                          <a:cs typeface="+mn-cs"/>
                        </a:rPr>
                        <a:t>2</a:t>
                      </a:r>
                    </a:p>
                  </a:txBody>
                  <a:tcPr marL="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3556955478"/>
                  </a:ext>
                </a:extLst>
              </a:tr>
              <a:tr h="156708">
                <a:tc gridSpan="2">
                  <a:txBody>
                    <a:bodyPr/>
                    <a:lstStyle/>
                    <a:p>
                      <a:pPr marL="0" marR="0" indent="0" algn="ctr" defTabSz="914400" rtl="0" eaLnBrk="1" fontAlgn="base" latinLnBrk="0" hangingPunct="1">
                        <a:lnSpc>
                          <a:spcPct val="100000"/>
                        </a:lnSpc>
                        <a:spcBef>
                          <a:spcPts val="0"/>
                        </a:spcBef>
                        <a:spcAft>
                          <a:spcPts val="0"/>
                        </a:spcAft>
                      </a:pPr>
                      <a:r>
                        <a:rPr lang="ko-KR" altLang="en-US" sz="1000" kern="0" spc="-50" baseline="0" dirty="0">
                          <a:ln>
                            <a:solidFill>
                              <a:schemeClr val="accent5">
                                <a:alpha val="0"/>
                              </a:schemeClr>
                            </a:solidFill>
                          </a:ln>
                          <a:solidFill>
                            <a:schemeClr val="tx1">
                              <a:lumMod val="75000"/>
                              <a:lumOff val="25000"/>
                            </a:schemeClr>
                          </a:solidFill>
                          <a:effectLst/>
                          <a:latin typeface="+mn-ea"/>
                          <a:ea typeface="+mn-ea"/>
                          <a:cs typeface="+mn-cs"/>
                        </a:rPr>
                        <a:t>합 계</a:t>
                      </a:r>
                    </a:p>
                  </a:txBody>
                  <a:tcPr marL="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hMerge="1">
                  <a:txBody>
                    <a:bodyPr/>
                    <a:lstStyle/>
                    <a:p>
                      <a:pPr marL="0" marR="0" indent="0" algn="ctr" defTabSz="914400" rtl="0" eaLnBrk="1" fontAlgn="base" latinLnBrk="0" hangingPunct="1">
                        <a:lnSpc>
                          <a:spcPct val="100000"/>
                        </a:lnSpc>
                        <a:spcBef>
                          <a:spcPts val="0"/>
                        </a:spcBef>
                        <a:spcAft>
                          <a:spcPts val="0"/>
                        </a:spcAft>
                      </a:pPr>
                      <a:endParaRPr lang="en-US" sz="1000" kern="1200" spc="-50" baseline="0" dirty="0">
                        <a:ln>
                          <a:solidFill>
                            <a:schemeClr val="bg1">
                              <a:lumMod val="50000"/>
                              <a:alpha val="0"/>
                            </a:schemeClr>
                          </a:solidFill>
                        </a:ln>
                        <a:solidFill>
                          <a:srgbClr val="000000"/>
                        </a:solidFill>
                        <a:effectLst/>
                        <a:latin typeface="+mn-ea"/>
                        <a:ea typeface="+mn-ea"/>
                        <a:cs typeface="+mn-cs"/>
                      </a:endParaRPr>
                    </a:p>
                  </a:txBody>
                  <a:tcPr marL="46800" marR="46800" marT="0" marB="0" anchor="ctr">
                    <a:lnL w="9525" cap="flat" cmpd="sng" algn="ctr">
                      <a:solidFill>
                        <a:schemeClr val="accent5">
                          <a:lumMod val="75000"/>
                        </a:schemeClr>
                      </a:solidFill>
                      <a:prstDash val="solid"/>
                      <a:round/>
                      <a:headEnd type="none" w="med" len="med"/>
                      <a:tailEnd type="none" w="med" len="med"/>
                    </a:lnL>
                    <a:lnR w="9525" cap="flat" cmpd="sng" algn="ctr">
                      <a:solidFill>
                        <a:schemeClr val="accent5">
                          <a:lumMod val="75000"/>
                        </a:schemeClr>
                      </a:solidFill>
                      <a:prstDash val="solid"/>
                      <a:round/>
                      <a:headEnd type="none" w="med" len="med"/>
                      <a:tailEnd type="none" w="med" len="med"/>
                    </a:lnR>
                    <a:lnT w="9525" cap="flat" cmpd="sng" algn="ctr">
                      <a:solidFill>
                        <a:schemeClr val="accent5">
                          <a:lumMod val="75000"/>
                        </a:schemeClr>
                      </a:solidFill>
                      <a:prstDash val="solid"/>
                      <a:round/>
                      <a:headEnd type="none" w="med" len="med"/>
                      <a:tailEnd type="none" w="med" len="med"/>
                    </a:lnT>
                    <a:lnB w="9525" cap="flat" cmpd="sng" algn="ctr">
                      <a:solidFill>
                        <a:schemeClr val="accent5">
                          <a:lumMod val="75000"/>
                        </a:schemeClr>
                      </a:solidFill>
                      <a:prstDash val="solid"/>
                      <a:round/>
                      <a:headEnd type="none" w="med" len="med"/>
                      <a:tailEnd type="none" w="med" len="med"/>
                    </a:lnB>
                    <a:solidFill>
                      <a:schemeClr val="accent5">
                        <a:lumMod val="20000"/>
                        <a:lumOff val="80000"/>
                      </a:schemeClr>
                    </a:solidFill>
                  </a:tcPr>
                </a:tc>
                <a:tc>
                  <a:txBody>
                    <a:bodyPr/>
                    <a:lstStyle/>
                    <a:p>
                      <a:pPr marL="0" marR="0" indent="0" algn="ctr" defTabSz="914400" rtl="0" eaLnBrk="1" fontAlgn="base" latinLnBrk="0" hangingPunct="1">
                        <a:lnSpc>
                          <a:spcPct val="100000"/>
                        </a:lnSpc>
                        <a:spcBef>
                          <a:spcPts val="0"/>
                        </a:spcBef>
                        <a:spcAft>
                          <a:spcPts val="0"/>
                        </a:spcAft>
                      </a:pPr>
                      <a:r>
                        <a:rPr lang="en-US" sz="1000" kern="0" spc="-50" baseline="0" dirty="0">
                          <a:ln>
                            <a:solidFill>
                              <a:schemeClr val="accent5">
                                <a:alpha val="0"/>
                              </a:schemeClr>
                            </a:solidFill>
                          </a:ln>
                          <a:solidFill>
                            <a:schemeClr val="tx1">
                              <a:lumMod val="75000"/>
                              <a:lumOff val="25000"/>
                            </a:schemeClr>
                          </a:solidFill>
                          <a:effectLst/>
                          <a:latin typeface="+mn-ea"/>
                          <a:ea typeface="+mn-ea"/>
                          <a:cs typeface="+mn-cs"/>
                        </a:rPr>
                        <a:t>88</a:t>
                      </a:r>
                    </a:p>
                  </a:txBody>
                  <a:tcPr marL="0" marR="0" marT="0" marB="0" anchor="ct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6"/>
                  </a:ext>
                </a:extLst>
              </a:tr>
            </a:tbl>
          </a:graphicData>
        </a:graphic>
      </p:graphicFrame>
      <p:cxnSp>
        <p:nvCxnSpPr>
          <p:cNvPr id="35" name="꺾인 연결선 171">
            <a:extLst>
              <a:ext uri="{FF2B5EF4-FFF2-40B4-BE49-F238E27FC236}">
                <a16:creationId xmlns:a16="http://schemas.microsoft.com/office/drawing/2014/main" id="{5C41FD22-087D-C622-28C7-FF8EB6D371CA}"/>
              </a:ext>
            </a:extLst>
          </p:cNvPr>
          <p:cNvCxnSpPr>
            <a:cxnSpLocks/>
            <a:stCxn id="24" idx="0"/>
            <a:endCxn id="26" idx="0"/>
          </p:cNvCxnSpPr>
          <p:nvPr/>
        </p:nvCxnSpPr>
        <p:spPr>
          <a:xfrm rot="16200000" flipH="1">
            <a:off x="4639309" y="490199"/>
            <a:ext cx="2" cy="5583417"/>
          </a:xfrm>
          <a:prstGeom prst="bentConnector3">
            <a:avLst>
              <a:gd name="adj1" fmla="val -11430000000"/>
            </a:avLst>
          </a:prstGeom>
          <a:solidFill>
            <a:schemeClr val="bg1">
              <a:lumMod val="85000"/>
            </a:schemeClr>
          </a:solidFill>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435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98C50-4F7C-901C-12A8-73AE85565C50}"/>
            </a:ext>
          </a:extLst>
        </p:cNvPr>
        <p:cNvGrpSpPr/>
        <p:nvPr/>
      </p:nvGrpSpPr>
      <p:grpSpPr>
        <a:xfrm>
          <a:off x="0" y="0"/>
          <a:ext cx="0" cy="0"/>
          <a:chOff x="0" y="0"/>
          <a:chExt cx="0" cy="0"/>
        </a:xfrm>
      </p:grpSpPr>
      <p:graphicFrame>
        <p:nvGraphicFramePr>
          <p:cNvPr id="3" name="표 2">
            <a:extLst>
              <a:ext uri="{FF2B5EF4-FFF2-40B4-BE49-F238E27FC236}">
                <a16:creationId xmlns:a16="http://schemas.microsoft.com/office/drawing/2014/main" id="{B58B3DDB-75B7-9DD3-5556-9E855FBCDD3B}"/>
              </a:ext>
            </a:extLst>
          </p:cNvPr>
          <p:cNvGraphicFramePr>
            <a:graphicFrameLocks noGrp="1"/>
          </p:cNvGraphicFramePr>
          <p:nvPr/>
        </p:nvGraphicFramePr>
        <p:xfrm>
          <a:off x="596902" y="1520788"/>
          <a:ext cx="8748710" cy="4968920"/>
        </p:xfrm>
        <a:graphic>
          <a:graphicData uri="http://schemas.openxmlformats.org/drawingml/2006/table">
            <a:tbl>
              <a:tblPr>
                <a:tableStyleId>{5C22544A-7EE6-4342-B048-85BDC9FD1C3A}</a:tableStyleId>
              </a:tblPr>
              <a:tblGrid>
                <a:gridCol w="4918626">
                  <a:extLst>
                    <a:ext uri="{9D8B030D-6E8A-4147-A177-3AD203B41FA5}">
                      <a16:colId xmlns:a16="http://schemas.microsoft.com/office/drawing/2014/main" val="505420461"/>
                    </a:ext>
                  </a:extLst>
                </a:gridCol>
                <a:gridCol w="938746">
                  <a:extLst>
                    <a:ext uri="{9D8B030D-6E8A-4147-A177-3AD203B41FA5}">
                      <a16:colId xmlns:a16="http://schemas.microsoft.com/office/drawing/2014/main" val="881665203"/>
                    </a:ext>
                  </a:extLst>
                </a:gridCol>
                <a:gridCol w="788547">
                  <a:extLst>
                    <a:ext uri="{9D8B030D-6E8A-4147-A177-3AD203B41FA5}">
                      <a16:colId xmlns:a16="http://schemas.microsoft.com/office/drawing/2014/main" val="237550212"/>
                    </a:ext>
                  </a:extLst>
                </a:gridCol>
                <a:gridCol w="2102791">
                  <a:extLst>
                    <a:ext uri="{9D8B030D-6E8A-4147-A177-3AD203B41FA5}">
                      <a16:colId xmlns:a16="http://schemas.microsoft.com/office/drawing/2014/main" val="2099551786"/>
                    </a:ext>
                  </a:extLst>
                </a:gridCol>
              </a:tblGrid>
              <a:tr h="216040">
                <a:tc>
                  <a:txBody>
                    <a:bodyPr/>
                    <a:lstStyle/>
                    <a:p>
                      <a:pPr algn="ctr" fontAlgn="ctr">
                        <a:lnSpc>
                          <a:spcPct val="100000"/>
                        </a:lnSpc>
                      </a:pPr>
                      <a:r>
                        <a:rPr lang="ko-KR" altLang="en-US" sz="1000" b="0" i="0" u="none" strike="noStrike" baseline="0" dirty="0" err="1">
                          <a:solidFill>
                            <a:schemeClr val="bg1"/>
                          </a:solidFill>
                          <a:effectLst/>
                          <a:latin typeface="Arial Narrow" panose="020B0606020202030204" pitchFamily="34" charset="0"/>
                          <a:ea typeface="a고딕14" panose="02020600000000000000" pitchFamily="18" charset="-127"/>
                        </a:rPr>
                        <a:t>제안사</a:t>
                      </a:r>
                      <a:r>
                        <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rPr>
                        <a:t> 유사용역 </a:t>
                      </a:r>
                      <a:r>
                        <a:rPr lang="ko-KR" altLang="en-US" sz="1000" b="0" i="0" u="none" strike="noStrike" baseline="0" dirty="0" err="1">
                          <a:solidFill>
                            <a:schemeClr val="bg1"/>
                          </a:solidFill>
                          <a:effectLst/>
                          <a:latin typeface="Arial Narrow" panose="020B0606020202030204" pitchFamily="34" charset="0"/>
                          <a:ea typeface="a고딕14" panose="02020600000000000000" pitchFamily="18" charset="-127"/>
                        </a:rPr>
                        <a:t>사업명</a:t>
                      </a:r>
                      <a:endPar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endParaRPr>
                    </a:p>
                  </a:txBody>
                  <a:tcPr marL="0" marR="0" marT="0"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12E55"/>
                    </a:solidFill>
                  </a:tcPr>
                </a:tc>
                <a:tc>
                  <a:txBody>
                    <a:bodyPr/>
                    <a:lstStyle/>
                    <a:p>
                      <a:pPr algn="ctr" fontAlgn="ctr">
                        <a:lnSpc>
                          <a:spcPct val="100000"/>
                        </a:lnSpc>
                      </a:pPr>
                      <a:r>
                        <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rPr>
                        <a:t>사업기간</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12E55"/>
                    </a:solidFill>
                  </a:tcPr>
                </a:tc>
                <a:tc>
                  <a:txBody>
                    <a:bodyPr/>
                    <a:lstStyle/>
                    <a:p>
                      <a:pPr algn="ctr" fontAlgn="ctr">
                        <a:lnSpc>
                          <a:spcPct val="100000"/>
                        </a:lnSpc>
                      </a:pPr>
                      <a:r>
                        <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rPr>
                        <a:t>계약금액</a:t>
                      </a:r>
                      <a:r>
                        <a:rPr lang="en-US" altLang="ko-KR" sz="1000" b="0" i="0" u="none" strike="noStrike" baseline="0" dirty="0">
                          <a:solidFill>
                            <a:schemeClr val="bg1"/>
                          </a:solidFill>
                          <a:effectLst/>
                          <a:latin typeface="Arial Narrow" panose="020B0606020202030204" pitchFamily="34" charset="0"/>
                          <a:ea typeface="a고딕14" panose="02020600000000000000" pitchFamily="18" charset="-127"/>
                        </a:rPr>
                        <a:t>(</a:t>
                      </a:r>
                      <a:r>
                        <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rPr>
                        <a:t>원</a:t>
                      </a:r>
                      <a:r>
                        <a:rPr lang="en-US" altLang="ko-KR" sz="1000" b="0" i="0" u="none" strike="noStrike" baseline="0" dirty="0">
                          <a:solidFill>
                            <a:schemeClr val="bg1"/>
                          </a:solidFill>
                          <a:effectLst/>
                          <a:latin typeface="Arial Narrow" panose="020B0606020202030204" pitchFamily="34" charset="0"/>
                          <a:ea typeface="a고딕14" panose="02020600000000000000" pitchFamily="18" charset="-127"/>
                        </a:rPr>
                        <a:t>)</a:t>
                      </a:r>
                      <a:endPar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12E55"/>
                    </a:solidFill>
                  </a:tcPr>
                </a:tc>
                <a:tc>
                  <a:txBody>
                    <a:bodyPr/>
                    <a:lstStyle/>
                    <a:p>
                      <a:pPr algn="ctr" fontAlgn="ctr">
                        <a:lnSpc>
                          <a:spcPct val="100000"/>
                        </a:lnSpc>
                      </a:pPr>
                      <a:r>
                        <a:rPr lang="ko-KR" altLang="en-US" sz="1000" b="0" i="0" u="none" strike="noStrike" baseline="0" dirty="0" err="1">
                          <a:solidFill>
                            <a:schemeClr val="bg1"/>
                          </a:solidFill>
                          <a:effectLst/>
                          <a:latin typeface="Arial Narrow" panose="020B0606020202030204" pitchFamily="34" charset="0"/>
                          <a:ea typeface="a고딕14" panose="02020600000000000000" pitchFamily="18" charset="-127"/>
                        </a:rPr>
                        <a:t>발주처</a:t>
                      </a:r>
                      <a:endPar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12E55"/>
                    </a:solidFill>
                  </a:tcPr>
                </a:tc>
                <a:extLst>
                  <a:ext uri="{0D108BD9-81ED-4DB2-BD59-A6C34878D82A}">
                    <a16:rowId xmlns:a16="http://schemas.microsoft.com/office/drawing/2014/main" val="436882629"/>
                  </a:ext>
                </a:extLst>
              </a:tr>
              <a:tr h="216040">
                <a:tc>
                  <a:txBody>
                    <a:bodyPr/>
                    <a:lstStyle/>
                    <a:p>
                      <a:pPr algn="ctr" rtl="0" fontAlgn="ctr"/>
                      <a:r>
                        <a:rPr lang="en-US" altLang="ko-KR" sz="1000" b="0" i="0" u="none" strike="noStrike" kern="1200" dirty="0">
                          <a:solidFill>
                            <a:srgbClr val="0070C0"/>
                          </a:solidFill>
                          <a:effectLst/>
                          <a:latin typeface="A고딕14" panose="02020600000000000000" pitchFamily="18" charset="-127"/>
                          <a:ea typeface="A고딕14" panose="02020600000000000000" pitchFamily="18" charset="-127"/>
                          <a:cs typeface="+mn-cs"/>
                        </a:rPr>
                        <a:t>2025</a:t>
                      </a:r>
                      <a:r>
                        <a:rPr lang="ko-KR" altLang="en-US" sz="1000" b="0" i="0" u="none" strike="noStrike" kern="1200" dirty="0">
                          <a:solidFill>
                            <a:srgbClr val="0070C0"/>
                          </a:solidFill>
                          <a:effectLst/>
                          <a:latin typeface="A고딕14" panose="02020600000000000000" pitchFamily="18" charset="-127"/>
                          <a:ea typeface="A고딕14" panose="02020600000000000000" pitchFamily="18" charset="-127"/>
                          <a:cs typeface="+mn-cs"/>
                        </a:rPr>
                        <a:t>년도 </a:t>
                      </a:r>
                      <a:r>
                        <a:rPr lang="ko-KR" altLang="en-US" sz="1000" b="0" i="0" u="none" strike="noStrike" kern="1200" dirty="0" err="1">
                          <a:solidFill>
                            <a:srgbClr val="0070C0"/>
                          </a:solidFill>
                          <a:effectLst/>
                          <a:latin typeface="A고딕14" panose="02020600000000000000" pitchFamily="18" charset="-127"/>
                          <a:ea typeface="A고딕14" panose="02020600000000000000" pitchFamily="18" charset="-127"/>
                          <a:cs typeface="+mn-cs"/>
                        </a:rPr>
                        <a:t>기술교육로드맵</a:t>
                      </a:r>
                      <a:r>
                        <a:rPr lang="ko-KR" altLang="en-US" sz="1000" b="0" i="0" u="none" strike="noStrike" kern="1200" dirty="0">
                          <a:solidFill>
                            <a:srgbClr val="0070C0"/>
                          </a:solidFill>
                          <a:effectLst/>
                          <a:latin typeface="A고딕14" panose="02020600000000000000" pitchFamily="18" charset="-127"/>
                          <a:ea typeface="A고딕14" panose="02020600000000000000" pitchFamily="18" charset="-127"/>
                          <a:cs typeface="+mn-cs"/>
                        </a:rPr>
                        <a:t> 개발 및 신규과정 선정 연구용역</a:t>
                      </a: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25.06.~25.12.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137,200,000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한국기술교육대학교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725269192"/>
                  </a:ext>
                </a:extLst>
              </a:tr>
              <a:tr h="216040">
                <a:tc>
                  <a:txBody>
                    <a:bodyPr/>
                    <a:lstStyle/>
                    <a:p>
                      <a:pPr algn="ctr" rtl="0" fontAlgn="ct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대구대학교 대학혁신과 지속가능한 발전전략 개발 연구 컨설팅</a:t>
                      </a: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25.02.~25.08.</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45,000,000</a:t>
                      </a:r>
                      <a:endParaRPr lang="en-US" altLang="ko-KR" sz="10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대구대학교</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43023106"/>
                  </a:ext>
                </a:extLst>
              </a:tr>
              <a:tr h="216040">
                <a:tc>
                  <a:txBody>
                    <a:bodyPr/>
                    <a:lstStyle/>
                    <a:p>
                      <a:pPr algn="ctr" rtl="0" fontAlgn="ct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성인학습자를 위한 </a:t>
                      </a:r>
                      <a:r>
                        <a:rPr lang="ko-KR" altLang="en-US" sz="1000" b="0" i="0" u="none" strike="noStrike" kern="1200" dirty="0">
                          <a:solidFill>
                            <a:srgbClr val="0070C0"/>
                          </a:solidFill>
                          <a:effectLst/>
                          <a:latin typeface="A고딕14" panose="02020600000000000000" pitchFamily="18" charset="-127"/>
                          <a:ea typeface="A고딕14" panose="02020600000000000000" pitchFamily="18" charset="-127"/>
                          <a:cs typeface="+mn-cs"/>
                        </a:rPr>
                        <a:t>수요기반 교양교과목 개발 환경분석 및 수요조사</a:t>
                      </a: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24.08.~24.10.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18,000,000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제주관광대학교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403644665"/>
                  </a:ext>
                </a:extLst>
              </a:tr>
              <a:tr h="216040">
                <a:tc>
                  <a:txBody>
                    <a:bodyPr/>
                    <a:lstStyle/>
                    <a:p>
                      <a:pPr algn="ctr" rtl="0" fontAlgn="ctr"/>
                      <a:r>
                        <a:rPr lang="ko-KR" altLang="en-US" sz="1000" b="0" i="0" u="none" strike="noStrike" kern="1200">
                          <a:solidFill>
                            <a:srgbClr val="0070C0"/>
                          </a:solidFill>
                          <a:effectLst/>
                          <a:latin typeface="A고딕14" panose="02020600000000000000" pitchFamily="18" charset="-127"/>
                          <a:ea typeface="A고딕14" panose="02020600000000000000" pitchFamily="18" charset="-127"/>
                          <a:cs typeface="+mn-cs"/>
                        </a:rPr>
                        <a:t>기술교육로드맵 개발 및 신규 과정 선정 연구용역</a:t>
                      </a: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24.07.~25.01.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137,500,000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한국기술교육대학교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216040">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해외인허가</a:t>
                      </a:r>
                      <a:r>
                        <a:rPr lang="en-US" altLang="ko-KR" sz="1000" b="0" i="0" u="none" strike="noStrike">
                          <a:solidFill>
                            <a:srgbClr val="000000"/>
                          </a:solidFill>
                          <a:effectLst/>
                          <a:latin typeface="A고딕14" panose="02020600000000000000" pitchFamily="18" charset="-127"/>
                          <a:ea typeface="A고딕14" panose="02020600000000000000" pitchFamily="18" charset="-127"/>
                        </a:rPr>
                        <a:t>(FDA) </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실습 교육과정 개발 연구</a:t>
                      </a:r>
                      <a:endParaRPr lang="ko-KR" altLang="en-US" sz="10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24.07.~24.11.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29,800,00</a:t>
                      </a:r>
                      <a:endParaRPr lang="en-US" altLang="ko-KR" sz="10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국가임상시험지원재단</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929976"/>
                  </a:ext>
                </a:extLst>
              </a:tr>
              <a:tr h="216040">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대한상공회의소 </a:t>
                      </a:r>
                      <a:r>
                        <a:rPr lang="en-US" altLang="ko-KR" sz="1000" b="0" i="0" u="none" strike="noStrike">
                          <a:solidFill>
                            <a:srgbClr val="000000"/>
                          </a:solidFill>
                          <a:effectLst/>
                          <a:latin typeface="A고딕14" panose="02020600000000000000" pitchFamily="18" charset="-127"/>
                          <a:ea typeface="A고딕14" panose="02020600000000000000" pitchFamily="18" charset="-127"/>
                        </a:rPr>
                        <a:t>24</a:t>
                      </a:r>
                      <a:r>
                        <a:rPr lang="ko-KR" altLang="en-US" sz="1000" b="0" i="0" u="none" strike="noStrike">
                          <a:solidFill>
                            <a:srgbClr val="000000"/>
                          </a:solidFill>
                          <a:effectLst/>
                          <a:latin typeface="A고딕14" panose="02020600000000000000" pitchFamily="18" charset="-127"/>
                          <a:ea typeface="A고딕14" panose="02020600000000000000" pitchFamily="18" charset="-127"/>
                        </a:rPr>
                        <a:t>년도 </a:t>
                      </a:r>
                      <a:r>
                        <a:rPr lang="ko-KR" altLang="en-US" sz="1000" b="0" i="0" u="none" strike="noStrike" kern="1200">
                          <a:solidFill>
                            <a:srgbClr val="0070C0"/>
                          </a:solidFill>
                          <a:effectLst/>
                          <a:latin typeface="A고딕14" panose="02020600000000000000" pitchFamily="18" charset="-127"/>
                          <a:ea typeface="A고딕14" panose="02020600000000000000" pitchFamily="18" charset="-127"/>
                          <a:cs typeface="+mn-cs"/>
                        </a:rPr>
                        <a:t>기업수요 맞춤형 훈련과정개발</a:t>
                      </a:r>
                      <a:endParaRPr lang="ko-KR" altLang="en-US" sz="1000" b="0" i="0" u="none" strike="noStrike" kern="1200" dirty="0">
                        <a:solidFill>
                          <a:srgbClr val="0070C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24.06.~24.09.</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115,200,000</a:t>
                      </a:r>
                      <a:endParaRPr lang="en-US" altLang="ko-KR" sz="10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대한상공회의소 서울기술교육센터</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8452079"/>
                  </a:ext>
                </a:extLst>
              </a:tr>
              <a:tr h="216040">
                <a:tc>
                  <a:txBody>
                    <a:bodyPr/>
                    <a:lstStyle/>
                    <a:p>
                      <a:pPr algn="ctr" rtl="0" fontAlgn="ctr"/>
                      <a:r>
                        <a:rPr lang="ko-KR" altLang="en-US" sz="1000" b="0" i="0" u="none" strike="noStrike" kern="1200" dirty="0">
                          <a:solidFill>
                            <a:srgbClr val="0070C0"/>
                          </a:solidFill>
                          <a:effectLst/>
                          <a:latin typeface="A고딕14" panose="02020600000000000000" pitchFamily="18" charset="-127"/>
                          <a:ea typeface="A고딕14" panose="02020600000000000000" pitchFamily="18" charset="-127"/>
                          <a:cs typeface="+mn-cs"/>
                        </a:rPr>
                        <a:t>역량기반 현장중심 교육과정 개발</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을 위한 산업체 수요조사</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24.04.~24.08.</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82,000,000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동양미래대학교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972040"/>
                  </a:ext>
                </a:extLst>
              </a:tr>
              <a:tr h="216040">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2023</a:t>
                      </a:r>
                      <a:r>
                        <a:rPr lang="ko-KR" altLang="en-US" sz="1000" b="0" i="0" u="none" strike="noStrike">
                          <a:solidFill>
                            <a:srgbClr val="000000"/>
                          </a:solidFill>
                          <a:effectLst/>
                          <a:latin typeface="A고딕14" panose="02020600000000000000" pitchFamily="18" charset="-127"/>
                          <a:ea typeface="A고딕14" panose="02020600000000000000" pitchFamily="18" charset="-127"/>
                        </a:rPr>
                        <a:t>학년도 대학구성원 만족도 조사용역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24.02.~24.02.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18,000,000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우송정보대학교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066615"/>
                  </a:ext>
                </a:extLst>
              </a:tr>
              <a:tr h="216040">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2023</a:t>
                      </a:r>
                      <a:r>
                        <a:rPr lang="ko-KR" altLang="en-US" sz="1000" b="0" i="0" u="none" strike="noStrike">
                          <a:solidFill>
                            <a:srgbClr val="000000"/>
                          </a:solidFill>
                          <a:effectLst/>
                          <a:latin typeface="A고딕14" panose="02020600000000000000" pitchFamily="18" charset="-127"/>
                          <a:ea typeface="A고딕14" panose="02020600000000000000" pitchFamily="18" charset="-127"/>
                        </a:rPr>
                        <a:t>년 제주관광대학교 </a:t>
                      </a:r>
                      <a:r>
                        <a:rPr lang="ko-KR" altLang="en-US" sz="1000" b="0" i="0" u="none" strike="noStrike" kern="1200">
                          <a:solidFill>
                            <a:srgbClr val="0070C0"/>
                          </a:solidFill>
                          <a:effectLst/>
                          <a:latin typeface="A고딕14" panose="02020600000000000000" pitchFamily="18" charset="-127"/>
                          <a:ea typeface="A고딕14" panose="02020600000000000000" pitchFamily="18" charset="-127"/>
                          <a:cs typeface="+mn-cs"/>
                        </a:rPr>
                        <a:t>혁신지원사업 융복합 교과목 개발</a:t>
                      </a:r>
                      <a:endParaRPr lang="en-US" altLang="ko-KR" sz="1000" b="0" i="0" u="none" strike="noStrike" kern="1200" dirty="0">
                        <a:solidFill>
                          <a:srgbClr val="0070C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24.01.~24.02.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16,000,000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제주관광대학교 산학협력단</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108638"/>
                  </a:ext>
                </a:extLst>
              </a:tr>
              <a:tr h="216040">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2023</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년 제주관광대학교 혁신지원사업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현장중심 교육과정 개발 </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지원 </a:t>
                      </a: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 </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환경분석 및 수요조사 </a:t>
                      </a: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a:t>
                      </a:r>
                      <a:endParaRPr lang="en-US" altLang="ko-KR" sz="10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24.01.~24.02.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제주관광대학교 산학협력단</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3325643"/>
                  </a:ext>
                </a:extLst>
              </a:tr>
              <a:tr h="216040">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디지털 인재의 지역 일자리 미스매칭 실태조사 연구용역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24.01.~24.02.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18,430,000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재단법인 대전정보문화산업진흥원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2893015"/>
                  </a:ext>
                </a:extLst>
              </a:tr>
              <a:tr h="216040">
                <a:tc>
                  <a:txBody>
                    <a:bodyPr/>
                    <a:lstStyle/>
                    <a:p>
                      <a:pPr algn="ctr" rtl="0" fontAlgn="ctr"/>
                      <a:r>
                        <a:rPr lang="ko-KR" altLang="en-US" sz="1000" b="0" i="0" u="none" strike="noStrike">
                          <a:solidFill>
                            <a:srgbClr val="0070C0"/>
                          </a:solidFill>
                          <a:effectLst/>
                          <a:latin typeface="A고딕14" panose="02020600000000000000" pitchFamily="18" charset="-127"/>
                          <a:ea typeface="A고딕14" panose="02020600000000000000" pitchFamily="18" charset="-127"/>
                        </a:rPr>
                        <a:t>대전대학교 학과별 역량모델링</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23.12.~24.01.</a:t>
                      </a:r>
                      <a:endParaRPr lang="en-US" altLang="ko-KR" sz="10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20,000,000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대전대학교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2685805"/>
                  </a:ext>
                </a:extLst>
              </a:tr>
              <a:tr h="216040">
                <a:tc>
                  <a:txBody>
                    <a:bodyPr/>
                    <a:lstStyle/>
                    <a:p>
                      <a:pPr algn="ctr" rtl="0" fontAlgn="ctr"/>
                      <a:r>
                        <a:rPr lang="ko-KR" altLang="en-US" sz="1000" b="0" i="0" u="none" strike="noStrike" dirty="0" err="1">
                          <a:solidFill>
                            <a:srgbClr val="0070C0"/>
                          </a:solidFill>
                          <a:effectLst/>
                          <a:latin typeface="A고딕14" panose="02020600000000000000" pitchFamily="18" charset="-127"/>
                          <a:ea typeface="A고딕14" panose="02020600000000000000" pitchFamily="18" charset="-127"/>
                        </a:rPr>
                        <a:t>교육운영</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a:t>
                      </a:r>
                      <a:r>
                        <a:rPr lang="ko-KR" altLang="en-US" sz="1000" b="0" i="0" u="none" strike="noStrike" dirty="0" err="1">
                          <a:solidFill>
                            <a:srgbClr val="000000"/>
                          </a:solidFill>
                          <a:effectLst/>
                          <a:latin typeface="A고딕14" panose="02020600000000000000" pitchFamily="18" charset="-127"/>
                          <a:ea typeface="A고딕14" panose="02020600000000000000" pitchFamily="18" charset="-127"/>
                        </a:rPr>
                        <a:t>현장전문가</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직무분석</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23.12.~23.12.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2,700,000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대한상공회의소 전북인력개발원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7440769"/>
                  </a:ext>
                </a:extLst>
              </a:tr>
              <a:tr h="216040">
                <a:tc>
                  <a:txBody>
                    <a:bodyPr/>
                    <a:lstStyle/>
                    <a:p>
                      <a:pPr algn="ctr" rtl="0" fontAlgn="ctr"/>
                      <a:r>
                        <a:rPr lang="ko-KR" altLang="en-US" sz="1000" b="0" i="0" u="none" strike="noStrike" dirty="0" err="1">
                          <a:solidFill>
                            <a:srgbClr val="000000"/>
                          </a:solidFill>
                          <a:effectLst/>
                          <a:latin typeface="A고딕14" panose="02020600000000000000" pitchFamily="18" charset="-127"/>
                          <a:ea typeface="A고딕14" panose="02020600000000000000" pitchFamily="18" charset="-127"/>
                        </a:rPr>
                        <a:t>소부장</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교육훈련 프로그램 개발</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23.11.~23.12.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9,900,000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대한상공회의소 전북인력개발원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9926389"/>
                  </a:ext>
                </a:extLst>
              </a:tr>
              <a:tr h="216040">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XR </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활용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교육과정 개발</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23.10.~23.12.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29,500,000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한국자동차연구원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8862680"/>
                  </a:ext>
                </a:extLst>
              </a:tr>
              <a:tr h="216040">
                <a:tc>
                  <a:txBody>
                    <a:bodyPr/>
                    <a:lstStyle/>
                    <a:p>
                      <a:pPr algn="ctr" rtl="0" fontAlgn="ctr"/>
                      <a:r>
                        <a:rPr lang="ko-KR" altLang="en-US" sz="1000" b="0" i="0" u="none" strike="noStrike">
                          <a:solidFill>
                            <a:srgbClr val="0070C0"/>
                          </a:solidFill>
                          <a:effectLst/>
                          <a:latin typeface="A고딕14" panose="02020600000000000000" pitchFamily="18" charset="-127"/>
                          <a:ea typeface="A고딕14" panose="02020600000000000000" pitchFamily="18" charset="-127"/>
                        </a:rPr>
                        <a:t>학교법인 한국폴리텍 직무분석 및 직무평가체계 개발 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23.10.~23.12.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54,000,000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학교법인한국폴리텍</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7527069"/>
                  </a:ext>
                </a:extLst>
              </a:tr>
              <a:tr h="216040">
                <a:tc>
                  <a:txBody>
                    <a:bodyPr/>
                    <a:lstStyle/>
                    <a:p>
                      <a:pPr algn="ctr" rtl="0" fontAlgn="ct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기술교육로드맵 평생 및 디지털 신기술 분야 개발 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23.10.~23.11.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chemeClr val="tx1"/>
                          </a:solidFill>
                          <a:effectLst/>
                          <a:latin typeface="A고딕14" panose="02020600000000000000" pitchFamily="18" charset="-127"/>
                          <a:ea typeface="A고딕14" panose="02020600000000000000" pitchFamily="18" charset="-127"/>
                        </a:rPr>
                        <a:t>77,000,000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한국기술교육대학교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4319622"/>
                  </a:ext>
                </a:extLst>
              </a:tr>
              <a:tr h="216040">
                <a:tc>
                  <a:txBody>
                    <a:bodyPr/>
                    <a:lstStyle/>
                    <a:p>
                      <a:pPr algn="ctr" rtl="0" fontAlgn="ctr"/>
                      <a:r>
                        <a:rPr lang="ko-KR" altLang="en-US" sz="1000" b="0" i="0" u="none" strike="noStrike">
                          <a:solidFill>
                            <a:srgbClr val="0070C0"/>
                          </a:solidFill>
                          <a:effectLst/>
                          <a:latin typeface="A고딕14" panose="02020600000000000000" pitchFamily="18" charset="-127"/>
                          <a:ea typeface="A고딕14" panose="02020600000000000000" pitchFamily="18" charset="-127"/>
                        </a:rPr>
                        <a:t>부산대학교 산학협력단 조직인사 컨설팅 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23.09.~24.01.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chemeClr val="tx1"/>
                          </a:solidFill>
                          <a:effectLst/>
                          <a:latin typeface="A고딕14" panose="02020600000000000000" pitchFamily="18" charset="-127"/>
                          <a:ea typeface="A고딕14" panose="02020600000000000000" pitchFamily="18" charset="-127"/>
                        </a:rPr>
                        <a:t>90,000,000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부산대학교 </a:t>
                      </a:r>
                      <a:r>
                        <a:rPr lang="ko-KR" altLang="en-US" sz="1000" b="0" i="0" u="none" strike="noStrike" dirty="0" err="1">
                          <a:solidFill>
                            <a:schemeClr val="tx1"/>
                          </a:solidFill>
                          <a:effectLst/>
                          <a:latin typeface="A고딕14" panose="02020600000000000000" pitchFamily="18" charset="-127"/>
                          <a:ea typeface="A고딕14" panose="02020600000000000000" pitchFamily="18" charset="-127"/>
                        </a:rPr>
                        <a:t>산학협력단</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1603152"/>
                  </a:ext>
                </a:extLst>
              </a:tr>
              <a:tr h="216040">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23-F-NCS </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직무표준화 교육 및 컨설팅 위탁용역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23.09.~23.12.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chemeClr val="tx1"/>
                          </a:solidFill>
                          <a:effectLst/>
                          <a:latin typeface="A고딕14" panose="02020600000000000000" pitchFamily="18" charset="-127"/>
                          <a:ea typeface="A고딕14" panose="02020600000000000000" pitchFamily="18" charset="-127"/>
                        </a:rPr>
                        <a:t>61,000,000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err="1">
                          <a:solidFill>
                            <a:schemeClr val="tx1"/>
                          </a:solidFill>
                          <a:effectLst/>
                          <a:latin typeface="A고딕14" panose="02020600000000000000" pitchFamily="18" charset="-127"/>
                          <a:ea typeface="A고딕14" panose="02020600000000000000" pitchFamily="18" charset="-127"/>
                        </a:rPr>
                        <a:t>국군본부</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559286"/>
                  </a:ext>
                </a:extLst>
              </a:tr>
              <a:tr h="216040">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2023</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년 온라인 교육훈련 수요조사</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23.09.~23.10.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chemeClr val="tx1"/>
                          </a:solidFill>
                          <a:effectLst/>
                          <a:latin typeface="A고딕14" panose="02020600000000000000" pitchFamily="18" charset="-127"/>
                          <a:ea typeface="A고딕14" panose="02020600000000000000" pitchFamily="18" charset="-127"/>
                        </a:rPr>
                        <a:t>43,000,000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한국기술교육대학교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2806993"/>
                  </a:ext>
                </a:extLst>
              </a:tr>
              <a:tr h="216040">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산업안전분야 교육훈련직종 운영가이드 개발 연구</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23.07.~23.11.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chemeClr val="tx1"/>
                          </a:solidFill>
                          <a:effectLst/>
                          <a:latin typeface="A고딕14" panose="02020600000000000000" pitchFamily="18" charset="-127"/>
                          <a:ea typeface="A고딕14" panose="02020600000000000000" pitchFamily="18" charset="-127"/>
                        </a:rPr>
                        <a:t>20,000,000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교육법인 한국폴리텍</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2452156"/>
                  </a:ext>
                </a:extLst>
              </a:tr>
              <a:tr h="216040">
                <a:tc>
                  <a:txBody>
                    <a:bodyPr/>
                    <a:lstStyle/>
                    <a:p>
                      <a:pPr algn="ctr" rtl="0" fontAlgn="ctr"/>
                      <a:r>
                        <a:rPr lang="ko-KR" altLang="en-US" sz="1000" b="0" i="0" u="none" strike="noStrike">
                          <a:solidFill>
                            <a:srgbClr val="0070C0"/>
                          </a:solidFill>
                          <a:effectLst/>
                          <a:latin typeface="A고딕14" panose="02020600000000000000" pitchFamily="18" charset="-127"/>
                          <a:ea typeface="A고딕14" panose="02020600000000000000" pitchFamily="18" charset="-127"/>
                        </a:rPr>
                        <a:t>한국기술교육대학교 중장기 발전계획 개편 연구 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23.07.~23.10.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chemeClr val="tx1"/>
                          </a:solidFill>
                          <a:effectLst/>
                          <a:latin typeface="A고딕14" panose="02020600000000000000" pitchFamily="18" charset="-127"/>
                          <a:ea typeface="A고딕14" panose="02020600000000000000" pitchFamily="18" charset="-127"/>
                        </a:rPr>
                        <a:t>47,500,000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한국기술교육대학교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5505251"/>
                  </a:ext>
                </a:extLst>
              </a:tr>
            </a:tbl>
          </a:graphicData>
        </a:graphic>
      </p:graphicFrame>
      <p:sp>
        <p:nvSpPr>
          <p:cNvPr id="12" name="텍스트 개체 틀 4">
            <a:extLst>
              <a:ext uri="{FF2B5EF4-FFF2-40B4-BE49-F238E27FC236}">
                <a16:creationId xmlns:a16="http://schemas.microsoft.com/office/drawing/2014/main" id="{1381B727-D872-1BB9-8DB3-ED924F39A7C4}"/>
              </a:ext>
            </a:extLst>
          </p:cNvPr>
          <p:cNvSpPr>
            <a:spLocks noGrp="1"/>
          </p:cNvSpPr>
          <p:nvPr>
            <p:ph type="body" sz="quarter" idx="12"/>
          </p:nvPr>
        </p:nvSpPr>
        <p:spPr>
          <a:xfrm>
            <a:off x="596515" y="650182"/>
            <a:ext cx="8749097" cy="511373"/>
          </a:xfrm>
        </p:spPr>
        <p:txBody>
          <a:bodyPr/>
          <a:lstStyle/>
          <a:p>
            <a:pPr fontAlgn="auto" latinLnBrk="0">
              <a:spcAft>
                <a:spcPts val="0"/>
              </a:spcAft>
            </a:pPr>
            <a:r>
              <a:rPr lang="ko-KR" altLang="en-US" dirty="0" err="1"/>
              <a:t>제안사는</a:t>
            </a:r>
            <a:r>
              <a:rPr lang="ko-KR" altLang="en-US" dirty="0"/>
              <a:t> </a:t>
            </a:r>
            <a:r>
              <a:rPr lang="en-US" altLang="ko-KR" dirty="0"/>
              <a:t>‘</a:t>
            </a:r>
            <a:r>
              <a:rPr lang="ko-KR" altLang="en-US" dirty="0"/>
              <a:t>한기대 용역과제</a:t>
            </a:r>
            <a:r>
              <a:rPr lang="en-US" altLang="ko-KR" dirty="0"/>
              <a:t>’</a:t>
            </a:r>
            <a:r>
              <a:rPr lang="ko-KR" altLang="en-US" dirty="0"/>
              <a:t>와 유사한 </a:t>
            </a:r>
            <a:r>
              <a:rPr lang="ko-KR" altLang="en-US" dirty="0">
                <a:solidFill>
                  <a:srgbClr val="0070C0"/>
                </a:solidFill>
              </a:rPr>
              <a:t>다수의 </a:t>
            </a:r>
            <a:r>
              <a:rPr lang="en-US" altLang="ko-KR" dirty="0">
                <a:solidFill>
                  <a:srgbClr val="0070C0"/>
                </a:solidFill>
              </a:rPr>
              <a:t>PJT </a:t>
            </a:r>
            <a:r>
              <a:rPr lang="ko-KR" altLang="en-US" dirty="0">
                <a:solidFill>
                  <a:srgbClr val="0070C0"/>
                </a:solidFill>
              </a:rPr>
              <a:t>수행 경험</a:t>
            </a:r>
            <a:r>
              <a:rPr lang="ko-KR" altLang="en-US" dirty="0"/>
              <a:t>을</a:t>
            </a:r>
            <a:r>
              <a:rPr lang="en-US" altLang="ko-KR" dirty="0"/>
              <a:t> </a:t>
            </a:r>
            <a:r>
              <a:rPr lang="ko-KR" altLang="en-US" dirty="0"/>
              <a:t>기반으로 본 </a:t>
            </a:r>
            <a:r>
              <a:rPr lang="en-US" altLang="ko-KR" dirty="0">
                <a:solidFill>
                  <a:srgbClr val="0070C0"/>
                </a:solidFill>
              </a:rPr>
              <a:t>PJT</a:t>
            </a:r>
            <a:r>
              <a:rPr lang="ko-KR" altLang="en-US" dirty="0">
                <a:solidFill>
                  <a:srgbClr val="0070C0"/>
                </a:solidFill>
              </a:rPr>
              <a:t>에 대한 명확한 </a:t>
            </a:r>
            <a:r>
              <a:rPr lang="en-US" altLang="ko-KR" dirty="0">
                <a:solidFill>
                  <a:srgbClr val="0070C0"/>
                </a:solidFill>
              </a:rPr>
              <a:t>Insight</a:t>
            </a:r>
            <a:r>
              <a:rPr lang="ko-KR" altLang="en-US" dirty="0">
                <a:solidFill>
                  <a:srgbClr val="0070C0"/>
                </a:solidFill>
              </a:rPr>
              <a:t>를 </a:t>
            </a:r>
            <a:r>
              <a:rPr lang="ko-KR" altLang="en-US" dirty="0"/>
              <a:t>제공할 수 있음</a:t>
            </a:r>
          </a:p>
        </p:txBody>
      </p:sp>
      <p:sp>
        <p:nvSpPr>
          <p:cNvPr id="232" name="직사각형 231">
            <a:extLst>
              <a:ext uri="{FF2B5EF4-FFF2-40B4-BE49-F238E27FC236}">
                <a16:creationId xmlns:a16="http://schemas.microsoft.com/office/drawing/2014/main" id="{07137583-DA37-03FC-7C43-4BEFA0F907D4}"/>
              </a:ext>
            </a:extLst>
          </p:cNvPr>
          <p:cNvSpPr/>
          <p:nvPr/>
        </p:nvSpPr>
        <p:spPr>
          <a:xfrm>
            <a:off x="596900" y="255112"/>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27" name="텍스트 개체 틀 2"/>
          <p:cNvSpPr>
            <a:spLocks noGrp="1"/>
          </p:cNvSpPr>
          <p:nvPr>
            <p:ph type="body" sz="quarter" idx="16"/>
          </p:nvPr>
        </p:nvSpPr>
        <p:spPr>
          <a:xfrm>
            <a:off x="7293260" y="138529"/>
            <a:ext cx="2052352" cy="446155"/>
          </a:xfrm>
        </p:spPr>
        <p:txBody>
          <a:bodyPr/>
          <a:lstStyle/>
          <a:p>
            <a:pPr latinLnBrk="0"/>
            <a:r>
              <a:rPr lang="en-US" altLang="ko-KR" dirty="0">
                <a:latin typeface="+mn-ea"/>
              </a:rPr>
              <a:t>Ⅱ. </a:t>
            </a:r>
            <a:r>
              <a:rPr lang="ko-KR" altLang="en-US" dirty="0">
                <a:latin typeface="+mn-ea"/>
              </a:rPr>
              <a:t>제안업체 일반현황</a:t>
            </a:r>
            <a:endParaRPr lang="en-US" altLang="ko-KR" dirty="0">
              <a:latin typeface="+mn-ea"/>
            </a:endParaRPr>
          </a:p>
          <a:p>
            <a:pPr latinLnBrk="0"/>
            <a:r>
              <a:rPr lang="en-US" altLang="ko-KR" dirty="0">
                <a:latin typeface="+mn-ea"/>
              </a:rPr>
              <a:t>2. </a:t>
            </a:r>
            <a:r>
              <a:rPr lang="ko-KR" altLang="en-US" dirty="0">
                <a:latin typeface="+mn-ea"/>
              </a:rPr>
              <a:t>유사과업 수행실적</a:t>
            </a:r>
          </a:p>
        </p:txBody>
      </p:sp>
      <p:sp>
        <p:nvSpPr>
          <p:cNvPr id="8"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1784648" y="252749"/>
            <a:ext cx="5076564" cy="331935"/>
          </a:xfrm>
          <a:noFill/>
        </p:spPr>
        <p:txBody>
          <a:bodyPr/>
          <a:lstStyle/>
          <a:p>
            <a:pPr latinLnBrk="0"/>
            <a:r>
              <a:rPr lang="ko-KR" altLang="en-US"/>
              <a:t>제안사 주요 사업 수행 실적</a:t>
            </a:r>
            <a:endParaRPr lang="en-US" altLang="ko-KR" dirty="0"/>
          </a:p>
        </p:txBody>
      </p:sp>
      <p:sp>
        <p:nvSpPr>
          <p:cNvPr id="9" name="직사각형 8"/>
          <p:cNvSpPr/>
          <p:nvPr/>
        </p:nvSpPr>
        <p:spPr>
          <a:xfrm>
            <a:off x="739775" y="257475"/>
            <a:ext cx="1044873" cy="32484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dirty="0">
                <a:solidFill>
                  <a:prstClr val="white"/>
                </a:solidFill>
                <a:latin typeface="a고딕14" panose="02020600000000000000" pitchFamily="18" charset="-127"/>
                <a:ea typeface="a고딕14" panose="02020600000000000000" pitchFamily="18" charset="-127"/>
              </a:rPr>
              <a:t>유사용역 사업</a:t>
            </a:r>
            <a:endParaRPr kumimoji="0" lang="ko-KR" altLang="en-US" sz="1200" b="0" i="0" u="none" strike="noStrike" kern="120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endParaRPr>
          </a:p>
        </p:txBody>
      </p:sp>
    </p:spTree>
    <p:extLst>
      <p:ext uri="{BB962C8B-B14F-4D97-AF65-F5344CB8AC3E}">
        <p14:creationId xmlns:p14="http://schemas.microsoft.com/office/powerpoint/2010/main" val="13430060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2BFDD-B8C7-AEC3-173F-5CFBAF271C30}"/>
            </a:ext>
          </a:extLst>
        </p:cNvPr>
        <p:cNvGrpSpPr/>
        <p:nvPr/>
      </p:nvGrpSpPr>
      <p:grpSpPr>
        <a:xfrm>
          <a:off x="0" y="0"/>
          <a:ext cx="0" cy="0"/>
          <a:chOff x="0" y="0"/>
          <a:chExt cx="0" cy="0"/>
        </a:xfrm>
      </p:grpSpPr>
      <p:graphicFrame>
        <p:nvGraphicFramePr>
          <p:cNvPr id="3" name="표 2">
            <a:extLst>
              <a:ext uri="{FF2B5EF4-FFF2-40B4-BE49-F238E27FC236}">
                <a16:creationId xmlns:a16="http://schemas.microsoft.com/office/drawing/2014/main" id="{CACFD0F2-9B44-2B0A-8E85-43EC1BA46309}"/>
              </a:ext>
            </a:extLst>
          </p:cNvPr>
          <p:cNvGraphicFramePr>
            <a:graphicFrameLocks noGrp="1"/>
          </p:cNvGraphicFramePr>
          <p:nvPr/>
        </p:nvGraphicFramePr>
        <p:xfrm>
          <a:off x="596902" y="1520788"/>
          <a:ext cx="8748710" cy="4968920"/>
        </p:xfrm>
        <a:graphic>
          <a:graphicData uri="http://schemas.openxmlformats.org/drawingml/2006/table">
            <a:tbl>
              <a:tblPr>
                <a:tableStyleId>{5C22544A-7EE6-4342-B048-85BDC9FD1C3A}</a:tableStyleId>
              </a:tblPr>
              <a:tblGrid>
                <a:gridCol w="4918626">
                  <a:extLst>
                    <a:ext uri="{9D8B030D-6E8A-4147-A177-3AD203B41FA5}">
                      <a16:colId xmlns:a16="http://schemas.microsoft.com/office/drawing/2014/main" val="505420461"/>
                    </a:ext>
                  </a:extLst>
                </a:gridCol>
                <a:gridCol w="938746">
                  <a:extLst>
                    <a:ext uri="{9D8B030D-6E8A-4147-A177-3AD203B41FA5}">
                      <a16:colId xmlns:a16="http://schemas.microsoft.com/office/drawing/2014/main" val="881665203"/>
                    </a:ext>
                  </a:extLst>
                </a:gridCol>
                <a:gridCol w="788547">
                  <a:extLst>
                    <a:ext uri="{9D8B030D-6E8A-4147-A177-3AD203B41FA5}">
                      <a16:colId xmlns:a16="http://schemas.microsoft.com/office/drawing/2014/main" val="237550212"/>
                    </a:ext>
                  </a:extLst>
                </a:gridCol>
                <a:gridCol w="2102791">
                  <a:extLst>
                    <a:ext uri="{9D8B030D-6E8A-4147-A177-3AD203B41FA5}">
                      <a16:colId xmlns:a16="http://schemas.microsoft.com/office/drawing/2014/main" val="2099551786"/>
                    </a:ext>
                  </a:extLst>
                </a:gridCol>
              </a:tblGrid>
              <a:tr h="225860">
                <a:tc>
                  <a:txBody>
                    <a:bodyPr/>
                    <a:lstStyle/>
                    <a:p>
                      <a:pPr algn="ctr" fontAlgn="ctr">
                        <a:lnSpc>
                          <a:spcPct val="100000"/>
                        </a:lnSpc>
                      </a:pPr>
                      <a:r>
                        <a:rPr lang="ko-KR" altLang="en-US" sz="1000" b="0" i="0" u="none" strike="noStrike" baseline="0" dirty="0" err="1">
                          <a:solidFill>
                            <a:schemeClr val="bg1"/>
                          </a:solidFill>
                          <a:effectLst/>
                          <a:latin typeface="Arial Narrow" panose="020B0606020202030204" pitchFamily="34" charset="0"/>
                          <a:ea typeface="a고딕14" panose="02020600000000000000" pitchFamily="18" charset="-127"/>
                        </a:rPr>
                        <a:t>제안사</a:t>
                      </a:r>
                      <a:r>
                        <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rPr>
                        <a:t> 유사용역 </a:t>
                      </a:r>
                      <a:r>
                        <a:rPr lang="ko-KR" altLang="en-US" sz="1000" b="0" i="0" u="none" strike="noStrike" baseline="0" dirty="0" err="1">
                          <a:solidFill>
                            <a:schemeClr val="bg1"/>
                          </a:solidFill>
                          <a:effectLst/>
                          <a:latin typeface="Arial Narrow" panose="020B0606020202030204" pitchFamily="34" charset="0"/>
                          <a:ea typeface="a고딕14" panose="02020600000000000000" pitchFamily="18" charset="-127"/>
                        </a:rPr>
                        <a:t>사업명</a:t>
                      </a:r>
                      <a:endPar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endParaRPr>
                    </a:p>
                  </a:txBody>
                  <a:tcPr marL="0" marR="0" marT="0"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12E55"/>
                    </a:solidFill>
                  </a:tcPr>
                </a:tc>
                <a:tc>
                  <a:txBody>
                    <a:bodyPr/>
                    <a:lstStyle/>
                    <a:p>
                      <a:pPr algn="ctr" fontAlgn="ctr">
                        <a:lnSpc>
                          <a:spcPct val="100000"/>
                        </a:lnSpc>
                      </a:pPr>
                      <a:r>
                        <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rPr>
                        <a:t>사업기간</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12E55"/>
                    </a:solidFill>
                  </a:tcPr>
                </a:tc>
                <a:tc>
                  <a:txBody>
                    <a:bodyPr/>
                    <a:lstStyle/>
                    <a:p>
                      <a:pPr algn="ctr" fontAlgn="ctr">
                        <a:lnSpc>
                          <a:spcPct val="100000"/>
                        </a:lnSpc>
                      </a:pPr>
                      <a:r>
                        <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rPr>
                        <a:t>계약금액</a:t>
                      </a:r>
                      <a:r>
                        <a:rPr lang="en-US" altLang="ko-KR" sz="1000" b="0" i="0" u="none" strike="noStrike" baseline="0" dirty="0">
                          <a:solidFill>
                            <a:schemeClr val="bg1"/>
                          </a:solidFill>
                          <a:effectLst/>
                          <a:latin typeface="Arial Narrow" panose="020B0606020202030204" pitchFamily="34" charset="0"/>
                          <a:ea typeface="a고딕14" panose="02020600000000000000" pitchFamily="18" charset="-127"/>
                        </a:rPr>
                        <a:t>(</a:t>
                      </a:r>
                      <a:r>
                        <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rPr>
                        <a:t>원</a:t>
                      </a:r>
                      <a:r>
                        <a:rPr lang="en-US" altLang="ko-KR" sz="1000" b="0" i="0" u="none" strike="noStrike" baseline="0" dirty="0">
                          <a:solidFill>
                            <a:schemeClr val="bg1"/>
                          </a:solidFill>
                          <a:effectLst/>
                          <a:latin typeface="Arial Narrow" panose="020B0606020202030204" pitchFamily="34" charset="0"/>
                          <a:ea typeface="a고딕14" panose="02020600000000000000" pitchFamily="18" charset="-127"/>
                        </a:rPr>
                        <a:t>)</a:t>
                      </a:r>
                      <a:endPar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12E55"/>
                    </a:solidFill>
                  </a:tcPr>
                </a:tc>
                <a:tc>
                  <a:txBody>
                    <a:bodyPr/>
                    <a:lstStyle/>
                    <a:p>
                      <a:pPr algn="ctr" fontAlgn="ctr">
                        <a:lnSpc>
                          <a:spcPct val="100000"/>
                        </a:lnSpc>
                      </a:pPr>
                      <a:r>
                        <a:rPr lang="ko-KR" altLang="en-US" sz="1000" b="0" i="0" u="none" strike="noStrike" baseline="0" dirty="0" err="1">
                          <a:solidFill>
                            <a:schemeClr val="bg1"/>
                          </a:solidFill>
                          <a:effectLst/>
                          <a:latin typeface="Arial Narrow" panose="020B0606020202030204" pitchFamily="34" charset="0"/>
                          <a:ea typeface="a고딕14" panose="02020600000000000000" pitchFamily="18" charset="-127"/>
                        </a:rPr>
                        <a:t>발주처</a:t>
                      </a:r>
                      <a:endPar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12E55"/>
                    </a:solidFill>
                  </a:tcPr>
                </a:tc>
                <a:extLst>
                  <a:ext uri="{0D108BD9-81ED-4DB2-BD59-A6C34878D82A}">
                    <a16:rowId xmlns:a16="http://schemas.microsoft.com/office/drawing/2014/main" val="436882629"/>
                  </a:ext>
                </a:extLst>
              </a:tr>
              <a:tr h="225860">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대구대학교 대학혁신과 지속가능한 발전전략 개발 연구 컨설팅</a:t>
                      </a:r>
                      <a:endParaRPr lang="ko-KR" altLang="en-US" sz="10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25.02.~25.08.</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45,000,000</a:t>
                      </a:r>
                      <a:endParaRPr lang="en-US" altLang="ko-KR" sz="10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대구대학교</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43023106"/>
                  </a:ext>
                </a:extLst>
              </a:tr>
              <a:tr h="225860">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성인학습자를 위한 </a:t>
                      </a:r>
                      <a:r>
                        <a:rPr lang="ko-KR" altLang="en-US" sz="1000" b="0" i="0" u="none" strike="noStrike" kern="1200">
                          <a:solidFill>
                            <a:srgbClr val="0070C0"/>
                          </a:solidFill>
                          <a:effectLst/>
                          <a:latin typeface="A고딕14" panose="02020600000000000000" pitchFamily="18" charset="-127"/>
                          <a:ea typeface="A고딕14" panose="02020600000000000000" pitchFamily="18" charset="-127"/>
                          <a:cs typeface="+mn-cs"/>
                        </a:rPr>
                        <a:t>수요기반 교양교과목 개발 환경분석 및 수요조사</a:t>
                      </a: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24.08.~24.10.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18,000,000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제주관광대학교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403644665"/>
                  </a:ext>
                </a:extLst>
              </a:tr>
              <a:tr h="225860">
                <a:tc>
                  <a:txBody>
                    <a:bodyPr/>
                    <a:lstStyle/>
                    <a:p>
                      <a:pPr algn="ctr" rtl="0" fontAlgn="ctr"/>
                      <a:r>
                        <a:rPr lang="ko-KR" altLang="en-US" sz="1000" b="0" i="0" u="none" strike="noStrike" kern="1200">
                          <a:solidFill>
                            <a:srgbClr val="0070C0"/>
                          </a:solidFill>
                          <a:effectLst/>
                          <a:latin typeface="A고딕14" panose="02020600000000000000" pitchFamily="18" charset="-127"/>
                          <a:ea typeface="A고딕14" panose="02020600000000000000" pitchFamily="18" charset="-127"/>
                          <a:cs typeface="+mn-cs"/>
                        </a:rPr>
                        <a:t>기술교육로드맵 개발 및 신규 과정 선정 연구용역</a:t>
                      </a: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24.07.~25.01.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137,500,000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한국기술교육대학교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225860">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해외인허가</a:t>
                      </a:r>
                      <a:r>
                        <a:rPr lang="en-US" altLang="ko-KR" sz="1000" b="0" i="0" u="none" strike="noStrike">
                          <a:solidFill>
                            <a:srgbClr val="000000"/>
                          </a:solidFill>
                          <a:effectLst/>
                          <a:latin typeface="A고딕14" panose="02020600000000000000" pitchFamily="18" charset="-127"/>
                          <a:ea typeface="A고딕14" panose="02020600000000000000" pitchFamily="18" charset="-127"/>
                        </a:rPr>
                        <a:t>(FDA) </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실습 교육과정 개발 연구</a:t>
                      </a:r>
                      <a:endParaRPr lang="ko-KR" altLang="en-US" sz="10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24.07.~24.11.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29,800,00</a:t>
                      </a:r>
                      <a:endParaRPr lang="en-US" altLang="ko-KR" sz="10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국가임상시험지원재단</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929976"/>
                  </a:ext>
                </a:extLst>
              </a:tr>
              <a:tr h="225860">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대한상공회의소 </a:t>
                      </a:r>
                      <a:r>
                        <a:rPr lang="en-US" altLang="ko-KR" sz="1000" b="0" i="0" u="none" strike="noStrike">
                          <a:solidFill>
                            <a:srgbClr val="000000"/>
                          </a:solidFill>
                          <a:effectLst/>
                          <a:latin typeface="A고딕14" panose="02020600000000000000" pitchFamily="18" charset="-127"/>
                          <a:ea typeface="A고딕14" panose="02020600000000000000" pitchFamily="18" charset="-127"/>
                        </a:rPr>
                        <a:t>24</a:t>
                      </a:r>
                      <a:r>
                        <a:rPr lang="ko-KR" altLang="en-US" sz="1000" b="0" i="0" u="none" strike="noStrike">
                          <a:solidFill>
                            <a:srgbClr val="000000"/>
                          </a:solidFill>
                          <a:effectLst/>
                          <a:latin typeface="A고딕14" panose="02020600000000000000" pitchFamily="18" charset="-127"/>
                          <a:ea typeface="A고딕14" panose="02020600000000000000" pitchFamily="18" charset="-127"/>
                        </a:rPr>
                        <a:t>년도 </a:t>
                      </a:r>
                      <a:r>
                        <a:rPr lang="ko-KR" altLang="en-US" sz="1000" b="0" i="0" u="none" strike="noStrike" kern="1200">
                          <a:solidFill>
                            <a:srgbClr val="0070C0"/>
                          </a:solidFill>
                          <a:effectLst/>
                          <a:latin typeface="A고딕14" panose="02020600000000000000" pitchFamily="18" charset="-127"/>
                          <a:ea typeface="A고딕14" panose="02020600000000000000" pitchFamily="18" charset="-127"/>
                          <a:cs typeface="+mn-cs"/>
                        </a:rPr>
                        <a:t>기업수요 맞춤형 훈련과정개발</a:t>
                      </a:r>
                      <a:endParaRPr lang="ko-KR" altLang="en-US" sz="1000" b="0" i="0" u="none" strike="noStrike" kern="1200" dirty="0">
                        <a:solidFill>
                          <a:srgbClr val="0070C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24.06.~24.09.</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115,200,000</a:t>
                      </a:r>
                      <a:endParaRPr lang="en-US" altLang="ko-KR" sz="10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대한상공회의소 서울기술교육센터</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8452079"/>
                  </a:ext>
                </a:extLst>
              </a:tr>
              <a:tr h="225860">
                <a:tc>
                  <a:txBody>
                    <a:bodyPr/>
                    <a:lstStyle/>
                    <a:p>
                      <a:pPr algn="ctr" rtl="0" fontAlgn="ctr"/>
                      <a:r>
                        <a:rPr lang="ko-KR" altLang="en-US" sz="1000" b="0" i="0" u="none" strike="noStrike" kern="1200" dirty="0">
                          <a:solidFill>
                            <a:srgbClr val="0070C0"/>
                          </a:solidFill>
                          <a:effectLst/>
                          <a:latin typeface="A고딕14" panose="02020600000000000000" pitchFamily="18" charset="-127"/>
                          <a:ea typeface="A고딕14" panose="02020600000000000000" pitchFamily="18" charset="-127"/>
                          <a:cs typeface="+mn-cs"/>
                        </a:rPr>
                        <a:t>역량기반 현장중심 교육과정 개발</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을 위한 산업체 수요조사</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24.04.~24.08.</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82,000,000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동양미래대학교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972040"/>
                  </a:ext>
                </a:extLst>
              </a:tr>
              <a:tr h="225860">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2023</a:t>
                      </a:r>
                      <a:r>
                        <a:rPr lang="ko-KR" altLang="en-US" sz="1000" b="0" i="0" u="none" strike="noStrike">
                          <a:solidFill>
                            <a:srgbClr val="000000"/>
                          </a:solidFill>
                          <a:effectLst/>
                          <a:latin typeface="A고딕14" panose="02020600000000000000" pitchFamily="18" charset="-127"/>
                          <a:ea typeface="A고딕14" panose="02020600000000000000" pitchFamily="18" charset="-127"/>
                        </a:rPr>
                        <a:t>학년도 대학구성원 만족도 조사용역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24.02.~24.02.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18,000,000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우송정보대학교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066615"/>
                  </a:ext>
                </a:extLst>
              </a:tr>
              <a:tr h="225860">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2023</a:t>
                      </a:r>
                      <a:r>
                        <a:rPr lang="ko-KR" altLang="en-US" sz="1000" b="0" i="0" u="none" strike="noStrike">
                          <a:solidFill>
                            <a:srgbClr val="000000"/>
                          </a:solidFill>
                          <a:effectLst/>
                          <a:latin typeface="A고딕14" panose="02020600000000000000" pitchFamily="18" charset="-127"/>
                          <a:ea typeface="A고딕14" panose="02020600000000000000" pitchFamily="18" charset="-127"/>
                        </a:rPr>
                        <a:t>년 제주관광대학교 </a:t>
                      </a:r>
                      <a:r>
                        <a:rPr lang="ko-KR" altLang="en-US" sz="1000" b="0" i="0" u="none" strike="noStrike" kern="1200">
                          <a:solidFill>
                            <a:srgbClr val="0070C0"/>
                          </a:solidFill>
                          <a:effectLst/>
                          <a:latin typeface="A고딕14" panose="02020600000000000000" pitchFamily="18" charset="-127"/>
                          <a:ea typeface="A고딕14" panose="02020600000000000000" pitchFamily="18" charset="-127"/>
                          <a:cs typeface="+mn-cs"/>
                        </a:rPr>
                        <a:t>혁신지원사업 융복합 교과목 개발</a:t>
                      </a:r>
                      <a:endParaRPr lang="en-US" altLang="ko-KR" sz="1000" b="0" i="0" u="none" strike="noStrike" kern="1200" dirty="0">
                        <a:solidFill>
                          <a:srgbClr val="0070C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24.01.~24.02.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16,000,000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제주관광대학교 산학협력단</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108638"/>
                  </a:ext>
                </a:extLst>
              </a:tr>
              <a:tr h="225860">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2023</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년 제주관광대학교 혁신지원사업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현장중심 교육과정 개발 </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지원 </a:t>
                      </a: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 </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환경분석 및 수요조사 </a:t>
                      </a: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a:t>
                      </a:r>
                      <a:endParaRPr lang="en-US" altLang="ko-KR" sz="10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24.01.~24.02.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제주관광대학교 산학협력단</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3325643"/>
                  </a:ext>
                </a:extLst>
              </a:tr>
              <a:tr h="225860">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디지털 인재의 지역 일자리 미스매칭 실태조사 연구용역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24.01.~24.02.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18,430,000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재단법인 대전정보문화산업진흥원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2893015"/>
                  </a:ext>
                </a:extLst>
              </a:tr>
              <a:tr h="225860">
                <a:tc>
                  <a:txBody>
                    <a:bodyPr/>
                    <a:lstStyle/>
                    <a:p>
                      <a:pPr algn="ctr" rtl="0" fontAlgn="ctr"/>
                      <a:r>
                        <a:rPr lang="ko-KR" altLang="en-US" sz="1000" b="0" i="0" u="none" strike="noStrike">
                          <a:solidFill>
                            <a:srgbClr val="0070C0"/>
                          </a:solidFill>
                          <a:effectLst/>
                          <a:latin typeface="A고딕14" panose="02020600000000000000" pitchFamily="18" charset="-127"/>
                          <a:ea typeface="A고딕14" panose="02020600000000000000" pitchFamily="18" charset="-127"/>
                        </a:rPr>
                        <a:t>대전대학교 학과별 역량모델링</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23.12.~24.01.</a:t>
                      </a:r>
                      <a:endParaRPr lang="en-US" altLang="ko-KR" sz="10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20,000,000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대전대학교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2685805"/>
                  </a:ext>
                </a:extLst>
              </a:tr>
              <a:tr h="225860">
                <a:tc>
                  <a:txBody>
                    <a:bodyPr/>
                    <a:lstStyle/>
                    <a:p>
                      <a:pPr algn="ctr" rtl="0" fontAlgn="ctr"/>
                      <a:r>
                        <a:rPr lang="ko-KR" altLang="en-US" sz="1000" b="0" i="0" u="none" strike="noStrike" dirty="0" err="1">
                          <a:solidFill>
                            <a:srgbClr val="0070C0"/>
                          </a:solidFill>
                          <a:effectLst/>
                          <a:latin typeface="A고딕14" panose="02020600000000000000" pitchFamily="18" charset="-127"/>
                          <a:ea typeface="A고딕14" panose="02020600000000000000" pitchFamily="18" charset="-127"/>
                        </a:rPr>
                        <a:t>교육운영</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a:t>
                      </a:r>
                      <a:r>
                        <a:rPr lang="ko-KR" altLang="en-US" sz="1000" b="0" i="0" u="none" strike="noStrike" dirty="0" err="1">
                          <a:solidFill>
                            <a:srgbClr val="000000"/>
                          </a:solidFill>
                          <a:effectLst/>
                          <a:latin typeface="A고딕14" panose="02020600000000000000" pitchFamily="18" charset="-127"/>
                          <a:ea typeface="A고딕14" panose="02020600000000000000" pitchFamily="18" charset="-127"/>
                        </a:rPr>
                        <a:t>현장전문가</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직무분석</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23.12.~23.12.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2,700,000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대한상공회의소 전북인력개발원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7440769"/>
                  </a:ext>
                </a:extLst>
              </a:tr>
              <a:tr h="225860">
                <a:tc>
                  <a:txBody>
                    <a:bodyPr/>
                    <a:lstStyle/>
                    <a:p>
                      <a:pPr algn="ctr" rtl="0" fontAlgn="ctr"/>
                      <a:r>
                        <a:rPr lang="ko-KR" altLang="en-US" sz="1000" b="0" i="0" u="none" strike="noStrike" dirty="0" err="1">
                          <a:solidFill>
                            <a:srgbClr val="000000"/>
                          </a:solidFill>
                          <a:effectLst/>
                          <a:latin typeface="A고딕14" panose="02020600000000000000" pitchFamily="18" charset="-127"/>
                          <a:ea typeface="A고딕14" panose="02020600000000000000" pitchFamily="18" charset="-127"/>
                        </a:rPr>
                        <a:t>소부장</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교육훈련 프로그램 개발</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23.11.~23.12.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9,900,000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대한상공회의소 전북인력개발원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9926389"/>
                  </a:ext>
                </a:extLst>
              </a:tr>
              <a:tr h="225860">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XR </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활용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교육과정 개발</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23.10.~23.12.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29,500,000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한국자동차연구원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8862680"/>
                  </a:ext>
                </a:extLst>
              </a:tr>
              <a:tr h="225860">
                <a:tc>
                  <a:txBody>
                    <a:bodyPr/>
                    <a:lstStyle/>
                    <a:p>
                      <a:pPr algn="ctr" rtl="0" fontAlgn="ctr"/>
                      <a:r>
                        <a:rPr lang="ko-KR" altLang="en-US" sz="1000" b="0" i="0" u="none" strike="noStrike">
                          <a:solidFill>
                            <a:srgbClr val="0070C0"/>
                          </a:solidFill>
                          <a:effectLst/>
                          <a:latin typeface="A고딕14" panose="02020600000000000000" pitchFamily="18" charset="-127"/>
                          <a:ea typeface="A고딕14" panose="02020600000000000000" pitchFamily="18" charset="-127"/>
                        </a:rPr>
                        <a:t>학교법인 한국폴리텍 직무분석 및 직무평가체계 개발 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23.10.~23.12.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54,000,000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학교법인한국폴리텍</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7527069"/>
                  </a:ext>
                </a:extLst>
              </a:tr>
              <a:tr h="225860">
                <a:tc>
                  <a:txBody>
                    <a:bodyPr/>
                    <a:lstStyle/>
                    <a:p>
                      <a:pPr algn="ctr" rtl="0" fontAlgn="ct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기술교육로드맵 평생 및 디지털 신기술 분야 개발 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23.10.~23.11.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chemeClr val="tx1"/>
                          </a:solidFill>
                          <a:effectLst/>
                          <a:latin typeface="A고딕14" panose="02020600000000000000" pitchFamily="18" charset="-127"/>
                          <a:ea typeface="A고딕14" panose="02020600000000000000" pitchFamily="18" charset="-127"/>
                        </a:rPr>
                        <a:t>77,000,000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한국기술교육대학교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4319622"/>
                  </a:ext>
                </a:extLst>
              </a:tr>
              <a:tr h="225860">
                <a:tc>
                  <a:txBody>
                    <a:bodyPr/>
                    <a:lstStyle/>
                    <a:p>
                      <a:pPr algn="ctr" rtl="0" fontAlgn="ctr"/>
                      <a:r>
                        <a:rPr lang="ko-KR" altLang="en-US" sz="1000" b="0" i="0" u="none" strike="noStrike">
                          <a:solidFill>
                            <a:srgbClr val="0070C0"/>
                          </a:solidFill>
                          <a:effectLst/>
                          <a:latin typeface="A고딕14" panose="02020600000000000000" pitchFamily="18" charset="-127"/>
                          <a:ea typeface="A고딕14" panose="02020600000000000000" pitchFamily="18" charset="-127"/>
                        </a:rPr>
                        <a:t>부산대학교 산학협력단 조직인사 컨설팅 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23.09.~24.01.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chemeClr val="tx1"/>
                          </a:solidFill>
                          <a:effectLst/>
                          <a:latin typeface="A고딕14" panose="02020600000000000000" pitchFamily="18" charset="-127"/>
                          <a:ea typeface="A고딕14" panose="02020600000000000000" pitchFamily="18" charset="-127"/>
                        </a:rPr>
                        <a:t>90,000,000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부산대학교 </a:t>
                      </a:r>
                      <a:r>
                        <a:rPr lang="ko-KR" altLang="en-US" sz="1000" b="0" i="0" u="none" strike="noStrike" dirty="0" err="1">
                          <a:solidFill>
                            <a:schemeClr val="tx1"/>
                          </a:solidFill>
                          <a:effectLst/>
                          <a:latin typeface="A고딕14" panose="02020600000000000000" pitchFamily="18" charset="-127"/>
                          <a:ea typeface="A고딕14" panose="02020600000000000000" pitchFamily="18" charset="-127"/>
                        </a:rPr>
                        <a:t>산학협력단</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1603152"/>
                  </a:ext>
                </a:extLst>
              </a:tr>
              <a:tr h="225860">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23-F-NCS </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직무표준화 교육 및 컨설팅 위탁용역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23.09.~23.12.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chemeClr val="tx1"/>
                          </a:solidFill>
                          <a:effectLst/>
                          <a:latin typeface="A고딕14" panose="02020600000000000000" pitchFamily="18" charset="-127"/>
                          <a:ea typeface="A고딕14" panose="02020600000000000000" pitchFamily="18" charset="-127"/>
                        </a:rPr>
                        <a:t>61,000,000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err="1">
                          <a:solidFill>
                            <a:schemeClr val="tx1"/>
                          </a:solidFill>
                          <a:effectLst/>
                          <a:latin typeface="A고딕14" panose="02020600000000000000" pitchFamily="18" charset="-127"/>
                          <a:ea typeface="A고딕14" panose="02020600000000000000" pitchFamily="18" charset="-127"/>
                        </a:rPr>
                        <a:t>국군본부</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559286"/>
                  </a:ext>
                </a:extLst>
              </a:tr>
              <a:tr h="225860">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2023</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년 온라인 교육훈련 수요조사</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23.09.~23.10.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chemeClr val="tx1"/>
                          </a:solidFill>
                          <a:effectLst/>
                          <a:latin typeface="A고딕14" panose="02020600000000000000" pitchFamily="18" charset="-127"/>
                          <a:ea typeface="A고딕14" panose="02020600000000000000" pitchFamily="18" charset="-127"/>
                        </a:rPr>
                        <a:t>43,000,000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한국기술교육대학교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2806993"/>
                  </a:ext>
                </a:extLst>
              </a:tr>
              <a:tr h="225860">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산업안전분야 교육훈련직종 운영가이드 개발 연구</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23.07.~23.11.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chemeClr val="tx1"/>
                          </a:solidFill>
                          <a:effectLst/>
                          <a:latin typeface="A고딕14" panose="02020600000000000000" pitchFamily="18" charset="-127"/>
                          <a:ea typeface="A고딕14" panose="02020600000000000000" pitchFamily="18" charset="-127"/>
                        </a:rPr>
                        <a:t>20,000,000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교육법인 한국폴리텍</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2452156"/>
                  </a:ext>
                </a:extLst>
              </a:tr>
              <a:tr h="225860">
                <a:tc>
                  <a:txBody>
                    <a:bodyPr/>
                    <a:lstStyle/>
                    <a:p>
                      <a:pPr algn="ctr" rtl="0" fontAlgn="ctr"/>
                      <a:r>
                        <a:rPr lang="ko-KR" altLang="en-US" sz="1000" b="0" i="0" u="none" strike="noStrike">
                          <a:solidFill>
                            <a:srgbClr val="0070C0"/>
                          </a:solidFill>
                          <a:effectLst/>
                          <a:latin typeface="A고딕14" panose="02020600000000000000" pitchFamily="18" charset="-127"/>
                          <a:ea typeface="A고딕14" panose="02020600000000000000" pitchFamily="18" charset="-127"/>
                        </a:rPr>
                        <a:t>한국기술교육대학교 중장기 발전계획 개편 연구 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23.07.~23.10.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chemeClr val="tx1"/>
                          </a:solidFill>
                          <a:effectLst/>
                          <a:latin typeface="A고딕14" panose="02020600000000000000" pitchFamily="18" charset="-127"/>
                          <a:ea typeface="A고딕14" panose="02020600000000000000" pitchFamily="18" charset="-127"/>
                        </a:rPr>
                        <a:t>47,500,000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한국기술교육대학교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5505251"/>
                  </a:ext>
                </a:extLst>
              </a:tr>
            </a:tbl>
          </a:graphicData>
        </a:graphic>
      </p:graphicFrame>
      <p:sp>
        <p:nvSpPr>
          <p:cNvPr id="12" name="텍스트 개체 틀 4">
            <a:extLst>
              <a:ext uri="{FF2B5EF4-FFF2-40B4-BE49-F238E27FC236}">
                <a16:creationId xmlns:a16="http://schemas.microsoft.com/office/drawing/2014/main" id="{5681F4F3-BC42-831F-768C-332F8DEE3E58}"/>
              </a:ext>
            </a:extLst>
          </p:cNvPr>
          <p:cNvSpPr>
            <a:spLocks noGrp="1"/>
          </p:cNvSpPr>
          <p:nvPr>
            <p:ph type="body" sz="quarter" idx="12"/>
          </p:nvPr>
        </p:nvSpPr>
        <p:spPr>
          <a:xfrm>
            <a:off x="596515" y="650182"/>
            <a:ext cx="8749097" cy="511373"/>
          </a:xfrm>
        </p:spPr>
        <p:txBody>
          <a:bodyPr/>
          <a:lstStyle/>
          <a:p>
            <a:pPr fontAlgn="auto" latinLnBrk="0">
              <a:spcAft>
                <a:spcPts val="0"/>
              </a:spcAft>
            </a:pPr>
            <a:r>
              <a:rPr lang="ko-KR" altLang="en-US" dirty="0" err="1"/>
              <a:t>제안사는</a:t>
            </a:r>
            <a:r>
              <a:rPr lang="ko-KR" altLang="en-US" dirty="0"/>
              <a:t> </a:t>
            </a:r>
            <a:r>
              <a:rPr lang="en-US" altLang="ko-KR" dirty="0"/>
              <a:t>‘</a:t>
            </a:r>
            <a:r>
              <a:rPr lang="ko-KR" altLang="en-US" dirty="0"/>
              <a:t>한기대 용역과제</a:t>
            </a:r>
            <a:r>
              <a:rPr lang="en-US" altLang="ko-KR" dirty="0"/>
              <a:t>’</a:t>
            </a:r>
            <a:r>
              <a:rPr lang="ko-KR" altLang="en-US" dirty="0"/>
              <a:t>와 유사한 </a:t>
            </a:r>
            <a:r>
              <a:rPr lang="ko-KR" altLang="en-US" dirty="0">
                <a:solidFill>
                  <a:srgbClr val="0070C0"/>
                </a:solidFill>
              </a:rPr>
              <a:t>다수의 </a:t>
            </a:r>
            <a:r>
              <a:rPr lang="en-US" altLang="ko-KR" dirty="0">
                <a:solidFill>
                  <a:srgbClr val="0070C0"/>
                </a:solidFill>
              </a:rPr>
              <a:t>PJT </a:t>
            </a:r>
            <a:r>
              <a:rPr lang="ko-KR" altLang="en-US" dirty="0">
                <a:solidFill>
                  <a:srgbClr val="0070C0"/>
                </a:solidFill>
              </a:rPr>
              <a:t>수행 경험</a:t>
            </a:r>
            <a:r>
              <a:rPr lang="ko-KR" altLang="en-US" dirty="0"/>
              <a:t>을</a:t>
            </a:r>
            <a:r>
              <a:rPr lang="en-US" altLang="ko-KR" dirty="0"/>
              <a:t> </a:t>
            </a:r>
            <a:r>
              <a:rPr lang="ko-KR" altLang="en-US" dirty="0"/>
              <a:t>기반으로 본 </a:t>
            </a:r>
            <a:r>
              <a:rPr lang="en-US" altLang="ko-KR" dirty="0">
                <a:solidFill>
                  <a:srgbClr val="0070C0"/>
                </a:solidFill>
              </a:rPr>
              <a:t>PJT</a:t>
            </a:r>
            <a:r>
              <a:rPr lang="ko-KR" altLang="en-US" dirty="0">
                <a:solidFill>
                  <a:srgbClr val="0070C0"/>
                </a:solidFill>
              </a:rPr>
              <a:t>에 대한 명확한 </a:t>
            </a:r>
            <a:r>
              <a:rPr lang="en-US" altLang="ko-KR" dirty="0">
                <a:solidFill>
                  <a:srgbClr val="0070C0"/>
                </a:solidFill>
              </a:rPr>
              <a:t>Insight</a:t>
            </a:r>
            <a:r>
              <a:rPr lang="ko-KR" altLang="en-US" dirty="0">
                <a:solidFill>
                  <a:srgbClr val="0070C0"/>
                </a:solidFill>
              </a:rPr>
              <a:t>를 </a:t>
            </a:r>
            <a:r>
              <a:rPr lang="ko-KR" altLang="en-US" dirty="0"/>
              <a:t>제공할 수 있음</a:t>
            </a:r>
          </a:p>
        </p:txBody>
      </p:sp>
      <p:sp>
        <p:nvSpPr>
          <p:cNvPr id="232" name="직사각형 231">
            <a:extLst>
              <a:ext uri="{FF2B5EF4-FFF2-40B4-BE49-F238E27FC236}">
                <a16:creationId xmlns:a16="http://schemas.microsoft.com/office/drawing/2014/main" id="{1307FCA3-4C4B-963D-EAD2-EFC3A3ECC019}"/>
              </a:ext>
            </a:extLst>
          </p:cNvPr>
          <p:cNvSpPr/>
          <p:nvPr/>
        </p:nvSpPr>
        <p:spPr>
          <a:xfrm>
            <a:off x="596900" y="255112"/>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27" name="텍스트 개체 틀 2">
            <a:extLst>
              <a:ext uri="{FF2B5EF4-FFF2-40B4-BE49-F238E27FC236}">
                <a16:creationId xmlns:a16="http://schemas.microsoft.com/office/drawing/2014/main" id="{119DD1B7-DC09-81CF-482C-1C31D6CD9A9A}"/>
              </a:ext>
            </a:extLst>
          </p:cNvPr>
          <p:cNvSpPr>
            <a:spLocks noGrp="1"/>
          </p:cNvSpPr>
          <p:nvPr>
            <p:ph type="body" sz="quarter" idx="16"/>
          </p:nvPr>
        </p:nvSpPr>
        <p:spPr>
          <a:xfrm>
            <a:off x="7293260" y="138529"/>
            <a:ext cx="2052352" cy="446155"/>
          </a:xfrm>
        </p:spPr>
        <p:txBody>
          <a:bodyPr/>
          <a:lstStyle/>
          <a:p>
            <a:pPr latinLnBrk="0"/>
            <a:r>
              <a:rPr lang="en-US" altLang="ko-KR" dirty="0">
                <a:latin typeface="+mn-ea"/>
              </a:rPr>
              <a:t>Ⅱ. </a:t>
            </a:r>
            <a:r>
              <a:rPr lang="ko-KR" altLang="en-US" dirty="0">
                <a:latin typeface="+mn-ea"/>
              </a:rPr>
              <a:t>제안업체 일반현황</a:t>
            </a:r>
            <a:endParaRPr lang="en-US" altLang="ko-KR" dirty="0">
              <a:latin typeface="+mn-ea"/>
            </a:endParaRPr>
          </a:p>
          <a:p>
            <a:pPr latinLnBrk="0"/>
            <a:r>
              <a:rPr lang="en-US" altLang="ko-KR" dirty="0">
                <a:latin typeface="+mn-ea"/>
              </a:rPr>
              <a:t>2. </a:t>
            </a:r>
            <a:r>
              <a:rPr lang="ko-KR" altLang="en-US" dirty="0">
                <a:latin typeface="+mn-ea"/>
              </a:rPr>
              <a:t>유사과업 수행실적</a:t>
            </a:r>
          </a:p>
        </p:txBody>
      </p:sp>
      <p:sp>
        <p:nvSpPr>
          <p:cNvPr id="8" name="텍스트 개체 틀 87">
            <a:extLst>
              <a:ext uri="{FF2B5EF4-FFF2-40B4-BE49-F238E27FC236}">
                <a16:creationId xmlns:a16="http://schemas.microsoft.com/office/drawing/2014/main" id="{F4B7B6AC-F3C4-CEFC-C20D-B3ACFE220897}"/>
              </a:ext>
            </a:extLst>
          </p:cNvPr>
          <p:cNvSpPr>
            <a:spLocks noGrp="1"/>
          </p:cNvSpPr>
          <p:nvPr>
            <p:ph type="body" sz="quarter" idx="15"/>
          </p:nvPr>
        </p:nvSpPr>
        <p:spPr>
          <a:xfrm>
            <a:off x="1784648" y="252749"/>
            <a:ext cx="5076564" cy="331935"/>
          </a:xfrm>
          <a:noFill/>
        </p:spPr>
        <p:txBody>
          <a:bodyPr/>
          <a:lstStyle/>
          <a:p>
            <a:pPr latinLnBrk="0"/>
            <a:r>
              <a:rPr lang="ko-KR" altLang="en-US"/>
              <a:t>제안사 주요 사업 수행 실적</a:t>
            </a:r>
            <a:endParaRPr lang="en-US" altLang="ko-KR" dirty="0"/>
          </a:p>
        </p:txBody>
      </p:sp>
      <p:sp>
        <p:nvSpPr>
          <p:cNvPr id="9" name="직사각형 8">
            <a:extLst>
              <a:ext uri="{FF2B5EF4-FFF2-40B4-BE49-F238E27FC236}">
                <a16:creationId xmlns:a16="http://schemas.microsoft.com/office/drawing/2014/main" id="{99E5DD6F-9A11-DACF-6A1C-12C40E88DB67}"/>
              </a:ext>
            </a:extLst>
          </p:cNvPr>
          <p:cNvSpPr/>
          <p:nvPr/>
        </p:nvSpPr>
        <p:spPr>
          <a:xfrm>
            <a:off x="739775" y="257475"/>
            <a:ext cx="1044873" cy="32484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dirty="0">
                <a:solidFill>
                  <a:prstClr val="white"/>
                </a:solidFill>
                <a:latin typeface="a고딕14" panose="02020600000000000000" pitchFamily="18" charset="-127"/>
                <a:ea typeface="a고딕14" panose="02020600000000000000" pitchFamily="18" charset="-127"/>
              </a:rPr>
              <a:t>유사용역 사업</a:t>
            </a:r>
            <a:endParaRPr kumimoji="0" lang="ko-KR" altLang="en-US" sz="1200" b="0" i="0" u="none" strike="noStrike" kern="120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endParaRPr>
          </a:p>
        </p:txBody>
      </p:sp>
    </p:spTree>
    <p:extLst>
      <p:ext uri="{BB962C8B-B14F-4D97-AF65-F5344CB8AC3E}">
        <p14:creationId xmlns:p14="http://schemas.microsoft.com/office/powerpoint/2010/main" val="20563038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98C50-4F7C-901C-12A8-73AE85565C50}"/>
            </a:ext>
          </a:extLst>
        </p:cNvPr>
        <p:cNvGrpSpPr/>
        <p:nvPr/>
      </p:nvGrpSpPr>
      <p:grpSpPr>
        <a:xfrm>
          <a:off x="0" y="0"/>
          <a:ext cx="0" cy="0"/>
          <a:chOff x="0" y="0"/>
          <a:chExt cx="0" cy="0"/>
        </a:xfrm>
      </p:grpSpPr>
      <p:sp>
        <p:nvSpPr>
          <p:cNvPr id="12" name="텍스트 개체 틀 4">
            <a:extLst>
              <a:ext uri="{FF2B5EF4-FFF2-40B4-BE49-F238E27FC236}">
                <a16:creationId xmlns:a16="http://schemas.microsoft.com/office/drawing/2014/main" id="{1381B727-D872-1BB9-8DB3-ED924F39A7C4}"/>
              </a:ext>
            </a:extLst>
          </p:cNvPr>
          <p:cNvSpPr>
            <a:spLocks noGrp="1"/>
          </p:cNvSpPr>
          <p:nvPr>
            <p:ph type="body" sz="quarter" idx="12"/>
          </p:nvPr>
        </p:nvSpPr>
        <p:spPr>
          <a:xfrm>
            <a:off x="596515" y="650182"/>
            <a:ext cx="8749097" cy="511373"/>
          </a:xfrm>
        </p:spPr>
        <p:txBody>
          <a:bodyPr/>
          <a:lstStyle/>
          <a:p>
            <a:pPr fontAlgn="auto" latinLnBrk="0">
              <a:spcAft>
                <a:spcPts val="0"/>
              </a:spcAft>
            </a:pPr>
            <a:r>
              <a:rPr lang="ko-KR" altLang="en-US" dirty="0" err="1"/>
              <a:t>제안사는</a:t>
            </a:r>
            <a:r>
              <a:rPr lang="ko-KR" altLang="en-US" dirty="0"/>
              <a:t> </a:t>
            </a:r>
            <a:r>
              <a:rPr lang="en-US" altLang="ko-KR" dirty="0"/>
              <a:t>‘</a:t>
            </a:r>
            <a:r>
              <a:rPr lang="ko-KR" altLang="en-US" dirty="0"/>
              <a:t>한기대 용역과제</a:t>
            </a:r>
            <a:r>
              <a:rPr lang="en-US" altLang="ko-KR" dirty="0"/>
              <a:t>’</a:t>
            </a:r>
            <a:r>
              <a:rPr lang="ko-KR" altLang="en-US" dirty="0"/>
              <a:t>와 유사한 </a:t>
            </a:r>
            <a:r>
              <a:rPr lang="ko-KR" altLang="en-US" dirty="0">
                <a:solidFill>
                  <a:srgbClr val="0070C0"/>
                </a:solidFill>
              </a:rPr>
              <a:t>다수의 </a:t>
            </a:r>
            <a:r>
              <a:rPr lang="en-US" altLang="ko-KR" dirty="0">
                <a:solidFill>
                  <a:srgbClr val="0070C0"/>
                </a:solidFill>
              </a:rPr>
              <a:t>PJT </a:t>
            </a:r>
            <a:r>
              <a:rPr lang="ko-KR" altLang="en-US" dirty="0">
                <a:solidFill>
                  <a:srgbClr val="0070C0"/>
                </a:solidFill>
              </a:rPr>
              <a:t>수행 경험</a:t>
            </a:r>
            <a:r>
              <a:rPr lang="ko-KR" altLang="en-US" dirty="0"/>
              <a:t>을</a:t>
            </a:r>
            <a:r>
              <a:rPr lang="en-US" altLang="ko-KR" dirty="0"/>
              <a:t> </a:t>
            </a:r>
            <a:r>
              <a:rPr lang="ko-KR" altLang="en-US" dirty="0"/>
              <a:t>기반으로 본 </a:t>
            </a:r>
            <a:r>
              <a:rPr lang="en-US" altLang="ko-KR" dirty="0">
                <a:solidFill>
                  <a:srgbClr val="0070C0"/>
                </a:solidFill>
              </a:rPr>
              <a:t>PJT</a:t>
            </a:r>
            <a:r>
              <a:rPr lang="ko-KR" altLang="en-US" dirty="0">
                <a:solidFill>
                  <a:srgbClr val="0070C0"/>
                </a:solidFill>
              </a:rPr>
              <a:t>에 대한 명확한 </a:t>
            </a:r>
            <a:r>
              <a:rPr lang="en-US" altLang="ko-KR" dirty="0">
                <a:solidFill>
                  <a:srgbClr val="0070C0"/>
                </a:solidFill>
              </a:rPr>
              <a:t>Insight</a:t>
            </a:r>
            <a:r>
              <a:rPr lang="ko-KR" altLang="en-US" dirty="0">
                <a:solidFill>
                  <a:srgbClr val="0070C0"/>
                </a:solidFill>
              </a:rPr>
              <a:t>를 </a:t>
            </a:r>
            <a:r>
              <a:rPr lang="ko-KR" altLang="en-US" dirty="0"/>
              <a:t>제공할 수 있음</a:t>
            </a:r>
          </a:p>
        </p:txBody>
      </p:sp>
      <p:sp>
        <p:nvSpPr>
          <p:cNvPr id="232" name="직사각형 231">
            <a:extLst>
              <a:ext uri="{FF2B5EF4-FFF2-40B4-BE49-F238E27FC236}">
                <a16:creationId xmlns:a16="http://schemas.microsoft.com/office/drawing/2014/main" id="{07137583-DA37-03FC-7C43-4BEFA0F907D4}"/>
              </a:ext>
            </a:extLst>
          </p:cNvPr>
          <p:cNvSpPr/>
          <p:nvPr/>
        </p:nvSpPr>
        <p:spPr>
          <a:xfrm>
            <a:off x="596900" y="255112"/>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27" name="텍스트 개체 틀 2"/>
          <p:cNvSpPr>
            <a:spLocks noGrp="1"/>
          </p:cNvSpPr>
          <p:nvPr>
            <p:ph type="body" sz="quarter" idx="16"/>
          </p:nvPr>
        </p:nvSpPr>
        <p:spPr>
          <a:xfrm>
            <a:off x="7293260" y="138529"/>
            <a:ext cx="2052352" cy="446155"/>
          </a:xfrm>
        </p:spPr>
        <p:txBody>
          <a:bodyPr/>
          <a:lstStyle/>
          <a:p>
            <a:pPr latinLnBrk="0"/>
            <a:r>
              <a:rPr lang="en-US" altLang="ko-KR" dirty="0">
                <a:latin typeface="+mn-ea"/>
              </a:rPr>
              <a:t>Ⅱ. </a:t>
            </a:r>
            <a:r>
              <a:rPr lang="ko-KR" altLang="en-US" dirty="0">
                <a:latin typeface="+mn-ea"/>
              </a:rPr>
              <a:t>제안업체 일반현황</a:t>
            </a:r>
            <a:endParaRPr lang="en-US" altLang="ko-KR" dirty="0">
              <a:latin typeface="+mn-ea"/>
            </a:endParaRPr>
          </a:p>
          <a:p>
            <a:pPr latinLnBrk="0"/>
            <a:r>
              <a:rPr lang="en-US" altLang="ko-KR" dirty="0">
                <a:latin typeface="+mn-ea"/>
              </a:rPr>
              <a:t>2. </a:t>
            </a:r>
            <a:r>
              <a:rPr lang="ko-KR" altLang="en-US" dirty="0">
                <a:latin typeface="+mn-ea"/>
              </a:rPr>
              <a:t>유사과업 수행실적</a:t>
            </a:r>
          </a:p>
        </p:txBody>
      </p:sp>
      <p:sp>
        <p:nvSpPr>
          <p:cNvPr id="8"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1784648" y="252749"/>
            <a:ext cx="5076564" cy="331935"/>
          </a:xfrm>
          <a:noFill/>
        </p:spPr>
        <p:txBody>
          <a:bodyPr/>
          <a:lstStyle/>
          <a:p>
            <a:pPr latinLnBrk="0"/>
            <a:r>
              <a:rPr lang="ko-KR" altLang="en-US"/>
              <a:t>제안사 주요 사업 수행 실적</a:t>
            </a:r>
            <a:endParaRPr lang="en-US" altLang="ko-KR" dirty="0"/>
          </a:p>
        </p:txBody>
      </p:sp>
      <p:sp>
        <p:nvSpPr>
          <p:cNvPr id="9" name="직사각형 8"/>
          <p:cNvSpPr/>
          <p:nvPr/>
        </p:nvSpPr>
        <p:spPr>
          <a:xfrm>
            <a:off x="739775" y="257475"/>
            <a:ext cx="1044873" cy="32484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dirty="0">
                <a:solidFill>
                  <a:prstClr val="white"/>
                </a:solidFill>
                <a:latin typeface="a고딕14" panose="02020600000000000000" pitchFamily="18" charset="-127"/>
                <a:ea typeface="a고딕14" panose="02020600000000000000" pitchFamily="18" charset="-127"/>
              </a:rPr>
              <a:t>유사용역 사업</a:t>
            </a:r>
            <a:endParaRPr kumimoji="0" lang="ko-KR" altLang="en-US" sz="1200" b="0" i="0" u="none" strike="noStrike" kern="120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endParaRPr>
          </a:p>
        </p:txBody>
      </p:sp>
      <p:graphicFrame>
        <p:nvGraphicFramePr>
          <p:cNvPr id="4" name="표 3">
            <a:extLst>
              <a:ext uri="{FF2B5EF4-FFF2-40B4-BE49-F238E27FC236}">
                <a16:creationId xmlns:a16="http://schemas.microsoft.com/office/drawing/2014/main" id="{B8E9D076-8F77-5476-30E3-0BDE3E98E2B5}"/>
              </a:ext>
            </a:extLst>
          </p:cNvPr>
          <p:cNvGraphicFramePr>
            <a:graphicFrameLocks noGrp="1"/>
          </p:cNvGraphicFramePr>
          <p:nvPr/>
        </p:nvGraphicFramePr>
        <p:xfrm>
          <a:off x="596902" y="1520781"/>
          <a:ext cx="8748710" cy="4968915"/>
        </p:xfrm>
        <a:graphic>
          <a:graphicData uri="http://schemas.openxmlformats.org/drawingml/2006/table">
            <a:tbl>
              <a:tblPr>
                <a:tableStyleId>{5C22544A-7EE6-4342-B048-85BDC9FD1C3A}</a:tableStyleId>
              </a:tblPr>
              <a:tblGrid>
                <a:gridCol w="4918626">
                  <a:extLst>
                    <a:ext uri="{9D8B030D-6E8A-4147-A177-3AD203B41FA5}">
                      <a16:colId xmlns:a16="http://schemas.microsoft.com/office/drawing/2014/main" val="505420461"/>
                    </a:ext>
                  </a:extLst>
                </a:gridCol>
                <a:gridCol w="938746">
                  <a:extLst>
                    <a:ext uri="{9D8B030D-6E8A-4147-A177-3AD203B41FA5}">
                      <a16:colId xmlns:a16="http://schemas.microsoft.com/office/drawing/2014/main" val="881665203"/>
                    </a:ext>
                  </a:extLst>
                </a:gridCol>
                <a:gridCol w="788547">
                  <a:extLst>
                    <a:ext uri="{9D8B030D-6E8A-4147-A177-3AD203B41FA5}">
                      <a16:colId xmlns:a16="http://schemas.microsoft.com/office/drawing/2014/main" val="237550212"/>
                    </a:ext>
                  </a:extLst>
                </a:gridCol>
                <a:gridCol w="2102791">
                  <a:extLst>
                    <a:ext uri="{9D8B030D-6E8A-4147-A177-3AD203B41FA5}">
                      <a16:colId xmlns:a16="http://schemas.microsoft.com/office/drawing/2014/main" val="2099551786"/>
                    </a:ext>
                  </a:extLst>
                </a:gridCol>
              </a:tblGrid>
              <a:tr h="236615">
                <a:tc>
                  <a:txBody>
                    <a:bodyPr/>
                    <a:lstStyle/>
                    <a:p>
                      <a:pPr algn="ctr" fontAlgn="ctr">
                        <a:lnSpc>
                          <a:spcPct val="100000"/>
                        </a:lnSpc>
                      </a:pPr>
                      <a:r>
                        <a:rPr lang="ko-KR" altLang="en-US" sz="1000" b="0" i="0" u="none" strike="noStrike" baseline="0" dirty="0" err="1">
                          <a:solidFill>
                            <a:schemeClr val="bg1"/>
                          </a:solidFill>
                          <a:effectLst/>
                          <a:latin typeface="Arial Narrow" panose="020B0606020202030204" pitchFamily="34" charset="0"/>
                          <a:ea typeface="a고딕14" panose="02020600000000000000" pitchFamily="18" charset="-127"/>
                        </a:rPr>
                        <a:t>제안사</a:t>
                      </a:r>
                      <a:r>
                        <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rPr>
                        <a:t> 유사용역 </a:t>
                      </a:r>
                      <a:r>
                        <a:rPr lang="ko-KR" altLang="en-US" sz="1000" b="0" i="0" u="none" strike="noStrike" baseline="0" dirty="0" err="1">
                          <a:solidFill>
                            <a:schemeClr val="bg1"/>
                          </a:solidFill>
                          <a:effectLst/>
                          <a:latin typeface="Arial Narrow" panose="020B0606020202030204" pitchFamily="34" charset="0"/>
                          <a:ea typeface="a고딕14" panose="02020600000000000000" pitchFamily="18" charset="-127"/>
                        </a:rPr>
                        <a:t>사업명</a:t>
                      </a:r>
                      <a:endPar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endParaRPr>
                    </a:p>
                  </a:txBody>
                  <a:tcPr marL="0" marR="0" marT="0"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12E55"/>
                    </a:solidFill>
                  </a:tcPr>
                </a:tc>
                <a:tc>
                  <a:txBody>
                    <a:bodyPr/>
                    <a:lstStyle/>
                    <a:p>
                      <a:pPr algn="ctr" fontAlgn="ctr">
                        <a:lnSpc>
                          <a:spcPct val="100000"/>
                        </a:lnSpc>
                      </a:pPr>
                      <a:r>
                        <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rPr>
                        <a:t>사업기간</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12E55"/>
                    </a:solidFill>
                  </a:tcPr>
                </a:tc>
                <a:tc>
                  <a:txBody>
                    <a:bodyPr/>
                    <a:lstStyle/>
                    <a:p>
                      <a:pPr algn="ctr" fontAlgn="ctr">
                        <a:lnSpc>
                          <a:spcPct val="100000"/>
                        </a:lnSpc>
                      </a:pPr>
                      <a:r>
                        <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rPr>
                        <a:t>계약금액</a:t>
                      </a:r>
                      <a:r>
                        <a:rPr lang="en-US" altLang="ko-KR" sz="1000" b="0" i="0" u="none" strike="noStrike" baseline="0" dirty="0">
                          <a:solidFill>
                            <a:schemeClr val="bg1"/>
                          </a:solidFill>
                          <a:effectLst/>
                          <a:latin typeface="Arial Narrow" panose="020B0606020202030204" pitchFamily="34" charset="0"/>
                          <a:ea typeface="a고딕14" panose="02020600000000000000" pitchFamily="18" charset="-127"/>
                        </a:rPr>
                        <a:t>(</a:t>
                      </a:r>
                      <a:r>
                        <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rPr>
                        <a:t>원</a:t>
                      </a:r>
                      <a:r>
                        <a:rPr lang="en-US" altLang="ko-KR" sz="1000" b="0" i="0" u="none" strike="noStrike" baseline="0" dirty="0">
                          <a:solidFill>
                            <a:schemeClr val="bg1"/>
                          </a:solidFill>
                          <a:effectLst/>
                          <a:latin typeface="Arial Narrow" panose="020B0606020202030204" pitchFamily="34" charset="0"/>
                          <a:ea typeface="a고딕14" panose="02020600000000000000" pitchFamily="18" charset="-127"/>
                        </a:rPr>
                        <a:t>)</a:t>
                      </a:r>
                      <a:endPar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12E55"/>
                    </a:solidFill>
                  </a:tcPr>
                </a:tc>
                <a:tc>
                  <a:txBody>
                    <a:bodyPr/>
                    <a:lstStyle/>
                    <a:p>
                      <a:pPr algn="ctr" fontAlgn="ctr">
                        <a:lnSpc>
                          <a:spcPct val="100000"/>
                        </a:lnSpc>
                      </a:pPr>
                      <a:r>
                        <a:rPr lang="ko-KR" altLang="en-US" sz="1000" b="0" i="0" u="none" strike="noStrike" baseline="0" dirty="0" err="1">
                          <a:solidFill>
                            <a:schemeClr val="bg1"/>
                          </a:solidFill>
                          <a:effectLst/>
                          <a:latin typeface="Arial Narrow" panose="020B0606020202030204" pitchFamily="34" charset="0"/>
                          <a:ea typeface="a고딕14" panose="02020600000000000000" pitchFamily="18" charset="-127"/>
                        </a:rPr>
                        <a:t>발주처</a:t>
                      </a:r>
                      <a:endPar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12E55"/>
                    </a:solidFill>
                  </a:tcPr>
                </a:tc>
                <a:extLst>
                  <a:ext uri="{0D108BD9-81ED-4DB2-BD59-A6C34878D82A}">
                    <a16:rowId xmlns:a16="http://schemas.microsoft.com/office/drawing/2014/main" val="436882629"/>
                  </a:ext>
                </a:extLst>
              </a:tr>
              <a:tr h="236615">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중소기업 직업능력개발훈련 표준컨설팅 도구 개발 연구</a:t>
                      </a: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23.06.~23.11.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chemeClr val="tx1"/>
                          </a:solidFill>
                          <a:effectLst/>
                          <a:latin typeface="A고딕14" panose="02020600000000000000" pitchFamily="18" charset="-127"/>
                          <a:ea typeface="A고딕14" panose="02020600000000000000" pitchFamily="18" charset="-127"/>
                        </a:rPr>
                        <a:t>99,000,000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한국산업인력공단</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28478232"/>
                  </a:ext>
                </a:extLst>
              </a:tr>
              <a:tr h="236615">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2023</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년 </a:t>
                      </a:r>
                      <a:r>
                        <a:rPr lang="ko-KR" altLang="en-US" sz="1000" b="0" i="0" u="none" strike="noStrike" dirty="0" err="1">
                          <a:solidFill>
                            <a:srgbClr val="000000"/>
                          </a:solidFill>
                          <a:effectLst/>
                          <a:latin typeface="A고딕14" panose="02020600000000000000" pitchFamily="18" charset="-127"/>
                          <a:ea typeface="A고딕14" panose="02020600000000000000" pitchFamily="18" charset="-127"/>
                        </a:rPr>
                        <a:t>바이오헬스</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교육 </a:t>
                      </a:r>
                      <a:r>
                        <a:rPr lang="ko-KR" altLang="en-US" sz="1000" b="0" i="0" u="none" strike="noStrike" dirty="0" err="1">
                          <a:solidFill>
                            <a:srgbClr val="0070C0"/>
                          </a:solidFill>
                          <a:effectLst/>
                          <a:latin typeface="A고딕14" panose="02020600000000000000" pitchFamily="18" charset="-127"/>
                          <a:ea typeface="A고딕14" panose="02020600000000000000" pitchFamily="18" charset="-127"/>
                        </a:rPr>
                        <a:t>성과조사</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 및 </a:t>
                      </a:r>
                      <a:r>
                        <a:rPr lang="ko-KR" altLang="en-US" sz="1000" b="0" i="0" u="none" strike="noStrike" dirty="0" err="1">
                          <a:solidFill>
                            <a:srgbClr val="0070C0"/>
                          </a:solidFill>
                          <a:effectLst/>
                          <a:latin typeface="A고딕14" panose="02020600000000000000" pitchFamily="18" charset="-127"/>
                          <a:ea typeface="A고딕14" panose="02020600000000000000" pitchFamily="18" charset="-127"/>
                        </a:rPr>
                        <a:t>현장수요</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 기반 교육체계 개발</a:t>
                      </a: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23.06.~23.11.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chemeClr val="tx1"/>
                          </a:solidFill>
                          <a:effectLst/>
                          <a:latin typeface="A고딕14" panose="02020600000000000000" pitchFamily="18" charset="-127"/>
                          <a:ea typeface="A고딕14" panose="02020600000000000000" pitchFamily="18" charset="-127"/>
                        </a:rPr>
                        <a:t>70,000,000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한국보건복지인재원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12542242"/>
                  </a:ext>
                </a:extLst>
              </a:tr>
              <a:tr h="236615">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2023</a:t>
                      </a:r>
                      <a:r>
                        <a:rPr lang="ko-KR" altLang="en-US" sz="1000" b="0" i="0" u="none" strike="noStrike">
                          <a:solidFill>
                            <a:srgbClr val="000000"/>
                          </a:solidFill>
                          <a:effectLst/>
                          <a:latin typeface="A고딕14" panose="02020600000000000000" pitchFamily="18" charset="-127"/>
                          <a:ea typeface="A고딕14" panose="02020600000000000000" pitchFamily="18" charset="-127"/>
                        </a:rPr>
                        <a:t>년도 </a:t>
                      </a:r>
                      <a:r>
                        <a:rPr lang="en-US" altLang="ko-KR" sz="1000" b="0" i="0" u="none" strike="noStrike">
                          <a:solidFill>
                            <a:srgbClr val="000000"/>
                          </a:solidFill>
                          <a:effectLst/>
                          <a:latin typeface="A고딕14" panose="02020600000000000000" pitchFamily="18" charset="-127"/>
                          <a:ea typeface="A고딕14" panose="02020600000000000000" pitchFamily="18" charset="-127"/>
                        </a:rPr>
                        <a:t>NCS </a:t>
                      </a:r>
                      <a:r>
                        <a:rPr lang="ko-KR" altLang="en-US" sz="1000" b="0" i="0" u="none" strike="noStrike">
                          <a:solidFill>
                            <a:srgbClr val="000000"/>
                          </a:solidFill>
                          <a:effectLst/>
                          <a:latin typeface="A고딕14" panose="02020600000000000000" pitchFamily="18" charset="-127"/>
                          <a:ea typeface="A고딕14" panose="02020600000000000000" pitchFamily="18" charset="-127"/>
                        </a:rPr>
                        <a:t>기반 교과인정 컨설팅</a:t>
                      </a: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23.05.~23.09.</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chemeClr val="tx1"/>
                          </a:solidFill>
                          <a:effectLst/>
                          <a:latin typeface="A고딕14" panose="02020600000000000000" pitchFamily="18" charset="-127"/>
                          <a:ea typeface="A고딕14" panose="02020600000000000000" pitchFamily="18" charset="-127"/>
                        </a:rPr>
                        <a:t>31,080,000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chemeClr val="tx1"/>
                          </a:solidFill>
                          <a:effectLst/>
                          <a:latin typeface="A고딕14" panose="02020600000000000000" pitchFamily="18" charset="-127"/>
                          <a:ea typeface="A고딕14" panose="02020600000000000000" pitchFamily="18" charset="-127"/>
                        </a:rPr>
                        <a:t>(</a:t>
                      </a:r>
                      <a:r>
                        <a:rPr lang="ko-KR" altLang="en-US" sz="1000" b="0" i="0" u="none" strike="noStrike">
                          <a:solidFill>
                            <a:schemeClr val="tx1"/>
                          </a:solidFill>
                          <a:effectLst/>
                          <a:latin typeface="A고딕14" panose="02020600000000000000" pitchFamily="18" charset="-127"/>
                          <a:ea typeface="A고딕14" panose="02020600000000000000" pitchFamily="18" charset="-127"/>
                        </a:rPr>
                        <a:t>사</a:t>
                      </a:r>
                      <a:r>
                        <a:rPr lang="en-US" altLang="ko-KR" sz="1000" b="0" i="0" u="none" strike="noStrike">
                          <a:solidFill>
                            <a:schemeClr val="tx1"/>
                          </a:solidFill>
                          <a:effectLst/>
                          <a:latin typeface="A고딕14" panose="02020600000000000000" pitchFamily="18" charset="-127"/>
                          <a:ea typeface="A고딕14" panose="02020600000000000000" pitchFamily="18" charset="-127"/>
                        </a:rPr>
                        <a:t>)</a:t>
                      </a:r>
                      <a:r>
                        <a:rPr lang="ko-KR" altLang="en-US" sz="1000" b="0" i="0" u="none" strike="noStrike">
                          <a:solidFill>
                            <a:schemeClr val="tx1"/>
                          </a:solidFill>
                          <a:effectLst/>
                          <a:latin typeface="A고딕14" panose="02020600000000000000" pitchFamily="18" charset="-127"/>
                          <a:ea typeface="A고딕14" panose="02020600000000000000" pitchFamily="18" charset="-127"/>
                        </a:rPr>
                        <a:t>한국전자정보통신산업진흥회</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997153095"/>
                  </a:ext>
                </a:extLst>
              </a:tr>
              <a:tr h="236615">
                <a:tc>
                  <a:txBody>
                    <a:bodyPr/>
                    <a:lstStyle/>
                    <a:p>
                      <a:pPr algn="ctr" rtl="0" fontAlgn="ct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건국대학교 </a:t>
                      </a:r>
                      <a:r>
                        <a:rPr lang="ko-KR" altLang="en-US" sz="1000" b="0" i="0" u="none" strike="noStrike" dirty="0" err="1">
                          <a:solidFill>
                            <a:srgbClr val="0070C0"/>
                          </a:solidFill>
                          <a:effectLst/>
                          <a:latin typeface="A고딕14" panose="02020600000000000000" pitchFamily="18" charset="-127"/>
                          <a:ea typeface="A고딕14" panose="02020600000000000000" pitchFamily="18" charset="-127"/>
                        </a:rPr>
                        <a:t>산학협력단</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 </a:t>
                      </a:r>
                      <a:r>
                        <a:rPr lang="ko-KR" altLang="en-US" sz="1000" b="0" i="0" u="none" strike="noStrike" dirty="0" err="1">
                          <a:solidFill>
                            <a:srgbClr val="0070C0"/>
                          </a:solidFill>
                          <a:effectLst/>
                          <a:latin typeface="A고딕14" panose="02020600000000000000" pitchFamily="18" charset="-127"/>
                          <a:ea typeface="A고딕14" panose="02020600000000000000" pitchFamily="18" charset="-127"/>
                        </a:rPr>
                        <a:t>인사컨설팅</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 용역</a:t>
                      </a: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23.05.~23.08.</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dirty="0">
                          <a:solidFill>
                            <a:schemeClr val="tx1"/>
                          </a:solidFill>
                          <a:effectLst/>
                          <a:latin typeface="A고딕14" panose="02020600000000000000" pitchFamily="18" charset="-127"/>
                          <a:ea typeface="A고딕14" panose="02020600000000000000" pitchFamily="18" charset="-127"/>
                        </a:rPr>
                        <a:t>38,000,000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건국대학교 </a:t>
                      </a:r>
                      <a:r>
                        <a:rPr lang="ko-KR" altLang="en-US" sz="1000" b="0" i="0" u="none" strike="noStrike" dirty="0" err="1">
                          <a:solidFill>
                            <a:schemeClr val="tx1"/>
                          </a:solidFill>
                          <a:effectLst/>
                          <a:latin typeface="A고딕14" panose="02020600000000000000" pitchFamily="18" charset="-127"/>
                          <a:ea typeface="A고딕14" panose="02020600000000000000" pitchFamily="18" charset="-127"/>
                        </a:rPr>
                        <a:t>산학협력단</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854219742"/>
                  </a:ext>
                </a:extLst>
              </a:tr>
              <a:tr h="236615">
                <a:tc>
                  <a:txBody>
                    <a:bodyPr/>
                    <a:lstStyle/>
                    <a:p>
                      <a:pPr algn="ctr" rtl="0" fontAlgn="ctr"/>
                      <a:r>
                        <a:rPr lang="ko-KR" altLang="en-US" sz="1000" b="0" i="0" u="none" strike="noStrike" dirty="0" err="1">
                          <a:solidFill>
                            <a:srgbClr val="000000"/>
                          </a:solidFill>
                          <a:effectLst/>
                          <a:latin typeface="A고딕14" panose="02020600000000000000" pitchFamily="18" charset="-127"/>
                          <a:ea typeface="A고딕14" panose="02020600000000000000" pitchFamily="18" charset="-127"/>
                        </a:rPr>
                        <a:t>기업수요</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맞춤형 직무분석 및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훈련과정개발</a:t>
                      </a: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23.04.~23.08.</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114,000,000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대한상공회의소 서울기술교육센터</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43023106"/>
                  </a:ext>
                </a:extLst>
              </a:tr>
              <a:tr h="236615">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2050 </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탄소중립 환경교육 만족도 </a:t>
                      </a:r>
                      <a:r>
                        <a:rPr lang="ko-KR" altLang="en-US" sz="1000" b="0" i="0" u="none" strike="noStrike" dirty="0" err="1">
                          <a:solidFill>
                            <a:srgbClr val="000000"/>
                          </a:solidFill>
                          <a:effectLst/>
                          <a:latin typeface="A고딕14" panose="02020600000000000000" pitchFamily="18" charset="-127"/>
                          <a:ea typeface="A고딕14" panose="02020600000000000000" pitchFamily="18" charset="-127"/>
                        </a:rPr>
                        <a:t>평가문항</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개발 및 조사 용역</a:t>
                      </a: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23.04.~23.06.</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18,000,000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재</a:t>
                      </a:r>
                      <a:r>
                        <a:rPr lang="en-US" altLang="ko-KR" sz="1000" b="0" i="0" u="none" strike="noStrike">
                          <a:solidFill>
                            <a:srgbClr val="000000"/>
                          </a:solidFill>
                          <a:effectLst/>
                          <a:latin typeface="A고딕14" panose="02020600000000000000" pitchFamily="18" charset="-127"/>
                          <a:ea typeface="A고딕14" panose="02020600000000000000" pitchFamily="18" charset="-127"/>
                        </a:rPr>
                        <a:t>)</a:t>
                      </a:r>
                      <a:r>
                        <a:rPr lang="ko-KR" altLang="en-US" sz="1000" b="0" i="0" u="none" strike="noStrike">
                          <a:solidFill>
                            <a:srgbClr val="000000"/>
                          </a:solidFill>
                          <a:effectLst/>
                          <a:latin typeface="A고딕14" panose="02020600000000000000" pitchFamily="18" charset="-127"/>
                          <a:ea typeface="A고딕14" panose="02020600000000000000" pitchFamily="18" charset="-127"/>
                        </a:rPr>
                        <a:t>경상북도 환경연수원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236615">
                <a:tc>
                  <a:txBody>
                    <a:bodyPr/>
                    <a:lstStyle/>
                    <a:p>
                      <a:pPr algn="ctr" rtl="0" fontAlgn="ctr"/>
                      <a:r>
                        <a:rPr lang="ko-KR" altLang="en-US" sz="1000" b="0" i="0" u="none" strike="noStrike">
                          <a:solidFill>
                            <a:srgbClr val="0070C0"/>
                          </a:solidFill>
                          <a:effectLst/>
                          <a:latin typeface="A고딕14" panose="02020600000000000000" pitchFamily="18" charset="-127"/>
                          <a:ea typeface="A고딕14" panose="02020600000000000000" pitchFamily="18" charset="-127"/>
                        </a:rPr>
                        <a:t>교육훈련 실행방안 자문 및 리더십 아카데미 운영용역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23.04.~23.07.</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19,000,000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한국철도기술연구원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972040"/>
                  </a:ext>
                </a:extLst>
              </a:tr>
              <a:tr h="236615">
                <a:tc>
                  <a:txBody>
                    <a:bodyPr/>
                    <a:lstStyle/>
                    <a:p>
                      <a:pPr algn="ctr" rtl="0" fontAlgn="ct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지역 과학기술인력 대상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교육체계 설계</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23.04.~23.09.</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66,000,000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국가과학기술인력개발원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066615"/>
                  </a:ext>
                </a:extLst>
              </a:tr>
              <a:tr h="236615">
                <a:tc>
                  <a:txBody>
                    <a:bodyPr/>
                    <a:lstStyle/>
                    <a:p>
                      <a:pPr algn="ctr" rtl="0" fontAlgn="ctr"/>
                      <a:r>
                        <a:rPr lang="ko-KR" altLang="en-US" sz="1000" b="0" i="0" u="none" strike="noStrike" dirty="0" err="1">
                          <a:solidFill>
                            <a:srgbClr val="000000"/>
                          </a:solidFill>
                          <a:effectLst/>
                          <a:latin typeface="A고딕14" panose="02020600000000000000" pitchFamily="18" charset="-127"/>
                          <a:ea typeface="A고딕14" panose="02020600000000000000" pitchFamily="18" charset="-127"/>
                        </a:rPr>
                        <a:t>일학습병행</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기업현장교사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교육체계 설계</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23.04.~23.07.</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47,000,000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한국기술교육대학교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3325643"/>
                  </a:ext>
                </a:extLst>
              </a:tr>
              <a:tr h="236615">
                <a:tc>
                  <a:txBody>
                    <a:bodyPr/>
                    <a:lstStyle/>
                    <a:p>
                      <a:pPr algn="ctr" rtl="0" fontAlgn="ctr"/>
                      <a:r>
                        <a:rPr lang="ko-KR" altLang="en-US" sz="1000" b="0" i="0" u="none" strike="noStrike" dirty="0" err="1">
                          <a:solidFill>
                            <a:srgbClr val="000000"/>
                          </a:solidFill>
                          <a:effectLst/>
                          <a:latin typeface="A고딕14" panose="02020600000000000000" pitchFamily="18" charset="-127"/>
                          <a:ea typeface="A고딕14" panose="02020600000000000000" pitchFamily="18" charset="-127"/>
                        </a:rPr>
                        <a:t>협약기업</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직무분석을 통한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훈련과정 </a:t>
                      </a:r>
                      <a:r>
                        <a:rPr lang="ko-KR" altLang="en-US" sz="1000" b="0" i="0" u="none" strike="noStrike" dirty="0" err="1">
                          <a:solidFill>
                            <a:srgbClr val="0070C0"/>
                          </a:solidFill>
                          <a:effectLst/>
                          <a:latin typeface="A고딕14" panose="02020600000000000000" pitchFamily="18" charset="-127"/>
                          <a:ea typeface="A고딕14" panose="02020600000000000000" pitchFamily="18" charset="-127"/>
                        </a:rPr>
                        <a:t>개발용역</a:t>
                      </a:r>
                      <a:endParaRPr lang="ko-KR" altLang="en-US" sz="1000" b="0" i="0" u="none" strike="noStrike" dirty="0">
                        <a:solidFill>
                          <a:srgbClr val="0070C0"/>
                        </a:solidFill>
                        <a:effectLst/>
                        <a:latin typeface="A고딕14" panose="02020600000000000000" pitchFamily="18" charset="-127"/>
                        <a:ea typeface="A고딕14" panose="02020600000000000000" pitchFamily="18" charset="-127"/>
                      </a:endParaRP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23.04.~23.11.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115,200,000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한국전자기술연구원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2893015"/>
                  </a:ext>
                </a:extLst>
              </a:tr>
              <a:tr h="236615">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2023</a:t>
                      </a:r>
                      <a:r>
                        <a:rPr lang="ko-KR" altLang="en-US" sz="1000" b="0" i="0" u="none" strike="noStrike">
                          <a:solidFill>
                            <a:srgbClr val="000000"/>
                          </a:solidFill>
                          <a:effectLst/>
                          <a:latin typeface="A고딕14" panose="02020600000000000000" pitchFamily="18" charset="-127"/>
                          <a:ea typeface="A고딕14" panose="02020600000000000000" pitchFamily="18" charset="-127"/>
                        </a:rPr>
                        <a:t>년 </a:t>
                      </a:r>
                      <a:r>
                        <a:rPr lang="en-US" altLang="ko-KR" sz="1000" b="0" i="0" u="none" strike="noStrike">
                          <a:solidFill>
                            <a:srgbClr val="000000"/>
                          </a:solidFill>
                          <a:effectLst/>
                          <a:latin typeface="A고딕14" panose="02020600000000000000" pitchFamily="18" charset="-127"/>
                          <a:ea typeface="A고딕14" panose="02020600000000000000" pitchFamily="18" charset="-127"/>
                        </a:rPr>
                        <a:t>NCS </a:t>
                      </a:r>
                      <a:r>
                        <a:rPr lang="ko-KR" altLang="en-US" sz="1000" b="0" i="0" u="none" strike="noStrike">
                          <a:solidFill>
                            <a:srgbClr val="000000"/>
                          </a:solidFill>
                          <a:effectLst/>
                          <a:latin typeface="A고딕14" panose="02020600000000000000" pitchFamily="18" charset="-127"/>
                          <a:ea typeface="A고딕14" panose="02020600000000000000" pitchFamily="18" charset="-127"/>
                        </a:rPr>
                        <a:t>개발개선사업 참여인력 역량향상 교육과정 운영</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23.02.~23.11.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155,000,000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한국산업인력공단 국가직무능력표준원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2685805"/>
                  </a:ext>
                </a:extLst>
              </a:tr>
              <a:tr h="236615">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LINC3.0 </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산업디지털 전환 동향 및 수요분석 용역 계약 </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22.12.~23.01.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chemeClr val="tx1"/>
                          </a:solidFill>
                          <a:effectLst/>
                          <a:latin typeface="A고딕14" panose="02020600000000000000" pitchFamily="18" charset="-127"/>
                          <a:ea typeface="A고딕14" panose="02020600000000000000" pitchFamily="18" charset="-127"/>
                        </a:rPr>
                        <a:t>20,000,000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err="1">
                          <a:solidFill>
                            <a:schemeClr val="tx1"/>
                          </a:solidFill>
                          <a:effectLst/>
                          <a:latin typeface="A고딕14" panose="02020600000000000000" pitchFamily="18" charset="-127"/>
                          <a:ea typeface="A고딕14" panose="02020600000000000000" pitchFamily="18" charset="-127"/>
                        </a:rPr>
                        <a:t>연성대학교</a:t>
                      </a: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 </a:t>
                      </a:r>
                      <a:r>
                        <a:rPr lang="ko-KR" altLang="en-US" sz="1000" b="0" i="0" u="none" strike="noStrike" dirty="0" err="1">
                          <a:solidFill>
                            <a:schemeClr val="tx1"/>
                          </a:solidFill>
                          <a:effectLst/>
                          <a:latin typeface="A고딕14" panose="02020600000000000000" pitchFamily="18" charset="-127"/>
                          <a:ea typeface="A고딕14" panose="02020600000000000000" pitchFamily="18" charset="-127"/>
                        </a:rPr>
                        <a:t>산학협력단</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7440769"/>
                  </a:ext>
                </a:extLst>
              </a:tr>
              <a:tr h="236615">
                <a:tc>
                  <a:txBody>
                    <a:bodyPr/>
                    <a:lstStyle/>
                    <a:p>
                      <a:pPr algn="ctr" rtl="0" fontAlgn="ct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검사원 교육 개선을 위한 직무분석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교육 개선방안 도출</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을 위한 컨설팅</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22.11.~23.03.</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48,000,000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한국원자력통제기술원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8862680"/>
                  </a:ext>
                </a:extLst>
              </a:tr>
              <a:tr h="236615">
                <a:tc>
                  <a:txBody>
                    <a:bodyPr/>
                    <a:lstStyle/>
                    <a:p>
                      <a:pPr algn="ctr" rtl="0" fontAlgn="ctr"/>
                      <a:r>
                        <a:rPr lang="ko-KR" altLang="en-US" sz="1000" b="0" i="0" u="none" strike="noStrike">
                          <a:solidFill>
                            <a:srgbClr val="0070C0"/>
                          </a:solidFill>
                          <a:effectLst/>
                          <a:latin typeface="A고딕14" panose="02020600000000000000" pitchFamily="18" charset="-127"/>
                          <a:ea typeface="A고딕14" panose="02020600000000000000" pitchFamily="18" charset="-127"/>
                        </a:rPr>
                        <a:t>산업별역량체계</a:t>
                      </a:r>
                      <a:r>
                        <a:rPr lang="en-US" altLang="ko-KR" sz="1000" b="0" i="0" u="none" strike="noStrike">
                          <a:solidFill>
                            <a:srgbClr val="0070C0"/>
                          </a:solidFill>
                          <a:effectLst/>
                          <a:latin typeface="A고딕14" panose="02020600000000000000" pitchFamily="18" charset="-127"/>
                          <a:ea typeface="A고딕14" panose="02020600000000000000" pitchFamily="18" charset="-127"/>
                        </a:rPr>
                        <a:t>(SQF) </a:t>
                      </a:r>
                      <a:r>
                        <a:rPr lang="ko-KR" altLang="en-US" sz="1000" b="0" i="0" u="none" strike="noStrike">
                          <a:solidFill>
                            <a:srgbClr val="0070C0"/>
                          </a:solidFill>
                          <a:effectLst/>
                          <a:latin typeface="A고딕14" panose="02020600000000000000" pitchFamily="18" charset="-127"/>
                          <a:ea typeface="A고딕14" panose="02020600000000000000" pitchFamily="18" charset="-127"/>
                        </a:rPr>
                        <a:t>개발 및 활용화 고도화 방안 연구</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22.10.~22.12.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49,500,000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한국산업인력공단 국가직무능력표준원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7527069"/>
                  </a:ext>
                </a:extLst>
              </a:tr>
              <a:tr h="236615">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NCS </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직무표준 적용 식생활교육사 전문인력 교육과정 시범교육 운영 종합결과보고서 제작</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22.10.~22.12.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8,000,000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사</a:t>
                      </a:r>
                      <a:r>
                        <a:rPr lang="en-US" altLang="ko-KR" sz="1000" b="0" i="0" u="none" strike="noStrike">
                          <a:solidFill>
                            <a:srgbClr val="000000"/>
                          </a:solidFill>
                          <a:effectLst/>
                          <a:latin typeface="A고딕14" panose="02020600000000000000" pitchFamily="18" charset="-127"/>
                          <a:ea typeface="A고딕14" panose="02020600000000000000" pitchFamily="18" charset="-127"/>
                        </a:rPr>
                        <a:t>)</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식생활교육국민네트워크</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3863236"/>
                  </a:ext>
                </a:extLst>
              </a:tr>
              <a:tr h="236615">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2022 </a:t>
                      </a:r>
                      <a:r>
                        <a:rPr lang="ko-KR" altLang="en-US" sz="1000" b="0" i="0" u="none" strike="noStrike">
                          <a:solidFill>
                            <a:srgbClr val="000000"/>
                          </a:solidFill>
                          <a:effectLst/>
                          <a:latin typeface="A고딕14" panose="02020600000000000000" pitchFamily="18" charset="-127"/>
                          <a:ea typeface="A고딕14" panose="02020600000000000000" pitchFamily="18" charset="-127"/>
                        </a:rPr>
                        <a:t>과학기술인 역량 행동지표 개발 및 체계 고도화</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22.05.~22.11.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82,000,000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국가과학기술인력개발원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4319622"/>
                  </a:ext>
                </a:extLst>
              </a:tr>
              <a:tr h="236615">
                <a:tc>
                  <a:txBody>
                    <a:bodyPr/>
                    <a:lstStyle/>
                    <a:p>
                      <a:pPr algn="ctr" rtl="0" fontAlgn="ctr"/>
                      <a:r>
                        <a:rPr lang="ko-KR" altLang="en-US" sz="1000" b="0" i="0" u="none" strike="noStrike" dirty="0" err="1">
                          <a:solidFill>
                            <a:srgbClr val="000000"/>
                          </a:solidFill>
                          <a:effectLst/>
                          <a:latin typeface="A고딕14" panose="02020600000000000000" pitchFamily="18" charset="-127"/>
                          <a:ea typeface="A고딕14" panose="02020600000000000000" pitchFamily="18" charset="-127"/>
                        </a:rPr>
                        <a:t>산업전환</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기업맞춤형 진단 및 훈련과정 개발</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22.05.~22.10.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chemeClr val="tx1"/>
                          </a:solidFill>
                          <a:effectLst/>
                          <a:latin typeface="A고딕14" panose="02020600000000000000" pitchFamily="18" charset="-127"/>
                          <a:ea typeface="A고딕14" panose="02020600000000000000" pitchFamily="18" charset="-127"/>
                        </a:rPr>
                        <a:t>285,000,000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대한상공회의소 </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8709564"/>
                  </a:ext>
                </a:extLst>
              </a:tr>
              <a:tr h="236615">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식생활교육 직무표준적용 식생활교육사</a:t>
                      </a:r>
                      <a:r>
                        <a:rPr lang="en-US" altLang="ko-KR" sz="1000" b="0" i="0" u="none" strike="noStrike">
                          <a:solidFill>
                            <a:srgbClr val="000000"/>
                          </a:solidFill>
                          <a:effectLst/>
                          <a:latin typeface="A고딕14" panose="02020600000000000000" pitchFamily="18" charset="-127"/>
                          <a:ea typeface="A고딕14" panose="02020600000000000000" pitchFamily="18" charset="-127"/>
                        </a:rPr>
                        <a:t>(</a:t>
                      </a:r>
                      <a:r>
                        <a:rPr lang="ko-KR" altLang="en-US" sz="1000" b="0" i="0" u="none" strike="noStrike">
                          <a:solidFill>
                            <a:srgbClr val="000000"/>
                          </a:solidFill>
                          <a:effectLst/>
                          <a:latin typeface="A고딕14" panose="02020600000000000000" pitchFamily="18" charset="-127"/>
                          <a:ea typeface="A고딕14" panose="02020600000000000000" pitchFamily="18" charset="-127"/>
                        </a:rPr>
                        <a:t>가칭</a:t>
                      </a:r>
                      <a:r>
                        <a:rPr lang="en-US" altLang="ko-KR" sz="1000" b="0" i="0" u="none" strike="noStrike">
                          <a:solidFill>
                            <a:srgbClr val="000000"/>
                          </a:solidFill>
                          <a:effectLst/>
                          <a:latin typeface="A고딕14" panose="02020600000000000000" pitchFamily="18" charset="-127"/>
                          <a:ea typeface="A고딕14" panose="02020600000000000000" pitchFamily="18" charset="-127"/>
                        </a:rPr>
                        <a:t>) </a:t>
                      </a:r>
                      <a:r>
                        <a:rPr lang="ko-KR" altLang="en-US" sz="1000" b="0" i="0" u="none" strike="noStrike">
                          <a:solidFill>
                            <a:srgbClr val="000000"/>
                          </a:solidFill>
                          <a:effectLst/>
                          <a:latin typeface="A고딕14" panose="02020600000000000000" pitchFamily="18" charset="-127"/>
                          <a:ea typeface="A고딕14" panose="02020600000000000000" pitchFamily="18" charset="-127"/>
                        </a:rPr>
                        <a:t>국가자격제도 연구</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22.03.~22.10.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49,800000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en-US" altLang="ko-KR" sz="1000" b="0" i="0" u="none" strike="noStrike">
                          <a:solidFill>
                            <a:srgbClr val="000000"/>
                          </a:solidFill>
                          <a:effectLst/>
                          <a:latin typeface="A고딕14" panose="02020600000000000000" pitchFamily="18" charset="-127"/>
                          <a:ea typeface="A고딕14" panose="02020600000000000000" pitchFamily="18" charset="-127"/>
                        </a:rPr>
                        <a:t>(</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사</a:t>
                      </a:r>
                      <a:r>
                        <a:rPr lang="en-US" altLang="ko-KR" sz="1000" b="0" i="0" u="none" strike="noStrike">
                          <a:solidFill>
                            <a:srgbClr val="000000"/>
                          </a:solidFill>
                          <a:effectLst/>
                          <a:latin typeface="A고딕14" panose="02020600000000000000" pitchFamily="18" charset="-127"/>
                          <a:ea typeface="A고딕14" panose="02020600000000000000" pitchFamily="18" charset="-127"/>
                        </a:rPr>
                        <a:t>)</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식생활교육국민네트워크</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559286"/>
                  </a:ext>
                </a:extLst>
              </a:tr>
              <a:tr h="236615">
                <a:tc>
                  <a:txBody>
                    <a:bodyPr/>
                    <a:lstStyle/>
                    <a:p>
                      <a:pPr algn="ctr" rtl="0" fontAlgn="ctr"/>
                      <a:r>
                        <a:rPr lang="ko-KR" altLang="en-US" sz="1000" b="0" i="0" u="none" strike="noStrike">
                          <a:solidFill>
                            <a:srgbClr val="0070C0"/>
                          </a:solidFill>
                          <a:effectLst/>
                          <a:latin typeface="A고딕14" panose="02020600000000000000" pitchFamily="18" charset="-127"/>
                          <a:ea typeface="A고딕14" panose="02020600000000000000" pitchFamily="18" charset="-127"/>
                        </a:rPr>
                        <a:t>직업능력개발훈련교사 자격체계 개편</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21.12.~22.02.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39,800,000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한국기술교육대학교 능력개발교육원</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5505251"/>
                  </a:ext>
                </a:extLst>
              </a:tr>
              <a:tr h="236615">
                <a:tc>
                  <a:txBody>
                    <a:bodyPr/>
                    <a:lstStyle/>
                    <a:p>
                      <a:pPr algn="ctr" rtl="0" fontAlgn="ct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일학습병행 학위연계형 </a:t>
                      </a: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PBL </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표준운영모델 개발</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21.07.~21.11.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45,000,000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한국기술교육대학교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3492015"/>
                  </a:ext>
                </a:extLst>
              </a:tr>
            </a:tbl>
          </a:graphicData>
        </a:graphic>
      </p:graphicFrame>
    </p:spTree>
    <p:extLst>
      <p:ext uri="{BB962C8B-B14F-4D97-AF65-F5344CB8AC3E}">
        <p14:creationId xmlns:p14="http://schemas.microsoft.com/office/powerpoint/2010/main" val="25191572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UBTITLE" val="2"/>
  <p:tag name="ROADMAP" val="1"/>
  <p:tag name="THINKCELLPRESENTATIONDONOTDELETE" val="&lt;?xml version=&quot;1.0&quot; encoding=&quot;UTF-16&quot; standalone=&quot;yes&quot;?&gt;&#10;&lt;root reqver=&quot;21047&quot;&gt;&lt;version val=&quot;23248&quot;/&gt;&lt;CPresentation id=&quot;1&quot;&gt;&lt;m_precDefaultNumber&gt;&lt;m_bNumberIsYear val=&quot;1&quot;/&gt;&lt;m_chMinusSymbol&gt;-&lt;/m_chMinusSymbol&gt;&lt;m_chDecimalSymbol17909&gt;.&lt;/m_chDecimalSymbol17909&gt;&lt;m_nGroupingDigits17909 val=&quot;3&quot;/&gt;&lt;m_chGroupingSymbol17909&gt;,&lt;/m_chGroupingSymbol17909&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precDefaultPercent&gt;&lt;m_precDefaultDate&gt;&lt;m_bNumberIsYear val=&quot;0&quot;/&gt;&lt;m_strFormatTime&gt;%Y-%m-%d&lt;/m_strFormatTime&gt;&lt;/m_precDefaultDate&gt;&lt;m_precDefaultYear/&gt;&lt;m_precDefaultQuarter/&gt;&lt;m_precDefaultMonth/&gt;&lt;m_precDefaultWeek/&gt;&lt;m_precDefaultDay/&gt;&lt;m_mruColor&gt;&lt;m_vecMRU length=&quot;0&quot;/&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tAYihxDE5kuGURPGQNXaB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VftmelsgBUePgy_NUQgnr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OrT58Q_ruEyJMXah4bw0I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QpXX8FrQIE6NP2xhy7sAp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tAYihxDE5kuGURPGQNXaB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IiHQ5HaSq0KpPbr8Pt1lf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RrptyYAaN0.EEllrjOUlK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RrptyYAaN0.EEllrjOUlK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RrptyYAaN0.EEllrjOUlK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RrptyYAaN0.EEllrjOUlK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RrptyYAaN0.EEllrjOUlKg"/>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RrptyYAaN0.EEllrjOUlK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RrptyYAaN0.EEllrjOUlK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RrptyYAaN0.EEllrjOUlK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RrptyYAaN0.EEllrjOUlK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RrptyYAaN0.EEllrjOUlK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muTWPlclGk6yn4P6dCpd0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RrptyYAaN0.EEllrjOUlK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RrptyYAaN0.EEllrjOUlK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RrptyYAaN0.EEllrjOUlKg"/>
</p:tagLst>
</file>

<file path=ppt/theme/theme1.xml><?xml version="1.0" encoding="utf-8"?>
<a:theme xmlns:a="http://schemas.openxmlformats.org/drawingml/2006/main" name="KSA 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사용자 지정 1">
      <a:majorFont>
        <a:latin typeface="Arial Narrow"/>
        <a:ea typeface="a고딕14"/>
        <a:cs typeface=""/>
      </a:majorFont>
      <a:minorFont>
        <a:latin typeface="Arial Narrow"/>
        <a:ea typeface="a고딕14"/>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3175">
          <a:solidFill>
            <a:schemeClr val="tx1">
              <a:lumMod val="50000"/>
              <a:lumOff val="50000"/>
            </a:schemeClr>
          </a:solidFill>
        </a:ln>
      </a:spPr>
      <a:bodyPr lIns="0" rIns="0" rtlCol="0" anchor="ctr"/>
      <a:lstStyle>
        <a:defPPr marL="171450" indent="-171450" algn="l">
          <a:buFont typeface="Arial" panose="020B0604020202020204" pitchFamily="34" charset="0"/>
          <a:buChar char="•"/>
          <a:defRPr dirty="0" err="1" smtClean="0">
            <a:solidFill>
              <a:schemeClr val="tx1"/>
            </a:solidFill>
            <a:latin typeface="Arial Narrow" panose="020B0606020202030204" pitchFamily="34" charset="0"/>
            <a:ea typeface="a고딕14" panose="02020600000000000000" pitchFamily="18" charset="-127"/>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buNone/>
          <a:defRPr dirty="0">
            <a:latin typeface="Arial Narrow" panose="020B0606020202030204" pitchFamily="34" charset="0"/>
            <a:ea typeface="a고딕14" panose="02020600000000000000" pitchFamily="18" charset="-127"/>
          </a:defRPr>
        </a:defPPr>
      </a:lstStyle>
    </a:txDef>
  </a:objectDefaults>
  <a:extraClrSchemeLst/>
</a:theme>
</file>

<file path=ppt/theme/theme2.xml><?xml version="1.0" encoding="utf-8"?>
<a:theme xmlns:a="http://schemas.openxmlformats.org/drawingml/2006/main" name="Office 테마">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267971</TotalTime>
  <Words>10403</Words>
  <Application>Microsoft Office PowerPoint</Application>
  <PresentationFormat>A4 용지(210x297mm)</PresentationFormat>
  <Paragraphs>2462</Paragraphs>
  <Slides>37</Slides>
  <Notes>0</Notes>
  <HiddenSlides>0</HiddenSlides>
  <MMClips>0</MMClips>
  <ScaleCrop>false</ScaleCrop>
  <HeadingPairs>
    <vt:vector size="6" baseType="variant">
      <vt:variant>
        <vt:lpstr>사용한 글꼴</vt:lpstr>
      </vt:variant>
      <vt:variant>
        <vt:i4>15</vt:i4>
      </vt:variant>
      <vt:variant>
        <vt:lpstr>테마</vt:lpstr>
      </vt:variant>
      <vt:variant>
        <vt:i4>1</vt:i4>
      </vt:variant>
      <vt:variant>
        <vt:lpstr>슬라이드 제목</vt:lpstr>
      </vt:variant>
      <vt:variant>
        <vt:i4>37</vt:i4>
      </vt:variant>
    </vt:vector>
  </HeadingPairs>
  <TitlesOfParts>
    <vt:vector size="53" baseType="lpstr">
      <vt:lpstr>a고딕11</vt:lpstr>
      <vt:lpstr>a고딕12</vt:lpstr>
      <vt:lpstr>A고딕14</vt:lpstr>
      <vt:lpstr>A고딕14</vt:lpstr>
      <vt:lpstr>맑은 고딕</vt:lpstr>
      <vt:lpstr>페이퍼로지 3 Light</vt:lpstr>
      <vt:lpstr>페이퍼로지 4 Regular</vt:lpstr>
      <vt:lpstr>페이퍼로지 5 Medium</vt:lpstr>
      <vt:lpstr>페이퍼로지 6 SemiBold</vt:lpstr>
      <vt:lpstr>Aptos</vt:lpstr>
      <vt:lpstr>Arial</vt:lpstr>
      <vt:lpstr>Arial Narrow</vt:lpstr>
      <vt:lpstr>Calibri</vt:lpstr>
      <vt:lpstr>Wingdings</vt:lpstr>
      <vt:lpstr>Wingdings 2</vt:lpstr>
      <vt:lpstr>KSA Master</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Accenture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시앤피컨설팅</dc:creator>
  <dc:description>.</dc:description>
  <cp:lastModifiedBy>석주 이</cp:lastModifiedBy>
  <cp:revision>16111</cp:revision>
  <cp:lastPrinted>2024-06-27T01:11:14Z</cp:lastPrinted>
  <dcterms:created xsi:type="dcterms:W3CDTF">2002-03-21T10:45:59Z</dcterms:created>
  <dcterms:modified xsi:type="dcterms:W3CDTF">2026-05-11T23:02:03Z</dcterms:modified>
</cp:coreProperties>
</file>