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6" r:id="rId1"/>
  </p:sldMasterIdLst>
  <p:sldIdLst>
    <p:sldId id="256" r:id="rId2"/>
  </p:sldIdLst>
  <p:sldSz cx="14198600" cy="20104100"/>
  <p:notesSz cx="14198600" cy="2010410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3210" y="102"/>
      </p:cViewPr>
      <p:guideLst>
        <p:guide orient="horz" pos="2880"/>
        <p:guide pos="21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5371" y="6232271"/>
            <a:ext cx="12074208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0742" y="11258296"/>
            <a:ext cx="994346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247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15549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247" y="804164"/>
            <a:ext cx="1278445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247" y="4623943"/>
            <a:ext cx="1278445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9683" y="18696814"/>
            <a:ext cx="4545584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247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27564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2.png"  /><Relationship Id="rId14" Type="http://schemas.openxmlformats.org/officeDocument/2006/relationships/image" Target="../media/image13.png"  /><Relationship Id="rId15" Type="http://schemas.openxmlformats.org/officeDocument/2006/relationships/image" Target="../media/image14.png"  /><Relationship Id="rId16" Type="http://schemas.openxmlformats.org/officeDocument/2006/relationships/image" Target="../media/image15.png"  /><Relationship Id="rId17" Type="http://schemas.openxmlformats.org/officeDocument/2006/relationships/image" Target="../media/image16.png"  /><Relationship Id="rId18" Type="http://schemas.openxmlformats.org/officeDocument/2006/relationships/image" Target="../media/image17.png"  /><Relationship Id="rId19" Type="http://schemas.openxmlformats.org/officeDocument/2006/relationships/image" Target="../media/image18.png"  /><Relationship Id="rId2" Type="http://schemas.openxmlformats.org/officeDocument/2006/relationships/image" Target="../media/image1.png"  /><Relationship Id="rId20" Type="http://schemas.openxmlformats.org/officeDocument/2006/relationships/image" Target="../media/image19.png"  /><Relationship Id="rId21" Type="http://schemas.openxmlformats.org/officeDocument/2006/relationships/image" Target="../media/image20.png"  /><Relationship Id="rId22" Type="http://schemas.openxmlformats.org/officeDocument/2006/relationships/image" Target="../media/image21.png"  /><Relationship Id="rId23" Type="http://schemas.openxmlformats.org/officeDocument/2006/relationships/image" Target="../media/image22.png"  /><Relationship Id="rId24" Type="http://schemas.openxmlformats.org/officeDocument/2006/relationships/image" Target="../media/image23.png"  /><Relationship Id="rId25" Type="http://schemas.openxmlformats.org/officeDocument/2006/relationships/image" Target="../media/image24.png"  /><Relationship Id="rId26" Type="http://schemas.openxmlformats.org/officeDocument/2006/relationships/image" Target="../media/image25.png"  /><Relationship Id="rId27" Type="http://schemas.openxmlformats.org/officeDocument/2006/relationships/image" Target="../media/image26.png"  /><Relationship Id="rId28" Type="http://schemas.openxmlformats.org/officeDocument/2006/relationships/image" Target="../media/image27.png"  /><Relationship Id="rId29" Type="http://schemas.openxmlformats.org/officeDocument/2006/relationships/image" Target="../media/image28.png"  /><Relationship Id="rId3" Type="http://schemas.openxmlformats.org/officeDocument/2006/relationships/image" Target="../media/image2.png"  /><Relationship Id="rId30" Type="http://schemas.openxmlformats.org/officeDocument/2006/relationships/image" Target="../media/image29.png"  /><Relationship Id="rId31" Type="http://schemas.openxmlformats.org/officeDocument/2006/relationships/image" Target="../media/image30.png"  /><Relationship Id="rId32" Type="http://schemas.openxmlformats.org/officeDocument/2006/relationships/image" Target="../media/image31.png"  /><Relationship Id="rId33" Type="http://schemas.openxmlformats.org/officeDocument/2006/relationships/image" Target="../media/image32.png"  /><Relationship Id="rId34" Type="http://schemas.openxmlformats.org/officeDocument/2006/relationships/image" Target="../media/image33.png"  /><Relationship Id="rId35" Type="http://schemas.openxmlformats.org/officeDocument/2006/relationships/image" Target="../media/image34.png"  /><Relationship Id="rId36" Type="http://schemas.openxmlformats.org/officeDocument/2006/relationships/image" Target="../media/image35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3712" y="-153082"/>
            <a:ext cx="14394597" cy="20345817"/>
            <a:chOff x="-68332" y="0"/>
            <a:chExt cx="14271521" cy="20104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68332" y="0"/>
              <a:ext cx="14202919" cy="20104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84487" y="38099"/>
              <a:ext cx="10667365" cy="20066000"/>
            </a:xfrm>
            <a:custGeom>
              <a:avLst/>
              <a:gdLst/>
              <a:ahLst/>
              <a:cxnLst/>
              <a:rect l="l" t="t" r="r" b="b"/>
              <a:pathLst>
                <a:path w="10667365" h="20066000">
                  <a:moveTo>
                    <a:pt x="153543" y="6350013"/>
                  </a:moveTo>
                  <a:lnTo>
                    <a:pt x="153517" y="6096012"/>
                  </a:lnTo>
                  <a:lnTo>
                    <a:pt x="153047" y="6096012"/>
                  </a:lnTo>
                  <a:lnTo>
                    <a:pt x="152692" y="5969012"/>
                  </a:lnTo>
                  <a:lnTo>
                    <a:pt x="152260" y="5969012"/>
                  </a:lnTo>
                  <a:lnTo>
                    <a:pt x="151765" y="5842012"/>
                  </a:lnTo>
                  <a:lnTo>
                    <a:pt x="151193" y="5842012"/>
                  </a:lnTo>
                  <a:lnTo>
                    <a:pt x="150558" y="5715012"/>
                  </a:lnTo>
                  <a:lnTo>
                    <a:pt x="149123" y="5715012"/>
                  </a:lnTo>
                  <a:lnTo>
                    <a:pt x="148336" y="5588012"/>
                  </a:lnTo>
                  <a:lnTo>
                    <a:pt x="147485" y="5588012"/>
                  </a:lnTo>
                  <a:lnTo>
                    <a:pt x="146596" y="5461012"/>
                  </a:lnTo>
                  <a:lnTo>
                    <a:pt x="144703" y="5461012"/>
                  </a:lnTo>
                  <a:lnTo>
                    <a:pt x="143700" y="5334012"/>
                  </a:lnTo>
                  <a:lnTo>
                    <a:pt x="141630" y="5207012"/>
                  </a:lnTo>
                  <a:lnTo>
                    <a:pt x="139458" y="5207012"/>
                  </a:lnTo>
                  <a:lnTo>
                    <a:pt x="131648" y="4826012"/>
                  </a:lnTo>
                  <a:lnTo>
                    <a:pt x="129476" y="4699012"/>
                  </a:lnTo>
                  <a:lnTo>
                    <a:pt x="127393" y="4572012"/>
                  </a:lnTo>
                  <a:lnTo>
                    <a:pt x="126403" y="4572012"/>
                  </a:lnTo>
                  <a:lnTo>
                    <a:pt x="125437" y="4445012"/>
                  </a:lnTo>
                  <a:lnTo>
                    <a:pt x="123609" y="4445012"/>
                  </a:lnTo>
                  <a:lnTo>
                    <a:pt x="122758" y="4318012"/>
                  </a:lnTo>
                  <a:lnTo>
                    <a:pt x="121958" y="4318012"/>
                  </a:lnTo>
                  <a:lnTo>
                    <a:pt x="121221" y="4191012"/>
                  </a:lnTo>
                  <a:lnTo>
                    <a:pt x="120523" y="4191012"/>
                  </a:lnTo>
                  <a:lnTo>
                    <a:pt x="114528" y="3683012"/>
                  </a:lnTo>
                  <a:lnTo>
                    <a:pt x="111747" y="3556012"/>
                  </a:lnTo>
                  <a:lnTo>
                    <a:pt x="109575" y="3429012"/>
                  </a:lnTo>
                  <a:lnTo>
                    <a:pt x="108077" y="3302012"/>
                  </a:lnTo>
                  <a:lnTo>
                    <a:pt x="106514" y="3175012"/>
                  </a:lnTo>
                  <a:lnTo>
                    <a:pt x="104902" y="3048012"/>
                  </a:lnTo>
                  <a:lnTo>
                    <a:pt x="103212" y="2921012"/>
                  </a:lnTo>
                  <a:lnTo>
                    <a:pt x="101460" y="2921012"/>
                  </a:lnTo>
                  <a:lnTo>
                    <a:pt x="99631" y="2794012"/>
                  </a:lnTo>
                  <a:lnTo>
                    <a:pt x="97701" y="2667012"/>
                  </a:lnTo>
                  <a:lnTo>
                    <a:pt x="95681" y="2540012"/>
                  </a:lnTo>
                  <a:lnTo>
                    <a:pt x="94640" y="2540012"/>
                  </a:lnTo>
                  <a:lnTo>
                    <a:pt x="93573" y="2413012"/>
                  </a:lnTo>
                  <a:lnTo>
                    <a:pt x="91338" y="2413012"/>
                  </a:lnTo>
                  <a:lnTo>
                    <a:pt x="90195" y="2286012"/>
                  </a:lnTo>
                  <a:lnTo>
                    <a:pt x="89001" y="2286012"/>
                  </a:lnTo>
                  <a:lnTo>
                    <a:pt x="87795" y="2159012"/>
                  </a:lnTo>
                  <a:lnTo>
                    <a:pt x="85267" y="2032012"/>
                  </a:lnTo>
                  <a:lnTo>
                    <a:pt x="73571" y="1651012"/>
                  </a:lnTo>
                  <a:lnTo>
                    <a:pt x="71031" y="1524012"/>
                  </a:lnTo>
                  <a:lnTo>
                    <a:pt x="68567" y="1397012"/>
                  </a:lnTo>
                  <a:lnTo>
                    <a:pt x="67373" y="1397012"/>
                  </a:lnTo>
                  <a:lnTo>
                    <a:pt x="66217" y="1270012"/>
                  </a:lnTo>
                  <a:lnTo>
                    <a:pt x="63969" y="1270012"/>
                  </a:lnTo>
                  <a:lnTo>
                    <a:pt x="62903" y="1143012"/>
                  </a:lnTo>
                  <a:lnTo>
                    <a:pt x="61874" y="1143012"/>
                  </a:lnTo>
                  <a:lnTo>
                    <a:pt x="60896" y="1016012"/>
                  </a:lnTo>
                  <a:lnTo>
                    <a:pt x="58991" y="1016012"/>
                  </a:lnTo>
                  <a:lnTo>
                    <a:pt x="58089" y="889012"/>
                  </a:lnTo>
                  <a:lnTo>
                    <a:pt x="57213" y="889012"/>
                  </a:lnTo>
                  <a:lnTo>
                    <a:pt x="56362" y="762012"/>
                  </a:lnTo>
                  <a:lnTo>
                    <a:pt x="54762" y="762012"/>
                  </a:lnTo>
                  <a:lnTo>
                    <a:pt x="54013" y="635012"/>
                  </a:lnTo>
                  <a:lnTo>
                    <a:pt x="53289" y="635012"/>
                  </a:lnTo>
                  <a:lnTo>
                    <a:pt x="52603" y="508012"/>
                  </a:lnTo>
                  <a:lnTo>
                    <a:pt x="51320" y="508012"/>
                  </a:lnTo>
                  <a:lnTo>
                    <a:pt x="50723" y="381012"/>
                  </a:lnTo>
                  <a:lnTo>
                    <a:pt x="50165" y="381012"/>
                  </a:lnTo>
                  <a:lnTo>
                    <a:pt x="49631" y="254012"/>
                  </a:lnTo>
                  <a:lnTo>
                    <a:pt x="48691" y="254012"/>
                  </a:lnTo>
                  <a:lnTo>
                    <a:pt x="48272" y="127012"/>
                  </a:lnTo>
                  <a:lnTo>
                    <a:pt x="47879" y="127012"/>
                  </a:lnTo>
                  <a:lnTo>
                    <a:pt x="47396" y="12"/>
                  </a:lnTo>
                  <a:lnTo>
                    <a:pt x="3302" y="12"/>
                  </a:lnTo>
                  <a:lnTo>
                    <a:pt x="3568" y="127012"/>
                  </a:lnTo>
                  <a:lnTo>
                    <a:pt x="4330" y="127012"/>
                  </a:lnTo>
                  <a:lnTo>
                    <a:pt x="4775" y="254012"/>
                  </a:lnTo>
                  <a:lnTo>
                    <a:pt x="5245" y="254012"/>
                  </a:lnTo>
                  <a:lnTo>
                    <a:pt x="5753" y="381012"/>
                  </a:lnTo>
                  <a:lnTo>
                    <a:pt x="6858" y="381012"/>
                  </a:lnTo>
                  <a:lnTo>
                    <a:pt x="7467" y="508012"/>
                  </a:lnTo>
                  <a:lnTo>
                    <a:pt x="8115" y="508012"/>
                  </a:lnTo>
                  <a:lnTo>
                    <a:pt x="8788" y="635012"/>
                  </a:lnTo>
                  <a:lnTo>
                    <a:pt x="10223" y="635012"/>
                  </a:lnTo>
                  <a:lnTo>
                    <a:pt x="10998" y="762012"/>
                  </a:lnTo>
                  <a:lnTo>
                    <a:pt x="11785" y="762012"/>
                  </a:lnTo>
                  <a:lnTo>
                    <a:pt x="12611" y="889012"/>
                  </a:lnTo>
                  <a:lnTo>
                    <a:pt x="14351" y="889012"/>
                  </a:lnTo>
                  <a:lnTo>
                    <a:pt x="15265" y="1016012"/>
                  </a:lnTo>
                  <a:lnTo>
                    <a:pt x="16217" y="1016012"/>
                  </a:lnTo>
                  <a:lnTo>
                    <a:pt x="17183" y="1143012"/>
                  </a:lnTo>
                  <a:lnTo>
                    <a:pt x="19215" y="1143012"/>
                  </a:lnTo>
                  <a:lnTo>
                    <a:pt x="20256" y="1270012"/>
                  </a:lnTo>
                  <a:lnTo>
                    <a:pt x="21348" y="1270012"/>
                  </a:lnTo>
                  <a:lnTo>
                    <a:pt x="22453" y="1397012"/>
                  </a:lnTo>
                  <a:lnTo>
                    <a:pt x="24739" y="1397012"/>
                  </a:lnTo>
                  <a:lnTo>
                    <a:pt x="27127" y="1524012"/>
                  </a:lnTo>
                  <a:lnTo>
                    <a:pt x="29603" y="1651012"/>
                  </a:lnTo>
                  <a:lnTo>
                    <a:pt x="41236" y="2159012"/>
                  </a:lnTo>
                  <a:lnTo>
                    <a:pt x="43764" y="2159012"/>
                  </a:lnTo>
                  <a:lnTo>
                    <a:pt x="46215" y="2286012"/>
                  </a:lnTo>
                  <a:lnTo>
                    <a:pt x="47409" y="2413012"/>
                  </a:lnTo>
                  <a:lnTo>
                    <a:pt x="49720" y="2413012"/>
                  </a:lnTo>
                  <a:lnTo>
                    <a:pt x="50838" y="2540012"/>
                  </a:lnTo>
                  <a:lnTo>
                    <a:pt x="51904" y="2540012"/>
                  </a:lnTo>
                  <a:lnTo>
                    <a:pt x="52946" y="2667012"/>
                  </a:lnTo>
                  <a:lnTo>
                    <a:pt x="53936" y="2667012"/>
                  </a:lnTo>
                  <a:lnTo>
                    <a:pt x="55854" y="2794012"/>
                  </a:lnTo>
                  <a:lnTo>
                    <a:pt x="57696" y="2921012"/>
                  </a:lnTo>
                  <a:lnTo>
                    <a:pt x="59448" y="2921012"/>
                  </a:lnTo>
                  <a:lnTo>
                    <a:pt x="61125" y="3048012"/>
                  </a:lnTo>
                  <a:lnTo>
                    <a:pt x="62738" y="3175012"/>
                  </a:lnTo>
                  <a:lnTo>
                    <a:pt x="64287" y="3302012"/>
                  </a:lnTo>
                  <a:lnTo>
                    <a:pt x="66509" y="3429012"/>
                  </a:lnTo>
                  <a:lnTo>
                    <a:pt x="68643" y="3556012"/>
                  </a:lnTo>
                  <a:lnTo>
                    <a:pt x="74777" y="4064012"/>
                  </a:lnTo>
                  <a:lnTo>
                    <a:pt x="76187" y="4191012"/>
                  </a:lnTo>
                  <a:lnTo>
                    <a:pt x="77673" y="4318012"/>
                  </a:lnTo>
                  <a:lnTo>
                    <a:pt x="79248" y="4318012"/>
                  </a:lnTo>
                  <a:lnTo>
                    <a:pt x="80073" y="4445012"/>
                  </a:lnTo>
                  <a:lnTo>
                    <a:pt x="80937" y="4445012"/>
                  </a:lnTo>
                  <a:lnTo>
                    <a:pt x="81826" y="4572012"/>
                  </a:lnTo>
                  <a:lnTo>
                    <a:pt x="83718" y="4572012"/>
                  </a:lnTo>
                  <a:lnTo>
                    <a:pt x="84721" y="4699012"/>
                  </a:lnTo>
                  <a:lnTo>
                    <a:pt x="85763" y="4699012"/>
                  </a:lnTo>
                  <a:lnTo>
                    <a:pt x="87947" y="4826012"/>
                  </a:lnTo>
                  <a:lnTo>
                    <a:pt x="94627" y="5080012"/>
                  </a:lnTo>
                  <a:lnTo>
                    <a:pt x="96812" y="5207012"/>
                  </a:lnTo>
                  <a:lnTo>
                    <a:pt x="98920" y="5334012"/>
                  </a:lnTo>
                  <a:lnTo>
                    <a:pt x="99949" y="5334012"/>
                  </a:lnTo>
                  <a:lnTo>
                    <a:pt x="100926" y="5461012"/>
                  </a:lnTo>
                  <a:lnTo>
                    <a:pt x="101879" y="5461012"/>
                  </a:lnTo>
                  <a:lnTo>
                    <a:pt x="102806" y="5588012"/>
                  </a:lnTo>
                  <a:lnTo>
                    <a:pt x="104508" y="5588012"/>
                  </a:lnTo>
                  <a:lnTo>
                    <a:pt x="105283" y="5715012"/>
                  </a:lnTo>
                  <a:lnTo>
                    <a:pt x="106006" y="5715012"/>
                  </a:lnTo>
                  <a:lnTo>
                    <a:pt x="106680" y="5842012"/>
                  </a:lnTo>
                  <a:lnTo>
                    <a:pt x="107797" y="5842012"/>
                  </a:lnTo>
                  <a:lnTo>
                    <a:pt x="108242" y="5969012"/>
                  </a:lnTo>
                  <a:lnTo>
                    <a:pt x="108610" y="5969012"/>
                  </a:lnTo>
                  <a:lnTo>
                    <a:pt x="108889" y="6096012"/>
                  </a:lnTo>
                  <a:lnTo>
                    <a:pt x="109093" y="6096012"/>
                  </a:lnTo>
                  <a:lnTo>
                    <a:pt x="109156" y="6223012"/>
                  </a:lnTo>
                  <a:lnTo>
                    <a:pt x="109004" y="6350013"/>
                  </a:lnTo>
                  <a:lnTo>
                    <a:pt x="108381" y="6350013"/>
                  </a:lnTo>
                  <a:lnTo>
                    <a:pt x="107924" y="6477013"/>
                  </a:lnTo>
                  <a:lnTo>
                    <a:pt x="107353" y="6477013"/>
                  </a:lnTo>
                  <a:lnTo>
                    <a:pt x="106680" y="6604013"/>
                  </a:lnTo>
                  <a:lnTo>
                    <a:pt x="105892" y="6604013"/>
                  </a:lnTo>
                  <a:lnTo>
                    <a:pt x="105003" y="6731013"/>
                  </a:lnTo>
                  <a:lnTo>
                    <a:pt x="102857" y="6731013"/>
                  </a:lnTo>
                  <a:lnTo>
                    <a:pt x="101638" y="6858013"/>
                  </a:lnTo>
                  <a:lnTo>
                    <a:pt x="100342" y="6858013"/>
                  </a:lnTo>
                  <a:lnTo>
                    <a:pt x="98971" y="6985013"/>
                  </a:lnTo>
                  <a:lnTo>
                    <a:pt x="96050" y="6985013"/>
                  </a:lnTo>
                  <a:lnTo>
                    <a:pt x="94513" y="7112013"/>
                  </a:lnTo>
                  <a:lnTo>
                    <a:pt x="92925" y="7112013"/>
                  </a:lnTo>
                  <a:lnTo>
                    <a:pt x="91287" y="7239013"/>
                  </a:lnTo>
                  <a:lnTo>
                    <a:pt x="89623" y="7239013"/>
                  </a:lnTo>
                  <a:lnTo>
                    <a:pt x="86220" y="7366013"/>
                  </a:lnTo>
                  <a:lnTo>
                    <a:pt x="77520" y="7620013"/>
                  </a:lnTo>
                  <a:lnTo>
                    <a:pt x="74104" y="7747013"/>
                  </a:lnTo>
                  <a:lnTo>
                    <a:pt x="70789" y="7747013"/>
                  </a:lnTo>
                  <a:lnTo>
                    <a:pt x="69176" y="7874013"/>
                  </a:lnTo>
                  <a:lnTo>
                    <a:pt x="67627" y="7874013"/>
                  </a:lnTo>
                  <a:lnTo>
                    <a:pt x="66116" y="8001013"/>
                  </a:lnTo>
                  <a:lnTo>
                    <a:pt x="63271" y="8001013"/>
                  </a:lnTo>
                  <a:lnTo>
                    <a:pt x="61937" y="8128013"/>
                  </a:lnTo>
                  <a:lnTo>
                    <a:pt x="60693" y="8128013"/>
                  </a:lnTo>
                  <a:lnTo>
                    <a:pt x="59524" y="8255013"/>
                  </a:lnTo>
                  <a:lnTo>
                    <a:pt x="57454" y="8255013"/>
                  </a:lnTo>
                  <a:lnTo>
                    <a:pt x="56578" y="8382013"/>
                  </a:lnTo>
                  <a:lnTo>
                    <a:pt x="55803" y="8382013"/>
                  </a:lnTo>
                  <a:lnTo>
                    <a:pt x="55092" y="8509013"/>
                  </a:lnTo>
                  <a:lnTo>
                    <a:pt x="53111" y="8636013"/>
                  </a:lnTo>
                  <a:lnTo>
                    <a:pt x="52400" y="8636013"/>
                  </a:lnTo>
                  <a:lnTo>
                    <a:pt x="51612" y="8763013"/>
                  </a:lnTo>
                  <a:lnTo>
                    <a:pt x="49682" y="8763013"/>
                  </a:lnTo>
                  <a:lnTo>
                    <a:pt x="48526" y="8890013"/>
                  </a:lnTo>
                  <a:lnTo>
                    <a:pt x="47307" y="8890013"/>
                  </a:lnTo>
                  <a:lnTo>
                    <a:pt x="46012" y="9017013"/>
                  </a:lnTo>
                  <a:lnTo>
                    <a:pt x="43268" y="9017013"/>
                  </a:lnTo>
                  <a:lnTo>
                    <a:pt x="41833" y="9144013"/>
                  </a:lnTo>
                  <a:lnTo>
                    <a:pt x="38887" y="9271013"/>
                  </a:lnTo>
                  <a:lnTo>
                    <a:pt x="34404" y="9398013"/>
                  </a:lnTo>
                  <a:lnTo>
                    <a:pt x="31483" y="9525013"/>
                  </a:lnTo>
                  <a:lnTo>
                    <a:pt x="28689" y="9525013"/>
                  </a:lnTo>
                  <a:lnTo>
                    <a:pt x="27368" y="9652013"/>
                  </a:lnTo>
                  <a:lnTo>
                    <a:pt x="26111" y="9652013"/>
                  </a:lnTo>
                  <a:lnTo>
                    <a:pt x="24904" y="9779013"/>
                  </a:lnTo>
                  <a:lnTo>
                    <a:pt x="22758" y="9779013"/>
                  </a:lnTo>
                  <a:lnTo>
                    <a:pt x="21831" y="9906013"/>
                  </a:lnTo>
                  <a:lnTo>
                    <a:pt x="20993" y="9906013"/>
                  </a:lnTo>
                  <a:lnTo>
                    <a:pt x="20256" y="10033013"/>
                  </a:lnTo>
                  <a:lnTo>
                    <a:pt x="19024" y="10033013"/>
                  </a:lnTo>
                  <a:lnTo>
                    <a:pt x="18542" y="10160013"/>
                  </a:lnTo>
                  <a:lnTo>
                    <a:pt x="18122" y="10160013"/>
                  </a:lnTo>
                  <a:lnTo>
                    <a:pt x="17767" y="10287013"/>
                  </a:lnTo>
                  <a:lnTo>
                    <a:pt x="17259" y="10287013"/>
                  </a:lnTo>
                  <a:lnTo>
                    <a:pt x="17310" y="10795013"/>
                  </a:lnTo>
                  <a:lnTo>
                    <a:pt x="17487" y="10922013"/>
                  </a:lnTo>
                  <a:lnTo>
                    <a:pt x="17754" y="10922013"/>
                  </a:lnTo>
                  <a:lnTo>
                    <a:pt x="18135" y="11049013"/>
                  </a:lnTo>
                  <a:lnTo>
                    <a:pt x="19189" y="11049013"/>
                  </a:lnTo>
                  <a:lnTo>
                    <a:pt x="19862" y="11176013"/>
                  </a:lnTo>
                  <a:lnTo>
                    <a:pt x="20637" y="11176013"/>
                  </a:lnTo>
                  <a:lnTo>
                    <a:pt x="21488" y="11303013"/>
                  </a:lnTo>
                  <a:lnTo>
                    <a:pt x="23495" y="11303013"/>
                  </a:lnTo>
                  <a:lnTo>
                    <a:pt x="24638" y="11430013"/>
                  </a:lnTo>
                  <a:lnTo>
                    <a:pt x="25857" y="11430013"/>
                  </a:lnTo>
                  <a:lnTo>
                    <a:pt x="27178" y="11557013"/>
                  </a:lnTo>
                  <a:lnTo>
                    <a:pt x="30073" y="11557013"/>
                  </a:lnTo>
                  <a:lnTo>
                    <a:pt x="31648" y="11684013"/>
                  </a:lnTo>
                  <a:lnTo>
                    <a:pt x="33312" y="11684013"/>
                  </a:lnTo>
                  <a:lnTo>
                    <a:pt x="35064" y="11811013"/>
                  </a:lnTo>
                  <a:lnTo>
                    <a:pt x="36880" y="11811013"/>
                  </a:lnTo>
                  <a:lnTo>
                    <a:pt x="40690" y="11938013"/>
                  </a:lnTo>
                  <a:lnTo>
                    <a:pt x="42443" y="11938013"/>
                  </a:lnTo>
                  <a:lnTo>
                    <a:pt x="43992" y="12065013"/>
                  </a:lnTo>
                  <a:lnTo>
                    <a:pt x="46304" y="12065013"/>
                  </a:lnTo>
                  <a:lnTo>
                    <a:pt x="46951" y="12192013"/>
                  </a:lnTo>
                  <a:lnTo>
                    <a:pt x="47193" y="12192013"/>
                  </a:lnTo>
                  <a:lnTo>
                    <a:pt x="46977" y="12319013"/>
                  </a:lnTo>
                  <a:lnTo>
                    <a:pt x="44932" y="12319013"/>
                  </a:lnTo>
                  <a:lnTo>
                    <a:pt x="43192" y="12446013"/>
                  </a:lnTo>
                  <a:lnTo>
                    <a:pt x="41351" y="12446013"/>
                  </a:lnTo>
                  <a:lnTo>
                    <a:pt x="39649" y="12573013"/>
                  </a:lnTo>
                  <a:lnTo>
                    <a:pt x="37503" y="12573013"/>
                  </a:lnTo>
                  <a:lnTo>
                    <a:pt x="37185" y="12700013"/>
                  </a:lnTo>
                  <a:lnTo>
                    <a:pt x="36817" y="12827013"/>
                  </a:lnTo>
                  <a:lnTo>
                    <a:pt x="35864" y="12827013"/>
                  </a:lnTo>
                  <a:lnTo>
                    <a:pt x="34975" y="12954013"/>
                  </a:lnTo>
                  <a:lnTo>
                    <a:pt x="33921" y="12954013"/>
                  </a:lnTo>
                  <a:lnTo>
                    <a:pt x="32715" y="13081013"/>
                  </a:lnTo>
                  <a:lnTo>
                    <a:pt x="29921" y="13081013"/>
                  </a:lnTo>
                  <a:lnTo>
                    <a:pt x="28371" y="13208013"/>
                  </a:lnTo>
                  <a:lnTo>
                    <a:pt x="26733" y="13208013"/>
                  </a:lnTo>
                  <a:lnTo>
                    <a:pt x="25031" y="13335013"/>
                  </a:lnTo>
                  <a:lnTo>
                    <a:pt x="23291" y="13335013"/>
                  </a:lnTo>
                  <a:lnTo>
                    <a:pt x="16154" y="13589013"/>
                  </a:lnTo>
                  <a:lnTo>
                    <a:pt x="12725" y="13589013"/>
                  </a:lnTo>
                  <a:lnTo>
                    <a:pt x="11099" y="13716013"/>
                  </a:lnTo>
                  <a:lnTo>
                    <a:pt x="9575" y="13716013"/>
                  </a:lnTo>
                  <a:lnTo>
                    <a:pt x="8140" y="13843013"/>
                  </a:lnTo>
                  <a:lnTo>
                    <a:pt x="5651" y="13843013"/>
                  </a:lnTo>
                  <a:lnTo>
                    <a:pt x="4610" y="13970013"/>
                  </a:lnTo>
                  <a:lnTo>
                    <a:pt x="3683" y="13970013"/>
                  </a:lnTo>
                  <a:lnTo>
                    <a:pt x="2870" y="14097013"/>
                  </a:lnTo>
                  <a:lnTo>
                    <a:pt x="1562" y="14097013"/>
                  </a:lnTo>
                  <a:lnTo>
                    <a:pt x="1041" y="14224013"/>
                  </a:lnTo>
                  <a:lnTo>
                    <a:pt x="622" y="14224013"/>
                  </a:lnTo>
                  <a:lnTo>
                    <a:pt x="279" y="14351013"/>
                  </a:lnTo>
                  <a:lnTo>
                    <a:pt x="0" y="14351013"/>
                  </a:lnTo>
                  <a:lnTo>
                    <a:pt x="63" y="14986013"/>
                  </a:lnTo>
                  <a:lnTo>
                    <a:pt x="190" y="15113013"/>
                  </a:lnTo>
                  <a:lnTo>
                    <a:pt x="317" y="15240013"/>
                  </a:lnTo>
                  <a:lnTo>
                    <a:pt x="431" y="15494013"/>
                  </a:lnTo>
                  <a:lnTo>
                    <a:pt x="635" y="15621013"/>
                  </a:lnTo>
                  <a:lnTo>
                    <a:pt x="863" y="15748013"/>
                  </a:lnTo>
                  <a:lnTo>
                    <a:pt x="1016" y="15748013"/>
                  </a:lnTo>
                  <a:lnTo>
                    <a:pt x="1193" y="15875013"/>
                  </a:lnTo>
                  <a:lnTo>
                    <a:pt x="1409" y="15875013"/>
                  </a:lnTo>
                  <a:lnTo>
                    <a:pt x="1663" y="16002013"/>
                  </a:lnTo>
                  <a:lnTo>
                    <a:pt x="2374" y="16002013"/>
                  </a:lnTo>
                  <a:lnTo>
                    <a:pt x="2857" y="16129013"/>
                  </a:lnTo>
                  <a:lnTo>
                    <a:pt x="3416" y="16129013"/>
                  </a:lnTo>
                  <a:lnTo>
                    <a:pt x="4051" y="16256013"/>
                  </a:lnTo>
                  <a:lnTo>
                    <a:pt x="5511" y="16256013"/>
                  </a:lnTo>
                  <a:lnTo>
                    <a:pt x="6337" y="16383013"/>
                  </a:lnTo>
                  <a:lnTo>
                    <a:pt x="7213" y="16383013"/>
                  </a:lnTo>
                  <a:lnTo>
                    <a:pt x="8128" y="16510013"/>
                  </a:lnTo>
                  <a:lnTo>
                    <a:pt x="10096" y="16510013"/>
                  </a:lnTo>
                  <a:lnTo>
                    <a:pt x="11125" y="16637013"/>
                  </a:lnTo>
                  <a:lnTo>
                    <a:pt x="13284" y="16764013"/>
                  </a:lnTo>
                  <a:lnTo>
                    <a:pt x="18897" y="17018013"/>
                  </a:lnTo>
                  <a:lnTo>
                    <a:pt x="21005" y="17018013"/>
                  </a:lnTo>
                  <a:lnTo>
                    <a:pt x="21907" y="17145013"/>
                  </a:lnTo>
                  <a:lnTo>
                    <a:pt x="22707" y="17145013"/>
                  </a:lnTo>
                  <a:lnTo>
                    <a:pt x="23380" y="17272013"/>
                  </a:lnTo>
                  <a:lnTo>
                    <a:pt x="24295" y="17272013"/>
                  </a:lnTo>
                  <a:lnTo>
                    <a:pt x="24549" y="17399013"/>
                  </a:lnTo>
                  <a:lnTo>
                    <a:pt x="24396" y="17526013"/>
                  </a:lnTo>
                  <a:lnTo>
                    <a:pt x="23685" y="17526013"/>
                  </a:lnTo>
                  <a:lnTo>
                    <a:pt x="23215" y="17653013"/>
                  </a:lnTo>
                  <a:lnTo>
                    <a:pt x="22682" y="17653013"/>
                  </a:lnTo>
                  <a:lnTo>
                    <a:pt x="20967" y="17780013"/>
                  </a:lnTo>
                  <a:lnTo>
                    <a:pt x="20421" y="17907013"/>
                  </a:lnTo>
                  <a:lnTo>
                    <a:pt x="19913" y="17907013"/>
                  </a:lnTo>
                  <a:lnTo>
                    <a:pt x="19469" y="18034013"/>
                  </a:lnTo>
                  <a:lnTo>
                    <a:pt x="19177" y="18034013"/>
                  </a:lnTo>
                  <a:lnTo>
                    <a:pt x="19392" y="18161013"/>
                  </a:lnTo>
                  <a:lnTo>
                    <a:pt x="19862" y="18161013"/>
                  </a:lnTo>
                  <a:lnTo>
                    <a:pt x="20561" y="18288013"/>
                  </a:lnTo>
                  <a:lnTo>
                    <a:pt x="22669" y="18288013"/>
                  </a:lnTo>
                  <a:lnTo>
                    <a:pt x="24066" y="18415013"/>
                  </a:lnTo>
                  <a:lnTo>
                    <a:pt x="25679" y="18415013"/>
                  </a:lnTo>
                  <a:lnTo>
                    <a:pt x="29387" y="18542013"/>
                  </a:lnTo>
                  <a:lnTo>
                    <a:pt x="31076" y="18542013"/>
                  </a:lnTo>
                  <a:lnTo>
                    <a:pt x="32588" y="18669013"/>
                  </a:lnTo>
                  <a:lnTo>
                    <a:pt x="33909" y="18669013"/>
                  </a:lnTo>
                  <a:lnTo>
                    <a:pt x="35026" y="18796013"/>
                  </a:lnTo>
                  <a:lnTo>
                    <a:pt x="36652" y="18796013"/>
                  </a:lnTo>
                  <a:lnTo>
                    <a:pt x="37147" y="18923013"/>
                  </a:lnTo>
                  <a:lnTo>
                    <a:pt x="37401" y="18923013"/>
                  </a:lnTo>
                  <a:lnTo>
                    <a:pt x="37325" y="19558013"/>
                  </a:lnTo>
                  <a:lnTo>
                    <a:pt x="37515" y="19558013"/>
                  </a:lnTo>
                  <a:lnTo>
                    <a:pt x="37795" y="19685013"/>
                  </a:lnTo>
                  <a:lnTo>
                    <a:pt x="38138" y="19685013"/>
                  </a:lnTo>
                  <a:lnTo>
                    <a:pt x="38874" y="19812000"/>
                  </a:lnTo>
                  <a:lnTo>
                    <a:pt x="39217" y="19812000"/>
                  </a:lnTo>
                  <a:lnTo>
                    <a:pt x="39509" y="19939000"/>
                  </a:lnTo>
                  <a:lnTo>
                    <a:pt x="39712" y="19939000"/>
                  </a:lnTo>
                  <a:lnTo>
                    <a:pt x="39839" y="20066000"/>
                  </a:lnTo>
                  <a:lnTo>
                    <a:pt x="84035" y="20066000"/>
                  </a:lnTo>
                  <a:lnTo>
                    <a:pt x="83718" y="19939000"/>
                  </a:lnTo>
                  <a:lnTo>
                    <a:pt x="83464" y="19939000"/>
                  </a:lnTo>
                  <a:lnTo>
                    <a:pt x="83159" y="19812000"/>
                  </a:lnTo>
                  <a:lnTo>
                    <a:pt x="82143" y="19685013"/>
                  </a:lnTo>
                  <a:lnTo>
                    <a:pt x="81838" y="19685013"/>
                  </a:lnTo>
                  <a:lnTo>
                    <a:pt x="81584" y="19558013"/>
                  </a:lnTo>
                  <a:lnTo>
                    <a:pt x="81534" y="18923013"/>
                  </a:lnTo>
                  <a:lnTo>
                    <a:pt x="81216" y="18923013"/>
                  </a:lnTo>
                  <a:lnTo>
                    <a:pt x="80632" y="18796013"/>
                  </a:lnTo>
                  <a:lnTo>
                    <a:pt x="79819" y="18796013"/>
                  </a:lnTo>
                  <a:lnTo>
                    <a:pt x="78790" y="18669013"/>
                  </a:lnTo>
                  <a:lnTo>
                    <a:pt x="76149" y="18669013"/>
                  </a:lnTo>
                  <a:lnTo>
                    <a:pt x="74561" y="18542013"/>
                  </a:lnTo>
                  <a:lnTo>
                    <a:pt x="72821" y="18542013"/>
                  </a:lnTo>
                  <a:lnTo>
                    <a:pt x="70954" y="18415013"/>
                  </a:lnTo>
                  <a:lnTo>
                    <a:pt x="67602" y="18415013"/>
                  </a:lnTo>
                  <a:lnTo>
                    <a:pt x="66294" y="18288013"/>
                  </a:lnTo>
                  <a:lnTo>
                    <a:pt x="65227" y="18288013"/>
                  </a:lnTo>
                  <a:lnTo>
                    <a:pt x="64401" y="18161013"/>
                  </a:lnTo>
                  <a:lnTo>
                    <a:pt x="63449" y="18161013"/>
                  </a:lnTo>
                  <a:lnTo>
                    <a:pt x="63411" y="18034013"/>
                  </a:lnTo>
                  <a:lnTo>
                    <a:pt x="63728" y="17907013"/>
                  </a:lnTo>
                  <a:lnTo>
                    <a:pt x="64706" y="17907013"/>
                  </a:lnTo>
                  <a:lnTo>
                    <a:pt x="66979" y="17653013"/>
                  </a:lnTo>
                  <a:lnTo>
                    <a:pt x="67487" y="17653013"/>
                  </a:lnTo>
                  <a:lnTo>
                    <a:pt x="67945" y="17526013"/>
                  </a:lnTo>
                  <a:lnTo>
                    <a:pt x="68313" y="17526013"/>
                  </a:lnTo>
                  <a:lnTo>
                    <a:pt x="68630" y="17399013"/>
                  </a:lnTo>
                  <a:lnTo>
                    <a:pt x="68376" y="17272013"/>
                  </a:lnTo>
                  <a:lnTo>
                    <a:pt x="67983" y="17272013"/>
                  </a:lnTo>
                  <a:lnTo>
                    <a:pt x="67437" y="17145013"/>
                  </a:lnTo>
                  <a:lnTo>
                    <a:pt x="65963" y="17145013"/>
                  </a:lnTo>
                  <a:lnTo>
                    <a:pt x="65074" y="17018013"/>
                  </a:lnTo>
                  <a:lnTo>
                    <a:pt x="64109" y="17018013"/>
                  </a:lnTo>
                  <a:lnTo>
                    <a:pt x="63055" y="16891013"/>
                  </a:lnTo>
                  <a:lnTo>
                    <a:pt x="60807" y="16891013"/>
                  </a:lnTo>
                  <a:lnTo>
                    <a:pt x="56083" y="16637013"/>
                  </a:lnTo>
                  <a:lnTo>
                    <a:pt x="54940" y="16637013"/>
                  </a:lnTo>
                  <a:lnTo>
                    <a:pt x="53848" y="16510013"/>
                  </a:lnTo>
                  <a:lnTo>
                    <a:pt x="52806" y="16510013"/>
                  </a:lnTo>
                  <a:lnTo>
                    <a:pt x="51841" y="16383013"/>
                  </a:lnTo>
                  <a:lnTo>
                    <a:pt x="50177" y="16383013"/>
                  </a:lnTo>
                  <a:lnTo>
                    <a:pt x="49479" y="16256013"/>
                  </a:lnTo>
                  <a:lnTo>
                    <a:pt x="48856" y="16256013"/>
                  </a:lnTo>
                  <a:lnTo>
                    <a:pt x="48310" y="16129013"/>
                  </a:lnTo>
                  <a:lnTo>
                    <a:pt x="47421" y="16129013"/>
                  </a:lnTo>
                  <a:lnTo>
                    <a:pt x="47066" y="16002013"/>
                  </a:lnTo>
                  <a:lnTo>
                    <a:pt x="46761" y="16002013"/>
                  </a:lnTo>
                  <a:lnTo>
                    <a:pt x="46507" y="15875013"/>
                  </a:lnTo>
                  <a:lnTo>
                    <a:pt x="46113" y="15875013"/>
                  </a:lnTo>
                  <a:lnTo>
                    <a:pt x="45554" y="15621013"/>
                  </a:lnTo>
                  <a:lnTo>
                    <a:pt x="45389" y="15494013"/>
                  </a:lnTo>
                  <a:lnTo>
                    <a:pt x="45300" y="15367013"/>
                  </a:lnTo>
                  <a:lnTo>
                    <a:pt x="44399" y="15113013"/>
                  </a:lnTo>
                  <a:lnTo>
                    <a:pt x="44157" y="14986013"/>
                  </a:lnTo>
                  <a:lnTo>
                    <a:pt x="44081" y="14478013"/>
                  </a:lnTo>
                  <a:lnTo>
                    <a:pt x="44246" y="14478013"/>
                  </a:lnTo>
                  <a:lnTo>
                    <a:pt x="44450" y="14351013"/>
                  </a:lnTo>
                  <a:lnTo>
                    <a:pt x="44970" y="14351013"/>
                  </a:lnTo>
                  <a:lnTo>
                    <a:pt x="45288" y="14224013"/>
                  </a:lnTo>
                  <a:lnTo>
                    <a:pt x="45681" y="14224013"/>
                  </a:lnTo>
                  <a:lnTo>
                    <a:pt x="46151" y="14097013"/>
                  </a:lnTo>
                  <a:lnTo>
                    <a:pt x="47396" y="14097013"/>
                  </a:lnTo>
                  <a:lnTo>
                    <a:pt x="48183" y="13970013"/>
                  </a:lnTo>
                  <a:lnTo>
                    <a:pt x="49123" y="13970013"/>
                  </a:lnTo>
                  <a:lnTo>
                    <a:pt x="50215" y="13843013"/>
                  </a:lnTo>
                  <a:lnTo>
                    <a:pt x="52832" y="13843013"/>
                  </a:lnTo>
                  <a:lnTo>
                    <a:pt x="54317" y="13716013"/>
                  </a:lnTo>
                  <a:lnTo>
                    <a:pt x="55892" y="13716013"/>
                  </a:lnTo>
                  <a:lnTo>
                    <a:pt x="57556" y="13589013"/>
                  </a:lnTo>
                  <a:lnTo>
                    <a:pt x="61036" y="13589013"/>
                  </a:lnTo>
                  <a:lnTo>
                    <a:pt x="66446" y="13335013"/>
                  </a:lnTo>
                  <a:lnTo>
                    <a:pt x="69938" y="13335013"/>
                  </a:lnTo>
                  <a:lnTo>
                    <a:pt x="71602" y="13208013"/>
                  </a:lnTo>
                  <a:lnTo>
                    <a:pt x="73202" y="13208013"/>
                  </a:lnTo>
                  <a:lnTo>
                    <a:pt x="74714" y="13081013"/>
                  </a:lnTo>
                  <a:lnTo>
                    <a:pt x="77393" y="13081013"/>
                  </a:lnTo>
                  <a:lnTo>
                    <a:pt x="78536" y="12954013"/>
                  </a:lnTo>
                  <a:lnTo>
                    <a:pt x="79514" y="12954013"/>
                  </a:lnTo>
                  <a:lnTo>
                    <a:pt x="80327" y="12827013"/>
                  </a:lnTo>
                  <a:lnTo>
                    <a:pt x="81026" y="12827013"/>
                  </a:lnTo>
                  <a:lnTo>
                    <a:pt x="81127" y="12700013"/>
                  </a:lnTo>
                  <a:lnTo>
                    <a:pt x="81318" y="12700013"/>
                  </a:lnTo>
                  <a:lnTo>
                    <a:pt x="81788" y="12573013"/>
                  </a:lnTo>
                  <a:lnTo>
                    <a:pt x="84302" y="12573013"/>
                  </a:lnTo>
                  <a:lnTo>
                    <a:pt x="86080" y="12446013"/>
                  </a:lnTo>
                  <a:lnTo>
                    <a:pt x="87909" y="12446013"/>
                  </a:lnTo>
                  <a:lnTo>
                    <a:pt x="89573" y="12319013"/>
                  </a:lnTo>
                  <a:lnTo>
                    <a:pt x="91351" y="12319013"/>
                  </a:lnTo>
                  <a:lnTo>
                    <a:pt x="91414" y="12192013"/>
                  </a:lnTo>
                  <a:lnTo>
                    <a:pt x="91020" y="12192013"/>
                  </a:lnTo>
                  <a:lnTo>
                    <a:pt x="90233" y="12065013"/>
                  </a:lnTo>
                  <a:lnTo>
                    <a:pt x="87655" y="12065013"/>
                  </a:lnTo>
                  <a:lnTo>
                    <a:pt x="85991" y="11938013"/>
                  </a:lnTo>
                  <a:lnTo>
                    <a:pt x="84162" y="11938013"/>
                  </a:lnTo>
                  <a:lnTo>
                    <a:pt x="80276" y="11811013"/>
                  </a:lnTo>
                  <a:lnTo>
                    <a:pt x="78359" y="11811013"/>
                  </a:lnTo>
                  <a:lnTo>
                    <a:pt x="76504" y="11684013"/>
                  </a:lnTo>
                  <a:lnTo>
                    <a:pt x="74714" y="11684013"/>
                  </a:lnTo>
                  <a:lnTo>
                    <a:pt x="73012" y="11557013"/>
                  </a:lnTo>
                  <a:lnTo>
                    <a:pt x="71412" y="11557013"/>
                  </a:lnTo>
                  <a:lnTo>
                    <a:pt x="69926" y="11430013"/>
                  </a:lnTo>
                  <a:lnTo>
                    <a:pt x="67348" y="11430013"/>
                  </a:lnTo>
                  <a:lnTo>
                    <a:pt x="66294" y="11303013"/>
                  </a:lnTo>
                  <a:lnTo>
                    <a:pt x="65366" y="11303013"/>
                  </a:lnTo>
                  <a:lnTo>
                    <a:pt x="64554" y="11176013"/>
                  </a:lnTo>
                  <a:lnTo>
                    <a:pt x="63246" y="11176013"/>
                  </a:lnTo>
                  <a:lnTo>
                    <a:pt x="62725" y="11049013"/>
                  </a:lnTo>
                  <a:lnTo>
                    <a:pt x="62306" y="11049013"/>
                  </a:lnTo>
                  <a:lnTo>
                    <a:pt x="61963" y="10922013"/>
                  </a:lnTo>
                  <a:lnTo>
                    <a:pt x="61493" y="10922013"/>
                  </a:lnTo>
                  <a:lnTo>
                    <a:pt x="61468" y="10541013"/>
                  </a:lnTo>
                  <a:lnTo>
                    <a:pt x="61760" y="10414013"/>
                  </a:lnTo>
                  <a:lnTo>
                    <a:pt x="62318" y="10287013"/>
                  </a:lnTo>
                  <a:lnTo>
                    <a:pt x="62560" y="10287013"/>
                  </a:lnTo>
                  <a:lnTo>
                    <a:pt x="62877" y="10160013"/>
                  </a:lnTo>
                  <a:lnTo>
                    <a:pt x="63766" y="10160013"/>
                  </a:lnTo>
                  <a:lnTo>
                    <a:pt x="64325" y="10033013"/>
                  </a:lnTo>
                  <a:lnTo>
                    <a:pt x="64960" y="10033013"/>
                  </a:lnTo>
                  <a:lnTo>
                    <a:pt x="65671" y="9906013"/>
                  </a:lnTo>
                  <a:lnTo>
                    <a:pt x="67310" y="9906013"/>
                  </a:lnTo>
                  <a:lnTo>
                    <a:pt x="68224" y="9779013"/>
                  </a:lnTo>
                  <a:lnTo>
                    <a:pt x="69215" y="9779013"/>
                  </a:lnTo>
                  <a:lnTo>
                    <a:pt x="70256" y="9652013"/>
                  </a:lnTo>
                  <a:lnTo>
                    <a:pt x="72529" y="9652013"/>
                  </a:lnTo>
                  <a:lnTo>
                    <a:pt x="73748" y="9525013"/>
                  </a:lnTo>
                  <a:lnTo>
                    <a:pt x="75018" y="9525013"/>
                  </a:lnTo>
                  <a:lnTo>
                    <a:pt x="76339" y="9398013"/>
                  </a:lnTo>
                  <a:lnTo>
                    <a:pt x="79133" y="9398013"/>
                  </a:lnTo>
                  <a:lnTo>
                    <a:pt x="85039" y="9144013"/>
                  </a:lnTo>
                  <a:lnTo>
                    <a:pt x="86487" y="9144013"/>
                  </a:lnTo>
                  <a:lnTo>
                    <a:pt x="87896" y="9017013"/>
                  </a:lnTo>
                  <a:lnTo>
                    <a:pt x="89268" y="9017013"/>
                  </a:lnTo>
                  <a:lnTo>
                    <a:pt x="90589" y="8890013"/>
                  </a:lnTo>
                  <a:lnTo>
                    <a:pt x="93040" y="8890013"/>
                  </a:lnTo>
                  <a:lnTo>
                    <a:pt x="94170" y="8763013"/>
                  </a:lnTo>
                  <a:lnTo>
                    <a:pt x="95173" y="8763013"/>
                  </a:lnTo>
                  <a:lnTo>
                    <a:pt x="96037" y="8636013"/>
                  </a:lnTo>
                  <a:lnTo>
                    <a:pt x="97510" y="8636013"/>
                  </a:lnTo>
                  <a:lnTo>
                    <a:pt x="99479" y="8382013"/>
                  </a:lnTo>
                  <a:lnTo>
                    <a:pt x="100990" y="8382013"/>
                  </a:lnTo>
                  <a:lnTo>
                    <a:pt x="101892" y="8255013"/>
                  </a:lnTo>
                  <a:lnTo>
                    <a:pt x="102920" y="8255013"/>
                  </a:lnTo>
                  <a:lnTo>
                    <a:pt x="104038" y="8128013"/>
                  </a:lnTo>
                  <a:lnTo>
                    <a:pt x="106527" y="8128013"/>
                  </a:lnTo>
                  <a:lnTo>
                    <a:pt x="107873" y="8001013"/>
                  </a:lnTo>
                  <a:lnTo>
                    <a:pt x="109296" y="8001013"/>
                  </a:lnTo>
                  <a:lnTo>
                    <a:pt x="110782" y="7874013"/>
                  </a:lnTo>
                  <a:lnTo>
                    <a:pt x="113906" y="7874013"/>
                  </a:lnTo>
                  <a:lnTo>
                    <a:pt x="115544" y="7747013"/>
                  </a:lnTo>
                  <a:lnTo>
                    <a:pt x="117208" y="7747013"/>
                  </a:lnTo>
                  <a:lnTo>
                    <a:pt x="120624" y="7620013"/>
                  </a:lnTo>
                  <a:lnTo>
                    <a:pt x="131102" y="7366013"/>
                  </a:lnTo>
                  <a:lnTo>
                    <a:pt x="132816" y="7239013"/>
                  </a:lnTo>
                  <a:lnTo>
                    <a:pt x="134493" y="7239013"/>
                  </a:lnTo>
                  <a:lnTo>
                    <a:pt x="136144" y="7112013"/>
                  </a:lnTo>
                  <a:lnTo>
                    <a:pt x="139306" y="7112013"/>
                  </a:lnTo>
                  <a:lnTo>
                    <a:pt x="140817" y="6985013"/>
                  </a:lnTo>
                  <a:lnTo>
                    <a:pt x="142265" y="6985013"/>
                  </a:lnTo>
                  <a:lnTo>
                    <a:pt x="143649" y="6858013"/>
                  </a:lnTo>
                  <a:lnTo>
                    <a:pt x="146227" y="6858013"/>
                  </a:lnTo>
                  <a:lnTo>
                    <a:pt x="147396" y="6731013"/>
                  </a:lnTo>
                  <a:lnTo>
                    <a:pt x="148488" y="6731013"/>
                  </a:lnTo>
                  <a:lnTo>
                    <a:pt x="149491" y="6604013"/>
                  </a:lnTo>
                  <a:lnTo>
                    <a:pt x="151193" y="6604013"/>
                  </a:lnTo>
                  <a:lnTo>
                    <a:pt x="151904" y="6477013"/>
                  </a:lnTo>
                  <a:lnTo>
                    <a:pt x="152488" y="6477013"/>
                  </a:lnTo>
                  <a:lnTo>
                    <a:pt x="152971" y="6350013"/>
                  </a:lnTo>
                  <a:lnTo>
                    <a:pt x="153543" y="6350013"/>
                  </a:lnTo>
                  <a:close/>
                </a:path>
                <a:path w="10667365" h="20066000">
                  <a:moveTo>
                    <a:pt x="1167739" y="0"/>
                  </a:moveTo>
                  <a:lnTo>
                    <a:pt x="1124648" y="0"/>
                  </a:lnTo>
                  <a:lnTo>
                    <a:pt x="1123391" y="127000"/>
                  </a:lnTo>
                  <a:lnTo>
                    <a:pt x="1119771" y="127000"/>
                  </a:lnTo>
                  <a:lnTo>
                    <a:pt x="1117803" y="254000"/>
                  </a:lnTo>
                  <a:lnTo>
                    <a:pt x="1115733" y="254000"/>
                  </a:lnTo>
                  <a:lnTo>
                    <a:pt x="1113599" y="381000"/>
                  </a:lnTo>
                  <a:lnTo>
                    <a:pt x="1111415" y="381000"/>
                  </a:lnTo>
                  <a:lnTo>
                    <a:pt x="1102487" y="635000"/>
                  </a:lnTo>
                  <a:lnTo>
                    <a:pt x="1098156" y="635000"/>
                  </a:lnTo>
                  <a:lnTo>
                    <a:pt x="1093990" y="762000"/>
                  </a:lnTo>
                  <a:lnTo>
                    <a:pt x="1087526" y="889000"/>
                  </a:lnTo>
                  <a:lnTo>
                    <a:pt x="1085443" y="1016000"/>
                  </a:lnTo>
                  <a:lnTo>
                    <a:pt x="1083500" y="1016000"/>
                  </a:lnTo>
                  <a:lnTo>
                    <a:pt x="1081722" y="1143000"/>
                  </a:lnTo>
                  <a:lnTo>
                    <a:pt x="1078852" y="1143000"/>
                  </a:lnTo>
                  <a:lnTo>
                    <a:pt x="1077861" y="1270000"/>
                  </a:lnTo>
                  <a:lnTo>
                    <a:pt x="1077214" y="1270000"/>
                  </a:lnTo>
                  <a:lnTo>
                    <a:pt x="1076820" y="1397000"/>
                  </a:lnTo>
                  <a:lnTo>
                    <a:pt x="1076998" y="1397000"/>
                  </a:lnTo>
                  <a:lnTo>
                    <a:pt x="1077379" y="1524000"/>
                  </a:lnTo>
                  <a:lnTo>
                    <a:pt x="1077950" y="1524000"/>
                  </a:lnTo>
                  <a:lnTo>
                    <a:pt x="1078649" y="1651000"/>
                  </a:lnTo>
                  <a:lnTo>
                    <a:pt x="1080338" y="1651000"/>
                  </a:lnTo>
                  <a:lnTo>
                    <a:pt x="1082192" y="1778000"/>
                  </a:lnTo>
                  <a:lnTo>
                    <a:pt x="1089063" y="2159000"/>
                  </a:lnTo>
                  <a:lnTo>
                    <a:pt x="1090968" y="2286000"/>
                  </a:lnTo>
                  <a:lnTo>
                    <a:pt x="1091882" y="2286000"/>
                  </a:lnTo>
                  <a:lnTo>
                    <a:pt x="1092771" y="2413000"/>
                  </a:lnTo>
                  <a:lnTo>
                    <a:pt x="1094447" y="2413000"/>
                  </a:lnTo>
                  <a:lnTo>
                    <a:pt x="1095222" y="2540000"/>
                  </a:lnTo>
                  <a:lnTo>
                    <a:pt x="1095946" y="2540000"/>
                  </a:lnTo>
                  <a:lnTo>
                    <a:pt x="1096619" y="2667000"/>
                  </a:lnTo>
                  <a:lnTo>
                    <a:pt x="1097800" y="2667000"/>
                  </a:lnTo>
                  <a:lnTo>
                    <a:pt x="1098283" y="2794000"/>
                  </a:lnTo>
                  <a:lnTo>
                    <a:pt x="1098715" y="2794000"/>
                  </a:lnTo>
                  <a:lnTo>
                    <a:pt x="1099108" y="2921000"/>
                  </a:lnTo>
                  <a:lnTo>
                    <a:pt x="1099781" y="2921000"/>
                  </a:lnTo>
                  <a:lnTo>
                    <a:pt x="1100048" y="3048000"/>
                  </a:lnTo>
                  <a:lnTo>
                    <a:pt x="1100277" y="3048000"/>
                  </a:lnTo>
                  <a:lnTo>
                    <a:pt x="1100455" y="3175000"/>
                  </a:lnTo>
                  <a:lnTo>
                    <a:pt x="1100556" y="3429000"/>
                  </a:lnTo>
                  <a:lnTo>
                    <a:pt x="1100404" y="3556000"/>
                  </a:lnTo>
                  <a:lnTo>
                    <a:pt x="1099947" y="3556000"/>
                  </a:lnTo>
                  <a:lnTo>
                    <a:pt x="1099629" y="3683000"/>
                  </a:lnTo>
                  <a:lnTo>
                    <a:pt x="1099273" y="3683000"/>
                  </a:lnTo>
                  <a:lnTo>
                    <a:pt x="1098854" y="3810000"/>
                  </a:lnTo>
                  <a:lnTo>
                    <a:pt x="1097851" y="3810000"/>
                  </a:lnTo>
                  <a:lnTo>
                    <a:pt x="1097267" y="3937000"/>
                  </a:lnTo>
                  <a:lnTo>
                    <a:pt x="1096619" y="3937000"/>
                  </a:lnTo>
                  <a:lnTo>
                    <a:pt x="1095933" y="4064000"/>
                  </a:lnTo>
                  <a:lnTo>
                    <a:pt x="1094435" y="4064000"/>
                  </a:lnTo>
                  <a:lnTo>
                    <a:pt x="1093635" y="4191000"/>
                  </a:lnTo>
                  <a:lnTo>
                    <a:pt x="1091971" y="4318000"/>
                  </a:lnTo>
                  <a:lnTo>
                    <a:pt x="1086764" y="4572000"/>
                  </a:lnTo>
                  <a:lnTo>
                    <a:pt x="1085113" y="4699000"/>
                  </a:lnTo>
                  <a:lnTo>
                    <a:pt x="1084338" y="4699000"/>
                  </a:lnTo>
                  <a:lnTo>
                    <a:pt x="1083589" y="4826000"/>
                  </a:lnTo>
                  <a:lnTo>
                    <a:pt x="1082167" y="4826000"/>
                  </a:lnTo>
                  <a:lnTo>
                    <a:pt x="1081443" y="4953000"/>
                  </a:lnTo>
                  <a:lnTo>
                    <a:pt x="1080681" y="4953000"/>
                  </a:lnTo>
                  <a:lnTo>
                    <a:pt x="1079881" y="5080000"/>
                  </a:lnTo>
                  <a:lnTo>
                    <a:pt x="1078141" y="5080000"/>
                  </a:lnTo>
                  <a:lnTo>
                    <a:pt x="1077188" y="5207000"/>
                  </a:lnTo>
                  <a:lnTo>
                    <a:pt x="1076185" y="5207000"/>
                  </a:lnTo>
                  <a:lnTo>
                    <a:pt x="1075105" y="5334000"/>
                  </a:lnTo>
                  <a:lnTo>
                    <a:pt x="1072718" y="5334000"/>
                  </a:lnTo>
                  <a:lnTo>
                    <a:pt x="1071410" y="5461000"/>
                  </a:lnTo>
                  <a:lnTo>
                    <a:pt x="1070000" y="5461000"/>
                  </a:lnTo>
                  <a:lnTo>
                    <a:pt x="1068501" y="5588000"/>
                  </a:lnTo>
                  <a:lnTo>
                    <a:pt x="1065187" y="5588000"/>
                  </a:lnTo>
                  <a:lnTo>
                    <a:pt x="1063371" y="5715000"/>
                  </a:lnTo>
                  <a:lnTo>
                    <a:pt x="1061415" y="5715000"/>
                  </a:lnTo>
                  <a:lnTo>
                    <a:pt x="1059357" y="5842000"/>
                  </a:lnTo>
                  <a:lnTo>
                    <a:pt x="1057148" y="5842000"/>
                  </a:lnTo>
                  <a:lnTo>
                    <a:pt x="1050353" y="5969000"/>
                  </a:lnTo>
                  <a:lnTo>
                    <a:pt x="1048131" y="6096000"/>
                  </a:lnTo>
                  <a:lnTo>
                    <a:pt x="1043787" y="6096000"/>
                  </a:lnTo>
                  <a:lnTo>
                    <a:pt x="1041704" y="6223000"/>
                  </a:lnTo>
                  <a:lnTo>
                    <a:pt x="1039685" y="6223000"/>
                  </a:lnTo>
                  <a:lnTo>
                    <a:pt x="1037755" y="6350000"/>
                  </a:lnTo>
                  <a:lnTo>
                    <a:pt x="1034186" y="6350000"/>
                  </a:lnTo>
                  <a:lnTo>
                    <a:pt x="1032573" y="6477000"/>
                  </a:lnTo>
                  <a:lnTo>
                    <a:pt x="1031087" y="6477000"/>
                  </a:lnTo>
                  <a:lnTo>
                    <a:pt x="1029741" y="6604000"/>
                  </a:lnTo>
                  <a:lnTo>
                    <a:pt x="1027518" y="6604000"/>
                  </a:lnTo>
                  <a:lnTo>
                    <a:pt x="1026668" y="6731000"/>
                  </a:lnTo>
                  <a:lnTo>
                    <a:pt x="1025994" y="6731000"/>
                  </a:lnTo>
                  <a:lnTo>
                    <a:pt x="1025525" y="6858000"/>
                  </a:lnTo>
                  <a:lnTo>
                    <a:pt x="1025271" y="6858000"/>
                  </a:lnTo>
                  <a:lnTo>
                    <a:pt x="1025144" y="6985000"/>
                  </a:lnTo>
                  <a:lnTo>
                    <a:pt x="1025017" y="7112000"/>
                  </a:lnTo>
                  <a:lnTo>
                    <a:pt x="1024928" y="7239000"/>
                  </a:lnTo>
                  <a:lnTo>
                    <a:pt x="1024496" y="7239000"/>
                  </a:lnTo>
                  <a:lnTo>
                    <a:pt x="1024102" y="7366000"/>
                  </a:lnTo>
                  <a:lnTo>
                    <a:pt x="1023543" y="7366000"/>
                  </a:lnTo>
                  <a:lnTo>
                    <a:pt x="1022832" y="7493000"/>
                  </a:lnTo>
                  <a:lnTo>
                    <a:pt x="1020914" y="7493000"/>
                  </a:lnTo>
                  <a:lnTo>
                    <a:pt x="1019771" y="7620000"/>
                  </a:lnTo>
                  <a:lnTo>
                    <a:pt x="1018527" y="7620000"/>
                  </a:lnTo>
                  <a:lnTo>
                    <a:pt x="1017193" y="7747000"/>
                  </a:lnTo>
                  <a:lnTo>
                    <a:pt x="1015796" y="7747000"/>
                  </a:lnTo>
                  <a:lnTo>
                    <a:pt x="1011415" y="7874000"/>
                  </a:lnTo>
                  <a:lnTo>
                    <a:pt x="1009929" y="8001000"/>
                  </a:lnTo>
                  <a:lnTo>
                    <a:pt x="1008405" y="8001000"/>
                  </a:lnTo>
                  <a:lnTo>
                    <a:pt x="1005306" y="8128000"/>
                  </a:lnTo>
                  <a:lnTo>
                    <a:pt x="1002106" y="8255000"/>
                  </a:lnTo>
                  <a:lnTo>
                    <a:pt x="987374" y="8636000"/>
                  </a:lnTo>
                  <a:lnTo>
                    <a:pt x="984161" y="8763000"/>
                  </a:lnTo>
                  <a:lnTo>
                    <a:pt x="981011" y="8890000"/>
                  </a:lnTo>
                  <a:lnTo>
                    <a:pt x="979462" y="8890000"/>
                  </a:lnTo>
                  <a:lnTo>
                    <a:pt x="977976" y="9017000"/>
                  </a:lnTo>
                  <a:lnTo>
                    <a:pt x="975182" y="9017000"/>
                  </a:lnTo>
                  <a:lnTo>
                    <a:pt x="973874" y="9144000"/>
                  </a:lnTo>
                  <a:lnTo>
                    <a:pt x="972616" y="9144000"/>
                  </a:lnTo>
                  <a:lnTo>
                    <a:pt x="971423" y="9271000"/>
                  </a:lnTo>
                  <a:lnTo>
                    <a:pt x="969187" y="9271000"/>
                  </a:lnTo>
                  <a:lnTo>
                    <a:pt x="968146" y="9398000"/>
                  </a:lnTo>
                  <a:lnTo>
                    <a:pt x="967143" y="9398000"/>
                  </a:lnTo>
                  <a:lnTo>
                    <a:pt x="966190" y="9525000"/>
                  </a:lnTo>
                  <a:lnTo>
                    <a:pt x="964412" y="9525000"/>
                  </a:lnTo>
                  <a:lnTo>
                    <a:pt x="963574" y="9652000"/>
                  </a:lnTo>
                  <a:lnTo>
                    <a:pt x="962774" y="9652000"/>
                  </a:lnTo>
                  <a:lnTo>
                    <a:pt x="962012" y="9779000"/>
                  </a:lnTo>
                  <a:lnTo>
                    <a:pt x="961275" y="9779000"/>
                  </a:lnTo>
                  <a:lnTo>
                    <a:pt x="960577" y="9906000"/>
                  </a:lnTo>
                  <a:lnTo>
                    <a:pt x="958570" y="10033000"/>
                  </a:lnTo>
                  <a:lnTo>
                    <a:pt x="957859" y="10033000"/>
                  </a:lnTo>
                  <a:lnTo>
                    <a:pt x="954125" y="10287000"/>
                  </a:lnTo>
                  <a:lnTo>
                    <a:pt x="953401" y="10414000"/>
                  </a:lnTo>
                  <a:lnTo>
                    <a:pt x="952080" y="10414000"/>
                  </a:lnTo>
                  <a:lnTo>
                    <a:pt x="951484" y="10541000"/>
                  </a:lnTo>
                  <a:lnTo>
                    <a:pt x="950963" y="10541000"/>
                  </a:lnTo>
                  <a:lnTo>
                    <a:pt x="950506" y="10668000"/>
                  </a:lnTo>
                  <a:lnTo>
                    <a:pt x="949858" y="10668000"/>
                  </a:lnTo>
                  <a:lnTo>
                    <a:pt x="949693" y="10795000"/>
                  </a:lnTo>
                  <a:lnTo>
                    <a:pt x="949693" y="10922000"/>
                  </a:lnTo>
                  <a:lnTo>
                    <a:pt x="950239" y="10922000"/>
                  </a:lnTo>
                  <a:lnTo>
                    <a:pt x="951052" y="11049000"/>
                  </a:lnTo>
                  <a:lnTo>
                    <a:pt x="951801" y="11176000"/>
                  </a:lnTo>
                  <a:lnTo>
                    <a:pt x="952474" y="11303000"/>
                  </a:lnTo>
                  <a:lnTo>
                    <a:pt x="953084" y="11430000"/>
                  </a:lnTo>
                  <a:lnTo>
                    <a:pt x="953604" y="11430000"/>
                  </a:lnTo>
                  <a:lnTo>
                    <a:pt x="954024" y="11557000"/>
                  </a:lnTo>
                  <a:lnTo>
                    <a:pt x="953947" y="12573000"/>
                  </a:lnTo>
                  <a:lnTo>
                    <a:pt x="953833" y="12700000"/>
                  </a:lnTo>
                  <a:lnTo>
                    <a:pt x="953795" y="13081000"/>
                  </a:lnTo>
                  <a:lnTo>
                    <a:pt x="953935" y="13081000"/>
                  </a:lnTo>
                  <a:lnTo>
                    <a:pt x="954151" y="13208000"/>
                  </a:lnTo>
                  <a:lnTo>
                    <a:pt x="954455" y="13208000"/>
                  </a:lnTo>
                  <a:lnTo>
                    <a:pt x="954811" y="13335000"/>
                  </a:lnTo>
                  <a:lnTo>
                    <a:pt x="955738" y="13335000"/>
                  </a:lnTo>
                  <a:lnTo>
                    <a:pt x="956297" y="13462000"/>
                  </a:lnTo>
                  <a:lnTo>
                    <a:pt x="956919" y="13462000"/>
                  </a:lnTo>
                  <a:lnTo>
                    <a:pt x="957580" y="13589000"/>
                  </a:lnTo>
                  <a:lnTo>
                    <a:pt x="959065" y="13589000"/>
                  </a:lnTo>
                  <a:lnTo>
                    <a:pt x="959878" y="13716000"/>
                  </a:lnTo>
                  <a:lnTo>
                    <a:pt x="960729" y="13716000"/>
                  </a:lnTo>
                  <a:lnTo>
                    <a:pt x="961618" y="13843000"/>
                  </a:lnTo>
                  <a:lnTo>
                    <a:pt x="963485" y="13843000"/>
                  </a:lnTo>
                  <a:lnTo>
                    <a:pt x="965466" y="13970000"/>
                  </a:lnTo>
                  <a:lnTo>
                    <a:pt x="967511" y="14097000"/>
                  </a:lnTo>
                  <a:lnTo>
                    <a:pt x="974915" y="14478000"/>
                  </a:lnTo>
                  <a:lnTo>
                    <a:pt x="976972" y="14605000"/>
                  </a:lnTo>
                  <a:lnTo>
                    <a:pt x="978979" y="14605000"/>
                  </a:lnTo>
                  <a:lnTo>
                    <a:pt x="979944" y="14732000"/>
                  </a:lnTo>
                  <a:lnTo>
                    <a:pt x="980884" y="14732000"/>
                  </a:lnTo>
                  <a:lnTo>
                    <a:pt x="981798" y="14859000"/>
                  </a:lnTo>
                  <a:lnTo>
                    <a:pt x="982675" y="14859000"/>
                  </a:lnTo>
                  <a:lnTo>
                    <a:pt x="983513" y="14986000"/>
                  </a:lnTo>
                  <a:lnTo>
                    <a:pt x="985062" y="14986000"/>
                  </a:lnTo>
                  <a:lnTo>
                    <a:pt x="989266" y="15367000"/>
                  </a:lnTo>
                  <a:lnTo>
                    <a:pt x="1004747" y="16383000"/>
                  </a:lnTo>
                  <a:lnTo>
                    <a:pt x="1007592" y="16637000"/>
                  </a:lnTo>
                  <a:lnTo>
                    <a:pt x="1010335" y="16764000"/>
                  </a:lnTo>
                  <a:lnTo>
                    <a:pt x="1012304" y="17018000"/>
                  </a:lnTo>
                  <a:lnTo>
                    <a:pt x="1014171" y="17145000"/>
                  </a:lnTo>
                  <a:lnTo>
                    <a:pt x="1015936" y="17272000"/>
                  </a:lnTo>
                  <a:lnTo>
                    <a:pt x="1017054" y="17399000"/>
                  </a:lnTo>
                  <a:lnTo>
                    <a:pt x="1018108" y="17526000"/>
                  </a:lnTo>
                  <a:lnTo>
                    <a:pt x="1019098" y="17653000"/>
                  </a:lnTo>
                  <a:lnTo>
                    <a:pt x="1020025" y="17653000"/>
                  </a:lnTo>
                  <a:lnTo>
                    <a:pt x="1020889" y="17780000"/>
                  </a:lnTo>
                  <a:lnTo>
                    <a:pt x="1021676" y="17907000"/>
                  </a:lnTo>
                  <a:lnTo>
                    <a:pt x="1022388" y="18034000"/>
                  </a:lnTo>
                  <a:lnTo>
                    <a:pt x="1023023" y="18161000"/>
                  </a:lnTo>
                  <a:lnTo>
                    <a:pt x="1023556" y="18161000"/>
                  </a:lnTo>
                  <a:lnTo>
                    <a:pt x="1023785" y="18288000"/>
                  </a:lnTo>
                  <a:lnTo>
                    <a:pt x="1023975" y="18288000"/>
                  </a:lnTo>
                  <a:lnTo>
                    <a:pt x="1024420" y="18415000"/>
                  </a:lnTo>
                  <a:lnTo>
                    <a:pt x="1024597" y="18542000"/>
                  </a:lnTo>
                  <a:lnTo>
                    <a:pt x="1024724" y="19558000"/>
                  </a:lnTo>
                  <a:lnTo>
                    <a:pt x="1024813" y="19685000"/>
                  </a:lnTo>
                  <a:lnTo>
                    <a:pt x="1024902" y="19812000"/>
                  </a:lnTo>
                  <a:lnTo>
                    <a:pt x="1025410" y="20066000"/>
                  </a:lnTo>
                  <a:lnTo>
                    <a:pt x="1069352" y="20066000"/>
                  </a:lnTo>
                  <a:lnTo>
                    <a:pt x="1069111" y="19939000"/>
                  </a:lnTo>
                  <a:lnTo>
                    <a:pt x="1068920" y="18669000"/>
                  </a:lnTo>
                  <a:lnTo>
                    <a:pt x="1068755" y="18542000"/>
                  </a:lnTo>
                  <a:lnTo>
                    <a:pt x="1068489" y="18415000"/>
                  </a:lnTo>
                  <a:lnTo>
                    <a:pt x="1068120" y="18288000"/>
                  </a:lnTo>
                  <a:lnTo>
                    <a:pt x="1067663" y="18161000"/>
                  </a:lnTo>
                  <a:lnTo>
                    <a:pt x="1067130" y="18161000"/>
                  </a:lnTo>
                  <a:lnTo>
                    <a:pt x="1066495" y="18034000"/>
                  </a:lnTo>
                  <a:lnTo>
                    <a:pt x="1065796" y="17907000"/>
                  </a:lnTo>
                  <a:lnTo>
                    <a:pt x="1065009" y="17780000"/>
                  </a:lnTo>
                  <a:lnTo>
                    <a:pt x="1064145" y="17653000"/>
                  </a:lnTo>
                  <a:lnTo>
                    <a:pt x="1063218" y="17653000"/>
                  </a:lnTo>
                  <a:lnTo>
                    <a:pt x="1062228" y="17526000"/>
                  </a:lnTo>
                  <a:lnTo>
                    <a:pt x="1061186" y="17399000"/>
                  </a:lnTo>
                  <a:lnTo>
                    <a:pt x="1060081" y="17272000"/>
                  </a:lnTo>
                  <a:lnTo>
                    <a:pt x="1058316" y="17145000"/>
                  </a:lnTo>
                  <a:lnTo>
                    <a:pt x="1056449" y="17018000"/>
                  </a:lnTo>
                  <a:lnTo>
                    <a:pt x="1054493" y="16764000"/>
                  </a:lnTo>
                  <a:lnTo>
                    <a:pt x="1051763" y="16637000"/>
                  </a:lnTo>
                  <a:lnTo>
                    <a:pt x="1047470" y="16256000"/>
                  </a:lnTo>
                  <a:lnTo>
                    <a:pt x="1035634" y="15494000"/>
                  </a:lnTo>
                  <a:lnTo>
                    <a:pt x="1031278" y="15240000"/>
                  </a:lnTo>
                  <a:lnTo>
                    <a:pt x="1029030" y="14986000"/>
                  </a:lnTo>
                  <a:lnTo>
                    <a:pt x="1027455" y="14986000"/>
                  </a:lnTo>
                  <a:lnTo>
                    <a:pt x="1025804" y="14859000"/>
                  </a:lnTo>
                  <a:lnTo>
                    <a:pt x="1024940" y="14732000"/>
                  </a:lnTo>
                  <a:lnTo>
                    <a:pt x="1023137" y="14732000"/>
                  </a:lnTo>
                  <a:lnTo>
                    <a:pt x="1022184" y="14605000"/>
                  </a:lnTo>
                  <a:lnTo>
                    <a:pt x="1021207" y="14605000"/>
                  </a:lnTo>
                  <a:lnTo>
                    <a:pt x="1020191" y="14478000"/>
                  </a:lnTo>
                  <a:lnTo>
                    <a:pt x="1011732" y="14097000"/>
                  </a:lnTo>
                  <a:lnTo>
                    <a:pt x="1009688" y="13970000"/>
                  </a:lnTo>
                  <a:lnTo>
                    <a:pt x="1007706" y="13843000"/>
                  </a:lnTo>
                  <a:lnTo>
                    <a:pt x="1005840" y="13843000"/>
                  </a:lnTo>
                  <a:lnTo>
                    <a:pt x="1004951" y="13716000"/>
                  </a:lnTo>
                  <a:lnTo>
                    <a:pt x="1004100" y="13716000"/>
                  </a:lnTo>
                  <a:lnTo>
                    <a:pt x="1003287" y="13589000"/>
                  </a:lnTo>
                  <a:lnTo>
                    <a:pt x="1001788" y="13589000"/>
                  </a:lnTo>
                  <a:lnTo>
                    <a:pt x="1001115" y="13462000"/>
                  </a:lnTo>
                  <a:lnTo>
                    <a:pt x="1000506" y="13462000"/>
                  </a:lnTo>
                  <a:lnTo>
                    <a:pt x="999985" y="13335000"/>
                  </a:lnTo>
                  <a:lnTo>
                    <a:pt x="999134" y="13335000"/>
                  </a:lnTo>
                  <a:lnTo>
                    <a:pt x="998816" y="13208000"/>
                  </a:lnTo>
                  <a:lnTo>
                    <a:pt x="998550" y="13208000"/>
                  </a:lnTo>
                  <a:lnTo>
                    <a:pt x="998664" y="12573000"/>
                  </a:lnTo>
                  <a:lnTo>
                    <a:pt x="998715" y="12319000"/>
                  </a:lnTo>
                  <a:lnTo>
                    <a:pt x="999134" y="12065000"/>
                  </a:lnTo>
                  <a:lnTo>
                    <a:pt x="999185" y="11557000"/>
                  </a:lnTo>
                  <a:lnTo>
                    <a:pt x="998816" y="11557000"/>
                  </a:lnTo>
                  <a:lnTo>
                    <a:pt x="998562" y="11430000"/>
                  </a:lnTo>
                  <a:lnTo>
                    <a:pt x="998245" y="11430000"/>
                  </a:lnTo>
                  <a:lnTo>
                    <a:pt x="997864" y="11303000"/>
                  </a:lnTo>
                  <a:lnTo>
                    <a:pt x="997419" y="11303000"/>
                  </a:lnTo>
                  <a:lnTo>
                    <a:pt x="996429" y="11176000"/>
                  </a:lnTo>
                  <a:lnTo>
                    <a:pt x="995413" y="11049000"/>
                  </a:lnTo>
                  <a:lnTo>
                    <a:pt x="994918" y="11049000"/>
                  </a:lnTo>
                  <a:lnTo>
                    <a:pt x="994460" y="10922000"/>
                  </a:lnTo>
                  <a:lnTo>
                    <a:pt x="993724" y="10922000"/>
                  </a:lnTo>
                  <a:lnTo>
                    <a:pt x="993457" y="10795000"/>
                  </a:lnTo>
                  <a:lnTo>
                    <a:pt x="993292" y="10795000"/>
                  </a:lnTo>
                  <a:lnTo>
                    <a:pt x="993292" y="10668000"/>
                  </a:lnTo>
                  <a:lnTo>
                    <a:pt x="993495" y="10668000"/>
                  </a:lnTo>
                  <a:lnTo>
                    <a:pt x="993851" y="10541000"/>
                  </a:lnTo>
                  <a:lnTo>
                    <a:pt x="994371" y="10541000"/>
                  </a:lnTo>
                  <a:lnTo>
                    <a:pt x="995070" y="10414000"/>
                  </a:lnTo>
                  <a:lnTo>
                    <a:pt x="996937" y="10414000"/>
                  </a:lnTo>
                  <a:lnTo>
                    <a:pt x="997851" y="10287000"/>
                  </a:lnTo>
                  <a:lnTo>
                    <a:pt x="998702" y="10287000"/>
                  </a:lnTo>
                  <a:lnTo>
                    <a:pt x="999502" y="10160000"/>
                  </a:lnTo>
                  <a:lnTo>
                    <a:pt x="1000988" y="10160000"/>
                  </a:lnTo>
                  <a:lnTo>
                    <a:pt x="1002360" y="10033000"/>
                  </a:lnTo>
                  <a:lnTo>
                    <a:pt x="1005662" y="9779000"/>
                  </a:lnTo>
                  <a:lnTo>
                    <a:pt x="1006360" y="9652000"/>
                  </a:lnTo>
                  <a:lnTo>
                    <a:pt x="1007833" y="9652000"/>
                  </a:lnTo>
                  <a:lnTo>
                    <a:pt x="1008634" y="9525000"/>
                  </a:lnTo>
                  <a:lnTo>
                    <a:pt x="1009472" y="9525000"/>
                  </a:lnTo>
                  <a:lnTo>
                    <a:pt x="1010373" y="9398000"/>
                  </a:lnTo>
                  <a:lnTo>
                    <a:pt x="1012367" y="9398000"/>
                  </a:lnTo>
                  <a:lnTo>
                    <a:pt x="1013472" y="9271000"/>
                  </a:lnTo>
                  <a:lnTo>
                    <a:pt x="1014653" y="9271000"/>
                  </a:lnTo>
                  <a:lnTo>
                    <a:pt x="1015898" y="9144000"/>
                  </a:lnTo>
                  <a:lnTo>
                    <a:pt x="1018565" y="9144000"/>
                  </a:lnTo>
                  <a:lnTo>
                    <a:pt x="1019987" y="9017000"/>
                  </a:lnTo>
                  <a:lnTo>
                    <a:pt x="1021448" y="9017000"/>
                  </a:lnTo>
                  <a:lnTo>
                    <a:pt x="1022946" y="8890000"/>
                  </a:lnTo>
                  <a:lnTo>
                    <a:pt x="1026071" y="8890000"/>
                  </a:lnTo>
                  <a:lnTo>
                    <a:pt x="1029296" y="8763000"/>
                  </a:lnTo>
                  <a:lnTo>
                    <a:pt x="1042555" y="8382000"/>
                  </a:lnTo>
                  <a:lnTo>
                    <a:pt x="1050899" y="8128000"/>
                  </a:lnTo>
                  <a:lnTo>
                    <a:pt x="1052537" y="8001000"/>
                  </a:lnTo>
                  <a:lnTo>
                    <a:pt x="1054150" y="8001000"/>
                  </a:lnTo>
                  <a:lnTo>
                    <a:pt x="1055712" y="7874000"/>
                  </a:lnTo>
                  <a:lnTo>
                    <a:pt x="1057236" y="7874000"/>
                  </a:lnTo>
                  <a:lnTo>
                    <a:pt x="1058697" y="7747000"/>
                  </a:lnTo>
                  <a:lnTo>
                    <a:pt x="1061427" y="7747000"/>
                  </a:lnTo>
                  <a:lnTo>
                    <a:pt x="1062685" y="7620000"/>
                  </a:lnTo>
                  <a:lnTo>
                    <a:pt x="1063840" y="7620000"/>
                  </a:lnTo>
                  <a:lnTo>
                    <a:pt x="1064907" y="7493000"/>
                  </a:lnTo>
                  <a:lnTo>
                    <a:pt x="1066711" y="7493000"/>
                  </a:lnTo>
                  <a:lnTo>
                    <a:pt x="1067435" y="7366000"/>
                  </a:lnTo>
                  <a:lnTo>
                    <a:pt x="1068019" y="7366000"/>
                  </a:lnTo>
                  <a:lnTo>
                    <a:pt x="1068489" y="7239000"/>
                  </a:lnTo>
                  <a:lnTo>
                    <a:pt x="1069149" y="7239000"/>
                  </a:lnTo>
                  <a:lnTo>
                    <a:pt x="1069378" y="7112000"/>
                  </a:lnTo>
                  <a:lnTo>
                    <a:pt x="1070038" y="6985000"/>
                  </a:lnTo>
                  <a:lnTo>
                    <a:pt x="1070229" y="6858000"/>
                  </a:lnTo>
                  <a:lnTo>
                    <a:pt x="1070483" y="6858000"/>
                  </a:lnTo>
                  <a:lnTo>
                    <a:pt x="1070813" y="6731000"/>
                  </a:lnTo>
                  <a:lnTo>
                    <a:pt x="1071740" y="6731000"/>
                  </a:lnTo>
                  <a:lnTo>
                    <a:pt x="1072400" y="6604000"/>
                  </a:lnTo>
                  <a:lnTo>
                    <a:pt x="1073200" y="6604000"/>
                  </a:lnTo>
                  <a:lnTo>
                    <a:pt x="1074166" y="6477000"/>
                  </a:lnTo>
                  <a:lnTo>
                    <a:pt x="1076680" y="6477000"/>
                  </a:lnTo>
                  <a:lnTo>
                    <a:pt x="1078255" y="6350000"/>
                  </a:lnTo>
                  <a:lnTo>
                    <a:pt x="1080084" y="6350000"/>
                  </a:lnTo>
                  <a:lnTo>
                    <a:pt x="1082065" y="6223000"/>
                  </a:lnTo>
                  <a:lnTo>
                    <a:pt x="1086231" y="6223000"/>
                  </a:lnTo>
                  <a:lnTo>
                    <a:pt x="1088390" y="6096000"/>
                  </a:lnTo>
                  <a:lnTo>
                    <a:pt x="1099413" y="5842000"/>
                  </a:lnTo>
                  <a:lnTo>
                    <a:pt x="1101572" y="5842000"/>
                  </a:lnTo>
                  <a:lnTo>
                    <a:pt x="1103706" y="5715000"/>
                  </a:lnTo>
                  <a:lnTo>
                    <a:pt x="1107782" y="5715000"/>
                  </a:lnTo>
                  <a:lnTo>
                    <a:pt x="1109700" y="5588000"/>
                  </a:lnTo>
                  <a:lnTo>
                    <a:pt x="1111542" y="5588000"/>
                  </a:lnTo>
                  <a:lnTo>
                    <a:pt x="1113269" y="5461000"/>
                  </a:lnTo>
                  <a:lnTo>
                    <a:pt x="1116380" y="5461000"/>
                  </a:lnTo>
                  <a:lnTo>
                    <a:pt x="1117727" y="5334000"/>
                  </a:lnTo>
                  <a:lnTo>
                    <a:pt x="1118920" y="5334000"/>
                  </a:lnTo>
                  <a:lnTo>
                    <a:pt x="1120013" y="5207000"/>
                  </a:lnTo>
                  <a:lnTo>
                    <a:pt x="1121956" y="5207000"/>
                  </a:lnTo>
                  <a:lnTo>
                    <a:pt x="1122845" y="5080000"/>
                  </a:lnTo>
                  <a:lnTo>
                    <a:pt x="1123670" y="5080000"/>
                  </a:lnTo>
                  <a:lnTo>
                    <a:pt x="1124470" y="4953000"/>
                  </a:lnTo>
                  <a:lnTo>
                    <a:pt x="1125220" y="4953000"/>
                  </a:lnTo>
                  <a:lnTo>
                    <a:pt x="1126655" y="4826000"/>
                  </a:lnTo>
                  <a:lnTo>
                    <a:pt x="1129423" y="4699000"/>
                  </a:lnTo>
                  <a:lnTo>
                    <a:pt x="1130884" y="4572000"/>
                  </a:lnTo>
                  <a:lnTo>
                    <a:pt x="1131658" y="4445000"/>
                  </a:lnTo>
                  <a:lnTo>
                    <a:pt x="1133335" y="4445000"/>
                  </a:lnTo>
                  <a:lnTo>
                    <a:pt x="1134249" y="4318000"/>
                  </a:lnTo>
                  <a:lnTo>
                    <a:pt x="1136218" y="4191000"/>
                  </a:lnTo>
                  <a:lnTo>
                    <a:pt x="1138021" y="4191000"/>
                  </a:lnTo>
                  <a:lnTo>
                    <a:pt x="1138847" y="4064000"/>
                  </a:lnTo>
                  <a:lnTo>
                    <a:pt x="1139621" y="4064000"/>
                  </a:lnTo>
                  <a:lnTo>
                    <a:pt x="1140333" y="3937000"/>
                  </a:lnTo>
                  <a:lnTo>
                    <a:pt x="1141603" y="3937000"/>
                  </a:lnTo>
                  <a:lnTo>
                    <a:pt x="1142161" y="3810000"/>
                  </a:lnTo>
                  <a:lnTo>
                    <a:pt x="1142657" y="3810000"/>
                  </a:lnTo>
                  <a:lnTo>
                    <a:pt x="1143114" y="3683000"/>
                  </a:lnTo>
                  <a:lnTo>
                    <a:pt x="1143508" y="3683000"/>
                  </a:lnTo>
                  <a:lnTo>
                    <a:pt x="1143850" y="3556000"/>
                  </a:lnTo>
                  <a:lnTo>
                    <a:pt x="1144384" y="3556000"/>
                  </a:lnTo>
                  <a:lnTo>
                    <a:pt x="1144574" y="3429000"/>
                  </a:lnTo>
                  <a:lnTo>
                    <a:pt x="1144651" y="3175000"/>
                  </a:lnTo>
                  <a:lnTo>
                    <a:pt x="1144511" y="3048000"/>
                  </a:lnTo>
                  <a:lnTo>
                    <a:pt x="1144117" y="3048000"/>
                  </a:lnTo>
                  <a:lnTo>
                    <a:pt x="1143863" y="2921000"/>
                  </a:lnTo>
                  <a:lnTo>
                    <a:pt x="1143558" y="2921000"/>
                  </a:lnTo>
                  <a:lnTo>
                    <a:pt x="1143215" y="2794000"/>
                  </a:lnTo>
                  <a:lnTo>
                    <a:pt x="1142390" y="2794000"/>
                  </a:lnTo>
                  <a:lnTo>
                    <a:pt x="1141907" y="2667000"/>
                  </a:lnTo>
                  <a:lnTo>
                    <a:pt x="1141374" y="2667000"/>
                  </a:lnTo>
                  <a:lnTo>
                    <a:pt x="1140802" y="2540000"/>
                  </a:lnTo>
                  <a:lnTo>
                    <a:pt x="1139494" y="2540000"/>
                  </a:lnTo>
                  <a:lnTo>
                    <a:pt x="1138770" y="2413000"/>
                  </a:lnTo>
                  <a:lnTo>
                    <a:pt x="1137983" y="2413000"/>
                  </a:lnTo>
                  <a:lnTo>
                    <a:pt x="1137158" y="2286000"/>
                  </a:lnTo>
                  <a:lnTo>
                    <a:pt x="1135316" y="2286000"/>
                  </a:lnTo>
                  <a:lnTo>
                    <a:pt x="1134313" y="2159000"/>
                  </a:lnTo>
                  <a:lnTo>
                    <a:pt x="1133221" y="2159000"/>
                  </a:lnTo>
                  <a:lnTo>
                    <a:pt x="1132065" y="2032000"/>
                  </a:lnTo>
                  <a:lnTo>
                    <a:pt x="1127277" y="1905000"/>
                  </a:lnTo>
                  <a:lnTo>
                    <a:pt x="1126121" y="1778000"/>
                  </a:lnTo>
                  <a:lnTo>
                    <a:pt x="1124013" y="1778000"/>
                  </a:lnTo>
                  <a:lnTo>
                    <a:pt x="1123099" y="1651000"/>
                  </a:lnTo>
                  <a:lnTo>
                    <a:pt x="1122299" y="1651000"/>
                  </a:lnTo>
                  <a:lnTo>
                    <a:pt x="1121625" y="1524000"/>
                  </a:lnTo>
                  <a:lnTo>
                    <a:pt x="1120775" y="1524000"/>
                  </a:lnTo>
                  <a:lnTo>
                    <a:pt x="1120698" y="1397000"/>
                  </a:lnTo>
                  <a:lnTo>
                    <a:pt x="1121003" y="1270000"/>
                  </a:lnTo>
                  <a:lnTo>
                    <a:pt x="1122387" y="1270000"/>
                  </a:lnTo>
                  <a:lnTo>
                    <a:pt x="1123505" y="1143000"/>
                  </a:lnTo>
                  <a:lnTo>
                    <a:pt x="1124927" y="1143000"/>
                  </a:lnTo>
                  <a:lnTo>
                    <a:pt x="1126578" y="1016000"/>
                  </a:lnTo>
                  <a:lnTo>
                    <a:pt x="1130427" y="1016000"/>
                  </a:lnTo>
                  <a:lnTo>
                    <a:pt x="1132522" y="889000"/>
                  </a:lnTo>
                  <a:lnTo>
                    <a:pt x="1136827" y="762000"/>
                  </a:lnTo>
                  <a:lnTo>
                    <a:pt x="1138948" y="762000"/>
                  </a:lnTo>
                  <a:lnTo>
                    <a:pt x="1143012" y="635000"/>
                  </a:lnTo>
                  <a:lnTo>
                    <a:pt x="1145095" y="635000"/>
                  </a:lnTo>
                  <a:lnTo>
                    <a:pt x="1147229" y="508000"/>
                  </a:lnTo>
                  <a:lnTo>
                    <a:pt x="1155966" y="381000"/>
                  </a:lnTo>
                  <a:lnTo>
                    <a:pt x="1158125" y="254000"/>
                  </a:lnTo>
                  <a:lnTo>
                    <a:pt x="1162329" y="254000"/>
                  </a:lnTo>
                  <a:lnTo>
                    <a:pt x="1164234" y="127000"/>
                  </a:lnTo>
                  <a:lnTo>
                    <a:pt x="1166050" y="127000"/>
                  </a:lnTo>
                  <a:lnTo>
                    <a:pt x="1167739" y="0"/>
                  </a:lnTo>
                  <a:close/>
                </a:path>
                <a:path w="10667365" h="20066000">
                  <a:moveTo>
                    <a:pt x="10666806" y="7366013"/>
                  </a:moveTo>
                  <a:lnTo>
                    <a:pt x="10666654" y="7366013"/>
                  </a:lnTo>
                  <a:lnTo>
                    <a:pt x="10666438" y="7239013"/>
                  </a:lnTo>
                  <a:lnTo>
                    <a:pt x="10666146" y="7239013"/>
                  </a:lnTo>
                  <a:lnTo>
                    <a:pt x="10665790" y="7112013"/>
                  </a:lnTo>
                  <a:lnTo>
                    <a:pt x="10664876" y="7112013"/>
                  </a:lnTo>
                  <a:lnTo>
                    <a:pt x="10664317" y="6985013"/>
                  </a:lnTo>
                  <a:lnTo>
                    <a:pt x="10662018" y="6858013"/>
                  </a:lnTo>
                  <a:lnTo>
                    <a:pt x="10660939" y="6731013"/>
                  </a:lnTo>
                  <a:lnTo>
                    <a:pt x="10659923" y="6604013"/>
                  </a:lnTo>
                  <a:lnTo>
                    <a:pt x="10659453" y="6604013"/>
                  </a:lnTo>
                  <a:lnTo>
                    <a:pt x="10659008" y="6477013"/>
                  </a:lnTo>
                  <a:lnTo>
                    <a:pt x="10658589" y="6477013"/>
                  </a:lnTo>
                  <a:lnTo>
                    <a:pt x="10658196" y="6350013"/>
                  </a:lnTo>
                  <a:lnTo>
                    <a:pt x="10657535" y="6350013"/>
                  </a:lnTo>
                  <a:lnTo>
                    <a:pt x="10657256" y="6223012"/>
                  </a:lnTo>
                  <a:lnTo>
                    <a:pt x="10657129" y="4191012"/>
                  </a:lnTo>
                  <a:lnTo>
                    <a:pt x="10656761" y="4191012"/>
                  </a:lnTo>
                  <a:lnTo>
                    <a:pt x="10656468" y="4064012"/>
                  </a:lnTo>
                  <a:lnTo>
                    <a:pt x="10656126" y="4064012"/>
                  </a:lnTo>
                  <a:lnTo>
                    <a:pt x="10655694" y="3937012"/>
                  </a:lnTo>
                  <a:lnTo>
                    <a:pt x="10654576" y="3937012"/>
                  </a:lnTo>
                  <a:lnTo>
                    <a:pt x="10653890" y="3810012"/>
                  </a:lnTo>
                  <a:lnTo>
                    <a:pt x="10653116" y="3810012"/>
                  </a:lnTo>
                  <a:lnTo>
                    <a:pt x="10652265" y="3683012"/>
                  </a:lnTo>
                  <a:lnTo>
                    <a:pt x="10650385" y="3683012"/>
                  </a:lnTo>
                  <a:lnTo>
                    <a:pt x="10649356" y="3556012"/>
                  </a:lnTo>
                  <a:lnTo>
                    <a:pt x="10647121" y="3556012"/>
                  </a:lnTo>
                  <a:lnTo>
                    <a:pt x="10645927" y="3429012"/>
                  </a:lnTo>
                  <a:lnTo>
                    <a:pt x="10644683" y="3429012"/>
                  </a:lnTo>
                  <a:lnTo>
                    <a:pt x="10643400" y="3302012"/>
                  </a:lnTo>
                  <a:lnTo>
                    <a:pt x="10640695" y="3302012"/>
                  </a:lnTo>
                  <a:lnTo>
                    <a:pt x="10639285" y="3175012"/>
                  </a:lnTo>
                  <a:lnTo>
                    <a:pt x="10637850" y="3175012"/>
                  </a:lnTo>
                  <a:lnTo>
                    <a:pt x="10636377" y="3048012"/>
                  </a:lnTo>
                  <a:lnTo>
                    <a:pt x="10633354" y="3048012"/>
                  </a:lnTo>
                  <a:lnTo>
                    <a:pt x="10630230" y="2921012"/>
                  </a:lnTo>
                  <a:lnTo>
                    <a:pt x="10625442" y="2794012"/>
                  </a:lnTo>
                  <a:lnTo>
                    <a:pt x="10615727" y="2413012"/>
                  </a:lnTo>
                  <a:lnTo>
                    <a:pt x="10612539" y="2286012"/>
                  </a:lnTo>
                  <a:lnTo>
                    <a:pt x="10609415" y="2286012"/>
                  </a:lnTo>
                  <a:lnTo>
                    <a:pt x="10606380" y="2159012"/>
                  </a:lnTo>
                  <a:lnTo>
                    <a:pt x="10604906" y="2159012"/>
                  </a:lnTo>
                  <a:lnTo>
                    <a:pt x="10603459" y="2032012"/>
                  </a:lnTo>
                  <a:lnTo>
                    <a:pt x="10602049" y="2032012"/>
                  </a:lnTo>
                  <a:lnTo>
                    <a:pt x="10600665" y="1905012"/>
                  </a:lnTo>
                  <a:lnTo>
                    <a:pt x="10598036" y="1905012"/>
                  </a:lnTo>
                  <a:lnTo>
                    <a:pt x="10596791" y="1778012"/>
                  </a:lnTo>
                  <a:lnTo>
                    <a:pt x="10595597" y="1778012"/>
                  </a:lnTo>
                  <a:lnTo>
                    <a:pt x="10594442" y="1651012"/>
                  </a:lnTo>
                  <a:lnTo>
                    <a:pt x="10592321" y="1651012"/>
                  </a:lnTo>
                  <a:lnTo>
                    <a:pt x="10591343" y="1524012"/>
                  </a:lnTo>
                  <a:lnTo>
                    <a:pt x="10590441" y="1524012"/>
                  </a:lnTo>
                  <a:lnTo>
                    <a:pt x="10589603" y="1397012"/>
                  </a:lnTo>
                  <a:lnTo>
                    <a:pt x="10588155" y="1397012"/>
                  </a:lnTo>
                  <a:lnTo>
                    <a:pt x="10587558" y="1270012"/>
                  </a:lnTo>
                  <a:lnTo>
                    <a:pt x="10587050" y="1270012"/>
                  </a:lnTo>
                  <a:lnTo>
                    <a:pt x="10586631" y="1143012"/>
                  </a:lnTo>
                  <a:lnTo>
                    <a:pt x="10586085" y="1143012"/>
                  </a:lnTo>
                  <a:lnTo>
                    <a:pt x="10586060" y="889012"/>
                  </a:lnTo>
                  <a:lnTo>
                    <a:pt x="10586631" y="889012"/>
                  </a:lnTo>
                  <a:lnTo>
                    <a:pt x="10587101" y="762012"/>
                  </a:lnTo>
                  <a:lnTo>
                    <a:pt x="10587698" y="762012"/>
                  </a:lnTo>
                  <a:lnTo>
                    <a:pt x="10588435" y="635012"/>
                  </a:lnTo>
                  <a:lnTo>
                    <a:pt x="10590136" y="635012"/>
                  </a:lnTo>
                  <a:lnTo>
                    <a:pt x="10591063" y="508012"/>
                  </a:lnTo>
                  <a:lnTo>
                    <a:pt x="10592029" y="508012"/>
                  </a:lnTo>
                  <a:lnTo>
                    <a:pt x="10597058" y="254012"/>
                  </a:lnTo>
                  <a:lnTo>
                    <a:pt x="10598048" y="254012"/>
                  </a:lnTo>
                  <a:lnTo>
                    <a:pt x="10599014" y="127012"/>
                  </a:lnTo>
                  <a:lnTo>
                    <a:pt x="10599941" y="127012"/>
                  </a:lnTo>
                  <a:lnTo>
                    <a:pt x="10600830" y="12"/>
                  </a:lnTo>
                  <a:lnTo>
                    <a:pt x="10557637" y="12"/>
                  </a:lnTo>
                  <a:lnTo>
                    <a:pt x="10556646" y="127012"/>
                  </a:lnTo>
                  <a:lnTo>
                    <a:pt x="10554614" y="127012"/>
                  </a:lnTo>
                  <a:lnTo>
                    <a:pt x="10550462" y="381012"/>
                  </a:lnTo>
                  <a:lnTo>
                    <a:pt x="10549458" y="381012"/>
                  </a:lnTo>
                  <a:lnTo>
                    <a:pt x="10548480" y="508012"/>
                  </a:lnTo>
                  <a:lnTo>
                    <a:pt x="10547541" y="508012"/>
                  </a:lnTo>
                  <a:lnTo>
                    <a:pt x="10546652" y="635012"/>
                  </a:lnTo>
                  <a:lnTo>
                    <a:pt x="10545026" y="635012"/>
                  </a:lnTo>
                  <a:lnTo>
                    <a:pt x="10544315" y="762012"/>
                  </a:lnTo>
                  <a:lnTo>
                    <a:pt x="10543680" y="762012"/>
                  </a:lnTo>
                  <a:lnTo>
                    <a:pt x="10543121" y="889012"/>
                  </a:lnTo>
                  <a:lnTo>
                    <a:pt x="10542321" y="889012"/>
                  </a:lnTo>
                  <a:lnTo>
                    <a:pt x="10542067" y="1016012"/>
                  </a:lnTo>
                  <a:lnTo>
                    <a:pt x="10541940" y="1016012"/>
                  </a:lnTo>
                  <a:lnTo>
                    <a:pt x="10541940" y="1143012"/>
                  </a:lnTo>
                  <a:lnTo>
                    <a:pt x="10542346" y="1143012"/>
                  </a:lnTo>
                  <a:lnTo>
                    <a:pt x="10542765" y="1270012"/>
                  </a:lnTo>
                  <a:lnTo>
                    <a:pt x="10543299" y="1270012"/>
                  </a:lnTo>
                  <a:lnTo>
                    <a:pt x="10543921" y="1397012"/>
                  </a:lnTo>
                  <a:lnTo>
                    <a:pt x="10545394" y="1397012"/>
                  </a:lnTo>
                  <a:lnTo>
                    <a:pt x="10546232" y="1524012"/>
                  </a:lnTo>
                  <a:lnTo>
                    <a:pt x="10547134" y="1524012"/>
                  </a:lnTo>
                  <a:lnTo>
                    <a:pt x="10548112" y="1651012"/>
                  </a:lnTo>
                  <a:lnTo>
                    <a:pt x="10550233" y="1651012"/>
                  </a:lnTo>
                  <a:lnTo>
                    <a:pt x="10551376" y="1778012"/>
                  </a:lnTo>
                  <a:lnTo>
                    <a:pt x="10553827" y="1778012"/>
                  </a:lnTo>
                  <a:lnTo>
                    <a:pt x="10555110" y="1905012"/>
                  </a:lnTo>
                  <a:lnTo>
                    <a:pt x="10556456" y="1905012"/>
                  </a:lnTo>
                  <a:lnTo>
                    <a:pt x="10557828" y="2032012"/>
                  </a:lnTo>
                  <a:lnTo>
                    <a:pt x="10560685" y="2032012"/>
                  </a:lnTo>
                  <a:lnTo>
                    <a:pt x="10562171" y="2159012"/>
                  </a:lnTo>
                  <a:lnTo>
                    <a:pt x="10565206" y="2286012"/>
                  </a:lnTo>
                  <a:lnTo>
                    <a:pt x="10568330" y="2286012"/>
                  </a:lnTo>
                  <a:lnTo>
                    <a:pt x="10573118" y="2540012"/>
                  </a:lnTo>
                  <a:lnTo>
                    <a:pt x="10582808" y="2794012"/>
                  </a:lnTo>
                  <a:lnTo>
                    <a:pt x="10585983" y="2921012"/>
                  </a:lnTo>
                  <a:lnTo>
                    <a:pt x="10589108" y="3048012"/>
                  </a:lnTo>
                  <a:lnTo>
                    <a:pt x="10592130" y="3048012"/>
                  </a:lnTo>
                  <a:lnTo>
                    <a:pt x="10593603" y="3175012"/>
                  </a:lnTo>
                  <a:lnTo>
                    <a:pt x="10595051" y="3175012"/>
                  </a:lnTo>
                  <a:lnTo>
                    <a:pt x="10596461" y="3302012"/>
                  </a:lnTo>
                  <a:lnTo>
                    <a:pt x="10599166" y="3302012"/>
                  </a:lnTo>
                  <a:lnTo>
                    <a:pt x="10600461" y="3429012"/>
                  </a:lnTo>
                  <a:lnTo>
                    <a:pt x="10602874" y="3429012"/>
                  </a:lnTo>
                  <a:lnTo>
                    <a:pt x="10603992" y="3556012"/>
                  </a:lnTo>
                  <a:lnTo>
                    <a:pt x="10605046" y="3556012"/>
                  </a:lnTo>
                  <a:lnTo>
                    <a:pt x="10606049" y="3683012"/>
                  </a:lnTo>
                  <a:lnTo>
                    <a:pt x="10607853" y="3683012"/>
                  </a:lnTo>
                  <a:lnTo>
                    <a:pt x="10608653" y="3810012"/>
                  </a:lnTo>
                  <a:lnTo>
                    <a:pt x="10609402" y="3810012"/>
                  </a:lnTo>
                  <a:lnTo>
                    <a:pt x="10610075" y="3937012"/>
                  </a:lnTo>
                  <a:lnTo>
                    <a:pt x="10611218" y="3937012"/>
                  </a:lnTo>
                  <a:lnTo>
                    <a:pt x="10611701" y="4064012"/>
                  </a:lnTo>
                  <a:lnTo>
                    <a:pt x="10612095" y="4064012"/>
                  </a:lnTo>
                  <a:lnTo>
                    <a:pt x="10612438" y="4191012"/>
                  </a:lnTo>
                  <a:lnTo>
                    <a:pt x="10612692" y="4191012"/>
                  </a:lnTo>
                  <a:lnTo>
                    <a:pt x="10612501" y="5588012"/>
                  </a:lnTo>
                  <a:lnTo>
                    <a:pt x="10612425" y="5715012"/>
                  </a:lnTo>
                  <a:lnTo>
                    <a:pt x="10612336" y="6223012"/>
                  </a:lnTo>
                  <a:lnTo>
                    <a:pt x="10612488" y="6223012"/>
                  </a:lnTo>
                  <a:lnTo>
                    <a:pt x="10612704" y="6350013"/>
                  </a:lnTo>
                  <a:lnTo>
                    <a:pt x="10613288" y="6350013"/>
                  </a:lnTo>
                  <a:lnTo>
                    <a:pt x="10613669" y="6477013"/>
                  </a:lnTo>
                  <a:lnTo>
                    <a:pt x="10614127" y="6477013"/>
                  </a:lnTo>
                  <a:lnTo>
                    <a:pt x="10614647" y="6604013"/>
                  </a:lnTo>
                  <a:lnTo>
                    <a:pt x="10615193" y="6604013"/>
                  </a:lnTo>
                  <a:lnTo>
                    <a:pt x="10616387" y="6731013"/>
                  </a:lnTo>
                  <a:lnTo>
                    <a:pt x="10619537" y="6985013"/>
                  </a:lnTo>
                  <a:lnTo>
                    <a:pt x="10620134" y="6985013"/>
                  </a:lnTo>
                  <a:lnTo>
                    <a:pt x="10620705" y="7112013"/>
                  </a:lnTo>
                  <a:lnTo>
                    <a:pt x="10621747" y="7112013"/>
                  </a:lnTo>
                  <a:lnTo>
                    <a:pt x="10622191" y="7239013"/>
                  </a:lnTo>
                  <a:lnTo>
                    <a:pt x="10622902" y="7239013"/>
                  </a:lnTo>
                  <a:lnTo>
                    <a:pt x="10623156" y="7366013"/>
                  </a:lnTo>
                  <a:lnTo>
                    <a:pt x="10623334" y="7366013"/>
                  </a:lnTo>
                  <a:lnTo>
                    <a:pt x="10623309" y="7493013"/>
                  </a:lnTo>
                  <a:lnTo>
                    <a:pt x="10623080" y="7620013"/>
                  </a:lnTo>
                  <a:lnTo>
                    <a:pt x="10622712" y="7620013"/>
                  </a:lnTo>
                  <a:lnTo>
                    <a:pt x="10622229" y="7747013"/>
                  </a:lnTo>
                  <a:lnTo>
                    <a:pt x="10620921" y="7747013"/>
                  </a:lnTo>
                  <a:lnTo>
                    <a:pt x="10620108" y="7874013"/>
                  </a:lnTo>
                  <a:lnTo>
                    <a:pt x="10619207" y="7874013"/>
                  </a:lnTo>
                  <a:lnTo>
                    <a:pt x="10618229" y="8001013"/>
                  </a:lnTo>
                  <a:lnTo>
                    <a:pt x="10616019" y="8001013"/>
                  </a:lnTo>
                  <a:lnTo>
                    <a:pt x="10614825" y="8128013"/>
                  </a:lnTo>
                  <a:lnTo>
                    <a:pt x="10613581" y="8128013"/>
                  </a:lnTo>
                  <a:lnTo>
                    <a:pt x="10612272" y="8255013"/>
                  </a:lnTo>
                  <a:lnTo>
                    <a:pt x="10610939" y="8255013"/>
                  </a:lnTo>
                  <a:lnTo>
                    <a:pt x="10608183" y="8382013"/>
                  </a:lnTo>
                  <a:lnTo>
                    <a:pt x="10602557" y="8509013"/>
                  </a:lnTo>
                  <a:lnTo>
                    <a:pt x="10595585" y="8763013"/>
                  </a:lnTo>
                  <a:lnTo>
                    <a:pt x="10579989" y="9398013"/>
                  </a:lnTo>
                  <a:lnTo>
                    <a:pt x="10574426" y="9525013"/>
                  </a:lnTo>
                  <a:lnTo>
                    <a:pt x="10567683" y="9779013"/>
                  </a:lnTo>
                  <a:lnTo>
                    <a:pt x="10565028" y="9906013"/>
                  </a:lnTo>
                  <a:lnTo>
                    <a:pt x="10562463" y="10033013"/>
                  </a:lnTo>
                  <a:lnTo>
                    <a:pt x="10561206" y="10033013"/>
                  </a:lnTo>
                  <a:lnTo>
                    <a:pt x="10559987" y="10160013"/>
                  </a:lnTo>
                  <a:lnTo>
                    <a:pt x="10557650" y="10160013"/>
                  </a:lnTo>
                  <a:lnTo>
                    <a:pt x="10556532" y="10287013"/>
                  </a:lnTo>
                  <a:lnTo>
                    <a:pt x="10555465" y="10287013"/>
                  </a:lnTo>
                  <a:lnTo>
                    <a:pt x="10554449" y="10414013"/>
                  </a:lnTo>
                  <a:lnTo>
                    <a:pt x="10552570" y="10414013"/>
                  </a:lnTo>
                  <a:lnTo>
                    <a:pt x="10551719" y="10541013"/>
                  </a:lnTo>
                  <a:lnTo>
                    <a:pt x="10550931" y="10541013"/>
                  </a:lnTo>
                  <a:lnTo>
                    <a:pt x="10550208" y="10668013"/>
                  </a:lnTo>
                  <a:lnTo>
                    <a:pt x="10548988" y="10668013"/>
                  </a:lnTo>
                  <a:lnTo>
                    <a:pt x="10548480" y="10795013"/>
                  </a:lnTo>
                  <a:lnTo>
                    <a:pt x="10547629" y="10795013"/>
                  </a:lnTo>
                  <a:lnTo>
                    <a:pt x="10547274" y="10922013"/>
                  </a:lnTo>
                  <a:lnTo>
                    <a:pt x="10546969" y="10922013"/>
                  </a:lnTo>
                  <a:lnTo>
                    <a:pt x="10546690" y="11049013"/>
                  </a:lnTo>
                  <a:lnTo>
                    <a:pt x="10546461" y="11049013"/>
                  </a:lnTo>
                  <a:lnTo>
                    <a:pt x="10546067" y="11176013"/>
                  </a:lnTo>
                  <a:lnTo>
                    <a:pt x="10545775" y="11303013"/>
                  </a:lnTo>
                  <a:lnTo>
                    <a:pt x="10545013" y="11557013"/>
                  </a:lnTo>
                  <a:lnTo>
                    <a:pt x="10544683" y="11684013"/>
                  </a:lnTo>
                  <a:lnTo>
                    <a:pt x="10544493" y="11684013"/>
                  </a:lnTo>
                  <a:lnTo>
                    <a:pt x="10544264" y="11811013"/>
                  </a:lnTo>
                  <a:lnTo>
                    <a:pt x="10543692" y="11811013"/>
                  </a:lnTo>
                  <a:lnTo>
                    <a:pt x="10543324" y="11938013"/>
                  </a:lnTo>
                  <a:lnTo>
                    <a:pt x="10542905" y="11938013"/>
                  </a:lnTo>
                  <a:lnTo>
                    <a:pt x="10542448" y="12065013"/>
                  </a:lnTo>
                  <a:lnTo>
                    <a:pt x="10541394" y="12065013"/>
                  </a:lnTo>
                  <a:lnTo>
                    <a:pt x="10540797" y="12192013"/>
                  </a:lnTo>
                  <a:lnTo>
                    <a:pt x="10540162" y="12192013"/>
                  </a:lnTo>
                  <a:lnTo>
                    <a:pt x="10539476" y="12319013"/>
                  </a:lnTo>
                  <a:lnTo>
                    <a:pt x="10538003" y="12319013"/>
                  </a:lnTo>
                  <a:lnTo>
                    <a:pt x="10537203" y="12446013"/>
                  </a:lnTo>
                  <a:lnTo>
                    <a:pt x="10536365" y="12446013"/>
                  </a:lnTo>
                  <a:lnTo>
                    <a:pt x="10535488" y="12573013"/>
                  </a:lnTo>
                  <a:lnTo>
                    <a:pt x="10533647" y="12573013"/>
                  </a:lnTo>
                  <a:lnTo>
                    <a:pt x="10532682" y="12700013"/>
                  </a:lnTo>
                  <a:lnTo>
                    <a:pt x="10530637" y="12700013"/>
                  </a:lnTo>
                  <a:lnTo>
                    <a:pt x="10529583" y="12827013"/>
                  </a:lnTo>
                  <a:lnTo>
                    <a:pt x="10527360" y="12954013"/>
                  </a:lnTo>
                  <a:lnTo>
                    <a:pt x="10525061" y="12954013"/>
                  </a:lnTo>
                  <a:lnTo>
                    <a:pt x="10522674" y="13081013"/>
                  </a:lnTo>
                  <a:lnTo>
                    <a:pt x="10520223" y="13208013"/>
                  </a:lnTo>
                  <a:lnTo>
                    <a:pt x="10516451" y="13335013"/>
                  </a:lnTo>
                  <a:lnTo>
                    <a:pt x="10500957" y="13970013"/>
                  </a:lnTo>
                  <a:lnTo>
                    <a:pt x="10497198" y="14097013"/>
                  </a:lnTo>
                  <a:lnTo>
                    <a:pt x="10494747" y="14224013"/>
                  </a:lnTo>
                  <a:lnTo>
                    <a:pt x="10492372" y="14351013"/>
                  </a:lnTo>
                  <a:lnTo>
                    <a:pt x="10490060" y="14478013"/>
                  </a:lnTo>
                  <a:lnTo>
                    <a:pt x="10487825" y="14478013"/>
                  </a:lnTo>
                  <a:lnTo>
                    <a:pt x="10486746" y="14605013"/>
                  </a:lnTo>
                  <a:lnTo>
                    <a:pt x="10484675" y="14605013"/>
                  </a:lnTo>
                  <a:lnTo>
                    <a:pt x="10483685" y="14732013"/>
                  </a:lnTo>
                  <a:lnTo>
                    <a:pt x="10482720" y="14732013"/>
                  </a:lnTo>
                  <a:lnTo>
                    <a:pt x="10481780" y="14859013"/>
                  </a:lnTo>
                  <a:lnTo>
                    <a:pt x="10480015" y="14859013"/>
                  </a:lnTo>
                  <a:lnTo>
                    <a:pt x="10479189" y="14986013"/>
                  </a:lnTo>
                  <a:lnTo>
                    <a:pt x="10478402" y="14986013"/>
                  </a:lnTo>
                  <a:lnTo>
                    <a:pt x="10477665" y="15113013"/>
                  </a:lnTo>
                  <a:lnTo>
                    <a:pt x="10476319" y="15113013"/>
                  </a:lnTo>
                  <a:lnTo>
                    <a:pt x="10475722" y="15240013"/>
                  </a:lnTo>
                  <a:lnTo>
                    <a:pt x="10475163" y="15240013"/>
                  </a:lnTo>
                  <a:lnTo>
                    <a:pt x="10474655" y="15367013"/>
                  </a:lnTo>
                  <a:lnTo>
                    <a:pt x="10473766" y="15367013"/>
                  </a:lnTo>
                  <a:lnTo>
                    <a:pt x="10473398" y="15494013"/>
                  </a:lnTo>
                  <a:lnTo>
                    <a:pt x="10473068" y="15494013"/>
                  </a:lnTo>
                  <a:lnTo>
                    <a:pt x="10472776" y="15621013"/>
                  </a:lnTo>
                  <a:lnTo>
                    <a:pt x="10472356" y="15621013"/>
                  </a:lnTo>
                  <a:lnTo>
                    <a:pt x="10472369" y="16129013"/>
                  </a:lnTo>
                  <a:lnTo>
                    <a:pt x="10473652" y="16510013"/>
                  </a:lnTo>
                  <a:lnTo>
                    <a:pt x="10473715" y="17018013"/>
                  </a:lnTo>
                  <a:lnTo>
                    <a:pt x="10473334" y="17018013"/>
                  </a:lnTo>
                  <a:lnTo>
                    <a:pt x="10473030" y="17145013"/>
                  </a:lnTo>
                  <a:lnTo>
                    <a:pt x="10472649" y="17145013"/>
                  </a:lnTo>
                  <a:lnTo>
                    <a:pt x="10472191" y="17272013"/>
                  </a:lnTo>
                  <a:lnTo>
                    <a:pt x="10471099" y="17272013"/>
                  </a:lnTo>
                  <a:lnTo>
                    <a:pt x="10470464" y="17399013"/>
                  </a:lnTo>
                  <a:lnTo>
                    <a:pt x="10469791" y="17399013"/>
                  </a:lnTo>
                  <a:lnTo>
                    <a:pt x="10469067" y="17526013"/>
                  </a:lnTo>
                  <a:lnTo>
                    <a:pt x="10467518" y="17526013"/>
                  </a:lnTo>
                  <a:lnTo>
                    <a:pt x="10465867" y="17653013"/>
                  </a:lnTo>
                  <a:lnTo>
                    <a:pt x="10460685" y="18034013"/>
                  </a:lnTo>
                  <a:lnTo>
                    <a:pt x="10459047" y="18034013"/>
                  </a:lnTo>
                  <a:lnTo>
                    <a:pt x="10458285" y="18161013"/>
                  </a:lnTo>
                  <a:lnTo>
                    <a:pt x="10457612" y="18161013"/>
                  </a:lnTo>
                  <a:lnTo>
                    <a:pt x="10457015" y="18288013"/>
                  </a:lnTo>
                  <a:lnTo>
                    <a:pt x="10456050" y="18288013"/>
                  </a:lnTo>
                  <a:lnTo>
                    <a:pt x="10455669" y="18415013"/>
                  </a:lnTo>
                  <a:lnTo>
                    <a:pt x="10455072" y="18415013"/>
                  </a:lnTo>
                  <a:lnTo>
                    <a:pt x="10454856" y="18542013"/>
                  </a:lnTo>
                  <a:lnTo>
                    <a:pt x="10454678" y="18542013"/>
                  </a:lnTo>
                  <a:lnTo>
                    <a:pt x="10454437" y="18669013"/>
                  </a:lnTo>
                  <a:lnTo>
                    <a:pt x="10454322" y="19812013"/>
                  </a:lnTo>
                  <a:lnTo>
                    <a:pt x="10454272" y="20066000"/>
                  </a:lnTo>
                  <a:lnTo>
                    <a:pt x="10498379" y="20066000"/>
                  </a:lnTo>
                  <a:lnTo>
                    <a:pt x="10498468" y="18542013"/>
                  </a:lnTo>
                  <a:lnTo>
                    <a:pt x="10498645" y="18542013"/>
                  </a:lnTo>
                  <a:lnTo>
                    <a:pt x="10498925" y="18415013"/>
                  </a:lnTo>
                  <a:lnTo>
                    <a:pt x="10499293" y="18415013"/>
                  </a:lnTo>
                  <a:lnTo>
                    <a:pt x="10499763" y="18288013"/>
                  </a:lnTo>
                  <a:lnTo>
                    <a:pt x="10500906" y="18288013"/>
                  </a:lnTo>
                  <a:lnTo>
                    <a:pt x="10501579" y="18161013"/>
                  </a:lnTo>
                  <a:lnTo>
                    <a:pt x="10502303" y="18161013"/>
                  </a:lnTo>
                  <a:lnTo>
                    <a:pt x="10503078" y="18034013"/>
                  </a:lnTo>
                  <a:lnTo>
                    <a:pt x="10504754" y="18034013"/>
                  </a:lnTo>
                  <a:lnTo>
                    <a:pt x="10506519" y="17907013"/>
                  </a:lnTo>
                  <a:lnTo>
                    <a:pt x="10510152" y="17653013"/>
                  </a:lnTo>
                  <a:lnTo>
                    <a:pt x="10511028" y="17653013"/>
                  </a:lnTo>
                  <a:lnTo>
                    <a:pt x="10511879" y="17526013"/>
                  </a:lnTo>
                  <a:lnTo>
                    <a:pt x="10513454" y="17526013"/>
                  </a:lnTo>
                  <a:lnTo>
                    <a:pt x="10514152" y="17399013"/>
                  </a:lnTo>
                  <a:lnTo>
                    <a:pt x="10514774" y="17399013"/>
                  </a:lnTo>
                  <a:lnTo>
                    <a:pt x="10515333" y="17272013"/>
                  </a:lnTo>
                  <a:lnTo>
                    <a:pt x="10516273" y="17272013"/>
                  </a:lnTo>
                  <a:lnTo>
                    <a:pt x="10516654" y="17145013"/>
                  </a:lnTo>
                  <a:lnTo>
                    <a:pt x="10516984" y="17145013"/>
                  </a:lnTo>
                  <a:lnTo>
                    <a:pt x="10517264" y="17018013"/>
                  </a:lnTo>
                  <a:lnTo>
                    <a:pt x="10517683" y="17018013"/>
                  </a:lnTo>
                  <a:lnTo>
                    <a:pt x="10517645" y="16510013"/>
                  </a:lnTo>
                  <a:lnTo>
                    <a:pt x="10516591" y="16129013"/>
                  </a:lnTo>
                  <a:lnTo>
                    <a:pt x="10516451" y="16129013"/>
                  </a:lnTo>
                  <a:lnTo>
                    <a:pt x="10516337" y="16002013"/>
                  </a:lnTo>
                  <a:lnTo>
                    <a:pt x="10516298" y="15621013"/>
                  </a:lnTo>
                  <a:lnTo>
                    <a:pt x="10516654" y="15621013"/>
                  </a:lnTo>
                  <a:lnTo>
                    <a:pt x="10516921" y="15494013"/>
                  </a:lnTo>
                  <a:lnTo>
                    <a:pt x="10517238" y="15494013"/>
                  </a:lnTo>
                  <a:lnTo>
                    <a:pt x="10517619" y="15367013"/>
                  </a:lnTo>
                  <a:lnTo>
                    <a:pt x="10518546" y="15367013"/>
                  </a:lnTo>
                  <a:lnTo>
                    <a:pt x="10519080" y="15240013"/>
                  </a:lnTo>
                  <a:lnTo>
                    <a:pt x="10519664" y="15240013"/>
                  </a:lnTo>
                  <a:lnTo>
                    <a:pt x="10520286" y="15113013"/>
                  </a:lnTo>
                  <a:lnTo>
                    <a:pt x="10521671" y="15113013"/>
                  </a:lnTo>
                  <a:lnTo>
                    <a:pt x="10522420" y="14986013"/>
                  </a:lnTo>
                  <a:lnTo>
                    <a:pt x="10523207" y="14986013"/>
                  </a:lnTo>
                  <a:lnTo>
                    <a:pt x="10524045" y="14859013"/>
                  </a:lnTo>
                  <a:lnTo>
                    <a:pt x="10525798" y="14859013"/>
                  </a:lnTo>
                  <a:lnTo>
                    <a:pt x="10526738" y="14732013"/>
                  </a:lnTo>
                  <a:lnTo>
                    <a:pt x="10528694" y="14732013"/>
                  </a:lnTo>
                  <a:lnTo>
                    <a:pt x="10529710" y="14605013"/>
                  </a:lnTo>
                  <a:lnTo>
                    <a:pt x="10530764" y="14605013"/>
                  </a:lnTo>
                  <a:lnTo>
                    <a:pt x="10532936" y="14478013"/>
                  </a:lnTo>
                  <a:lnTo>
                    <a:pt x="10535196" y="14351013"/>
                  </a:lnTo>
                  <a:lnTo>
                    <a:pt x="10537558" y="14224013"/>
                  </a:lnTo>
                  <a:lnTo>
                    <a:pt x="10539971" y="14224013"/>
                  </a:lnTo>
                  <a:lnTo>
                    <a:pt x="10543718" y="13970013"/>
                  </a:lnTo>
                  <a:lnTo>
                    <a:pt x="10559174" y="13462013"/>
                  </a:lnTo>
                  <a:lnTo>
                    <a:pt x="10562971" y="13208013"/>
                  </a:lnTo>
                  <a:lnTo>
                    <a:pt x="10565435" y="13208013"/>
                  </a:lnTo>
                  <a:lnTo>
                    <a:pt x="10567848" y="13081013"/>
                  </a:lnTo>
                  <a:lnTo>
                    <a:pt x="10570197" y="12954013"/>
                  </a:lnTo>
                  <a:lnTo>
                    <a:pt x="10572458" y="12827013"/>
                  </a:lnTo>
                  <a:lnTo>
                    <a:pt x="10574630" y="12827013"/>
                  </a:lnTo>
                  <a:lnTo>
                    <a:pt x="10575671" y="12700013"/>
                  </a:lnTo>
                  <a:lnTo>
                    <a:pt x="10576687" y="12700013"/>
                  </a:lnTo>
                  <a:lnTo>
                    <a:pt x="10577678" y="12573013"/>
                  </a:lnTo>
                  <a:lnTo>
                    <a:pt x="10579557" y="12573013"/>
                  </a:lnTo>
                  <a:lnTo>
                    <a:pt x="10580446" y="12446013"/>
                  </a:lnTo>
                  <a:lnTo>
                    <a:pt x="10581310" y="12446013"/>
                  </a:lnTo>
                  <a:lnTo>
                    <a:pt x="10582123" y="12319013"/>
                  </a:lnTo>
                  <a:lnTo>
                    <a:pt x="10583647" y="12319013"/>
                  </a:lnTo>
                  <a:lnTo>
                    <a:pt x="10584332" y="12192013"/>
                  </a:lnTo>
                  <a:lnTo>
                    <a:pt x="10584955" y="12192013"/>
                  </a:lnTo>
                  <a:lnTo>
                    <a:pt x="10585526" y="12065013"/>
                  </a:lnTo>
                  <a:lnTo>
                    <a:pt x="10586504" y="12065013"/>
                  </a:lnTo>
                  <a:lnTo>
                    <a:pt x="10586923" y="11938013"/>
                  </a:lnTo>
                  <a:lnTo>
                    <a:pt x="10587304" y="11938013"/>
                  </a:lnTo>
                  <a:lnTo>
                    <a:pt x="10587634" y="11811013"/>
                  </a:lnTo>
                  <a:lnTo>
                    <a:pt x="10588206" y="11811013"/>
                  </a:lnTo>
                  <a:lnTo>
                    <a:pt x="10588435" y="11684013"/>
                  </a:lnTo>
                  <a:lnTo>
                    <a:pt x="10588841" y="11557013"/>
                  </a:lnTo>
                  <a:lnTo>
                    <a:pt x="10589311" y="11430013"/>
                  </a:lnTo>
                  <a:lnTo>
                    <a:pt x="10589997" y="11176013"/>
                  </a:lnTo>
                  <a:lnTo>
                    <a:pt x="10590365" y="11176013"/>
                  </a:lnTo>
                  <a:lnTo>
                    <a:pt x="10590606" y="11049013"/>
                  </a:lnTo>
                  <a:lnTo>
                    <a:pt x="10590898" y="11049013"/>
                  </a:lnTo>
                  <a:lnTo>
                    <a:pt x="10591216" y="10922013"/>
                  </a:lnTo>
                  <a:lnTo>
                    <a:pt x="10591991" y="10922013"/>
                  </a:lnTo>
                  <a:lnTo>
                    <a:pt x="10592435" y="10795013"/>
                  </a:lnTo>
                  <a:lnTo>
                    <a:pt x="10592943" y="10795013"/>
                  </a:lnTo>
                  <a:lnTo>
                    <a:pt x="10593489" y="10668013"/>
                  </a:lnTo>
                  <a:lnTo>
                    <a:pt x="10594721" y="10668013"/>
                  </a:lnTo>
                  <a:lnTo>
                    <a:pt x="10595420" y="10541013"/>
                  </a:lnTo>
                  <a:lnTo>
                    <a:pt x="10596169" y="10541013"/>
                  </a:lnTo>
                  <a:lnTo>
                    <a:pt x="10596969" y="10414013"/>
                  </a:lnTo>
                  <a:lnTo>
                    <a:pt x="10598747" y="10414013"/>
                  </a:lnTo>
                  <a:lnTo>
                    <a:pt x="10599712" y="10287013"/>
                  </a:lnTo>
                  <a:lnTo>
                    <a:pt x="10600741" y="10287013"/>
                  </a:lnTo>
                  <a:lnTo>
                    <a:pt x="10601833" y="10160013"/>
                  </a:lnTo>
                  <a:lnTo>
                    <a:pt x="10602989" y="10160013"/>
                  </a:lnTo>
                  <a:lnTo>
                    <a:pt x="10605389" y="10033013"/>
                  </a:lnTo>
                  <a:lnTo>
                    <a:pt x="10607866" y="9906013"/>
                  </a:lnTo>
                  <a:lnTo>
                    <a:pt x="10610418" y="9906013"/>
                  </a:lnTo>
                  <a:lnTo>
                    <a:pt x="10613022" y="9779013"/>
                  </a:lnTo>
                  <a:lnTo>
                    <a:pt x="10617035" y="9652013"/>
                  </a:lnTo>
                  <a:lnTo>
                    <a:pt x="10621150" y="9525013"/>
                  </a:lnTo>
                  <a:lnTo>
                    <a:pt x="10642283" y="8763013"/>
                  </a:lnTo>
                  <a:lnTo>
                    <a:pt x="10646448" y="8509013"/>
                  </a:lnTo>
                  <a:lnTo>
                    <a:pt x="10650525" y="8382013"/>
                  </a:lnTo>
                  <a:lnTo>
                    <a:pt x="10653192" y="8255013"/>
                  </a:lnTo>
                  <a:lnTo>
                    <a:pt x="10655795" y="8255013"/>
                  </a:lnTo>
                  <a:lnTo>
                    <a:pt x="10658323" y="8128013"/>
                  </a:lnTo>
                  <a:lnTo>
                    <a:pt x="10659567" y="8001013"/>
                  </a:lnTo>
                  <a:lnTo>
                    <a:pt x="10661790" y="8001013"/>
                  </a:lnTo>
                  <a:lnTo>
                    <a:pt x="10662742" y="7874013"/>
                  </a:lnTo>
                  <a:lnTo>
                    <a:pt x="10663593" y="7874013"/>
                  </a:lnTo>
                  <a:lnTo>
                    <a:pt x="10664330" y="7747013"/>
                  </a:lnTo>
                  <a:lnTo>
                    <a:pt x="10665511" y="7747013"/>
                  </a:lnTo>
                  <a:lnTo>
                    <a:pt x="10665968" y="7620013"/>
                  </a:lnTo>
                  <a:lnTo>
                    <a:pt x="10666590" y="7620013"/>
                  </a:lnTo>
                  <a:lnTo>
                    <a:pt x="10666768" y="7493013"/>
                  </a:lnTo>
                  <a:lnTo>
                    <a:pt x="10666806" y="7366013"/>
                  </a:lnTo>
                  <a:close/>
                </a:path>
              </a:pathLst>
            </a:custGeom>
            <a:solidFill>
              <a:srgbClr val="FCE2ED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71354" y="38100"/>
              <a:ext cx="328295" cy="20066000"/>
            </a:xfrm>
            <a:custGeom>
              <a:avLst/>
              <a:gdLst/>
              <a:ahLst/>
              <a:cxnLst/>
              <a:rect l="l" t="t" r="r" b="b"/>
              <a:pathLst>
                <a:path w="328295" h="20066000">
                  <a:moveTo>
                    <a:pt x="105541" y="19938999"/>
                  </a:moveTo>
                  <a:lnTo>
                    <a:pt x="60127" y="19938999"/>
                  </a:lnTo>
                  <a:lnTo>
                    <a:pt x="62179" y="20065999"/>
                  </a:lnTo>
                  <a:lnTo>
                    <a:pt x="107558" y="20065999"/>
                  </a:lnTo>
                  <a:lnTo>
                    <a:pt x="105541" y="19938999"/>
                  </a:lnTo>
                  <a:close/>
                </a:path>
                <a:path w="328295" h="20066000">
                  <a:moveTo>
                    <a:pt x="98958" y="19811999"/>
                  </a:moveTo>
                  <a:lnTo>
                    <a:pt x="55701" y="19811999"/>
                  </a:lnTo>
                  <a:lnTo>
                    <a:pt x="57975" y="19938999"/>
                  </a:lnTo>
                  <a:lnTo>
                    <a:pt x="101258" y="19938999"/>
                  </a:lnTo>
                  <a:lnTo>
                    <a:pt x="98958" y="19811999"/>
                  </a:lnTo>
                  <a:close/>
                </a:path>
                <a:path w="328295" h="20066000">
                  <a:moveTo>
                    <a:pt x="84045" y="19430999"/>
                  </a:moveTo>
                  <a:lnTo>
                    <a:pt x="38316" y="19430999"/>
                  </a:lnTo>
                  <a:lnTo>
                    <a:pt x="40752" y="19557999"/>
                  </a:lnTo>
                  <a:lnTo>
                    <a:pt x="43217" y="19557999"/>
                  </a:lnTo>
                  <a:lnTo>
                    <a:pt x="48218" y="19684999"/>
                  </a:lnTo>
                  <a:lnTo>
                    <a:pt x="53280" y="19811999"/>
                  </a:lnTo>
                  <a:lnTo>
                    <a:pt x="96527" y="19811999"/>
                  </a:lnTo>
                  <a:lnTo>
                    <a:pt x="91479" y="19684999"/>
                  </a:lnTo>
                  <a:lnTo>
                    <a:pt x="86498" y="19557999"/>
                  </a:lnTo>
                  <a:lnTo>
                    <a:pt x="84045" y="19430999"/>
                  </a:lnTo>
                  <a:close/>
                </a:path>
                <a:path w="328295" h="20066000">
                  <a:moveTo>
                    <a:pt x="76887" y="19303999"/>
                  </a:moveTo>
                  <a:lnTo>
                    <a:pt x="33550" y="19303999"/>
                  </a:lnTo>
                  <a:lnTo>
                    <a:pt x="35914" y="19430999"/>
                  </a:lnTo>
                  <a:lnTo>
                    <a:pt x="79235" y="19430999"/>
                  </a:lnTo>
                  <a:lnTo>
                    <a:pt x="76887" y="19303999"/>
                  </a:lnTo>
                  <a:close/>
                </a:path>
                <a:path w="328295" h="20066000">
                  <a:moveTo>
                    <a:pt x="72328" y="19176999"/>
                  </a:moveTo>
                  <a:lnTo>
                    <a:pt x="28957" y="19176999"/>
                  </a:lnTo>
                  <a:lnTo>
                    <a:pt x="31230" y="19303999"/>
                  </a:lnTo>
                  <a:lnTo>
                    <a:pt x="74583" y="19303999"/>
                  </a:lnTo>
                  <a:lnTo>
                    <a:pt x="72328" y="19176999"/>
                  </a:lnTo>
                  <a:close/>
                </a:path>
                <a:path w="328295" h="20066000">
                  <a:moveTo>
                    <a:pt x="67982" y="19049999"/>
                  </a:moveTo>
                  <a:lnTo>
                    <a:pt x="22470" y="19049999"/>
                  </a:lnTo>
                  <a:lnTo>
                    <a:pt x="24572" y="19176999"/>
                  </a:lnTo>
                  <a:lnTo>
                    <a:pt x="70126" y="19176999"/>
                  </a:lnTo>
                  <a:lnTo>
                    <a:pt x="67982" y="19049999"/>
                  </a:lnTo>
                  <a:close/>
                </a:path>
                <a:path w="328295" h="20066000">
                  <a:moveTo>
                    <a:pt x="63886" y="18922999"/>
                  </a:moveTo>
                  <a:lnTo>
                    <a:pt x="18468" y="18922999"/>
                  </a:lnTo>
                  <a:lnTo>
                    <a:pt x="20434" y="19049999"/>
                  </a:lnTo>
                  <a:lnTo>
                    <a:pt x="65901" y="19049999"/>
                  </a:lnTo>
                  <a:lnTo>
                    <a:pt x="63886" y="18922999"/>
                  </a:lnTo>
                  <a:close/>
                </a:path>
                <a:path w="328295" h="20066000">
                  <a:moveTo>
                    <a:pt x="58288" y="18795999"/>
                  </a:moveTo>
                  <a:lnTo>
                    <a:pt x="14764" y="18795999"/>
                  </a:lnTo>
                  <a:lnTo>
                    <a:pt x="16576" y="18922999"/>
                  </a:lnTo>
                  <a:lnTo>
                    <a:pt x="60075" y="18922999"/>
                  </a:lnTo>
                  <a:lnTo>
                    <a:pt x="58288" y="18795999"/>
                  </a:lnTo>
                  <a:close/>
                </a:path>
                <a:path w="328295" h="20066000">
                  <a:moveTo>
                    <a:pt x="52052" y="18668999"/>
                  </a:moveTo>
                  <a:lnTo>
                    <a:pt x="7046" y="18668999"/>
                  </a:lnTo>
                  <a:lnTo>
                    <a:pt x="8396" y="18795999"/>
                  </a:lnTo>
                  <a:lnTo>
                    <a:pt x="53456" y="18795999"/>
                  </a:lnTo>
                  <a:lnTo>
                    <a:pt x="52052" y="18668999"/>
                  </a:lnTo>
                  <a:close/>
                </a:path>
                <a:path w="328295" h="20066000">
                  <a:moveTo>
                    <a:pt x="48615" y="18541999"/>
                  </a:moveTo>
                  <a:lnTo>
                    <a:pt x="4667" y="18541999"/>
                  </a:lnTo>
                  <a:lnTo>
                    <a:pt x="5801" y="18668999"/>
                  </a:lnTo>
                  <a:lnTo>
                    <a:pt x="49635" y="18668999"/>
                  </a:lnTo>
                  <a:lnTo>
                    <a:pt x="48615" y="18541999"/>
                  </a:lnTo>
                  <a:close/>
                </a:path>
                <a:path w="328295" h="20066000">
                  <a:moveTo>
                    <a:pt x="46936" y="18414999"/>
                  </a:moveTo>
                  <a:lnTo>
                    <a:pt x="2747" y="18414999"/>
                  </a:lnTo>
                  <a:lnTo>
                    <a:pt x="3647" y="18541999"/>
                  </a:lnTo>
                  <a:lnTo>
                    <a:pt x="47716" y="18541999"/>
                  </a:lnTo>
                  <a:lnTo>
                    <a:pt x="46936" y="18414999"/>
                  </a:lnTo>
                  <a:close/>
                </a:path>
                <a:path w="328295" h="20066000">
                  <a:moveTo>
                    <a:pt x="45714" y="18287999"/>
                  </a:moveTo>
                  <a:lnTo>
                    <a:pt x="1320" y="18287999"/>
                  </a:lnTo>
                  <a:lnTo>
                    <a:pt x="1970" y="18414999"/>
                  </a:lnTo>
                  <a:lnTo>
                    <a:pt x="46269" y="18414999"/>
                  </a:lnTo>
                  <a:lnTo>
                    <a:pt x="45714" y="18287999"/>
                  </a:lnTo>
                  <a:close/>
                </a:path>
                <a:path w="328295" h="20066000">
                  <a:moveTo>
                    <a:pt x="44922" y="18160999"/>
                  </a:moveTo>
                  <a:lnTo>
                    <a:pt x="162" y="18160999"/>
                  </a:lnTo>
                  <a:lnTo>
                    <a:pt x="423" y="18287999"/>
                  </a:lnTo>
                  <a:lnTo>
                    <a:pt x="45266" y="18287999"/>
                  </a:lnTo>
                  <a:lnTo>
                    <a:pt x="44922" y="18160999"/>
                  </a:lnTo>
                  <a:close/>
                </a:path>
                <a:path w="328295" h="20066000">
                  <a:moveTo>
                    <a:pt x="44639" y="17906999"/>
                  </a:moveTo>
                  <a:lnTo>
                    <a:pt x="67" y="17906999"/>
                  </a:lnTo>
                  <a:lnTo>
                    <a:pt x="0" y="18160999"/>
                  </a:lnTo>
                  <a:lnTo>
                    <a:pt x="44531" y="18160999"/>
                  </a:lnTo>
                  <a:lnTo>
                    <a:pt x="44639" y="17906999"/>
                  </a:lnTo>
                  <a:close/>
                </a:path>
                <a:path w="328295" h="20066000">
                  <a:moveTo>
                    <a:pt x="45132" y="17779999"/>
                  </a:moveTo>
                  <a:lnTo>
                    <a:pt x="543" y="17779999"/>
                  </a:lnTo>
                  <a:lnTo>
                    <a:pt x="264" y="17906999"/>
                  </a:lnTo>
                  <a:lnTo>
                    <a:pt x="44846" y="17906999"/>
                  </a:lnTo>
                  <a:lnTo>
                    <a:pt x="45132" y="17779999"/>
                  </a:lnTo>
                  <a:close/>
                </a:path>
                <a:path w="328295" h="20066000">
                  <a:moveTo>
                    <a:pt x="45930" y="17652999"/>
                  </a:moveTo>
                  <a:lnTo>
                    <a:pt x="1842" y="17652999"/>
                  </a:lnTo>
                  <a:lnTo>
                    <a:pt x="1335" y="17779999"/>
                  </a:lnTo>
                  <a:lnTo>
                    <a:pt x="45495" y="17779999"/>
                  </a:lnTo>
                  <a:lnTo>
                    <a:pt x="45930" y="17652999"/>
                  </a:lnTo>
                  <a:close/>
                </a:path>
                <a:path w="328295" h="20066000">
                  <a:moveTo>
                    <a:pt x="47649" y="17525999"/>
                  </a:moveTo>
                  <a:lnTo>
                    <a:pt x="3061" y="17525999"/>
                  </a:lnTo>
                  <a:lnTo>
                    <a:pt x="2418" y="17652999"/>
                  </a:lnTo>
                  <a:lnTo>
                    <a:pt x="46996" y="17652999"/>
                  </a:lnTo>
                  <a:lnTo>
                    <a:pt x="47649" y="17525999"/>
                  </a:lnTo>
                  <a:close/>
                </a:path>
                <a:path w="328295" h="20066000">
                  <a:moveTo>
                    <a:pt x="49185" y="17398999"/>
                  </a:moveTo>
                  <a:lnTo>
                    <a:pt x="4533" y="17398999"/>
                  </a:lnTo>
                  <a:lnTo>
                    <a:pt x="3767" y="17525999"/>
                  </a:lnTo>
                  <a:lnTo>
                    <a:pt x="48382" y="17525999"/>
                  </a:lnTo>
                  <a:lnTo>
                    <a:pt x="49185" y="17398999"/>
                  </a:lnTo>
                  <a:close/>
                </a:path>
                <a:path w="328295" h="20066000">
                  <a:moveTo>
                    <a:pt x="50954" y="17271999"/>
                  </a:moveTo>
                  <a:lnTo>
                    <a:pt x="7162" y="17271999"/>
                  </a:lnTo>
                  <a:lnTo>
                    <a:pt x="6234" y="17398999"/>
                  </a:lnTo>
                  <a:lnTo>
                    <a:pt x="50046" y="17398999"/>
                  </a:lnTo>
                  <a:lnTo>
                    <a:pt x="50954" y="17271999"/>
                  </a:lnTo>
                  <a:close/>
                </a:path>
                <a:path w="328295" h="20066000">
                  <a:moveTo>
                    <a:pt x="55828" y="17144999"/>
                  </a:moveTo>
                  <a:lnTo>
                    <a:pt x="9159" y="17144999"/>
                  </a:lnTo>
                  <a:lnTo>
                    <a:pt x="8138" y="17271999"/>
                  </a:lnTo>
                  <a:lnTo>
                    <a:pt x="51899" y="17271999"/>
                  </a:lnTo>
                  <a:lnTo>
                    <a:pt x="55828" y="17144999"/>
                  </a:lnTo>
                  <a:close/>
                </a:path>
                <a:path w="328295" h="20066000">
                  <a:moveTo>
                    <a:pt x="58624" y="17017999"/>
                  </a:moveTo>
                  <a:lnTo>
                    <a:pt x="13457" y="17017999"/>
                  </a:lnTo>
                  <a:lnTo>
                    <a:pt x="12396" y="17144999"/>
                  </a:lnTo>
                  <a:lnTo>
                    <a:pt x="57728" y="17144999"/>
                  </a:lnTo>
                  <a:lnTo>
                    <a:pt x="58624" y="17017999"/>
                  </a:lnTo>
                  <a:close/>
                </a:path>
                <a:path w="328295" h="20066000">
                  <a:moveTo>
                    <a:pt x="60253" y="16890999"/>
                  </a:moveTo>
                  <a:lnTo>
                    <a:pt x="16314" y="16890999"/>
                  </a:lnTo>
                  <a:lnTo>
                    <a:pt x="15435" y="17017999"/>
                  </a:lnTo>
                  <a:lnTo>
                    <a:pt x="59469" y="17017999"/>
                  </a:lnTo>
                  <a:lnTo>
                    <a:pt x="60253" y="16890999"/>
                  </a:lnTo>
                  <a:close/>
                </a:path>
                <a:path w="328295" h="20066000">
                  <a:moveTo>
                    <a:pt x="61592" y="16763999"/>
                  </a:moveTo>
                  <a:lnTo>
                    <a:pt x="17760" y="16763999"/>
                  </a:lnTo>
                  <a:lnTo>
                    <a:pt x="17095" y="16890999"/>
                  </a:lnTo>
                  <a:lnTo>
                    <a:pt x="60964" y="16890999"/>
                  </a:lnTo>
                  <a:lnTo>
                    <a:pt x="61478" y="16786997"/>
                  </a:lnTo>
                  <a:lnTo>
                    <a:pt x="61592" y="16763999"/>
                  </a:lnTo>
                  <a:close/>
                </a:path>
                <a:path w="328295" h="20066000">
                  <a:moveTo>
                    <a:pt x="62866" y="16636999"/>
                  </a:moveTo>
                  <a:lnTo>
                    <a:pt x="18665" y="16636999"/>
                  </a:lnTo>
                  <a:lnTo>
                    <a:pt x="18289" y="16763999"/>
                  </a:lnTo>
                  <a:lnTo>
                    <a:pt x="62553" y="16763999"/>
                  </a:lnTo>
                  <a:lnTo>
                    <a:pt x="62866" y="16636999"/>
                  </a:lnTo>
                  <a:close/>
                </a:path>
                <a:path w="328295" h="20066000">
                  <a:moveTo>
                    <a:pt x="63835" y="16128999"/>
                  </a:moveTo>
                  <a:lnTo>
                    <a:pt x="19560" y="16128999"/>
                  </a:lnTo>
                  <a:lnTo>
                    <a:pt x="19476" y="16255999"/>
                  </a:lnTo>
                  <a:lnTo>
                    <a:pt x="19382" y="16382999"/>
                  </a:lnTo>
                  <a:lnTo>
                    <a:pt x="19092" y="16510000"/>
                  </a:lnTo>
                  <a:lnTo>
                    <a:pt x="18914" y="16636999"/>
                  </a:lnTo>
                  <a:lnTo>
                    <a:pt x="63085" y="16636999"/>
                  </a:lnTo>
                  <a:lnTo>
                    <a:pt x="63250" y="16510000"/>
                  </a:lnTo>
                  <a:lnTo>
                    <a:pt x="63593" y="16382999"/>
                  </a:lnTo>
                  <a:lnTo>
                    <a:pt x="63733" y="16255999"/>
                  </a:lnTo>
                  <a:lnTo>
                    <a:pt x="63835" y="16128999"/>
                  </a:lnTo>
                  <a:close/>
                </a:path>
                <a:path w="328295" h="20066000">
                  <a:moveTo>
                    <a:pt x="64404" y="16001999"/>
                  </a:moveTo>
                  <a:lnTo>
                    <a:pt x="19894" y="16001999"/>
                  </a:lnTo>
                  <a:lnTo>
                    <a:pt x="19688" y="16128999"/>
                  </a:lnTo>
                  <a:lnTo>
                    <a:pt x="64159" y="16128999"/>
                  </a:lnTo>
                  <a:lnTo>
                    <a:pt x="64404" y="16001999"/>
                  </a:lnTo>
                  <a:close/>
                </a:path>
                <a:path w="328295" h="20066000">
                  <a:moveTo>
                    <a:pt x="65118" y="15874999"/>
                  </a:moveTo>
                  <a:lnTo>
                    <a:pt x="21180" y="15874999"/>
                  </a:lnTo>
                  <a:lnTo>
                    <a:pt x="20641" y="16001999"/>
                  </a:lnTo>
                  <a:lnTo>
                    <a:pt x="64720" y="16001999"/>
                  </a:lnTo>
                  <a:lnTo>
                    <a:pt x="65118" y="15874999"/>
                  </a:lnTo>
                  <a:close/>
                </a:path>
                <a:path w="328295" h="20066000">
                  <a:moveTo>
                    <a:pt x="66204" y="15747999"/>
                  </a:moveTo>
                  <a:lnTo>
                    <a:pt x="22579" y="15747999"/>
                  </a:lnTo>
                  <a:lnTo>
                    <a:pt x="21827" y="15874999"/>
                  </a:lnTo>
                  <a:lnTo>
                    <a:pt x="65608" y="15874999"/>
                  </a:lnTo>
                  <a:lnTo>
                    <a:pt x="66204" y="15747999"/>
                  </a:lnTo>
                  <a:close/>
                </a:path>
                <a:path w="328295" h="20066000">
                  <a:moveTo>
                    <a:pt x="68730" y="15620999"/>
                  </a:moveTo>
                  <a:lnTo>
                    <a:pt x="24394" y="15620999"/>
                  </a:lnTo>
                  <a:lnTo>
                    <a:pt x="23436" y="15747999"/>
                  </a:lnTo>
                  <a:lnTo>
                    <a:pt x="67753" y="15747999"/>
                  </a:lnTo>
                  <a:lnTo>
                    <a:pt x="68730" y="15620999"/>
                  </a:lnTo>
                  <a:close/>
                </a:path>
                <a:path w="328295" h="20066000">
                  <a:moveTo>
                    <a:pt x="74228" y="15493999"/>
                  </a:moveTo>
                  <a:lnTo>
                    <a:pt x="30649" y="15493999"/>
                  </a:lnTo>
                  <a:lnTo>
                    <a:pt x="29209" y="15620999"/>
                  </a:lnTo>
                  <a:lnTo>
                    <a:pt x="72634" y="15620999"/>
                  </a:lnTo>
                  <a:lnTo>
                    <a:pt x="74228" y="15493999"/>
                  </a:lnTo>
                  <a:close/>
                </a:path>
                <a:path w="328295" h="20066000">
                  <a:moveTo>
                    <a:pt x="79596" y="15366999"/>
                  </a:moveTo>
                  <a:lnTo>
                    <a:pt x="35507" y="15366999"/>
                  </a:lnTo>
                  <a:lnTo>
                    <a:pt x="33800" y="15493999"/>
                  </a:lnTo>
                  <a:lnTo>
                    <a:pt x="77715" y="15493999"/>
                  </a:lnTo>
                  <a:lnTo>
                    <a:pt x="79596" y="15366999"/>
                  </a:lnTo>
                  <a:close/>
                </a:path>
                <a:path w="328295" h="20066000">
                  <a:moveTo>
                    <a:pt x="83602" y="15239999"/>
                  </a:moveTo>
                  <a:lnTo>
                    <a:pt x="39174" y="15239999"/>
                  </a:lnTo>
                  <a:lnTo>
                    <a:pt x="37299" y="15366999"/>
                  </a:lnTo>
                  <a:lnTo>
                    <a:pt x="81560" y="15366999"/>
                  </a:lnTo>
                  <a:lnTo>
                    <a:pt x="83602" y="15239999"/>
                  </a:lnTo>
                  <a:close/>
                </a:path>
                <a:path w="328295" h="20066000">
                  <a:moveTo>
                    <a:pt x="87898" y="15112999"/>
                  </a:moveTo>
                  <a:lnTo>
                    <a:pt x="43168" y="15112999"/>
                  </a:lnTo>
                  <a:lnTo>
                    <a:pt x="41131" y="15239999"/>
                  </a:lnTo>
                  <a:lnTo>
                    <a:pt x="85717" y="15239999"/>
                  </a:lnTo>
                  <a:lnTo>
                    <a:pt x="87898" y="15112999"/>
                  </a:lnTo>
                  <a:close/>
                </a:path>
                <a:path w="328295" h="20066000">
                  <a:moveTo>
                    <a:pt x="92436" y="14985999"/>
                  </a:moveTo>
                  <a:lnTo>
                    <a:pt x="49890" y="14985999"/>
                  </a:lnTo>
                  <a:lnTo>
                    <a:pt x="47561" y="15112999"/>
                  </a:lnTo>
                  <a:lnTo>
                    <a:pt x="90139" y="15112999"/>
                  </a:lnTo>
                  <a:lnTo>
                    <a:pt x="92436" y="14985999"/>
                  </a:lnTo>
                  <a:close/>
                </a:path>
                <a:path w="328295" h="20066000">
                  <a:moveTo>
                    <a:pt x="99598" y="14858999"/>
                  </a:moveTo>
                  <a:lnTo>
                    <a:pt x="54680" y="14858999"/>
                  </a:lnTo>
                  <a:lnTo>
                    <a:pt x="52266" y="14985999"/>
                  </a:lnTo>
                  <a:lnTo>
                    <a:pt x="97171" y="14985999"/>
                  </a:lnTo>
                  <a:lnTo>
                    <a:pt x="99598" y="14858999"/>
                  </a:lnTo>
                  <a:close/>
                </a:path>
                <a:path w="328295" h="20066000">
                  <a:moveTo>
                    <a:pt x="126989" y="14223999"/>
                  </a:moveTo>
                  <a:lnTo>
                    <a:pt x="82191" y="14223999"/>
                  </a:lnTo>
                  <a:lnTo>
                    <a:pt x="79724" y="14350999"/>
                  </a:lnTo>
                  <a:lnTo>
                    <a:pt x="74725" y="14477999"/>
                  </a:lnTo>
                  <a:lnTo>
                    <a:pt x="62104" y="14731999"/>
                  </a:lnTo>
                  <a:lnTo>
                    <a:pt x="57129" y="14858999"/>
                  </a:lnTo>
                  <a:lnTo>
                    <a:pt x="102057" y="14858999"/>
                  </a:lnTo>
                  <a:lnTo>
                    <a:pt x="107048" y="14731999"/>
                  </a:lnTo>
                  <a:lnTo>
                    <a:pt x="117152" y="14477999"/>
                  </a:lnTo>
                  <a:lnTo>
                    <a:pt x="119652" y="14477999"/>
                  </a:lnTo>
                  <a:lnTo>
                    <a:pt x="122127" y="14350999"/>
                  </a:lnTo>
                  <a:lnTo>
                    <a:pt x="124574" y="14350999"/>
                  </a:lnTo>
                  <a:lnTo>
                    <a:pt x="126989" y="14223999"/>
                  </a:lnTo>
                  <a:close/>
                </a:path>
                <a:path w="328295" h="20066000">
                  <a:moveTo>
                    <a:pt x="131714" y="14096999"/>
                  </a:moveTo>
                  <a:lnTo>
                    <a:pt x="89384" y="14096999"/>
                  </a:lnTo>
                  <a:lnTo>
                    <a:pt x="87026" y="14223999"/>
                  </a:lnTo>
                  <a:lnTo>
                    <a:pt x="129370" y="14223999"/>
                  </a:lnTo>
                  <a:lnTo>
                    <a:pt x="131714" y="14096999"/>
                  </a:lnTo>
                  <a:close/>
                </a:path>
                <a:path w="328295" h="20066000">
                  <a:moveTo>
                    <a:pt x="136280" y="13969999"/>
                  </a:moveTo>
                  <a:lnTo>
                    <a:pt x="93952" y="13969999"/>
                  </a:lnTo>
                  <a:lnTo>
                    <a:pt x="91695" y="14096999"/>
                  </a:lnTo>
                  <a:lnTo>
                    <a:pt x="134019" y="14096999"/>
                  </a:lnTo>
                  <a:lnTo>
                    <a:pt x="136280" y="13969999"/>
                  </a:lnTo>
                  <a:close/>
                </a:path>
                <a:path w="328295" h="20066000">
                  <a:moveTo>
                    <a:pt x="146846" y="13842999"/>
                  </a:moveTo>
                  <a:lnTo>
                    <a:pt x="101928" y="13842999"/>
                  </a:lnTo>
                  <a:lnTo>
                    <a:pt x="100033" y="13969999"/>
                  </a:lnTo>
                  <a:lnTo>
                    <a:pt x="144841" y="13969999"/>
                  </a:lnTo>
                  <a:lnTo>
                    <a:pt x="146846" y="13842999"/>
                  </a:lnTo>
                  <a:close/>
                </a:path>
                <a:path w="328295" h="20066000">
                  <a:moveTo>
                    <a:pt x="150672" y="13715999"/>
                  </a:moveTo>
                  <a:lnTo>
                    <a:pt x="107253" y="13715999"/>
                  </a:lnTo>
                  <a:lnTo>
                    <a:pt x="105536" y="13842999"/>
                  </a:lnTo>
                  <a:lnTo>
                    <a:pt x="148790" y="13842999"/>
                  </a:lnTo>
                  <a:lnTo>
                    <a:pt x="150672" y="13715999"/>
                  </a:lnTo>
                  <a:close/>
                </a:path>
                <a:path w="328295" h="20066000">
                  <a:moveTo>
                    <a:pt x="154235" y="13588999"/>
                  </a:moveTo>
                  <a:lnTo>
                    <a:pt x="110526" y="13588999"/>
                  </a:lnTo>
                  <a:lnTo>
                    <a:pt x="108916" y="13715999"/>
                  </a:lnTo>
                  <a:lnTo>
                    <a:pt x="152488" y="13715999"/>
                  </a:lnTo>
                  <a:lnTo>
                    <a:pt x="154235" y="13588999"/>
                  </a:lnTo>
                  <a:close/>
                </a:path>
                <a:path w="328295" h="20066000">
                  <a:moveTo>
                    <a:pt x="158983" y="13461999"/>
                  </a:moveTo>
                  <a:lnTo>
                    <a:pt x="115066" y="13461999"/>
                  </a:lnTo>
                  <a:lnTo>
                    <a:pt x="113599" y="13588999"/>
                  </a:lnTo>
                  <a:lnTo>
                    <a:pt x="157512" y="13588999"/>
                  </a:lnTo>
                  <a:lnTo>
                    <a:pt x="158983" y="13461999"/>
                  </a:lnTo>
                  <a:close/>
                </a:path>
                <a:path w="328295" h="20066000">
                  <a:moveTo>
                    <a:pt x="161798" y="13334999"/>
                  </a:moveTo>
                  <a:lnTo>
                    <a:pt x="117876" y="13334999"/>
                  </a:lnTo>
                  <a:lnTo>
                    <a:pt x="116491" y="13461999"/>
                  </a:lnTo>
                  <a:lnTo>
                    <a:pt x="160411" y="13461999"/>
                  </a:lnTo>
                  <a:lnTo>
                    <a:pt x="161798" y="13334999"/>
                  </a:lnTo>
                  <a:close/>
                </a:path>
                <a:path w="328295" h="20066000">
                  <a:moveTo>
                    <a:pt x="164461" y="13207999"/>
                  </a:moveTo>
                  <a:lnTo>
                    <a:pt x="120533" y="13207999"/>
                  </a:lnTo>
                  <a:lnTo>
                    <a:pt x="119222" y="13334999"/>
                  </a:lnTo>
                  <a:lnTo>
                    <a:pt x="163147" y="13334999"/>
                  </a:lnTo>
                  <a:lnTo>
                    <a:pt x="164461" y="13207999"/>
                  </a:lnTo>
                  <a:close/>
                </a:path>
                <a:path w="328295" h="20066000">
                  <a:moveTo>
                    <a:pt x="186041" y="12318999"/>
                  </a:moveTo>
                  <a:lnTo>
                    <a:pt x="142027" y="12318999"/>
                  </a:lnTo>
                  <a:lnTo>
                    <a:pt x="138719" y="12445999"/>
                  </a:lnTo>
                  <a:lnTo>
                    <a:pt x="131139" y="12826999"/>
                  </a:lnTo>
                  <a:lnTo>
                    <a:pt x="128919" y="12826999"/>
                  </a:lnTo>
                  <a:lnTo>
                    <a:pt x="126637" y="12953999"/>
                  </a:lnTo>
                  <a:lnTo>
                    <a:pt x="125469" y="13080999"/>
                  </a:lnTo>
                  <a:lnTo>
                    <a:pt x="124276" y="13080999"/>
                  </a:lnTo>
                  <a:lnTo>
                    <a:pt x="123058" y="13207999"/>
                  </a:lnTo>
                  <a:lnTo>
                    <a:pt x="166990" y="13207999"/>
                  </a:lnTo>
                  <a:lnTo>
                    <a:pt x="168212" y="13080999"/>
                  </a:lnTo>
                  <a:lnTo>
                    <a:pt x="170580" y="12953999"/>
                  </a:lnTo>
                  <a:lnTo>
                    <a:pt x="172865" y="12953999"/>
                  </a:lnTo>
                  <a:lnTo>
                    <a:pt x="176183" y="12699999"/>
                  </a:lnTo>
                  <a:lnTo>
                    <a:pt x="182670" y="12445999"/>
                  </a:lnTo>
                  <a:lnTo>
                    <a:pt x="183770" y="12445999"/>
                  </a:lnTo>
                  <a:lnTo>
                    <a:pt x="186041" y="12318999"/>
                  </a:lnTo>
                  <a:close/>
                </a:path>
                <a:path w="328295" h="20066000">
                  <a:moveTo>
                    <a:pt x="266542" y="9270999"/>
                  </a:moveTo>
                  <a:lnTo>
                    <a:pt x="222757" y="9270999"/>
                  </a:lnTo>
                  <a:lnTo>
                    <a:pt x="220210" y="9397999"/>
                  </a:lnTo>
                  <a:lnTo>
                    <a:pt x="217589" y="9524999"/>
                  </a:lnTo>
                  <a:lnTo>
                    <a:pt x="197452" y="10286999"/>
                  </a:lnTo>
                  <a:lnTo>
                    <a:pt x="183773" y="10794999"/>
                  </a:lnTo>
                  <a:lnTo>
                    <a:pt x="178232" y="10921999"/>
                  </a:lnTo>
                  <a:lnTo>
                    <a:pt x="161222" y="11556999"/>
                  </a:lnTo>
                  <a:lnTo>
                    <a:pt x="157056" y="11683999"/>
                  </a:lnTo>
                  <a:lnTo>
                    <a:pt x="154339" y="11810999"/>
                  </a:lnTo>
                  <a:lnTo>
                    <a:pt x="151684" y="11937999"/>
                  </a:lnTo>
                  <a:lnTo>
                    <a:pt x="150384" y="11937999"/>
                  </a:lnTo>
                  <a:lnTo>
                    <a:pt x="149113" y="12064999"/>
                  </a:lnTo>
                  <a:lnTo>
                    <a:pt x="147872" y="12064999"/>
                  </a:lnTo>
                  <a:lnTo>
                    <a:pt x="146658" y="12191999"/>
                  </a:lnTo>
                  <a:lnTo>
                    <a:pt x="144302" y="12318999"/>
                  </a:lnTo>
                  <a:lnTo>
                    <a:pt x="188403" y="12318999"/>
                  </a:lnTo>
                  <a:lnTo>
                    <a:pt x="190846" y="12191999"/>
                  </a:lnTo>
                  <a:lnTo>
                    <a:pt x="193363" y="12064999"/>
                  </a:lnTo>
                  <a:lnTo>
                    <a:pt x="195946" y="11937999"/>
                  </a:lnTo>
                  <a:lnTo>
                    <a:pt x="198587" y="11810999"/>
                  </a:lnTo>
                  <a:lnTo>
                    <a:pt x="202639" y="11683999"/>
                  </a:lnTo>
                  <a:lnTo>
                    <a:pt x="208170" y="11429999"/>
                  </a:lnTo>
                  <a:lnTo>
                    <a:pt x="226297" y="10794999"/>
                  </a:lnTo>
                  <a:lnTo>
                    <a:pt x="240003" y="10413999"/>
                  </a:lnTo>
                  <a:lnTo>
                    <a:pt x="250776" y="9905999"/>
                  </a:lnTo>
                  <a:lnTo>
                    <a:pt x="260035" y="9524999"/>
                  </a:lnTo>
                  <a:lnTo>
                    <a:pt x="266542" y="9270999"/>
                  </a:lnTo>
                  <a:close/>
                </a:path>
                <a:path w="328295" h="20066000">
                  <a:moveTo>
                    <a:pt x="271322" y="9143999"/>
                  </a:moveTo>
                  <a:lnTo>
                    <a:pt x="227530" y="9143999"/>
                  </a:lnTo>
                  <a:lnTo>
                    <a:pt x="226385" y="9270999"/>
                  </a:lnTo>
                  <a:lnTo>
                    <a:pt x="270198" y="9270999"/>
                  </a:lnTo>
                  <a:lnTo>
                    <a:pt x="271322" y="9143999"/>
                  </a:lnTo>
                  <a:close/>
                </a:path>
                <a:path w="328295" h="20066000">
                  <a:moveTo>
                    <a:pt x="274434" y="9016999"/>
                  </a:moveTo>
                  <a:lnTo>
                    <a:pt x="229705" y="9016999"/>
                  </a:lnTo>
                  <a:lnTo>
                    <a:pt x="228638" y="9143999"/>
                  </a:lnTo>
                  <a:lnTo>
                    <a:pt x="273438" y="9143999"/>
                  </a:lnTo>
                  <a:lnTo>
                    <a:pt x="274434" y="9016999"/>
                  </a:lnTo>
                  <a:close/>
                </a:path>
                <a:path w="328295" h="20066000">
                  <a:moveTo>
                    <a:pt x="276313" y="8889999"/>
                  </a:moveTo>
                  <a:lnTo>
                    <a:pt x="232631" y="8889999"/>
                  </a:lnTo>
                  <a:lnTo>
                    <a:pt x="231705" y="9016999"/>
                  </a:lnTo>
                  <a:lnTo>
                    <a:pt x="275392" y="9016999"/>
                  </a:lnTo>
                  <a:lnTo>
                    <a:pt x="276313" y="8889999"/>
                  </a:lnTo>
                  <a:close/>
                </a:path>
                <a:path w="328295" h="20066000">
                  <a:moveTo>
                    <a:pt x="278053" y="8762999"/>
                  </a:moveTo>
                  <a:lnTo>
                    <a:pt x="234328" y="8762999"/>
                  </a:lnTo>
                  <a:lnTo>
                    <a:pt x="233504" y="8889999"/>
                  </a:lnTo>
                  <a:lnTo>
                    <a:pt x="277200" y="8889999"/>
                  </a:lnTo>
                  <a:lnTo>
                    <a:pt x="278053" y="8762999"/>
                  </a:lnTo>
                  <a:close/>
                </a:path>
                <a:path w="328295" h="20066000">
                  <a:moveTo>
                    <a:pt x="292002" y="7746999"/>
                  </a:moveTo>
                  <a:lnTo>
                    <a:pt x="247228" y="7746999"/>
                  </a:lnTo>
                  <a:lnTo>
                    <a:pt x="246481" y="7873999"/>
                  </a:lnTo>
                  <a:lnTo>
                    <a:pt x="245761" y="7873999"/>
                  </a:lnTo>
                  <a:lnTo>
                    <a:pt x="244389" y="8000999"/>
                  </a:lnTo>
                  <a:lnTo>
                    <a:pt x="242450" y="8127999"/>
                  </a:lnTo>
                  <a:lnTo>
                    <a:pt x="239301" y="8381999"/>
                  </a:lnTo>
                  <a:lnTo>
                    <a:pt x="237988" y="8508999"/>
                  </a:lnTo>
                  <a:lnTo>
                    <a:pt x="236603" y="8635999"/>
                  </a:lnTo>
                  <a:lnTo>
                    <a:pt x="235874" y="8762999"/>
                  </a:lnTo>
                  <a:lnTo>
                    <a:pt x="279670" y="8762999"/>
                  </a:lnTo>
                  <a:lnTo>
                    <a:pt x="280437" y="8635999"/>
                  </a:lnTo>
                  <a:lnTo>
                    <a:pt x="281897" y="8508999"/>
                  </a:lnTo>
                  <a:lnTo>
                    <a:pt x="283272" y="8381999"/>
                  </a:lnTo>
                  <a:lnTo>
                    <a:pt x="284577" y="8381999"/>
                  </a:lnTo>
                  <a:lnTo>
                    <a:pt x="285850" y="8254999"/>
                  </a:lnTo>
                  <a:lnTo>
                    <a:pt x="286526" y="8127999"/>
                  </a:lnTo>
                  <a:lnTo>
                    <a:pt x="287968" y="8127999"/>
                  </a:lnTo>
                  <a:lnTo>
                    <a:pt x="288730" y="8000999"/>
                  </a:lnTo>
                  <a:lnTo>
                    <a:pt x="290326" y="7873999"/>
                  </a:lnTo>
                  <a:lnTo>
                    <a:pt x="292002" y="7746999"/>
                  </a:lnTo>
                  <a:close/>
                </a:path>
                <a:path w="328295" h="20066000">
                  <a:moveTo>
                    <a:pt x="302780" y="7238999"/>
                  </a:moveTo>
                  <a:lnTo>
                    <a:pt x="257815" y="7238999"/>
                  </a:lnTo>
                  <a:lnTo>
                    <a:pt x="256949" y="7365999"/>
                  </a:lnTo>
                  <a:lnTo>
                    <a:pt x="255147" y="7492999"/>
                  </a:lnTo>
                  <a:lnTo>
                    <a:pt x="251454" y="7619999"/>
                  </a:lnTo>
                  <a:lnTo>
                    <a:pt x="248821" y="7619999"/>
                  </a:lnTo>
                  <a:lnTo>
                    <a:pt x="248006" y="7746999"/>
                  </a:lnTo>
                  <a:lnTo>
                    <a:pt x="293741" y="7746999"/>
                  </a:lnTo>
                  <a:lnTo>
                    <a:pt x="302780" y="7238999"/>
                  </a:lnTo>
                  <a:close/>
                </a:path>
                <a:path w="328295" h="20066000">
                  <a:moveTo>
                    <a:pt x="304363" y="7111999"/>
                  </a:moveTo>
                  <a:lnTo>
                    <a:pt x="259442" y="7111999"/>
                  </a:lnTo>
                  <a:lnTo>
                    <a:pt x="258649" y="7238999"/>
                  </a:lnTo>
                  <a:lnTo>
                    <a:pt x="303620" y="7238999"/>
                  </a:lnTo>
                  <a:lnTo>
                    <a:pt x="304363" y="7111999"/>
                  </a:lnTo>
                  <a:close/>
                </a:path>
                <a:path w="328295" h="20066000">
                  <a:moveTo>
                    <a:pt x="306078" y="6984999"/>
                  </a:moveTo>
                  <a:lnTo>
                    <a:pt x="261520" y="6984999"/>
                  </a:lnTo>
                  <a:lnTo>
                    <a:pt x="260885" y="7111999"/>
                  </a:lnTo>
                  <a:lnTo>
                    <a:pt x="305585" y="7111999"/>
                  </a:lnTo>
                  <a:lnTo>
                    <a:pt x="306078" y="6984999"/>
                  </a:lnTo>
                  <a:close/>
                </a:path>
                <a:path w="328295" h="20066000">
                  <a:moveTo>
                    <a:pt x="306861" y="6857999"/>
                  </a:moveTo>
                  <a:lnTo>
                    <a:pt x="262582" y="6857999"/>
                  </a:lnTo>
                  <a:lnTo>
                    <a:pt x="262087" y="6984999"/>
                  </a:lnTo>
                  <a:lnTo>
                    <a:pt x="306501" y="6984999"/>
                  </a:lnTo>
                  <a:lnTo>
                    <a:pt x="306861" y="6857999"/>
                  </a:lnTo>
                  <a:close/>
                </a:path>
                <a:path w="328295" h="20066000">
                  <a:moveTo>
                    <a:pt x="307627" y="6730999"/>
                  </a:moveTo>
                  <a:lnTo>
                    <a:pt x="263322" y="6730999"/>
                  </a:lnTo>
                  <a:lnTo>
                    <a:pt x="262996" y="6857999"/>
                  </a:lnTo>
                  <a:lnTo>
                    <a:pt x="307417" y="6857999"/>
                  </a:lnTo>
                  <a:lnTo>
                    <a:pt x="307627" y="6730999"/>
                  </a:lnTo>
                  <a:close/>
                </a:path>
                <a:path w="328295" h="20066000">
                  <a:moveTo>
                    <a:pt x="309014" y="6095999"/>
                  </a:moveTo>
                  <a:lnTo>
                    <a:pt x="265440" y="6095999"/>
                  </a:lnTo>
                  <a:lnTo>
                    <a:pt x="265010" y="6222999"/>
                  </a:lnTo>
                  <a:lnTo>
                    <a:pt x="264657" y="6349999"/>
                  </a:lnTo>
                  <a:lnTo>
                    <a:pt x="263732" y="6730999"/>
                  </a:lnTo>
                  <a:lnTo>
                    <a:pt x="307801" y="6730999"/>
                  </a:lnTo>
                  <a:lnTo>
                    <a:pt x="308066" y="6603999"/>
                  </a:lnTo>
                  <a:lnTo>
                    <a:pt x="308359" y="6476999"/>
                  </a:lnTo>
                  <a:lnTo>
                    <a:pt x="308455" y="6349999"/>
                  </a:lnTo>
                  <a:lnTo>
                    <a:pt x="308686" y="6222999"/>
                  </a:lnTo>
                  <a:lnTo>
                    <a:pt x="308835" y="6222999"/>
                  </a:lnTo>
                  <a:lnTo>
                    <a:pt x="309014" y="6095999"/>
                  </a:lnTo>
                  <a:close/>
                </a:path>
                <a:path w="328295" h="20066000">
                  <a:moveTo>
                    <a:pt x="310778" y="5968999"/>
                  </a:moveTo>
                  <a:lnTo>
                    <a:pt x="267062" y="5968999"/>
                  </a:lnTo>
                  <a:lnTo>
                    <a:pt x="266659" y="6095999"/>
                  </a:lnTo>
                  <a:lnTo>
                    <a:pt x="310315" y="6095999"/>
                  </a:lnTo>
                  <a:lnTo>
                    <a:pt x="310778" y="5968999"/>
                  </a:lnTo>
                  <a:close/>
                </a:path>
                <a:path w="328295" h="20066000">
                  <a:moveTo>
                    <a:pt x="312414" y="5841999"/>
                  </a:moveTo>
                  <a:lnTo>
                    <a:pt x="268015" y="5841999"/>
                  </a:lnTo>
                  <a:lnTo>
                    <a:pt x="267513" y="5968999"/>
                  </a:lnTo>
                  <a:lnTo>
                    <a:pt x="311833" y="5968999"/>
                  </a:lnTo>
                  <a:lnTo>
                    <a:pt x="312414" y="5841999"/>
                  </a:lnTo>
                  <a:close/>
                </a:path>
                <a:path w="328295" h="20066000">
                  <a:moveTo>
                    <a:pt x="326583" y="4444999"/>
                  </a:moveTo>
                  <a:lnTo>
                    <a:pt x="282285" y="4444999"/>
                  </a:lnTo>
                  <a:lnTo>
                    <a:pt x="281658" y="4571999"/>
                  </a:lnTo>
                  <a:lnTo>
                    <a:pt x="280951" y="4698999"/>
                  </a:lnTo>
                  <a:lnTo>
                    <a:pt x="280163" y="4825999"/>
                  </a:lnTo>
                  <a:lnTo>
                    <a:pt x="279299" y="4825999"/>
                  </a:lnTo>
                  <a:lnTo>
                    <a:pt x="278361" y="4952999"/>
                  </a:lnTo>
                  <a:lnTo>
                    <a:pt x="277350" y="5079999"/>
                  </a:lnTo>
                  <a:lnTo>
                    <a:pt x="276269" y="5206999"/>
                  </a:lnTo>
                  <a:lnTo>
                    <a:pt x="275119" y="5333999"/>
                  </a:lnTo>
                  <a:lnTo>
                    <a:pt x="273902" y="5460999"/>
                  </a:lnTo>
                  <a:lnTo>
                    <a:pt x="272620" y="5460999"/>
                  </a:lnTo>
                  <a:lnTo>
                    <a:pt x="271276" y="5587999"/>
                  </a:lnTo>
                  <a:lnTo>
                    <a:pt x="269871" y="5714999"/>
                  </a:lnTo>
                  <a:lnTo>
                    <a:pt x="269190" y="5841999"/>
                  </a:lnTo>
                  <a:lnTo>
                    <a:pt x="313025" y="5841999"/>
                  </a:lnTo>
                  <a:lnTo>
                    <a:pt x="314313" y="5714999"/>
                  </a:lnTo>
                  <a:lnTo>
                    <a:pt x="317687" y="5460999"/>
                  </a:lnTo>
                  <a:lnTo>
                    <a:pt x="318989" y="5333999"/>
                  </a:lnTo>
                  <a:lnTo>
                    <a:pt x="319610" y="5206999"/>
                  </a:lnTo>
                  <a:lnTo>
                    <a:pt x="320764" y="5206999"/>
                  </a:lnTo>
                  <a:lnTo>
                    <a:pt x="321818" y="5079999"/>
                  </a:lnTo>
                  <a:lnTo>
                    <a:pt x="322800" y="4952999"/>
                  </a:lnTo>
                  <a:lnTo>
                    <a:pt x="323710" y="4825999"/>
                  </a:lnTo>
                  <a:lnTo>
                    <a:pt x="324546" y="4698999"/>
                  </a:lnTo>
                  <a:lnTo>
                    <a:pt x="325304" y="4571999"/>
                  </a:lnTo>
                  <a:lnTo>
                    <a:pt x="325984" y="4571999"/>
                  </a:lnTo>
                  <a:lnTo>
                    <a:pt x="326583" y="4444999"/>
                  </a:lnTo>
                  <a:close/>
                </a:path>
                <a:path w="328295" h="20066000">
                  <a:moveTo>
                    <a:pt x="328059" y="3555999"/>
                  </a:moveTo>
                  <a:lnTo>
                    <a:pt x="283909" y="3555999"/>
                  </a:lnTo>
                  <a:lnTo>
                    <a:pt x="283959" y="4190999"/>
                  </a:lnTo>
                  <a:lnTo>
                    <a:pt x="283669" y="4190999"/>
                  </a:lnTo>
                  <a:lnTo>
                    <a:pt x="283292" y="4317999"/>
                  </a:lnTo>
                  <a:lnTo>
                    <a:pt x="282830" y="4444999"/>
                  </a:lnTo>
                  <a:lnTo>
                    <a:pt x="327101" y="4444999"/>
                  </a:lnTo>
                  <a:lnTo>
                    <a:pt x="327533" y="4317999"/>
                  </a:lnTo>
                  <a:lnTo>
                    <a:pt x="327880" y="4190999"/>
                  </a:lnTo>
                  <a:lnTo>
                    <a:pt x="328140" y="4063999"/>
                  </a:lnTo>
                  <a:lnTo>
                    <a:pt x="328059" y="3555999"/>
                  </a:lnTo>
                  <a:close/>
                </a:path>
                <a:path w="328295" h="20066000">
                  <a:moveTo>
                    <a:pt x="327753" y="3428999"/>
                  </a:moveTo>
                  <a:lnTo>
                    <a:pt x="283587" y="3428999"/>
                  </a:lnTo>
                  <a:lnTo>
                    <a:pt x="283761" y="3555999"/>
                  </a:lnTo>
                  <a:lnTo>
                    <a:pt x="327919" y="3555999"/>
                  </a:lnTo>
                  <a:lnTo>
                    <a:pt x="327753" y="3428999"/>
                  </a:lnTo>
                  <a:close/>
                </a:path>
                <a:path w="328295" h="20066000">
                  <a:moveTo>
                    <a:pt x="327346" y="3301999"/>
                  </a:moveTo>
                  <a:lnTo>
                    <a:pt x="283164" y="3301999"/>
                  </a:lnTo>
                  <a:lnTo>
                    <a:pt x="283389" y="3428999"/>
                  </a:lnTo>
                  <a:lnTo>
                    <a:pt x="327562" y="3428999"/>
                  </a:lnTo>
                  <a:lnTo>
                    <a:pt x="327346" y="3301999"/>
                  </a:lnTo>
                  <a:close/>
                </a:path>
                <a:path w="328295" h="20066000">
                  <a:moveTo>
                    <a:pt x="326543" y="3174999"/>
                  </a:moveTo>
                  <a:lnTo>
                    <a:pt x="282638" y="3174999"/>
                  </a:lnTo>
                  <a:lnTo>
                    <a:pt x="282914" y="3301999"/>
                  </a:lnTo>
                  <a:lnTo>
                    <a:pt x="326837" y="3301999"/>
                  </a:lnTo>
                  <a:lnTo>
                    <a:pt x="326543" y="3174999"/>
                  </a:lnTo>
                  <a:close/>
                </a:path>
                <a:path w="328295" h="20066000">
                  <a:moveTo>
                    <a:pt x="325877" y="3047999"/>
                  </a:moveTo>
                  <a:lnTo>
                    <a:pt x="281650" y="3047999"/>
                  </a:lnTo>
                  <a:lnTo>
                    <a:pt x="282006" y="3174999"/>
                  </a:lnTo>
                  <a:lnTo>
                    <a:pt x="326223" y="3174999"/>
                  </a:lnTo>
                  <a:lnTo>
                    <a:pt x="325877" y="3047999"/>
                  </a:lnTo>
                  <a:close/>
                </a:path>
                <a:path w="328295" h="20066000">
                  <a:moveTo>
                    <a:pt x="325102" y="2920999"/>
                  </a:moveTo>
                  <a:lnTo>
                    <a:pt x="280857" y="2920999"/>
                  </a:lnTo>
                  <a:lnTo>
                    <a:pt x="281267" y="3047999"/>
                  </a:lnTo>
                  <a:lnTo>
                    <a:pt x="325504" y="3047999"/>
                  </a:lnTo>
                  <a:lnTo>
                    <a:pt x="325102" y="2920999"/>
                  </a:lnTo>
                  <a:close/>
                </a:path>
                <a:path w="328295" h="20066000">
                  <a:moveTo>
                    <a:pt x="322677" y="2793999"/>
                  </a:moveTo>
                  <a:lnTo>
                    <a:pt x="278386" y="2793999"/>
                  </a:lnTo>
                  <a:lnTo>
                    <a:pt x="278937" y="2920999"/>
                  </a:lnTo>
                  <a:lnTo>
                    <a:pt x="323218" y="2920999"/>
                  </a:lnTo>
                  <a:lnTo>
                    <a:pt x="322677" y="2793999"/>
                  </a:lnTo>
                  <a:close/>
                </a:path>
                <a:path w="328295" h="20066000">
                  <a:moveTo>
                    <a:pt x="321508" y="2666999"/>
                  </a:moveTo>
                  <a:lnTo>
                    <a:pt x="277198" y="2666999"/>
                  </a:lnTo>
                  <a:lnTo>
                    <a:pt x="277807" y="2793999"/>
                  </a:lnTo>
                  <a:lnTo>
                    <a:pt x="322107" y="2793999"/>
                  </a:lnTo>
                  <a:lnTo>
                    <a:pt x="321508" y="2666999"/>
                  </a:lnTo>
                  <a:close/>
                </a:path>
                <a:path w="328295" h="20066000">
                  <a:moveTo>
                    <a:pt x="319538" y="2539999"/>
                  </a:moveTo>
                  <a:lnTo>
                    <a:pt x="275893" y="2539999"/>
                  </a:lnTo>
                  <a:lnTo>
                    <a:pt x="276560" y="2666999"/>
                  </a:lnTo>
                  <a:lnTo>
                    <a:pt x="320224" y="2666999"/>
                  </a:lnTo>
                  <a:lnTo>
                    <a:pt x="319538" y="2539999"/>
                  </a:lnTo>
                  <a:close/>
                </a:path>
                <a:path w="328295" h="20066000">
                  <a:moveTo>
                    <a:pt x="318075" y="2412999"/>
                  </a:moveTo>
                  <a:lnTo>
                    <a:pt x="273649" y="2412999"/>
                  </a:lnTo>
                  <a:lnTo>
                    <a:pt x="274439" y="2539999"/>
                  </a:lnTo>
                  <a:lnTo>
                    <a:pt x="318821" y="2539999"/>
                  </a:lnTo>
                  <a:lnTo>
                    <a:pt x="318075" y="2412999"/>
                  </a:lnTo>
                  <a:close/>
                </a:path>
                <a:path w="328295" h="20066000">
                  <a:moveTo>
                    <a:pt x="316493" y="2285999"/>
                  </a:moveTo>
                  <a:lnTo>
                    <a:pt x="271962" y="2285999"/>
                  </a:lnTo>
                  <a:lnTo>
                    <a:pt x="272822" y="2412999"/>
                  </a:lnTo>
                  <a:lnTo>
                    <a:pt x="317299" y="2412999"/>
                  </a:lnTo>
                  <a:lnTo>
                    <a:pt x="316493" y="2285999"/>
                  </a:lnTo>
                  <a:close/>
                </a:path>
                <a:path w="328295" h="20066000">
                  <a:moveTo>
                    <a:pt x="288883" y="761999"/>
                  </a:moveTo>
                  <a:lnTo>
                    <a:pt x="244623" y="761999"/>
                  </a:lnTo>
                  <a:lnTo>
                    <a:pt x="245522" y="888999"/>
                  </a:lnTo>
                  <a:lnTo>
                    <a:pt x="247250" y="888999"/>
                  </a:lnTo>
                  <a:lnTo>
                    <a:pt x="248903" y="1015999"/>
                  </a:lnTo>
                  <a:lnTo>
                    <a:pt x="255261" y="1396999"/>
                  </a:lnTo>
                  <a:lnTo>
                    <a:pt x="256910" y="1523999"/>
                  </a:lnTo>
                  <a:lnTo>
                    <a:pt x="258649" y="1523999"/>
                  </a:lnTo>
                  <a:lnTo>
                    <a:pt x="260491" y="1650999"/>
                  </a:lnTo>
                  <a:lnTo>
                    <a:pt x="263381" y="1904999"/>
                  </a:lnTo>
                  <a:lnTo>
                    <a:pt x="268269" y="2158999"/>
                  </a:lnTo>
                  <a:lnTo>
                    <a:pt x="270158" y="2285999"/>
                  </a:lnTo>
                  <a:lnTo>
                    <a:pt x="314787" y="2285999"/>
                  </a:lnTo>
                  <a:lnTo>
                    <a:pt x="313888" y="2158999"/>
                  </a:lnTo>
                  <a:lnTo>
                    <a:pt x="312957" y="2158999"/>
                  </a:lnTo>
                  <a:lnTo>
                    <a:pt x="311995" y="2031999"/>
                  </a:lnTo>
                  <a:lnTo>
                    <a:pt x="309015" y="1904999"/>
                  </a:lnTo>
                  <a:lnTo>
                    <a:pt x="307096" y="1777999"/>
                  </a:lnTo>
                  <a:lnTo>
                    <a:pt x="305237" y="1650999"/>
                  </a:lnTo>
                  <a:lnTo>
                    <a:pt x="303431" y="1650999"/>
                  </a:lnTo>
                  <a:lnTo>
                    <a:pt x="300806" y="1396999"/>
                  </a:lnTo>
                  <a:lnTo>
                    <a:pt x="297425" y="1269999"/>
                  </a:lnTo>
                  <a:lnTo>
                    <a:pt x="291619" y="1015999"/>
                  </a:lnTo>
                  <a:lnTo>
                    <a:pt x="289820" y="888999"/>
                  </a:lnTo>
                  <a:lnTo>
                    <a:pt x="288883" y="761999"/>
                  </a:lnTo>
                  <a:close/>
                </a:path>
                <a:path w="328295" h="20066000">
                  <a:moveTo>
                    <a:pt x="286916" y="634999"/>
                  </a:moveTo>
                  <a:lnTo>
                    <a:pt x="242738" y="634999"/>
                  </a:lnTo>
                  <a:lnTo>
                    <a:pt x="243696" y="761999"/>
                  </a:lnTo>
                  <a:lnTo>
                    <a:pt x="287916" y="761999"/>
                  </a:lnTo>
                  <a:lnTo>
                    <a:pt x="286916" y="634999"/>
                  </a:lnTo>
                  <a:close/>
                </a:path>
                <a:path w="328295" h="20066000">
                  <a:moveTo>
                    <a:pt x="283682" y="507999"/>
                  </a:moveTo>
                  <a:lnTo>
                    <a:pt x="239649" y="507999"/>
                  </a:lnTo>
                  <a:lnTo>
                    <a:pt x="240718" y="634999"/>
                  </a:lnTo>
                  <a:lnTo>
                    <a:pt x="284803" y="634999"/>
                  </a:lnTo>
                  <a:lnTo>
                    <a:pt x="283682" y="507999"/>
                  </a:lnTo>
                  <a:close/>
                </a:path>
                <a:path w="328295" h="20066000">
                  <a:moveTo>
                    <a:pt x="278865" y="253999"/>
                  </a:moveTo>
                  <a:lnTo>
                    <a:pt x="234882" y="253999"/>
                  </a:lnTo>
                  <a:lnTo>
                    <a:pt x="238538" y="507999"/>
                  </a:lnTo>
                  <a:lnTo>
                    <a:pt x="282515" y="507999"/>
                  </a:lnTo>
                  <a:lnTo>
                    <a:pt x="278865" y="253999"/>
                  </a:lnTo>
                  <a:close/>
                </a:path>
                <a:path w="328295" h="20066000">
                  <a:moveTo>
                    <a:pt x="276606" y="126999"/>
                  </a:moveTo>
                  <a:lnTo>
                    <a:pt x="232597" y="126999"/>
                  </a:lnTo>
                  <a:lnTo>
                    <a:pt x="233703" y="253999"/>
                  </a:lnTo>
                  <a:lnTo>
                    <a:pt x="277697" y="253999"/>
                  </a:lnTo>
                  <a:lnTo>
                    <a:pt x="276606" y="126999"/>
                  </a:lnTo>
                  <a:close/>
                </a:path>
                <a:path w="328295" h="20066000">
                  <a:moveTo>
                    <a:pt x="274091" y="0"/>
                  </a:moveTo>
                  <a:lnTo>
                    <a:pt x="230029" y="0"/>
                  </a:lnTo>
                  <a:lnTo>
                    <a:pt x="230728" y="126999"/>
                  </a:lnTo>
                  <a:lnTo>
                    <a:pt x="274772" y="126999"/>
                  </a:lnTo>
                  <a:lnTo>
                    <a:pt x="274091" y="0"/>
                  </a:lnTo>
                  <a:close/>
                </a:path>
              </a:pathLst>
            </a:custGeom>
            <a:solidFill>
              <a:srgbClr val="FCE2ED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3896" y="5474081"/>
              <a:ext cx="10033691" cy="13018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847830" y="2494599"/>
              <a:ext cx="290195" cy="290195"/>
            </a:xfrm>
            <a:custGeom>
              <a:avLst/>
              <a:gdLst/>
              <a:ahLst/>
              <a:cxnLst/>
              <a:rect l="l" t="t" r="r" b="b"/>
              <a:pathLst>
                <a:path w="290195" h="290194">
                  <a:moveTo>
                    <a:pt x="144986" y="0"/>
                  </a:moveTo>
                  <a:lnTo>
                    <a:pt x="99159" y="7391"/>
                  </a:lnTo>
                  <a:lnTo>
                    <a:pt x="59359" y="27973"/>
                  </a:lnTo>
                  <a:lnTo>
                    <a:pt x="27973" y="59359"/>
                  </a:lnTo>
                  <a:lnTo>
                    <a:pt x="7391" y="99159"/>
                  </a:lnTo>
                  <a:lnTo>
                    <a:pt x="0" y="144986"/>
                  </a:lnTo>
                  <a:lnTo>
                    <a:pt x="7391" y="190812"/>
                  </a:lnTo>
                  <a:lnTo>
                    <a:pt x="27973" y="230612"/>
                  </a:lnTo>
                  <a:lnTo>
                    <a:pt x="59359" y="261998"/>
                  </a:lnTo>
                  <a:lnTo>
                    <a:pt x="99159" y="282580"/>
                  </a:lnTo>
                  <a:lnTo>
                    <a:pt x="144986" y="289972"/>
                  </a:lnTo>
                  <a:lnTo>
                    <a:pt x="190812" y="282580"/>
                  </a:lnTo>
                  <a:lnTo>
                    <a:pt x="230612" y="261998"/>
                  </a:lnTo>
                  <a:lnTo>
                    <a:pt x="261998" y="230612"/>
                  </a:lnTo>
                  <a:lnTo>
                    <a:pt x="282580" y="190812"/>
                  </a:lnTo>
                  <a:lnTo>
                    <a:pt x="289972" y="144986"/>
                  </a:lnTo>
                  <a:lnTo>
                    <a:pt x="282580" y="99159"/>
                  </a:lnTo>
                  <a:lnTo>
                    <a:pt x="261998" y="59359"/>
                  </a:lnTo>
                  <a:lnTo>
                    <a:pt x="230612" y="27973"/>
                  </a:lnTo>
                  <a:lnTo>
                    <a:pt x="190812" y="7391"/>
                  </a:lnTo>
                  <a:lnTo>
                    <a:pt x="144986" y="0"/>
                  </a:lnTo>
                  <a:close/>
                </a:path>
              </a:pathLst>
            </a:custGeom>
            <a:solidFill>
              <a:srgbClr val="F28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940848" y="2569744"/>
              <a:ext cx="104139" cy="52069"/>
            </a:xfrm>
            <a:custGeom>
              <a:avLst/>
              <a:gdLst/>
              <a:ahLst/>
              <a:cxnLst/>
              <a:rect l="l" t="t" r="r" b="b"/>
              <a:pathLst>
                <a:path w="104140" h="52069">
                  <a:moveTo>
                    <a:pt x="0" y="51963"/>
                  </a:moveTo>
                  <a:lnTo>
                    <a:pt x="51963" y="0"/>
                  </a:lnTo>
                  <a:lnTo>
                    <a:pt x="103937" y="51963"/>
                  </a:lnTo>
                </a:path>
              </a:pathLst>
            </a:custGeom>
            <a:ln w="235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992816" y="2569740"/>
              <a:ext cx="0" cy="139700"/>
            </a:xfrm>
            <a:custGeom>
              <a:avLst/>
              <a:gdLst/>
              <a:ahLst/>
              <a:cxnLst/>
              <a:rect l="l" t="t" r="r" b="b"/>
              <a:pathLst>
                <a:path h="139700">
                  <a:moveTo>
                    <a:pt x="0" y="0"/>
                  </a:moveTo>
                  <a:lnTo>
                    <a:pt x="0" y="139681"/>
                  </a:lnTo>
                </a:path>
              </a:pathLst>
            </a:custGeom>
            <a:ln w="235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53384" y="12093433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>
                  <a:moveTo>
                    <a:pt x="969803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53384" y="12093433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3434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99448" y="12093433"/>
              <a:ext cx="9458960" cy="0"/>
            </a:xfrm>
            <a:custGeom>
              <a:avLst/>
              <a:gdLst/>
              <a:ahLst/>
              <a:cxnLst/>
              <a:rect l="l" t="t" r="r" b="b"/>
              <a:pathLst>
                <a:path w="9458960">
                  <a:moveTo>
                    <a:pt x="0" y="0"/>
                  </a:moveTo>
                  <a:lnTo>
                    <a:pt x="9458356" y="0"/>
                  </a:lnTo>
                </a:path>
              </a:pathLst>
            </a:custGeom>
            <a:ln w="17642">
              <a:solidFill>
                <a:srgbClr val="34346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910253" y="12093433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3434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34787" y="11343895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263967" y="0"/>
                  </a:moveTo>
                  <a:lnTo>
                    <a:pt x="216518" y="4253"/>
                  </a:lnTo>
                  <a:lnTo>
                    <a:pt x="171860" y="16515"/>
                  </a:lnTo>
                  <a:lnTo>
                    <a:pt x="130737" y="36042"/>
                  </a:lnTo>
                  <a:lnTo>
                    <a:pt x="93896" y="62086"/>
                  </a:lnTo>
                  <a:lnTo>
                    <a:pt x="62081" y="93902"/>
                  </a:lnTo>
                  <a:lnTo>
                    <a:pt x="36039" y="130746"/>
                  </a:lnTo>
                  <a:lnTo>
                    <a:pt x="16514" y="171870"/>
                  </a:lnTo>
                  <a:lnTo>
                    <a:pt x="4252" y="216529"/>
                  </a:lnTo>
                  <a:lnTo>
                    <a:pt x="0" y="263978"/>
                  </a:lnTo>
                  <a:lnTo>
                    <a:pt x="4252" y="311427"/>
                  </a:lnTo>
                  <a:lnTo>
                    <a:pt x="16514" y="356087"/>
                  </a:lnTo>
                  <a:lnTo>
                    <a:pt x="36039" y="397211"/>
                  </a:lnTo>
                  <a:lnTo>
                    <a:pt x="62081" y="434054"/>
                  </a:lnTo>
                  <a:lnTo>
                    <a:pt x="93896" y="465871"/>
                  </a:lnTo>
                  <a:lnTo>
                    <a:pt x="130737" y="491915"/>
                  </a:lnTo>
                  <a:lnTo>
                    <a:pt x="171860" y="511441"/>
                  </a:lnTo>
                  <a:lnTo>
                    <a:pt x="216518" y="523704"/>
                  </a:lnTo>
                  <a:lnTo>
                    <a:pt x="263967" y="527957"/>
                  </a:lnTo>
                  <a:lnTo>
                    <a:pt x="311419" y="523704"/>
                  </a:lnTo>
                  <a:lnTo>
                    <a:pt x="356080" y="511441"/>
                  </a:lnTo>
                  <a:lnTo>
                    <a:pt x="397204" y="491915"/>
                  </a:lnTo>
                  <a:lnTo>
                    <a:pt x="434047" y="465871"/>
                  </a:lnTo>
                  <a:lnTo>
                    <a:pt x="465863" y="434054"/>
                  </a:lnTo>
                  <a:lnTo>
                    <a:pt x="491906" y="397211"/>
                  </a:lnTo>
                  <a:lnTo>
                    <a:pt x="511431" y="356087"/>
                  </a:lnTo>
                  <a:lnTo>
                    <a:pt x="523693" y="311427"/>
                  </a:lnTo>
                  <a:lnTo>
                    <a:pt x="527945" y="263978"/>
                  </a:lnTo>
                  <a:lnTo>
                    <a:pt x="523693" y="216529"/>
                  </a:lnTo>
                  <a:lnTo>
                    <a:pt x="511431" y="171870"/>
                  </a:lnTo>
                  <a:lnTo>
                    <a:pt x="491906" y="130746"/>
                  </a:lnTo>
                  <a:lnTo>
                    <a:pt x="465863" y="93902"/>
                  </a:lnTo>
                  <a:lnTo>
                    <a:pt x="434047" y="62086"/>
                  </a:lnTo>
                  <a:lnTo>
                    <a:pt x="397204" y="36042"/>
                  </a:lnTo>
                  <a:lnTo>
                    <a:pt x="356080" y="16515"/>
                  </a:lnTo>
                  <a:lnTo>
                    <a:pt x="311419" y="4253"/>
                  </a:lnTo>
                  <a:lnTo>
                    <a:pt x="263967" y="0"/>
                  </a:lnTo>
                  <a:close/>
                </a:path>
              </a:pathLst>
            </a:custGeom>
            <a:solidFill>
              <a:srgbClr val="343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51361" y="11513523"/>
              <a:ext cx="295275" cy="215900"/>
            </a:xfrm>
            <a:custGeom>
              <a:avLst/>
              <a:gdLst/>
              <a:ahLst/>
              <a:cxnLst/>
              <a:rect l="l" t="t" r="r" b="b"/>
              <a:pathLst>
                <a:path w="295275" h="215900">
                  <a:moveTo>
                    <a:pt x="0" y="65289"/>
                  </a:moveTo>
                  <a:lnTo>
                    <a:pt x="120686" y="215650"/>
                  </a:lnTo>
                  <a:lnTo>
                    <a:pt x="294794" y="0"/>
                  </a:lnTo>
                </a:path>
              </a:pathLst>
            </a:custGeom>
            <a:ln w="3528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53384" y="13084773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>
                  <a:moveTo>
                    <a:pt x="969803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53384" y="13084773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3434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99448" y="13084773"/>
              <a:ext cx="9458960" cy="0"/>
            </a:xfrm>
            <a:custGeom>
              <a:avLst/>
              <a:gdLst/>
              <a:ahLst/>
              <a:cxnLst/>
              <a:rect l="l" t="t" r="r" b="b"/>
              <a:pathLst>
                <a:path w="9458960">
                  <a:moveTo>
                    <a:pt x="0" y="0"/>
                  </a:moveTo>
                  <a:lnTo>
                    <a:pt x="9458356" y="0"/>
                  </a:lnTo>
                </a:path>
              </a:pathLst>
            </a:custGeom>
            <a:ln w="17642">
              <a:solidFill>
                <a:srgbClr val="34346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910253" y="13084773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3434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34787" y="13326583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19">
                  <a:moveTo>
                    <a:pt x="263967" y="0"/>
                  </a:moveTo>
                  <a:lnTo>
                    <a:pt x="216518" y="4253"/>
                  </a:lnTo>
                  <a:lnTo>
                    <a:pt x="171860" y="16515"/>
                  </a:lnTo>
                  <a:lnTo>
                    <a:pt x="130737" y="36042"/>
                  </a:lnTo>
                  <a:lnTo>
                    <a:pt x="93896" y="62086"/>
                  </a:lnTo>
                  <a:lnTo>
                    <a:pt x="62081" y="93902"/>
                  </a:lnTo>
                  <a:lnTo>
                    <a:pt x="36039" y="130746"/>
                  </a:lnTo>
                  <a:lnTo>
                    <a:pt x="16514" y="171870"/>
                  </a:lnTo>
                  <a:lnTo>
                    <a:pt x="4252" y="216529"/>
                  </a:lnTo>
                  <a:lnTo>
                    <a:pt x="0" y="263978"/>
                  </a:lnTo>
                  <a:lnTo>
                    <a:pt x="4252" y="311427"/>
                  </a:lnTo>
                  <a:lnTo>
                    <a:pt x="16514" y="356087"/>
                  </a:lnTo>
                  <a:lnTo>
                    <a:pt x="36039" y="397211"/>
                  </a:lnTo>
                  <a:lnTo>
                    <a:pt x="62081" y="434054"/>
                  </a:lnTo>
                  <a:lnTo>
                    <a:pt x="93896" y="465871"/>
                  </a:lnTo>
                  <a:lnTo>
                    <a:pt x="130737" y="491915"/>
                  </a:lnTo>
                  <a:lnTo>
                    <a:pt x="171860" y="511441"/>
                  </a:lnTo>
                  <a:lnTo>
                    <a:pt x="216518" y="523704"/>
                  </a:lnTo>
                  <a:lnTo>
                    <a:pt x="263967" y="527957"/>
                  </a:lnTo>
                  <a:lnTo>
                    <a:pt x="311419" y="523704"/>
                  </a:lnTo>
                  <a:lnTo>
                    <a:pt x="356080" y="511441"/>
                  </a:lnTo>
                  <a:lnTo>
                    <a:pt x="397204" y="491915"/>
                  </a:lnTo>
                  <a:lnTo>
                    <a:pt x="434047" y="465871"/>
                  </a:lnTo>
                  <a:lnTo>
                    <a:pt x="465863" y="434054"/>
                  </a:lnTo>
                  <a:lnTo>
                    <a:pt x="491906" y="397211"/>
                  </a:lnTo>
                  <a:lnTo>
                    <a:pt x="511431" y="356087"/>
                  </a:lnTo>
                  <a:lnTo>
                    <a:pt x="523693" y="311427"/>
                  </a:lnTo>
                  <a:lnTo>
                    <a:pt x="527945" y="263978"/>
                  </a:lnTo>
                  <a:lnTo>
                    <a:pt x="523693" y="216529"/>
                  </a:lnTo>
                  <a:lnTo>
                    <a:pt x="511431" y="171870"/>
                  </a:lnTo>
                  <a:lnTo>
                    <a:pt x="491906" y="130746"/>
                  </a:lnTo>
                  <a:lnTo>
                    <a:pt x="465863" y="93902"/>
                  </a:lnTo>
                  <a:lnTo>
                    <a:pt x="434047" y="62086"/>
                  </a:lnTo>
                  <a:lnTo>
                    <a:pt x="397204" y="36042"/>
                  </a:lnTo>
                  <a:lnTo>
                    <a:pt x="356080" y="16515"/>
                  </a:lnTo>
                  <a:lnTo>
                    <a:pt x="311419" y="4253"/>
                  </a:lnTo>
                  <a:lnTo>
                    <a:pt x="263967" y="0"/>
                  </a:lnTo>
                  <a:close/>
                </a:path>
              </a:pathLst>
            </a:custGeom>
            <a:solidFill>
              <a:srgbClr val="343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51361" y="13496213"/>
              <a:ext cx="295275" cy="215900"/>
            </a:xfrm>
            <a:custGeom>
              <a:avLst/>
              <a:gdLst/>
              <a:ahLst/>
              <a:cxnLst/>
              <a:rect l="l" t="t" r="r" b="b"/>
              <a:pathLst>
                <a:path w="295275" h="215900">
                  <a:moveTo>
                    <a:pt x="0" y="65289"/>
                  </a:moveTo>
                  <a:lnTo>
                    <a:pt x="120686" y="215650"/>
                  </a:lnTo>
                  <a:lnTo>
                    <a:pt x="294794" y="0"/>
                  </a:lnTo>
                </a:path>
              </a:pathLst>
            </a:custGeom>
            <a:ln w="3528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53384" y="14076120"/>
              <a:ext cx="9698355" cy="0"/>
            </a:xfrm>
            <a:custGeom>
              <a:avLst/>
              <a:gdLst/>
              <a:ahLst/>
              <a:cxnLst/>
              <a:rect l="l" t="t" r="r" b="b"/>
              <a:pathLst>
                <a:path w="9698355">
                  <a:moveTo>
                    <a:pt x="969803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53384" y="14076120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3434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90106" y="14624760"/>
              <a:ext cx="9458960" cy="0"/>
            </a:xfrm>
            <a:custGeom>
              <a:avLst/>
              <a:gdLst/>
              <a:ahLst/>
              <a:cxnLst/>
              <a:rect l="l" t="t" r="r" b="b"/>
              <a:pathLst>
                <a:path w="9458960">
                  <a:moveTo>
                    <a:pt x="0" y="0"/>
                  </a:moveTo>
                  <a:lnTo>
                    <a:pt x="9458356" y="0"/>
                  </a:lnTo>
                </a:path>
              </a:pathLst>
            </a:custGeom>
            <a:ln w="17642">
              <a:solidFill>
                <a:srgbClr val="343469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1910253" y="14076120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3434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334787" y="12335239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20">
                  <a:moveTo>
                    <a:pt x="263967" y="0"/>
                  </a:moveTo>
                  <a:lnTo>
                    <a:pt x="216518" y="4253"/>
                  </a:lnTo>
                  <a:lnTo>
                    <a:pt x="171860" y="16515"/>
                  </a:lnTo>
                  <a:lnTo>
                    <a:pt x="130737" y="36042"/>
                  </a:lnTo>
                  <a:lnTo>
                    <a:pt x="93896" y="62086"/>
                  </a:lnTo>
                  <a:lnTo>
                    <a:pt x="62081" y="93902"/>
                  </a:lnTo>
                  <a:lnTo>
                    <a:pt x="36039" y="130746"/>
                  </a:lnTo>
                  <a:lnTo>
                    <a:pt x="16514" y="171870"/>
                  </a:lnTo>
                  <a:lnTo>
                    <a:pt x="4252" y="216529"/>
                  </a:lnTo>
                  <a:lnTo>
                    <a:pt x="0" y="263978"/>
                  </a:lnTo>
                  <a:lnTo>
                    <a:pt x="4252" y="311427"/>
                  </a:lnTo>
                  <a:lnTo>
                    <a:pt x="16514" y="356087"/>
                  </a:lnTo>
                  <a:lnTo>
                    <a:pt x="36039" y="397211"/>
                  </a:lnTo>
                  <a:lnTo>
                    <a:pt x="62081" y="434054"/>
                  </a:lnTo>
                  <a:lnTo>
                    <a:pt x="93896" y="465871"/>
                  </a:lnTo>
                  <a:lnTo>
                    <a:pt x="130737" y="491915"/>
                  </a:lnTo>
                  <a:lnTo>
                    <a:pt x="171860" y="511441"/>
                  </a:lnTo>
                  <a:lnTo>
                    <a:pt x="216518" y="523704"/>
                  </a:lnTo>
                  <a:lnTo>
                    <a:pt x="263967" y="527957"/>
                  </a:lnTo>
                  <a:lnTo>
                    <a:pt x="311419" y="523704"/>
                  </a:lnTo>
                  <a:lnTo>
                    <a:pt x="356080" y="511441"/>
                  </a:lnTo>
                  <a:lnTo>
                    <a:pt x="397204" y="491915"/>
                  </a:lnTo>
                  <a:lnTo>
                    <a:pt x="434047" y="465871"/>
                  </a:lnTo>
                  <a:lnTo>
                    <a:pt x="465863" y="434054"/>
                  </a:lnTo>
                  <a:lnTo>
                    <a:pt x="491906" y="397211"/>
                  </a:lnTo>
                  <a:lnTo>
                    <a:pt x="511431" y="356087"/>
                  </a:lnTo>
                  <a:lnTo>
                    <a:pt x="523693" y="311427"/>
                  </a:lnTo>
                  <a:lnTo>
                    <a:pt x="527945" y="263978"/>
                  </a:lnTo>
                  <a:lnTo>
                    <a:pt x="523693" y="216529"/>
                  </a:lnTo>
                  <a:lnTo>
                    <a:pt x="511431" y="171870"/>
                  </a:lnTo>
                  <a:lnTo>
                    <a:pt x="491906" y="130746"/>
                  </a:lnTo>
                  <a:lnTo>
                    <a:pt x="465863" y="93902"/>
                  </a:lnTo>
                  <a:lnTo>
                    <a:pt x="434047" y="62086"/>
                  </a:lnTo>
                  <a:lnTo>
                    <a:pt x="397204" y="36042"/>
                  </a:lnTo>
                  <a:lnTo>
                    <a:pt x="356080" y="16515"/>
                  </a:lnTo>
                  <a:lnTo>
                    <a:pt x="311419" y="4253"/>
                  </a:lnTo>
                  <a:lnTo>
                    <a:pt x="263967" y="0"/>
                  </a:lnTo>
                  <a:close/>
                </a:path>
              </a:pathLst>
            </a:custGeom>
            <a:solidFill>
              <a:srgbClr val="343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51361" y="12504866"/>
              <a:ext cx="295275" cy="215900"/>
            </a:xfrm>
            <a:custGeom>
              <a:avLst/>
              <a:gdLst/>
              <a:ahLst/>
              <a:cxnLst/>
              <a:rect l="l" t="t" r="r" b="b"/>
              <a:pathLst>
                <a:path w="295275" h="215900">
                  <a:moveTo>
                    <a:pt x="0" y="65289"/>
                  </a:moveTo>
                  <a:lnTo>
                    <a:pt x="120686" y="215650"/>
                  </a:lnTo>
                  <a:lnTo>
                    <a:pt x="294794" y="0"/>
                  </a:lnTo>
                </a:path>
              </a:pathLst>
            </a:custGeom>
            <a:ln w="3528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20718" y="4749431"/>
              <a:ext cx="1082188" cy="114037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59147" y="5734942"/>
              <a:ext cx="1843758" cy="190731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300021" y="100005"/>
              <a:ext cx="3810" cy="83185"/>
            </a:xfrm>
            <a:custGeom>
              <a:avLst/>
              <a:gdLst/>
              <a:ahLst/>
              <a:cxnLst/>
              <a:rect l="l" t="t" r="r" b="b"/>
              <a:pathLst>
                <a:path w="3809" h="83185">
                  <a:moveTo>
                    <a:pt x="3469" y="0"/>
                  </a:moveTo>
                  <a:lnTo>
                    <a:pt x="3251" y="20791"/>
                  </a:lnTo>
                  <a:lnTo>
                    <a:pt x="2599" y="41508"/>
                  </a:lnTo>
                  <a:lnTo>
                    <a:pt x="1514" y="62148"/>
                  </a:lnTo>
                  <a:lnTo>
                    <a:pt x="0" y="82708"/>
                  </a:lnTo>
                </a:path>
              </a:pathLst>
            </a:custGeom>
            <a:ln w="35285">
              <a:solidFill>
                <a:srgbClr val="F6AE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552194" y="242386"/>
              <a:ext cx="3730625" cy="1207770"/>
            </a:xfrm>
            <a:custGeom>
              <a:avLst/>
              <a:gdLst/>
              <a:ahLst/>
              <a:cxnLst/>
              <a:rect l="l" t="t" r="r" b="b"/>
              <a:pathLst>
                <a:path w="3730625" h="1207770">
                  <a:moveTo>
                    <a:pt x="3730494" y="59043"/>
                  </a:moveTo>
                  <a:lnTo>
                    <a:pt x="3721593" y="97852"/>
                  </a:lnTo>
                  <a:lnTo>
                    <a:pt x="3711166" y="136281"/>
                  </a:lnTo>
                  <a:lnTo>
                    <a:pt x="3699235" y="174312"/>
                  </a:lnTo>
                  <a:lnTo>
                    <a:pt x="3685824" y="211931"/>
                  </a:lnTo>
                  <a:lnTo>
                    <a:pt x="3670957" y="249119"/>
                  </a:lnTo>
                  <a:lnTo>
                    <a:pt x="3654656" y="285860"/>
                  </a:lnTo>
                  <a:lnTo>
                    <a:pt x="3636945" y="322138"/>
                  </a:lnTo>
                  <a:lnTo>
                    <a:pt x="3617846" y="357935"/>
                  </a:lnTo>
                  <a:lnTo>
                    <a:pt x="3597384" y="393236"/>
                  </a:lnTo>
                  <a:lnTo>
                    <a:pt x="3575581" y="428023"/>
                  </a:lnTo>
                  <a:lnTo>
                    <a:pt x="3552460" y="462281"/>
                  </a:lnTo>
                  <a:lnTo>
                    <a:pt x="3528046" y="495991"/>
                  </a:lnTo>
                  <a:lnTo>
                    <a:pt x="3502360" y="529138"/>
                  </a:lnTo>
                  <a:lnTo>
                    <a:pt x="3475426" y="561706"/>
                  </a:lnTo>
                  <a:lnTo>
                    <a:pt x="3447268" y="593676"/>
                  </a:lnTo>
                  <a:lnTo>
                    <a:pt x="3417908" y="625033"/>
                  </a:lnTo>
                  <a:lnTo>
                    <a:pt x="3387370" y="655760"/>
                  </a:lnTo>
                  <a:lnTo>
                    <a:pt x="3355676" y="685840"/>
                  </a:lnTo>
                  <a:lnTo>
                    <a:pt x="3322851" y="715257"/>
                  </a:lnTo>
                  <a:lnTo>
                    <a:pt x="3288918" y="743995"/>
                  </a:lnTo>
                  <a:lnTo>
                    <a:pt x="3253898" y="772035"/>
                  </a:lnTo>
                  <a:lnTo>
                    <a:pt x="3217817" y="799362"/>
                  </a:lnTo>
                  <a:lnTo>
                    <a:pt x="3180697" y="825960"/>
                  </a:lnTo>
                  <a:lnTo>
                    <a:pt x="3142560" y="851810"/>
                  </a:lnTo>
                  <a:lnTo>
                    <a:pt x="3103431" y="876898"/>
                  </a:lnTo>
                  <a:lnTo>
                    <a:pt x="3063333" y="901206"/>
                  </a:lnTo>
                  <a:lnTo>
                    <a:pt x="3022289" y="924717"/>
                  </a:lnTo>
                  <a:lnTo>
                    <a:pt x="2980321" y="947415"/>
                  </a:lnTo>
                  <a:lnTo>
                    <a:pt x="2937454" y="969283"/>
                  </a:lnTo>
                  <a:lnTo>
                    <a:pt x="2893710" y="990305"/>
                  </a:lnTo>
                  <a:lnTo>
                    <a:pt x="2849112" y="1010463"/>
                  </a:lnTo>
                  <a:lnTo>
                    <a:pt x="2803685" y="1029742"/>
                  </a:lnTo>
                  <a:lnTo>
                    <a:pt x="2757450" y="1048124"/>
                  </a:lnTo>
                  <a:lnTo>
                    <a:pt x="2710432" y="1065594"/>
                  </a:lnTo>
                  <a:lnTo>
                    <a:pt x="2662653" y="1082133"/>
                  </a:lnTo>
                  <a:lnTo>
                    <a:pt x="2614137" y="1097726"/>
                  </a:lnTo>
                  <a:lnTo>
                    <a:pt x="2564907" y="1112356"/>
                  </a:lnTo>
                  <a:lnTo>
                    <a:pt x="2514985" y="1126007"/>
                  </a:lnTo>
                  <a:lnTo>
                    <a:pt x="2464396" y="1138661"/>
                  </a:lnTo>
                  <a:lnTo>
                    <a:pt x="2413163" y="1150302"/>
                  </a:lnTo>
                  <a:lnTo>
                    <a:pt x="2361308" y="1160913"/>
                  </a:lnTo>
                  <a:lnTo>
                    <a:pt x="2308854" y="1170478"/>
                  </a:lnTo>
                  <a:lnTo>
                    <a:pt x="2255826" y="1178981"/>
                  </a:lnTo>
                  <a:lnTo>
                    <a:pt x="2202247" y="1186403"/>
                  </a:lnTo>
                  <a:lnTo>
                    <a:pt x="2148138" y="1192730"/>
                  </a:lnTo>
                  <a:lnTo>
                    <a:pt x="2093525" y="1197943"/>
                  </a:lnTo>
                  <a:lnTo>
                    <a:pt x="2038429" y="1202027"/>
                  </a:lnTo>
                  <a:lnTo>
                    <a:pt x="1982874" y="1204964"/>
                  </a:lnTo>
                  <a:lnTo>
                    <a:pt x="1926884" y="1206739"/>
                  </a:lnTo>
                  <a:lnTo>
                    <a:pt x="1870481" y="1207335"/>
                  </a:lnTo>
                  <a:lnTo>
                    <a:pt x="1813522" y="1206728"/>
                  </a:lnTo>
                  <a:lnTo>
                    <a:pt x="1756985" y="1204918"/>
                  </a:lnTo>
                  <a:lnTo>
                    <a:pt x="1700892" y="1201922"/>
                  </a:lnTo>
                  <a:lnTo>
                    <a:pt x="1645268" y="1197758"/>
                  </a:lnTo>
                  <a:lnTo>
                    <a:pt x="1590137" y="1192443"/>
                  </a:lnTo>
                  <a:lnTo>
                    <a:pt x="1535522" y="1185993"/>
                  </a:lnTo>
                  <a:lnTo>
                    <a:pt x="1481448" y="1178427"/>
                  </a:lnTo>
                  <a:lnTo>
                    <a:pt x="1427938" y="1169760"/>
                  </a:lnTo>
                  <a:lnTo>
                    <a:pt x="1375016" y="1160011"/>
                  </a:lnTo>
                  <a:lnTo>
                    <a:pt x="1322706" y="1149197"/>
                  </a:lnTo>
                  <a:lnTo>
                    <a:pt x="1271033" y="1137334"/>
                  </a:lnTo>
                  <a:lnTo>
                    <a:pt x="1220019" y="1124439"/>
                  </a:lnTo>
                  <a:lnTo>
                    <a:pt x="1169689" y="1110531"/>
                  </a:lnTo>
                  <a:lnTo>
                    <a:pt x="1120067" y="1095625"/>
                  </a:lnTo>
                  <a:lnTo>
                    <a:pt x="1071177" y="1079740"/>
                  </a:lnTo>
                  <a:lnTo>
                    <a:pt x="1023042" y="1062892"/>
                  </a:lnTo>
                  <a:lnTo>
                    <a:pt x="975686" y="1045099"/>
                  </a:lnTo>
                  <a:lnTo>
                    <a:pt x="929134" y="1026377"/>
                  </a:lnTo>
                  <a:lnTo>
                    <a:pt x="883409" y="1006744"/>
                  </a:lnTo>
                  <a:lnTo>
                    <a:pt x="838536" y="986217"/>
                  </a:lnTo>
                  <a:lnTo>
                    <a:pt x="794537" y="964813"/>
                  </a:lnTo>
                  <a:lnTo>
                    <a:pt x="751437" y="942549"/>
                  </a:lnTo>
                  <a:lnTo>
                    <a:pt x="709260" y="919443"/>
                  </a:lnTo>
                  <a:lnTo>
                    <a:pt x="668030" y="895511"/>
                  </a:lnTo>
                  <a:lnTo>
                    <a:pt x="627770" y="870771"/>
                  </a:lnTo>
                  <a:lnTo>
                    <a:pt x="588505" y="845239"/>
                  </a:lnTo>
                  <a:lnTo>
                    <a:pt x="550258" y="818934"/>
                  </a:lnTo>
                  <a:lnTo>
                    <a:pt x="513054" y="791872"/>
                  </a:lnTo>
                  <a:lnTo>
                    <a:pt x="476915" y="764070"/>
                  </a:lnTo>
                  <a:lnTo>
                    <a:pt x="441867" y="735546"/>
                  </a:lnTo>
                  <a:lnTo>
                    <a:pt x="407933" y="706316"/>
                  </a:lnTo>
                  <a:lnTo>
                    <a:pt x="375137" y="676398"/>
                  </a:lnTo>
                  <a:lnTo>
                    <a:pt x="343503" y="645809"/>
                  </a:lnTo>
                  <a:lnTo>
                    <a:pt x="313054" y="614566"/>
                  </a:lnTo>
                  <a:lnTo>
                    <a:pt x="283815" y="582686"/>
                  </a:lnTo>
                  <a:lnTo>
                    <a:pt x="255810" y="550186"/>
                  </a:lnTo>
                  <a:lnTo>
                    <a:pt x="229062" y="517084"/>
                  </a:lnTo>
                  <a:lnTo>
                    <a:pt x="203595" y="483397"/>
                  </a:lnTo>
                  <a:lnTo>
                    <a:pt x="179433" y="449142"/>
                  </a:lnTo>
                  <a:lnTo>
                    <a:pt x="156601" y="414335"/>
                  </a:lnTo>
                  <a:lnTo>
                    <a:pt x="135121" y="378995"/>
                  </a:lnTo>
                  <a:lnTo>
                    <a:pt x="115019" y="343137"/>
                  </a:lnTo>
                  <a:lnTo>
                    <a:pt x="96317" y="306781"/>
                  </a:lnTo>
                  <a:lnTo>
                    <a:pt x="79040" y="269941"/>
                  </a:lnTo>
                  <a:lnTo>
                    <a:pt x="63211" y="232637"/>
                  </a:lnTo>
                  <a:lnTo>
                    <a:pt x="48855" y="194884"/>
                  </a:lnTo>
                  <a:lnTo>
                    <a:pt x="35996" y="156701"/>
                  </a:lnTo>
                  <a:lnTo>
                    <a:pt x="24657" y="118103"/>
                  </a:lnTo>
                  <a:lnTo>
                    <a:pt x="14861" y="79109"/>
                  </a:lnTo>
                  <a:lnTo>
                    <a:pt x="6634" y="39736"/>
                  </a:lnTo>
                  <a:lnTo>
                    <a:pt x="0" y="0"/>
                  </a:lnTo>
                </a:path>
              </a:pathLst>
            </a:custGeom>
            <a:ln w="35285">
              <a:solidFill>
                <a:srgbClr val="F6AEC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541855" y="100004"/>
              <a:ext cx="3810" cy="83185"/>
            </a:xfrm>
            <a:custGeom>
              <a:avLst/>
              <a:gdLst/>
              <a:ahLst/>
              <a:cxnLst/>
              <a:rect l="l" t="t" r="r" b="b"/>
              <a:pathLst>
                <a:path w="3809" h="83185">
                  <a:moveTo>
                    <a:pt x="3469" y="82708"/>
                  </a:moveTo>
                  <a:lnTo>
                    <a:pt x="1955" y="62148"/>
                  </a:lnTo>
                  <a:lnTo>
                    <a:pt x="870" y="41508"/>
                  </a:lnTo>
                  <a:lnTo>
                    <a:pt x="217" y="20791"/>
                  </a:lnTo>
                  <a:lnTo>
                    <a:pt x="0" y="0"/>
                  </a:lnTo>
                </a:path>
              </a:pathLst>
            </a:custGeom>
            <a:ln w="35285">
              <a:solidFill>
                <a:srgbClr val="F6AE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1789387" y="8608567"/>
              <a:ext cx="75565" cy="38100"/>
            </a:xfrm>
            <a:custGeom>
              <a:avLst/>
              <a:gdLst/>
              <a:ahLst/>
              <a:cxnLst/>
              <a:rect l="l" t="t" r="r" b="b"/>
              <a:pathLst>
                <a:path w="75565" h="38100">
                  <a:moveTo>
                    <a:pt x="0" y="37543"/>
                  </a:moveTo>
                  <a:lnTo>
                    <a:pt x="16387" y="28534"/>
                  </a:lnTo>
                  <a:lnTo>
                    <a:pt x="29658" y="21620"/>
                  </a:lnTo>
                  <a:lnTo>
                    <a:pt x="46839" y="13282"/>
                  </a:lnTo>
                  <a:lnTo>
                    <a:pt x="74957" y="0"/>
                  </a:lnTo>
                </a:path>
              </a:pathLst>
            </a:custGeom>
            <a:ln w="35285">
              <a:solidFill>
                <a:srgbClr val="F795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1978784" y="8399385"/>
              <a:ext cx="2224405" cy="1052195"/>
            </a:xfrm>
            <a:custGeom>
              <a:avLst/>
              <a:gdLst/>
              <a:ahLst/>
              <a:cxnLst/>
              <a:rect l="l" t="t" r="r" b="b"/>
              <a:pathLst>
                <a:path w="2224405" h="1052195">
                  <a:moveTo>
                    <a:pt x="0" y="159107"/>
                  </a:moveTo>
                  <a:lnTo>
                    <a:pt x="55800" y="137197"/>
                  </a:lnTo>
                  <a:lnTo>
                    <a:pt x="117169" y="114882"/>
                  </a:lnTo>
                  <a:lnTo>
                    <a:pt x="183561" y="92814"/>
                  </a:lnTo>
                  <a:lnTo>
                    <a:pt x="254431" y="71645"/>
                  </a:lnTo>
                  <a:lnTo>
                    <a:pt x="291374" y="61601"/>
                  </a:lnTo>
                  <a:lnTo>
                    <a:pt x="329232" y="52027"/>
                  </a:lnTo>
                  <a:lnTo>
                    <a:pt x="367936" y="43002"/>
                  </a:lnTo>
                  <a:lnTo>
                    <a:pt x="407419" y="34610"/>
                  </a:lnTo>
                  <a:lnTo>
                    <a:pt x="447612" y="26932"/>
                  </a:lnTo>
                  <a:lnTo>
                    <a:pt x="488446" y="20048"/>
                  </a:lnTo>
                  <a:lnTo>
                    <a:pt x="529854" y="14040"/>
                  </a:lnTo>
                  <a:lnTo>
                    <a:pt x="571768" y="8991"/>
                  </a:lnTo>
                  <a:lnTo>
                    <a:pt x="614119" y="4980"/>
                  </a:lnTo>
                  <a:lnTo>
                    <a:pt x="656838" y="2091"/>
                  </a:lnTo>
                  <a:lnTo>
                    <a:pt x="699859" y="403"/>
                  </a:lnTo>
                  <a:lnTo>
                    <a:pt x="743111" y="0"/>
                  </a:lnTo>
                  <a:lnTo>
                    <a:pt x="786529" y="961"/>
                  </a:lnTo>
                  <a:lnTo>
                    <a:pt x="830042" y="3369"/>
                  </a:lnTo>
                  <a:lnTo>
                    <a:pt x="873583" y="7305"/>
                  </a:lnTo>
                  <a:lnTo>
                    <a:pt x="917084" y="12850"/>
                  </a:lnTo>
                  <a:lnTo>
                    <a:pt x="960476" y="20086"/>
                  </a:lnTo>
                  <a:lnTo>
                    <a:pt x="1003691" y="29095"/>
                  </a:lnTo>
                  <a:lnTo>
                    <a:pt x="1046661" y="39958"/>
                  </a:lnTo>
                  <a:lnTo>
                    <a:pt x="1089318" y="52756"/>
                  </a:lnTo>
                  <a:lnTo>
                    <a:pt x="1131594" y="67570"/>
                  </a:lnTo>
                  <a:lnTo>
                    <a:pt x="1173420" y="84483"/>
                  </a:lnTo>
                  <a:lnTo>
                    <a:pt x="1214728" y="103576"/>
                  </a:lnTo>
                  <a:lnTo>
                    <a:pt x="1255450" y="124929"/>
                  </a:lnTo>
                  <a:lnTo>
                    <a:pt x="1295518" y="148626"/>
                  </a:lnTo>
                  <a:lnTo>
                    <a:pt x="1334863" y="174746"/>
                  </a:lnTo>
                  <a:lnTo>
                    <a:pt x="1373417" y="203372"/>
                  </a:lnTo>
                  <a:lnTo>
                    <a:pt x="1411112" y="234585"/>
                  </a:lnTo>
                  <a:lnTo>
                    <a:pt x="1447880" y="268466"/>
                  </a:lnTo>
                  <a:lnTo>
                    <a:pt x="1483653" y="305097"/>
                  </a:lnTo>
                  <a:lnTo>
                    <a:pt x="1518362" y="344560"/>
                  </a:lnTo>
                  <a:lnTo>
                    <a:pt x="1551939" y="386935"/>
                  </a:lnTo>
                  <a:lnTo>
                    <a:pt x="1584317" y="432304"/>
                  </a:lnTo>
                  <a:lnTo>
                    <a:pt x="1615426" y="480750"/>
                  </a:lnTo>
                  <a:lnTo>
                    <a:pt x="1645198" y="532352"/>
                  </a:lnTo>
                  <a:lnTo>
                    <a:pt x="1670609" y="591016"/>
                  </a:lnTo>
                  <a:lnTo>
                    <a:pt x="1684870" y="653685"/>
                  </a:lnTo>
                  <a:lnTo>
                    <a:pt x="1688276" y="725579"/>
                  </a:lnTo>
                  <a:lnTo>
                    <a:pt x="1684528" y="765999"/>
                  </a:lnTo>
                  <a:lnTo>
                    <a:pt x="1675622" y="808080"/>
                  </a:lnTo>
                  <a:lnTo>
                    <a:pt x="1660417" y="850829"/>
                  </a:lnTo>
                  <a:lnTo>
                    <a:pt x="1637769" y="893253"/>
                  </a:lnTo>
                  <a:lnTo>
                    <a:pt x="1606537" y="934362"/>
                  </a:lnTo>
                  <a:lnTo>
                    <a:pt x="1565578" y="973163"/>
                  </a:lnTo>
                  <a:lnTo>
                    <a:pt x="1513750" y="1008664"/>
                  </a:lnTo>
                  <a:lnTo>
                    <a:pt x="1470220" y="1029874"/>
                  </a:lnTo>
                  <a:lnTo>
                    <a:pt x="1425110" y="1044111"/>
                  </a:lnTo>
                  <a:lnTo>
                    <a:pt x="1379150" y="1051413"/>
                  </a:lnTo>
                  <a:lnTo>
                    <a:pt x="1333070" y="1051816"/>
                  </a:lnTo>
                  <a:lnTo>
                    <a:pt x="1287599" y="1045359"/>
                  </a:lnTo>
                  <a:lnTo>
                    <a:pt x="1243469" y="1032077"/>
                  </a:lnTo>
                  <a:lnTo>
                    <a:pt x="1201408" y="1012007"/>
                  </a:lnTo>
                  <a:lnTo>
                    <a:pt x="1162146" y="985188"/>
                  </a:lnTo>
                  <a:lnTo>
                    <a:pt x="1131037" y="958311"/>
                  </a:lnTo>
                  <a:lnTo>
                    <a:pt x="1100560" y="927124"/>
                  </a:lnTo>
                  <a:lnTo>
                    <a:pt x="1072446" y="891538"/>
                  </a:lnTo>
                  <a:lnTo>
                    <a:pt x="1048427" y="851464"/>
                  </a:lnTo>
                  <a:lnTo>
                    <a:pt x="1030234" y="806811"/>
                  </a:lnTo>
                  <a:lnTo>
                    <a:pt x="1019598" y="757491"/>
                  </a:lnTo>
                  <a:lnTo>
                    <a:pt x="1018250" y="703413"/>
                  </a:lnTo>
                  <a:lnTo>
                    <a:pt x="1027922" y="644488"/>
                  </a:lnTo>
                  <a:lnTo>
                    <a:pt x="1045208" y="591387"/>
                  </a:lnTo>
                  <a:lnTo>
                    <a:pt x="1069361" y="540351"/>
                  </a:lnTo>
                  <a:lnTo>
                    <a:pt x="1100277" y="492312"/>
                  </a:lnTo>
                  <a:lnTo>
                    <a:pt x="1137855" y="448205"/>
                  </a:lnTo>
                  <a:lnTo>
                    <a:pt x="1181991" y="408965"/>
                  </a:lnTo>
                  <a:lnTo>
                    <a:pt x="1232582" y="375527"/>
                  </a:lnTo>
                  <a:lnTo>
                    <a:pt x="1289524" y="348824"/>
                  </a:lnTo>
                  <a:lnTo>
                    <a:pt x="1352714" y="329792"/>
                  </a:lnTo>
                  <a:lnTo>
                    <a:pt x="1422050" y="319363"/>
                  </a:lnTo>
                  <a:lnTo>
                    <a:pt x="1497428" y="318474"/>
                  </a:lnTo>
                  <a:lnTo>
                    <a:pt x="1537351" y="321899"/>
                  </a:lnTo>
                  <a:lnTo>
                    <a:pt x="1578745" y="328058"/>
                  </a:lnTo>
                  <a:lnTo>
                    <a:pt x="1621599" y="337070"/>
                  </a:lnTo>
                  <a:lnTo>
                    <a:pt x="1665898" y="349050"/>
                  </a:lnTo>
                  <a:lnTo>
                    <a:pt x="1711631" y="364116"/>
                  </a:lnTo>
                  <a:lnTo>
                    <a:pt x="1758784" y="382384"/>
                  </a:lnTo>
                  <a:lnTo>
                    <a:pt x="1807345" y="403972"/>
                  </a:lnTo>
                  <a:lnTo>
                    <a:pt x="1857300" y="428995"/>
                  </a:lnTo>
                  <a:lnTo>
                    <a:pt x="1908636" y="457571"/>
                  </a:lnTo>
                  <a:lnTo>
                    <a:pt x="1961342" y="489817"/>
                  </a:lnTo>
                  <a:lnTo>
                    <a:pt x="2015403" y="525849"/>
                  </a:lnTo>
                  <a:lnTo>
                    <a:pt x="2070807" y="565784"/>
                  </a:lnTo>
                  <a:lnTo>
                    <a:pt x="2127542" y="609739"/>
                  </a:lnTo>
                  <a:lnTo>
                    <a:pt x="2185593" y="657831"/>
                  </a:lnTo>
                  <a:lnTo>
                    <a:pt x="2224121" y="691809"/>
                  </a:lnTo>
                </a:path>
              </a:pathLst>
            </a:custGeom>
            <a:ln w="35285">
              <a:solidFill>
                <a:srgbClr val="F7955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53382" y="7610037"/>
              <a:ext cx="2108172" cy="79052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613741" y="8516530"/>
              <a:ext cx="148590" cy="439420"/>
            </a:xfrm>
            <a:custGeom>
              <a:avLst/>
              <a:gdLst/>
              <a:ahLst/>
              <a:cxnLst/>
              <a:rect l="l" t="t" r="r" b="b"/>
              <a:pathLst>
                <a:path w="148589" h="439420">
                  <a:moveTo>
                    <a:pt x="81920" y="318705"/>
                  </a:moveTo>
                  <a:lnTo>
                    <a:pt x="90913" y="346985"/>
                  </a:lnTo>
                  <a:lnTo>
                    <a:pt x="104555" y="374911"/>
                  </a:lnTo>
                  <a:lnTo>
                    <a:pt x="122899" y="402331"/>
                  </a:lnTo>
                  <a:lnTo>
                    <a:pt x="145997" y="429089"/>
                  </a:lnTo>
                  <a:lnTo>
                    <a:pt x="148297" y="433662"/>
                  </a:lnTo>
                  <a:lnTo>
                    <a:pt x="146835" y="436866"/>
                  </a:lnTo>
                  <a:lnTo>
                    <a:pt x="141611" y="438751"/>
                  </a:lnTo>
                  <a:lnTo>
                    <a:pt x="132624" y="439368"/>
                  </a:lnTo>
                  <a:lnTo>
                    <a:pt x="103655" y="439368"/>
                  </a:lnTo>
                  <a:lnTo>
                    <a:pt x="63536" y="411775"/>
                  </a:lnTo>
                  <a:lnTo>
                    <a:pt x="40962" y="376809"/>
                  </a:lnTo>
                  <a:lnTo>
                    <a:pt x="20065" y="328444"/>
                  </a:lnTo>
                  <a:lnTo>
                    <a:pt x="5017" y="273793"/>
                  </a:lnTo>
                  <a:lnTo>
                    <a:pt x="0" y="219143"/>
                  </a:lnTo>
                  <a:lnTo>
                    <a:pt x="1254" y="192260"/>
                  </a:lnTo>
                  <a:lnTo>
                    <a:pt x="11288" y="137881"/>
                  </a:lnTo>
                  <a:lnTo>
                    <a:pt x="30304" y="84513"/>
                  </a:lnTo>
                  <a:lnTo>
                    <a:pt x="52040" y="43115"/>
                  </a:lnTo>
                  <a:lnTo>
                    <a:pt x="84844" y="6898"/>
                  </a:lnTo>
                  <a:lnTo>
                    <a:pt x="103655" y="0"/>
                  </a:lnTo>
                  <a:lnTo>
                    <a:pt x="132624" y="0"/>
                  </a:lnTo>
                  <a:lnTo>
                    <a:pt x="141611" y="600"/>
                  </a:lnTo>
                  <a:lnTo>
                    <a:pt x="146835" y="2367"/>
                  </a:lnTo>
                  <a:lnTo>
                    <a:pt x="148297" y="5249"/>
                  </a:lnTo>
                  <a:lnTo>
                    <a:pt x="145997" y="9197"/>
                  </a:lnTo>
                  <a:lnTo>
                    <a:pt x="122899" y="36496"/>
                  </a:lnTo>
                  <a:lnTo>
                    <a:pt x="104555" y="64051"/>
                  </a:lnTo>
                  <a:lnTo>
                    <a:pt x="81920" y="120121"/>
                  </a:lnTo>
                  <a:lnTo>
                    <a:pt x="71890" y="173284"/>
                  </a:lnTo>
                  <a:lnTo>
                    <a:pt x="68546" y="219143"/>
                  </a:lnTo>
                  <a:lnTo>
                    <a:pt x="69382" y="241471"/>
                  </a:lnTo>
                  <a:lnTo>
                    <a:pt x="71890" y="265475"/>
                  </a:lnTo>
                  <a:lnTo>
                    <a:pt x="76069" y="291204"/>
                  </a:lnTo>
                  <a:lnTo>
                    <a:pt x="81920" y="318705"/>
                  </a:lnTo>
                  <a:close/>
                </a:path>
              </a:pathLst>
            </a:custGeom>
            <a:ln w="8821">
              <a:solidFill>
                <a:srgbClr val="FDED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96467" y="8517521"/>
              <a:ext cx="81261" cy="7970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33104" y="8517521"/>
              <a:ext cx="81261" cy="7970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95804" y="8676065"/>
              <a:ext cx="120274" cy="21930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82792" y="8673367"/>
              <a:ext cx="160393" cy="22363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61890" y="9690857"/>
              <a:ext cx="2108172" cy="790513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2577861" y="9872852"/>
              <a:ext cx="1438275" cy="443865"/>
            </a:xfrm>
            <a:custGeom>
              <a:avLst/>
              <a:gdLst/>
              <a:ahLst/>
              <a:cxnLst/>
              <a:rect l="l" t="t" r="r" b="b"/>
              <a:pathLst>
                <a:path w="1438275" h="443865">
                  <a:moveTo>
                    <a:pt x="214718" y="265607"/>
                  </a:moveTo>
                  <a:lnTo>
                    <a:pt x="214566" y="228815"/>
                  </a:lnTo>
                  <a:lnTo>
                    <a:pt x="214452" y="199555"/>
                  </a:lnTo>
                  <a:lnTo>
                    <a:pt x="206743" y="146151"/>
                  </a:lnTo>
                  <a:lnTo>
                    <a:pt x="198907" y="125107"/>
                  </a:lnTo>
                  <a:lnTo>
                    <a:pt x="191592" y="105422"/>
                  </a:lnTo>
                  <a:lnTo>
                    <a:pt x="168960" y="77368"/>
                  </a:lnTo>
                  <a:lnTo>
                    <a:pt x="138861" y="62014"/>
                  </a:lnTo>
                  <a:lnTo>
                    <a:pt x="101269" y="59359"/>
                  </a:lnTo>
                  <a:lnTo>
                    <a:pt x="109740" y="34988"/>
                  </a:lnTo>
                  <a:lnTo>
                    <a:pt x="110515" y="28333"/>
                  </a:lnTo>
                  <a:lnTo>
                    <a:pt x="108013" y="23520"/>
                  </a:lnTo>
                  <a:lnTo>
                    <a:pt x="102133" y="20599"/>
                  </a:lnTo>
                  <a:lnTo>
                    <a:pt x="92773" y="19608"/>
                  </a:lnTo>
                  <a:lnTo>
                    <a:pt x="69977" y="19608"/>
                  </a:lnTo>
                  <a:lnTo>
                    <a:pt x="26466" y="76111"/>
                  </a:lnTo>
                  <a:lnTo>
                    <a:pt x="14884" y="117779"/>
                  </a:lnTo>
                  <a:lnTo>
                    <a:pt x="6616" y="163741"/>
                  </a:lnTo>
                  <a:lnTo>
                    <a:pt x="1651" y="214058"/>
                  </a:lnTo>
                  <a:lnTo>
                    <a:pt x="88" y="265607"/>
                  </a:lnTo>
                  <a:lnTo>
                    <a:pt x="0" y="279374"/>
                  </a:lnTo>
                  <a:lnTo>
                    <a:pt x="5829" y="284695"/>
                  </a:lnTo>
                  <a:lnTo>
                    <a:pt x="48247" y="284695"/>
                  </a:lnTo>
                  <a:lnTo>
                    <a:pt x="56680" y="283603"/>
                  </a:lnTo>
                  <a:lnTo>
                    <a:pt x="68668" y="228815"/>
                  </a:lnTo>
                  <a:lnTo>
                    <a:pt x="71170" y="192366"/>
                  </a:lnTo>
                  <a:lnTo>
                    <a:pt x="75463" y="157822"/>
                  </a:lnTo>
                  <a:lnTo>
                    <a:pt x="81648" y="125107"/>
                  </a:lnTo>
                  <a:lnTo>
                    <a:pt x="113461" y="126593"/>
                  </a:lnTo>
                  <a:lnTo>
                    <a:pt x="134988" y="150888"/>
                  </a:lnTo>
                  <a:lnTo>
                    <a:pt x="146278" y="197954"/>
                  </a:lnTo>
                  <a:lnTo>
                    <a:pt x="147345" y="265607"/>
                  </a:lnTo>
                  <a:lnTo>
                    <a:pt x="147383" y="278853"/>
                  </a:lnTo>
                  <a:lnTo>
                    <a:pt x="152692" y="284162"/>
                  </a:lnTo>
                  <a:lnTo>
                    <a:pt x="163830" y="284695"/>
                  </a:lnTo>
                  <a:lnTo>
                    <a:pt x="194564" y="284695"/>
                  </a:lnTo>
                  <a:lnTo>
                    <a:pt x="203314" y="283273"/>
                  </a:lnTo>
                  <a:lnTo>
                    <a:pt x="209613" y="279717"/>
                  </a:lnTo>
                  <a:lnTo>
                    <a:pt x="213436" y="273888"/>
                  </a:lnTo>
                  <a:lnTo>
                    <a:pt x="214718" y="265607"/>
                  </a:lnTo>
                  <a:close/>
                </a:path>
                <a:path w="1438275" h="443865">
                  <a:moveTo>
                    <a:pt x="320738" y="15900"/>
                  </a:moveTo>
                  <a:lnTo>
                    <a:pt x="315442" y="10604"/>
                  </a:lnTo>
                  <a:lnTo>
                    <a:pt x="257124" y="10604"/>
                  </a:lnTo>
                  <a:lnTo>
                    <a:pt x="251294" y="15900"/>
                  </a:lnTo>
                  <a:lnTo>
                    <a:pt x="251294" y="283629"/>
                  </a:lnTo>
                  <a:lnTo>
                    <a:pt x="257124" y="288404"/>
                  </a:lnTo>
                  <a:lnTo>
                    <a:pt x="314909" y="288404"/>
                  </a:lnTo>
                  <a:lnTo>
                    <a:pt x="320738" y="283095"/>
                  </a:lnTo>
                  <a:lnTo>
                    <a:pt x="320738" y="15900"/>
                  </a:lnTo>
                  <a:close/>
                </a:path>
                <a:path w="1438275" h="443865">
                  <a:moveTo>
                    <a:pt x="324980" y="384886"/>
                  </a:moveTo>
                  <a:lnTo>
                    <a:pt x="319151" y="380111"/>
                  </a:lnTo>
                  <a:lnTo>
                    <a:pt x="73685" y="380111"/>
                  </a:lnTo>
                  <a:lnTo>
                    <a:pt x="73685" y="319671"/>
                  </a:lnTo>
                  <a:lnTo>
                    <a:pt x="68389" y="314909"/>
                  </a:lnTo>
                  <a:lnTo>
                    <a:pt x="11137" y="314909"/>
                  </a:lnTo>
                  <a:lnTo>
                    <a:pt x="6362" y="319671"/>
                  </a:lnTo>
                  <a:lnTo>
                    <a:pt x="6362" y="434708"/>
                  </a:lnTo>
                  <a:lnTo>
                    <a:pt x="11658" y="439483"/>
                  </a:lnTo>
                  <a:lnTo>
                    <a:pt x="319151" y="439483"/>
                  </a:lnTo>
                  <a:lnTo>
                    <a:pt x="324980" y="434200"/>
                  </a:lnTo>
                  <a:lnTo>
                    <a:pt x="324980" y="384886"/>
                  </a:lnTo>
                  <a:close/>
                </a:path>
                <a:path w="1438275" h="443865">
                  <a:moveTo>
                    <a:pt x="589495" y="23850"/>
                  </a:moveTo>
                  <a:lnTo>
                    <a:pt x="584187" y="19075"/>
                  </a:lnTo>
                  <a:lnTo>
                    <a:pt x="481876" y="19075"/>
                  </a:lnTo>
                  <a:lnTo>
                    <a:pt x="481876" y="4229"/>
                  </a:lnTo>
                  <a:lnTo>
                    <a:pt x="477634" y="0"/>
                  </a:lnTo>
                  <a:lnTo>
                    <a:pt x="426732" y="0"/>
                  </a:lnTo>
                  <a:lnTo>
                    <a:pt x="421957" y="4229"/>
                  </a:lnTo>
                  <a:lnTo>
                    <a:pt x="421957" y="19075"/>
                  </a:lnTo>
                  <a:lnTo>
                    <a:pt x="375843" y="19075"/>
                  </a:lnTo>
                  <a:lnTo>
                    <a:pt x="371602" y="23850"/>
                  </a:lnTo>
                  <a:lnTo>
                    <a:pt x="371602" y="72631"/>
                  </a:lnTo>
                  <a:lnTo>
                    <a:pt x="375843" y="76860"/>
                  </a:lnTo>
                  <a:lnTo>
                    <a:pt x="404469" y="76860"/>
                  </a:lnTo>
                  <a:lnTo>
                    <a:pt x="398221" y="96481"/>
                  </a:lnTo>
                  <a:lnTo>
                    <a:pt x="387769" y="137401"/>
                  </a:lnTo>
                  <a:lnTo>
                    <a:pt x="380961" y="178181"/>
                  </a:lnTo>
                  <a:lnTo>
                    <a:pt x="378790" y="198996"/>
                  </a:lnTo>
                  <a:lnTo>
                    <a:pt x="378752" y="199326"/>
                  </a:lnTo>
                  <a:lnTo>
                    <a:pt x="377380" y="220599"/>
                  </a:lnTo>
                  <a:lnTo>
                    <a:pt x="376910" y="241744"/>
                  </a:lnTo>
                  <a:lnTo>
                    <a:pt x="376897" y="242265"/>
                  </a:lnTo>
                  <a:lnTo>
                    <a:pt x="377977" y="249796"/>
                  </a:lnTo>
                  <a:lnTo>
                    <a:pt x="378002" y="250012"/>
                  </a:lnTo>
                  <a:lnTo>
                    <a:pt x="381254" y="255524"/>
                  </a:lnTo>
                  <a:lnTo>
                    <a:pt x="381342" y="255663"/>
                  </a:lnTo>
                  <a:lnTo>
                    <a:pt x="386969" y="259130"/>
                  </a:lnTo>
                  <a:lnTo>
                    <a:pt x="394919" y="260311"/>
                  </a:lnTo>
                  <a:lnTo>
                    <a:pt x="436803" y="260311"/>
                  </a:lnTo>
                  <a:lnTo>
                    <a:pt x="442633" y="254990"/>
                  </a:lnTo>
                  <a:lnTo>
                    <a:pt x="442709" y="241744"/>
                  </a:lnTo>
                  <a:lnTo>
                    <a:pt x="443344" y="220903"/>
                  </a:lnTo>
                  <a:lnTo>
                    <a:pt x="444665" y="199326"/>
                  </a:lnTo>
                  <a:lnTo>
                    <a:pt x="446709" y="178447"/>
                  </a:lnTo>
                  <a:lnTo>
                    <a:pt x="449453" y="159105"/>
                  </a:lnTo>
                  <a:lnTo>
                    <a:pt x="449529" y="158508"/>
                  </a:lnTo>
                  <a:lnTo>
                    <a:pt x="476377" y="159105"/>
                  </a:lnTo>
                  <a:lnTo>
                    <a:pt x="495719" y="173558"/>
                  </a:lnTo>
                  <a:lnTo>
                    <a:pt x="507606" y="201828"/>
                  </a:lnTo>
                  <a:lnTo>
                    <a:pt x="512089" y="243865"/>
                  </a:lnTo>
                  <a:lnTo>
                    <a:pt x="512089" y="254469"/>
                  </a:lnTo>
                  <a:lnTo>
                    <a:pt x="517398" y="260311"/>
                  </a:lnTo>
                  <a:lnTo>
                    <a:pt x="528523" y="260832"/>
                  </a:lnTo>
                  <a:lnTo>
                    <a:pt x="559269" y="260832"/>
                  </a:lnTo>
                  <a:lnTo>
                    <a:pt x="567918" y="259346"/>
                  </a:lnTo>
                  <a:lnTo>
                    <a:pt x="574040" y="255663"/>
                  </a:lnTo>
                  <a:lnTo>
                    <a:pt x="577684" y="249796"/>
                  </a:lnTo>
                  <a:lnTo>
                    <a:pt x="578802" y="242265"/>
                  </a:lnTo>
                  <a:lnTo>
                    <a:pt x="578891" y="241744"/>
                  </a:lnTo>
                  <a:lnTo>
                    <a:pt x="574751" y="187591"/>
                  </a:lnTo>
                  <a:lnTo>
                    <a:pt x="565200" y="158508"/>
                  </a:lnTo>
                  <a:lnTo>
                    <a:pt x="561111" y="146024"/>
                  </a:lnTo>
                  <a:lnTo>
                    <a:pt x="537984" y="117030"/>
                  </a:lnTo>
                  <a:lnTo>
                    <a:pt x="505358" y="100495"/>
                  </a:lnTo>
                  <a:lnTo>
                    <a:pt x="463321" y="96481"/>
                  </a:lnTo>
                  <a:lnTo>
                    <a:pt x="467563" y="86398"/>
                  </a:lnTo>
                  <a:lnTo>
                    <a:pt x="469684" y="80035"/>
                  </a:lnTo>
                  <a:lnTo>
                    <a:pt x="471271" y="76860"/>
                  </a:lnTo>
                  <a:lnTo>
                    <a:pt x="584187" y="76860"/>
                  </a:lnTo>
                  <a:lnTo>
                    <a:pt x="589495" y="71564"/>
                  </a:lnTo>
                  <a:lnTo>
                    <a:pt x="589495" y="23850"/>
                  </a:lnTo>
                  <a:close/>
                </a:path>
                <a:path w="1438275" h="443865">
                  <a:moveTo>
                    <a:pt x="685444" y="15900"/>
                  </a:moveTo>
                  <a:lnTo>
                    <a:pt x="680148" y="11125"/>
                  </a:lnTo>
                  <a:lnTo>
                    <a:pt x="621830" y="11125"/>
                  </a:lnTo>
                  <a:lnTo>
                    <a:pt x="616534" y="15900"/>
                  </a:lnTo>
                  <a:lnTo>
                    <a:pt x="616534" y="93294"/>
                  </a:lnTo>
                  <a:lnTo>
                    <a:pt x="584187" y="93294"/>
                  </a:lnTo>
                  <a:lnTo>
                    <a:pt x="579945" y="98602"/>
                  </a:lnTo>
                  <a:lnTo>
                    <a:pt x="579945" y="154800"/>
                  </a:lnTo>
                  <a:lnTo>
                    <a:pt x="584720" y="160096"/>
                  </a:lnTo>
                  <a:lnTo>
                    <a:pt x="616534" y="160096"/>
                  </a:lnTo>
                  <a:lnTo>
                    <a:pt x="616534" y="254990"/>
                  </a:lnTo>
                  <a:lnTo>
                    <a:pt x="622363" y="260832"/>
                  </a:lnTo>
                  <a:lnTo>
                    <a:pt x="679615" y="260832"/>
                  </a:lnTo>
                  <a:lnTo>
                    <a:pt x="685444" y="255524"/>
                  </a:lnTo>
                  <a:lnTo>
                    <a:pt x="685444" y="15900"/>
                  </a:lnTo>
                  <a:close/>
                </a:path>
                <a:path w="1438275" h="443865">
                  <a:moveTo>
                    <a:pt x="692873" y="362089"/>
                  </a:moveTo>
                  <a:lnTo>
                    <a:pt x="687565" y="330809"/>
                  </a:lnTo>
                  <a:lnTo>
                    <a:pt x="685444" y="325501"/>
                  </a:lnTo>
                  <a:lnTo>
                    <a:pt x="649541" y="294144"/>
                  </a:lnTo>
                  <a:lnTo>
                    <a:pt x="626071" y="286664"/>
                  </a:lnTo>
                  <a:lnTo>
                    <a:pt x="626071" y="356260"/>
                  </a:lnTo>
                  <a:lnTo>
                    <a:pt x="626071" y="366864"/>
                  </a:lnTo>
                  <a:lnTo>
                    <a:pt x="606450" y="383819"/>
                  </a:lnTo>
                  <a:lnTo>
                    <a:pt x="600798" y="385699"/>
                  </a:lnTo>
                  <a:lnTo>
                    <a:pt x="594194" y="387337"/>
                  </a:lnTo>
                  <a:lnTo>
                    <a:pt x="586701" y="388670"/>
                  </a:lnTo>
                  <a:lnTo>
                    <a:pt x="577672" y="389750"/>
                  </a:lnTo>
                  <a:lnTo>
                    <a:pt x="577342" y="389750"/>
                  </a:lnTo>
                  <a:lnTo>
                    <a:pt x="568807" y="390436"/>
                  </a:lnTo>
                  <a:lnTo>
                    <a:pt x="558406" y="391109"/>
                  </a:lnTo>
                  <a:lnTo>
                    <a:pt x="547116" y="391591"/>
                  </a:lnTo>
                  <a:lnTo>
                    <a:pt x="534885" y="391769"/>
                  </a:lnTo>
                  <a:lnTo>
                    <a:pt x="522351" y="391591"/>
                  </a:lnTo>
                  <a:lnTo>
                    <a:pt x="510895" y="391109"/>
                  </a:lnTo>
                  <a:lnTo>
                    <a:pt x="500443" y="390436"/>
                  </a:lnTo>
                  <a:lnTo>
                    <a:pt x="491896" y="389750"/>
                  </a:lnTo>
                  <a:lnTo>
                    <a:pt x="491604" y="389750"/>
                  </a:lnTo>
                  <a:lnTo>
                    <a:pt x="482231" y="388670"/>
                  </a:lnTo>
                  <a:lnTo>
                    <a:pt x="474510" y="387337"/>
                  </a:lnTo>
                  <a:lnTo>
                    <a:pt x="467702" y="385699"/>
                  </a:lnTo>
                  <a:lnTo>
                    <a:pt x="461721" y="383819"/>
                  </a:lnTo>
                  <a:lnTo>
                    <a:pt x="454304" y="381698"/>
                  </a:lnTo>
                  <a:lnTo>
                    <a:pt x="448995" y="378510"/>
                  </a:lnTo>
                  <a:lnTo>
                    <a:pt x="445808" y="374815"/>
                  </a:lnTo>
                  <a:lnTo>
                    <a:pt x="442112" y="371094"/>
                  </a:lnTo>
                  <a:lnTo>
                    <a:pt x="440524" y="366864"/>
                  </a:lnTo>
                  <a:lnTo>
                    <a:pt x="440524" y="356260"/>
                  </a:lnTo>
                  <a:lnTo>
                    <a:pt x="442112" y="352018"/>
                  </a:lnTo>
                  <a:lnTo>
                    <a:pt x="445808" y="348297"/>
                  </a:lnTo>
                  <a:lnTo>
                    <a:pt x="448995" y="344589"/>
                  </a:lnTo>
                  <a:lnTo>
                    <a:pt x="490359" y="332930"/>
                  </a:lnTo>
                  <a:lnTo>
                    <a:pt x="533831" y="330809"/>
                  </a:lnTo>
                  <a:lnTo>
                    <a:pt x="546747" y="330987"/>
                  </a:lnTo>
                  <a:lnTo>
                    <a:pt x="586930" y="334137"/>
                  </a:lnTo>
                  <a:lnTo>
                    <a:pt x="621830" y="348297"/>
                  </a:lnTo>
                  <a:lnTo>
                    <a:pt x="625017" y="352018"/>
                  </a:lnTo>
                  <a:lnTo>
                    <a:pt x="626071" y="286664"/>
                  </a:lnTo>
                  <a:lnTo>
                    <a:pt x="576237" y="279590"/>
                  </a:lnTo>
                  <a:lnTo>
                    <a:pt x="533831" y="278333"/>
                  </a:lnTo>
                  <a:lnTo>
                    <a:pt x="511441" y="278638"/>
                  </a:lnTo>
                  <a:lnTo>
                    <a:pt x="472846" y="281228"/>
                  </a:lnTo>
                  <a:lnTo>
                    <a:pt x="428853" y="289915"/>
                  </a:lnTo>
                  <a:lnTo>
                    <a:pt x="391883" y="310870"/>
                  </a:lnTo>
                  <a:lnTo>
                    <a:pt x="374738" y="351523"/>
                  </a:lnTo>
                  <a:lnTo>
                    <a:pt x="374243" y="361556"/>
                  </a:lnTo>
                  <a:lnTo>
                    <a:pt x="374713" y="371094"/>
                  </a:lnTo>
                  <a:lnTo>
                    <a:pt x="391883" y="411784"/>
                  </a:lnTo>
                  <a:lnTo>
                    <a:pt x="429120" y="432473"/>
                  </a:lnTo>
                  <a:lnTo>
                    <a:pt x="473138" y="441045"/>
                  </a:lnTo>
                  <a:lnTo>
                    <a:pt x="511683" y="443433"/>
                  </a:lnTo>
                  <a:lnTo>
                    <a:pt x="533831" y="443738"/>
                  </a:lnTo>
                  <a:lnTo>
                    <a:pt x="556285" y="443433"/>
                  </a:lnTo>
                  <a:lnTo>
                    <a:pt x="595033" y="441045"/>
                  </a:lnTo>
                  <a:lnTo>
                    <a:pt x="639000" y="432473"/>
                  </a:lnTo>
                  <a:lnTo>
                    <a:pt x="675513" y="411988"/>
                  </a:lnTo>
                  <a:lnTo>
                    <a:pt x="690816" y="381698"/>
                  </a:lnTo>
                  <a:lnTo>
                    <a:pt x="690943" y="381241"/>
                  </a:lnTo>
                  <a:lnTo>
                    <a:pt x="692378" y="372046"/>
                  </a:lnTo>
                  <a:lnTo>
                    <a:pt x="692873" y="362089"/>
                  </a:lnTo>
                  <a:close/>
                </a:path>
                <a:path w="1438275" h="443865">
                  <a:moveTo>
                    <a:pt x="946772" y="16433"/>
                  </a:moveTo>
                  <a:lnTo>
                    <a:pt x="941476" y="11125"/>
                  </a:lnTo>
                  <a:lnTo>
                    <a:pt x="887399" y="11125"/>
                  </a:lnTo>
                  <a:lnTo>
                    <a:pt x="882091" y="16433"/>
                  </a:lnTo>
                  <a:lnTo>
                    <a:pt x="882091" y="57785"/>
                  </a:lnTo>
                  <a:lnTo>
                    <a:pt x="882091" y="117157"/>
                  </a:lnTo>
                  <a:lnTo>
                    <a:pt x="882091" y="199859"/>
                  </a:lnTo>
                  <a:lnTo>
                    <a:pt x="862330" y="203034"/>
                  </a:lnTo>
                  <a:lnTo>
                    <a:pt x="842060" y="205359"/>
                  </a:lnTo>
                  <a:lnTo>
                    <a:pt x="821410" y="206794"/>
                  </a:lnTo>
                  <a:lnTo>
                    <a:pt x="800455" y="207289"/>
                  </a:lnTo>
                  <a:lnTo>
                    <a:pt x="800455" y="117157"/>
                  </a:lnTo>
                  <a:lnTo>
                    <a:pt x="882091" y="117157"/>
                  </a:lnTo>
                  <a:lnTo>
                    <a:pt x="882091" y="57785"/>
                  </a:lnTo>
                  <a:lnTo>
                    <a:pt x="800455" y="57785"/>
                  </a:lnTo>
                  <a:lnTo>
                    <a:pt x="800455" y="16433"/>
                  </a:lnTo>
                  <a:lnTo>
                    <a:pt x="795147" y="11125"/>
                  </a:lnTo>
                  <a:lnTo>
                    <a:pt x="741603" y="11125"/>
                  </a:lnTo>
                  <a:lnTo>
                    <a:pt x="736307" y="16433"/>
                  </a:lnTo>
                  <a:lnTo>
                    <a:pt x="736307" y="247586"/>
                  </a:lnTo>
                  <a:lnTo>
                    <a:pt x="737501" y="255930"/>
                  </a:lnTo>
                  <a:lnTo>
                    <a:pt x="741070" y="261899"/>
                  </a:lnTo>
                  <a:lnTo>
                    <a:pt x="747039" y="265468"/>
                  </a:lnTo>
                  <a:lnTo>
                    <a:pt x="755383" y="266661"/>
                  </a:lnTo>
                  <a:lnTo>
                    <a:pt x="810450" y="265277"/>
                  </a:lnTo>
                  <a:lnTo>
                    <a:pt x="858761" y="261162"/>
                  </a:lnTo>
                  <a:lnTo>
                    <a:pt x="900315" y="254355"/>
                  </a:lnTo>
                  <a:lnTo>
                    <a:pt x="943063" y="242265"/>
                  </a:lnTo>
                  <a:lnTo>
                    <a:pt x="946772" y="236448"/>
                  </a:lnTo>
                  <a:lnTo>
                    <a:pt x="946772" y="207289"/>
                  </a:lnTo>
                  <a:lnTo>
                    <a:pt x="946772" y="117157"/>
                  </a:lnTo>
                  <a:lnTo>
                    <a:pt x="946772" y="57785"/>
                  </a:lnTo>
                  <a:lnTo>
                    <a:pt x="946772" y="16433"/>
                  </a:lnTo>
                  <a:close/>
                </a:path>
                <a:path w="1438275" h="443865">
                  <a:moveTo>
                    <a:pt x="1063396" y="361556"/>
                  </a:moveTo>
                  <a:lnTo>
                    <a:pt x="1063002" y="351917"/>
                  </a:lnTo>
                  <a:lnTo>
                    <a:pt x="1062990" y="351523"/>
                  </a:lnTo>
                  <a:lnTo>
                    <a:pt x="1061783" y="342861"/>
                  </a:lnTo>
                  <a:lnTo>
                    <a:pt x="1038987" y="305003"/>
                  </a:lnTo>
                  <a:lnTo>
                    <a:pt x="997140" y="287540"/>
                  </a:lnTo>
                  <a:lnTo>
                    <a:pt x="997140" y="356260"/>
                  </a:lnTo>
                  <a:lnTo>
                    <a:pt x="997140" y="367385"/>
                  </a:lnTo>
                  <a:lnTo>
                    <a:pt x="995553" y="372160"/>
                  </a:lnTo>
                  <a:lnTo>
                    <a:pt x="991831" y="375881"/>
                  </a:lnTo>
                  <a:lnTo>
                    <a:pt x="988656" y="379577"/>
                  </a:lnTo>
                  <a:lnTo>
                    <a:pt x="946238" y="390194"/>
                  </a:lnTo>
                  <a:lnTo>
                    <a:pt x="909662" y="391769"/>
                  </a:lnTo>
                  <a:lnTo>
                    <a:pt x="900658" y="391769"/>
                  </a:lnTo>
                  <a:lnTo>
                    <a:pt x="860234" y="390194"/>
                  </a:lnTo>
                  <a:lnTo>
                    <a:pt x="820229" y="381304"/>
                  </a:lnTo>
                  <a:lnTo>
                    <a:pt x="806805" y="361556"/>
                  </a:lnTo>
                  <a:lnTo>
                    <a:pt x="806805" y="356260"/>
                  </a:lnTo>
                  <a:lnTo>
                    <a:pt x="840270" y="335978"/>
                  </a:lnTo>
                  <a:lnTo>
                    <a:pt x="888034" y="332498"/>
                  </a:lnTo>
                  <a:lnTo>
                    <a:pt x="913663" y="332498"/>
                  </a:lnTo>
                  <a:lnTo>
                    <a:pt x="954976" y="334886"/>
                  </a:lnTo>
                  <a:lnTo>
                    <a:pt x="995565" y="351523"/>
                  </a:lnTo>
                  <a:lnTo>
                    <a:pt x="997140" y="356260"/>
                  </a:lnTo>
                  <a:lnTo>
                    <a:pt x="997140" y="287540"/>
                  </a:lnTo>
                  <a:lnTo>
                    <a:pt x="995718" y="287159"/>
                  </a:lnTo>
                  <a:lnTo>
                    <a:pt x="980706" y="284162"/>
                  </a:lnTo>
                  <a:lnTo>
                    <a:pt x="964018" y="281990"/>
                  </a:lnTo>
                  <a:lnTo>
                    <a:pt x="945794" y="280377"/>
                  </a:lnTo>
                  <a:lnTo>
                    <a:pt x="946353" y="280377"/>
                  </a:lnTo>
                  <a:lnTo>
                    <a:pt x="924052" y="279247"/>
                  </a:lnTo>
                  <a:lnTo>
                    <a:pt x="900658" y="278853"/>
                  </a:lnTo>
                  <a:lnTo>
                    <a:pt x="878878" y="279247"/>
                  </a:lnTo>
                  <a:lnTo>
                    <a:pt x="840714" y="282206"/>
                  </a:lnTo>
                  <a:lnTo>
                    <a:pt x="796404" y="291045"/>
                  </a:lnTo>
                  <a:lnTo>
                    <a:pt x="758634" y="312178"/>
                  </a:lnTo>
                  <a:lnTo>
                    <a:pt x="740575" y="351523"/>
                  </a:lnTo>
                  <a:lnTo>
                    <a:pt x="740016" y="361556"/>
                  </a:lnTo>
                  <a:lnTo>
                    <a:pt x="740308" y="367385"/>
                  </a:lnTo>
                  <a:lnTo>
                    <a:pt x="740410" y="369531"/>
                  </a:lnTo>
                  <a:lnTo>
                    <a:pt x="757377" y="410997"/>
                  </a:lnTo>
                  <a:lnTo>
                    <a:pt x="794156" y="432066"/>
                  </a:lnTo>
                  <a:lnTo>
                    <a:pt x="838695" y="440829"/>
                  </a:lnTo>
                  <a:lnTo>
                    <a:pt x="877874" y="443420"/>
                  </a:lnTo>
                  <a:lnTo>
                    <a:pt x="900658" y="443738"/>
                  </a:lnTo>
                  <a:lnTo>
                    <a:pt x="923417" y="443420"/>
                  </a:lnTo>
                  <a:lnTo>
                    <a:pt x="962609" y="440829"/>
                  </a:lnTo>
                  <a:lnTo>
                    <a:pt x="1007478" y="431139"/>
                  </a:lnTo>
                  <a:lnTo>
                    <a:pt x="1045311" y="409867"/>
                  </a:lnTo>
                  <a:lnTo>
                    <a:pt x="1062837" y="371284"/>
                  </a:lnTo>
                  <a:lnTo>
                    <a:pt x="1062913" y="370801"/>
                  </a:lnTo>
                  <a:lnTo>
                    <a:pt x="1063396" y="361556"/>
                  </a:lnTo>
                  <a:close/>
                </a:path>
                <a:path w="1438275" h="443865">
                  <a:moveTo>
                    <a:pt x="1080897" y="104444"/>
                  </a:moveTo>
                  <a:lnTo>
                    <a:pt x="1075601" y="98615"/>
                  </a:lnTo>
                  <a:lnTo>
                    <a:pt x="1040079" y="98615"/>
                  </a:lnTo>
                  <a:lnTo>
                    <a:pt x="1040079" y="15900"/>
                  </a:lnTo>
                  <a:lnTo>
                    <a:pt x="1034783" y="11125"/>
                  </a:lnTo>
                  <a:lnTo>
                    <a:pt x="976998" y="11125"/>
                  </a:lnTo>
                  <a:lnTo>
                    <a:pt x="971677" y="16433"/>
                  </a:lnTo>
                  <a:lnTo>
                    <a:pt x="971677" y="260832"/>
                  </a:lnTo>
                  <a:lnTo>
                    <a:pt x="977519" y="266661"/>
                  </a:lnTo>
                  <a:lnTo>
                    <a:pt x="1034783" y="266661"/>
                  </a:lnTo>
                  <a:lnTo>
                    <a:pt x="1040079" y="261353"/>
                  </a:lnTo>
                  <a:lnTo>
                    <a:pt x="1040079" y="165404"/>
                  </a:lnTo>
                  <a:lnTo>
                    <a:pt x="1075067" y="165404"/>
                  </a:lnTo>
                  <a:lnTo>
                    <a:pt x="1080897" y="160096"/>
                  </a:lnTo>
                  <a:lnTo>
                    <a:pt x="1080897" y="104444"/>
                  </a:lnTo>
                  <a:close/>
                </a:path>
                <a:path w="1438275" h="443865">
                  <a:moveTo>
                    <a:pt x="1437652" y="275145"/>
                  </a:moveTo>
                  <a:lnTo>
                    <a:pt x="1432356" y="270383"/>
                  </a:lnTo>
                  <a:lnTo>
                    <a:pt x="1375625" y="270383"/>
                  </a:lnTo>
                  <a:lnTo>
                    <a:pt x="1370330" y="275666"/>
                  </a:lnTo>
                  <a:lnTo>
                    <a:pt x="1370330" y="308546"/>
                  </a:lnTo>
                  <a:lnTo>
                    <a:pt x="1370330" y="359968"/>
                  </a:lnTo>
                  <a:lnTo>
                    <a:pt x="1370330" y="385406"/>
                  </a:lnTo>
                  <a:lnTo>
                    <a:pt x="1190078" y="385406"/>
                  </a:lnTo>
                  <a:lnTo>
                    <a:pt x="1190078" y="359968"/>
                  </a:lnTo>
                  <a:lnTo>
                    <a:pt x="1370330" y="359968"/>
                  </a:lnTo>
                  <a:lnTo>
                    <a:pt x="1370330" y="308546"/>
                  </a:lnTo>
                  <a:lnTo>
                    <a:pt x="1190078" y="308546"/>
                  </a:lnTo>
                  <a:lnTo>
                    <a:pt x="1190078" y="275666"/>
                  </a:lnTo>
                  <a:lnTo>
                    <a:pt x="1184783" y="270383"/>
                  </a:lnTo>
                  <a:lnTo>
                    <a:pt x="1128052" y="270383"/>
                  </a:lnTo>
                  <a:lnTo>
                    <a:pt x="1122743" y="275666"/>
                  </a:lnTo>
                  <a:lnTo>
                    <a:pt x="1122743" y="434721"/>
                  </a:lnTo>
                  <a:lnTo>
                    <a:pt x="1128052" y="439483"/>
                  </a:lnTo>
                  <a:lnTo>
                    <a:pt x="1417510" y="439483"/>
                  </a:lnTo>
                  <a:lnTo>
                    <a:pt x="1426248" y="438289"/>
                  </a:lnTo>
                  <a:lnTo>
                    <a:pt x="1432534" y="434721"/>
                  </a:lnTo>
                  <a:lnTo>
                    <a:pt x="1436370" y="428752"/>
                  </a:lnTo>
                  <a:lnTo>
                    <a:pt x="1437652" y="420408"/>
                  </a:lnTo>
                  <a:lnTo>
                    <a:pt x="1437652" y="385406"/>
                  </a:lnTo>
                  <a:lnTo>
                    <a:pt x="1437652" y="359968"/>
                  </a:lnTo>
                  <a:lnTo>
                    <a:pt x="1437652" y="308546"/>
                  </a:lnTo>
                  <a:lnTo>
                    <a:pt x="1437652" y="275145"/>
                  </a:lnTo>
                  <a:close/>
                </a:path>
                <a:path w="1438275" h="443865">
                  <a:moveTo>
                    <a:pt x="1437652" y="15900"/>
                  </a:moveTo>
                  <a:lnTo>
                    <a:pt x="1432356" y="11125"/>
                  </a:lnTo>
                  <a:lnTo>
                    <a:pt x="1375625" y="11125"/>
                  </a:lnTo>
                  <a:lnTo>
                    <a:pt x="1370330" y="15900"/>
                  </a:lnTo>
                  <a:lnTo>
                    <a:pt x="1370330" y="90652"/>
                  </a:lnTo>
                  <a:lnTo>
                    <a:pt x="1333754" y="90652"/>
                  </a:lnTo>
                  <a:lnTo>
                    <a:pt x="1333754" y="59905"/>
                  </a:lnTo>
                  <a:lnTo>
                    <a:pt x="1333754" y="16433"/>
                  </a:lnTo>
                  <a:lnTo>
                    <a:pt x="1327912" y="11125"/>
                  </a:lnTo>
                  <a:lnTo>
                    <a:pt x="1274889" y="11125"/>
                  </a:lnTo>
                  <a:lnTo>
                    <a:pt x="1269072" y="16433"/>
                  </a:lnTo>
                  <a:lnTo>
                    <a:pt x="1269072" y="59905"/>
                  </a:lnTo>
                  <a:lnTo>
                    <a:pt x="1269072" y="118745"/>
                  </a:lnTo>
                  <a:lnTo>
                    <a:pt x="1269072" y="187134"/>
                  </a:lnTo>
                  <a:lnTo>
                    <a:pt x="1248397" y="190614"/>
                  </a:lnTo>
                  <a:lnTo>
                    <a:pt x="1226921" y="193103"/>
                  </a:lnTo>
                  <a:lnTo>
                    <a:pt x="1204658" y="194589"/>
                  </a:lnTo>
                  <a:lnTo>
                    <a:pt x="1181595" y="195084"/>
                  </a:lnTo>
                  <a:lnTo>
                    <a:pt x="1181595" y="118745"/>
                  </a:lnTo>
                  <a:lnTo>
                    <a:pt x="1269072" y="118745"/>
                  </a:lnTo>
                  <a:lnTo>
                    <a:pt x="1269072" y="59905"/>
                  </a:lnTo>
                  <a:lnTo>
                    <a:pt x="1182116" y="59905"/>
                  </a:lnTo>
                  <a:lnTo>
                    <a:pt x="1182116" y="15900"/>
                  </a:lnTo>
                  <a:lnTo>
                    <a:pt x="1176299" y="11125"/>
                  </a:lnTo>
                  <a:lnTo>
                    <a:pt x="1123276" y="11125"/>
                  </a:lnTo>
                  <a:lnTo>
                    <a:pt x="1117447" y="16954"/>
                  </a:lnTo>
                  <a:lnTo>
                    <a:pt x="1117447" y="245452"/>
                  </a:lnTo>
                  <a:lnTo>
                    <a:pt x="1122743" y="250761"/>
                  </a:lnTo>
                  <a:lnTo>
                    <a:pt x="1132814" y="250761"/>
                  </a:lnTo>
                  <a:lnTo>
                    <a:pt x="1192149" y="249555"/>
                  </a:lnTo>
                  <a:lnTo>
                    <a:pt x="1242885" y="245922"/>
                  </a:lnTo>
                  <a:lnTo>
                    <a:pt x="1284986" y="239801"/>
                  </a:lnTo>
                  <a:lnTo>
                    <a:pt x="1328445" y="227965"/>
                  </a:lnTo>
                  <a:lnTo>
                    <a:pt x="1333754" y="221602"/>
                  </a:lnTo>
                  <a:lnTo>
                    <a:pt x="1333754" y="195084"/>
                  </a:lnTo>
                  <a:lnTo>
                    <a:pt x="1333754" y="156921"/>
                  </a:lnTo>
                  <a:lnTo>
                    <a:pt x="1370330" y="156921"/>
                  </a:lnTo>
                  <a:lnTo>
                    <a:pt x="1370330" y="239623"/>
                  </a:lnTo>
                  <a:lnTo>
                    <a:pt x="1375625" y="244919"/>
                  </a:lnTo>
                  <a:lnTo>
                    <a:pt x="1431836" y="244919"/>
                  </a:lnTo>
                  <a:lnTo>
                    <a:pt x="1437652" y="239623"/>
                  </a:lnTo>
                  <a:lnTo>
                    <a:pt x="1437652" y="156921"/>
                  </a:lnTo>
                  <a:lnTo>
                    <a:pt x="1437652" y="118745"/>
                  </a:lnTo>
                  <a:lnTo>
                    <a:pt x="1437652" y="90652"/>
                  </a:lnTo>
                  <a:lnTo>
                    <a:pt x="1437652" y="15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301110" y="10310047"/>
              <a:ext cx="148590" cy="439420"/>
            </a:xfrm>
            <a:custGeom>
              <a:avLst/>
              <a:gdLst/>
              <a:ahLst/>
              <a:cxnLst/>
              <a:rect l="l" t="t" r="r" b="b"/>
              <a:pathLst>
                <a:path w="148590" h="439420">
                  <a:moveTo>
                    <a:pt x="81920" y="318717"/>
                  </a:moveTo>
                  <a:lnTo>
                    <a:pt x="90913" y="346997"/>
                  </a:lnTo>
                  <a:lnTo>
                    <a:pt x="104555" y="374923"/>
                  </a:lnTo>
                  <a:lnTo>
                    <a:pt x="122899" y="402343"/>
                  </a:lnTo>
                  <a:lnTo>
                    <a:pt x="145997" y="429100"/>
                  </a:lnTo>
                  <a:lnTo>
                    <a:pt x="148297" y="433669"/>
                  </a:lnTo>
                  <a:lnTo>
                    <a:pt x="146835" y="436873"/>
                  </a:lnTo>
                  <a:lnTo>
                    <a:pt x="141611" y="438761"/>
                  </a:lnTo>
                  <a:lnTo>
                    <a:pt x="132624" y="439380"/>
                  </a:lnTo>
                  <a:lnTo>
                    <a:pt x="103655" y="439380"/>
                  </a:lnTo>
                  <a:lnTo>
                    <a:pt x="63536" y="411787"/>
                  </a:lnTo>
                  <a:lnTo>
                    <a:pt x="40962" y="376817"/>
                  </a:lnTo>
                  <a:lnTo>
                    <a:pt x="20065" y="328456"/>
                  </a:lnTo>
                  <a:lnTo>
                    <a:pt x="5017" y="273801"/>
                  </a:lnTo>
                  <a:lnTo>
                    <a:pt x="0" y="219155"/>
                  </a:lnTo>
                  <a:lnTo>
                    <a:pt x="1254" y="192265"/>
                  </a:lnTo>
                  <a:lnTo>
                    <a:pt x="11288" y="137886"/>
                  </a:lnTo>
                  <a:lnTo>
                    <a:pt x="30304" y="84519"/>
                  </a:lnTo>
                  <a:lnTo>
                    <a:pt x="52040" y="43125"/>
                  </a:lnTo>
                  <a:lnTo>
                    <a:pt x="84844" y="6904"/>
                  </a:lnTo>
                  <a:lnTo>
                    <a:pt x="103655" y="0"/>
                  </a:lnTo>
                  <a:lnTo>
                    <a:pt x="132624" y="0"/>
                  </a:lnTo>
                  <a:lnTo>
                    <a:pt x="141611" y="602"/>
                  </a:lnTo>
                  <a:lnTo>
                    <a:pt x="146835" y="2372"/>
                  </a:lnTo>
                  <a:lnTo>
                    <a:pt x="148297" y="5259"/>
                  </a:lnTo>
                  <a:lnTo>
                    <a:pt x="145997" y="9209"/>
                  </a:lnTo>
                  <a:lnTo>
                    <a:pt x="122899" y="36508"/>
                  </a:lnTo>
                  <a:lnTo>
                    <a:pt x="104555" y="64062"/>
                  </a:lnTo>
                  <a:lnTo>
                    <a:pt x="81920" y="120133"/>
                  </a:lnTo>
                  <a:lnTo>
                    <a:pt x="71890" y="173296"/>
                  </a:lnTo>
                  <a:lnTo>
                    <a:pt x="68546" y="219155"/>
                  </a:lnTo>
                  <a:lnTo>
                    <a:pt x="69382" y="241481"/>
                  </a:lnTo>
                  <a:lnTo>
                    <a:pt x="71890" y="265482"/>
                  </a:lnTo>
                  <a:lnTo>
                    <a:pt x="76069" y="291210"/>
                  </a:lnTo>
                  <a:lnTo>
                    <a:pt x="81920" y="318717"/>
                  </a:lnTo>
                  <a:close/>
                </a:path>
              </a:pathLst>
            </a:custGeom>
            <a:ln w="8821">
              <a:solidFill>
                <a:srgbClr val="FDED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54710" y="10361384"/>
              <a:ext cx="194385" cy="1587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01187" y="10628683"/>
              <a:ext cx="211662" cy="7104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10451" y="10376532"/>
              <a:ext cx="119169" cy="132730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10212808" y="10315458"/>
              <a:ext cx="327660" cy="419734"/>
            </a:xfrm>
            <a:custGeom>
              <a:avLst/>
              <a:gdLst/>
              <a:ahLst/>
              <a:cxnLst/>
              <a:rect l="l" t="t" r="r" b="b"/>
              <a:pathLst>
                <a:path w="327659" h="419734">
                  <a:moveTo>
                    <a:pt x="0" y="400955"/>
                  </a:moveTo>
                  <a:lnTo>
                    <a:pt x="0" y="371198"/>
                  </a:lnTo>
                  <a:lnTo>
                    <a:pt x="1254" y="363386"/>
                  </a:lnTo>
                  <a:lnTo>
                    <a:pt x="5017" y="357807"/>
                  </a:lnTo>
                  <a:lnTo>
                    <a:pt x="11288" y="354459"/>
                  </a:lnTo>
                  <a:lnTo>
                    <a:pt x="20065" y="353344"/>
                  </a:lnTo>
                  <a:lnTo>
                    <a:pt x="306497" y="353344"/>
                  </a:lnTo>
                  <a:lnTo>
                    <a:pt x="315355" y="354552"/>
                  </a:lnTo>
                  <a:lnTo>
                    <a:pt x="321816" y="358145"/>
                  </a:lnTo>
                  <a:lnTo>
                    <a:pt x="325772" y="364071"/>
                  </a:lnTo>
                  <a:lnTo>
                    <a:pt x="327115" y="372280"/>
                  </a:lnTo>
                  <a:lnTo>
                    <a:pt x="327115" y="399873"/>
                  </a:lnTo>
                  <a:lnTo>
                    <a:pt x="325860" y="408399"/>
                  </a:lnTo>
                  <a:lnTo>
                    <a:pt x="322097" y="414485"/>
                  </a:lnTo>
                  <a:lnTo>
                    <a:pt x="315827" y="418134"/>
                  </a:lnTo>
                  <a:lnTo>
                    <a:pt x="307050" y="419350"/>
                  </a:lnTo>
                  <a:lnTo>
                    <a:pt x="20065" y="419350"/>
                  </a:lnTo>
                  <a:lnTo>
                    <a:pt x="11288" y="418151"/>
                  </a:lnTo>
                  <a:lnTo>
                    <a:pt x="5017" y="414620"/>
                  </a:lnTo>
                  <a:lnTo>
                    <a:pt x="1254" y="408855"/>
                  </a:lnTo>
                  <a:lnTo>
                    <a:pt x="0" y="400955"/>
                  </a:lnTo>
                  <a:close/>
                </a:path>
                <a:path w="327659" h="419734">
                  <a:moveTo>
                    <a:pt x="18383" y="319258"/>
                  </a:moveTo>
                  <a:lnTo>
                    <a:pt x="6127" y="319258"/>
                  </a:lnTo>
                  <a:lnTo>
                    <a:pt x="0" y="313307"/>
                  </a:lnTo>
                  <a:lnTo>
                    <a:pt x="0" y="301933"/>
                  </a:lnTo>
                  <a:lnTo>
                    <a:pt x="0" y="17865"/>
                  </a:lnTo>
                  <a:lnTo>
                    <a:pt x="1237" y="10052"/>
                  </a:lnTo>
                  <a:lnTo>
                    <a:pt x="4878" y="4469"/>
                  </a:lnTo>
                  <a:lnTo>
                    <a:pt x="10817" y="1117"/>
                  </a:lnTo>
                  <a:lnTo>
                    <a:pt x="18948" y="0"/>
                  </a:lnTo>
                  <a:lnTo>
                    <a:pt x="309273" y="0"/>
                  </a:lnTo>
                  <a:lnTo>
                    <a:pt x="320975" y="0"/>
                  </a:lnTo>
                  <a:lnTo>
                    <a:pt x="327115" y="5410"/>
                  </a:lnTo>
                  <a:lnTo>
                    <a:pt x="327115" y="15701"/>
                  </a:lnTo>
                  <a:lnTo>
                    <a:pt x="327115" y="45999"/>
                  </a:lnTo>
                  <a:lnTo>
                    <a:pt x="327115" y="56820"/>
                  </a:lnTo>
                  <a:lnTo>
                    <a:pt x="320975" y="62230"/>
                  </a:lnTo>
                  <a:lnTo>
                    <a:pt x="308720" y="62230"/>
                  </a:lnTo>
                  <a:lnTo>
                    <a:pt x="72440" y="62230"/>
                  </a:lnTo>
                  <a:lnTo>
                    <a:pt x="72440" y="252699"/>
                  </a:lnTo>
                  <a:lnTo>
                    <a:pt x="117504" y="251275"/>
                  </a:lnTo>
                  <a:lnTo>
                    <a:pt x="163716" y="248319"/>
                  </a:lnTo>
                  <a:lnTo>
                    <a:pt x="211024" y="243856"/>
                  </a:lnTo>
                  <a:lnTo>
                    <a:pt x="259376" y="237913"/>
                  </a:lnTo>
                  <a:lnTo>
                    <a:pt x="308720" y="230516"/>
                  </a:lnTo>
                  <a:lnTo>
                    <a:pt x="316764" y="229901"/>
                  </a:lnTo>
                  <a:lnTo>
                    <a:pt x="322513" y="232131"/>
                  </a:lnTo>
                  <a:lnTo>
                    <a:pt x="325964" y="237205"/>
                  </a:lnTo>
                  <a:lnTo>
                    <a:pt x="327115" y="245124"/>
                  </a:lnTo>
                  <a:lnTo>
                    <a:pt x="327115" y="275963"/>
                  </a:lnTo>
                  <a:lnTo>
                    <a:pt x="265263" y="305002"/>
                  </a:lnTo>
                  <a:lnTo>
                    <a:pt x="220160" y="309835"/>
                  </a:lnTo>
                  <a:lnTo>
                    <a:pt x="172890" y="313708"/>
                  </a:lnTo>
                  <a:lnTo>
                    <a:pt x="123483" y="316590"/>
                  </a:lnTo>
                  <a:lnTo>
                    <a:pt x="71971" y="318451"/>
                  </a:lnTo>
                  <a:lnTo>
                    <a:pt x="18383" y="319258"/>
                  </a:lnTo>
                  <a:close/>
                </a:path>
              </a:pathLst>
            </a:custGeom>
            <a:ln w="8821">
              <a:solidFill>
                <a:srgbClr val="FDED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47928" y="8631581"/>
              <a:ext cx="2108172" cy="79051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0" y="1569892"/>
              <a:ext cx="4356100" cy="1679575"/>
            </a:xfrm>
            <a:custGeom>
              <a:avLst/>
              <a:gdLst/>
              <a:ahLst/>
              <a:cxnLst/>
              <a:rect l="l" t="t" r="r" b="b"/>
              <a:pathLst>
                <a:path w="4356100" h="1679575">
                  <a:moveTo>
                    <a:pt x="0" y="1679390"/>
                  </a:moveTo>
                  <a:lnTo>
                    <a:pt x="49524" y="1679093"/>
                  </a:lnTo>
                  <a:lnTo>
                    <a:pt x="103943" y="1676889"/>
                  </a:lnTo>
                  <a:lnTo>
                    <a:pt x="159323" y="1672720"/>
                  </a:lnTo>
                  <a:lnTo>
                    <a:pt x="215654" y="1666509"/>
                  </a:lnTo>
                  <a:lnTo>
                    <a:pt x="272930" y="1658175"/>
                  </a:lnTo>
                  <a:lnTo>
                    <a:pt x="331141" y="1647640"/>
                  </a:lnTo>
                  <a:lnTo>
                    <a:pt x="390282" y="1634823"/>
                  </a:lnTo>
                  <a:lnTo>
                    <a:pt x="450343" y="1619647"/>
                  </a:lnTo>
                  <a:lnTo>
                    <a:pt x="511317" y="1602031"/>
                  </a:lnTo>
                  <a:lnTo>
                    <a:pt x="573196" y="1581896"/>
                  </a:lnTo>
                  <a:lnTo>
                    <a:pt x="635973" y="1559163"/>
                  </a:lnTo>
                  <a:lnTo>
                    <a:pt x="699639" y="1533753"/>
                  </a:lnTo>
                  <a:lnTo>
                    <a:pt x="941889" y="1434667"/>
                  </a:lnTo>
                  <a:lnTo>
                    <a:pt x="1139131" y="1305451"/>
                  </a:lnTo>
                  <a:lnTo>
                    <a:pt x="1396208" y="1059537"/>
                  </a:lnTo>
                  <a:lnTo>
                    <a:pt x="1817962" y="610356"/>
                  </a:lnTo>
                  <a:lnTo>
                    <a:pt x="1852114" y="574553"/>
                  </a:lnTo>
                  <a:lnTo>
                    <a:pt x="1886933" y="539866"/>
                  </a:lnTo>
                  <a:lnTo>
                    <a:pt x="1922398" y="506292"/>
                  </a:lnTo>
                  <a:lnTo>
                    <a:pt x="1958491" y="473827"/>
                  </a:lnTo>
                  <a:lnTo>
                    <a:pt x="1995192" y="442468"/>
                  </a:lnTo>
                  <a:lnTo>
                    <a:pt x="2032484" y="412211"/>
                  </a:lnTo>
                  <a:lnTo>
                    <a:pt x="2070346" y="383055"/>
                  </a:lnTo>
                  <a:lnTo>
                    <a:pt x="2108760" y="354996"/>
                  </a:lnTo>
                  <a:lnTo>
                    <a:pt x="2147707" y="328029"/>
                  </a:lnTo>
                  <a:lnTo>
                    <a:pt x="2187168" y="302154"/>
                  </a:lnTo>
                  <a:lnTo>
                    <a:pt x="2227124" y="277365"/>
                  </a:lnTo>
                  <a:lnTo>
                    <a:pt x="2267556" y="253660"/>
                  </a:lnTo>
                  <a:lnTo>
                    <a:pt x="2308445" y="231036"/>
                  </a:lnTo>
                  <a:lnTo>
                    <a:pt x="2349772" y="209490"/>
                  </a:lnTo>
                  <a:lnTo>
                    <a:pt x="2391518" y="189018"/>
                  </a:lnTo>
                  <a:lnTo>
                    <a:pt x="2433665" y="169618"/>
                  </a:lnTo>
                  <a:lnTo>
                    <a:pt x="2476193" y="151286"/>
                  </a:lnTo>
                  <a:lnTo>
                    <a:pt x="2519083" y="134018"/>
                  </a:lnTo>
                  <a:lnTo>
                    <a:pt x="2562317" y="117813"/>
                  </a:lnTo>
                  <a:lnTo>
                    <a:pt x="2605876" y="102666"/>
                  </a:lnTo>
                  <a:lnTo>
                    <a:pt x="2649739" y="88575"/>
                  </a:lnTo>
                  <a:lnTo>
                    <a:pt x="2693890" y="75536"/>
                  </a:lnTo>
                  <a:lnTo>
                    <a:pt x="2738307" y="63546"/>
                  </a:lnTo>
                  <a:lnTo>
                    <a:pt x="2782974" y="52603"/>
                  </a:lnTo>
                  <a:lnTo>
                    <a:pt x="2827870" y="42702"/>
                  </a:lnTo>
                  <a:lnTo>
                    <a:pt x="2872977" y="33841"/>
                  </a:lnTo>
                  <a:lnTo>
                    <a:pt x="2918276" y="26016"/>
                  </a:lnTo>
                  <a:lnTo>
                    <a:pt x="2963748" y="19225"/>
                  </a:lnTo>
                  <a:lnTo>
                    <a:pt x="3009373" y="13463"/>
                  </a:lnTo>
                  <a:lnTo>
                    <a:pt x="3055133" y="8729"/>
                  </a:lnTo>
                  <a:lnTo>
                    <a:pt x="3101010" y="5019"/>
                  </a:lnTo>
                  <a:lnTo>
                    <a:pt x="3146983" y="2329"/>
                  </a:lnTo>
                  <a:lnTo>
                    <a:pt x="3193035" y="657"/>
                  </a:lnTo>
                  <a:lnTo>
                    <a:pt x="3239145" y="0"/>
                  </a:lnTo>
                  <a:lnTo>
                    <a:pt x="3285296" y="353"/>
                  </a:lnTo>
                  <a:lnTo>
                    <a:pt x="3331468" y="1714"/>
                  </a:lnTo>
                  <a:lnTo>
                    <a:pt x="3377643" y="4081"/>
                  </a:lnTo>
                  <a:lnTo>
                    <a:pt x="3423800" y="7449"/>
                  </a:lnTo>
                  <a:lnTo>
                    <a:pt x="3469922" y="11815"/>
                  </a:lnTo>
                  <a:lnTo>
                    <a:pt x="3515990" y="17177"/>
                  </a:lnTo>
                  <a:lnTo>
                    <a:pt x="3561984" y="23531"/>
                  </a:lnTo>
                  <a:lnTo>
                    <a:pt x="3607885" y="30875"/>
                  </a:lnTo>
                  <a:lnTo>
                    <a:pt x="3653675" y="39204"/>
                  </a:lnTo>
                  <a:lnTo>
                    <a:pt x="3699334" y="48515"/>
                  </a:lnTo>
                  <a:lnTo>
                    <a:pt x="3744845" y="58807"/>
                  </a:lnTo>
                  <a:lnTo>
                    <a:pt x="3790187" y="70074"/>
                  </a:lnTo>
                  <a:lnTo>
                    <a:pt x="3835341" y="82315"/>
                  </a:lnTo>
                  <a:lnTo>
                    <a:pt x="3880290" y="95526"/>
                  </a:lnTo>
                  <a:lnTo>
                    <a:pt x="3925013" y="109704"/>
                  </a:lnTo>
                  <a:lnTo>
                    <a:pt x="3969492" y="124846"/>
                  </a:lnTo>
                  <a:lnTo>
                    <a:pt x="4013709" y="140948"/>
                  </a:lnTo>
                  <a:lnTo>
                    <a:pt x="4057643" y="158007"/>
                  </a:lnTo>
                  <a:lnTo>
                    <a:pt x="4101276" y="176021"/>
                  </a:lnTo>
                  <a:lnTo>
                    <a:pt x="4144589" y="194986"/>
                  </a:lnTo>
                  <a:lnTo>
                    <a:pt x="4187564" y="214898"/>
                  </a:lnTo>
                  <a:lnTo>
                    <a:pt x="4230181" y="235756"/>
                  </a:lnTo>
                  <a:lnTo>
                    <a:pt x="4272420" y="257555"/>
                  </a:lnTo>
                  <a:lnTo>
                    <a:pt x="4314265" y="280292"/>
                  </a:lnTo>
                  <a:lnTo>
                    <a:pt x="4355694" y="303964"/>
                  </a:lnTo>
                </a:path>
              </a:pathLst>
            </a:custGeom>
            <a:ln w="35285">
              <a:solidFill>
                <a:srgbClr val="9BD9E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409884" y="1906639"/>
              <a:ext cx="73660" cy="48260"/>
            </a:xfrm>
            <a:custGeom>
              <a:avLst/>
              <a:gdLst/>
              <a:ahLst/>
              <a:cxnLst/>
              <a:rect l="l" t="t" r="r" b="b"/>
              <a:pathLst>
                <a:path w="73660" h="48260">
                  <a:moveTo>
                    <a:pt x="0" y="0"/>
                  </a:moveTo>
                  <a:lnTo>
                    <a:pt x="18451" y="11650"/>
                  </a:lnTo>
                  <a:lnTo>
                    <a:pt x="36806" y="23492"/>
                  </a:lnTo>
                  <a:lnTo>
                    <a:pt x="55062" y="35525"/>
                  </a:lnTo>
                  <a:lnTo>
                    <a:pt x="73216" y="47752"/>
                  </a:lnTo>
                </a:path>
              </a:pathLst>
            </a:custGeom>
            <a:ln w="35285">
              <a:solidFill>
                <a:srgbClr val="9BD9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4616" y="1269833"/>
              <a:ext cx="263217" cy="91952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12054" y="3497849"/>
              <a:ext cx="546646" cy="50748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0" y="7034500"/>
              <a:ext cx="1996035" cy="289360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0" y="10503468"/>
              <a:ext cx="1435213" cy="1557615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61555" y="0"/>
              <a:ext cx="1426666" cy="1119687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93742" y="484722"/>
              <a:ext cx="621098" cy="523958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12794239" y="10276089"/>
              <a:ext cx="839469" cy="550545"/>
            </a:xfrm>
            <a:custGeom>
              <a:avLst/>
              <a:gdLst/>
              <a:ahLst/>
              <a:cxnLst/>
              <a:rect l="l" t="t" r="r" b="b"/>
              <a:pathLst>
                <a:path w="839469" h="550545">
                  <a:moveTo>
                    <a:pt x="754275" y="0"/>
                  </a:moveTo>
                  <a:lnTo>
                    <a:pt x="0" y="386770"/>
                  </a:lnTo>
                  <a:lnTo>
                    <a:pt x="84695" y="550516"/>
                  </a:lnTo>
                  <a:lnTo>
                    <a:pt x="838971" y="163734"/>
                  </a:lnTo>
                  <a:lnTo>
                    <a:pt x="754275" y="0"/>
                  </a:lnTo>
                  <a:close/>
                </a:path>
              </a:pathLst>
            </a:custGeom>
            <a:solidFill>
              <a:srgbClr val="F79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708182" y="10662863"/>
              <a:ext cx="170755" cy="163734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2820589" y="10327030"/>
              <a:ext cx="786765" cy="448945"/>
            </a:xfrm>
            <a:custGeom>
              <a:avLst/>
              <a:gdLst/>
              <a:ahLst/>
              <a:cxnLst/>
              <a:rect l="l" t="t" r="r" b="b"/>
              <a:pathLst>
                <a:path w="786765" h="448945">
                  <a:moveTo>
                    <a:pt x="754275" y="0"/>
                  </a:moveTo>
                  <a:lnTo>
                    <a:pt x="0" y="386770"/>
                  </a:lnTo>
                  <a:lnTo>
                    <a:pt x="32003" y="448625"/>
                  </a:lnTo>
                  <a:lnTo>
                    <a:pt x="786267" y="61854"/>
                  </a:lnTo>
                  <a:lnTo>
                    <a:pt x="754275" y="0"/>
                  </a:lnTo>
                  <a:close/>
                </a:path>
              </a:pathLst>
            </a:custGeom>
            <a:solidFill>
              <a:srgbClr val="F4C3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541236" y="10204565"/>
              <a:ext cx="258346" cy="239023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708186" y="10750482"/>
              <a:ext cx="66794" cy="71322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0" y="5255512"/>
              <a:ext cx="1266825" cy="879475"/>
            </a:xfrm>
            <a:custGeom>
              <a:avLst/>
              <a:gdLst/>
              <a:ahLst/>
              <a:cxnLst/>
              <a:rect l="l" t="t" r="r" b="b"/>
              <a:pathLst>
                <a:path w="1266825" h="879475">
                  <a:moveTo>
                    <a:pt x="0" y="585372"/>
                  </a:moveTo>
                  <a:lnTo>
                    <a:pt x="0" y="660276"/>
                  </a:lnTo>
                  <a:lnTo>
                    <a:pt x="390893" y="871174"/>
                  </a:lnTo>
                  <a:lnTo>
                    <a:pt x="397739" y="874385"/>
                  </a:lnTo>
                  <a:lnTo>
                    <a:pt x="404842" y="876782"/>
                  </a:lnTo>
                  <a:lnTo>
                    <a:pt x="412130" y="878363"/>
                  </a:lnTo>
                  <a:lnTo>
                    <a:pt x="419532" y="879125"/>
                  </a:lnTo>
                  <a:lnTo>
                    <a:pt x="426384" y="879125"/>
                  </a:lnTo>
                  <a:lnTo>
                    <a:pt x="434373" y="878148"/>
                  </a:lnTo>
                  <a:lnTo>
                    <a:pt x="441676" y="876401"/>
                  </a:lnTo>
                  <a:lnTo>
                    <a:pt x="448807" y="873809"/>
                  </a:lnTo>
                  <a:lnTo>
                    <a:pt x="575858" y="819552"/>
                  </a:lnTo>
                  <a:lnTo>
                    <a:pt x="430306" y="819552"/>
                  </a:lnTo>
                  <a:lnTo>
                    <a:pt x="0" y="585372"/>
                  </a:lnTo>
                  <a:close/>
                </a:path>
                <a:path w="1266825" h="879475">
                  <a:moveTo>
                    <a:pt x="1235065" y="334456"/>
                  </a:moveTo>
                  <a:lnTo>
                    <a:pt x="1142957" y="334456"/>
                  </a:lnTo>
                  <a:lnTo>
                    <a:pt x="1150755" y="335360"/>
                  </a:lnTo>
                  <a:lnTo>
                    <a:pt x="1158326" y="337305"/>
                  </a:lnTo>
                  <a:lnTo>
                    <a:pt x="1190387" y="363607"/>
                  </a:lnTo>
                  <a:lnTo>
                    <a:pt x="1205459" y="400343"/>
                  </a:lnTo>
                  <a:lnTo>
                    <a:pt x="1208467" y="430772"/>
                  </a:lnTo>
                  <a:lnTo>
                    <a:pt x="1207063" y="445800"/>
                  </a:lnTo>
                  <a:lnTo>
                    <a:pt x="1191317" y="487403"/>
                  </a:lnTo>
                  <a:lnTo>
                    <a:pt x="1162881" y="516407"/>
                  </a:lnTo>
                  <a:lnTo>
                    <a:pt x="1143451" y="525311"/>
                  </a:lnTo>
                  <a:lnTo>
                    <a:pt x="430306" y="819552"/>
                  </a:lnTo>
                  <a:lnTo>
                    <a:pt x="575858" y="819552"/>
                  </a:lnTo>
                  <a:lnTo>
                    <a:pt x="1197672" y="554009"/>
                  </a:lnTo>
                  <a:lnTo>
                    <a:pt x="1234341" y="521353"/>
                  </a:lnTo>
                  <a:lnTo>
                    <a:pt x="1258492" y="479264"/>
                  </a:lnTo>
                  <a:lnTo>
                    <a:pt x="1266606" y="420478"/>
                  </a:lnTo>
                  <a:lnTo>
                    <a:pt x="1259602" y="385098"/>
                  </a:lnTo>
                  <a:lnTo>
                    <a:pt x="1242531" y="345875"/>
                  </a:lnTo>
                  <a:lnTo>
                    <a:pt x="1237440" y="337605"/>
                  </a:lnTo>
                  <a:lnTo>
                    <a:pt x="1235162" y="334585"/>
                  </a:lnTo>
                  <a:lnTo>
                    <a:pt x="1235065" y="334456"/>
                  </a:lnTo>
                  <a:close/>
                </a:path>
                <a:path w="1266825" h="879475">
                  <a:moveTo>
                    <a:pt x="384471" y="0"/>
                  </a:moveTo>
                  <a:lnTo>
                    <a:pt x="0" y="52000"/>
                  </a:lnTo>
                  <a:lnTo>
                    <a:pt x="0" y="390885"/>
                  </a:lnTo>
                  <a:lnTo>
                    <a:pt x="413028" y="588977"/>
                  </a:lnTo>
                  <a:lnTo>
                    <a:pt x="1119446" y="337947"/>
                  </a:lnTo>
                  <a:lnTo>
                    <a:pt x="1127184" y="335749"/>
                  </a:lnTo>
                  <a:lnTo>
                    <a:pt x="1135061" y="334585"/>
                  </a:lnTo>
                  <a:lnTo>
                    <a:pt x="1142957" y="334456"/>
                  </a:lnTo>
                  <a:lnTo>
                    <a:pt x="1235065" y="334456"/>
                  </a:lnTo>
                  <a:lnTo>
                    <a:pt x="1231624" y="329894"/>
                  </a:lnTo>
                  <a:lnTo>
                    <a:pt x="1202251" y="305190"/>
                  </a:lnTo>
                  <a:lnTo>
                    <a:pt x="1184676" y="296899"/>
                  </a:lnTo>
                  <a:lnTo>
                    <a:pt x="384471" y="0"/>
                  </a:lnTo>
                  <a:close/>
                </a:path>
              </a:pathLst>
            </a:custGeom>
            <a:solidFill>
              <a:srgbClr val="A3CA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0" y="5589995"/>
              <a:ext cx="1209040" cy="485140"/>
            </a:xfrm>
            <a:custGeom>
              <a:avLst/>
              <a:gdLst/>
              <a:ahLst/>
              <a:cxnLst/>
              <a:rect l="l" t="t" r="r" b="b"/>
              <a:pathLst>
                <a:path w="1209040" h="485139">
                  <a:moveTo>
                    <a:pt x="1142986" y="0"/>
                  </a:moveTo>
                  <a:lnTo>
                    <a:pt x="1135093" y="129"/>
                  </a:lnTo>
                  <a:lnTo>
                    <a:pt x="1127218" y="1292"/>
                  </a:lnTo>
                  <a:lnTo>
                    <a:pt x="1119480" y="3491"/>
                  </a:lnTo>
                  <a:lnTo>
                    <a:pt x="428411" y="249051"/>
                  </a:lnTo>
                  <a:lnTo>
                    <a:pt x="420825" y="250121"/>
                  </a:lnTo>
                  <a:lnTo>
                    <a:pt x="405793" y="249345"/>
                  </a:lnTo>
                  <a:lnTo>
                    <a:pt x="398360" y="247475"/>
                  </a:lnTo>
                  <a:lnTo>
                    <a:pt x="0" y="56410"/>
                  </a:lnTo>
                  <a:lnTo>
                    <a:pt x="0" y="250886"/>
                  </a:lnTo>
                  <a:lnTo>
                    <a:pt x="430340" y="485096"/>
                  </a:lnTo>
                  <a:lnTo>
                    <a:pt x="1143485" y="190843"/>
                  </a:lnTo>
                  <a:lnTo>
                    <a:pt x="1148719" y="189325"/>
                  </a:lnTo>
                  <a:lnTo>
                    <a:pt x="1182282" y="164891"/>
                  </a:lnTo>
                  <a:lnTo>
                    <a:pt x="1203764" y="125942"/>
                  </a:lnTo>
                  <a:lnTo>
                    <a:pt x="1208496" y="96316"/>
                  </a:lnTo>
                  <a:lnTo>
                    <a:pt x="1207967" y="81087"/>
                  </a:lnTo>
                  <a:lnTo>
                    <a:pt x="1197425" y="41712"/>
                  </a:lnTo>
                  <a:lnTo>
                    <a:pt x="1172359" y="9845"/>
                  </a:lnTo>
                  <a:lnTo>
                    <a:pt x="1150777" y="903"/>
                  </a:lnTo>
                  <a:lnTo>
                    <a:pt x="1142986" y="0"/>
                  </a:lnTo>
                  <a:close/>
                </a:path>
              </a:pathLst>
            </a:custGeom>
            <a:solidFill>
              <a:srgbClr val="E3E2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30335" y="5589995"/>
              <a:ext cx="778510" cy="485140"/>
            </a:xfrm>
            <a:custGeom>
              <a:avLst/>
              <a:gdLst/>
              <a:ahLst/>
              <a:cxnLst/>
              <a:rect l="l" t="t" r="r" b="b"/>
              <a:pathLst>
                <a:path w="778510" h="485139">
                  <a:moveTo>
                    <a:pt x="712655" y="0"/>
                  </a:moveTo>
                  <a:lnTo>
                    <a:pt x="5304" y="246469"/>
                  </a:lnTo>
                  <a:lnTo>
                    <a:pt x="0" y="485089"/>
                  </a:lnTo>
                  <a:lnTo>
                    <a:pt x="713156" y="190848"/>
                  </a:lnTo>
                  <a:lnTo>
                    <a:pt x="718379" y="189330"/>
                  </a:lnTo>
                  <a:lnTo>
                    <a:pt x="751953" y="164891"/>
                  </a:lnTo>
                  <a:lnTo>
                    <a:pt x="773423" y="125935"/>
                  </a:lnTo>
                  <a:lnTo>
                    <a:pt x="778160" y="96309"/>
                  </a:lnTo>
                  <a:lnTo>
                    <a:pt x="777628" y="81081"/>
                  </a:lnTo>
                  <a:lnTo>
                    <a:pt x="767084" y="41717"/>
                  </a:lnTo>
                  <a:lnTo>
                    <a:pt x="742018" y="9848"/>
                  </a:lnTo>
                  <a:lnTo>
                    <a:pt x="720449" y="908"/>
                  </a:lnTo>
                  <a:lnTo>
                    <a:pt x="7126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0" y="4861336"/>
              <a:ext cx="1257300" cy="993140"/>
            </a:xfrm>
            <a:custGeom>
              <a:avLst/>
              <a:gdLst/>
              <a:ahLst/>
              <a:cxnLst/>
              <a:rect l="l" t="t" r="r" b="b"/>
              <a:pathLst>
                <a:path w="1257300" h="993139">
                  <a:moveTo>
                    <a:pt x="511049" y="0"/>
                  </a:moveTo>
                  <a:lnTo>
                    <a:pt x="468189" y="10009"/>
                  </a:lnTo>
                  <a:lnTo>
                    <a:pt x="0" y="220614"/>
                  </a:lnTo>
                  <a:lnTo>
                    <a:pt x="0" y="801850"/>
                  </a:lnTo>
                  <a:lnTo>
                    <a:pt x="350678" y="984028"/>
                  </a:lnTo>
                  <a:lnTo>
                    <a:pt x="387010" y="992919"/>
                  </a:lnTo>
                  <a:lnTo>
                    <a:pt x="396338" y="992395"/>
                  </a:lnTo>
                  <a:lnTo>
                    <a:pt x="1244518" y="562501"/>
                  </a:lnTo>
                  <a:lnTo>
                    <a:pt x="1256809" y="516113"/>
                  </a:lnTo>
                  <a:lnTo>
                    <a:pt x="1254821" y="512585"/>
                  </a:lnTo>
                  <a:lnTo>
                    <a:pt x="1248846" y="508280"/>
                  </a:lnTo>
                  <a:lnTo>
                    <a:pt x="1244871" y="507504"/>
                  </a:lnTo>
                  <a:lnTo>
                    <a:pt x="1215231" y="518148"/>
                  </a:lnTo>
                  <a:lnTo>
                    <a:pt x="1219489" y="326421"/>
                  </a:lnTo>
                  <a:lnTo>
                    <a:pt x="1245306" y="289007"/>
                  </a:lnTo>
                  <a:lnTo>
                    <a:pt x="1246212" y="275023"/>
                  </a:lnTo>
                  <a:lnTo>
                    <a:pt x="1244294" y="268883"/>
                  </a:lnTo>
                  <a:lnTo>
                    <a:pt x="554520" y="6892"/>
                  </a:lnTo>
                  <a:lnTo>
                    <a:pt x="522049" y="130"/>
                  </a:lnTo>
                  <a:lnTo>
                    <a:pt x="511049" y="0"/>
                  </a:lnTo>
                  <a:close/>
                </a:path>
              </a:pathLst>
            </a:custGeom>
            <a:solidFill>
              <a:srgbClr val="FDBA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0" y="5187760"/>
              <a:ext cx="1219835" cy="608965"/>
            </a:xfrm>
            <a:custGeom>
              <a:avLst/>
              <a:gdLst/>
              <a:ahLst/>
              <a:cxnLst/>
              <a:rect l="l" t="t" r="r" b="b"/>
              <a:pathLst>
                <a:path w="1219835" h="608964">
                  <a:moveTo>
                    <a:pt x="1219490" y="0"/>
                  </a:moveTo>
                  <a:lnTo>
                    <a:pt x="415122" y="378396"/>
                  </a:lnTo>
                  <a:lnTo>
                    <a:pt x="410158" y="379995"/>
                  </a:lnTo>
                  <a:lnTo>
                    <a:pt x="403195" y="381619"/>
                  </a:lnTo>
                  <a:lnTo>
                    <a:pt x="397785" y="382018"/>
                  </a:lnTo>
                  <a:lnTo>
                    <a:pt x="387058" y="381113"/>
                  </a:lnTo>
                  <a:lnTo>
                    <a:pt x="381754" y="379795"/>
                  </a:lnTo>
                  <a:lnTo>
                    <a:pt x="0" y="214192"/>
                  </a:lnTo>
                  <a:lnTo>
                    <a:pt x="0" y="417172"/>
                  </a:lnTo>
                  <a:lnTo>
                    <a:pt x="403395" y="608583"/>
                  </a:lnTo>
                  <a:lnTo>
                    <a:pt x="1215233" y="191726"/>
                  </a:lnTo>
                  <a:lnTo>
                    <a:pt x="1219490" y="0"/>
                  </a:lnTo>
                  <a:close/>
                </a:path>
              </a:pathLst>
            </a:custGeom>
            <a:solidFill>
              <a:srgbClr val="E3E2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3400" y="5187761"/>
              <a:ext cx="816610" cy="608965"/>
            </a:xfrm>
            <a:custGeom>
              <a:avLst/>
              <a:gdLst/>
              <a:ahLst/>
              <a:cxnLst/>
              <a:rect l="l" t="t" r="r" b="b"/>
              <a:pathLst>
                <a:path w="816610" h="608964">
                  <a:moveTo>
                    <a:pt x="816083" y="0"/>
                  </a:moveTo>
                  <a:lnTo>
                    <a:pt x="11726" y="378396"/>
                  </a:lnTo>
                  <a:lnTo>
                    <a:pt x="6762" y="379995"/>
                  </a:lnTo>
                  <a:lnTo>
                    <a:pt x="5069" y="380337"/>
                  </a:lnTo>
                  <a:lnTo>
                    <a:pt x="0" y="608583"/>
                  </a:lnTo>
                  <a:lnTo>
                    <a:pt x="811825" y="191726"/>
                  </a:lnTo>
                  <a:lnTo>
                    <a:pt x="816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44906" y="5264720"/>
              <a:ext cx="574675" cy="284480"/>
            </a:xfrm>
            <a:custGeom>
              <a:avLst/>
              <a:gdLst/>
              <a:ahLst/>
              <a:cxnLst/>
              <a:rect l="l" t="t" r="r" b="b"/>
              <a:pathLst>
                <a:path w="574675" h="284479">
                  <a:moveTo>
                    <a:pt x="2374" y="280873"/>
                  </a:moveTo>
                  <a:lnTo>
                    <a:pt x="2057" y="280670"/>
                  </a:lnTo>
                  <a:lnTo>
                    <a:pt x="800" y="282067"/>
                  </a:lnTo>
                  <a:lnTo>
                    <a:pt x="1282" y="282067"/>
                  </a:lnTo>
                  <a:lnTo>
                    <a:pt x="2374" y="280873"/>
                  </a:lnTo>
                  <a:close/>
                </a:path>
                <a:path w="574675" h="284479">
                  <a:moveTo>
                    <a:pt x="3467" y="280670"/>
                  </a:moveTo>
                  <a:lnTo>
                    <a:pt x="2565" y="280670"/>
                  </a:lnTo>
                  <a:lnTo>
                    <a:pt x="2374" y="280873"/>
                  </a:lnTo>
                  <a:lnTo>
                    <a:pt x="3467" y="281571"/>
                  </a:lnTo>
                  <a:lnTo>
                    <a:pt x="3467" y="280670"/>
                  </a:lnTo>
                  <a:close/>
                </a:path>
                <a:path w="574675" h="284479">
                  <a:moveTo>
                    <a:pt x="3784" y="281774"/>
                  </a:moveTo>
                  <a:lnTo>
                    <a:pt x="3467" y="281571"/>
                  </a:lnTo>
                  <a:lnTo>
                    <a:pt x="3467" y="281952"/>
                  </a:lnTo>
                  <a:lnTo>
                    <a:pt x="3784" y="281774"/>
                  </a:lnTo>
                  <a:close/>
                </a:path>
                <a:path w="574675" h="284479">
                  <a:moveTo>
                    <a:pt x="8534" y="277025"/>
                  </a:moveTo>
                  <a:lnTo>
                    <a:pt x="7848" y="277025"/>
                  </a:lnTo>
                  <a:lnTo>
                    <a:pt x="3797" y="279463"/>
                  </a:lnTo>
                  <a:lnTo>
                    <a:pt x="7150" y="279463"/>
                  </a:lnTo>
                  <a:lnTo>
                    <a:pt x="7112" y="278130"/>
                  </a:lnTo>
                  <a:lnTo>
                    <a:pt x="8026" y="278130"/>
                  </a:lnTo>
                  <a:lnTo>
                    <a:pt x="8534" y="277025"/>
                  </a:lnTo>
                  <a:close/>
                </a:path>
                <a:path w="574675" h="284479">
                  <a:moveTo>
                    <a:pt x="15633" y="275590"/>
                  </a:moveTo>
                  <a:lnTo>
                    <a:pt x="11493" y="275590"/>
                  </a:lnTo>
                  <a:lnTo>
                    <a:pt x="11303" y="276987"/>
                  </a:lnTo>
                  <a:lnTo>
                    <a:pt x="15633" y="275590"/>
                  </a:lnTo>
                  <a:close/>
                </a:path>
                <a:path w="574675" h="284479">
                  <a:moveTo>
                    <a:pt x="36029" y="265455"/>
                  </a:moveTo>
                  <a:lnTo>
                    <a:pt x="35902" y="265226"/>
                  </a:lnTo>
                  <a:lnTo>
                    <a:pt x="35509" y="265125"/>
                  </a:lnTo>
                  <a:lnTo>
                    <a:pt x="34988" y="265290"/>
                  </a:lnTo>
                  <a:lnTo>
                    <a:pt x="36029" y="265455"/>
                  </a:lnTo>
                  <a:close/>
                </a:path>
                <a:path w="574675" h="284479">
                  <a:moveTo>
                    <a:pt x="40855" y="262890"/>
                  </a:moveTo>
                  <a:lnTo>
                    <a:pt x="40436" y="262890"/>
                  </a:lnTo>
                  <a:lnTo>
                    <a:pt x="40741" y="261721"/>
                  </a:lnTo>
                  <a:lnTo>
                    <a:pt x="39878" y="261721"/>
                  </a:lnTo>
                  <a:lnTo>
                    <a:pt x="40335" y="261124"/>
                  </a:lnTo>
                  <a:lnTo>
                    <a:pt x="39712" y="261721"/>
                  </a:lnTo>
                  <a:lnTo>
                    <a:pt x="36728" y="262890"/>
                  </a:lnTo>
                  <a:lnTo>
                    <a:pt x="38544" y="262890"/>
                  </a:lnTo>
                  <a:lnTo>
                    <a:pt x="37299" y="264160"/>
                  </a:lnTo>
                  <a:lnTo>
                    <a:pt x="38290" y="264160"/>
                  </a:lnTo>
                  <a:lnTo>
                    <a:pt x="40855" y="262890"/>
                  </a:lnTo>
                  <a:close/>
                </a:path>
                <a:path w="574675" h="284479">
                  <a:moveTo>
                    <a:pt x="43014" y="270510"/>
                  </a:moveTo>
                  <a:lnTo>
                    <a:pt x="42913" y="270014"/>
                  </a:lnTo>
                  <a:lnTo>
                    <a:pt x="41186" y="271780"/>
                  </a:lnTo>
                  <a:lnTo>
                    <a:pt x="43014" y="270510"/>
                  </a:lnTo>
                  <a:close/>
                </a:path>
                <a:path w="574675" h="284479">
                  <a:moveTo>
                    <a:pt x="43586" y="260350"/>
                  </a:moveTo>
                  <a:lnTo>
                    <a:pt x="41630" y="261721"/>
                  </a:lnTo>
                  <a:lnTo>
                    <a:pt x="43243" y="261721"/>
                  </a:lnTo>
                  <a:lnTo>
                    <a:pt x="43586" y="260350"/>
                  </a:lnTo>
                  <a:close/>
                </a:path>
                <a:path w="574675" h="284479">
                  <a:moveTo>
                    <a:pt x="43675" y="269240"/>
                  </a:moveTo>
                  <a:lnTo>
                    <a:pt x="42837" y="269621"/>
                  </a:lnTo>
                  <a:lnTo>
                    <a:pt x="42913" y="270014"/>
                  </a:lnTo>
                  <a:lnTo>
                    <a:pt x="43675" y="269240"/>
                  </a:lnTo>
                  <a:close/>
                </a:path>
                <a:path w="574675" h="284479">
                  <a:moveTo>
                    <a:pt x="46736" y="260350"/>
                  </a:moveTo>
                  <a:lnTo>
                    <a:pt x="44996" y="260350"/>
                  </a:lnTo>
                  <a:lnTo>
                    <a:pt x="45072" y="261632"/>
                  </a:lnTo>
                  <a:lnTo>
                    <a:pt x="46329" y="261124"/>
                  </a:lnTo>
                  <a:lnTo>
                    <a:pt x="46736" y="260350"/>
                  </a:lnTo>
                  <a:close/>
                </a:path>
                <a:path w="574675" h="284479">
                  <a:moveTo>
                    <a:pt x="55168" y="252730"/>
                  </a:moveTo>
                  <a:lnTo>
                    <a:pt x="53276" y="254000"/>
                  </a:lnTo>
                  <a:lnTo>
                    <a:pt x="54546" y="254000"/>
                  </a:lnTo>
                  <a:lnTo>
                    <a:pt x="55168" y="252730"/>
                  </a:lnTo>
                  <a:close/>
                </a:path>
                <a:path w="574675" h="284479">
                  <a:moveTo>
                    <a:pt x="56794" y="252374"/>
                  </a:moveTo>
                  <a:lnTo>
                    <a:pt x="56172" y="252412"/>
                  </a:lnTo>
                  <a:lnTo>
                    <a:pt x="55765" y="252615"/>
                  </a:lnTo>
                  <a:lnTo>
                    <a:pt x="55460" y="252933"/>
                  </a:lnTo>
                  <a:lnTo>
                    <a:pt x="55867" y="252755"/>
                  </a:lnTo>
                  <a:lnTo>
                    <a:pt x="56413" y="252488"/>
                  </a:lnTo>
                  <a:lnTo>
                    <a:pt x="56794" y="252374"/>
                  </a:lnTo>
                  <a:close/>
                </a:path>
                <a:path w="574675" h="284479">
                  <a:moveTo>
                    <a:pt x="57150" y="252361"/>
                  </a:moveTo>
                  <a:lnTo>
                    <a:pt x="56946" y="252336"/>
                  </a:lnTo>
                  <a:lnTo>
                    <a:pt x="56794" y="252387"/>
                  </a:lnTo>
                  <a:lnTo>
                    <a:pt x="56997" y="252374"/>
                  </a:lnTo>
                  <a:lnTo>
                    <a:pt x="57150" y="252361"/>
                  </a:lnTo>
                  <a:close/>
                </a:path>
                <a:path w="574675" h="284479">
                  <a:moveTo>
                    <a:pt x="62268" y="251104"/>
                  </a:moveTo>
                  <a:lnTo>
                    <a:pt x="61887" y="251244"/>
                  </a:lnTo>
                  <a:lnTo>
                    <a:pt x="61658" y="251447"/>
                  </a:lnTo>
                  <a:lnTo>
                    <a:pt x="61506" y="251650"/>
                  </a:lnTo>
                  <a:lnTo>
                    <a:pt x="61709" y="251548"/>
                  </a:lnTo>
                  <a:lnTo>
                    <a:pt x="61950" y="251383"/>
                  </a:lnTo>
                  <a:lnTo>
                    <a:pt x="62268" y="251104"/>
                  </a:lnTo>
                  <a:close/>
                </a:path>
                <a:path w="574675" h="284479">
                  <a:moveTo>
                    <a:pt x="67068" y="246367"/>
                  </a:moveTo>
                  <a:lnTo>
                    <a:pt x="66738" y="246799"/>
                  </a:lnTo>
                  <a:lnTo>
                    <a:pt x="66890" y="246761"/>
                  </a:lnTo>
                  <a:lnTo>
                    <a:pt x="67068" y="246367"/>
                  </a:lnTo>
                  <a:close/>
                </a:path>
                <a:path w="574675" h="284479">
                  <a:moveTo>
                    <a:pt x="88341" y="237502"/>
                  </a:moveTo>
                  <a:lnTo>
                    <a:pt x="87922" y="237058"/>
                  </a:lnTo>
                  <a:lnTo>
                    <a:pt x="87782" y="237515"/>
                  </a:lnTo>
                  <a:lnTo>
                    <a:pt x="87782" y="237782"/>
                  </a:lnTo>
                  <a:lnTo>
                    <a:pt x="87858" y="237934"/>
                  </a:lnTo>
                  <a:lnTo>
                    <a:pt x="88188" y="237756"/>
                  </a:lnTo>
                  <a:lnTo>
                    <a:pt x="88341" y="237502"/>
                  </a:lnTo>
                  <a:close/>
                </a:path>
                <a:path w="574675" h="284479">
                  <a:moveTo>
                    <a:pt x="98259" y="232410"/>
                  </a:moveTo>
                  <a:lnTo>
                    <a:pt x="97193" y="232410"/>
                  </a:lnTo>
                  <a:lnTo>
                    <a:pt x="98259" y="232930"/>
                  </a:lnTo>
                  <a:lnTo>
                    <a:pt x="98259" y="232410"/>
                  </a:lnTo>
                  <a:close/>
                </a:path>
                <a:path w="574675" h="284479">
                  <a:moveTo>
                    <a:pt x="100876" y="245110"/>
                  </a:moveTo>
                  <a:lnTo>
                    <a:pt x="100799" y="244449"/>
                  </a:lnTo>
                  <a:lnTo>
                    <a:pt x="100507" y="245110"/>
                  </a:lnTo>
                  <a:lnTo>
                    <a:pt x="100876" y="245110"/>
                  </a:lnTo>
                  <a:close/>
                </a:path>
                <a:path w="574675" h="284479">
                  <a:moveTo>
                    <a:pt x="102311" y="243840"/>
                  </a:moveTo>
                  <a:lnTo>
                    <a:pt x="101079" y="245110"/>
                  </a:lnTo>
                  <a:lnTo>
                    <a:pt x="100876" y="245110"/>
                  </a:lnTo>
                  <a:lnTo>
                    <a:pt x="101003" y="246380"/>
                  </a:lnTo>
                  <a:lnTo>
                    <a:pt x="102311" y="243840"/>
                  </a:lnTo>
                  <a:close/>
                </a:path>
                <a:path w="574675" h="284479">
                  <a:moveTo>
                    <a:pt x="130289" y="215557"/>
                  </a:moveTo>
                  <a:lnTo>
                    <a:pt x="130175" y="215392"/>
                  </a:lnTo>
                  <a:lnTo>
                    <a:pt x="130022" y="215658"/>
                  </a:lnTo>
                  <a:lnTo>
                    <a:pt x="130035" y="215798"/>
                  </a:lnTo>
                  <a:lnTo>
                    <a:pt x="130251" y="215722"/>
                  </a:lnTo>
                  <a:lnTo>
                    <a:pt x="130289" y="215557"/>
                  </a:lnTo>
                  <a:close/>
                </a:path>
                <a:path w="574675" h="284479">
                  <a:moveTo>
                    <a:pt x="139039" y="210820"/>
                  </a:moveTo>
                  <a:lnTo>
                    <a:pt x="138125" y="210820"/>
                  </a:lnTo>
                  <a:lnTo>
                    <a:pt x="136880" y="212090"/>
                  </a:lnTo>
                  <a:lnTo>
                    <a:pt x="137795" y="212090"/>
                  </a:lnTo>
                  <a:lnTo>
                    <a:pt x="139039" y="210820"/>
                  </a:lnTo>
                  <a:close/>
                </a:path>
                <a:path w="574675" h="284479">
                  <a:moveTo>
                    <a:pt x="144653" y="207010"/>
                  </a:moveTo>
                  <a:lnTo>
                    <a:pt x="144170" y="207010"/>
                  </a:lnTo>
                  <a:lnTo>
                    <a:pt x="144437" y="207162"/>
                  </a:lnTo>
                  <a:lnTo>
                    <a:pt x="144653" y="207010"/>
                  </a:lnTo>
                  <a:close/>
                </a:path>
                <a:path w="574675" h="284479">
                  <a:moveTo>
                    <a:pt x="144843" y="207391"/>
                  </a:moveTo>
                  <a:lnTo>
                    <a:pt x="144437" y="207162"/>
                  </a:lnTo>
                  <a:lnTo>
                    <a:pt x="142570" y="208407"/>
                  </a:lnTo>
                  <a:lnTo>
                    <a:pt x="144843" y="207391"/>
                  </a:lnTo>
                  <a:close/>
                </a:path>
                <a:path w="574675" h="284479">
                  <a:moveTo>
                    <a:pt x="145745" y="207010"/>
                  </a:moveTo>
                  <a:lnTo>
                    <a:pt x="144843" y="207391"/>
                  </a:lnTo>
                  <a:lnTo>
                    <a:pt x="145224" y="207606"/>
                  </a:lnTo>
                  <a:lnTo>
                    <a:pt x="145618" y="207162"/>
                  </a:lnTo>
                  <a:lnTo>
                    <a:pt x="145745" y="207010"/>
                  </a:lnTo>
                  <a:close/>
                </a:path>
                <a:path w="574675" h="284479">
                  <a:moveTo>
                    <a:pt x="148297" y="205930"/>
                  </a:moveTo>
                  <a:lnTo>
                    <a:pt x="147891" y="206159"/>
                  </a:lnTo>
                  <a:lnTo>
                    <a:pt x="147739" y="206387"/>
                  </a:lnTo>
                  <a:lnTo>
                    <a:pt x="147662" y="206578"/>
                  </a:lnTo>
                  <a:lnTo>
                    <a:pt x="147916" y="206413"/>
                  </a:lnTo>
                  <a:lnTo>
                    <a:pt x="148158" y="206222"/>
                  </a:lnTo>
                  <a:lnTo>
                    <a:pt x="148297" y="205930"/>
                  </a:lnTo>
                  <a:close/>
                </a:path>
                <a:path w="574675" h="284479">
                  <a:moveTo>
                    <a:pt x="154266" y="220980"/>
                  </a:moveTo>
                  <a:lnTo>
                    <a:pt x="153428" y="220980"/>
                  </a:lnTo>
                  <a:lnTo>
                    <a:pt x="151612" y="222250"/>
                  </a:lnTo>
                  <a:lnTo>
                    <a:pt x="152196" y="222250"/>
                  </a:lnTo>
                  <a:lnTo>
                    <a:pt x="154266" y="220980"/>
                  </a:lnTo>
                  <a:close/>
                </a:path>
                <a:path w="574675" h="284479">
                  <a:moveTo>
                    <a:pt x="156476" y="199872"/>
                  </a:moveTo>
                  <a:close/>
                </a:path>
                <a:path w="574675" h="284479">
                  <a:moveTo>
                    <a:pt x="156654" y="199009"/>
                  </a:moveTo>
                  <a:lnTo>
                    <a:pt x="155409" y="200240"/>
                  </a:lnTo>
                  <a:lnTo>
                    <a:pt x="156451" y="199859"/>
                  </a:lnTo>
                  <a:lnTo>
                    <a:pt x="156362" y="199682"/>
                  </a:lnTo>
                  <a:lnTo>
                    <a:pt x="156298" y="199440"/>
                  </a:lnTo>
                  <a:lnTo>
                    <a:pt x="156654" y="199009"/>
                  </a:lnTo>
                  <a:close/>
                </a:path>
                <a:path w="574675" h="284479">
                  <a:moveTo>
                    <a:pt x="164655" y="195884"/>
                  </a:moveTo>
                  <a:lnTo>
                    <a:pt x="164465" y="195859"/>
                  </a:lnTo>
                  <a:lnTo>
                    <a:pt x="164261" y="195859"/>
                  </a:lnTo>
                  <a:lnTo>
                    <a:pt x="164007" y="195910"/>
                  </a:lnTo>
                  <a:lnTo>
                    <a:pt x="164198" y="195948"/>
                  </a:lnTo>
                  <a:lnTo>
                    <a:pt x="164426" y="195935"/>
                  </a:lnTo>
                  <a:lnTo>
                    <a:pt x="164655" y="195884"/>
                  </a:lnTo>
                  <a:close/>
                </a:path>
                <a:path w="574675" h="284479">
                  <a:moveTo>
                    <a:pt x="167805" y="194310"/>
                  </a:moveTo>
                  <a:lnTo>
                    <a:pt x="166903" y="193040"/>
                  </a:lnTo>
                  <a:lnTo>
                    <a:pt x="165506" y="193040"/>
                  </a:lnTo>
                  <a:lnTo>
                    <a:pt x="165252" y="194310"/>
                  </a:lnTo>
                  <a:lnTo>
                    <a:pt x="167805" y="194310"/>
                  </a:lnTo>
                  <a:close/>
                </a:path>
                <a:path w="574675" h="284479">
                  <a:moveTo>
                    <a:pt x="173532" y="212090"/>
                  </a:moveTo>
                  <a:lnTo>
                    <a:pt x="173037" y="211251"/>
                  </a:lnTo>
                  <a:lnTo>
                    <a:pt x="173202" y="212090"/>
                  </a:lnTo>
                  <a:lnTo>
                    <a:pt x="173532" y="212090"/>
                  </a:lnTo>
                  <a:close/>
                </a:path>
                <a:path w="574675" h="284479">
                  <a:moveTo>
                    <a:pt x="183146" y="188036"/>
                  </a:moveTo>
                  <a:lnTo>
                    <a:pt x="182626" y="186690"/>
                  </a:lnTo>
                  <a:lnTo>
                    <a:pt x="182676" y="188201"/>
                  </a:lnTo>
                  <a:lnTo>
                    <a:pt x="182994" y="188036"/>
                  </a:lnTo>
                  <a:lnTo>
                    <a:pt x="183146" y="188036"/>
                  </a:lnTo>
                  <a:close/>
                </a:path>
                <a:path w="574675" h="284479">
                  <a:moveTo>
                    <a:pt x="185254" y="185420"/>
                  </a:moveTo>
                  <a:lnTo>
                    <a:pt x="183515" y="188036"/>
                  </a:lnTo>
                  <a:lnTo>
                    <a:pt x="183984" y="188036"/>
                  </a:lnTo>
                  <a:lnTo>
                    <a:pt x="185254" y="185420"/>
                  </a:lnTo>
                  <a:close/>
                </a:path>
                <a:path w="574675" h="284479">
                  <a:moveTo>
                    <a:pt x="189496" y="203200"/>
                  </a:moveTo>
                  <a:lnTo>
                    <a:pt x="189369" y="202234"/>
                  </a:lnTo>
                  <a:lnTo>
                    <a:pt x="188861" y="202552"/>
                  </a:lnTo>
                  <a:lnTo>
                    <a:pt x="188366" y="203200"/>
                  </a:lnTo>
                  <a:lnTo>
                    <a:pt x="189496" y="203200"/>
                  </a:lnTo>
                  <a:close/>
                </a:path>
                <a:path w="574675" h="284479">
                  <a:moveTo>
                    <a:pt x="191135" y="183235"/>
                  </a:moveTo>
                  <a:lnTo>
                    <a:pt x="190538" y="183540"/>
                  </a:lnTo>
                  <a:lnTo>
                    <a:pt x="190030" y="183946"/>
                  </a:lnTo>
                  <a:lnTo>
                    <a:pt x="189572" y="184873"/>
                  </a:lnTo>
                  <a:lnTo>
                    <a:pt x="190233" y="184696"/>
                  </a:lnTo>
                  <a:lnTo>
                    <a:pt x="190881" y="183870"/>
                  </a:lnTo>
                  <a:lnTo>
                    <a:pt x="191135" y="183235"/>
                  </a:lnTo>
                  <a:close/>
                </a:path>
                <a:path w="574675" h="284479">
                  <a:moveTo>
                    <a:pt x="191147" y="183222"/>
                  </a:moveTo>
                  <a:close/>
                </a:path>
                <a:path w="574675" h="284479">
                  <a:moveTo>
                    <a:pt x="192747" y="182651"/>
                  </a:moveTo>
                  <a:lnTo>
                    <a:pt x="192620" y="182016"/>
                  </a:lnTo>
                  <a:lnTo>
                    <a:pt x="192646" y="183095"/>
                  </a:lnTo>
                  <a:lnTo>
                    <a:pt x="192747" y="182651"/>
                  </a:lnTo>
                  <a:close/>
                </a:path>
                <a:path w="574675" h="284479">
                  <a:moveTo>
                    <a:pt x="193598" y="183095"/>
                  </a:moveTo>
                  <a:lnTo>
                    <a:pt x="193548" y="182651"/>
                  </a:lnTo>
                  <a:lnTo>
                    <a:pt x="193344" y="182016"/>
                  </a:lnTo>
                  <a:lnTo>
                    <a:pt x="192747" y="182651"/>
                  </a:lnTo>
                  <a:lnTo>
                    <a:pt x="192836" y="183095"/>
                  </a:lnTo>
                  <a:lnTo>
                    <a:pt x="192646" y="183095"/>
                  </a:lnTo>
                  <a:lnTo>
                    <a:pt x="191236" y="184150"/>
                  </a:lnTo>
                  <a:lnTo>
                    <a:pt x="193052" y="184150"/>
                  </a:lnTo>
                  <a:lnTo>
                    <a:pt x="191795" y="185420"/>
                  </a:lnTo>
                  <a:lnTo>
                    <a:pt x="193294" y="185420"/>
                  </a:lnTo>
                  <a:lnTo>
                    <a:pt x="193598" y="183095"/>
                  </a:lnTo>
                  <a:close/>
                </a:path>
                <a:path w="574675" h="284479">
                  <a:moveTo>
                    <a:pt x="194614" y="180340"/>
                  </a:moveTo>
                  <a:lnTo>
                    <a:pt x="193205" y="181610"/>
                  </a:lnTo>
                  <a:lnTo>
                    <a:pt x="193344" y="182016"/>
                  </a:lnTo>
                  <a:lnTo>
                    <a:pt x="193700" y="181610"/>
                  </a:lnTo>
                  <a:lnTo>
                    <a:pt x="194614" y="180340"/>
                  </a:lnTo>
                  <a:close/>
                </a:path>
                <a:path w="574675" h="284479">
                  <a:moveTo>
                    <a:pt x="202552" y="176657"/>
                  </a:moveTo>
                  <a:lnTo>
                    <a:pt x="202336" y="176822"/>
                  </a:lnTo>
                  <a:lnTo>
                    <a:pt x="202298" y="176961"/>
                  </a:lnTo>
                  <a:lnTo>
                    <a:pt x="202488" y="176809"/>
                  </a:lnTo>
                  <a:lnTo>
                    <a:pt x="202552" y="176657"/>
                  </a:lnTo>
                  <a:close/>
                </a:path>
                <a:path w="574675" h="284479">
                  <a:moveTo>
                    <a:pt x="209181" y="245084"/>
                  </a:moveTo>
                  <a:lnTo>
                    <a:pt x="209092" y="244767"/>
                  </a:lnTo>
                  <a:lnTo>
                    <a:pt x="208978" y="244970"/>
                  </a:lnTo>
                  <a:lnTo>
                    <a:pt x="208749" y="244767"/>
                  </a:lnTo>
                  <a:lnTo>
                    <a:pt x="208140" y="246037"/>
                  </a:lnTo>
                  <a:lnTo>
                    <a:pt x="208407" y="246037"/>
                  </a:lnTo>
                  <a:lnTo>
                    <a:pt x="208915" y="245084"/>
                  </a:lnTo>
                  <a:lnTo>
                    <a:pt x="209130" y="245084"/>
                  </a:lnTo>
                  <a:close/>
                </a:path>
                <a:path w="574675" h="284479">
                  <a:moveTo>
                    <a:pt x="210261" y="246037"/>
                  </a:moveTo>
                  <a:lnTo>
                    <a:pt x="209130" y="245084"/>
                  </a:lnTo>
                  <a:lnTo>
                    <a:pt x="209372" y="245757"/>
                  </a:lnTo>
                  <a:lnTo>
                    <a:pt x="209448" y="246037"/>
                  </a:lnTo>
                  <a:lnTo>
                    <a:pt x="209816" y="246037"/>
                  </a:lnTo>
                  <a:lnTo>
                    <a:pt x="210007" y="247142"/>
                  </a:lnTo>
                  <a:lnTo>
                    <a:pt x="210185" y="247142"/>
                  </a:lnTo>
                  <a:lnTo>
                    <a:pt x="210261" y="246037"/>
                  </a:lnTo>
                  <a:close/>
                </a:path>
                <a:path w="574675" h="284479">
                  <a:moveTo>
                    <a:pt x="212153" y="244627"/>
                  </a:moveTo>
                  <a:lnTo>
                    <a:pt x="212064" y="243497"/>
                  </a:lnTo>
                  <a:lnTo>
                    <a:pt x="209778" y="243497"/>
                  </a:lnTo>
                  <a:lnTo>
                    <a:pt x="212153" y="244627"/>
                  </a:lnTo>
                  <a:close/>
                </a:path>
                <a:path w="574675" h="284479">
                  <a:moveTo>
                    <a:pt x="212432" y="244767"/>
                  </a:moveTo>
                  <a:lnTo>
                    <a:pt x="212153" y="244627"/>
                  </a:lnTo>
                  <a:lnTo>
                    <a:pt x="212191" y="245084"/>
                  </a:lnTo>
                  <a:lnTo>
                    <a:pt x="212432" y="244767"/>
                  </a:lnTo>
                  <a:close/>
                </a:path>
                <a:path w="574675" h="284479">
                  <a:moveTo>
                    <a:pt x="213512" y="170294"/>
                  </a:moveTo>
                  <a:lnTo>
                    <a:pt x="213448" y="170116"/>
                  </a:lnTo>
                  <a:lnTo>
                    <a:pt x="213321" y="169926"/>
                  </a:lnTo>
                  <a:lnTo>
                    <a:pt x="212890" y="169837"/>
                  </a:lnTo>
                  <a:lnTo>
                    <a:pt x="212178" y="170421"/>
                  </a:lnTo>
                  <a:lnTo>
                    <a:pt x="213004" y="170281"/>
                  </a:lnTo>
                  <a:lnTo>
                    <a:pt x="213512" y="170294"/>
                  </a:lnTo>
                  <a:close/>
                </a:path>
                <a:path w="574675" h="284479">
                  <a:moveTo>
                    <a:pt x="213550" y="170294"/>
                  </a:moveTo>
                  <a:close/>
                </a:path>
                <a:path w="574675" h="284479">
                  <a:moveTo>
                    <a:pt x="227774" y="246037"/>
                  </a:moveTo>
                  <a:lnTo>
                    <a:pt x="227711" y="245084"/>
                  </a:lnTo>
                  <a:lnTo>
                    <a:pt x="227177" y="245757"/>
                  </a:lnTo>
                  <a:lnTo>
                    <a:pt x="227342" y="246037"/>
                  </a:lnTo>
                  <a:lnTo>
                    <a:pt x="227774" y="246037"/>
                  </a:lnTo>
                  <a:close/>
                </a:path>
                <a:path w="574675" h="284479">
                  <a:moveTo>
                    <a:pt x="228942" y="161290"/>
                  </a:moveTo>
                  <a:lnTo>
                    <a:pt x="227863" y="161290"/>
                  </a:lnTo>
                  <a:lnTo>
                    <a:pt x="228104" y="161975"/>
                  </a:lnTo>
                  <a:lnTo>
                    <a:pt x="228942" y="161290"/>
                  </a:lnTo>
                  <a:close/>
                </a:path>
                <a:path w="574675" h="284479">
                  <a:moveTo>
                    <a:pt x="229603" y="160020"/>
                  </a:moveTo>
                  <a:lnTo>
                    <a:pt x="228942" y="161290"/>
                  </a:lnTo>
                  <a:lnTo>
                    <a:pt x="229273" y="161290"/>
                  </a:lnTo>
                  <a:lnTo>
                    <a:pt x="229603" y="160020"/>
                  </a:lnTo>
                  <a:close/>
                </a:path>
                <a:path w="574675" h="284479">
                  <a:moveTo>
                    <a:pt x="230530" y="236245"/>
                  </a:moveTo>
                  <a:lnTo>
                    <a:pt x="230390" y="236004"/>
                  </a:lnTo>
                  <a:lnTo>
                    <a:pt x="230098" y="235851"/>
                  </a:lnTo>
                  <a:lnTo>
                    <a:pt x="229755" y="235940"/>
                  </a:lnTo>
                  <a:lnTo>
                    <a:pt x="230530" y="236245"/>
                  </a:lnTo>
                  <a:close/>
                </a:path>
                <a:path w="574675" h="284479">
                  <a:moveTo>
                    <a:pt x="236194" y="242227"/>
                  </a:moveTo>
                  <a:lnTo>
                    <a:pt x="235940" y="241376"/>
                  </a:lnTo>
                  <a:lnTo>
                    <a:pt x="234962" y="242227"/>
                  </a:lnTo>
                  <a:lnTo>
                    <a:pt x="236194" y="242227"/>
                  </a:lnTo>
                  <a:close/>
                </a:path>
                <a:path w="574675" h="284479">
                  <a:moveTo>
                    <a:pt x="236435" y="240957"/>
                  </a:moveTo>
                  <a:lnTo>
                    <a:pt x="235877" y="241147"/>
                  </a:lnTo>
                  <a:lnTo>
                    <a:pt x="235940" y="241376"/>
                  </a:lnTo>
                  <a:lnTo>
                    <a:pt x="236435" y="240957"/>
                  </a:lnTo>
                  <a:close/>
                </a:path>
                <a:path w="574675" h="284479">
                  <a:moveTo>
                    <a:pt x="239839" y="231228"/>
                  </a:moveTo>
                  <a:lnTo>
                    <a:pt x="239102" y="230797"/>
                  </a:lnTo>
                  <a:lnTo>
                    <a:pt x="239636" y="232067"/>
                  </a:lnTo>
                  <a:lnTo>
                    <a:pt x="239839" y="231228"/>
                  </a:lnTo>
                  <a:close/>
                </a:path>
                <a:path w="574675" h="284479">
                  <a:moveTo>
                    <a:pt x="242049" y="226987"/>
                  </a:moveTo>
                  <a:lnTo>
                    <a:pt x="240919" y="228257"/>
                  </a:lnTo>
                  <a:lnTo>
                    <a:pt x="241757" y="228257"/>
                  </a:lnTo>
                  <a:lnTo>
                    <a:pt x="242049" y="226987"/>
                  </a:lnTo>
                  <a:close/>
                </a:path>
                <a:path w="574675" h="284479">
                  <a:moveTo>
                    <a:pt x="243471" y="227317"/>
                  </a:moveTo>
                  <a:lnTo>
                    <a:pt x="243319" y="227266"/>
                  </a:lnTo>
                  <a:lnTo>
                    <a:pt x="243471" y="227317"/>
                  </a:lnTo>
                  <a:close/>
                </a:path>
                <a:path w="574675" h="284479">
                  <a:moveTo>
                    <a:pt x="246888" y="226923"/>
                  </a:moveTo>
                  <a:lnTo>
                    <a:pt x="246646" y="226999"/>
                  </a:lnTo>
                  <a:lnTo>
                    <a:pt x="246519" y="227139"/>
                  </a:lnTo>
                  <a:lnTo>
                    <a:pt x="246430" y="227304"/>
                  </a:lnTo>
                  <a:lnTo>
                    <a:pt x="246557" y="227241"/>
                  </a:lnTo>
                  <a:lnTo>
                    <a:pt x="246697" y="227139"/>
                  </a:lnTo>
                  <a:lnTo>
                    <a:pt x="246888" y="226923"/>
                  </a:lnTo>
                  <a:close/>
                </a:path>
                <a:path w="574675" h="284479">
                  <a:moveTo>
                    <a:pt x="253339" y="147320"/>
                  </a:moveTo>
                  <a:lnTo>
                    <a:pt x="251688" y="147320"/>
                  </a:lnTo>
                  <a:lnTo>
                    <a:pt x="251485" y="148336"/>
                  </a:lnTo>
                  <a:lnTo>
                    <a:pt x="253339" y="147320"/>
                  </a:lnTo>
                  <a:close/>
                </a:path>
                <a:path w="574675" h="284479">
                  <a:moveTo>
                    <a:pt x="272275" y="228257"/>
                  </a:moveTo>
                  <a:lnTo>
                    <a:pt x="271818" y="226987"/>
                  </a:lnTo>
                  <a:lnTo>
                    <a:pt x="271399" y="228257"/>
                  </a:lnTo>
                  <a:lnTo>
                    <a:pt x="272275" y="228257"/>
                  </a:lnTo>
                  <a:close/>
                </a:path>
                <a:path w="574675" h="284479">
                  <a:moveTo>
                    <a:pt x="274027" y="226987"/>
                  </a:moveTo>
                  <a:lnTo>
                    <a:pt x="273100" y="226987"/>
                  </a:lnTo>
                  <a:lnTo>
                    <a:pt x="273342" y="228257"/>
                  </a:lnTo>
                  <a:lnTo>
                    <a:pt x="274027" y="226987"/>
                  </a:lnTo>
                  <a:close/>
                </a:path>
                <a:path w="574675" h="284479">
                  <a:moveTo>
                    <a:pt x="289572" y="204292"/>
                  </a:moveTo>
                  <a:lnTo>
                    <a:pt x="289458" y="204127"/>
                  </a:lnTo>
                  <a:lnTo>
                    <a:pt x="289394" y="204343"/>
                  </a:lnTo>
                  <a:lnTo>
                    <a:pt x="289420" y="204482"/>
                  </a:lnTo>
                  <a:lnTo>
                    <a:pt x="289560" y="204444"/>
                  </a:lnTo>
                  <a:lnTo>
                    <a:pt x="289572" y="204292"/>
                  </a:lnTo>
                  <a:close/>
                </a:path>
                <a:path w="574675" h="284479">
                  <a:moveTo>
                    <a:pt x="294982" y="202857"/>
                  </a:moveTo>
                  <a:lnTo>
                    <a:pt x="294182" y="201587"/>
                  </a:lnTo>
                  <a:lnTo>
                    <a:pt x="293560" y="201587"/>
                  </a:lnTo>
                  <a:lnTo>
                    <a:pt x="293573" y="202857"/>
                  </a:lnTo>
                  <a:lnTo>
                    <a:pt x="294982" y="202857"/>
                  </a:lnTo>
                  <a:close/>
                </a:path>
                <a:path w="574675" h="284479">
                  <a:moveTo>
                    <a:pt x="298259" y="197777"/>
                  </a:moveTo>
                  <a:lnTo>
                    <a:pt x="297129" y="199047"/>
                  </a:lnTo>
                  <a:lnTo>
                    <a:pt x="298069" y="199047"/>
                  </a:lnTo>
                  <a:lnTo>
                    <a:pt x="298259" y="197777"/>
                  </a:lnTo>
                  <a:close/>
                </a:path>
                <a:path w="574675" h="284479">
                  <a:moveTo>
                    <a:pt x="298462" y="199047"/>
                  </a:moveTo>
                  <a:lnTo>
                    <a:pt x="298069" y="199047"/>
                  </a:lnTo>
                  <a:lnTo>
                    <a:pt x="298246" y="199186"/>
                  </a:lnTo>
                  <a:lnTo>
                    <a:pt x="298462" y="199047"/>
                  </a:lnTo>
                  <a:close/>
                </a:path>
                <a:path w="574675" h="284479">
                  <a:moveTo>
                    <a:pt x="299656" y="123190"/>
                  </a:moveTo>
                  <a:lnTo>
                    <a:pt x="298335" y="123190"/>
                  </a:lnTo>
                  <a:lnTo>
                    <a:pt x="298602" y="123647"/>
                  </a:lnTo>
                  <a:lnTo>
                    <a:pt x="299656" y="123190"/>
                  </a:lnTo>
                  <a:close/>
                </a:path>
                <a:path w="574675" h="284479">
                  <a:moveTo>
                    <a:pt x="300837" y="198107"/>
                  </a:moveTo>
                  <a:lnTo>
                    <a:pt x="300570" y="198259"/>
                  </a:lnTo>
                  <a:lnTo>
                    <a:pt x="300507" y="198437"/>
                  </a:lnTo>
                  <a:lnTo>
                    <a:pt x="300482" y="198615"/>
                  </a:lnTo>
                  <a:lnTo>
                    <a:pt x="300634" y="198501"/>
                  </a:lnTo>
                  <a:lnTo>
                    <a:pt x="300774" y="198361"/>
                  </a:lnTo>
                  <a:lnTo>
                    <a:pt x="300837" y="198107"/>
                  </a:lnTo>
                  <a:close/>
                </a:path>
                <a:path w="574675" h="284479">
                  <a:moveTo>
                    <a:pt x="300888" y="121920"/>
                  </a:moveTo>
                  <a:lnTo>
                    <a:pt x="299656" y="123190"/>
                  </a:lnTo>
                  <a:lnTo>
                    <a:pt x="300228" y="123190"/>
                  </a:lnTo>
                  <a:lnTo>
                    <a:pt x="300888" y="121920"/>
                  </a:lnTo>
                  <a:close/>
                </a:path>
                <a:path w="574675" h="284479">
                  <a:moveTo>
                    <a:pt x="305079" y="121920"/>
                  </a:moveTo>
                  <a:lnTo>
                    <a:pt x="304787" y="120650"/>
                  </a:lnTo>
                  <a:lnTo>
                    <a:pt x="303288" y="121920"/>
                  </a:lnTo>
                  <a:lnTo>
                    <a:pt x="305079" y="121920"/>
                  </a:lnTo>
                  <a:close/>
                </a:path>
                <a:path w="574675" h="284479">
                  <a:moveTo>
                    <a:pt x="305689" y="192963"/>
                  </a:moveTo>
                  <a:lnTo>
                    <a:pt x="304990" y="193916"/>
                  </a:lnTo>
                  <a:lnTo>
                    <a:pt x="305676" y="193725"/>
                  </a:lnTo>
                  <a:lnTo>
                    <a:pt x="305587" y="193535"/>
                  </a:lnTo>
                  <a:lnTo>
                    <a:pt x="305498" y="193319"/>
                  </a:lnTo>
                  <a:lnTo>
                    <a:pt x="305689" y="192963"/>
                  </a:lnTo>
                  <a:close/>
                </a:path>
                <a:path w="574675" h="284479">
                  <a:moveTo>
                    <a:pt x="305701" y="193789"/>
                  </a:moveTo>
                  <a:close/>
                </a:path>
                <a:path w="574675" h="284479">
                  <a:moveTo>
                    <a:pt x="307213" y="213017"/>
                  </a:moveTo>
                  <a:lnTo>
                    <a:pt x="306679" y="213017"/>
                  </a:lnTo>
                  <a:lnTo>
                    <a:pt x="305549" y="214287"/>
                  </a:lnTo>
                  <a:lnTo>
                    <a:pt x="305993" y="214287"/>
                  </a:lnTo>
                  <a:lnTo>
                    <a:pt x="307213" y="213017"/>
                  </a:lnTo>
                  <a:close/>
                </a:path>
                <a:path w="574675" h="284479">
                  <a:moveTo>
                    <a:pt x="308165" y="193967"/>
                  </a:moveTo>
                  <a:lnTo>
                    <a:pt x="307632" y="193967"/>
                  </a:lnTo>
                  <a:lnTo>
                    <a:pt x="307784" y="194259"/>
                  </a:lnTo>
                  <a:lnTo>
                    <a:pt x="308165" y="193967"/>
                  </a:lnTo>
                  <a:close/>
                </a:path>
                <a:path w="574675" h="284479">
                  <a:moveTo>
                    <a:pt x="308686" y="211747"/>
                  </a:moveTo>
                  <a:lnTo>
                    <a:pt x="307301" y="213017"/>
                  </a:lnTo>
                  <a:lnTo>
                    <a:pt x="307543" y="213017"/>
                  </a:lnTo>
                  <a:lnTo>
                    <a:pt x="308686" y="211747"/>
                  </a:lnTo>
                  <a:close/>
                </a:path>
                <a:path w="574675" h="284479">
                  <a:moveTo>
                    <a:pt x="310870" y="191287"/>
                  </a:moveTo>
                  <a:lnTo>
                    <a:pt x="310730" y="191223"/>
                  </a:lnTo>
                  <a:lnTo>
                    <a:pt x="310578" y="191185"/>
                  </a:lnTo>
                  <a:lnTo>
                    <a:pt x="310413" y="191211"/>
                  </a:lnTo>
                  <a:lnTo>
                    <a:pt x="310565" y="191274"/>
                  </a:lnTo>
                  <a:lnTo>
                    <a:pt x="310718" y="191300"/>
                  </a:lnTo>
                  <a:lnTo>
                    <a:pt x="310870" y="191287"/>
                  </a:lnTo>
                  <a:close/>
                </a:path>
                <a:path w="574675" h="284479">
                  <a:moveTo>
                    <a:pt x="312445" y="209308"/>
                  </a:moveTo>
                  <a:lnTo>
                    <a:pt x="312318" y="209308"/>
                  </a:lnTo>
                  <a:lnTo>
                    <a:pt x="312127" y="209321"/>
                  </a:lnTo>
                  <a:lnTo>
                    <a:pt x="312153" y="209461"/>
                  </a:lnTo>
                  <a:lnTo>
                    <a:pt x="312445" y="209308"/>
                  </a:lnTo>
                  <a:close/>
                </a:path>
                <a:path w="574675" h="284479">
                  <a:moveTo>
                    <a:pt x="312889" y="190258"/>
                  </a:moveTo>
                  <a:lnTo>
                    <a:pt x="311873" y="188887"/>
                  </a:lnTo>
                  <a:lnTo>
                    <a:pt x="310997" y="188887"/>
                  </a:lnTo>
                  <a:lnTo>
                    <a:pt x="311010" y="190258"/>
                  </a:lnTo>
                  <a:lnTo>
                    <a:pt x="312889" y="190258"/>
                  </a:lnTo>
                  <a:close/>
                </a:path>
                <a:path w="574675" h="284479">
                  <a:moveTo>
                    <a:pt x="315239" y="207962"/>
                  </a:moveTo>
                  <a:lnTo>
                    <a:pt x="314998" y="208038"/>
                  </a:lnTo>
                  <a:lnTo>
                    <a:pt x="314833" y="208165"/>
                  </a:lnTo>
                  <a:lnTo>
                    <a:pt x="314909" y="208457"/>
                  </a:lnTo>
                  <a:lnTo>
                    <a:pt x="314921" y="208254"/>
                  </a:lnTo>
                  <a:lnTo>
                    <a:pt x="315239" y="207962"/>
                  </a:lnTo>
                  <a:close/>
                </a:path>
                <a:path w="574675" h="284479">
                  <a:moveTo>
                    <a:pt x="319468" y="207937"/>
                  </a:moveTo>
                  <a:lnTo>
                    <a:pt x="318833" y="206667"/>
                  </a:lnTo>
                  <a:lnTo>
                    <a:pt x="319189" y="207937"/>
                  </a:lnTo>
                  <a:lnTo>
                    <a:pt x="319468" y="207937"/>
                  </a:lnTo>
                  <a:close/>
                </a:path>
                <a:path w="574675" h="284479">
                  <a:moveTo>
                    <a:pt x="321411" y="111760"/>
                  </a:moveTo>
                  <a:lnTo>
                    <a:pt x="319671" y="113423"/>
                  </a:lnTo>
                  <a:lnTo>
                    <a:pt x="319506" y="113499"/>
                  </a:lnTo>
                  <a:lnTo>
                    <a:pt x="319354" y="113601"/>
                  </a:lnTo>
                  <a:lnTo>
                    <a:pt x="319646" y="113449"/>
                  </a:lnTo>
                  <a:lnTo>
                    <a:pt x="318757" y="114300"/>
                  </a:lnTo>
                  <a:lnTo>
                    <a:pt x="321246" y="113461"/>
                  </a:lnTo>
                  <a:lnTo>
                    <a:pt x="321348" y="112382"/>
                  </a:lnTo>
                  <a:lnTo>
                    <a:pt x="321411" y="111760"/>
                  </a:lnTo>
                  <a:close/>
                </a:path>
                <a:path w="574675" h="284479">
                  <a:moveTo>
                    <a:pt x="322237" y="113118"/>
                  </a:moveTo>
                  <a:lnTo>
                    <a:pt x="321246" y="113461"/>
                  </a:lnTo>
                  <a:lnTo>
                    <a:pt x="321157" y="114300"/>
                  </a:lnTo>
                  <a:lnTo>
                    <a:pt x="322237" y="113118"/>
                  </a:lnTo>
                  <a:close/>
                </a:path>
                <a:path w="574675" h="284479">
                  <a:moveTo>
                    <a:pt x="322580" y="186347"/>
                  </a:moveTo>
                  <a:lnTo>
                    <a:pt x="322135" y="186347"/>
                  </a:lnTo>
                  <a:lnTo>
                    <a:pt x="322211" y="186664"/>
                  </a:lnTo>
                  <a:lnTo>
                    <a:pt x="322580" y="186347"/>
                  </a:lnTo>
                  <a:close/>
                </a:path>
                <a:path w="574675" h="284479">
                  <a:moveTo>
                    <a:pt x="323113" y="186347"/>
                  </a:moveTo>
                  <a:lnTo>
                    <a:pt x="322859" y="186347"/>
                  </a:lnTo>
                  <a:lnTo>
                    <a:pt x="322859" y="186664"/>
                  </a:lnTo>
                  <a:lnTo>
                    <a:pt x="323113" y="186347"/>
                  </a:lnTo>
                  <a:close/>
                </a:path>
                <a:path w="574675" h="284479">
                  <a:moveTo>
                    <a:pt x="327660" y="183565"/>
                  </a:moveTo>
                  <a:lnTo>
                    <a:pt x="327279" y="183769"/>
                  </a:lnTo>
                  <a:lnTo>
                    <a:pt x="326986" y="184061"/>
                  </a:lnTo>
                  <a:lnTo>
                    <a:pt x="326796" y="184848"/>
                  </a:lnTo>
                  <a:lnTo>
                    <a:pt x="327240" y="184785"/>
                  </a:lnTo>
                  <a:lnTo>
                    <a:pt x="327571" y="184124"/>
                  </a:lnTo>
                  <a:lnTo>
                    <a:pt x="327660" y="183565"/>
                  </a:lnTo>
                  <a:close/>
                </a:path>
                <a:path w="574675" h="284479">
                  <a:moveTo>
                    <a:pt x="329361" y="185077"/>
                  </a:moveTo>
                  <a:lnTo>
                    <a:pt x="329336" y="183807"/>
                  </a:lnTo>
                  <a:lnTo>
                    <a:pt x="328879" y="182537"/>
                  </a:lnTo>
                  <a:lnTo>
                    <a:pt x="328333" y="182537"/>
                  </a:lnTo>
                  <a:lnTo>
                    <a:pt x="328714" y="183807"/>
                  </a:lnTo>
                  <a:lnTo>
                    <a:pt x="327672" y="183807"/>
                  </a:lnTo>
                  <a:lnTo>
                    <a:pt x="327863" y="185077"/>
                  </a:lnTo>
                  <a:lnTo>
                    <a:pt x="328650" y="185077"/>
                  </a:lnTo>
                  <a:lnTo>
                    <a:pt x="328472" y="186347"/>
                  </a:lnTo>
                  <a:lnTo>
                    <a:pt x="329082" y="185077"/>
                  </a:lnTo>
                  <a:lnTo>
                    <a:pt x="329361" y="185077"/>
                  </a:lnTo>
                  <a:close/>
                </a:path>
                <a:path w="574675" h="284479">
                  <a:moveTo>
                    <a:pt x="329653" y="181267"/>
                  </a:moveTo>
                  <a:lnTo>
                    <a:pt x="328879" y="182537"/>
                  </a:lnTo>
                  <a:lnTo>
                    <a:pt x="329133" y="182537"/>
                  </a:lnTo>
                  <a:lnTo>
                    <a:pt x="329653" y="181267"/>
                  </a:lnTo>
                  <a:close/>
                </a:path>
                <a:path w="574675" h="284479">
                  <a:moveTo>
                    <a:pt x="334733" y="179209"/>
                  </a:moveTo>
                  <a:lnTo>
                    <a:pt x="334594" y="179336"/>
                  </a:lnTo>
                  <a:lnTo>
                    <a:pt x="334619" y="179552"/>
                  </a:lnTo>
                  <a:lnTo>
                    <a:pt x="334721" y="179349"/>
                  </a:lnTo>
                  <a:lnTo>
                    <a:pt x="334733" y="179209"/>
                  </a:lnTo>
                  <a:close/>
                </a:path>
                <a:path w="574675" h="284479">
                  <a:moveTo>
                    <a:pt x="341515" y="174980"/>
                  </a:moveTo>
                  <a:lnTo>
                    <a:pt x="341439" y="174815"/>
                  </a:lnTo>
                  <a:lnTo>
                    <a:pt x="341325" y="174612"/>
                  </a:lnTo>
                  <a:lnTo>
                    <a:pt x="341007" y="174459"/>
                  </a:lnTo>
                  <a:lnTo>
                    <a:pt x="340588" y="174891"/>
                  </a:lnTo>
                  <a:lnTo>
                    <a:pt x="341160" y="174891"/>
                  </a:lnTo>
                  <a:lnTo>
                    <a:pt x="341515" y="174980"/>
                  </a:lnTo>
                  <a:close/>
                </a:path>
                <a:path w="574675" h="284479">
                  <a:moveTo>
                    <a:pt x="341541" y="174993"/>
                  </a:moveTo>
                  <a:close/>
                </a:path>
                <a:path w="574675" h="284479">
                  <a:moveTo>
                    <a:pt x="348729" y="123190"/>
                  </a:moveTo>
                  <a:lnTo>
                    <a:pt x="305371" y="123190"/>
                  </a:lnTo>
                  <a:lnTo>
                    <a:pt x="301802" y="123190"/>
                  </a:lnTo>
                  <a:lnTo>
                    <a:pt x="301294" y="123190"/>
                  </a:lnTo>
                  <a:lnTo>
                    <a:pt x="301244" y="123647"/>
                  </a:lnTo>
                  <a:lnTo>
                    <a:pt x="301142" y="124460"/>
                  </a:lnTo>
                  <a:lnTo>
                    <a:pt x="299072" y="124460"/>
                  </a:lnTo>
                  <a:lnTo>
                    <a:pt x="298602" y="123647"/>
                  </a:lnTo>
                  <a:lnTo>
                    <a:pt x="296684" y="124460"/>
                  </a:lnTo>
                  <a:lnTo>
                    <a:pt x="298005" y="124460"/>
                  </a:lnTo>
                  <a:lnTo>
                    <a:pt x="296684" y="125730"/>
                  </a:lnTo>
                  <a:lnTo>
                    <a:pt x="295859" y="125730"/>
                  </a:lnTo>
                  <a:lnTo>
                    <a:pt x="293624" y="127000"/>
                  </a:lnTo>
                  <a:lnTo>
                    <a:pt x="290550" y="128270"/>
                  </a:lnTo>
                  <a:lnTo>
                    <a:pt x="287997" y="129540"/>
                  </a:lnTo>
                  <a:lnTo>
                    <a:pt x="287667" y="129540"/>
                  </a:lnTo>
                  <a:lnTo>
                    <a:pt x="287820" y="128270"/>
                  </a:lnTo>
                  <a:lnTo>
                    <a:pt x="286423" y="130810"/>
                  </a:lnTo>
                  <a:lnTo>
                    <a:pt x="285673" y="129540"/>
                  </a:lnTo>
                  <a:lnTo>
                    <a:pt x="283108" y="130810"/>
                  </a:lnTo>
                  <a:lnTo>
                    <a:pt x="277558" y="133350"/>
                  </a:lnTo>
                  <a:lnTo>
                    <a:pt x="265722" y="140970"/>
                  </a:lnTo>
                  <a:lnTo>
                    <a:pt x="260032" y="143510"/>
                  </a:lnTo>
                  <a:lnTo>
                    <a:pt x="259054" y="146050"/>
                  </a:lnTo>
                  <a:lnTo>
                    <a:pt x="256806" y="147320"/>
                  </a:lnTo>
                  <a:lnTo>
                    <a:pt x="254647" y="148590"/>
                  </a:lnTo>
                  <a:lnTo>
                    <a:pt x="253669" y="147320"/>
                  </a:lnTo>
                  <a:lnTo>
                    <a:pt x="252018" y="148590"/>
                  </a:lnTo>
                  <a:lnTo>
                    <a:pt x="251434" y="148590"/>
                  </a:lnTo>
                  <a:lnTo>
                    <a:pt x="251485" y="148336"/>
                  </a:lnTo>
                  <a:lnTo>
                    <a:pt x="246392" y="151130"/>
                  </a:lnTo>
                  <a:lnTo>
                    <a:pt x="249034" y="148590"/>
                  </a:lnTo>
                  <a:lnTo>
                    <a:pt x="241668" y="152400"/>
                  </a:lnTo>
                  <a:lnTo>
                    <a:pt x="240017" y="152400"/>
                  </a:lnTo>
                  <a:lnTo>
                    <a:pt x="241338" y="153670"/>
                  </a:lnTo>
                  <a:lnTo>
                    <a:pt x="239852" y="153670"/>
                  </a:lnTo>
                  <a:lnTo>
                    <a:pt x="239433" y="152400"/>
                  </a:lnTo>
                  <a:lnTo>
                    <a:pt x="233476" y="154940"/>
                  </a:lnTo>
                  <a:lnTo>
                    <a:pt x="234645" y="158750"/>
                  </a:lnTo>
                  <a:lnTo>
                    <a:pt x="229273" y="161290"/>
                  </a:lnTo>
                  <a:lnTo>
                    <a:pt x="229844" y="161290"/>
                  </a:lnTo>
                  <a:lnTo>
                    <a:pt x="230339" y="162560"/>
                  </a:lnTo>
                  <a:lnTo>
                    <a:pt x="228307" y="162560"/>
                  </a:lnTo>
                  <a:lnTo>
                    <a:pt x="228104" y="161975"/>
                  </a:lnTo>
                  <a:lnTo>
                    <a:pt x="227368" y="162560"/>
                  </a:lnTo>
                  <a:lnTo>
                    <a:pt x="228765" y="163830"/>
                  </a:lnTo>
                  <a:lnTo>
                    <a:pt x="228434" y="162941"/>
                  </a:lnTo>
                  <a:lnTo>
                    <a:pt x="228866" y="163830"/>
                  </a:lnTo>
                  <a:lnTo>
                    <a:pt x="227444" y="163830"/>
                  </a:lnTo>
                  <a:lnTo>
                    <a:pt x="227114" y="165100"/>
                  </a:lnTo>
                  <a:lnTo>
                    <a:pt x="223977" y="165100"/>
                  </a:lnTo>
                  <a:lnTo>
                    <a:pt x="221742" y="167640"/>
                  </a:lnTo>
                  <a:lnTo>
                    <a:pt x="219265" y="167640"/>
                  </a:lnTo>
                  <a:lnTo>
                    <a:pt x="218935" y="170180"/>
                  </a:lnTo>
                  <a:lnTo>
                    <a:pt x="214960" y="170180"/>
                  </a:lnTo>
                  <a:lnTo>
                    <a:pt x="215036" y="171450"/>
                  </a:lnTo>
                  <a:lnTo>
                    <a:pt x="211924" y="171450"/>
                  </a:lnTo>
                  <a:lnTo>
                    <a:pt x="212712" y="172720"/>
                  </a:lnTo>
                  <a:lnTo>
                    <a:pt x="210489" y="172720"/>
                  </a:lnTo>
                  <a:lnTo>
                    <a:pt x="211239" y="171450"/>
                  </a:lnTo>
                  <a:lnTo>
                    <a:pt x="209918" y="172720"/>
                  </a:lnTo>
                  <a:lnTo>
                    <a:pt x="209257" y="172720"/>
                  </a:lnTo>
                  <a:lnTo>
                    <a:pt x="207187" y="173990"/>
                  </a:lnTo>
                  <a:lnTo>
                    <a:pt x="207022" y="173990"/>
                  </a:lnTo>
                  <a:lnTo>
                    <a:pt x="207848" y="172720"/>
                  </a:lnTo>
                  <a:lnTo>
                    <a:pt x="206857" y="172720"/>
                  </a:lnTo>
                  <a:lnTo>
                    <a:pt x="206857" y="173990"/>
                  </a:lnTo>
                  <a:lnTo>
                    <a:pt x="206197" y="175260"/>
                  </a:lnTo>
                  <a:lnTo>
                    <a:pt x="206527" y="175260"/>
                  </a:lnTo>
                  <a:lnTo>
                    <a:pt x="208013" y="173990"/>
                  </a:lnTo>
                  <a:lnTo>
                    <a:pt x="207683" y="175260"/>
                  </a:lnTo>
                  <a:lnTo>
                    <a:pt x="206603" y="175260"/>
                  </a:lnTo>
                  <a:lnTo>
                    <a:pt x="206032" y="177800"/>
                  </a:lnTo>
                  <a:lnTo>
                    <a:pt x="204863" y="176530"/>
                  </a:lnTo>
                  <a:lnTo>
                    <a:pt x="204711" y="176530"/>
                  </a:lnTo>
                  <a:lnTo>
                    <a:pt x="203796" y="177800"/>
                  </a:lnTo>
                  <a:lnTo>
                    <a:pt x="202311" y="177800"/>
                  </a:lnTo>
                  <a:lnTo>
                    <a:pt x="201256" y="179070"/>
                  </a:lnTo>
                  <a:lnTo>
                    <a:pt x="198818" y="179070"/>
                  </a:lnTo>
                  <a:lnTo>
                    <a:pt x="196519" y="180340"/>
                  </a:lnTo>
                  <a:lnTo>
                    <a:pt x="196062" y="180340"/>
                  </a:lnTo>
                  <a:lnTo>
                    <a:pt x="195897" y="181610"/>
                  </a:lnTo>
                  <a:lnTo>
                    <a:pt x="196621" y="181610"/>
                  </a:lnTo>
                  <a:lnTo>
                    <a:pt x="197180" y="183095"/>
                  </a:lnTo>
                  <a:lnTo>
                    <a:pt x="194818" y="183095"/>
                  </a:lnTo>
                  <a:lnTo>
                    <a:pt x="195199" y="185420"/>
                  </a:lnTo>
                  <a:lnTo>
                    <a:pt x="192049" y="186690"/>
                  </a:lnTo>
                  <a:lnTo>
                    <a:pt x="191884" y="185420"/>
                  </a:lnTo>
                  <a:lnTo>
                    <a:pt x="190322" y="186690"/>
                  </a:lnTo>
                  <a:lnTo>
                    <a:pt x="190322" y="185420"/>
                  </a:lnTo>
                  <a:lnTo>
                    <a:pt x="188252" y="186690"/>
                  </a:lnTo>
                  <a:lnTo>
                    <a:pt x="189992" y="186690"/>
                  </a:lnTo>
                  <a:lnTo>
                    <a:pt x="187439" y="188036"/>
                  </a:lnTo>
                  <a:lnTo>
                    <a:pt x="186397" y="188036"/>
                  </a:lnTo>
                  <a:lnTo>
                    <a:pt x="184531" y="189230"/>
                  </a:lnTo>
                  <a:lnTo>
                    <a:pt x="183515" y="188036"/>
                  </a:lnTo>
                  <a:lnTo>
                    <a:pt x="182702" y="189230"/>
                  </a:lnTo>
                  <a:lnTo>
                    <a:pt x="182676" y="188201"/>
                  </a:lnTo>
                  <a:lnTo>
                    <a:pt x="180797" y="189230"/>
                  </a:lnTo>
                  <a:lnTo>
                    <a:pt x="180467" y="189230"/>
                  </a:lnTo>
                  <a:lnTo>
                    <a:pt x="178396" y="194310"/>
                  </a:lnTo>
                  <a:lnTo>
                    <a:pt x="179247" y="190500"/>
                  </a:lnTo>
                  <a:lnTo>
                    <a:pt x="179743" y="188201"/>
                  </a:lnTo>
                  <a:lnTo>
                    <a:pt x="179781" y="188036"/>
                  </a:lnTo>
                  <a:lnTo>
                    <a:pt x="179501" y="188201"/>
                  </a:lnTo>
                  <a:lnTo>
                    <a:pt x="178231" y="189230"/>
                  </a:lnTo>
                  <a:lnTo>
                    <a:pt x="176580" y="190500"/>
                  </a:lnTo>
                  <a:lnTo>
                    <a:pt x="174853" y="191770"/>
                  </a:lnTo>
                  <a:lnTo>
                    <a:pt x="174180" y="191770"/>
                  </a:lnTo>
                  <a:lnTo>
                    <a:pt x="172288" y="193040"/>
                  </a:lnTo>
                  <a:lnTo>
                    <a:pt x="170129" y="193040"/>
                  </a:lnTo>
                  <a:lnTo>
                    <a:pt x="169545" y="191770"/>
                  </a:lnTo>
                  <a:lnTo>
                    <a:pt x="168490" y="193040"/>
                  </a:lnTo>
                  <a:lnTo>
                    <a:pt x="170040" y="193040"/>
                  </a:lnTo>
                  <a:lnTo>
                    <a:pt x="169811" y="194310"/>
                  </a:lnTo>
                  <a:lnTo>
                    <a:pt x="168033" y="194310"/>
                  </a:lnTo>
                  <a:lnTo>
                    <a:pt x="166027" y="196850"/>
                  </a:lnTo>
                  <a:lnTo>
                    <a:pt x="165176" y="196850"/>
                  </a:lnTo>
                  <a:lnTo>
                    <a:pt x="162852" y="198120"/>
                  </a:lnTo>
                  <a:lnTo>
                    <a:pt x="162610" y="199390"/>
                  </a:lnTo>
                  <a:lnTo>
                    <a:pt x="160045" y="200660"/>
                  </a:lnTo>
                  <a:lnTo>
                    <a:pt x="159296" y="200660"/>
                  </a:lnTo>
                  <a:lnTo>
                    <a:pt x="160782" y="199390"/>
                  </a:lnTo>
                  <a:lnTo>
                    <a:pt x="160121" y="199390"/>
                  </a:lnTo>
                  <a:lnTo>
                    <a:pt x="157556" y="200660"/>
                  </a:lnTo>
                  <a:lnTo>
                    <a:pt x="157060" y="200660"/>
                  </a:lnTo>
                  <a:lnTo>
                    <a:pt x="159131" y="199390"/>
                  </a:lnTo>
                  <a:lnTo>
                    <a:pt x="156476" y="200660"/>
                  </a:lnTo>
                  <a:lnTo>
                    <a:pt x="156730" y="201930"/>
                  </a:lnTo>
                  <a:lnTo>
                    <a:pt x="154381" y="201930"/>
                  </a:lnTo>
                  <a:lnTo>
                    <a:pt x="152933" y="203200"/>
                  </a:lnTo>
                  <a:lnTo>
                    <a:pt x="149047" y="204470"/>
                  </a:lnTo>
                  <a:lnTo>
                    <a:pt x="149174" y="205740"/>
                  </a:lnTo>
                  <a:lnTo>
                    <a:pt x="149288" y="207010"/>
                  </a:lnTo>
                  <a:lnTo>
                    <a:pt x="147535" y="208356"/>
                  </a:lnTo>
                  <a:lnTo>
                    <a:pt x="147662" y="207010"/>
                  </a:lnTo>
                  <a:lnTo>
                    <a:pt x="146405" y="208292"/>
                  </a:lnTo>
                  <a:lnTo>
                    <a:pt x="145224" y="207606"/>
                  </a:lnTo>
                  <a:lnTo>
                    <a:pt x="144551" y="208407"/>
                  </a:lnTo>
                  <a:lnTo>
                    <a:pt x="144386" y="208407"/>
                  </a:lnTo>
                  <a:lnTo>
                    <a:pt x="141770" y="209550"/>
                  </a:lnTo>
                  <a:lnTo>
                    <a:pt x="143497" y="209550"/>
                  </a:lnTo>
                  <a:lnTo>
                    <a:pt x="142265" y="210820"/>
                  </a:lnTo>
                  <a:lnTo>
                    <a:pt x="141109" y="210820"/>
                  </a:lnTo>
                  <a:lnTo>
                    <a:pt x="140436" y="212090"/>
                  </a:lnTo>
                  <a:lnTo>
                    <a:pt x="138785" y="212090"/>
                  </a:lnTo>
                  <a:lnTo>
                    <a:pt x="135902" y="213652"/>
                  </a:lnTo>
                  <a:lnTo>
                    <a:pt x="135902" y="214630"/>
                  </a:lnTo>
                  <a:lnTo>
                    <a:pt x="133832" y="215900"/>
                  </a:lnTo>
                  <a:lnTo>
                    <a:pt x="134239" y="214630"/>
                  </a:lnTo>
                  <a:lnTo>
                    <a:pt x="134734" y="214630"/>
                  </a:lnTo>
                  <a:lnTo>
                    <a:pt x="135902" y="214630"/>
                  </a:lnTo>
                  <a:lnTo>
                    <a:pt x="135902" y="213652"/>
                  </a:lnTo>
                  <a:lnTo>
                    <a:pt x="134531" y="214388"/>
                  </a:lnTo>
                  <a:lnTo>
                    <a:pt x="133731" y="213360"/>
                  </a:lnTo>
                  <a:lnTo>
                    <a:pt x="133413" y="215900"/>
                  </a:lnTo>
                  <a:lnTo>
                    <a:pt x="132105" y="215900"/>
                  </a:lnTo>
                  <a:lnTo>
                    <a:pt x="130441" y="217170"/>
                  </a:lnTo>
                  <a:lnTo>
                    <a:pt x="130124" y="215900"/>
                  </a:lnTo>
                  <a:lnTo>
                    <a:pt x="129692" y="217170"/>
                  </a:lnTo>
                  <a:lnTo>
                    <a:pt x="127698" y="217170"/>
                  </a:lnTo>
                  <a:lnTo>
                    <a:pt x="126961" y="218440"/>
                  </a:lnTo>
                  <a:lnTo>
                    <a:pt x="127863" y="218440"/>
                  </a:lnTo>
                  <a:lnTo>
                    <a:pt x="124739" y="219811"/>
                  </a:lnTo>
                  <a:lnTo>
                    <a:pt x="123571" y="218440"/>
                  </a:lnTo>
                  <a:lnTo>
                    <a:pt x="123901" y="217170"/>
                  </a:lnTo>
                  <a:lnTo>
                    <a:pt x="123063" y="218440"/>
                  </a:lnTo>
                  <a:lnTo>
                    <a:pt x="124409" y="219811"/>
                  </a:lnTo>
                  <a:lnTo>
                    <a:pt x="122618" y="219811"/>
                  </a:lnTo>
                  <a:lnTo>
                    <a:pt x="123063" y="218440"/>
                  </a:lnTo>
                  <a:lnTo>
                    <a:pt x="120091" y="219722"/>
                  </a:lnTo>
                  <a:lnTo>
                    <a:pt x="120827" y="218440"/>
                  </a:lnTo>
                  <a:lnTo>
                    <a:pt x="119507" y="218440"/>
                  </a:lnTo>
                  <a:lnTo>
                    <a:pt x="116763" y="219811"/>
                  </a:lnTo>
                  <a:lnTo>
                    <a:pt x="115531" y="220980"/>
                  </a:lnTo>
                  <a:lnTo>
                    <a:pt x="115049" y="222250"/>
                  </a:lnTo>
                  <a:lnTo>
                    <a:pt x="117271" y="219811"/>
                  </a:lnTo>
                  <a:lnTo>
                    <a:pt x="117690" y="220980"/>
                  </a:lnTo>
                  <a:lnTo>
                    <a:pt x="113728" y="223520"/>
                  </a:lnTo>
                  <a:lnTo>
                    <a:pt x="114642" y="226060"/>
                  </a:lnTo>
                  <a:lnTo>
                    <a:pt x="111404" y="227330"/>
                  </a:lnTo>
                  <a:lnTo>
                    <a:pt x="112318" y="227330"/>
                  </a:lnTo>
                  <a:lnTo>
                    <a:pt x="110667" y="228600"/>
                  </a:lnTo>
                  <a:lnTo>
                    <a:pt x="110832" y="228600"/>
                  </a:lnTo>
                  <a:lnTo>
                    <a:pt x="110096" y="229870"/>
                  </a:lnTo>
                  <a:lnTo>
                    <a:pt x="110096" y="228600"/>
                  </a:lnTo>
                  <a:lnTo>
                    <a:pt x="106527" y="227330"/>
                  </a:lnTo>
                  <a:lnTo>
                    <a:pt x="103555" y="229870"/>
                  </a:lnTo>
                  <a:lnTo>
                    <a:pt x="104432" y="229870"/>
                  </a:lnTo>
                  <a:lnTo>
                    <a:pt x="104152" y="230136"/>
                  </a:lnTo>
                  <a:lnTo>
                    <a:pt x="103860" y="230581"/>
                  </a:lnTo>
                  <a:lnTo>
                    <a:pt x="104470" y="229870"/>
                  </a:lnTo>
                  <a:lnTo>
                    <a:pt x="105791" y="229870"/>
                  </a:lnTo>
                  <a:lnTo>
                    <a:pt x="105689" y="231140"/>
                  </a:lnTo>
                  <a:lnTo>
                    <a:pt x="103860" y="231140"/>
                  </a:lnTo>
                  <a:lnTo>
                    <a:pt x="102196" y="232410"/>
                  </a:lnTo>
                  <a:lnTo>
                    <a:pt x="99745" y="231140"/>
                  </a:lnTo>
                  <a:lnTo>
                    <a:pt x="99822" y="233680"/>
                  </a:lnTo>
                  <a:lnTo>
                    <a:pt x="98259" y="232930"/>
                  </a:lnTo>
                  <a:lnTo>
                    <a:pt x="98259" y="233680"/>
                  </a:lnTo>
                  <a:lnTo>
                    <a:pt x="96266" y="234950"/>
                  </a:lnTo>
                  <a:lnTo>
                    <a:pt x="95935" y="234950"/>
                  </a:lnTo>
                  <a:lnTo>
                    <a:pt x="94119" y="236220"/>
                  </a:lnTo>
                  <a:lnTo>
                    <a:pt x="92227" y="236220"/>
                  </a:lnTo>
                  <a:lnTo>
                    <a:pt x="93624" y="237490"/>
                  </a:lnTo>
                  <a:lnTo>
                    <a:pt x="92049" y="238760"/>
                  </a:lnTo>
                  <a:lnTo>
                    <a:pt x="91211" y="236220"/>
                  </a:lnTo>
                  <a:lnTo>
                    <a:pt x="88239" y="240030"/>
                  </a:lnTo>
                  <a:lnTo>
                    <a:pt x="87858" y="238760"/>
                  </a:lnTo>
                  <a:lnTo>
                    <a:pt x="85598" y="238760"/>
                  </a:lnTo>
                  <a:lnTo>
                    <a:pt x="86207" y="240106"/>
                  </a:lnTo>
                  <a:lnTo>
                    <a:pt x="86042" y="240106"/>
                  </a:lnTo>
                  <a:lnTo>
                    <a:pt x="83693" y="241300"/>
                  </a:lnTo>
                  <a:lnTo>
                    <a:pt x="81953" y="242570"/>
                  </a:lnTo>
                  <a:lnTo>
                    <a:pt x="81394" y="240106"/>
                  </a:lnTo>
                  <a:lnTo>
                    <a:pt x="80911" y="241300"/>
                  </a:lnTo>
                  <a:lnTo>
                    <a:pt x="79984" y="243840"/>
                  </a:lnTo>
                  <a:lnTo>
                    <a:pt x="78244" y="242570"/>
                  </a:lnTo>
                  <a:lnTo>
                    <a:pt x="78574" y="243840"/>
                  </a:lnTo>
                  <a:lnTo>
                    <a:pt x="75184" y="245110"/>
                  </a:lnTo>
                  <a:lnTo>
                    <a:pt x="75425" y="246380"/>
                  </a:lnTo>
                  <a:lnTo>
                    <a:pt x="74015" y="246380"/>
                  </a:lnTo>
                  <a:lnTo>
                    <a:pt x="73533" y="245110"/>
                  </a:lnTo>
                  <a:lnTo>
                    <a:pt x="72948" y="245110"/>
                  </a:lnTo>
                  <a:lnTo>
                    <a:pt x="72529" y="246380"/>
                  </a:lnTo>
                  <a:lnTo>
                    <a:pt x="71475" y="245110"/>
                  </a:lnTo>
                  <a:lnTo>
                    <a:pt x="68719" y="246380"/>
                  </a:lnTo>
                  <a:lnTo>
                    <a:pt x="66827" y="247764"/>
                  </a:lnTo>
                  <a:lnTo>
                    <a:pt x="66001" y="248920"/>
                  </a:lnTo>
                  <a:lnTo>
                    <a:pt x="65087" y="248920"/>
                  </a:lnTo>
                  <a:lnTo>
                    <a:pt x="64058" y="250037"/>
                  </a:lnTo>
                  <a:lnTo>
                    <a:pt x="64020" y="249897"/>
                  </a:lnTo>
                  <a:lnTo>
                    <a:pt x="63017" y="250494"/>
                  </a:lnTo>
                  <a:lnTo>
                    <a:pt x="64008" y="250113"/>
                  </a:lnTo>
                  <a:lnTo>
                    <a:pt x="64681" y="251460"/>
                  </a:lnTo>
                  <a:lnTo>
                    <a:pt x="63131" y="251460"/>
                  </a:lnTo>
                  <a:lnTo>
                    <a:pt x="61785" y="252730"/>
                  </a:lnTo>
                  <a:lnTo>
                    <a:pt x="60693" y="252730"/>
                  </a:lnTo>
                  <a:lnTo>
                    <a:pt x="60706" y="251587"/>
                  </a:lnTo>
                  <a:lnTo>
                    <a:pt x="58216" y="255358"/>
                  </a:lnTo>
                  <a:lnTo>
                    <a:pt x="61137" y="255358"/>
                  </a:lnTo>
                  <a:lnTo>
                    <a:pt x="60121" y="256540"/>
                  </a:lnTo>
                  <a:lnTo>
                    <a:pt x="59220" y="256540"/>
                  </a:lnTo>
                  <a:lnTo>
                    <a:pt x="58267" y="255358"/>
                  </a:lnTo>
                  <a:lnTo>
                    <a:pt x="57899" y="257340"/>
                  </a:lnTo>
                  <a:lnTo>
                    <a:pt x="57899" y="262890"/>
                  </a:lnTo>
                  <a:lnTo>
                    <a:pt x="56286" y="265379"/>
                  </a:lnTo>
                  <a:lnTo>
                    <a:pt x="55664" y="264160"/>
                  </a:lnTo>
                  <a:lnTo>
                    <a:pt x="57899" y="262890"/>
                  </a:lnTo>
                  <a:lnTo>
                    <a:pt x="57899" y="257340"/>
                  </a:lnTo>
                  <a:lnTo>
                    <a:pt x="57810" y="257810"/>
                  </a:lnTo>
                  <a:lnTo>
                    <a:pt x="55664" y="257810"/>
                  </a:lnTo>
                  <a:lnTo>
                    <a:pt x="55740" y="256540"/>
                  </a:lnTo>
                  <a:lnTo>
                    <a:pt x="55816" y="255358"/>
                  </a:lnTo>
                  <a:lnTo>
                    <a:pt x="55638" y="255358"/>
                  </a:lnTo>
                  <a:lnTo>
                    <a:pt x="53174" y="256540"/>
                  </a:lnTo>
                  <a:lnTo>
                    <a:pt x="54419" y="255358"/>
                  </a:lnTo>
                  <a:lnTo>
                    <a:pt x="54864" y="254000"/>
                  </a:lnTo>
                  <a:lnTo>
                    <a:pt x="52832" y="255282"/>
                  </a:lnTo>
                  <a:lnTo>
                    <a:pt x="52438" y="254000"/>
                  </a:lnTo>
                  <a:lnTo>
                    <a:pt x="49707" y="254000"/>
                  </a:lnTo>
                  <a:lnTo>
                    <a:pt x="50850" y="254876"/>
                  </a:lnTo>
                  <a:lnTo>
                    <a:pt x="50101" y="255346"/>
                  </a:lnTo>
                  <a:lnTo>
                    <a:pt x="48704" y="255549"/>
                  </a:lnTo>
                  <a:lnTo>
                    <a:pt x="48704" y="256476"/>
                  </a:lnTo>
                  <a:lnTo>
                    <a:pt x="49225" y="255536"/>
                  </a:lnTo>
                  <a:lnTo>
                    <a:pt x="51168" y="255358"/>
                  </a:lnTo>
                  <a:lnTo>
                    <a:pt x="50952" y="254939"/>
                  </a:lnTo>
                  <a:lnTo>
                    <a:pt x="51511" y="255358"/>
                  </a:lnTo>
                  <a:lnTo>
                    <a:pt x="51981" y="255358"/>
                  </a:lnTo>
                  <a:lnTo>
                    <a:pt x="50698" y="257810"/>
                  </a:lnTo>
                  <a:lnTo>
                    <a:pt x="52933" y="257810"/>
                  </a:lnTo>
                  <a:lnTo>
                    <a:pt x="47066" y="260350"/>
                  </a:lnTo>
                  <a:lnTo>
                    <a:pt x="48298" y="260350"/>
                  </a:lnTo>
                  <a:lnTo>
                    <a:pt x="48882" y="260350"/>
                  </a:lnTo>
                  <a:lnTo>
                    <a:pt x="48793" y="261721"/>
                  </a:lnTo>
                  <a:lnTo>
                    <a:pt x="46875" y="261721"/>
                  </a:lnTo>
                  <a:lnTo>
                    <a:pt x="48298" y="260350"/>
                  </a:lnTo>
                  <a:lnTo>
                    <a:pt x="46329" y="261124"/>
                  </a:lnTo>
                  <a:lnTo>
                    <a:pt x="46024" y="261721"/>
                  </a:lnTo>
                  <a:lnTo>
                    <a:pt x="45085" y="261721"/>
                  </a:lnTo>
                  <a:lnTo>
                    <a:pt x="44831" y="261721"/>
                  </a:lnTo>
                  <a:lnTo>
                    <a:pt x="43662" y="261721"/>
                  </a:lnTo>
                  <a:lnTo>
                    <a:pt x="42430" y="262890"/>
                  </a:lnTo>
                  <a:lnTo>
                    <a:pt x="40855" y="262890"/>
                  </a:lnTo>
                  <a:lnTo>
                    <a:pt x="38455" y="265442"/>
                  </a:lnTo>
                  <a:lnTo>
                    <a:pt x="38366" y="264160"/>
                  </a:lnTo>
                  <a:lnTo>
                    <a:pt x="37045" y="266700"/>
                  </a:lnTo>
                  <a:lnTo>
                    <a:pt x="34239" y="266700"/>
                  </a:lnTo>
                  <a:lnTo>
                    <a:pt x="32423" y="267970"/>
                  </a:lnTo>
                  <a:lnTo>
                    <a:pt x="32753" y="267970"/>
                  </a:lnTo>
                  <a:lnTo>
                    <a:pt x="31762" y="269240"/>
                  </a:lnTo>
                  <a:lnTo>
                    <a:pt x="31267" y="269240"/>
                  </a:lnTo>
                  <a:lnTo>
                    <a:pt x="31432" y="267970"/>
                  </a:lnTo>
                  <a:lnTo>
                    <a:pt x="29946" y="269240"/>
                  </a:lnTo>
                  <a:lnTo>
                    <a:pt x="27546" y="270510"/>
                  </a:lnTo>
                  <a:lnTo>
                    <a:pt x="26797" y="270510"/>
                  </a:lnTo>
                  <a:lnTo>
                    <a:pt x="26060" y="271780"/>
                  </a:lnTo>
                  <a:lnTo>
                    <a:pt x="25285" y="271399"/>
                  </a:lnTo>
                  <a:lnTo>
                    <a:pt x="26797" y="270510"/>
                  </a:lnTo>
                  <a:lnTo>
                    <a:pt x="26301" y="270510"/>
                  </a:lnTo>
                  <a:lnTo>
                    <a:pt x="25184" y="271360"/>
                  </a:lnTo>
                  <a:lnTo>
                    <a:pt x="23495" y="270510"/>
                  </a:lnTo>
                  <a:lnTo>
                    <a:pt x="20637" y="273189"/>
                  </a:lnTo>
                  <a:lnTo>
                    <a:pt x="20637" y="277025"/>
                  </a:lnTo>
                  <a:lnTo>
                    <a:pt x="18821" y="278015"/>
                  </a:lnTo>
                  <a:lnTo>
                    <a:pt x="19278" y="277025"/>
                  </a:lnTo>
                  <a:lnTo>
                    <a:pt x="20637" y="277025"/>
                  </a:lnTo>
                  <a:lnTo>
                    <a:pt x="20637" y="273189"/>
                  </a:lnTo>
                  <a:lnTo>
                    <a:pt x="19431" y="274320"/>
                  </a:lnTo>
                  <a:lnTo>
                    <a:pt x="16471" y="275590"/>
                  </a:lnTo>
                  <a:lnTo>
                    <a:pt x="18084" y="276860"/>
                  </a:lnTo>
                  <a:lnTo>
                    <a:pt x="15709" y="275590"/>
                  </a:lnTo>
                  <a:lnTo>
                    <a:pt x="15760" y="276491"/>
                  </a:lnTo>
                  <a:lnTo>
                    <a:pt x="15786" y="277037"/>
                  </a:lnTo>
                  <a:lnTo>
                    <a:pt x="12725" y="278003"/>
                  </a:lnTo>
                  <a:lnTo>
                    <a:pt x="12725" y="279463"/>
                  </a:lnTo>
                  <a:lnTo>
                    <a:pt x="12433" y="280670"/>
                  </a:lnTo>
                  <a:lnTo>
                    <a:pt x="12382" y="280873"/>
                  </a:lnTo>
                  <a:lnTo>
                    <a:pt x="12166" y="281470"/>
                  </a:lnTo>
                  <a:lnTo>
                    <a:pt x="11887" y="280873"/>
                  </a:lnTo>
                  <a:lnTo>
                    <a:pt x="11823" y="280670"/>
                  </a:lnTo>
                  <a:lnTo>
                    <a:pt x="12700" y="279463"/>
                  </a:lnTo>
                  <a:lnTo>
                    <a:pt x="12725" y="278003"/>
                  </a:lnTo>
                  <a:lnTo>
                    <a:pt x="12319" y="278130"/>
                  </a:lnTo>
                  <a:lnTo>
                    <a:pt x="14490" y="277025"/>
                  </a:lnTo>
                  <a:lnTo>
                    <a:pt x="11303" y="277025"/>
                  </a:lnTo>
                  <a:lnTo>
                    <a:pt x="11163" y="278130"/>
                  </a:lnTo>
                  <a:lnTo>
                    <a:pt x="8674" y="279412"/>
                  </a:lnTo>
                  <a:lnTo>
                    <a:pt x="8763" y="278130"/>
                  </a:lnTo>
                  <a:lnTo>
                    <a:pt x="8839" y="277025"/>
                  </a:lnTo>
                  <a:lnTo>
                    <a:pt x="8293" y="278130"/>
                  </a:lnTo>
                  <a:lnTo>
                    <a:pt x="7721" y="279463"/>
                  </a:lnTo>
                  <a:lnTo>
                    <a:pt x="7150" y="279463"/>
                  </a:lnTo>
                  <a:lnTo>
                    <a:pt x="7162" y="279819"/>
                  </a:lnTo>
                  <a:lnTo>
                    <a:pt x="7708" y="279476"/>
                  </a:lnTo>
                  <a:lnTo>
                    <a:pt x="7200" y="280670"/>
                  </a:lnTo>
                  <a:lnTo>
                    <a:pt x="7162" y="279819"/>
                  </a:lnTo>
                  <a:lnTo>
                    <a:pt x="5867" y="280670"/>
                  </a:lnTo>
                  <a:lnTo>
                    <a:pt x="3784" y="281774"/>
                  </a:lnTo>
                  <a:lnTo>
                    <a:pt x="4241" y="282067"/>
                  </a:lnTo>
                  <a:lnTo>
                    <a:pt x="3467" y="282067"/>
                  </a:lnTo>
                  <a:lnTo>
                    <a:pt x="3238" y="282067"/>
                  </a:lnTo>
                  <a:lnTo>
                    <a:pt x="1879" y="282067"/>
                  </a:lnTo>
                  <a:lnTo>
                    <a:pt x="0" y="284480"/>
                  </a:lnTo>
                  <a:lnTo>
                    <a:pt x="2057" y="284480"/>
                  </a:lnTo>
                  <a:lnTo>
                    <a:pt x="6121" y="283210"/>
                  </a:lnTo>
                  <a:lnTo>
                    <a:pt x="6362" y="283210"/>
                  </a:lnTo>
                  <a:lnTo>
                    <a:pt x="5765" y="282067"/>
                  </a:lnTo>
                  <a:lnTo>
                    <a:pt x="7848" y="282067"/>
                  </a:lnTo>
                  <a:lnTo>
                    <a:pt x="6972" y="283210"/>
                  </a:lnTo>
                  <a:lnTo>
                    <a:pt x="8216" y="282067"/>
                  </a:lnTo>
                  <a:lnTo>
                    <a:pt x="7874" y="282067"/>
                  </a:lnTo>
                  <a:lnTo>
                    <a:pt x="10033" y="280670"/>
                  </a:lnTo>
                  <a:lnTo>
                    <a:pt x="11328" y="280670"/>
                  </a:lnTo>
                  <a:lnTo>
                    <a:pt x="10096" y="283210"/>
                  </a:lnTo>
                  <a:lnTo>
                    <a:pt x="12039" y="282067"/>
                  </a:lnTo>
                  <a:lnTo>
                    <a:pt x="12179" y="281774"/>
                  </a:lnTo>
                  <a:lnTo>
                    <a:pt x="12230" y="281914"/>
                  </a:lnTo>
                  <a:lnTo>
                    <a:pt x="13563" y="280670"/>
                  </a:lnTo>
                  <a:lnTo>
                    <a:pt x="13208" y="281571"/>
                  </a:lnTo>
                  <a:lnTo>
                    <a:pt x="13131" y="281774"/>
                  </a:lnTo>
                  <a:lnTo>
                    <a:pt x="13017" y="282067"/>
                  </a:lnTo>
                  <a:lnTo>
                    <a:pt x="14274" y="282067"/>
                  </a:lnTo>
                  <a:lnTo>
                    <a:pt x="12331" y="283210"/>
                  </a:lnTo>
                  <a:lnTo>
                    <a:pt x="15709" y="283210"/>
                  </a:lnTo>
                  <a:lnTo>
                    <a:pt x="15836" y="282067"/>
                  </a:lnTo>
                  <a:lnTo>
                    <a:pt x="15887" y="281571"/>
                  </a:lnTo>
                  <a:lnTo>
                    <a:pt x="15989" y="280670"/>
                  </a:lnTo>
                  <a:lnTo>
                    <a:pt x="16078" y="279819"/>
                  </a:lnTo>
                  <a:lnTo>
                    <a:pt x="16116" y="279463"/>
                  </a:lnTo>
                  <a:lnTo>
                    <a:pt x="17856" y="278130"/>
                  </a:lnTo>
                  <a:lnTo>
                    <a:pt x="18605" y="278130"/>
                  </a:lnTo>
                  <a:lnTo>
                    <a:pt x="19215" y="279463"/>
                  </a:lnTo>
                  <a:lnTo>
                    <a:pt x="21424" y="278130"/>
                  </a:lnTo>
                  <a:lnTo>
                    <a:pt x="21945" y="277025"/>
                  </a:lnTo>
                  <a:lnTo>
                    <a:pt x="22860" y="277025"/>
                  </a:lnTo>
                  <a:lnTo>
                    <a:pt x="22504" y="278130"/>
                  </a:lnTo>
                  <a:lnTo>
                    <a:pt x="22250" y="279463"/>
                  </a:lnTo>
                  <a:lnTo>
                    <a:pt x="23952" y="277025"/>
                  </a:lnTo>
                  <a:lnTo>
                    <a:pt x="24066" y="278130"/>
                  </a:lnTo>
                  <a:lnTo>
                    <a:pt x="27165" y="276491"/>
                  </a:lnTo>
                  <a:lnTo>
                    <a:pt x="28371" y="275590"/>
                  </a:lnTo>
                  <a:lnTo>
                    <a:pt x="29298" y="277025"/>
                  </a:lnTo>
                  <a:lnTo>
                    <a:pt x="30022" y="277025"/>
                  </a:lnTo>
                  <a:lnTo>
                    <a:pt x="30873" y="275590"/>
                  </a:lnTo>
                  <a:lnTo>
                    <a:pt x="33172" y="271780"/>
                  </a:lnTo>
                  <a:lnTo>
                    <a:pt x="33578" y="274320"/>
                  </a:lnTo>
                  <a:lnTo>
                    <a:pt x="35902" y="271780"/>
                  </a:lnTo>
                  <a:lnTo>
                    <a:pt x="37058" y="271780"/>
                  </a:lnTo>
                  <a:lnTo>
                    <a:pt x="40119" y="269240"/>
                  </a:lnTo>
                  <a:lnTo>
                    <a:pt x="38049" y="271780"/>
                  </a:lnTo>
                  <a:lnTo>
                    <a:pt x="42837" y="269621"/>
                  </a:lnTo>
                  <a:lnTo>
                    <a:pt x="42773" y="269240"/>
                  </a:lnTo>
                  <a:lnTo>
                    <a:pt x="43675" y="269240"/>
                  </a:lnTo>
                  <a:lnTo>
                    <a:pt x="45313" y="269240"/>
                  </a:lnTo>
                  <a:lnTo>
                    <a:pt x="45313" y="270510"/>
                  </a:lnTo>
                  <a:lnTo>
                    <a:pt x="45580" y="270510"/>
                  </a:lnTo>
                  <a:lnTo>
                    <a:pt x="46570" y="269240"/>
                  </a:lnTo>
                  <a:lnTo>
                    <a:pt x="48882" y="269240"/>
                  </a:lnTo>
                  <a:lnTo>
                    <a:pt x="48717" y="267970"/>
                  </a:lnTo>
                  <a:lnTo>
                    <a:pt x="49377" y="267970"/>
                  </a:lnTo>
                  <a:lnTo>
                    <a:pt x="50114" y="266700"/>
                  </a:lnTo>
                  <a:lnTo>
                    <a:pt x="51409" y="266700"/>
                  </a:lnTo>
                  <a:lnTo>
                    <a:pt x="53428" y="265531"/>
                  </a:lnTo>
                  <a:lnTo>
                    <a:pt x="53581" y="265531"/>
                  </a:lnTo>
                  <a:lnTo>
                    <a:pt x="53378" y="266700"/>
                  </a:lnTo>
                  <a:lnTo>
                    <a:pt x="54470" y="266700"/>
                  </a:lnTo>
                  <a:lnTo>
                    <a:pt x="56184" y="265531"/>
                  </a:lnTo>
                  <a:lnTo>
                    <a:pt x="56375" y="265531"/>
                  </a:lnTo>
                  <a:lnTo>
                    <a:pt x="58318" y="264160"/>
                  </a:lnTo>
                  <a:lnTo>
                    <a:pt x="61379" y="264160"/>
                  </a:lnTo>
                  <a:lnTo>
                    <a:pt x="62445" y="260350"/>
                  </a:lnTo>
                  <a:lnTo>
                    <a:pt x="65024" y="260350"/>
                  </a:lnTo>
                  <a:lnTo>
                    <a:pt x="63766" y="261721"/>
                  </a:lnTo>
                  <a:lnTo>
                    <a:pt x="64401" y="261721"/>
                  </a:lnTo>
                  <a:lnTo>
                    <a:pt x="66255" y="260350"/>
                  </a:lnTo>
                  <a:lnTo>
                    <a:pt x="69392" y="259080"/>
                  </a:lnTo>
                  <a:lnTo>
                    <a:pt x="70891" y="256540"/>
                  </a:lnTo>
                  <a:lnTo>
                    <a:pt x="72123" y="257810"/>
                  </a:lnTo>
                  <a:lnTo>
                    <a:pt x="74688" y="257810"/>
                  </a:lnTo>
                  <a:lnTo>
                    <a:pt x="76098" y="256540"/>
                  </a:lnTo>
                  <a:lnTo>
                    <a:pt x="76263" y="256540"/>
                  </a:lnTo>
                  <a:lnTo>
                    <a:pt x="76415" y="255358"/>
                  </a:lnTo>
                  <a:lnTo>
                    <a:pt x="77876" y="255358"/>
                  </a:lnTo>
                  <a:lnTo>
                    <a:pt x="80340" y="254000"/>
                  </a:lnTo>
                  <a:lnTo>
                    <a:pt x="82118" y="254000"/>
                  </a:lnTo>
                  <a:lnTo>
                    <a:pt x="82638" y="252730"/>
                  </a:lnTo>
                  <a:lnTo>
                    <a:pt x="85775" y="252730"/>
                  </a:lnTo>
                  <a:lnTo>
                    <a:pt x="86194" y="248920"/>
                  </a:lnTo>
                  <a:lnTo>
                    <a:pt x="89420" y="248920"/>
                  </a:lnTo>
                  <a:lnTo>
                    <a:pt x="89090" y="250190"/>
                  </a:lnTo>
                  <a:lnTo>
                    <a:pt x="89992" y="248920"/>
                  </a:lnTo>
                  <a:lnTo>
                    <a:pt x="90322" y="248920"/>
                  </a:lnTo>
                  <a:lnTo>
                    <a:pt x="89992" y="250190"/>
                  </a:lnTo>
                  <a:lnTo>
                    <a:pt x="90157" y="250190"/>
                  </a:lnTo>
                  <a:lnTo>
                    <a:pt x="94919" y="247764"/>
                  </a:lnTo>
                  <a:lnTo>
                    <a:pt x="95199" y="246380"/>
                  </a:lnTo>
                  <a:lnTo>
                    <a:pt x="96710" y="246380"/>
                  </a:lnTo>
                  <a:lnTo>
                    <a:pt x="98259" y="245110"/>
                  </a:lnTo>
                  <a:lnTo>
                    <a:pt x="99009" y="246380"/>
                  </a:lnTo>
                  <a:lnTo>
                    <a:pt x="99504" y="246380"/>
                  </a:lnTo>
                  <a:lnTo>
                    <a:pt x="99009" y="245110"/>
                  </a:lnTo>
                  <a:lnTo>
                    <a:pt x="100736" y="243840"/>
                  </a:lnTo>
                  <a:lnTo>
                    <a:pt x="100799" y="244449"/>
                  </a:lnTo>
                  <a:lnTo>
                    <a:pt x="101066" y="243840"/>
                  </a:lnTo>
                  <a:lnTo>
                    <a:pt x="101904" y="242570"/>
                  </a:lnTo>
                  <a:lnTo>
                    <a:pt x="102895" y="242570"/>
                  </a:lnTo>
                  <a:lnTo>
                    <a:pt x="102311" y="243840"/>
                  </a:lnTo>
                  <a:lnTo>
                    <a:pt x="103644" y="242570"/>
                  </a:lnTo>
                  <a:lnTo>
                    <a:pt x="106032" y="241300"/>
                  </a:lnTo>
                  <a:lnTo>
                    <a:pt x="107442" y="241300"/>
                  </a:lnTo>
                  <a:lnTo>
                    <a:pt x="107111" y="242570"/>
                  </a:lnTo>
                  <a:lnTo>
                    <a:pt x="108521" y="241300"/>
                  </a:lnTo>
                  <a:lnTo>
                    <a:pt x="109842" y="240106"/>
                  </a:lnTo>
                  <a:lnTo>
                    <a:pt x="111417" y="238760"/>
                  </a:lnTo>
                  <a:lnTo>
                    <a:pt x="111594" y="240106"/>
                  </a:lnTo>
                  <a:lnTo>
                    <a:pt x="112407" y="238760"/>
                  </a:lnTo>
                  <a:lnTo>
                    <a:pt x="113576" y="238760"/>
                  </a:lnTo>
                  <a:lnTo>
                    <a:pt x="114566" y="237490"/>
                  </a:lnTo>
                  <a:lnTo>
                    <a:pt x="116205" y="237490"/>
                  </a:lnTo>
                  <a:lnTo>
                    <a:pt x="118948" y="236220"/>
                  </a:lnTo>
                  <a:lnTo>
                    <a:pt x="120103" y="237490"/>
                  </a:lnTo>
                  <a:lnTo>
                    <a:pt x="122720" y="234619"/>
                  </a:lnTo>
                  <a:lnTo>
                    <a:pt x="124244" y="233680"/>
                  </a:lnTo>
                  <a:lnTo>
                    <a:pt x="124663" y="236220"/>
                  </a:lnTo>
                  <a:lnTo>
                    <a:pt x="126580" y="233680"/>
                  </a:lnTo>
                  <a:lnTo>
                    <a:pt x="126987" y="233680"/>
                  </a:lnTo>
                  <a:lnTo>
                    <a:pt x="127952" y="232410"/>
                  </a:lnTo>
                  <a:lnTo>
                    <a:pt x="128282" y="233680"/>
                  </a:lnTo>
                  <a:lnTo>
                    <a:pt x="128625" y="232410"/>
                  </a:lnTo>
                  <a:lnTo>
                    <a:pt x="132092" y="232410"/>
                  </a:lnTo>
                  <a:lnTo>
                    <a:pt x="133261" y="231140"/>
                  </a:lnTo>
                  <a:lnTo>
                    <a:pt x="135585" y="231140"/>
                  </a:lnTo>
                  <a:lnTo>
                    <a:pt x="134747" y="229870"/>
                  </a:lnTo>
                  <a:lnTo>
                    <a:pt x="137972" y="226060"/>
                  </a:lnTo>
                  <a:lnTo>
                    <a:pt x="145249" y="226060"/>
                  </a:lnTo>
                  <a:lnTo>
                    <a:pt x="149961" y="222250"/>
                  </a:lnTo>
                  <a:lnTo>
                    <a:pt x="150291" y="223520"/>
                  </a:lnTo>
                  <a:lnTo>
                    <a:pt x="151117" y="222250"/>
                  </a:lnTo>
                  <a:lnTo>
                    <a:pt x="151955" y="220980"/>
                  </a:lnTo>
                  <a:lnTo>
                    <a:pt x="152527" y="220980"/>
                  </a:lnTo>
                  <a:lnTo>
                    <a:pt x="154889" y="219811"/>
                  </a:lnTo>
                  <a:lnTo>
                    <a:pt x="154432" y="220980"/>
                  </a:lnTo>
                  <a:lnTo>
                    <a:pt x="156540" y="219811"/>
                  </a:lnTo>
                  <a:lnTo>
                    <a:pt x="160210" y="217170"/>
                  </a:lnTo>
                  <a:lnTo>
                    <a:pt x="162229" y="215912"/>
                  </a:lnTo>
                  <a:lnTo>
                    <a:pt x="162699" y="215709"/>
                  </a:lnTo>
                  <a:lnTo>
                    <a:pt x="162369" y="215785"/>
                  </a:lnTo>
                  <a:lnTo>
                    <a:pt x="163601" y="214630"/>
                  </a:lnTo>
                  <a:lnTo>
                    <a:pt x="166001" y="214630"/>
                  </a:lnTo>
                  <a:lnTo>
                    <a:pt x="167805" y="213385"/>
                  </a:lnTo>
                  <a:lnTo>
                    <a:pt x="167271" y="214388"/>
                  </a:lnTo>
                  <a:lnTo>
                    <a:pt x="167982" y="213360"/>
                  </a:lnTo>
                  <a:lnTo>
                    <a:pt x="169240" y="213360"/>
                  </a:lnTo>
                  <a:lnTo>
                    <a:pt x="168960" y="214388"/>
                  </a:lnTo>
                  <a:lnTo>
                    <a:pt x="168897" y="214630"/>
                  </a:lnTo>
                  <a:lnTo>
                    <a:pt x="170395" y="213360"/>
                  </a:lnTo>
                  <a:lnTo>
                    <a:pt x="172796" y="210820"/>
                  </a:lnTo>
                  <a:lnTo>
                    <a:pt x="172961" y="210820"/>
                  </a:lnTo>
                  <a:lnTo>
                    <a:pt x="174205" y="210820"/>
                  </a:lnTo>
                  <a:lnTo>
                    <a:pt x="175526" y="212090"/>
                  </a:lnTo>
                  <a:lnTo>
                    <a:pt x="177203" y="208407"/>
                  </a:lnTo>
                  <a:lnTo>
                    <a:pt x="179349" y="208407"/>
                  </a:lnTo>
                  <a:lnTo>
                    <a:pt x="178079" y="209550"/>
                  </a:lnTo>
                  <a:lnTo>
                    <a:pt x="179654" y="209550"/>
                  </a:lnTo>
                  <a:lnTo>
                    <a:pt x="180187" y="208407"/>
                  </a:lnTo>
                  <a:lnTo>
                    <a:pt x="180581" y="207606"/>
                  </a:lnTo>
                  <a:lnTo>
                    <a:pt x="180695" y="207391"/>
                  </a:lnTo>
                  <a:lnTo>
                    <a:pt x="180822" y="207162"/>
                  </a:lnTo>
                  <a:lnTo>
                    <a:pt x="180898" y="207010"/>
                  </a:lnTo>
                  <a:lnTo>
                    <a:pt x="180898" y="208292"/>
                  </a:lnTo>
                  <a:lnTo>
                    <a:pt x="182308" y="207010"/>
                  </a:lnTo>
                  <a:lnTo>
                    <a:pt x="185115" y="204470"/>
                  </a:lnTo>
                  <a:lnTo>
                    <a:pt x="186436" y="205740"/>
                  </a:lnTo>
                  <a:lnTo>
                    <a:pt x="187401" y="204470"/>
                  </a:lnTo>
                  <a:lnTo>
                    <a:pt x="188366" y="203200"/>
                  </a:lnTo>
                  <a:lnTo>
                    <a:pt x="187833" y="203200"/>
                  </a:lnTo>
                  <a:lnTo>
                    <a:pt x="188861" y="202552"/>
                  </a:lnTo>
                  <a:lnTo>
                    <a:pt x="189331" y="201930"/>
                  </a:lnTo>
                  <a:lnTo>
                    <a:pt x="189369" y="202234"/>
                  </a:lnTo>
                  <a:lnTo>
                    <a:pt x="189839" y="201930"/>
                  </a:lnTo>
                  <a:lnTo>
                    <a:pt x="190665" y="203200"/>
                  </a:lnTo>
                  <a:lnTo>
                    <a:pt x="191566" y="200660"/>
                  </a:lnTo>
                  <a:lnTo>
                    <a:pt x="191909" y="201930"/>
                  </a:lnTo>
                  <a:lnTo>
                    <a:pt x="193141" y="201930"/>
                  </a:lnTo>
                  <a:lnTo>
                    <a:pt x="192646" y="203200"/>
                  </a:lnTo>
                  <a:lnTo>
                    <a:pt x="193802" y="201930"/>
                  </a:lnTo>
                  <a:lnTo>
                    <a:pt x="194297" y="200660"/>
                  </a:lnTo>
                  <a:lnTo>
                    <a:pt x="194043" y="199390"/>
                  </a:lnTo>
                  <a:lnTo>
                    <a:pt x="195453" y="199390"/>
                  </a:lnTo>
                  <a:lnTo>
                    <a:pt x="196938" y="198120"/>
                  </a:lnTo>
                  <a:lnTo>
                    <a:pt x="197764" y="199288"/>
                  </a:lnTo>
                  <a:lnTo>
                    <a:pt x="200672" y="198120"/>
                  </a:lnTo>
                  <a:lnTo>
                    <a:pt x="204139" y="199390"/>
                  </a:lnTo>
                  <a:lnTo>
                    <a:pt x="205092" y="198120"/>
                  </a:lnTo>
                  <a:lnTo>
                    <a:pt x="206044" y="196850"/>
                  </a:lnTo>
                  <a:lnTo>
                    <a:pt x="208026" y="195580"/>
                  </a:lnTo>
                  <a:lnTo>
                    <a:pt x="207848" y="196850"/>
                  </a:lnTo>
                  <a:lnTo>
                    <a:pt x="209308" y="195580"/>
                  </a:lnTo>
                  <a:lnTo>
                    <a:pt x="210756" y="194310"/>
                  </a:lnTo>
                  <a:lnTo>
                    <a:pt x="210921" y="194310"/>
                  </a:lnTo>
                  <a:lnTo>
                    <a:pt x="213245" y="193040"/>
                  </a:lnTo>
                  <a:lnTo>
                    <a:pt x="216623" y="191770"/>
                  </a:lnTo>
                  <a:lnTo>
                    <a:pt x="219443" y="189230"/>
                  </a:lnTo>
                  <a:lnTo>
                    <a:pt x="219113" y="190500"/>
                  </a:lnTo>
                  <a:lnTo>
                    <a:pt x="221843" y="188036"/>
                  </a:lnTo>
                  <a:lnTo>
                    <a:pt x="222338" y="189230"/>
                  </a:lnTo>
                  <a:lnTo>
                    <a:pt x="224269" y="188036"/>
                  </a:lnTo>
                  <a:lnTo>
                    <a:pt x="224129" y="188036"/>
                  </a:lnTo>
                  <a:lnTo>
                    <a:pt x="226314" y="186690"/>
                  </a:lnTo>
                  <a:lnTo>
                    <a:pt x="226047" y="188036"/>
                  </a:lnTo>
                  <a:lnTo>
                    <a:pt x="227126" y="185420"/>
                  </a:lnTo>
                  <a:lnTo>
                    <a:pt x="231025" y="186690"/>
                  </a:lnTo>
                  <a:lnTo>
                    <a:pt x="229692" y="185420"/>
                  </a:lnTo>
                  <a:lnTo>
                    <a:pt x="230352" y="185420"/>
                  </a:lnTo>
                  <a:lnTo>
                    <a:pt x="231597" y="184150"/>
                  </a:lnTo>
                  <a:lnTo>
                    <a:pt x="231597" y="183095"/>
                  </a:lnTo>
                  <a:lnTo>
                    <a:pt x="231228" y="183095"/>
                  </a:lnTo>
                  <a:lnTo>
                    <a:pt x="233819" y="181610"/>
                  </a:lnTo>
                  <a:lnTo>
                    <a:pt x="232422" y="184150"/>
                  </a:lnTo>
                  <a:lnTo>
                    <a:pt x="233743" y="183095"/>
                  </a:lnTo>
                  <a:lnTo>
                    <a:pt x="235661" y="183095"/>
                  </a:lnTo>
                  <a:lnTo>
                    <a:pt x="235572" y="181610"/>
                  </a:lnTo>
                  <a:lnTo>
                    <a:pt x="237959" y="180340"/>
                  </a:lnTo>
                  <a:lnTo>
                    <a:pt x="238137" y="181610"/>
                  </a:lnTo>
                  <a:lnTo>
                    <a:pt x="239128" y="180340"/>
                  </a:lnTo>
                  <a:lnTo>
                    <a:pt x="239623" y="180340"/>
                  </a:lnTo>
                  <a:lnTo>
                    <a:pt x="241020" y="179070"/>
                  </a:lnTo>
                  <a:lnTo>
                    <a:pt x="240703" y="179070"/>
                  </a:lnTo>
                  <a:lnTo>
                    <a:pt x="242595" y="177800"/>
                  </a:lnTo>
                  <a:lnTo>
                    <a:pt x="244259" y="179070"/>
                  </a:lnTo>
                  <a:lnTo>
                    <a:pt x="245160" y="176530"/>
                  </a:lnTo>
                  <a:lnTo>
                    <a:pt x="246329" y="176530"/>
                  </a:lnTo>
                  <a:lnTo>
                    <a:pt x="248056" y="175260"/>
                  </a:lnTo>
                  <a:lnTo>
                    <a:pt x="248386" y="176530"/>
                  </a:lnTo>
                  <a:lnTo>
                    <a:pt x="251028" y="173990"/>
                  </a:lnTo>
                  <a:lnTo>
                    <a:pt x="253187" y="172720"/>
                  </a:lnTo>
                  <a:lnTo>
                    <a:pt x="255917" y="171450"/>
                  </a:lnTo>
                  <a:lnTo>
                    <a:pt x="257073" y="171450"/>
                  </a:lnTo>
                  <a:lnTo>
                    <a:pt x="256489" y="170180"/>
                  </a:lnTo>
                  <a:lnTo>
                    <a:pt x="258152" y="170180"/>
                  </a:lnTo>
                  <a:lnTo>
                    <a:pt x="262204" y="167640"/>
                  </a:lnTo>
                  <a:lnTo>
                    <a:pt x="267843" y="166370"/>
                  </a:lnTo>
                  <a:lnTo>
                    <a:pt x="272199" y="163830"/>
                  </a:lnTo>
                  <a:lnTo>
                    <a:pt x="272707" y="165100"/>
                  </a:lnTo>
                  <a:lnTo>
                    <a:pt x="273202" y="163830"/>
                  </a:lnTo>
                  <a:lnTo>
                    <a:pt x="278244" y="161290"/>
                  </a:lnTo>
                  <a:lnTo>
                    <a:pt x="284708" y="158750"/>
                  </a:lnTo>
                  <a:lnTo>
                    <a:pt x="288582" y="156210"/>
                  </a:lnTo>
                  <a:lnTo>
                    <a:pt x="289674" y="156210"/>
                  </a:lnTo>
                  <a:lnTo>
                    <a:pt x="291147" y="153670"/>
                  </a:lnTo>
                  <a:lnTo>
                    <a:pt x="293141" y="153670"/>
                  </a:lnTo>
                  <a:lnTo>
                    <a:pt x="296443" y="151130"/>
                  </a:lnTo>
                  <a:lnTo>
                    <a:pt x="300012" y="148590"/>
                  </a:lnTo>
                  <a:lnTo>
                    <a:pt x="303987" y="147320"/>
                  </a:lnTo>
                  <a:lnTo>
                    <a:pt x="304469" y="147320"/>
                  </a:lnTo>
                  <a:lnTo>
                    <a:pt x="304203" y="148336"/>
                  </a:lnTo>
                  <a:lnTo>
                    <a:pt x="304634" y="147320"/>
                  </a:lnTo>
                  <a:lnTo>
                    <a:pt x="306374" y="147320"/>
                  </a:lnTo>
                  <a:lnTo>
                    <a:pt x="307200" y="146050"/>
                  </a:lnTo>
                  <a:lnTo>
                    <a:pt x="305955" y="146050"/>
                  </a:lnTo>
                  <a:lnTo>
                    <a:pt x="306705" y="144780"/>
                  </a:lnTo>
                  <a:lnTo>
                    <a:pt x="308610" y="144780"/>
                  </a:lnTo>
                  <a:lnTo>
                    <a:pt x="309422" y="146050"/>
                  </a:lnTo>
                  <a:lnTo>
                    <a:pt x="310095" y="144780"/>
                  </a:lnTo>
                  <a:lnTo>
                    <a:pt x="310756" y="143510"/>
                  </a:lnTo>
                  <a:lnTo>
                    <a:pt x="311188" y="143510"/>
                  </a:lnTo>
                  <a:lnTo>
                    <a:pt x="311162" y="143637"/>
                  </a:lnTo>
                  <a:lnTo>
                    <a:pt x="311251" y="143510"/>
                  </a:lnTo>
                  <a:lnTo>
                    <a:pt x="313080" y="143510"/>
                  </a:lnTo>
                  <a:lnTo>
                    <a:pt x="315226" y="142240"/>
                  </a:lnTo>
                  <a:lnTo>
                    <a:pt x="315468" y="140970"/>
                  </a:lnTo>
                  <a:lnTo>
                    <a:pt x="316382" y="140970"/>
                  </a:lnTo>
                  <a:lnTo>
                    <a:pt x="322821" y="138430"/>
                  </a:lnTo>
                  <a:lnTo>
                    <a:pt x="321183" y="138430"/>
                  </a:lnTo>
                  <a:lnTo>
                    <a:pt x="322834" y="135890"/>
                  </a:lnTo>
                  <a:lnTo>
                    <a:pt x="323977" y="135890"/>
                  </a:lnTo>
                  <a:lnTo>
                    <a:pt x="322999" y="137160"/>
                  </a:lnTo>
                  <a:lnTo>
                    <a:pt x="324396" y="137160"/>
                  </a:lnTo>
                  <a:lnTo>
                    <a:pt x="325221" y="135890"/>
                  </a:lnTo>
                  <a:lnTo>
                    <a:pt x="327380" y="134620"/>
                  </a:lnTo>
                  <a:lnTo>
                    <a:pt x="327621" y="134620"/>
                  </a:lnTo>
                  <a:lnTo>
                    <a:pt x="328955" y="133350"/>
                  </a:lnTo>
                  <a:lnTo>
                    <a:pt x="330263" y="134620"/>
                  </a:lnTo>
                  <a:lnTo>
                    <a:pt x="331685" y="134620"/>
                  </a:lnTo>
                  <a:lnTo>
                    <a:pt x="332676" y="133350"/>
                  </a:lnTo>
                  <a:lnTo>
                    <a:pt x="333921" y="133350"/>
                  </a:lnTo>
                  <a:lnTo>
                    <a:pt x="332994" y="132080"/>
                  </a:lnTo>
                  <a:lnTo>
                    <a:pt x="334733" y="130810"/>
                  </a:lnTo>
                  <a:lnTo>
                    <a:pt x="334162" y="132080"/>
                  </a:lnTo>
                  <a:lnTo>
                    <a:pt x="334822" y="132080"/>
                  </a:lnTo>
                  <a:lnTo>
                    <a:pt x="335394" y="130810"/>
                  </a:lnTo>
                  <a:lnTo>
                    <a:pt x="338213" y="129540"/>
                  </a:lnTo>
                  <a:lnTo>
                    <a:pt x="338861" y="130810"/>
                  </a:lnTo>
                  <a:lnTo>
                    <a:pt x="338950" y="128270"/>
                  </a:lnTo>
                  <a:lnTo>
                    <a:pt x="344258" y="128270"/>
                  </a:lnTo>
                  <a:lnTo>
                    <a:pt x="343839" y="127000"/>
                  </a:lnTo>
                  <a:lnTo>
                    <a:pt x="345668" y="127000"/>
                  </a:lnTo>
                  <a:lnTo>
                    <a:pt x="345490" y="125730"/>
                  </a:lnTo>
                  <a:lnTo>
                    <a:pt x="346659" y="124460"/>
                  </a:lnTo>
                  <a:lnTo>
                    <a:pt x="348056" y="124460"/>
                  </a:lnTo>
                  <a:lnTo>
                    <a:pt x="348145" y="125730"/>
                  </a:lnTo>
                  <a:lnTo>
                    <a:pt x="348716" y="125730"/>
                  </a:lnTo>
                  <a:lnTo>
                    <a:pt x="348729" y="123190"/>
                  </a:lnTo>
                  <a:close/>
                </a:path>
                <a:path w="574675" h="284479">
                  <a:moveTo>
                    <a:pt x="350964" y="168567"/>
                  </a:moveTo>
                  <a:lnTo>
                    <a:pt x="350164" y="168567"/>
                  </a:lnTo>
                  <a:lnTo>
                    <a:pt x="350443" y="169265"/>
                  </a:lnTo>
                  <a:lnTo>
                    <a:pt x="350964" y="168567"/>
                  </a:lnTo>
                  <a:close/>
                </a:path>
                <a:path w="574675" h="284479">
                  <a:moveTo>
                    <a:pt x="351167" y="171107"/>
                  </a:moveTo>
                  <a:lnTo>
                    <a:pt x="350443" y="169265"/>
                  </a:lnTo>
                  <a:lnTo>
                    <a:pt x="349999" y="169837"/>
                  </a:lnTo>
                  <a:lnTo>
                    <a:pt x="351167" y="171107"/>
                  </a:lnTo>
                  <a:close/>
                </a:path>
                <a:path w="574675" h="284479">
                  <a:moveTo>
                    <a:pt x="395084" y="144437"/>
                  </a:moveTo>
                  <a:lnTo>
                    <a:pt x="394309" y="144437"/>
                  </a:lnTo>
                  <a:lnTo>
                    <a:pt x="394500" y="144830"/>
                  </a:lnTo>
                  <a:lnTo>
                    <a:pt x="395084" y="144437"/>
                  </a:lnTo>
                  <a:close/>
                </a:path>
                <a:path w="574675" h="284479">
                  <a:moveTo>
                    <a:pt x="395871" y="143167"/>
                  </a:moveTo>
                  <a:lnTo>
                    <a:pt x="395084" y="144437"/>
                  </a:lnTo>
                  <a:lnTo>
                    <a:pt x="395528" y="144437"/>
                  </a:lnTo>
                  <a:lnTo>
                    <a:pt x="395871" y="143167"/>
                  </a:lnTo>
                  <a:close/>
                </a:path>
                <a:path w="574675" h="284479">
                  <a:moveTo>
                    <a:pt x="407149" y="96380"/>
                  </a:moveTo>
                  <a:lnTo>
                    <a:pt x="406971" y="96520"/>
                  </a:lnTo>
                  <a:lnTo>
                    <a:pt x="407136" y="96520"/>
                  </a:lnTo>
                  <a:lnTo>
                    <a:pt x="407149" y="96380"/>
                  </a:lnTo>
                  <a:close/>
                </a:path>
                <a:path w="574675" h="284479">
                  <a:moveTo>
                    <a:pt x="408889" y="138506"/>
                  </a:moveTo>
                  <a:lnTo>
                    <a:pt x="408825" y="136817"/>
                  </a:lnTo>
                  <a:lnTo>
                    <a:pt x="407847" y="138417"/>
                  </a:lnTo>
                  <a:lnTo>
                    <a:pt x="407708" y="138493"/>
                  </a:lnTo>
                  <a:lnTo>
                    <a:pt x="407263" y="139357"/>
                  </a:lnTo>
                  <a:lnTo>
                    <a:pt x="408889" y="138506"/>
                  </a:lnTo>
                  <a:close/>
                </a:path>
                <a:path w="574675" h="284479">
                  <a:moveTo>
                    <a:pt x="409714" y="138087"/>
                  </a:moveTo>
                  <a:lnTo>
                    <a:pt x="408889" y="138506"/>
                  </a:lnTo>
                  <a:lnTo>
                    <a:pt x="408927" y="139357"/>
                  </a:lnTo>
                  <a:lnTo>
                    <a:pt x="409587" y="138506"/>
                  </a:lnTo>
                  <a:lnTo>
                    <a:pt x="409714" y="138087"/>
                  </a:lnTo>
                  <a:close/>
                </a:path>
                <a:path w="574675" h="284479">
                  <a:moveTo>
                    <a:pt x="413766" y="162217"/>
                  </a:moveTo>
                  <a:lnTo>
                    <a:pt x="412978" y="162217"/>
                  </a:lnTo>
                  <a:lnTo>
                    <a:pt x="412521" y="160947"/>
                  </a:lnTo>
                  <a:lnTo>
                    <a:pt x="367144" y="160947"/>
                  </a:lnTo>
                  <a:lnTo>
                    <a:pt x="365290" y="160947"/>
                  </a:lnTo>
                  <a:lnTo>
                    <a:pt x="364934" y="160947"/>
                  </a:lnTo>
                  <a:lnTo>
                    <a:pt x="363131" y="160947"/>
                  </a:lnTo>
                  <a:lnTo>
                    <a:pt x="361696" y="162217"/>
                  </a:lnTo>
                  <a:lnTo>
                    <a:pt x="363118" y="159766"/>
                  </a:lnTo>
                  <a:lnTo>
                    <a:pt x="360845" y="160947"/>
                  </a:lnTo>
                  <a:lnTo>
                    <a:pt x="358533" y="162217"/>
                  </a:lnTo>
                  <a:lnTo>
                    <a:pt x="357479" y="162217"/>
                  </a:lnTo>
                  <a:lnTo>
                    <a:pt x="358559" y="163487"/>
                  </a:lnTo>
                  <a:lnTo>
                    <a:pt x="353161" y="163487"/>
                  </a:lnTo>
                  <a:lnTo>
                    <a:pt x="354647" y="167297"/>
                  </a:lnTo>
                  <a:lnTo>
                    <a:pt x="351129" y="168567"/>
                  </a:lnTo>
                  <a:lnTo>
                    <a:pt x="351574" y="168567"/>
                  </a:lnTo>
                  <a:lnTo>
                    <a:pt x="352132" y="169837"/>
                  </a:lnTo>
                  <a:lnTo>
                    <a:pt x="350723" y="169837"/>
                  </a:lnTo>
                  <a:lnTo>
                    <a:pt x="351256" y="171107"/>
                  </a:lnTo>
                  <a:lnTo>
                    <a:pt x="350278" y="171107"/>
                  </a:lnTo>
                  <a:lnTo>
                    <a:pt x="350215" y="172377"/>
                  </a:lnTo>
                  <a:lnTo>
                    <a:pt x="348094" y="172377"/>
                  </a:lnTo>
                  <a:lnTo>
                    <a:pt x="346798" y="173647"/>
                  </a:lnTo>
                  <a:lnTo>
                    <a:pt x="345135" y="173647"/>
                  </a:lnTo>
                  <a:lnTo>
                    <a:pt x="345147" y="174917"/>
                  </a:lnTo>
                  <a:lnTo>
                    <a:pt x="344017" y="176187"/>
                  </a:lnTo>
                  <a:lnTo>
                    <a:pt x="342684" y="174917"/>
                  </a:lnTo>
                  <a:lnTo>
                    <a:pt x="342417" y="174917"/>
                  </a:lnTo>
                  <a:lnTo>
                    <a:pt x="342607" y="176187"/>
                  </a:lnTo>
                  <a:lnTo>
                    <a:pt x="340512" y="176187"/>
                  </a:lnTo>
                  <a:lnTo>
                    <a:pt x="341210" y="177457"/>
                  </a:lnTo>
                  <a:lnTo>
                    <a:pt x="339725" y="177457"/>
                  </a:lnTo>
                  <a:lnTo>
                    <a:pt x="340055" y="176187"/>
                  </a:lnTo>
                  <a:lnTo>
                    <a:pt x="339280" y="177457"/>
                  </a:lnTo>
                  <a:lnTo>
                    <a:pt x="338302" y="177457"/>
                  </a:lnTo>
                  <a:lnTo>
                    <a:pt x="337070" y="176187"/>
                  </a:lnTo>
                  <a:lnTo>
                    <a:pt x="337350" y="177457"/>
                  </a:lnTo>
                  <a:lnTo>
                    <a:pt x="336905" y="177457"/>
                  </a:lnTo>
                  <a:lnTo>
                    <a:pt x="337185" y="178727"/>
                  </a:lnTo>
                  <a:lnTo>
                    <a:pt x="338150" y="177457"/>
                  </a:lnTo>
                  <a:lnTo>
                    <a:pt x="338061" y="178727"/>
                  </a:lnTo>
                  <a:lnTo>
                    <a:pt x="337362" y="178727"/>
                  </a:lnTo>
                  <a:lnTo>
                    <a:pt x="337210" y="179997"/>
                  </a:lnTo>
                  <a:lnTo>
                    <a:pt x="336321" y="179997"/>
                  </a:lnTo>
                  <a:lnTo>
                    <a:pt x="336664" y="178727"/>
                  </a:lnTo>
                  <a:lnTo>
                    <a:pt x="335622" y="179997"/>
                  </a:lnTo>
                  <a:lnTo>
                    <a:pt x="334632" y="179997"/>
                  </a:lnTo>
                  <a:lnTo>
                    <a:pt x="334137" y="181267"/>
                  </a:lnTo>
                  <a:lnTo>
                    <a:pt x="332447" y="181267"/>
                  </a:lnTo>
                  <a:lnTo>
                    <a:pt x="330987" y="182537"/>
                  </a:lnTo>
                  <a:lnTo>
                    <a:pt x="331152" y="181267"/>
                  </a:lnTo>
                  <a:lnTo>
                    <a:pt x="330708" y="182537"/>
                  </a:lnTo>
                  <a:lnTo>
                    <a:pt x="330377" y="183807"/>
                  </a:lnTo>
                  <a:lnTo>
                    <a:pt x="330034" y="183807"/>
                  </a:lnTo>
                  <a:lnTo>
                    <a:pt x="330784" y="186347"/>
                  </a:lnTo>
                  <a:lnTo>
                    <a:pt x="328472" y="186347"/>
                  </a:lnTo>
                  <a:lnTo>
                    <a:pt x="327520" y="186347"/>
                  </a:lnTo>
                  <a:lnTo>
                    <a:pt x="327342" y="185077"/>
                  </a:lnTo>
                  <a:lnTo>
                    <a:pt x="326110" y="186347"/>
                  </a:lnTo>
                  <a:lnTo>
                    <a:pt x="327406" y="187655"/>
                  </a:lnTo>
                  <a:lnTo>
                    <a:pt x="324942" y="187655"/>
                  </a:lnTo>
                  <a:lnTo>
                    <a:pt x="323850" y="188887"/>
                  </a:lnTo>
                  <a:lnTo>
                    <a:pt x="322897" y="187655"/>
                  </a:lnTo>
                  <a:lnTo>
                    <a:pt x="322859" y="186804"/>
                  </a:lnTo>
                  <a:lnTo>
                    <a:pt x="322414" y="187629"/>
                  </a:lnTo>
                  <a:lnTo>
                    <a:pt x="322237" y="186804"/>
                  </a:lnTo>
                  <a:lnTo>
                    <a:pt x="322211" y="186664"/>
                  </a:lnTo>
                  <a:lnTo>
                    <a:pt x="321056" y="187655"/>
                  </a:lnTo>
                  <a:lnTo>
                    <a:pt x="320192" y="191427"/>
                  </a:lnTo>
                  <a:lnTo>
                    <a:pt x="320268" y="187655"/>
                  </a:lnTo>
                  <a:lnTo>
                    <a:pt x="320294" y="186347"/>
                  </a:lnTo>
                  <a:lnTo>
                    <a:pt x="318338" y="187655"/>
                  </a:lnTo>
                  <a:lnTo>
                    <a:pt x="317334" y="188887"/>
                  </a:lnTo>
                  <a:lnTo>
                    <a:pt x="318947" y="187655"/>
                  </a:lnTo>
                  <a:lnTo>
                    <a:pt x="318477" y="188887"/>
                  </a:lnTo>
                  <a:lnTo>
                    <a:pt x="317334" y="188887"/>
                  </a:lnTo>
                  <a:lnTo>
                    <a:pt x="314083" y="188887"/>
                  </a:lnTo>
                  <a:lnTo>
                    <a:pt x="314096" y="190258"/>
                  </a:lnTo>
                  <a:lnTo>
                    <a:pt x="312889" y="190258"/>
                  </a:lnTo>
                  <a:lnTo>
                    <a:pt x="311797" y="191427"/>
                  </a:lnTo>
                  <a:lnTo>
                    <a:pt x="311124" y="191427"/>
                  </a:lnTo>
                  <a:lnTo>
                    <a:pt x="311302" y="192697"/>
                  </a:lnTo>
                  <a:lnTo>
                    <a:pt x="309918" y="193967"/>
                  </a:lnTo>
                  <a:lnTo>
                    <a:pt x="309930" y="195237"/>
                  </a:lnTo>
                  <a:lnTo>
                    <a:pt x="308267" y="195237"/>
                  </a:lnTo>
                  <a:lnTo>
                    <a:pt x="307784" y="194259"/>
                  </a:lnTo>
                  <a:lnTo>
                    <a:pt x="306501" y="195237"/>
                  </a:lnTo>
                  <a:lnTo>
                    <a:pt x="306146" y="194259"/>
                  </a:lnTo>
                  <a:lnTo>
                    <a:pt x="306031" y="193967"/>
                  </a:lnTo>
                  <a:lnTo>
                    <a:pt x="305701" y="193967"/>
                  </a:lnTo>
                  <a:lnTo>
                    <a:pt x="306082" y="195237"/>
                  </a:lnTo>
                  <a:lnTo>
                    <a:pt x="303517" y="195237"/>
                  </a:lnTo>
                  <a:lnTo>
                    <a:pt x="301078" y="196507"/>
                  </a:lnTo>
                  <a:lnTo>
                    <a:pt x="301536" y="199047"/>
                  </a:lnTo>
                  <a:lnTo>
                    <a:pt x="300736" y="200240"/>
                  </a:lnTo>
                  <a:lnTo>
                    <a:pt x="300507" y="199186"/>
                  </a:lnTo>
                  <a:lnTo>
                    <a:pt x="299720" y="200317"/>
                  </a:lnTo>
                  <a:lnTo>
                    <a:pt x="298246" y="199186"/>
                  </a:lnTo>
                  <a:lnTo>
                    <a:pt x="296633" y="200317"/>
                  </a:lnTo>
                  <a:lnTo>
                    <a:pt x="297865" y="200317"/>
                  </a:lnTo>
                  <a:lnTo>
                    <a:pt x="297167" y="201587"/>
                  </a:lnTo>
                  <a:lnTo>
                    <a:pt x="296037" y="201587"/>
                  </a:lnTo>
                  <a:lnTo>
                    <a:pt x="294995" y="202857"/>
                  </a:lnTo>
                  <a:lnTo>
                    <a:pt x="292354" y="203974"/>
                  </a:lnTo>
                  <a:lnTo>
                    <a:pt x="291642" y="202857"/>
                  </a:lnTo>
                  <a:lnTo>
                    <a:pt x="291668" y="205397"/>
                  </a:lnTo>
                  <a:lnTo>
                    <a:pt x="287451" y="205397"/>
                  </a:lnTo>
                  <a:lnTo>
                    <a:pt x="288175" y="206667"/>
                  </a:lnTo>
                  <a:lnTo>
                    <a:pt x="286334" y="207937"/>
                  </a:lnTo>
                  <a:lnTo>
                    <a:pt x="285965" y="206667"/>
                  </a:lnTo>
                  <a:lnTo>
                    <a:pt x="285076" y="205397"/>
                  </a:lnTo>
                  <a:lnTo>
                    <a:pt x="284810" y="205397"/>
                  </a:lnTo>
                  <a:lnTo>
                    <a:pt x="285800" y="206667"/>
                  </a:lnTo>
                  <a:lnTo>
                    <a:pt x="284734" y="206667"/>
                  </a:lnTo>
                  <a:lnTo>
                    <a:pt x="284810" y="205397"/>
                  </a:lnTo>
                  <a:lnTo>
                    <a:pt x="282981" y="206667"/>
                  </a:lnTo>
                  <a:lnTo>
                    <a:pt x="283222" y="205397"/>
                  </a:lnTo>
                  <a:lnTo>
                    <a:pt x="280581" y="205397"/>
                  </a:lnTo>
                  <a:lnTo>
                    <a:pt x="279793" y="206667"/>
                  </a:lnTo>
                  <a:lnTo>
                    <a:pt x="279641" y="207937"/>
                  </a:lnTo>
                  <a:lnTo>
                    <a:pt x="281025" y="206667"/>
                  </a:lnTo>
                  <a:lnTo>
                    <a:pt x="281393" y="207937"/>
                  </a:lnTo>
                  <a:lnTo>
                    <a:pt x="278968" y="209207"/>
                  </a:lnTo>
                  <a:lnTo>
                    <a:pt x="279958" y="211747"/>
                  </a:lnTo>
                  <a:lnTo>
                    <a:pt x="278472" y="211747"/>
                  </a:lnTo>
                  <a:lnTo>
                    <a:pt x="277596" y="213017"/>
                  </a:lnTo>
                  <a:lnTo>
                    <a:pt x="277266" y="214287"/>
                  </a:lnTo>
                  <a:lnTo>
                    <a:pt x="277063" y="213017"/>
                  </a:lnTo>
                  <a:lnTo>
                    <a:pt x="274510" y="211747"/>
                  </a:lnTo>
                  <a:lnTo>
                    <a:pt x="272669" y="213017"/>
                  </a:lnTo>
                  <a:lnTo>
                    <a:pt x="272757" y="214287"/>
                  </a:lnTo>
                  <a:lnTo>
                    <a:pt x="274269" y="213017"/>
                  </a:lnTo>
                  <a:lnTo>
                    <a:pt x="274358" y="214287"/>
                  </a:lnTo>
                  <a:lnTo>
                    <a:pt x="273138" y="215557"/>
                  </a:lnTo>
                  <a:lnTo>
                    <a:pt x="273164" y="214287"/>
                  </a:lnTo>
                  <a:lnTo>
                    <a:pt x="272186" y="215557"/>
                  </a:lnTo>
                  <a:lnTo>
                    <a:pt x="270319" y="214287"/>
                  </a:lnTo>
                  <a:lnTo>
                    <a:pt x="270598" y="215557"/>
                  </a:lnTo>
                  <a:lnTo>
                    <a:pt x="269544" y="215557"/>
                  </a:lnTo>
                  <a:lnTo>
                    <a:pt x="268312" y="216827"/>
                  </a:lnTo>
                  <a:lnTo>
                    <a:pt x="268147" y="216827"/>
                  </a:lnTo>
                  <a:lnTo>
                    <a:pt x="267106" y="218097"/>
                  </a:lnTo>
                  <a:lnTo>
                    <a:pt x="265785" y="218097"/>
                  </a:lnTo>
                  <a:lnTo>
                    <a:pt x="266865" y="219367"/>
                  </a:lnTo>
                  <a:lnTo>
                    <a:pt x="265899" y="219367"/>
                  </a:lnTo>
                  <a:lnTo>
                    <a:pt x="265049" y="218097"/>
                  </a:lnTo>
                  <a:lnTo>
                    <a:pt x="263372" y="220637"/>
                  </a:lnTo>
                  <a:lnTo>
                    <a:pt x="262978" y="219367"/>
                  </a:lnTo>
                  <a:lnTo>
                    <a:pt x="261391" y="219367"/>
                  </a:lnTo>
                  <a:lnTo>
                    <a:pt x="262039" y="220637"/>
                  </a:lnTo>
                  <a:lnTo>
                    <a:pt x="260464" y="220637"/>
                  </a:lnTo>
                  <a:lnTo>
                    <a:pt x="259410" y="221907"/>
                  </a:lnTo>
                  <a:lnTo>
                    <a:pt x="258673" y="219367"/>
                  </a:lnTo>
                  <a:lnTo>
                    <a:pt x="258191" y="223177"/>
                  </a:lnTo>
                  <a:lnTo>
                    <a:pt x="256755" y="221907"/>
                  </a:lnTo>
                  <a:lnTo>
                    <a:pt x="257213" y="223177"/>
                  </a:lnTo>
                  <a:lnTo>
                    <a:pt x="254927" y="223177"/>
                  </a:lnTo>
                  <a:lnTo>
                    <a:pt x="255308" y="224447"/>
                  </a:lnTo>
                  <a:lnTo>
                    <a:pt x="254431" y="224447"/>
                  </a:lnTo>
                  <a:lnTo>
                    <a:pt x="253885" y="223177"/>
                  </a:lnTo>
                  <a:lnTo>
                    <a:pt x="252488" y="223177"/>
                  </a:lnTo>
                  <a:lnTo>
                    <a:pt x="250736" y="224447"/>
                  </a:lnTo>
                  <a:lnTo>
                    <a:pt x="249504" y="224447"/>
                  </a:lnTo>
                  <a:lnTo>
                    <a:pt x="249161" y="225717"/>
                  </a:lnTo>
                  <a:lnTo>
                    <a:pt x="248551" y="225717"/>
                  </a:lnTo>
                  <a:lnTo>
                    <a:pt x="247929" y="226987"/>
                  </a:lnTo>
                  <a:lnTo>
                    <a:pt x="248627" y="228257"/>
                  </a:lnTo>
                  <a:lnTo>
                    <a:pt x="247472" y="226987"/>
                  </a:lnTo>
                  <a:lnTo>
                    <a:pt x="246735" y="228257"/>
                  </a:lnTo>
                  <a:lnTo>
                    <a:pt x="245910" y="228257"/>
                  </a:lnTo>
                  <a:lnTo>
                    <a:pt x="245795" y="226987"/>
                  </a:lnTo>
                  <a:lnTo>
                    <a:pt x="245427" y="228257"/>
                  </a:lnTo>
                  <a:lnTo>
                    <a:pt x="244640" y="230797"/>
                  </a:lnTo>
                  <a:lnTo>
                    <a:pt x="246672" y="230797"/>
                  </a:lnTo>
                  <a:lnTo>
                    <a:pt x="246075" y="232067"/>
                  </a:lnTo>
                  <a:lnTo>
                    <a:pt x="245452" y="232067"/>
                  </a:lnTo>
                  <a:lnTo>
                    <a:pt x="244563" y="230797"/>
                  </a:lnTo>
                  <a:lnTo>
                    <a:pt x="244576" y="232067"/>
                  </a:lnTo>
                  <a:lnTo>
                    <a:pt x="243078" y="232067"/>
                  </a:lnTo>
                  <a:lnTo>
                    <a:pt x="242785" y="229527"/>
                  </a:lnTo>
                  <a:lnTo>
                    <a:pt x="241922" y="229527"/>
                  </a:lnTo>
                  <a:lnTo>
                    <a:pt x="242023" y="228257"/>
                  </a:lnTo>
                  <a:lnTo>
                    <a:pt x="240753" y="229527"/>
                  </a:lnTo>
                  <a:lnTo>
                    <a:pt x="240296" y="228257"/>
                  </a:lnTo>
                  <a:lnTo>
                    <a:pt x="239687" y="228257"/>
                  </a:lnTo>
                  <a:lnTo>
                    <a:pt x="239661" y="229158"/>
                  </a:lnTo>
                  <a:lnTo>
                    <a:pt x="239420" y="228663"/>
                  </a:lnTo>
                  <a:lnTo>
                    <a:pt x="238937" y="229019"/>
                  </a:lnTo>
                  <a:lnTo>
                    <a:pt x="237985" y="228993"/>
                  </a:lnTo>
                  <a:lnTo>
                    <a:pt x="238125" y="229844"/>
                  </a:lnTo>
                  <a:lnTo>
                    <a:pt x="238353" y="229057"/>
                  </a:lnTo>
                  <a:lnTo>
                    <a:pt x="239661" y="229184"/>
                  </a:lnTo>
                  <a:lnTo>
                    <a:pt x="239661" y="229527"/>
                  </a:lnTo>
                  <a:lnTo>
                    <a:pt x="240233" y="229527"/>
                  </a:lnTo>
                  <a:lnTo>
                    <a:pt x="239941" y="230797"/>
                  </a:lnTo>
                  <a:lnTo>
                    <a:pt x="239839" y="231228"/>
                  </a:lnTo>
                  <a:lnTo>
                    <a:pt x="241236" y="232067"/>
                  </a:lnTo>
                  <a:lnTo>
                    <a:pt x="238798" y="232892"/>
                  </a:lnTo>
                  <a:lnTo>
                    <a:pt x="238798" y="233337"/>
                  </a:lnTo>
                  <a:lnTo>
                    <a:pt x="238798" y="234734"/>
                  </a:lnTo>
                  <a:lnTo>
                    <a:pt x="237502" y="234734"/>
                  </a:lnTo>
                  <a:lnTo>
                    <a:pt x="238252" y="233337"/>
                  </a:lnTo>
                  <a:lnTo>
                    <a:pt x="238798" y="233337"/>
                  </a:lnTo>
                  <a:lnTo>
                    <a:pt x="238798" y="232892"/>
                  </a:lnTo>
                  <a:lnTo>
                    <a:pt x="237464" y="233337"/>
                  </a:lnTo>
                  <a:lnTo>
                    <a:pt x="236855" y="233337"/>
                  </a:lnTo>
                  <a:lnTo>
                    <a:pt x="236232" y="234619"/>
                  </a:lnTo>
                  <a:lnTo>
                    <a:pt x="235445" y="233337"/>
                  </a:lnTo>
                  <a:lnTo>
                    <a:pt x="235267" y="233337"/>
                  </a:lnTo>
                  <a:lnTo>
                    <a:pt x="234403" y="234734"/>
                  </a:lnTo>
                  <a:lnTo>
                    <a:pt x="233426" y="234734"/>
                  </a:lnTo>
                  <a:lnTo>
                    <a:pt x="233248" y="233337"/>
                  </a:lnTo>
                  <a:lnTo>
                    <a:pt x="230517" y="233337"/>
                  </a:lnTo>
                  <a:lnTo>
                    <a:pt x="231978" y="234734"/>
                  </a:lnTo>
                  <a:lnTo>
                    <a:pt x="233362" y="234734"/>
                  </a:lnTo>
                  <a:lnTo>
                    <a:pt x="231952" y="235877"/>
                  </a:lnTo>
                  <a:lnTo>
                    <a:pt x="231267" y="237147"/>
                  </a:lnTo>
                  <a:lnTo>
                    <a:pt x="228180" y="237147"/>
                  </a:lnTo>
                  <a:lnTo>
                    <a:pt x="228549" y="238417"/>
                  </a:lnTo>
                  <a:lnTo>
                    <a:pt x="226618" y="238417"/>
                  </a:lnTo>
                  <a:lnTo>
                    <a:pt x="225132" y="239687"/>
                  </a:lnTo>
                  <a:lnTo>
                    <a:pt x="224256" y="239687"/>
                  </a:lnTo>
                  <a:lnTo>
                    <a:pt x="222300" y="238417"/>
                  </a:lnTo>
                  <a:lnTo>
                    <a:pt x="219964" y="240957"/>
                  </a:lnTo>
                  <a:lnTo>
                    <a:pt x="218135" y="242227"/>
                  </a:lnTo>
                  <a:lnTo>
                    <a:pt x="219468" y="243497"/>
                  </a:lnTo>
                  <a:lnTo>
                    <a:pt x="218236" y="243497"/>
                  </a:lnTo>
                  <a:lnTo>
                    <a:pt x="217690" y="243497"/>
                  </a:lnTo>
                  <a:lnTo>
                    <a:pt x="217766" y="243725"/>
                  </a:lnTo>
                  <a:lnTo>
                    <a:pt x="218033" y="244627"/>
                  </a:lnTo>
                  <a:lnTo>
                    <a:pt x="218211" y="243725"/>
                  </a:lnTo>
                  <a:lnTo>
                    <a:pt x="218084" y="244627"/>
                  </a:lnTo>
                  <a:lnTo>
                    <a:pt x="218071" y="244767"/>
                  </a:lnTo>
                  <a:lnTo>
                    <a:pt x="217766" y="243725"/>
                  </a:lnTo>
                  <a:lnTo>
                    <a:pt x="215988" y="244525"/>
                  </a:lnTo>
                  <a:lnTo>
                    <a:pt x="216814" y="243725"/>
                  </a:lnTo>
                  <a:lnTo>
                    <a:pt x="217081" y="243497"/>
                  </a:lnTo>
                  <a:lnTo>
                    <a:pt x="214972" y="243497"/>
                  </a:lnTo>
                  <a:lnTo>
                    <a:pt x="217512" y="242227"/>
                  </a:lnTo>
                  <a:lnTo>
                    <a:pt x="214680" y="242227"/>
                  </a:lnTo>
                  <a:lnTo>
                    <a:pt x="214744" y="243497"/>
                  </a:lnTo>
                  <a:lnTo>
                    <a:pt x="214807" y="244767"/>
                  </a:lnTo>
                  <a:lnTo>
                    <a:pt x="213144" y="244767"/>
                  </a:lnTo>
                  <a:lnTo>
                    <a:pt x="213042" y="243725"/>
                  </a:lnTo>
                  <a:lnTo>
                    <a:pt x="212686" y="244627"/>
                  </a:lnTo>
                  <a:lnTo>
                    <a:pt x="212648" y="244767"/>
                  </a:lnTo>
                  <a:lnTo>
                    <a:pt x="212547" y="245084"/>
                  </a:lnTo>
                  <a:lnTo>
                    <a:pt x="212318" y="245618"/>
                  </a:lnTo>
                  <a:lnTo>
                    <a:pt x="212191" y="245084"/>
                  </a:lnTo>
                  <a:lnTo>
                    <a:pt x="211480" y="246037"/>
                  </a:lnTo>
                  <a:lnTo>
                    <a:pt x="210185" y="247142"/>
                  </a:lnTo>
                  <a:lnTo>
                    <a:pt x="210185" y="247307"/>
                  </a:lnTo>
                  <a:lnTo>
                    <a:pt x="210007" y="247307"/>
                  </a:lnTo>
                  <a:lnTo>
                    <a:pt x="209981" y="247142"/>
                  </a:lnTo>
                  <a:lnTo>
                    <a:pt x="208851" y="246037"/>
                  </a:lnTo>
                  <a:lnTo>
                    <a:pt x="207810" y="248577"/>
                  </a:lnTo>
                  <a:lnTo>
                    <a:pt x="212128" y="248577"/>
                  </a:lnTo>
                  <a:lnTo>
                    <a:pt x="211493" y="247307"/>
                  </a:lnTo>
                  <a:lnTo>
                    <a:pt x="214426" y="247307"/>
                  </a:lnTo>
                  <a:lnTo>
                    <a:pt x="214655" y="246037"/>
                  </a:lnTo>
                  <a:lnTo>
                    <a:pt x="215201" y="247142"/>
                  </a:lnTo>
                  <a:lnTo>
                    <a:pt x="215290" y="247307"/>
                  </a:lnTo>
                  <a:lnTo>
                    <a:pt x="214680" y="248577"/>
                  </a:lnTo>
                  <a:lnTo>
                    <a:pt x="216090" y="247307"/>
                  </a:lnTo>
                  <a:lnTo>
                    <a:pt x="215912" y="247307"/>
                  </a:lnTo>
                  <a:lnTo>
                    <a:pt x="215938" y="247142"/>
                  </a:lnTo>
                  <a:lnTo>
                    <a:pt x="215544" y="246037"/>
                  </a:lnTo>
                  <a:lnTo>
                    <a:pt x="216154" y="246037"/>
                  </a:lnTo>
                  <a:lnTo>
                    <a:pt x="215938" y="247142"/>
                  </a:lnTo>
                  <a:lnTo>
                    <a:pt x="216776" y="246037"/>
                  </a:lnTo>
                  <a:lnTo>
                    <a:pt x="216649" y="247142"/>
                  </a:lnTo>
                  <a:lnTo>
                    <a:pt x="216623" y="247307"/>
                  </a:lnTo>
                  <a:lnTo>
                    <a:pt x="217589" y="247307"/>
                  </a:lnTo>
                  <a:lnTo>
                    <a:pt x="216281" y="248577"/>
                  </a:lnTo>
                  <a:lnTo>
                    <a:pt x="218668" y="248577"/>
                  </a:lnTo>
                  <a:lnTo>
                    <a:pt x="218592" y="247142"/>
                  </a:lnTo>
                  <a:lnTo>
                    <a:pt x="218541" y="246037"/>
                  </a:lnTo>
                  <a:lnTo>
                    <a:pt x="219583" y="244767"/>
                  </a:lnTo>
                  <a:lnTo>
                    <a:pt x="221500" y="244767"/>
                  </a:lnTo>
                  <a:lnTo>
                    <a:pt x="220116" y="246037"/>
                  </a:lnTo>
                  <a:lnTo>
                    <a:pt x="221970" y="246037"/>
                  </a:lnTo>
                  <a:lnTo>
                    <a:pt x="222224" y="245084"/>
                  </a:lnTo>
                  <a:lnTo>
                    <a:pt x="222313" y="244767"/>
                  </a:lnTo>
                  <a:lnTo>
                    <a:pt x="222923" y="244767"/>
                  </a:lnTo>
                  <a:lnTo>
                    <a:pt x="222910" y="245084"/>
                  </a:lnTo>
                  <a:lnTo>
                    <a:pt x="222783" y="247142"/>
                  </a:lnTo>
                  <a:lnTo>
                    <a:pt x="223240" y="246037"/>
                  </a:lnTo>
                  <a:lnTo>
                    <a:pt x="223596" y="245084"/>
                  </a:lnTo>
                  <a:lnTo>
                    <a:pt x="223723" y="244767"/>
                  </a:lnTo>
                  <a:lnTo>
                    <a:pt x="223812" y="246037"/>
                  </a:lnTo>
                  <a:lnTo>
                    <a:pt x="224523" y="246037"/>
                  </a:lnTo>
                  <a:lnTo>
                    <a:pt x="226618" y="244767"/>
                  </a:lnTo>
                  <a:lnTo>
                    <a:pt x="227152" y="245732"/>
                  </a:lnTo>
                  <a:lnTo>
                    <a:pt x="227253" y="245605"/>
                  </a:lnTo>
                  <a:lnTo>
                    <a:pt x="227647" y="245084"/>
                  </a:lnTo>
                  <a:lnTo>
                    <a:pt x="227685" y="244767"/>
                  </a:lnTo>
                  <a:lnTo>
                    <a:pt x="227711" y="245084"/>
                  </a:lnTo>
                  <a:lnTo>
                    <a:pt x="227863" y="244767"/>
                  </a:lnTo>
                  <a:lnTo>
                    <a:pt x="229400" y="242227"/>
                  </a:lnTo>
                  <a:lnTo>
                    <a:pt x="230022" y="244627"/>
                  </a:lnTo>
                  <a:lnTo>
                    <a:pt x="230581" y="243725"/>
                  </a:lnTo>
                  <a:lnTo>
                    <a:pt x="231343" y="242227"/>
                  </a:lnTo>
                  <a:lnTo>
                    <a:pt x="232143" y="242227"/>
                  </a:lnTo>
                  <a:lnTo>
                    <a:pt x="233959" y="240957"/>
                  </a:lnTo>
                  <a:lnTo>
                    <a:pt x="232841" y="242227"/>
                  </a:lnTo>
                  <a:lnTo>
                    <a:pt x="235877" y="241147"/>
                  </a:lnTo>
                  <a:lnTo>
                    <a:pt x="235826" y="240957"/>
                  </a:lnTo>
                  <a:lnTo>
                    <a:pt x="236435" y="240957"/>
                  </a:lnTo>
                  <a:lnTo>
                    <a:pt x="237477" y="240957"/>
                  </a:lnTo>
                  <a:lnTo>
                    <a:pt x="237680" y="242227"/>
                  </a:lnTo>
                  <a:lnTo>
                    <a:pt x="237858" y="242227"/>
                  </a:lnTo>
                  <a:lnTo>
                    <a:pt x="238201" y="241376"/>
                  </a:lnTo>
                  <a:lnTo>
                    <a:pt x="238290" y="241147"/>
                  </a:lnTo>
                  <a:lnTo>
                    <a:pt x="238366" y="240957"/>
                  </a:lnTo>
                  <a:lnTo>
                    <a:pt x="239522" y="240957"/>
                  </a:lnTo>
                  <a:lnTo>
                    <a:pt x="239090" y="242227"/>
                  </a:lnTo>
                  <a:lnTo>
                    <a:pt x="240055" y="242227"/>
                  </a:lnTo>
                  <a:lnTo>
                    <a:pt x="239864" y="241376"/>
                  </a:lnTo>
                  <a:lnTo>
                    <a:pt x="239776" y="240957"/>
                  </a:lnTo>
                  <a:lnTo>
                    <a:pt x="240220" y="240957"/>
                  </a:lnTo>
                  <a:lnTo>
                    <a:pt x="240639" y="239687"/>
                  </a:lnTo>
                  <a:lnTo>
                    <a:pt x="242036" y="239687"/>
                  </a:lnTo>
                  <a:lnTo>
                    <a:pt x="241985" y="239814"/>
                  </a:lnTo>
                  <a:lnTo>
                    <a:pt x="241617" y="239953"/>
                  </a:lnTo>
                  <a:lnTo>
                    <a:pt x="241973" y="239839"/>
                  </a:lnTo>
                  <a:lnTo>
                    <a:pt x="241554" y="240957"/>
                  </a:lnTo>
                  <a:lnTo>
                    <a:pt x="242836" y="239687"/>
                  </a:lnTo>
                  <a:lnTo>
                    <a:pt x="243547" y="239687"/>
                  </a:lnTo>
                  <a:lnTo>
                    <a:pt x="244678" y="238417"/>
                  </a:lnTo>
                  <a:lnTo>
                    <a:pt x="244144" y="238417"/>
                  </a:lnTo>
                  <a:lnTo>
                    <a:pt x="245452" y="237147"/>
                  </a:lnTo>
                  <a:lnTo>
                    <a:pt x="244690" y="239687"/>
                  </a:lnTo>
                  <a:lnTo>
                    <a:pt x="246011" y="238417"/>
                  </a:lnTo>
                  <a:lnTo>
                    <a:pt x="248018" y="238417"/>
                  </a:lnTo>
                  <a:lnTo>
                    <a:pt x="248335" y="235877"/>
                  </a:lnTo>
                  <a:lnTo>
                    <a:pt x="249402" y="235877"/>
                  </a:lnTo>
                  <a:lnTo>
                    <a:pt x="249948" y="237147"/>
                  </a:lnTo>
                  <a:lnTo>
                    <a:pt x="250977" y="235877"/>
                  </a:lnTo>
                  <a:lnTo>
                    <a:pt x="253009" y="235877"/>
                  </a:lnTo>
                  <a:lnTo>
                    <a:pt x="253771" y="233337"/>
                  </a:lnTo>
                  <a:lnTo>
                    <a:pt x="254863" y="234734"/>
                  </a:lnTo>
                  <a:lnTo>
                    <a:pt x="257378" y="234734"/>
                  </a:lnTo>
                  <a:lnTo>
                    <a:pt x="257467" y="233337"/>
                  </a:lnTo>
                  <a:lnTo>
                    <a:pt x="258546" y="233337"/>
                  </a:lnTo>
                  <a:lnTo>
                    <a:pt x="259892" y="232067"/>
                  </a:lnTo>
                  <a:lnTo>
                    <a:pt x="260350" y="232067"/>
                  </a:lnTo>
                  <a:lnTo>
                    <a:pt x="260375" y="232194"/>
                  </a:lnTo>
                  <a:lnTo>
                    <a:pt x="260451" y="232371"/>
                  </a:lnTo>
                  <a:lnTo>
                    <a:pt x="260426" y="232181"/>
                  </a:lnTo>
                  <a:lnTo>
                    <a:pt x="261670" y="232067"/>
                  </a:lnTo>
                  <a:lnTo>
                    <a:pt x="261226" y="230797"/>
                  </a:lnTo>
                  <a:lnTo>
                    <a:pt x="263613" y="232067"/>
                  </a:lnTo>
                  <a:lnTo>
                    <a:pt x="263537" y="230797"/>
                  </a:lnTo>
                  <a:lnTo>
                    <a:pt x="263461" y="229527"/>
                  </a:lnTo>
                  <a:lnTo>
                    <a:pt x="263385" y="228257"/>
                  </a:lnTo>
                  <a:lnTo>
                    <a:pt x="265696" y="229527"/>
                  </a:lnTo>
                  <a:lnTo>
                    <a:pt x="266128" y="229527"/>
                  </a:lnTo>
                  <a:lnTo>
                    <a:pt x="266319" y="230797"/>
                  </a:lnTo>
                  <a:lnTo>
                    <a:pt x="269468" y="228257"/>
                  </a:lnTo>
                  <a:lnTo>
                    <a:pt x="269189" y="228257"/>
                  </a:lnTo>
                  <a:lnTo>
                    <a:pt x="269265" y="226987"/>
                  </a:lnTo>
                  <a:lnTo>
                    <a:pt x="270230" y="226987"/>
                  </a:lnTo>
                  <a:lnTo>
                    <a:pt x="269570" y="229527"/>
                  </a:lnTo>
                  <a:lnTo>
                    <a:pt x="271284" y="226987"/>
                  </a:lnTo>
                  <a:lnTo>
                    <a:pt x="271818" y="226987"/>
                  </a:lnTo>
                  <a:lnTo>
                    <a:pt x="272872" y="225717"/>
                  </a:lnTo>
                  <a:lnTo>
                    <a:pt x="272948" y="226148"/>
                  </a:lnTo>
                  <a:lnTo>
                    <a:pt x="273037" y="225717"/>
                  </a:lnTo>
                  <a:lnTo>
                    <a:pt x="274701" y="225717"/>
                  </a:lnTo>
                  <a:lnTo>
                    <a:pt x="276275" y="224447"/>
                  </a:lnTo>
                  <a:lnTo>
                    <a:pt x="277253" y="224447"/>
                  </a:lnTo>
                  <a:lnTo>
                    <a:pt x="277075" y="225717"/>
                  </a:lnTo>
                  <a:lnTo>
                    <a:pt x="277761" y="224663"/>
                  </a:lnTo>
                  <a:lnTo>
                    <a:pt x="279704" y="223177"/>
                  </a:lnTo>
                  <a:lnTo>
                    <a:pt x="279882" y="224447"/>
                  </a:lnTo>
                  <a:lnTo>
                    <a:pt x="280301" y="223177"/>
                  </a:lnTo>
                  <a:lnTo>
                    <a:pt x="281711" y="223177"/>
                  </a:lnTo>
                  <a:lnTo>
                    <a:pt x="281978" y="221907"/>
                  </a:lnTo>
                  <a:lnTo>
                    <a:pt x="282841" y="221907"/>
                  </a:lnTo>
                  <a:lnTo>
                    <a:pt x="282854" y="223177"/>
                  </a:lnTo>
                  <a:lnTo>
                    <a:pt x="284518" y="221907"/>
                  </a:lnTo>
                  <a:lnTo>
                    <a:pt x="285496" y="223177"/>
                  </a:lnTo>
                  <a:lnTo>
                    <a:pt x="286791" y="220637"/>
                  </a:lnTo>
                  <a:lnTo>
                    <a:pt x="286969" y="220637"/>
                  </a:lnTo>
                  <a:lnTo>
                    <a:pt x="286715" y="221907"/>
                  </a:lnTo>
                  <a:lnTo>
                    <a:pt x="287832" y="219367"/>
                  </a:lnTo>
                  <a:lnTo>
                    <a:pt x="288493" y="221907"/>
                  </a:lnTo>
                  <a:lnTo>
                    <a:pt x="289521" y="220637"/>
                  </a:lnTo>
                  <a:lnTo>
                    <a:pt x="289852" y="220637"/>
                  </a:lnTo>
                  <a:lnTo>
                    <a:pt x="290398" y="219367"/>
                  </a:lnTo>
                  <a:lnTo>
                    <a:pt x="290753" y="220637"/>
                  </a:lnTo>
                  <a:lnTo>
                    <a:pt x="290741" y="219367"/>
                  </a:lnTo>
                  <a:lnTo>
                    <a:pt x="291706" y="219367"/>
                  </a:lnTo>
                  <a:lnTo>
                    <a:pt x="293306" y="220637"/>
                  </a:lnTo>
                  <a:lnTo>
                    <a:pt x="293814" y="219367"/>
                  </a:lnTo>
                  <a:lnTo>
                    <a:pt x="295503" y="219367"/>
                  </a:lnTo>
                  <a:lnTo>
                    <a:pt x="294779" y="218097"/>
                  </a:lnTo>
                  <a:lnTo>
                    <a:pt x="296392" y="214287"/>
                  </a:lnTo>
                  <a:lnTo>
                    <a:pt x="301625" y="216827"/>
                  </a:lnTo>
                  <a:lnTo>
                    <a:pt x="304406" y="214287"/>
                  </a:lnTo>
                  <a:lnTo>
                    <a:pt x="304749" y="214287"/>
                  </a:lnTo>
                  <a:lnTo>
                    <a:pt x="305625" y="213017"/>
                  </a:lnTo>
                  <a:lnTo>
                    <a:pt x="305968" y="213017"/>
                  </a:lnTo>
                  <a:lnTo>
                    <a:pt x="307543" y="211747"/>
                  </a:lnTo>
                  <a:lnTo>
                    <a:pt x="308660" y="211747"/>
                  </a:lnTo>
                  <a:lnTo>
                    <a:pt x="310769" y="210477"/>
                  </a:lnTo>
                  <a:lnTo>
                    <a:pt x="312127" y="210477"/>
                  </a:lnTo>
                  <a:lnTo>
                    <a:pt x="312077" y="209207"/>
                  </a:lnTo>
                  <a:lnTo>
                    <a:pt x="312864" y="209207"/>
                  </a:lnTo>
                  <a:lnTo>
                    <a:pt x="314464" y="207937"/>
                  </a:lnTo>
                  <a:lnTo>
                    <a:pt x="316547" y="207937"/>
                  </a:lnTo>
                  <a:lnTo>
                    <a:pt x="316484" y="209207"/>
                  </a:lnTo>
                  <a:lnTo>
                    <a:pt x="317449" y="207937"/>
                  </a:lnTo>
                  <a:lnTo>
                    <a:pt x="318833" y="206667"/>
                  </a:lnTo>
                  <a:lnTo>
                    <a:pt x="319709" y="206667"/>
                  </a:lnTo>
                  <a:lnTo>
                    <a:pt x="320789" y="207937"/>
                  </a:lnTo>
                  <a:lnTo>
                    <a:pt x="321157" y="206667"/>
                  </a:lnTo>
                  <a:lnTo>
                    <a:pt x="321538" y="205397"/>
                  </a:lnTo>
                  <a:lnTo>
                    <a:pt x="323557" y="205397"/>
                  </a:lnTo>
                  <a:lnTo>
                    <a:pt x="324002" y="204127"/>
                  </a:lnTo>
                  <a:lnTo>
                    <a:pt x="326529" y="202857"/>
                  </a:lnTo>
                  <a:lnTo>
                    <a:pt x="327469" y="203974"/>
                  </a:lnTo>
                  <a:lnTo>
                    <a:pt x="327596" y="204127"/>
                  </a:lnTo>
                  <a:lnTo>
                    <a:pt x="328371" y="202857"/>
                  </a:lnTo>
                  <a:lnTo>
                    <a:pt x="329145" y="201587"/>
                  </a:lnTo>
                  <a:lnTo>
                    <a:pt x="330111" y="201587"/>
                  </a:lnTo>
                  <a:lnTo>
                    <a:pt x="330542" y="200317"/>
                  </a:lnTo>
                  <a:lnTo>
                    <a:pt x="330822" y="201587"/>
                  </a:lnTo>
                  <a:lnTo>
                    <a:pt x="331698" y="200317"/>
                  </a:lnTo>
                  <a:lnTo>
                    <a:pt x="331533" y="201587"/>
                  </a:lnTo>
                  <a:lnTo>
                    <a:pt x="332232" y="201587"/>
                  </a:lnTo>
                  <a:lnTo>
                    <a:pt x="332397" y="200317"/>
                  </a:lnTo>
                  <a:lnTo>
                    <a:pt x="332143" y="199186"/>
                  </a:lnTo>
                  <a:lnTo>
                    <a:pt x="332117" y="199047"/>
                  </a:lnTo>
                  <a:lnTo>
                    <a:pt x="334492" y="199047"/>
                  </a:lnTo>
                  <a:lnTo>
                    <a:pt x="336423" y="197777"/>
                  </a:lnTo>
                  <a:lnTo>
                    <a:pt x="339090" y="200317"/>
                  </a:lnTo>
                  <a:lnTo>
                    <a:pt x="340017" y="197777"/>
                  </a:lnTo>
                  <a:lnTo>
                    <a:pt x="341350" y="197777"/>
                  </a:lnTo>
                  <a:lnTo>
                    <a:pt x="341350" y="199047"/>
                  </a:lnTo>
                  <a:lnTo>
                    <a:pt x="342163" y="197777"/>
                  </a:lnTo>
                  <a:lnTo>
                    <a:pt x="342988" y="196507"/>
                  </a:lnTo>
                  <a:lnTo>
                    <a:pt x="344678" y="196507"/>
                  </a:lnTo>
                  <a:lnTo>
                    <a:pt x="346760" y="195237"/>
                  </a:lnTo>
                  <a:lnTo>
                    <a:pt x="348513" y="193967"/>
                  </a:lnTo>
                  <a:lnTo>
                    <a:pt x="348335" y="193967"/>
                  </a:lnTo>
                  <a:lnTo>
                    <a:pt x="349986" y="192697"/>
                  </a:lnTo>
                  <a:lnTo>
                    <a:pt x="350443" y="193967"/>
                  </a:lnTo>
                  <a:lnTo>
                    <a:pt x="351663" y="192697"/>
                  </a:lnTo>
                  <a:lnTo>
                    <a:pt x="352806" y="192697"/>
                  </a:lnTo>
                  <a:lnTo>
                    <a:pt x="353301" y="191427"/>
                  </a:lnTo>
                  <a:lnTo>
                    <a:pt x="356158" y="192697"/>
                  </a:lnTo>
                  <a:lnTo>
                    <a:pt x="355180" y="191427"/>
                  </a:lnTo>
                  <a:lnTo>
                    <a:pt x="355523" y="191427"/>
                  </a:lnTo>
                  <a:lnTo>
                    <a:pt x="356069" y="190258"/>
                  </a:lnTo>
                  <a:lnTo>
                    <a:pt x="357505" y="188887"/>
                  </a:lnTo>
                  <a:lnTo>
                    <a:pt x="356666" y="190258"/>
                  </a:lnTo>
                  <a:lnTo>
                    <a:pt x="358851" y="190258"/>
                  </a:lnTo>
                  <a:lnTo>
                    <a:pt x="358660" y="188887"/>
                  </a:lnTo>
                  <a:lnTo>
                    <a:pt x="361035" y="188887"/>
                  </a:lnTo>
                  <a:lnTo>
                    <a:pt x="361276" y="187655"/>
                  </a:lnTo>
                  <a:lnTo>
                    <a:pt x="361950" y="187655"/>
                  </a:lnTo>
                  <a:lnTo>
                    <a:pt x="363016" y="186347"/>
                  </a:lnTo>
                  <a:lnTo>
                    <a:pt x="364502" y="187655"/>
                  </a:lnTo>
                  <a:lnTo>
                    <a:pt x="364578" y="186347"/>
                  </a:lnTo>
                  <a:lnTo>
                    <a:pt x="364693" y="185077"/>
                  </a:lnTo>
                  <a:lnTo>
                    <a:pt x="366890" y="185077"/>
                  </a:lnTo>
                  <a:lnTo>
                    <a:pt x="368452" y="183807"/>
                  </a:lnTo>
                  <a:lnTo>
                    <a:pt x="371411" y="182537"/>
                  </a:lnTo>
                  <a:lnTo>
                    <a:pt x="372402" y="182537"/>
                  </a:lnTo>
                  <a:lnTo>
                    <a:pt x="371767" y="181267"/>
                  </a:lnTo>
                  <a:lnTo>
                    <a:pt x="372808" y="181267"/>
                  </a:lnTo>
                  <a:lnTo>
                    <a:pt x="375348" y="179997"/>
                  </a:lnTo>
                  <a:lnTo>
                    <a:pt x="379234" y="179997"/>
                  </a:lnTo>
                  <a:lnTo>
                    <a:pt x="381939" y="178727"/>
                  </a:lnTo>
                  <a:lnTo>
                    <a:pt x="382384" y="178727"/>
                  </a:lnTo>
                  <a:lnTo>
                    <a:pt x="382549" y="177457"/>
                  </a:lnTo>
                  <a:lnTo>
                    <a:pt x="385775" y="176187"/>
                  </a:lnTo>
                  <a:lnTo>
                    <a:pt x="389902" y="174917"/>
                  </a:lnTo>
                  <a:lnTo>
                    <a:pt x="392341" y="173647"/>
                  </a:lnTo>
                  <a:lnTo>
                    <a:pt x="392950" y="172377"/>
                  </a:lnTo>
                  <a:lnTo>
                    <a:pt x="393725" y="171107"/>
                  </a:lnTo>
                  <a:lnTo>
                    <a:pt x="395046" y="171107"/>
                  </a:lnTo>
                  <a:lnTo>
                    <a:pt x="397052" y="169837"/>
                  </a:lnTo>
                  <a:lnTo>
                    <a:pt x="399237" y="168567"/>
                  </a:lnTo>
                  <a:lnTo>
                    <a:pt x="401866" y="167297"/>
                  </a:lnTo>
                  <a:lnTo>
                    <a:pt x="403098" y="167297"/>
                  </a:lnTo>
                  <a:lnTo>
                    <a:pt x="403428" y="166027"/>
                  </a:lnTo>
                  <a:lnTo>
                    <a:pt x="405371" y="166027"/>
                  </a:lnTo>
                  <a:lnTo>
                    <a:pt x="406057" y="164757"/>
                  </a:lnTo>
                  <a:lnTo>
                    <a:pt x="406400" y="164757"/>
                  </a:lnTo>
                  <a:lnTo>
                    <a:pt x="406425" y="165011"/>
                  </a:lnTo>
                  <a:lnTo>
                    <a:pt x="406476" y="164884"/>
                  </a:lnTo>
                  <a:lnTo>
                    <a:pt x="407466" y="166027"/>
                  </a:lnTo>
                  <a:lnTo>
                    <a:pt x="407644" y="164757"/>
                  </a:lnTo>
                  <a:lnTo>
                    <a:pt x="408952" y="164757"/>
                  </a:lnTo>
                  <a:lnTo>
                    <a:pt x="408927" y="163487"/>
                  </a:lnTo>
                  <a:lnTo>
                    <a:pt x="409651" y="163487"/>
                  </a:lnTo>
                  <a:lnTo>
                    <a:pt x="413766" y="162217"/>
                  </a:lnTo>
                  <a:close/>
                </a:path>
                <a:path w="574675" h="284479">
                  <a:moveTo>
                    <a:pt x="415683" y="160947"/>
                  </a:moveTo>
                  <a:lnTo>
                    <a:pt x="414731" y="160947"/>
                  </a:lnTo>
                  <a:lnTo>
                    <a:pt x="415353" y="162217"/>
                  </a:lnTo>
                  <a:lnTo>
                    <a:pt x="415683" y="160947"/>
                  </a:lnTo>
                  <a:close/>
                </a:path>
                <a:path w="574675" h="284479">
                  <a:moveTo>
                    <a:pt x="426110" y="59690"/>
                  </a:moveTo>
                  <a:lnTo>
                    <a:pt x="424307" y="60960"/>
                  </a:lnTo>
                  <a:lnTo>
                    <a:pt x="426110" y="59969"/>
                  </a:lnTo>
                  <a:lnTo>
                    <a:pt x="426110" y="59690"/>
                  </a:lnTo>
                  <a:close/>
                </a:path>
                <a:path w="574675" h="284479">
                  <a:moveTo>
                    <a:pt x="461975" y="138087"/>
                  </a:moveTo>
                  <a:lnTo>
                    <a:pt x="411022" y="138087"/>
                  </a:lnTo>
                  <a:lnTo>
                    <a:pt x="409930" y="138087"/>
                  </a:lnTo>
                  <a:lnTo>
                    <a:pt x="409600" y="138506"/>
                  </a:lnTo>
                  <a:lnTo>
                    <a:pt x="409384" y="139357"/>
                  </a:lnTo>
                  <a:lnTo>
                    <a:pt x="408863" y="140627"/>
                  </a:lnTo>
                  <a:lnTo>
                    <a:pt x="408165" y="140627"/>
                  </a:lnTo>
                  <a:lnTo>
                    <a:pt x="408228" y="139357"/>
                  </a:lnTo>
                  <a:lnTo>
                    <a:pt x="407263" y="139357"/>
                  </a:lnTo>
                  <a:lnTo>
                    <a:pt x="406565" y="139357"/>
                  </a:lnTo>
                  <a:lnTo>
                    <a:pt x="404469" y="141897"/>
                  </a:lnTo>
                  <a:lnTo>
                    <a:pt x="401650" y="140627"/>
                  </a:lnTo>
                  <a:lnTo>
                    <a:pt x="400786" y="141897"/>
                  </a:lnTo>
                  <a:lnTo>
                    <a:pt x="400888" y="143167"/>
                  </a:lnTo>
                  <a:lnTo>
                    <a:pt x="399148" y="145707"/>
                  </a:lnTo>
                  <a:lnTo>
                    <a:pt x="398411" y="143167"/>
                  </a:lnTo>
                  <a:lnTo>
                    <a:pt x="396760" y="144437"/>
                  </a:lnTo>
                  <a:lnTo>
                    <a:pt x="396328" y="144437"/>
                  </a:lnTo>
                  <a:lnTo>
                    <a:pt x="396341" y="145707"/>
                  </a:lnTo>
                  <a:lnTo>
                    <a:pt x="394931" y="145707"/>
                  </a:lnTo>
                  <a:lnTo>
                    <a:pt x="394500" y="144830"/>
                  </a:lnTo>
                  <a:lnTo>
                    <a:pt x="393255" y="145707"/>
                  </a:lnTo>
                  <a:lnTo>
                    <a:pt x="394220" y="145707"/>
                  </a:lnTo>
                  <a:lnTo>
                    <a:pt x="393446" y="146977"/>
                  </a:lnTo>
                  <a:lnTo>
                    <a:pt x="393090" y="146342"/>
                  </a:lnTo>
                  <a:lnTo>
                    <a:pt x="392925" y="146977"/>
                  </a:lnTo>
                  <a:lnTo>
                    <a:pt x="391426" y="146977"/>
                  </a:lnTo>
                  <a:lnTo>
                    <a:pt x="389496" y="148247"/>
                  </a:lnTo>
                  <a:lnTo>
                    <a:pt x="387654" y="148247"/>
                  </a:lnTo>
                  <a:lnTo>
                    <a:pt x="386981" y="149517"/>
                  </a:lnTo>
                  <a:lnTo>
                    <a:pt x="386156" y="148247"/>
                  </a:lnTo>
                  <a:lnTo>
                    <a:pt x="384581" y="148247"/>
                  </a:lnTo>
                  <a:lnTo>
                    <a:pt x="380212" y="150787"/>
                  </a:lnTo>
                  <a:lnTo>
                    <a:pt x="374904" y="155867"/>
                  </a:lnTo>
                  <a:lnTo>
                    <a:pt x="370255" y="157137"/>
                  </a:lnTo>
                  <a:lnTo>
                    <a:pt x="369849" y="158407"/>
                  </a:lnTo>
                  <a:lnTo>
                    <a:pt x="368363" y="159766"/>
                  </a:lnTo>
                  <a:lnTo>
                    <a:pt x="414223" y="159766"/>
                  </a:lnTo>
                  <a:lnTo>
                    <a:pt x="413753" y="160947"/>
                  </a:lnTo>
                  <a:lnTo>
                    <a:pt x="414616" y="160947"/>
                  </a:lnTo>
                  <a:lnTo>
                    <a:pt x="415023" y="159766"/>
                  </a:lnTo>
                  <a:lnTo>
                    <a:pt x="416356" y="158407"/>
                  </a:lnTo>
                  <a:lnTo>
                    <a:pt x="416890" y="158407"/>
                  </a:lnTo>
                  <a:lnTo>
                    <a:pt x="416610" y="159766"/>
                  </a:lnTo>
                  <a:lnTo>
                    <a:pt x="417410" y="158407"/>
                  </a:lnTo>
                  <a:lnTo>
                    <a:pt x="418566" y="159766"/>
                  </a:lnTo>
                  <a:lnTo>
                    <a:pt x="419328" y="159766"/>
                  </a:lnTo>
                  <a:lnTo>
                    <a:pt x="419874" y="158407"/>
                  </a:lnTo>
                  <a:lnTo>
                    <a:pt x="420763" y="158407"/>
                  </a:lnTo>
                  <a:lnTo>
                    <a:pt x="419950" y="157137"/>
                  </a:lnTo>
                  <a:lnTo>
                    <a:pt x="420992" y="155867"/>
                  </a:lnTo>
                  <a:lnTo>
                    <a:pt x="420916" y="157137"/>
                  </a:lnTo>
                  <a:lnTo>
                    <a:pt x="420827" y="158407"/>
                  </a:lnTo>
                  <a:lnTo>
                    <a:pt x="421271" y="158407"/>
                  </a:lnTo>
                  <a:lnTo>
                    <a:pt x="421525" y="157137"/>
                  </a:lnTo>
                  <a:lnTo>
                    <a:pt x="423913" y="157137"/>
                  </a:lnTo>
                  <a:lnTo>
                    <a:pt x="423760" y="155867"/>
                  </a:lnTo>
                  <a:lnTo>
                    <a:pt x="423621" y="154597"/>
                  </a:lnTo>
                  <a:lnTo>
                    <a:pt x="427418" y="155867"/>
                  </a:lnTo>
                  <a:lnTo>
                    <a:pt x="426872" y="154597"/>
                  </a:lnTo>
                  <a:lnTo>
                    <a:pt x="428104" y="154597"/>
                  </a:lnTo>
                  <a:lnTo>
                    <a:pt x="427812" y="153327"/>
                  </a:lnTo>
                  <a:lnTo>
                    <a:pt x="429679" y="153327"/>
                  </a:lnTo>
                  <a:lnTo>
                    <a:pt x="430123" y="154597"/>
                  </a:lnTo>
                  <a:lnTo>
                    <a:pt x="429971" y="153327"/>
                  </a:lnTo>
                  <a:lnTo>
                    <a:pt x="429831" y="152057"/>
                  </a:lnTo>
                  <a:lnTo>
                    <a:pt x="434936" y="152057"/>
                  </a:lnTo>
                  <a:lnTo>
                    <a:pt x="438302" y="149517"/>
                  </a:lnTo>
                  <a:lnTo>
                    <a:pt x="439978" y="148247"/>
                  </a:lnTo>
                  <a:lnTo>
                    <a:pt x="445338" y="146977"/>
                  </a:lnTo>
                  <a:lnTo>
                    <a:pt x="447255" y="145707"/>
                  </a:lnTo>
                  <a:lnTo>
                    <a:pt x="449516" y="143167"/>
                  </a:lnTo>
                  <a:lnTo>
                    <a:pt x="452056" y="141897"/>
                  </a:lnTo>
                  <a:lnTo>
                    <a:pt x="451891" y="143167"/>
                  </a:lnTo>
                  <a:lnTo>
                    <a:pt x="454533" y="141897"/>
                  </a:lnTo>
                  <a:lnTo>
                    <a:pt x="452843" y="141897"/>
                  </a:lnTo>
                  <a:lnTo>
                    <a:pt x="453110" y="140627"/>
                  </a:lnTo>
                  <a:lnTo>
                    <a:pt x="456615" y="140627"/>
                  </a:lnTo>
                  <a:lnTo>
                    <a:pt x="460540" y="139357"/>
                  </a:lnTo>
                  <a:lnTo>
                    <a:pt x="461975" y="138087"/>
                  </a:lnTo>
                  <a:close/>
                </a:path>
                <a:path w="574675" h="284479">
                  <a:moveTo>
                    <a:pt x="465747" y="66040"/>
                  </a:moveTo>
                  <a:lnTo>
                    <a:pt x="465391" y="66040"/>
                  </a:lnTo>
                  <a:lnTo>
                    <a:pt x="465683" y="67310"/>
                  </a:lnTo>
                  <a:lnTo>
                    <a:pt x="465747" y="66040"/>
                  </a:lnTo>
                  <a:close/>
                </a:path>
                <a:path w="574675" h="284479">
                  <a:moveTo>
                    <a:pt x="489356" y="29718"/>
                  </a:moveTo>
                  <a:lnTo>
                    <a:pt x="488315" y="30480"/>
                  </a:lnTo>
                  <a:lnTo>
                    <a:pt x="488823" y="30480"/>
                  </a:lnTo>
                  <a:lnTo>
                    <a:pt x="489356" y="29718"/>
                  </a:lnTo>
                  <a:close/>
                </a:path>
                <a:path w="574675" h="284479">
                  <a:moveTo>
                    <a:pt x="490054" y="29210"/>
                  </a:moveTo>
                  <a:lnTo>
                    <a:pt x="489712" y="29464"/>
                  </a:lnTo>
                  <a:lnTo>
                    <a:pt x="489635" y="30480"/>
                  </a:lnTo>
                  <a:lnTo>
                    <a:pt x="489966" y="29464"/>
                  </a:lnTo>
                  <a:lnTo>
                    <a:pt x="490054" y="29210"/>
                  </a:lnTo>
                  <a:close/>
                </a:path>
                <a:path w="574675" h="284479">
                  <a:moveTo>
                    <a:pt x="503847" y="117767"/>
                  </a:moveTo>
                  <a:lnTo>
                    <a:pt x="503745" y="116497"/>
                  </a:lnTo>
                  <a:lnTo>
                    <a:pt x="503529" y="116497"/>
                  </a:lnTo>
                  <a:lnTo>
                    <a:pt x="503847" y="117767"/>
                  </a:lnTo>
                  <a:close/>
                </a:path>
                <a:path w="574675" h="284479">
                  <a:moveTo>
                    <a:pt x="529132" y="106337"/>
                  </a:moveTo>
                  <a:lnTo>
                    <a:pt x="475145" y="106337"/>
                  </a:lnTo>
                  <a:lnTo>
                    <a:pt x="474091" y="106337"/>
                  </a:lnTo>
                  <a:lnTo>
                    <a:pt x="470306" y="106337"/>
                  </a:lnTo>
                  <a:lnTo>
                    <a:pt x="470154" y="108877"/>
                  </a:lnTo>
                  <a:lnTo>
                    <a:pt x="466801" y="108877"/>
                  </a:lnTo>
                  <a:lnTo>
                    <a:pt x="462800" y="111417"/>
                  </a:lnTo>
                  <a:lnTo>
                    <a:pt x="457682" y="111417"/>
                  </a:lnTo>
                  <a:lnTo>
                    <a:pt x="454571" y="115227"/>
                  </a:lnTo>
                  <a:lnTo>
                    <a:pt x="452729" y="115227"/>
                  </a:lnTo>
                  <a:lnTo>
                    <a:pt x="451053" y="116497"/>
                  </a:lnTo>
                  <a:lnTo>
                    <a:pt x="449592" y="117767"/>
                  </a:lnTo>
                  <a:lnTo>
                    <a:pt x="448525" y="117767"/>
                  </a:lnTo>
                  <a:lnTo>
                    <a:pt x="448894" y="119037"/>
                  </a:lnTo>
                  <a:lnTo>
                    <a:pt x="448017" y="119037"/>
                  </a:lnTo>
                  <a:lnTo>
                    <a:pt x="448094" y="117767"/>
                  </a:lnTo>
                  <a:lnTo>
                    <a:pt x="447395" y="119037"/>
                  </a:lnTo>
                  <a:lnTo>
                    <a:pt x="447230" y="119037"/>
                  </a:lnTo>
                  <a:lnTo>
                    <a:pt x="446532" y="120307"/>
                  </a:lnTo>
                  <a:lnTo>
                    <a:pt x="445897" y="119037"/>
                  </a:lnTo>
                  <a:lnTo>
                    <a:pt x="443903" y="121577"/>
                  </a:lnTo>
                  <a:lnTo>
                    <a:pt x="441807" y="121577"/>
                  </a:lnTo>
                  <a:lnTo>
                    <a:pt x="439902" y="124117"/>
                  </a:lnTo>
                  <a:lnTo>
                    <a:pt x="435063" y="124117"/>
                  </a:lnTo>
                  <a:lnTo>
                    <a:pt x="433489" y="125387"/>
                  </a:lnTo>
                  <a:lnTo>
                    <a:pt x="427101" y="129197"/>
                  </a:lnTo>
                  <a:lnTo>
                    <a:pt x="423506" y="130467"/>
                  </a:lnTo>
                  <a:lnTo>
                    <a:pt x="424053" y="131737"/>
                  </a:lnTo>
                  <a:lnTo>
                    <a:pt x="423011" y="131737"/>
                  </a:lnTo>
                  <a:lnTo>
                    <a:pt x="421754" y="130467"/>
                  </a:lnTo>
                  <a:lnTo>
                    <a:pt x="421424" y="131737"/>
                  </a:lnTo>
                  <a:lnTo>
                    <a:pt x="422224" y="131737"/>
                  </a:lnTo>
                  <a:lnTo>
                    <a:pt x="421970" y="133007"/>
                  </a:lnTo>
                  <a:lnTo>
                    <a:pt x="421093" y="133007"/>
                  </a:lnTo>
                  <a:lnTo>
                    <a:pt x="421424" y="131737"/>
                  </a:lnTo>
                  <a:lnTo>
                    <a:pt x="420725" y="131737"/>
                  </a:lnTo>
                  <a:lnTo>
                    <a:pt x="420916" y="133007"/>
                  </a:lnTo>
                  <a:lnTo>
                    <a:pt x="420649" y="133007"/>
                  </a:lnTo>
                  <a:lnTo>
                    <a:pt x="420217" y="134277"/>
                  </a:lnTo>
                  <a:lnTo>
                    <a:pt x="419773" y="133007"/>
                  </a:lnTo>
                  <a:lnTo>
                    <a:pt x="418528" y="133007"/>
                  </a:lnTo>
                  <a:lnTo>
                    <a:pt x="415645" y="134277"/>
                  </a:lnTo>
                  <a:lnTo>
                    <a:pt x="414274" y="136817"/>
                  </a:lnTo>
                  <a:lnTo>
                    <a:pt x="463410" y="136817"/>
                  </a:lnTo>
                  <a:lnTo>
                    <a:pt x="464616" y="134277"/>
                  </a:lnTo>
                  <a:lnTo>
                    <a:pt x="465620" y="138087"/>
                  </a:lnTo>
                  <a:lnTo>
                    <a:pt x="466839" y="135636"/>
                  </a:lnTo>
                  <a:lnTo>
                    <a:pt x="469811" y="133007"/>
                  </a:lnTo>
                  <a:lnTo>
                    <a:pt x="471449" y="131737"/>
                  </a:lnTo>
                  <a:lnTo>
                    <a:pt x="472097" y="133007"/>
                  </a:lnTo>
                  <a:lnTo>
                    <a:pt x="472859" y="130467"/>
                  </a:lnTo>
                  <a:lnTo>
                    <a:pt x="474878" y="130467"/>
                  </a:lnTo>
                  <a:lnTo>
                    <a:pt x="474980" y="131737"/>
                  </a:lnTo>
                  <a:lnTo>
                    <a:pt x="475234" y="130467"/>
                  </a:lnTo>
                  <a:lnTo>
                    <a:pt x="475488" y="129197"/>
                  </a:lnTo>
                  <a:lnTo>
                    <a:pt x="475945" y="130467"/>
                  </a:lnTo>
                  <a:lnTo>
                    <a:pt x="477253" y="130467"/>
                  </a:lnTo>
                  <a:lnTo>
                    <a:pt x="478472" y="129197"/>
                  </a:lnTo>
                  <a:lnTo>
                    <a:pt x="479691" y="127927"/>
                  </a:lnTo>
                  <a:lnTo>
                    <a:pt x="481114" y="129197"/>
                  </a:lnTo>
                  <a:lnTo>
                    <a:pt x="482409" y="127927"/>
                  </a:lnTo>
                  <a:lnTo>
                    <a:pt x="483717" y="126657"/>
                  </a:lnTo>
                  <a:lnTo>
                    <a:pt x="493001" y="122847"/>
                  </a:lnTo>
                  <a:lnTo>
                    <a:pt x="493242" y="121577"/>
                  </a:lnTo>
                  <a:lnTo>
                    <a:pt x="495261" y="120307"/>
                  </a:lnTo>
                  <a:lnTo>
                    <a:pt x="497459" y="120307"/>
                  </a:lnTo>
                  <a:lnTo>
                    <a:pt x="497865" y="117767"/>
                  </a:lnTo>
                  <a:lnTo>
                    <a:pt x="499071" y="119037"/>
                  </a:lnTo>
                  <a:lnTo>
                    <a:pt x="499884" y="117767"/>
                  </a:lnTo>
                  <a:lnTo>
                    <a:pt x="501002" y="117767"/>
                  </a:lnTo>
                  <a:lnTo>
                    <a:pt x="501472" y="116497"/>
                  </a:lnTo>
                  <a:lnTo>
                    <a:pt x="503529" y="116497"/>
                  </a:lnTo>
                  <a:lnTo>
                    <a:pt x="503212" y="115227"/>
                  </a:lnTo>
                  <a:lnTo>
                    <a:pt x="506120" y="116497"/>
                  </a:lnTo>
                  <a:lnTo>
                    <a:pt x="529132" y="106337"/>
                  </a:lnTo>
                  <a:close/>
                </a:path>
                <a:path w="574675" h="284479">
                  <a:moveTo>
                    <a:pt x="536663" y="78397"/>
                  </a:moveTo>
                  <a:lnTo>
                    <a:pt x="536498" y="78397"/>
                  </a:lnTo>
                  <a:lnTo>
                    <a:pt x="535355" y="79667"/>
                  </a:lnTo>
                  <a:lnTo>
                    <a:pt x="536663" y="78397"/>
                  </a:lnTo>
                  <a:close/>
                </a:path>
                <a:path w="574675" h="284479">
                  <a:moveTo>
                    <a:pt x="541832" y="11430"/>
                  </a:moveTo>
                  <a:lnTo>
                    <a:pt x="540753" y="11430"/>
                  </a:lnTo>
                  <a:lnTo>
                    <a:pt x="540753" y="11798"/>
                  </a:lnTo>
                  <a:lnTo>
                    <a:pt x="541832" y="11430"/>
                  </a:lnTo>
                  <a:close/>
                </a:path>
                <a:path w="574675" h="284479">
                  <a:moveTo>
                    <a:pt x="543331" y="11430"/>
                  </a:moveTo>
                  <a:lnTo>
                    <a:pt x="542163" y="11430"/>
                  </a:lnTo>
                  <a:lnTo>
                    <a:pt x="542404" y="11887"/>
                  </a:lnTo>
                  <a:lnTo>
                    <a:pt x="543331" y="11430"/>
                  </a:lnTo>
                  <a:close/>
                </a:path>
                <a:path w="574675" h="284479">
                  <a:moveTo>
                    <a:pt x="560298" y="19050"/>
                  </a:moveTo>
                  <a:lnTo>
                    <a:pt x="518845" y="19050"/>
                  </a:lnTo>
                  <a:lnTo>
                    <a:pt x="511479" y="19050"/>
                  </a:lnTo>
                  <a:lnTo>
                    <a:pt x="511721" y="20320"/>
                  </a:lnTo>
                  <a:lnTo>
                    <a:pt x="505028" y="20320"/>
                  </a:lnTo>
                  <a:lnTo>
                    <a:pt x="498741" y="25400"/>
                  </a:lnTo>
                  <a:lnTo>
                    <a:pt x="491871" y="27940"/>
                  </a:lnTo>
                  <a:lnTo>
                    <a:pt x="492874" y="27940"/>
                  </a:lnTo>
                  <a:lnTo>
                    <a:pt x="492290" y="29210"/>
                  </a:lnTo>
                  <a:lnTo>
                    <a:pt x="490893" y="29210"/>
                  </a:lnTo>
                  <a:lnTo>
                    <a:pt x="489966" y="30480"/>
                  </a:lnTo>
                  <a:lnTo>
                    <a:pt x="489635" y="30480"/>
                  </a:lnTo>
                  <a:lnTo>
                    <a:pt x="484009" y="31750"/>
                  </a:lnTo>
                  <a:lnTo>
                    <a:pt x="477139" y="35560"/>
                  </a:lnTo>
                  <a:lnTo>
                    <a:pt x="469658" y="38100"/>
                  </a:lnTo>
                  <a:lnTo>
                    <a:pt x="462267" y="41910"/>
                  </a:lnTo>
                  <a:lnTo>
                    <a:pt x="452920" y="46990"/>
                  </a:lnTo>
                  <a:lnTo>
                    <a:pt x="433565" y="55880"/>
                  </a:lnTo>
                  <a:lnTo>
                    <a:pt x="426110" y="59969"/>
                  </a:lnTo>
                  <a:lnTo>
                    <a:pt x="426110" y="60960"/>
                  </a:lnTo>
                  <a:lnTo>
                    <a:pt x="424548" y="62230"/>
                  </a:lnTo>
                  <a:lnTo>
                    <a:pt x="419417" y="60960"/>
                  </a:lnTo>
                  <a:lnTo>
                    <a:pt x="418172" y="66040"/>
                  </a:lnTo>
                  <a:lnTo>
                    <a:pt x="413385" y="66040"/>
                  </a:lnTo>
                  <a:lnTo>
                    <a:pt x="406768" y="69850"/>
                  </a:lnTo>
                  <a:lnTo>
                    <a:pt x="399326" y="71120"/>
                  </a:lnTo>
                  <a:lnTo>
                    <a:pt x="393788" y="76200"/>
                  </a:lnTo>
                  <a:lnTo>
                    <a:pt x="392125" y="76200"/>
                  </a:lnTo>
                  <a:lnTo>
                    <a:pt x="391058" y="77470"/>
                  </a:lnTo>
                  <a:lnTo>
                    <a:pt x="388480" y="77470"/>
                  </a:lnTo>
                  <a:lnTo>
                    <a:pt x="385927" y="80010"/>
                  </a:lnTo>
                  <a:lnTo>
                    <a:pt x="384352" y="80010"/>
                  </a:lnTo>
                  <a:lnTo>
                    <a:pt x="384683" y="81280"/>
                  </a:lnTo>
                  <a:lnTo>
                    <a:pt x="383273" y="82550"/>
                  </a:lnTo>
                  <a:lnTo>
                    <a:pt x="383603" y="81280"/>
                  </a:lnTo>
                  <a:lnTo>
                    <a:pt x="382371" y="82550"/>
                  </a:lnTo>
                  <a:lnTo>
                    <a:pt x="382193" y="82550"/>
                  </a:lnTo>
                  <a:lnTo>
                    <a:pt x="380873" y="83820"/>
                  </a:lnTo>
                  <a:lnTo>
                    <a:pt x="380301" y="82550"/>
                  </a:lnTo>
                  <a:lnTo>
                    <a:pt x="376745" y="85090"/>
                  </a:lnTo>
                  <a:lnTo>
                    <a:pt x="375246" y="85090"/>
                  </a:lnTo>
                  <a:lnTo>
                    <a:pt x="373519" y="86360"/>
                  </a:lnTo>
                  <a:lnTo>
                    <a:pt x="370293" y="88900"/>
                  </a:lnTo>
                  <a:lnTo>
                    <a:pt x="367309" y="90170"/>
                  </a:lnTo>
                  <a:lnTo>
                    <a:pt x="366407" y="90170"/>
                  </a:lnTo>
                  <a:lnTo>
                    <a:pt x="362927" y="91440"/>
                  </a:lnTo>
                  <a:lnTo>
                    <a:pt x="360514" y="92710"/>
                  </a:lnTo>
                  <a:lnTo>
                    <a:pt x="350278" y="97790"/>
                  </a:lnTo>
                  <a:lnTo>
                    <a:pt x="344639" y="100330"/>
                  </a:lnTo>
                  <a:lnTo>
                    <a:pt x="345236" y="101600"/>
                  </a:lnTo>
                  <a:lnTo>
                    <a:pt x="343814" y="102870"/>
                  </a:lnTo>
                  <a:lnTo>
                    <a:pt x="343738" y="101600"/>
                  </a:lnTo>
                  <a:lnTo>
                    <a:pt x="342011" y="101600"/>
                  </a:lnTo>
                  <a:lnTo>
                    <a:pt x="341261" y="102870"/>
                  </a:lnTo>
                  <a:lnTo>
                    <a:pt x="342341" y="102870"/>
                  </a:lnTo>
                  <a:lnTo>
                    <a:pt x="341680" y="104140"/>
                  </a:lnTo>
                  <a:lnTo>
                    <a:pt x="340512" y="104140"/>
                  </a:lnTo>
                  <a:lnTo>
                    <a:pt x="341261" y="102870"/>
                  </a:lnTo>
                  <a:lnTo>
                    <a:pt x="340106" y="102870"/>
                  </a:lnTo>
                  <a:lnTo>
                    <a:pt x="340182" y="104140"/>
                  </a:lnTo>
                  <a:lnTo>
                    <a:pt x="339775" y="104140"/>
                  </a:lnTo>
                  <a:lnTo>
                    <a:pt x="338937" y="105410"/>
                  </a:lnTo>
                  <a:lnTo>
                    <a:pt x="337286" y="105410"/>
                  </a:lnTo>
                  <a:lnTo>
                    <a:pt x="336791" y="104140"/>
                  </a:lnTo>
                  <a:lnTo>
                    <a:pt x="332168" y="106680"/>
                  </a:lnTo>
                  <a:lnTo>
                    <a:pt x="329603" y="109220"/>
                  </a:lnTo>
                  <a:lnTo>
                    <a:pt x="324548" y="111760"/>
                  </a:lnTo>
                  <a:lnTo>
                    <a:pt x="324637" y="110490"/>
                  </a:lnTo>
                  <a:lnTo>
                    <a:pt x="322910" y="112382"/>
                  </a:lnTo>
                  <a:lnTo>
                    <a:pt x="320827" y="115570"/>
                  </a:lnTo>
                  <a:lnTo>
                    <a:pt x="319760" y="115570"/>
                  </a:lnTo>
                  <a:lnTo>
                    <a:pt x="319963" y="114300"/>
                  </a:lnTo>
                  <a:lnTo>
                    <a:pt x="319252" y="114300"/>
                  </a:lnTo>
                  <a:lnTo>
                    <a:pt x="317360" y="115570"/>
                  </a:lnTo>
                  <a:lnTo>
                    <a:pt x="317106" y="115570"/>
                  </a:lnTo>
                  <a:lnTo>
                    <a:pt x="317601" y="114300"/>
                  </a:lnTo>
                  <a:lnTo>
                    <a:pt x="314045" y="118110"/>
                  </a:lnTo>
                  <a:lnTo>
                    <a:pt x="310070" y="116840"/>
                  </a:lnTo>
                  <a:lnTo>
                    <a:pt x="306920" y="120650"/>
                  </a:lnTo>
                  <a:lnTo>
                    <a:pt x="308419" y="119380"/>
                  </a:lnTo>
                  <a:lnTo>
                    <a:pt x="308432" y="120650"/>
                  </a:lnTo>
                  <a:lnTo>
                    <a:pt x="306895" y="121920"/>
                  </a:lnTo>
                  <a:lnTo>
                    <a:pt x="354545" y="121920"/>
                  </a:lnTo>
                  <a:lnTo>
                    <a:pt x="360565" y="119380"/>
                  </a:lnTo>
                  <a:lnTo>
                    <a:pt x="362597" y="118110"/>
                  </a:lnTo>
                  <a:lnTo>
                    <a:pt x="366674" y="115570"/>
                  </a:lnTo>
                  <a:lnTo>
                    <a:pt x="372783" y="114300"/>
                  </a:lnTo>
                  <a:lnTo>
                    <a:pt x="375932" y="111760"/>
                  </a:lnTo>
                  <a:lnTo>
                    <a:pt x="379742" y="109220"/>
                  </a:lnTo>
                  <a:lnTo>
                    <a:pt x="383705" y="106680"/>
                  </a:lnTo>
                  <a:lnTo>
                    <a:pt x="383374" y="107950"/>
                  </a:lnTo>
                  <a:lnTo>
                    <a:pt x="387426" y="106680"/>
                  </a:lnTo>
                  <a:lnTo>
                    <a:pt x="385025" y="106680"/>
                  </a:lnTo>
                  <a:lnTo>
                    <a:pt x="385521" y="105410"/>
                  </a:lnTo>
                  <a:lnTo>
                    <a:pt x="386346" y="105410"/>
                  </a:lnTo>
                  <a:lnTo>
                    <a:pt x="390893" y="104140"/>
                  </a:lnTo>
                  <a:lnTo>
                    <a:pt x="396913" y="101600"/>
                  </a:lnTo>
                  <a:lnTo>
                    <a:pt x="401713" y="97790"/>
                  </a:lnTo>
                  <a:lnTo>
                    <a:pt x="404152" y="95250"/>
                  </a:lnTo>
                  <a:lnTo>
                    <a:pt x="404736" y="99060"/>
                  </a:lnTo>
                  <a:lnTo>
                    <a:pt x="406387" y="96596"/>
                  </a:lnTo>
                  <a:lnTo>
                    <a:pt x="406603" y="96507"/>
                  </a:lnTo>
                  <a:lnTo>
                    <a:pt x="406844" y="96278"/>
                  </a:lnTo>
                  <a:lnTo>
                    <a:pt x="406971" y="96037"/>
                  </a:lnTo>
                  <a:lnTo>
                    <a:pt x="406666" y="96266"/>
                  </a:lnTo>
                  <a:lnTo>
                    <a:pt x="407301" y="95250"/>
                  </a:lnTo>
                  <a:lnTo>
                    <a:pt x="407149" y="96380"/>
                  </a:lnTo>
                  <a:lnTo>
                    <a:pt x="408546" y="95250"/>
                  </a:lnTo>
                  <a:lnTo>
                    <a:pt x="410133" y="93980"/>
                  </a:lnTo>
                  <a:lnTo>
                    <a:pt x="411861" y="92710"/>
                  </a:lnTo>
                  <a:lnTo>
                    <a:pt x="414794" y="90170"/>
                  </a:lnTo>
                  <a:lnTo>
                    <a:pt x="415290" y="92710"/>
                  </a:lnTo>
                  <a:lnTo>
                    <a:pt x="417029" y="88900"/>
                  </a:lnTo>
                  <a:lnTo>
                    <a:pt x="420014" y="88900"/>
                  </a:lnTo>
                  <a:lnTo>
                    <a:pt x="421093" y="87630"/>
                  </a:lnTo>
                  <a:lnTo>
                    <a:pt x="423659" y="87630"/>
                  </a:lnTo>
                  <a:lnTo>
                    <a:pt x="427697" y="83820"/>
                  </a:lnTo>
                  <a:lnTo>
                    <a:pt x="429526" y="85090"/>
                  </a:lnTo>
                  <a:lnTo>
                    <a:pt x="433997" y="81280"/>
                  </a:lnTo>
                  <a:lnTo>
                    <a:pt x="442099" y="77470"/>
                  </a:lnTo>
                  <a:lnTo>
                    <a:pt x="448551" y="74930"/>
                  </a:lnTo>
                  <a:lnTo>
                    <a:pt x="449135" y="73660"/>
                  </a:lnTo>
                  <a:lnTo>
                    <a:pt x="450938" y="73660"/>
                  </a:lnTo>
                  <a:lnTo>
                    <a:pt x="452361" y="72390"/>
                  </a:lnTo>
                  <a:lnTo>
                    <a:pt x="454329" y="72390"/>
                  </a:lnTo>
                  <a:lnTo>
                    <a:pt x="455663" y="71120"/>
                  </a:lnTo>
                  <a:lnTo>
                    <a:pt x="456666" y="69850"/>
                  </a:lnTo>
                  <a:lnTo>
                    <a:pt x="458330" y="69850"/>
                  </a:lnTo>
                  <a:lnTo>
                    <a:pt x="459663" y="68580"/>
                  </a:lnTo>
                  <a:lnTo>
                    <a:pt x="461302" y="68580"/>
                  </a:lnTo>
                  <a:lnTo>
                    <a:pt x="462280" y="67310"/>
                  </a:lnTo>
                  <a:lnTo>
                    <a:pt x="463943" y="66040"/>
                  </a:lnTo>
                  <a:lnTo>
                    <a:pt x="465391" y="66040"/>
                  </a:lnTo>
                  <a:lnTo>
                    <a:pt x="465099" y="64770"/>
                  </a:lnTo>
                  <a:lnTo>
                    <a:pt x="469239" y="64770"/>
                  </a:lnTo>
                  <a:lnTo>
                    <a:pt x="474751" y="62230"/>
                  </a:lnTo>
                  <a:lnTo>
                    <a:pt x="546074" y="29210"/>
                  </a:lnTo>
                  <a:lnTo>
                    <a:pt x="560298" y="19050"/>
                  </a:lnTo>
                  <a:close/>
                </a:path>
                <a:path w="574675" h="284479">
                  <a:moveTo>
                    <a:pt x="565518" y="3937"/>
                  </a:moveTo>
                  <a:lnTo>
                    <a:pt x="564857" y="3937"/>
                  </a:lnTo>
                  <a:lnTo>
                    <a:pt x="562686" y="5080"/>
                  </a:lnTo>
                  <a:lnTo>
                    <a:pt x="565518" y="3937"/>
                  </a:lnTo>
                  <a:close/>
                </a:path>
                <a:path w="574675" h="284479">
                  <a:moveTo>
                    <a:pt x="565581" y="4254"/>
                  </a:moveTo>
                  <a:lnTo>
                    <a:pt x="564261" y="5080"/>
                  </a:lnTo>
                  <a:lnTo>
                    <a:pt x="563257" y="6350"/>
                  </a:lnTo>
                  <a:lnTo>
                    <a:pt x="565581" y="4254"/>
                  </a:lnTo>
                  <a:close/>
                </a:path>
                <a:path w="574675" h="284479">
                  <a:moveTo>
                    <a:pt x="566267" y="3632"/>
                  </a:moveTo>
                  <a:lnTo>
                    <a:pt x="565518" y="3937"/>
                  </a:lnTo>
                  <a:lnTo>
                    <a:pt x="565937" y="3937"/>
                  </a:lnTo>
                  <a:lnTo>
                    <a:pt x="566267" y="3632"/>
                  </a:lnTo>
                  <a:close/>
                </a:path>
                <a:path w="574675" h="284479">
                  <a:moveTo>
                    <a:pt x="567639" y="73113"/>
                  </a:moveTo>
                  <a:lnTo>
                    <a:pt x="567169" y="73177"/>
                  </a:lnTo>
                  <a:lnTo>
                    <a:pt x="567423" y="73393"/>
                  </a:lnTo>
                  <a:lnTo>
                    <a:pt x="567537" y="73164"/>
                  </a:lnTo>
                  <a:close/>
                </a:path>
                <a:path w="574675" h="284479">
                  <a:moveTo>
                    <a:pt x="568045" y="73037"/>
                  </a:moveTo>
                  <a:lnTo>
                    <a:pt x="567867" y="73012"/>
                  </a:lnTo>
                  <a:lnTo>
                    <a:pt x="567740" y="73050"/>
                  </a:lnTo>
                  <a:lnTo>
                    <a:pt x="568045" y="73037"/>
                  </a:lnTo>
                  <a:close/>
                </a:path>
                <a:path w="574675" h="284479">
                  <a:moveTo>
                    <a:pt x="569658" y="2133"/>
                  </a:moveTo>
                  <a:lnTo>
                    <a:pt x="568960" y="2336"/>
                  </a:lnTo>
                  <a:lnTo>
                    <a:pt x="569290" y="2501"/>
                  </a:lnTo>
                  <a:lnTo>
                    <a:pt x="569379" y="2362"/>
                  </a:lnTo>
                  <a:lnTo>
                    <a:pt x="569506" y="2235"/>
                  </a:lnTo>
                  <a:lnTo>
                    <a:pt x="569658" y="2133"/>
                  </a:lnTo>
                  <a:close/>
                </a:path>
                <a:path w="574675" h="284479">
                  <a:moveTo>
                    <a:pt x="570268" y="1968"/>
                  </a:moveTo>
                  <a:lnTo>
                    <a:pt x="570026" y="1981"/>
                  </a:lnTo>
                  <a:lnTo>
                    <a:pt x="569823" y="2044"/>
                  </a:lnTo>
                  <a:lnTo>
                    <a:pt x="569658" y="2133"/>
                  </a:lnTo>
                  <a:lnTo>
                    <a:pt x="570268" y="1968"/>
                  </a:lnTo>
                  <a:close/>
                </a:path>
                <a:path w="574675" h="284479">
                  <a:moveTo>
                    <a:pt x="570699" y="73317"/>
                  </a:moveTo>
                  <a:lnTo>
                    <a:pt x="569709" y="73317"/>
                  </a:lnTo>
                  <a:lnTo>
                    <a:pt x="569620" y="72047"/>
                  </a:lnTo>
                  <a:lnTo>
                    <a:pt x="568934" y="73317"/>
                  </a:lnTo>
                  <a:lnTo>
                    <a:pt x="568655" y="73317"/>
                  </a:lnTo>
                  <a:lnTo>
                    <a:pt x="569125" y="74587"/>
                  </a:lnTo>
                  <a:lnTo>
                    <a:pt x="567093" y="74587"/>
                  </a:lnTo>
                  <a:lnTo>
                    <a:pt x="567677" y="77292"/>
                  </a:lnTo>
                  <a:lnTo>
                    <a:pt x="565023" y="77292"/>
                  </a:lnTo>
                  <a:lnTo>
                    <a:pt x="565010" y="75933"/>
                  </a:lnTo>
                  <a:lnTo>
                    <a:pt x="564515" y="75933"/>
                  </a:lnTo>
                  <a:lnTo>
                    <a:pt x="565226" y="74587"/>
                  </a:lnTo>
                  <a:lnTo>
                    <a:pt x="564197" y="74587"/>
                  </a:lnTo>
                  <a:lnTo>
                    <a:pt x="563575" y="75844"/>
                  </a:lnTo>
                  <a:lnTo>
                    <a:pt x="563397" y="74587"/>
                  </a:lnTo>
                  <a:lnTo>
                    <a:pt x="562063" y="74587"/>
                  </a:lnTo>
                  <a:lnTo>
                    <a:pt x="560933" y="75857"/>
                  </a:lnTo>
                  <a:lnTo>
                    <a:pt x="559866" y="74587"/>
                  </a:lnTo>
                  <a:lnTo>
                    <a:pt x="559790" y="75933"/>
                  </a:lnTo>
                  <a:lnTo>
                    <a:pt x="559727" y="77127"/>
                  </a:lnTo>
                  <a:lnTo>
                    <a:pt x="558393" y="75933"/>
                  </a:lnTo>
                  <a:lnTo>
                    <a:pt x="558241" y="75933"/>
                  </a:lnTo>
                  <a:lnTo>
                    <a:pt x="559168" y="74587"/>
                  </a:lnTo>
                  <a:lnTo>
                    <a:pt x="557936" y="75869"/>
                  </a:lnTo>
                  <a:lnTo>
                    <a:pt x="557860" y="74587"/>
                  </a:lnTo>
                  <a:lnTo>
                    <a:pt x="555142" y="75933"/>
                  </a:lnTo>
                  <a:lnTo>
                    <a:pt x="554697" y="75933"/>
                  </a:lnTo>
                  <a:lnTo>
                    <a:pt x="554812" y="77292"/>
                  </a:lnTo>
                  <a:lnTo>
                    <a:pt x="554583" y="77292"/>
                  </a:lnTo>
                  <a:lnTo>
                    <a:pt x="554113" y="75933"/>
                  </a:lnTo>
                  <a:lnTo>
                    <a:pt x="552411" y="77292"/>
                  </a:lnTo>
                  <a:lnTo>
                    <a:pt x="550456" y="77292"/>
                  </a:lnTo>
                  <a:lnTo>
                    <a:pt x="550595" y="77482"/>
                  </a:lnTo>
                  <a:lnTo>
                    <a:pt x="550316" y="77292"/>
                  </a:lnTo>
                  <a:lnTo>
                    <a:pt x="550100" y="77292"/>
                  </a:lnTo>
                  <a:lnTo>
                    <a:pt x="548741" y="78397"/>
                  </a:lnTo>
                  <a:lnTo>
                    <a:pt x="548563" y="77292"/>
                  </a:lnTo>
                  <a:lnTo>
                    <a:pt x="544245" y="78397"/>
                  </a:lnTo>
                  <a:lnTo>
                    <a:pt x="540651" y="77292"/>
                  </a:lnTo>
                  <a:lnTo>
                    <a:pt x="539826" y="77292"/>
                  </a:lnTo>
                  <a:lnTo>
                    <a:pt x="536333" y="79667"/>
                  </a:lnTo>
                  <a:lnTo>
                    <a:pt x="535406" y="79667"/>
                  </a:lnTo>
                  <a:lnTo>
                    <a:pt x="534149" y="80937"/>
                  </a:lnTo>
                  <a:lnTo>
                    <a:pt x="531558" y="78397"/>
                  </a:lnTo>
                  <a:lnTo>
                    <a:pt x="529031" y="79667"/>
                  </a:lnTo>
                  <a:lnTo>
                    <a:pt x="529297" y="80937"/>
                  </a:lnTo>
                  <a:lnTo>
                    <a:pt x="524725" y="80937"/>
                  </a:lnTo>
                  <a:lnTo>
                    <a:pt x="520979" y="83477"/>
                  </a:lnTo>
                  <a:lnTo>
                    <a:pt x="516496" y="84747"/>
                  </a:lnTo>
                  <a:lnTo>
                    <a:pt x="517220" y="84747"/>
                  </a:lnTo>
                  <a:lnTo>
                    <a:pt x="516953" y="86017"/>
                  </a:lnTo>
                  <a:lnTo>
                    <a:pt x="516089" y="87287"/>
                  </a:lnTo>
                  <a:lnTo>
                    <a:pt x="515302" y="87287"/>
                  </a:lnTo>
                  <a:lnTo>
                    <a:pt x="515366" y="86017"/>
                  </a:lnTo>
                  <a:lnTo>
                    <a:pt x="514324" y="87287"/>
                  </a:lnTo>
                  <a:lnTo>
                    <a:pt x="510984" y="87287"/>
                  </a:lnTo>
                  <a:lnTo>
                    <a:pt x="503821" y="91097"/>
                  </a:lnTo>
                  <a:lnTo>
                    <a:pt x="497687" y="93637"/>
                  </a:lnTo>
                  <a:lnTo>
                    <a:pt x="491820" y="96177"/>
                  </a:lnTo>
                  <a:lnTo>
                    <a:pt x="479539" y="102527"/>
                  </a:lnTo>
                  <a:lnTo>
                    <a:pt x="473722" y="105067"/>
                  </a:lnTo>
                  <a:lnTo>
                    <a:pt x="474853" y="105067"/>
                  </a:lnTo>
                  <a:lnTo>
                    <a:pt x="532015" y="105067"/>
                  </a:lnTo>
                  <a:lnTo>
                    <a:pt x="554901" y="94907"/>
                  </a:lnTo>
                  <a:lnTo>
                    <a:pt x="563486" y="87287"/>
                  </a:lnTo>
                  <a:lnTo>
                    <a:pt x="569506" y="78397"/>
                  </a:lnTo>
                  <a:lnTo>
                    <a:pt x="569760" y="78066"/>
                  </a:lnTo>
                  <a:lnTo>
                    <a:pt x="569950" y="77978"/>
                  </a:lnTo>
                  <a:lnTo>
                    <a:pt x="570052" y="77685"/>
                  </a:lnTo>
                  <a:lnTo>
                    <a:pt x="570344" y="77292"/>
                  </a:lnTo>
                  <a:lnTo>
                    <a:pt x="570598" y="77292"/>
                  </a:lnTo>
                  <a:lnTo>
                    <a:pt x="570344" y="76949"/>
                  </a:lnTo>
                  <a:lnTo>
                    <a:pt x="570433" y="76771"/>
                  </a:lnTo>
                  <a:lnTo>
                    <a:pt x="570331" y="76923"/>
                  </a:lnTo>
                  <a:lnTo>
                    <a:pt x="569633" y="75933"/>
                  </a:lnTo>
                  <a:lnTo>
                    <a:pt x="570699" y="73317"/>
                  </a:lnTo>
                  <a:close/>
                </a:path>
                <a:path w="574675" h="284479">
                  <a:moveTo>
                    <a:pt x="571588" y="77292"/>
                  </a:moveTo>
                  <a:lnTo>
                    <a:pt x="571258" y="75933"/>
                  </a:lnTo>
                  <a:lnTo>
                    <a:pt x="570433" y="75933"/>
                  </a:lnTo>
                  <a:lnTo>
                    <a:pt x="570687" y="76250"/>
                  </a:lnTo>
                  <a:lnTo>
                    <a:pt x="570572" y="76454"/>
                  </a:lnTo>
                  <a:lnTo>
                    <a:pt x="570433" y="76771"/>
                  </a:lnTo>
                  <a:lnTo>
                    <a:pt x="570750" y="76314"/>
                  </a:lnTo>
                  <a:lnTo>
                    <a:pt x="571588" y="77292"/>
                  </a:lnTo>
                  <a:close/>
                </a:path>
                <a:path w="574675" h="284479">
                  <a:moveTo>
                    <a:pt x="572922" y="0"/>
                  </a:moveTo>
                  <a:lnTo>
                    <a:pt x="571639" y="2336"/>
                  </a:lnTo>
                  <a:lnTo>
                    <a:pt x="571728" y="2705"/>
                  </a:lnTo>
                  <a:lnTo>
                    <a:pt x="571944" y="2336"/>
                  </a:lnTo>
                  <a:lnTo>
                    <a:pt x="572922" y="1270"/>
                  </a:lnTo>
                  <a:lnTo>
                    <a:pt x="572922" y="0"/>
                  </a:lnTo>
                  <a:close/>
                </a:path>
                <a:path w="574675" h="284479">
                  <a:moveTo>
                    <a:pt x="573722" y="4254"/>
                  </a:moveTo>
                  <a:lnTo>
                    <a:pt x="573379" y="3937"/>
                  </a:lnTo>
                  <a:lnTo>
                    <a:pt x="573125" y="3937"/>
                  </a:lnTo>
                  <a:lnTo>
                    <a:pt x="572249" y="5080"/>
                  </a:lnTo>
                  <a:lnTo>
                    <a:pt x="573722" y="4254"/>
                  </a:lnTo>
                  <a:close/>
                </a:path>
                <a:path w="574675" h="284479">
                  <a:moveTo>
                    <a:pt x="573925" y="4521"/>
                  </a:moveTo>
                  <a:lnTo>
                    <a:pt x="573506" y="4800"/>
                  </a:lnTo>
                  <a:lnTo>
                    <a:pt x="573189" y="5181"/>
                  </a:lnTo>
                  <a:lnTo>
                    <a:pt x="572897" y="5575"/>
                  </a:lnTo>
                  <a:lnTo>
                    <a:pt x="573925" y="4521"/>
                  </a:lnTo>
                  <a:close/>
                </a:path>
                <a:path w="574675" h="284479">
                  <a:moveTo>
                    <a:pt x="574052" y="2705"/>
                  </a:moveTo>
                  <a:lnTo>
                    <a:pt x="571728" y="2705"/>
                  </a:lnTo>
                  <a:lnTo>
                    <a:pt x="571550" y="2705"/>
                  </a:lnTo>
                  <a:lnTo>
                    <a:pt x="570458" y="3937"/>
                  </a:lnTo>
                  <a:lnTo>
                    <a:pt x="569925" y="3937"/>
                  </a:lnTo>
                  <a:lnTo>
                    <a:pt x="569353" y="2705"/>
                  </a:lnTo>
                  <a:lnTo>
                    <a:pt x="569188" y="2705"/>
                  </a:lnTo>
                  <a:lnTo>
                    <a:pt x="568693" y="3632"/>
                  </a:lnTo>
                  <a:lnTo>
                    <a:pt x="568756" y="5080"/>
                  </a:lnTo>
                  <a:lnTo>
                    <a:pt x="568909" y="6350"/>
                  </a:lnTo>
                  <a:lnTo>
                    <a:pt x="566826" y="6350"/>
                  </a:lnTo>
                  <a:lnTo>
                    <a:pt x="564997" y="7620"/>
                  </a:lnTo>
                  <a:lnTo>
                    <a:pt x="565238" y="6350"/>
                  </a:lnTo>
                  <a:lnTo>
                    <a:pt x="563257" y="6350"/>
                  </a:lnTo>
                  <a:lnTo>
                    <a:pt x="563181" y="5080"/>
                  </a:lnTo>
                  <a:lnTo>
                    <a:pt x="562686" y="5080"/>
                  </a:lnTo>
                  <a:lnTo>
                    <a:pt x="561365" y="5080"/>
                  </a:lnTo>
                  <a:lnTo>
                    <a:pt x="559371" y="6350"/>
                  </a:lnTo>
                  <a:lnTo>
                    <a:pt x="558126" y="5080"/>
                  </a:lnTo>
                  <a:lnTo>
                    <a:pt x="557225" y="8890"/>
                  </a:lnTo>
                  <a:lnTo>
                    <a:pt x="555409" y="7620"/>
                  </a:lnTo>
                  <a:lnTo>
                    <a:pt x="556895" y="6350"/>
                  </a:lnTo>
                  <a:lnTo>
                    <a:pt x="554990" y="7620"/>
                  </a:lnTo>
                  <a:lnTo>
                    <a:pt x="554990" y="6350"/>
                  </a:lnTo>
                  <a:lnTo>
                    <a:pt x="550938" y="8890"/>
                  </a:lnTo>
                  <a:lnTo>
                    <a:pt x="550430" y="8890"/>
                  </a:lnTo>
                  <a:lnTo>
                    <a:pt x="551764" y="7620"/>
                  </a:lnTo>
                  <a:lnTo>
                    <a:pt x="550189" y="7620"/>
                  </a:lnTo>
                  <a:lnTo>
                    <a:pt x="550113" y="8890"/>
                  </a:lnTo>
                  <a:lnTo>
                    <a:pt x="549122" y="8890"/>
                  </a:lnTo>
                  <a:lnTo>
                    <a:pt x="546646" y="11430"/>
                  </a:lnTo>
                  <a:lnTo>
                    <a:pt x="546227" y="10160"/>
                  </a:lnTo>
                  <a:lnTo>
                    <a:pt x="543090" y="10160"/>
                  </a:lnTo>
                  <a:lnTo>
                    <a:pt x="545731" y="11430"/>
                  </a:lnTo>
                  <a:lnTo>
                    <a:pt x="542836" y="12700"/>
                  </a:lnTo>
                  <a:lnTo>
                    <a:pt x="542404" y="11887"/>
                  </a:lnTo>
                  <a:lnTo>
                    <a:pt x="540753" y="12700"/>
                  </a:lnTo>
                  <a:lnTo>
                    <a:pt x="540753" y="11887"/>
                  </a:lnTo>
                  <a:lnTo>
                    <a:pt x="540461" y="11887"/>
                  </a:lnTo>
                  <a:lnTo>
                    <a:pt x="534149" y="13970"/>
                  </a:lnTo>
                  <a:lnTo>
                    <a:pt x="528523" y="12700"/>
                  </a:lnTo>
                  <a:lnTo>
                    <a:pt x="522833" y="16192"/>
                  </a:lnTo>
                  <a:lnTo>
                    <a:pt x="523138" y="15240"/>
                  </a:lnTo>
                  <a:lnTo>
                    <a:pt x="521703" y="16510"/>
                  </a:lnTo>
                  <a:lnTo>
                    <a:pt x="522312" y="16510"/>
                  </a:lnTo>
                  <a:lnTo>
                    <a:pt x="522732" y="16510"/>
                  </a:lnTo>
                  <a:lnTo>
                    <a:pt x="562698" y="16510"/>
                  </a:lnTo>
                  <a:lnTo>
                    <a:pt x="565099" y="13970"/>
                  </a:lnTo>
                  <a:lnTo>
                    <a:pt x="566305" y="12700"/>
                  </a:lnTo>
                  <a:lnTo>
                    <a:pt x="567512" y="11430"/>
                  </a:lnTo>
                  <a:lnTo>
                    <a:pt x="571119" y="7620"/>
                  </a:lnTo>
                  <a:lnTo>
                    <a:pt x="571169" y="7378"/>
                  </a:lnTo>
                  <a:lnTo>
                    <a:pt x="571906" y="7035"/>
                  </a:lnTo>
                  <a:lnTo>
                    <a:pt x="572363" y="6273"/>
                  </a:lnTo>
                  <a:lnTo>
                    <a:pt x="572897" y="5575"/>
                  </a:lnTo>
                  <a:lnTo>
                    <a:pt x="571195" y="7315"/>
                  </a:lnTo>
                  <a:lnTo>
                    <a:pt x="571436" y="6350"/>
                  </a:lnTo>
                  <a:lnTo>
                    <a:pt x="573087" y="5080"/>
                  </a:lnTo>
                  <a:lnTo>
                    <a:pt x="572249" y="5080"/>
                  </a:lnTo>
                  <a:lnTo>
                    <a:pt x="571931" y="5080"/>
                  </a:lnTo>
                  <a:lnTo>
                    <a:pt x="573125" y="3937"/>
                  </a:lnTo>
                  <a:lnTo>
                    <a:pt x="574052" y="2705"/>
                  </a:lnTo>
                  <a:close/>
                </a:path>
                <a:path w="574675" h="284479">
                  <a:moveTo>
                    <a:pt x="574586" y="5080"/>
                  </a:moveTo>
                  <a:lnTo>
                    <a:pt x="574509" y="3937"/>
                  </a:lnTo>
                  <a:lnTo>
                    <a:pt x="574281" y="3937"/>
                  </a:lnTo>
                  <a:lnTo>
                    <a:pt x="573722" y="4254"/>
                  </a:lnTo>
                  <a:lnTo>
                    <a:pt x="574586" y="5080"/>
                  </a:lnTo>
                  <a:close/>
                </a:path>
              </a:pathLst>
            </a:custGeom>
            <a:solidFill>
              <a:srgbClr val="D6D6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59918" y="5462828"/>
              <a:ext cx="1132205" cy="345440"/>
            </a:xfrm>
            <a:custGeom>
              <a:avLst/>
              <a:gdLst/>
              <a:ahLst/>
              <a:cxnLst/>
              <a:rect l="l" t="t" r="r" b="b"/>
              <a:pathLst>
                <a:path w="1132205" h="345439">
                  <a:moveTo>
                    <a:pt x="3683" y="94602"/>
                  </a:moveTo>
                  <a:lnTo>
                    <a:pt x="3416" y="94602"/>
                  </a:lnTo>
                  <a:lnTo>
                    <a:pt x="3556" y="95872"/>
                  </a:lnTo>
                  <a:lnTo>
                    <a:pt x="3683" y="94602"/>
                  </a:lnTo>
                  <a:close/>
                </a:path>
                <a:path w="1132205" h="345439">
                  <a:moveTo>
                    <a:pt x="4673" y="98412"/>
                  </a:moveTo>
                  <a:lnTo>
                    <a:pt x="4457" y="98412"/>
                  </a:lnTo>
                  <a:lnTo>
                    <a:pt x="4584" y="99682"/>
                  </a:lnTo>
                  <a:lnTo>
                    <a:pt x="4673" y="98412"/>
                  </a:lnTo>
                  <a:close/>
                </a:path>
                <a:path w="1132205" h="345439">
                  <a:moveTo>
                    <a:pt x="5816" y="96837"/>
                  </a:moveTo>
                  <a:lnTo>
                    <a:pt x="5715" y="96558"/>
                  </a:lnTo>
                  <a:lnTo>
                    <a:pt x="5308" y="97142"/>
                  </a:lnTo>
                  <a:lnTo>
                    <a:pt x="5816" y="96837"/>
                  </a:lnTo>
                  <a:close/>
                </a:path>
                <a:path w="1132205" h="345439">
                  <a:moveTo>
                    <a:pt x="7213" y="95872"/>
                  </a:moveTo>
                  <a:lnTo>
                    <a:pt x="4953" y="94602"/>
                  </a:lnTo>
                  <a:lnTo>
                    <a:pt x="5715" y="96558"/>
                  </a:lnTo>
                  <a:lnTo>
                    <a:pt x="6197" y="95872"/>
                  </a:lnTo>
                  <a:lnTo>
                    <a:pt x="7213" y="95872"/>
                  </a:lnTo>
                  <a:close/>
                </a:path>
                <a:path w="1132205" h="345439">
                  <a:moveTo>
                    <a:pt x="8813" y="97345"/>
                  </a:moveTo>
                  <a:lnTo>
                    <a:pt x="8458" y="97142"/>
                  </a:lnTo>
                  <a:lnTo>
                    <a:pt x="8547" y="97574"/>
                  </a:lnTo>
                  <a:lnTo>
                    <a:pt x="8813" y="97345"/>
                  </a:lnTo>
                  <a:close/>
                </a:path>
                <a:path w="1132205" h="345439">
                  <a:moveTo>
                    <a:pt x="10693" y="98412"/>
                  </a:moveTo>
                  <a:lnTo>
                    <a:pt x="10375" y="97574"/>
                  </a:lnTo>
                  <a:lnTo>
                    <a:pt x="10287" y="97345"/>
                  </a:lnTo>
                  <a:lnTo>
                    <a:pt x="10210" y="97142"/>
                  </a:lnTo>
                  <a:lnTo>
                    <a:pt x="9067" y="97142"/>
                  </a:lnTo>
                  <a:lnTo>
                    <a:pt x="8813" y="97345"/>
                  </a:lnTo>
                  <a:lnTo>
                    <a:pt x="10693" y="98412"/>
                  </a:lnTo>
                  <a:close/>
                </a:path>
                <a:path w="1132205" h="345439">
                  <a:moveTo>
                    <a:pt x="10769" y="105664"/>
                  </a:moveTo>
                  <a:lnTo>
                    <a:pt x="10210" y="106032"/>
                  </a:lnTo>
                  <a:lnTo>
                    <a:pt x="10668" y="106032"/>
                  </a:lnTo>
                  <a:lnTo>
                    <a:pt x="10769" y="105664"/>
                  </a:lnTo>
                  <a:close/>
                </a:path>
                <a:path w="1132205" h="345439">
                  <a:moveTo>
                    <a:pt x="22085" y="112382"/>
                  </a:moveTo>
                  <a:lnTo>
                    <a:pt x="20612" y="112382"/>
                  </a:lnTo>
                  <a:lnTo>
                    <a:pt x="21361" y="113652"/>
                  </a:lnTo>
                  <a:lnTo>
                    <a:pt x="22085" y="112382"/>
                  </a:lnTo>
                  <a:close/>
                </a:path>
                <a:path w="1132205" h="345439">
                  <a:moveTo>
                    <a:pt x="22440" y="104330"/>
                  </a:moveTo>
                  <a:lnTo>
                    <a:pt x="22390" y="104000"/>
                  </a:lnTo>
                  <a:lnTo>
                    <a:pt x="22136" y="103797"/>
                  </a:lnTo>
                  <a:lnTo>
                    <a:pt x="22352" y="104571"/>
                  </a:lnTo>
                  <a:lnTo>
                    <a:pt x="22440" y="104330"/>
                  </a:lnTo>
                  <a:close/>
                </a:path>
                <a:path w="1132205" h="345439">
                  <a:moveTo>
                    <a:pt x="29057" y="107302"/>
                  </a:moveTo>
                  <a:lnTo>
                    <a:pt x="28092" y="107302"/>
                  </a:lnTo>
                  <a:lnTo>
                    <a:pt x="28778" y="107823"/>
                  </a:lnTo>
                  <a:lnTo>
                    <a:pt x="29057" y="107302"/>
                  </a:lnTo>
                  <a:close/>
                </a:path>
                <a:path w="1132205" h="345439">
                  <a:moveTo>
                    <a:pt x="31991" y="108369"/>
                  </a:moveTo>
                  <a:lnTo>
                    <a:pt x="31877" y="107823"/>
                  </a:lnTo>
                  <a:lnTo>
                    <a:pt x="31775" y="107302"/>
                  </a:lnTo>
                  <a:lnTo>
                    <a:pt x="31686" y="108585"/>
                  </a:lnTo>
                  <a:lnTo>
                    <a:pt x="31991" y="108369"/>
                  </a:lnTo>
                  <a:close/>
                </a:path>
                <a:path w="1132205" h="345439">
                  <a:moveTo>
                    <a:pt x="33210" y="106464"/>
                  </a:moveTo>
                  <a:lnTo>
                    <a:pt x="32664" y="106324"/>
                  </a:lnTo>
                  <a:lnTo>
                    <a:pt x="32131" y="105587"/>
                  </a:lnTo>
                  <a:lnTo>
                    <a:pt x="31559" y="106235"/>
                  </a:lnTo>
                  <a:lnTo>
                    <a:pt x="32283" y="105905"/>
                  </a:lnTo>
                  <a:lnTo>
                    <a:pt x="32981" y="106997"/>
                  </a:lnTo>
                  <a:lnTo>
                    <a:pt x="33210" y="106464"/>
                  </a:lnTo>
                  <a:close/>
                </a:path>
                <a:path w="1132205" h="345439">
                  <a:moveTo>
                    <a:pt x="34429" y="120002"/>
                  </a:moveTo>
                  <a:lnTo>
                    <a:pt x="33591" y="118732"/>
                  </a:lnTo>
                  <a:lnTo>
                    <a:pt x="33502" y="120002"/>
                  </a:lnTo>
                  <a:lnTo>
                    <a:pt x="34429" y="120002"/>
                  </a:lnTo>
                  <a:close/>
                </a:path>
                <a:path w="1132205" h="345439">
                  <a:moveTo>
                    <a:pt x="36207" y="108724"/>
                  </a:moveTo>
                  <a:lnTo>
                    <a:pt x="34607" y="107302"/>
                  </a:lnTo>
                  <a:lnTo>
                    <a:pt x="35369" y="108724"/>
                  </a:lnTo>
                  <a:lnTo>
                    <a:pt x="36207" y="108724"/>
                  </a:lnTo>
                  <a:close/>
                </a:path>
                <a:path w="1132205" h="345439">
                  <a:moveTo>
                    <a:pt x="36449" y="108458"/>
                  </a:moveTo>
                  <a:lnTo>
                    <a:pt x="36245" y="108077"/>
                  </a:lnTo>
                  <a:lnTo>
                    <a:pt x="36004" y="107962"/>
                  </a:lnTo>
                  <a:lnTo>
                    <a:pt x="35712" y="108000"/>
                  </a:lnTo>
                  <a:lnTo>
                    <a:pt x="35953" y="108140"/>
                  </a:lnTo>
                  <a:lnTo>
                    <a:pt x="36271" y="108280"/>
                  </a:lnTo>
                  <a:lnTo>
                    <a:pt x="36449" y="108458"/>
                  </a:lnTo>
                  <a:close/>
                </a:path>
                <a:path w="1132205" h="345439">
                  <a:moveTo>
                    <a:pt x="36563" y="108585"/>
                  </a:moveTo>
                  <a:lnTo>
                    <a:pt x="36449" y="108458"/>
                  </a:lnTo>
                  <a:lnTo>
                    <a:pt x="36563" y="108661"/>
                  </a:lnTo>
                  <a:close/>
                </a:path>
                <a:path w="1132205" h="345439">
                  <a:moveTo>
                    <a:pt x="38836" y="110998"/>
                  </a:moveTo>
                  <a:lnTo>
                    <a:pt x="38633" y="110845"/>
                  </a:lnTo>
                  <a:lnTo>
                    <a:pt x="38455" y="110845"/>
                  </a:lnTo>
                  <a:lnTo>
                    <a:pt x="38252" y="109842"/>
                  </a:lnTo>
                  <a:lnTo>
                    <a:pt x="38290" y="110896"/>
                  </a:lnTo>
                  <a:lnTo>
                    <a:pt x="38315" y="111163"/>
                  </a:lnTo>
                  <a:lnTo>
                    <a:pt x="38455" y="111163"/>
                  </a:lnTo>
                  <a:lnTo>
                    <a:pt x="38417" y="110972"/>
                  </a:lnTo>
                  <a:lnTo>
                    <a:pt x="38569" y="110985"/>
                  </a:lnTo>
                  <a:lnTo>
                    <a:pt x="38836" y="110998"/>
                  </a:lnTo>
                  <a:close/>
                </a:path>
                <a:path w="1132205" h="345439">
                  <a:moveTo>
                    <a:pt x="40093" y="111239"/>
                  </a:moveTo>
                  <a:lnTo>
                    <a:pt x="39433" y="111036"/>
                  </a:lnTo>
                  <a:lnTo>
                    <a:pt x="40005" y="111404"/>
                  </a:lnTo>
                  <a:lnTo>
                    <a:pt x="40093" y="111239"/>
                  </a:lnTo>
                  <a:close/>
                </a:path>
                <a:path w="1132205" h="345439">
                  <a:moveTo>
                    <a:pt x="42811" y="124383"/>
                  </a:moveTo>
                  <a:lnTo>
                    <a:pt x="42659" y="124574"/>
                  </a:lnTo>
                  <a:lnTo>
                    <a:pt x="42583" y="124739"/>
                  </a:lnTo>
                  <a:lnTo>
                    <a:pt x="42710" y="124599"/>
                  </a:lnTo>
                  <a:lnTo>
                    <a:pt x="42811" y="124383"/>
                  </a:lnTo>
                  <a:close/>
                </a:path>
                <a:path w="1132205" h="345439">
                  <a:moveTo>
                    <a:pt x="43141" y="110693"/>
                  </a:moveTo>
                  <a:lnTo>
                    <a:pt x="42786" y="110782"/>
                  </a:lnTo>
                  <a:lnTo>
                    <a:pt x="43141" y="110693"/>
                  </a:lnTo>
                  <a:close/>
                </a:path>
                <a:path w="1132205" h="345439">
                  <a:moveTo>
                    <a:pt x="54495" y="131432"/>
                  </a:moveTo>
                  <a:lnTo>
                    <a:pt x="54483" y="130581"/>
                  </a:lnTo>
                  <a:lnTo>
                    <a:pt x="53822" y="131432"/>
                  </a:lnTo>
                  <a:lnTo>
                    <a:pt x="54495" y="131432"/>
                  </a:lnTo>
                  <a:close/>
                </a:path>
                <a:path w="1132205" h="345439">
                  <a:moveTo>
                    <a:pt x="54978" y="117259"/>
                  </a:moveTo>
                  <a:lnTo>
                    <a:pt x="54660" y="117500"/>
                  </a:lnTo>
                  <a:lnTo>
                    <a:pt x="54495" y="117678"/>
                  </a:lnTo>
                  <a:lnTo>
                    <a:pt x="54406" y="117843"/>
                  </a:lnTo>
                  <a:lnTo>
                    <a:pt x="54622" y="117932"/>
                  </a:lnTo>
                  <a:lnTo>
                    <a:pt x="54825" y="117843"/>
                  </a:lnTo>
                  <a:lnTo>
                    <a:pt x="54978" y="117259"/>
                  </a:lnTo>
                  <a:close/>
                </a:path>
                <a:path w="1132205" h="345439">
                  <a:moveTo>
                    <a:pt x="64300" y="122618"/>
                  </a:moveTo>
                  <a:lnTo>
                    <a:pt x="63969" y="122631"/>
                  </a:lnTo>
                  <a:lnTo>
                    <a:pt x="63627" y="122745"/>
                  </a:lnTo>
                  <a:lnTo>
                    <a:pt x="64300" y="122618"/>
                  </a:lnTo>
                  <a:close/>
                </a:path>
                <a:path w="1132205" h="345439">
                  <a:moveTo>
                    <a:pt x="68884" y="139090"/>
                  </a:moveTo>
                  <a:lnTo>
                    <a:pt x="68491" y="139141"/>
                  </a:lnTo>
                  <a:lnTo>
                    <a:pt x="68707" y="139192"/>
                  </a:lnTo>
                  <a:lnTo>
                    <a:pt x="68884" y="139090"/>
                  </a:lnTo>
                  <a:close/>
                </a:path>
                <a:path w="1132205" h="345439">
                  <a:moveTo>
                    <a:pt x="77584" y="126352"/>
                  </a:moveTo>
                  <a:lnTo>
                    <a:pt x="77050" y="126352"/>
                  </a:lnTo>
                  <a:lnTo>
                    <a:pt x="76974" y="127723"/>
                  </a:lnTo>
                  <a:lnTo>
                    <a:pt x="77584" y="126352"/>
                  </a:lnTo>
                  <a:close/>
                </a:path>
                <a:path w="1132205" h="345439">
                  <a:moveTo>
                    <a:pt x="80645" y="128638"/>
                  </a:moveTo>
                  <a:lnTo>
                    <a:pt x="80429" y="128727"/>
                  </a:lnTo>
                  <a:lnTo>
                    <a:pt x="80327" y="128943"/>
                  </a:lnTo>
                  <a:lnTo>
                    <a:pt x="80467" y="128905"/>
                  </a:lnTo>
                  <a:lnTo>
                    <a:pt x="80645" y="128638"/>
                  </a:lnTo>
                  <a:close/>
                </a:path>
                <a:path w="1132205" h="345439">
                  <a:moveTo>
                    <a:pt x="82994" y="130581"/>
                  </a:moveTo>
                  <a:lnTo>
                    <a:pt x="82842" y="130378"/>
                  </a:lnTo>
                  <a:lnTo>
                    <a:pt x="82600" y="130162"/>
                  </a:lnTo>
                  <a:lnTo>
                    <a:pt x="82702" y="130581"/>
                  </a:lnTo>
                  <a:lnTo>
                    <a:pt x="82994" y="130581"/>
                  </a:lnTo>
                  <a:close/>
                </a:path>
                <a:path w="1132205" h="345439">
                  <a:moveTo>
                    <a:pt x="83070" y="130581"/>
                  </a:moveTo>
                  <a:lnTo>
                    <a:pt x="83032" y="130162"/>
                  </a:lnTo>
                  <a:lnTo>
                    <a:pt x="82842" y="130378"/>
                  </a:lnTo>
                  <a:lnTo>
                    <a:pt x="83070" y="130581"/>
                  </a:lnTo>
                  <a:close/>
                </a:path>
                <a:path w="1132205" h="345439">
                  <a:moveTo>
                    <a:pt x="85902" y="131432"/>
                  </a:moveTo>
                  <a:lnTo>
                    <a:pt x="85420" y="130581"/>
                  </a:lnTo>
                  <a:lnTo>
                    <a:pt x="85305" y="130378"/>
                  </a:lnTo>
                  <a:lnTo>
                    <a:pt x="85178" y="130162"/>
                  </a:lnTo>
                  <a:lnTo>
                    <a:pt x="84607" y="131432"/>
                  </a:lnTo>
                  <a:lnTo>
                    <a:pt x="85420" y="132702"/>
                  </a:lnTo>
                  <a:lnTo>
                    <a:pt x="85699" y="131432"/>
                  </a:lnTo>
                  <a:lnTo>
                    <a:pt x="85902" y="131432"/>
                  </a:lnTo>
                  <a:close/>
                </a:path>
                <a:path w="1132205" h="345439">
                  <a:moveTo>
                    <a:pt x="90081" y="132105"/>
                  </a:moveTo>
                  <a:lnTo>
                    <a:pt x="90004" y="131432"/>
                  </a:lnTo>
                  <a:lnTo>
                    <a:pt x="89242" y="131432"/>
                  </a:lnTo>
                  <a:lnTo>
                    <a:pt x="90081" y="132105"/>
                  </a:lnTo>
                  <a:close/>
                </a:path>
                <a:path w="1132205" h="345439">
                  <a:moveTo>
                    <a:pt x="90817" y="133972"/>
                  </a:moveTo>
                  <a:lnTo>
                    <a:pt x="90398" y="133972"/>
                  </a:lnTo>
                  <a:lnTo>
                    <a:pt x="90728" y="135242"/>
                  </a:lnTo>
                  <a:lnTo>
                    <a:pt x="90817" y="133972"/>
                  </a:lnTo>
                  <a:close/>
                </a:path>
                <a:path w="1132205" h="345439">
                  <a:moveTo>
                    <a:pt x="90817" y="132702"/>
                  </a:moveTo>
                  <a:lnTo>
                    <a:pt x="90081" y="132105"/>
                  </a:lnTo>
                  <a:lnTo>
                    <a:pt x="90157" y="132702"/>
                  </a:lnTo>
                  <a:lnTo>
                    <a:pt x="90817" y="132702"/>
                  </a:lnTo>
                  <a:close/>
                </a:path>
                <a:path w="1132205" h="345439">
                  <a:moveTo>
                    <a:pt x="91757" y="133375"/>
                  </a:moveTo>
                  <a:lnTo>
                    <a:pt x="91503" y="133286"/>
                  </a:lnTo>
                  <a:lnTo>
                    <a:pt x="91313" y="133350"/>
                  </a:lnTo>
                  <a:lnTo>
                    <a:pt x="91173" y="133438"/>
                  </a:lnTo>
                  <a:lnTo>
                    <a:pt x="91351" y="133489"/>
                  </a:lnTo>
                  <a:lnTo>
                    <a:pt x="91541" y="133502"/>
                  </a:lnTo>
                  <a:lnTo>
                    <a:pt x="91757" y="133375"/>
                  </a:lnTo>
                  <a:close/>
                </a:path>
                <a:path w="1132205" h="345439">
                  <a:moveTo>
                    <a:pt x="97878" y="134264"/>
                  </a:moveTo>
                  <a:close/>
                </a:path>
                <a:path w="1132205" h="345439">
                  <a:moveTo>
                    <a:pt x="98437" y="133769"/>
                  </a:moveTo>
                  <a:lnTo>
                    <a:pt x="97320" y="133858"/>
                  </a:lnTo>
                  <a:lnTo>
                    <a:pt x="97866" y="134251"/>
                  </a:lnTo>
                  <a:lnTo>
                    <a:pt x="97955" y="134061"/>
                  </a:lnTo>
                  <a:lnTo>
                    <a:pt x="98082" y="133858"/>
                  </a:lnTo>
                  <a:lnTo>
                    <a:pt x="98437" y="133769"/>
                  </a:lnTo>
                  <a:close/>
                </a:path>
                <a:path w="1132205" h="345439">
                  <a:moveTo>
                    <a:pt x="99314" y="154965"/>
                  </a:moveTo>
                  <a:lnTo>
                    <a:pt x="99085" y="154292"/>
                  </a:lnTo>
                  <a:lnTo>
                    <a:pt x="98844" y="154292"/>
                  </a:lnTo>
                  <a:lnTo>
                    <a:pt x="99314" y="154965"/>
                  </a:lnTo>
                  <a:close/>
                </a:path>
                <a:path w="1132205" h="345439">
                  <a:moveTo>
                    <a:pt x="102717" y="136613"/>
                  </a:moveTo>
                  <a:lnTo>
                    <a:pt x="102679" y="136474"/>
                  </a:lnTo>
                  <a:lnTo>
                    <a:pt x="102616" y="136334"/>
                  </a:lnTo>
                  <a:lnTo>
                    <a:pt x="102603" y="136499"/>
                  </a:lnTo>
                  <a:close/>
                </a:path>
                <a:path w="1132205" h="345439">
                  <a:moveTo>
                    <a:pt x="106997" y="136512"/>
                  </a:moveTo>
                  <a:lnTo>
                    <a:pt x="106057" y="136512"/>
                  </a:lnTo>
                  <a:lnTo>
                    <a:pt x="104863" y="135242"/>
                  </a:lnTo>
                  <a:lnTo>
                    <a:pt x="104013" y="136512"/>
                  </a:lnTo>
                  <a:lnTo>
                    <a:pt x="104965" y="137782"/>
                  </a:lnTo>
                  <a:lnTo>
                    <a:pt x="105765" y="136512"/>
                  </a:lnTo>
                  <a:lnTo>
                    <a:pt x="106730" y="137782"/>
                  </a:lnTo>
                  <a:lnTo>
                    <a:pt x="106997" y="136512"/>
                  </a:lnTo>
                  <a:close/>
                </a:path>
                <a:path w="1132205" h="345439">
                  <a:moveTo>
                    <a:pt x="113741" y="141592"/>
                  </a:moveTo>
                  <a:lnTo>
                    <a:pt x="113106" y="142494"/>
                  </a:lnTo>
                  <a:lnTo>
                    <a:pt x="113487" y="142862"/>
                  </a:lnTo>
                  <a:lnTo>
                    <a:pt x="113741" y="141592"/>
                  </a:lnTo>
                  <a:close/>
                </a:path>
                <a:path w="1132205" h="345439">
                  <a:moveTo>
                    <a:pt x="118224" y="144386"/>
                  </a:moveTo>
                  <a:lnTo>
                    <a:pt x="117868" y="144221"/>
                  </a:lnTo>
                  <a:lnTo>
                    <a:pt x="117475" y="144195"/>
                  </a:lnTo>
                  <a:lnTo>
                    <a:pt x="116776" y="144551"/>
                  </a:lnTo>
                  <a:lnTo>
                    <a:pt x="117081" y="144843"/>
                  </a:lnTo>
                  <a:lnTo>
                    <a:pt x="117767" y="144678"/>
                  </a:lnTo>
                  <a:lnTo>
                    <a:pt x="118224" y="144386"/>
                  </a:lnTo>
                  <a:close/>
                </a:path>
                <a:path w="1132205" h="345439">
                  <a:moveTo>
                    <a:pt x="119926" y="144132"/>
                  </a:moveTo>
                  <a:lnTo>
                    <a:pt x="119202" y="145402"/>
                  </a:lnTo>
                  <a:lnTo>
                    <a:pt x="117741" y="145402"/>
                  </a:lnTo>
                  <a:lnTo>
                    <a:pt x="118478" y="146672"/>
                  </a:lnTo>
                  <a:lnTo>
                    <a:pt x="119291" y="146672"/>
                  </a:lnTo>
                  <a:lnTo>
                    <a:pt x="119837" y="145402"/>
                  </a:lnTo>
                  <a:lnTo>
                    <a:pt x="119532" y="145402"/>
                  </a:lnTo>
                  <a:lnTo>
                    <a:pt x="119926" y="144132"/>
                  </a:lnTo>
                  <a:close/>
                </a:path>
                <a:path w="1132205" h="345439">
                  <a:moveTo>
                    <a:pt x="125603" y="146939"/>
                  </a:moveTo>
                  <a:lnTo>
                    <a:pt x="125437" y="146926"/>
                  </a:lnTo>
                  <a:lnTo>
                    <a:pt x="125285" y="147078"/>
                  </a:lnTo>
                  <a:lnTo>
                    <a:pt x="125488" y="147027"/>
                  </a:lnTo>
                  <a:close/>
                </a:path>
                <a:path w="1132205" h="345439">
                  <a:moveTo>
                    <a:pt x="127469" y="147942"/>
                  </a:moveTo>
                  <a:lnTo>
                    <a:pt x="125933" y="147942"/>
                  </a:lnTo>
                  <a:lnTo>
                    <a:pt x="126504" y="149263"/>
                  </a:lnTo>
                  <a:lnTo>
                    <a:pt x="127469" y="147942"/>
                  </a:lnTo>
                  <a:close/>
                </a:path>
                <a:path w="1132205" h="345439">
                  <a:moveTo>
                    <a:pt x="132892" y="148996"/>
                  </a:moveTo>
                  <a:lnTo>
                    <a:pt x="132816" y="148653"/>
                  </a:lnTo>
                  <a:lnTo>
                    <a:pt x="132245" y="148628"/>
                  </a:lnTo>
                  <a:lnTo>
                    <a:pt x="132588" y="149047"/>
                  </a:lnTo>
                  <a:lnTo>
                    <a:pt x="132715" y="149377"/>
                  </a:lnTo>
                  <a:lnTo>
                    <a:pt x="132803" y="149212"/>
                  </a:lnTo>
                  <a:lnTo>
                    <a:pt x="132892" y="148996"/>
                  </a:lnTo>
                  <a:close/>
                </a:path>
                <a:path w="1132205" h="345439">
                  <a:moveTo>
                    <a:pt x="143484" y="153022"/>
                  </a:moveTo>
                  <a:lnTo>
                    <a:pt x="142976" y="151752"/>
                  </a:lnTo>
                  <a:lnTo>
                    <a:pt x="142367" y="153022"/>
                  </a:lnTo>
                  <a:lnTo>
                    <a:pt x="143484" y="153022"/>
                  </a:lnTo>
                  <a:close/>
                </a:path>
                <a:path w="1132205" h="345439">
                  <a:moveTo>
                    <a:pt x="180301" y="166992"/>
                  </a:moveTo>
                  <a:lnTo>
                    <a:pt x="180124" y="166992"/>
                  </a:lnTo>
                  <a:lnTo>
                    <a:pt x="180111" y="167144"/>
                  </a:lnTo>
                  <a:lnTo>
                    <a:pt x="180301" y="166992"/>
                  </a:lnTo>
                  <a:close/>
                </a:path>
                <a:path w="1132205" h="345439">
                  <a:moveTo>
                    <a:pt x="184772" y="169532"/>
                  </a:moveTo>
                  <a:lnTo>
                    <a:pt x="184289" y="169532"/>
                  </a:lnTo>
                  <a:lnTo>
                    <a:pt x="184746" y="170395"/>
                  </a:lnTo>
                  <a:lnTo>
                    <a:pt x="184772" y="169532"/>
                  </a:lnTo>
                  <a:close/>
                </a:path>
                <a:path w="1132205" h="345439">
                  <a:moveTo>
                    <a:pt x="198767" y="176237"/>
                  </a:moveTo>
                  <a:lnTo>
                    <a:pt x="198615" y="176149"/>
                  </a:lnTo>
                  <a:lnTo>
                    <a:pt x="198437" y="176110"/>
                  </a:lnTo>
                  <a:lnTo>
                    <a:pt x="198767" y="176237"/>
                  </a:lnTo>
                  <a:close/>
                </a:path>
                <a:path w="1132205" h="345439">
                  <a:moveTo>
                    <a:pt x="200279" y="177152"/>
                  </a:moveTo>
                  <a:lnTo>
                    <a:pt x="199682" y="176733"/>
                  </a:lnTo>
                  <a:lnTo>
                    <a:pt x="199263" y="177152"/>
                  </a:lnTo>
                  <a:lnTo>
                    <a:pt x="200279" y="177152"/>
                  </a:lnTo>
                  <a:close/>
                </a:path>
                <a:path w="1132205" h="345439">
                  <a:moveTo>
                    <a:pt x="200507" y="175882"/>
                  </a:moveTo>
                  <a:lnTo>
                    <a:pt x="198501" y="175882"/>
                  </a:lnTo>
                  <a:lnTo>
                    <a:pt x="199682" y="176733"/>
                  </a:lnTo>
                  <a:lnTo>
                    <a:pt x="200507" y="175882"/>
                  </a:lnTo>
                  <a:close/>
                </a:path>
                <a:path w="1132205" h="345439">
                  <a:moveTo>
                    <a:pt x="200761" y="202679"/>
                  </a:moveTo>
                  <a:lnTo>
                    <a:pt x="200202" y="202679"/>
                  </a:lnTo>
                  <a:lnTo>
                    <a:pt x="200228" y="203822"/>
                  </a:lnTo>
                  <a:lnTo>
                    <a:pt x="200761" y="202679"/>
                  </a:lnTo>
                  <a:close/>
                </a:path>
                <a:path w="1132205" h="345439">
                  <a:moveTo>
                    <a:pt x="263385" y="205092"/>
                  </a:moveTo>
                  <a:lnTo>
                    <a:pt x="262242" y="205092"/>
                  </a:lnTo>
                  <a:lnTo>
                    <a:pt x="263118" y="205384"/>
                  </a:lnTo>
                  <a:lnTo>
                    <a:pt x="263385" y="205092"/>
                  </a:lnTo>
                  <a:close/>
                </a:path>
                <a:path w="1132205" h="345439">
                  <a:moveTo>
                    <a:pt x="300977" y="224142"/>
                  </a:moveTo>
                  <a:lnTo>
                    <a:pt x="300228" y="224142"/>
                  </a:lnTo>
                  <a:lnTo>
                    <a:pt x="299948" y="225412"/>
                  </a:lnTo>
                  <a:lnTo>
                    <a:pt x="300977" y="224142"/>
                  </a:lnTo>
                  <a:close/>
                </a:path>
                <a:path w="1132205" h="345439">
                  <a:moveTo>
                    <a:pt x="327050" y="244462"/>
                  </a:moveTo>
                  <a:lnTo>
                    <a:pt x="326504" y="243192"/>
                  </a:lnTo>
                  <a:lnTo>
                    <a:pt x="326212" y="243928"/>
                  </a:lnTo>
                  <a:lnTo>
                    <a:pt x="327050" y="244462"/>
                  </a:lnTo>
                  <a:close/>
                </a:path>
                <a:path w="1132205" h="345439">
                  <a:moveTo>
                    <a:pt x="340309" y="255295"/>
                  </a:moveTo>
                  <a:lnTo>
                    <a:pt x="339979" y="254990"/>
                  </a:lnTo>
                  <a:lnTo>
                    <a:pt x="339966" y="255320"/>
                  </a:lnTo>
                  <a:lnTo>
                    <a:pt x="340093" y="255282"/>
                  </a:lnTo>
                  <a:lnTo>
                    <a:pt x="340309" y="255295"/>
                  </a:lnTo>
                  <a:close/>
                </a:path>
                <a:path w="1132205" h="345439">
                  <a:moveTo>
                    <a:pt x="340588" y="255574"/>
                  </a:moveTo>
                  <a:lnTo>
                    <a:pt x="340512" y="255422"/>
                  </a:lnTo>
                  <a:lnTo>
                    <a:pt x="340309" y="255295"/>
                  </a:lnTo>
                  <a:lnTo>
                    <a:pt x="340588" y="255574"/>
                  </a:lnTo>
                  <a:close/>
                </a:path>
                <a:path w="1132205" h="345439">
                  <a:moveTo>
                    <a:pt x="342607" y="255892"/>
                  </a:moveTo>
                  <a:lnTo>
                    <a:pt x="340918" y="257162"/>
                  </a:lnTo>
                  <a:lnTo>
                    <a:pt x="341528" y="255892"/>
                  </a:lnTo>
                  <a:lnTo>
                    <a:pt x="340702" y="257162"/>
                  </a:lnTo>
                  <a:lnTo>
                    <a:pt x="340182" y="257162"/>
                  </a:lnTo>
                  <a:lnTo>
                    <a:pt x="339966" y="255892"/>
                  </a:lnTo>
                  <a:lnTo>
                    <a:pt x="339140" y="255892"/>
                  </a:lnTo>
                  <a:lnTo>
                    <a:pt x="337947" y="258432"/>
                  </a:lnTo>
                  <a:lnTo>
                    <a:pt x="337502" y="257327"/>
                  </a:lnTo>
                  <a:lnTo>
                    <a:pt x="337439" y="257162"/>
                  </a:lnTo>
                  <a:lnTo>
                    <a:pt x="336219" y="255892"/>
                  </a:lnTo>
                  <a:lnTo>
                    <a:pt x="337058" y="255892"/>
                  </a:lnTo>
                  <a:lnTo>
                    <a:pt x="336931" y="254622"/>
                  </a:lnTo>
                  <a:lnTo>
                    <a:pt x="338074" y="254622"/>
                  </a:lnTo>
                  <a:lnTo>
                    <a:pt x="338277" y="254622"/>
                  </a:lnTo>
                  <a:lnTo>
                    <a:pt x="337058" y="253504"/>
                  </a:lnTo>
                  <a:lnTo>
                    <a:pt x="336905" y="253352"/>
                  </a:lnTo>
                  <a:lnTo>
                    <a:pt x="337121" y="253352"/>
                  </a:lnTo>
                  <a:lnTo>
                    <a:pt x="337261" y="253352"/>
                  </a:lnTo>
                  <a:lnTo>
                    <a:pt x="336791" y="252831"/>
                  </a:lnTo>
                  <a:lnTo>
                    <a:pt x="336702" y="252082"/>
                  </a:lnTo>
                  <a:lnTo>
                    <a:pt x="336448" y="252082"/>
                  </a:lnTo>
                  <a:lnTo>
                    <a:pt x="336626" y="252641"/>
                  </a:lnTo>
                  <a:lnTo>
                    <a:pt x="336130" y="252082"/>
                  </a:lnTo>
                  <a:lnTo>
                    <a:pt x="334987" y="252082"/>
                  </a:lnTo>
                  <a:lnTo>
                    <a:pt x="335457" y="250812"/>
                  </a:lnTo>
                  <a:lnTo>
                    <a:pt x="333095" y="252082"/>
                  </a:lnTo>
                  <a:lnTo>
                    <a:pt x="333146" y="250812"/>
                  </a:lnTo>
                  <a:lnTo>
                    <a:pt x="334340" y="250812"/>
                  </a:lnTo>
                  <a:lnTo>
                    <a:pt x="333298" y="249542"/>
                  </a:lnTo>
                  <a:lnTo>
                    <a:pt x="333705" y="249542"/>
                  </a:lnTo>
                  <a:lnTo>
                    <a:pt x="331177" y="248272"/>
                  </a:lnTo>
                  <a:lnTo>
                    <a:pt x="331647" y="248272"/>
                  </a:lnTo>
                  <a:lnTo>
                    <a:pt x="331368" y="247002"/>
                  </a:lnTo>
                  <a:lnTo>
                    <a:pt x="330695" y="248272"/>
                  </a:lnTo>
                  <a:lnTo>
                    <a:pt x="330454" y="248272"/>
                  </a:lnTo>
                  <a:lnTo>
                    <a:pt x="330428" y="247002"/>
                  </a:lnTo>
                  <a:lnTo>
                    <a:pt x="328599" y="247002"/>
                  </a:lnTo>
                  <a:lnTo>
                    <a:pt x="329133" y="245732"/>
                  </a:lnTo>
                  <a:lnTo>
                    <a:pt x="327787" y="244462"/>
                  </a:lnTo>
                  <a:lnTo>
                    <a:pt x="327799" y="245706"/>
                  </a:lnTo>
                  <a:lnTo>
                    <a:pt x="326618" y="244462"/>
                  </a:lnTo>
                  <a:lnTo>
                    <a:pt x="326567" y="245084"/>
                  </a:lnTo>
                  <a:lnTo>
                    <a:pt x="327456" y="245732"/>
                  </a:lnTo>
                  <a:lnTo>
                    <a:pt x="327799" y="245732"/>
                  </a:lnTo>
                  <a:lnTo>
                    <a:pt x="327825" y="247002"/>
                  </a:lnTo>
                  <a:lnTo>
                    <a:pt x="326529" y="245732"/>
                  </a:lnTo>
                  <a:lnTo>
                    <a:pt x="326567" y="245084"/>
                  </a:lnTo>
                  <a:lnTo>
                    <a:pt x="325716" y="244462"/>
                  </a:lnTo>
                  <a:lnTo>
                    <a:pt x="326009" y="244462"/>
                  </a:lnTo>
                  <a:lnTo>
                    <a:pt x="326212" y="243928"/>
                  </a:lnTo>
                  <a:lnTo>
                    <a:pt x="323049" y="241922"/>
                  </a:lnTo>
                  <a:lnTo>
                    <a:pt x="322224" y="236842"/>
                  </a:lnTo>
                  <a:lnTo>
                    <a:pt x="317804" y="235572"/>
                  </a:lnTo>
                  <a:lnTo>
                    <a:pt x="315709" y="235572"/>
                  </a:lnTo>
                  <a:lnTo>
                    <a:pt x="315747" y="231762"/>
                  </a:lnTo>
                  <a:lnTo>
                    <a:pt x="313232" y="230492"/>
                  </a:lnTo>
                  <a:lnTo>
                    <a:pt x="312902" y="231762"/>
                  </a:lnTo>
                  <a:lnTo>
                    <a:pt x="310337" y="227952"/>
                  </a:lnTo>
                  <a:lnTo>
                    <a:pt x="305650" y="226682"/>
                  </a:lnTo>
                  <a:lnTo>
                    <a:pt x="302120" y="224142"/>
                  </a:lnTo>
                  <a:lnTo>
                    <a:pt x="302374" y="225412"/>
                  </a:lnTo>
                  <a:lnTo>
                    <a:pt x="299948" y="225412"/>
                  </a:lnTo>
                  <a:lnTo>
                    <a:pt x="297345" y="221602"/>
                  </a:lnTo>
                  <a:lnTo>
                    <a:pt x="290093" y="219062"/>
                  </a:lnTo>
                  <a:lnTo>
                    <a:pt x="286651" y="216522"/>
                  </a:lnTo>
                  <a:lnTo>
                    <a:pt x="284937" y="215252"/>
                  </a:lnTo>
                  <a:lnTo>
                    <a:pt x="277266" y="212712"/>
                  </a:lnTo>
                  <a:lnTo>
                    <a:pt x="269735" y="207632"/>
                  </a:lnTo>
                  <a:lnTo>
                    <a:pt x="265988" y="206362"/>
                  </a:lnTo>
                  <a:lnTo>
                    <a:pt x="263118" y="205384"/>
                  </a:lnTo>
                  <a:lnTo>
                    <a:pt x="262204" y="206362"/>
                  </a:lnTo>
                  <a:lnTo>
                    <a:pt x="261518" y="206362"/>
                  </a:lnTo>
                  <a:lnTo>
                    <a:pt x="261239" y="205384"/>
                  </a:lnTo>
                  <a:lnTo>
                    <a:pt x="261150" y="205092"/>
                  </a:lnTo>
                  <a:lnTo>
                    <a:pt x="260464" y="202679"/>
                  </a:lnTo>
                  <a:lnTo>
                    <a:pt x="260273" y="202679"/>
                  </a:lnTo>
                  <a:lnTo>
                    <a:pt x="257327" y="205092"/>
                  </a:lnTo>
                  <a:lnTo>
                    <a:pt x="255803" y="201282"/>
                  </a:lnTo>
                  <a:lnTo>
                    <a:pt x="251155" y="201282"/>
                  </a:lnTo>
                  <a:lnTo>
                    <a:pt x="248399" y="196202"/>
                  </a:lnTo>
                  <a:lnTo>
                    <a:pt x="243497" y="197472"/>
                  </a:lnTo>
                  <a:lnTo>
                    <a:pt x="243763" y="196202"/>
                  </a:lnTo>
                  <a:lnTo>
                    <a:pt x="242379" y="196202"/>
                  </a:lnTo>
                  <a:lnTo>
                    <a:pt x="241046" y="194932"/>
                  </a:lnTo>
                  <a:lnTo>
                    <a:pt x="238925" y="194932"/>
                  </a:lnTo>
                  <a:lnTo>
                    <a:pt x="238239" y="193662"/>
                  </a:lnTo>
                  <a:lnTo>
                    <a:pt x="237807" y="194932"/>
                  </a:lnTo>
                  <a:lnTo>
                    <a:pt x="236905" y="194932"/>
                  </a:lnTo>
                  <a:lnTo>
                    <a:pt x="237642" y="193662"/>
                  </a:lnTo>
                  <a:lnTo>
                    <a:pt x="235343" y="193662"/>
                  </a:lnTo>
                  <a:lnTo>
                    <a:pt x="236118" y="192392"/>
                  </a:lnTo>
                  <a:lnTo>
                    <a:pt x="232943" y="192392"/>
                  </a:lnTo>
                  <a:lnTo>
                    <a:pt x="232537" y="191122"/>
                  </a:lnTo>
                  <a:lnTo>
                    <a:pt x="228854" y="191122"/>
                  </a:lnTo>
                  <a:lnTo>
                    <a:pt x="227279" y="189852"/>
                  </a:lnTo>
                  <a:lnTo>
                    <a:pt x="227304" y="188582"/>
                  </a:lnTo>
                  <a:lnTo>
                    <a:pt x="225196" y="188582"/>
                  </a:lnTo>
                  <a:lnTo>
                    <a:pt x="224040" y="187312"/>
                  </a:lnTo>
                  <a:lnTo>
                    <a:pt x="214312" y="183502"/>
                  </a:lnTo>
                  <a:lnTo>
                    <a:pt x="213245" y="183502"/>
                  </a:lnTo>
                  <a:lnTo>
                    <a:pt x="213067" y="182232"/>
                  </a:lnTo>
                  <a:lnTo>
                    <a:pt x="211747" y="182232"/>
                  </a:lnTo>
                  <a:lnTo>
                    <a:pt x="212255" y="183502"/>
                  </a:lnTo>
                  <a:lnTo>
                    <a:pt x="210400" y="183502"/>
                  </a:lnTo>
                  <a:lnTo>
                    <a:pt x="210515" y="182232"/>
                  </a:lnTo>
                  <a:lnTo>
                    <a:pt x="209626" y="183502"/>
                  </a:lnTo>
                  <a:lnTo>
                    <a:pt x="209892" y="182232"/>
                  </a:lnTo>
                  <a:lnTo>
                    <a:pt x="209524" y="180962"/>
                  </a:lnTo>
                  <a:lnTo>
                    <a:pt x="209715" y="180962"/>
                  </a:lnTo>
                  <a:lnTo>
                    <a:pt x="206794" y="179692"/>
                  </a:lnTo>
                  <a:lnTo>
                    <a:pt x="204266" y="179692"/>
                  </a:lnTo>
                  <a:lnTo>
                    <a:pt x="201472" y="178422"/>
                  </a:lnTo>
                  <a:lnTo>
                    <a:pt x="202158" y="177152"/>
                  </a:lnTo>
                  <a:lnTo>
                    <a:pt x="200279" y="177152"/>
                  </a:lnTo>
                  <a:lnTo>
                    <a:pt x="199009" y="178422"/>
                  </a:lnTo>
                  <a:lnTo>
                    <a:pt x="197815" y="178422"/>
                  </a:lnTo>
                  <a:lnTo>
                    <a:pt x="197967" y="177152"/>
                  </a:lnTo>
                  <a:lnTo>
                    <a:pt x="198424" y="177152"/>
                  </a:lnTo>
                  <a:lnTo>
                    <a:pt x="197129" y="175882"/>
                  </a:lnTo>
                  <a:lnTo>
                    <a:pt x="194881" y="175882"/>
                  </a:lnTo>
                  <a:lnTo>
                    <a:pt x="193827" y="173342"/>
                  </a:lnTo>
                  <a:lnTo>
                    <a:pt x="192074" y="173342"/>
                  </a:lnTo>
                  <a:lnTo>
                    <a:pt x="191681" y="174612"/>
                  </a:lnTo>
                  <a:lnTo>
                    <a:pt x="189026" y="174612"/>
                  </a:lnTo>
                  <a:lnTo>
                    <a:pt x="190182" y="172072"/>
                  </a:lnTo>
                  <a:lnTo>
                    <a:pt x="187109" y="172072"/>
                  </a:lnTo>
                  <a:lnTo>
                    <a:pt x="186309" y="170802"/>
                  </a:lnTo>
                  <a:lnTo>
                    <a:pt x="187515" y="170802"/>
                  </a:lnTo>
                  <a:lnTo>
                    <a:pt x="185547" y="169532"/>
                  </a:lnTo>
                  <a:lnTo>
                    <a:pt x="185762" y="170802"/>
                  </a:lnTo>
                  <a:lnTo>
                    <a:pt x="184975" y="170802"/>
                  </a:lnTo>
                  <a:lnTo>
                    <a:pt x="184746" y="170802"/>
                  </a:lnTo>
                  <a:lnTo>
                    <a:pt x="184264" y="170802"/>
                  </a:lnTo>
                  <a:lnTo>
                    <a:pt x="183286" y="169532"/>
                  </a:lnTo>
                  <a:lnTo>
                    <a:pt x="181419" y="168262"/>
                  </a:lnTo>
                  <a:lnTo>
                    <a:pt x="179971" y="168262"/>
                  </a:lnTo>
                  <a:lnTo>
                    <a:pt x="180111" y="167144"/>
                  </a:lnTo>
                  <a:lnTo>
                    <a:pt x="178625" y="168262"/>
                  </a:lnTo>
                  <a:lnTo>
                    <a:pt x="179603" y="165722"/>
                  </a:lnTo>
                  <a:lnTo>
                    <a:pt x="177876" y="165722"/>
                  </a:lnTo>
                  <a:lnTo>
                    <a:pt x="173545" y="163271"/>
                  </a:lnTo>
                  <a:lnTo>
                    <a:pt x="173824" y="163271"/>
                  </a:lnTo>
                  <a:lnTo>
                    <a:pt x="167233" y="161912"/>
                  </a:lnTo>
                  <a:lnTo>
                    <a:pt x="163068" y="160642"/>
                  </a:lnTo>
                  <a:lnTo>
                    <a:pt x="160235" y="160642"/>
                  </a:lnTo>
                  <a:lnTo>
                    <a:pt x="158762" y="159372"/>
                  </a:lnTo>
                  <a:lnTo>
                    <a:pt x="159283" y="158102"/>
                  </a:lnTo>
                  <a:lnTo>
                    <a:pt x="158927" y="158102"/>
                  </a:lnTo>
                  <a:lnTo>
                    <a:pt x="158356" y="156832"/>
                  </a:lnTo>
                  <a:lnTo>
                    <a:pt x="157530" y="158051"/>
                  </a:lnTo>
                  <a:lnTo>
                    <a:pt x="154724" y="156832"/>
                  </a:lnTo>
                  <a:lnTo>
                    <a:pt x="157137" y="156832"/>
                  </a:lnTo>
                  <a:lnTo>
                    <a:pt x="152692" y="154292"/>
                  </a:lnTo>
                  <a:lnTo>
                    <a:pt x="151726" y="154292"/>
                  </a:lnTo>
                  <a:lnTo>
                    <a:pt x="151549" y="155562"/>
                  </a:lnTo>
                  <a:lnTo>
                    <a:pt x="150596" y="154292"/>
                  </a:lnTo>
                  <a:lnTo>
                    <a:pt x="151295" y="154292"/>
                  </a:lnTo>
                  <a:lnTo>
                    <a:pt x="148539" y="151752"/>
                  </a:lnTo>
                  <a:lnTo>
                    <a:pt x="146215" y="155562"/>
                  </a:lnTo>
                  <a:lnTo>
                    <a:pt x="143484" y="153022"/>
                  </a:lnTo>
                  <a:lnTo>
                    <a:pt x="143344" y="153327"/>
                  </a:lnTo>
                  <a:lnTo>
                    <a:pt x="142849" y="154292"/>
                  </a:lnTo>
                  <a:lnTo>
                    <a:pt x="142227" y="153327"/>
                  </a:lnTo>
                  <a:lnTo>
                    <a:pt x="142367" y="153022"/>
                  </a:lnTo>
                  <a:lnTo>
                    <a:pt x="142036" y="153022"/>
                  </a:lnTo>
                  <a:lnTo>
                    <a:pt x="141986" y="153327"/>
                  </a:lnTo>
                  <a:lnTo>
                    <a:pt x="141757" y="154292"/>
                  </a:lnTo>
                  <a:lnTo>
                    <a:pt x="139738" y="154292"/>
                  </a:lnTo>
                  <a:lnTo>
                    <a:pt x="139039" y="153022"/>
                  </a:lnTo>
                  <a:lnTo>
                    <a:pt x="137274" y="153022"/>
                  </a:lnTo>
                  <a:lnTo>
                    <a:pt x="136918" y="151752"/>
                  </a:lnTo>
                  <a:lnTo>
                    <a:pt x="136220" y="151752"/>
                  </a:lnTo>
                  <a:lnTo>
                    <a:pt x="135064" y="153022"/>
                  </a:lnTo>
                  <a:lnTo>
                    <a:pt x="133934" y="151752"/>
                  </a:lnTo>
                  <a:lnTo>
                    <a:pt x="133591" y="150482"/>
                  </a:lnTo>
                  <a:lnTo>
                    <a:pt x="132702" y="150482"/>
                  </a:lnTo>
                  <a:lnTo>
                    <a:pt x="131800" y="149263"/>
                  </a:lnTo>
                  <a:lnTo>
                    <a:pt x="131445" y="150482"/>
                  </a:lnTo>
                  <a:lnTo>
                    <a:pt x="130505" y="149263"/>
                  </a:lnTo>
                  <a:lnTo>
                    <a:pt x="130200" y="149263"/>
                  </a:lnTo>
                  <a:lnTo>
                    <a:pt x="128943" y="147942"/>
                  </a:lnTo>
                  <a:lnTo>
                    <a:pt x="129959" y="147942"/>
                  </a:lnTo>
                  <a:lnTo>
                    <a:pt x="129781" y="146672"/>
                  </a:lnTo>
                  <a:lnTo>
                    <a:pt x="128587" y="147942"/>
                  </a:lnTo>
                  <a:lnTo>
                    <a:pt x="128231" y="147942"/>
                  </a:lnTo>
                  <a:lnTo>
                    <a:pt x="129057" y="149263"/>
                  </a:lnTo>
                  <a:lnTo>
                    <a:pt x="127685" y="149263"/>
                  </a:lnTo>
                  <a:lnTo>
                    <a:pt x="126530" y="150482"/>
                  </a:lnTo>
                  <a:lnTo>
                    <a:pt x="126428" y="149263"/>
                  </a:lnTo>
                  <a:lnTo>
                    <a:pt x="125031" y="147942"/>
                  </a:lnTo>
                  <a:lnTo>
                    <a:pt x="123926" y="147942"/>
                  </a:lnTo>
                  <a:lnTo>
                    <a:pt x="123113" y="146672"/>
                  </a:lnTo>
                  <a:lnTo>
                    <a:pt x="121170" y="146672"/>
                  </a:lnTo>
                  <a:lnTo>
                    <a:pt x="120865" y="147942"/>
                  </a:lnTo>
                  <a:lnTo>
                    <a:pt x="120599" y="147942"/>
                  </a:lnTo>
                  <a:lnTo>
                    <a:pt x="120129" y="146672"/>
                  </a:lnTo>
                  <a:lnTo>
                    <a:pt x="118376" y="149212"/>
                  </a:lnTo>
                  <a:lnTo>
                    <a:pt x="117043" y="146672"/>
                  </a:lnTo>
                  <a:lnTo>
                    <a:pt x="116179" y="146672"/>
                  </a:lnTo>
                  <a:lnTo>
                    <a:pt x="117373" y="145402"/>
                  </a:lnTo>
                  <a:lnTo>
                    <a:pt x="115366" y="145402"/>
                  </a:lnTo>
                  <a:lnTo>
                    <a:pt x="115824" y="146672"/>
                  </a:lnTo>
                  <a:lnTo>
                    <a:pt x="114668" y="145402"/>
                  </a:lnTo>
                  <a:lnTo>
                    <a:pt x="112801" y="145402"/>
                  </a:lnTo>
                  <a:lnTo>
                    <a:pt x="112979" y="144132"/>
                  </a:lnTo>
                  <a:lnTo>
                    <a:pt x="113157" y="142862"/>
                  </a:lnTo>
                  <a:lnTo>
                    <a:pt x="112852" y="142862"/>
                  </a:lnTo>
                  <a:lnTo>
                    <a:pt x="113106" y="142494"/>
                  </a:lnTo>
                  <a:lnTo>
                    <a:pt x="112204" y="141592"/>
                  </a:lnTo>
                  <a:lnTo>
                    <a:pt x="111658" y="141592"/>
                  </a:lnTo>
                  <a:lnTo>
                    <a:pt x="111531" y="142494"/>
                  </a:lnTo>
                  <a:lnTo>
                    <a:pt x="111480" y="142862"/>
                  </a:lnTo>
                  <a:lnTo>
                    <a:pt x="108292" y="144132"/>
                  </a:lnTo>
                  <a:lnTo>
                    <a:pt x="112344" y="140322"/>
                  </a:lnTo>
                  <a:lnTo>
                    <a:pt x="110566" y="140322"/>
                  </a:lnTo>
                  <a:lnTo>
                    <a:pt x="109512" y="141592"/>
                  </a:lnTo>
                  <a:lnTo>
                    <a:pt x="108724" y="140322"/>
                  </a:lnTo>
                  <a:lnTo>
                    <a:pt x="108750" y="139052"/>
                  </a:lnTo>
                  <a:lnTo>
                    <a:pt x="107124" y="139052"/>
                  </a:lnTo>
                  <a:lnTo>
                    <a:pt x="106616" y="137782"/>
                  </a:lnTo>
                  <a:lnTo>
                    <a:pt x="105879" y="139052"/>
                  </a:lnTo>
                  <a:lnTo>
                    <a:pt x="104838" y="137782"/>
                  </a:lnTo>
                  <a:lnTo>
                    <a:pt x="98691" y="137782"/>
                  </a:lnTo>
                  <a:lnTo>
                    <a:pt x="98894" y="136512"/>
                  </a:lnTo>
                  <a:lnTo>
                    <a:pt x="99377" y="136512"/>
                  </a:lnTo>
                  <a:lnTo>
                    <a:pt x="99098" y="136258"/>
                  </a:lnTo>
                  <a:lnTo>
                    <a:pt x="99504" y="135242"/>
                  </a:lnTo>
                  <a:lnTo>
                    <a:pt x="98285" y="135242"/>
                  </a:lnTo>
                  <a:lnTo>
                    <a:pt x="98564" y="135763"/>
                  </a:lnTo>
                  <a:lnTo>
                    <a:pt x="98031" y="135242"/>
                  </a:lnTo>
                  <a:lnTo>
                    <a:pt x="97828" y="135242"/>
                  </a:lnTo>
                  <a:lnTo>
                    <a:pt x="97028" y="136512"/>
                  </a:lnTo>
                  <a:lnTo>
                    <a:pt x="96659" y="133972"/>
                  </a:lnTo>
                  <a:lnTo>
                    <a:pt x="95491" y="133972"/>
                  </a:lnTo>
                  <a:lnTo>
                    <a:pt x="93141" y="132702"/>
                  </a:lnTo>
                  <a:lnTo>
                    <a:pt x="92024" y="135242"/>
                  </a:lnTo>
                  <a:lnTo>
                    <a:pt x="90728" y="135242"/>
                  </a:lnTo>
                  <a:lnTo>
                    <a:pt x="90271" y="135242"/>
                  </a:lnTo>
                  <a:lnTo>
                    <a:pt x="90119" y="133972"/>
                  </a:lnTo>
                  <a:lnTo>
                    <a:pt x="90322" y="133972"/>
                  </a:lnTo>
                  <a:lnTo>
                    <a:pt x="90157" y="132702"/>
                  </a:lnTo>
                  <a:lnTo>
                    <a:pt x="89865" y="132702"/>
                  </a:lnTo>
                  <a:lnTo>
                    <a:pt x="88188" y="131432"/>
                  </a:lnTo>
                  <a:lnTo>
                    <a:pt x="88099" y="132702"/>
                  </a:lnTo>
                  <a:lnTo>
                    <a:pt x="85420" y="132702"/>
                  </a:lnTo>
                  <a:lnTo>
                    <a:pt x="84010" y="131432"/>
                  </a:lnTo>
                  <a:lnTo>
                    <a:pt x="83019" y="131432"/>
                  </a:lnTo>
                  <a:lnTo>
                    <a:pt x="82956" y="132702"/>
                  </a:lnTo>
                  <a:lnTo>
                    <a:pt x="82143" y="131432"/>
                  </a:lnTo>
                  <a:lnTo>
                    <a:pt x="82372" y="131432"/>
                  </a:lnTo>
                  <a:lnTo>
                    <a:pt x="82486" y="130784"/>
                  </a:lnTo>
                  <a:lnTo>
                    <a:pt x="81889" y="131432"/>
                  </a:lnTo>
                  <a:lnTo>
                    <a:pt x="81483" y="131432"/>
                  </a:lnTo>
                  <a:lnTo>
                    <a:pt x="81280" y="130581"/>
                  </a:lnTo>
                  <a:lnTo>
                    <a:pt x="81191" y="130162"/>
                  </a:lnTo>
                  <a:lnTo>
                    <a:pt x="79870" y="130162"/>
                  </a:lnTo>
                  <a:lnTo>
                    <a:pt x="79197" y="128892"/>
                  </a:lnTo>
                  <a:lnTo>
                    <a:pt x="76898" y="128892"/>
                  </a:lnTo>
                  <a:lnTo>
                    <a:pt x="77038" y="127723"/>
                  </a:lnTo>
                  <a:lnTo>
                    <a:pt x="75933" y="127723"/>
                  </a:lnTo>
                  <a:lnTo>
                    <a:pt x="77050" y="126352"/>
                  </a:lnTo>
                  <a:lnTo>
                    <a:pt x="75082" y="126352"/>
                  </a:lnTo>
                  <a:lnTo>
                    <a:pt x="76276" y="125260"/>
                  </a:lnTo>
                  <a:lnTo>
                    <a:pt x="76492" y="125260"/>
                  </a:lnTo>
                  <a:lnTo>
                    <a:pt x="76250" y="123812"/>
                  </a:lnTo>
                  <a:lnTo>
                    <a:pt x="74358" y="123812"/>
                  </a:lnTo>
                  <a:lnTo>
                    <a:pt x="73914" y="125095"/>
                  </a:lnTo>
                  <a:lnTo>
                    <a:pt x="71285" y="123812"/>
                  </a:lnTo>
                  <a:lnTo>
                    <a:pt x="70078" y="126352"/>
                  </a:lnTo>
                  <a:lnTo>
                    <a:pt x="68656" y="125260"/>
                  </a:lnTo>
                  <a:lnTo>
                    <a:pt x="67487" y="125260"/>
                  </a:lnTo>
                  <a:lnTo>
                    <a:pt x="67068" y="123812"/>
                  </a:lnTo>
                  <a:lnTo>
                    <a:pt x="66611" y="122542"/>
                  </a:lnTo>
                  <a:lnTo>
                    <a:pt x="64643" y="121272"/>
                  </a:lnTo>
                  <a:lnTo>
                    <a:pt x="64249" y="122542"/>
                  </a:lnTo>
                  <a:lnTo>
                    <a:pt x="65239" y="123812"/>
                  </a:lnTo>
                  <a:lnTo>
                    <a:pt x="62331" y="123812"/>
                  </a:lnTo>
                  <a:lnTo>
                    <a:pt x="62255" y="122542"/>
                  </a:lnTo>
                  <a:lnTo>
                    <a:pt x="62166" y="121272"/>
                  </a:lnTo>
                  <a:lnTo>
                    <a:pt x="61290" y="122542"/>
                  </a:lnTo>
                  <a:lnTo>
                    <a:pt x="61074" y="121272"/>
                  </a:lnTo>
                  <a:lnTo>
                    <a:pt x="57404" y="121272"/>
                  </a:lnTo>
                  <a:lnTo>
                    <a:pt x="56769" y="120002"/>
                  </a:lnTo>
                  <a:lnTo>
                    <a:pt x="56883" y="121272"/>
                  </a:lnTo>
                  <a:lnTo>
                    <a:pt x="55803" y="121272"/>
                  </a:lnTo>
                  <a:lnTo>
                    <a:pt x="56578" y="118732"/>
                  </a:lnTo>
                  <a:lnTo>
                    <a:pt x="54000" y="118732"/>
                  </a:lnTo>
                  <a:lnTo>
                    <a:pt x="53594" y="117703"/>
                  </a:lnTo>
                  <a:lnTo>
                    <a:pt x="53708" y="117462"/>
                  </a:lnTo>
                  <a:lnTo>
                    <a:pt x="53581" y="117665"/>
                  </a:lnTo>
                  <a:lnTo>
                    <a:pt x="53517" y="117462"/>
                  </a:lnTo>
                  <a:lnTo>
                    <a:pt x="53340" y="118059"/>
                  </a:lnTo>
                  <a:lnTo>
                    <a:pt x="52933" y="118732"/>
                  </a:lnTo>
                  <a:lnTo>
                    <a:pt x="51485" y="117462"/>
                  </a:lnTo>
                  <a:lnTo>
                    <a:pt x="50228" y="117462"/>
                  </a:lnTo>
                  <a:lnTo>
                    <a:pt x="51396" y="116192"/>
                  </a:lnTo>
                  <a:lnTo>
                    <a:pt x="48933" y="117462"/>
                  </a:lnTo>
                  <a:lnTo>
                    <a:pt x="49250" y="114922"/>
                  </a:lnTo>
                  <a:lnTo>
                    <a:pt x="48425" y="116192"/>
                  </a:lnTo>
                  <a:lnTo>
                    <a:pt x="47002" y="114922"/>
                  </a:lnTo>
                  <a:lnTo>
                    <a:pt x="46266" y="116192"/>
                  </a:lnTo>
                  <a:lnTo>
                    <a:pt x="45364" y="114922"/>
                  </a:lnTo>
                  <a:lnTo>
                    <a:pt x="46012" y="113652"/>
                  </a:lnTo>
                  <a:lnTo>
                    <a:pt x="45224" y="113652"/>
                  </a:lnTo>
                  <a:lnTo>
                    <a:pt x="43637" y="112382"/>
                  </a:lnTo>
                  <a:lnTo>
                    <a:pt x="42887" y="111163"/>
                  </a:lnTo>
                  <a:lnTo>
                    <a:pt x="41402" y="112382"/>
                  </a:lnTo>
                  <a:lnTo>
                    <a:pt x="41325" y="111163"/>
                  </a:lnTo>
                  <a:lnTo>
                    <a:pt x="41033" y="112382"/>
                  </a:lnTo>
                  <a:lnTo>
                    <a:pt x="40233" y="111163"/>
                  </a:lnTo>
                  <a:lnTo>
                    <a:pt x="40462" y="112382"/>
                  </a:lnTo>
                  <a:lnTo>
                    <a:pt x="40017" y="112382"/>
                  </a:lnTo>
                  <a:lnTo>
                    <a:pt x="39382" y="113652"/>
                  </a:lnTo>
                  <a:lnTo>
                    <a:pt x="39154" y="112382"/>
                  </a:lnTo>
                  <a:lnTo>
                    <a:pt x="37782" y="112382"/>
                  </a:lnTo>
                  <a:lnTo>
                    <a:pt x="37985" y="111163"/>
                  </a:lnTo>
                  <a:lnTo>
                    <a:pt x="35471" y="111163"/>
                  </a:lnTo>
                  <a:lnTo>
                    <a:pt x="36474" y="112382"/>
                  </a:lnTo>
                  <a:lnTo>
                    <a:pt x="36322" y="113652"/>
                  </a:lnTo>
                  <a:lnTo>
                    <a:pt x="35001" y="113652"/>
                  </a:lnTo>
                  <a:lnTo>
                    <a:pt x="35242" y="112382"/>
                  </a:lnTo>
                  <a:lnTo>
                    <a:pt x="33274" y="112382"/>
                  </a:lnTo>
                  <a:lnTo>
                    <a:pt x="33337" y="111163"/>
                  </a:lnTo>
                  <a:lnTo>
                    <a:pt x="35166" y="109842"/>
                  </a:lnTo>
                  <a:lnTo>
                    <a:pt x="33743" y="108724"/>
                  </a:lnTo>
                  <a:lnTo>
                    <a:pt x="33909" y="108724"/>
                  </a:lnTo>
                  <a:lnTo>
                    <a:pt x="34518" y="107302"/>
                  </a:lnTo>
                  <a:lnTo>
                    <a:pt x="34328" y="106032"/>
                  </a:lnTo>
                  <a:lnTo>
                    <a:pt x="33401" y="106032"/>
                  </a:lnTo>
                  <a:lnTo>
                    <a:pt x="33540" y="106426"/>
                  </a:lnTo>
                  <a:lnTo>
                    <a:pt x="33274" y="106197"/>
                  </a:lnTo>
                  <a:lnTo>
                    <a:pt x="33235" y="106400"/>
                  </a:lnTo>
                  <a:lnTo>
                    <a:pt x="33451" y="106514"/>
                  </a:lnTo>
                  <a:lnTo>
                    <a:pt x="33870" y="107302"/>
                  </a:lnTo>
                  <a:lnTo>
                    <a:pt x="33667" y="107302"/>
                  </a:lnTo>
                  <a:lnTo>
                    <a:pt x="33667" y="108369"/>
                  </a:lnTo>
                  <a:lnTo>
                    <a:pt x="33553" y="107823"/>
                  </a:lnTo>
                  <a:lnTo>
                    <a:pt x="33489" y="107302"/>
                  </a:lnTo>
                  <a:lnTo>
                    <a:pt x="31991" y="108369"/>
                  </a:lnTo>
                  <a:lnTo>
                    <a:pt x="32283" y="109842"/>
                  </a:lnTo>
                  <a:lnTo>
                    <a:pt x="30835" y="109283"/>
                  </a:lnTo>
                  <a:lnTo>
                    <a:pt x="30835" y="116192"/>
                  </a:lnTo>
                  <a:lnTo>
                    <a:pt x="28981" y="117284"/>
                  </a:lnTo>
                  <a:lnTo>
                    <a:pt x="29057" y="116192"/>
                  </a:lnTo>
                  <a:lnTo>
                    <a:pt x="30835" y="116192"/>
                  </a:lnTo>
                  <a:lnTo>
                    <a:pt x="30835" y="109283"/>
                  </a:lnTo>
                  <a:lnTo>
                    <a:pt x="29413" y="108724"/>
                  </a:lnTo>
                  <a:lnTo>
                    <a:pt x="29946" y="108724"/>
                  </a:lnTo>
                  <a:lnTo>
                    <a:pt x="28778" y="107823"/>
                  </a:lnTo>
                  <a:lnTo>
                    <a:pt x="28270" y="108724"/>
                  </a:lnTo>
                  <a:lnTo>
                    <a:pt x="29057" y="108724"/>
                  </a:lnTo>
                  <a:lnTo>
                    <a:pt x="29362" y="109842"/>
                  </a:lnTo>
                  <a:lnTo>
                    <a:pt x="28194" y="109842"/>
                  </a:lnTo>
                  <a:lnTo>
                    <a:pt x="28244" y="108369"/>
                  </a:lnTo>
                  <a:lnTo>
                    <a:pt x="27711" y="107302"/>
                  </a:lnTo>
                  <a:lnTo>
                    <a:pt x="27482" y="107302"/>
                  </a:lnTo>
                  <a:lnTo>
                    <a:pt x="27355" y="106032"/>
                  </a:lnTo>
                  <a:lnTo>
                    <a:pt x="26568" y="106032"/>
                  </a:lnTo>
                  <a:lnTo>
                    <a:pt x="25552" y="106032"/>
                  </a:lnTo>
                  <a:lnTo>
                    <a:pt x="26225" y="104889"/>
                  </a:lnTo>
                  <a:lnTo>
                    <a:pt x="27343" y="104889"/>
                  </a:lnTo>
                  <a:lnTo>
                    <a:pt x="26619" y="103492"/>
                  </a:lnTo>
                  <a:lnTo>
                    <a:pt x="24574" y="103492"/>
                  </a:lnTo>
                  <a:lnTo>
                    <a:pt x="24955" y="104889"/>
                  </a:lnTo>
                  <a:lnTo>
                    <a:pt x="24561" y="104889"/>
                  </a:lnTo>
                  <a:lnTo>
                    <a:pt x="25400" y="106032"/>
                  </a:lnTo>
                  <a:lnTo>
                    <a:pt x="22555" y="106032"/>
                  </a:lnTo>
                  <a:lnTo>
                    <a:pt x="22364" y="104889"/>
                  </a:lnTo>
                  <a:lnTo>
                    <a:pt x="22275" y="105664"/>
                  </a:lnTo>
                  <a:lnTo>
                    <a:pt x="22237" y="106032"/>
                  </a:lnTo>
                  <a:lnTo>
                    <a:pt x="21590" y="106032"/>
                  </a:lnTo>
                  <a:lnTo>
                    <a:pt x="21628" y="104889"/>
                  </a:lnTo>
                  <a:lnTo>
                    <a:pt x="20408" y="103492"/>
                  </a:lnTo>
                  <a:lnTo>
                    <a:pt x="20231" y="104889"/>
                  </a:lnTo>
                  <a:lnTo>
                    <a:pt x="19126" y="104889"/>
                  </a:lnTo>
                  <a:lnTo>
                    <a:pt x="19748" y="103492"/>
                  </a:lnTo>
                  <a:lnTo>
                    <a:pt x="18961" y="103492"/>
                  </a:lnTo>
                  <a:lnTo>
                    <a:pt x="17411" y="102222"/>
                  </a:lnTo>
                  <a:lnTo>
                    <a:pt x="16217" y="102222"/>
                  </a:lnTo>
                  <a:lnTo>
                    <a:pt x="16116" y="100545"/>
                  </a:lnTo>
                  <a:lnTo>
                    <a:pt x="16065" y="99682"/>
                  </a:lnTo>
                  <a:lnTo>
                    <a:pt x="10782" y="99682"/>
                  </a:lnTo>
                  <a:lnTo>
                    <a:pt x="10629" y="100545"/>
                  </a:lnTo>
                  <a:lnTo>
                    <a:pt x="10566" y="100952"/>
                  </a:lnTo>
                  <a:lnTo>
                    <a:pt x="10185" y="99682"/>
                  </a:lnTo>
                  <a:lnTo>
                    <a:pt x="9512" y="100545"/>
                  </a:lnTo>
                  <a:lnTo>
                    <a:pt x="7975" y="98412"/>
                  </a:lnTo>
                  <a:lnTo>
                    <a:pt x="9804" y="99682"/>
                  </a:lnTo>
                  <a:lnTo>
                    <a:pt x="8737" y="98412"/>
                  </a:lnTo>
                  <a:lnTo>
                    <a:pt x="8547" y="97574"/>
                  </a:lnTo>
                  <a:lnTo>
                    <a:pt x="7543" y="98412"/>
                  </a:lnTo>
                  <a:lnTo>
                    <a:pt x="6489" y="97142"/>
                  </a:lnTo>
                  <a:lnTo>
                    <a:pt x="7442" y="95872"/>
                  </a:lnTo>
                  <a:lnTo>
                    <a:pt x="5816" y="96837"/>
                  </a:lnTo>
                  <a:lnTo>
                    <a:pt x="5943" y="97142"/>
                  </a:lnTo>
                  <a:lnTo>
                    <a:pt x="5308" y="97142"/>
                  </a:lnTo>
                  <a:lnTo>
                    <a:pt x="4292" y="97142"/>
                  </a:lnTo>
                  <a:lnTo>
                    <a:pt x="2743" y="95872"/>
                  </a:lnTo>
                  <a:lnTo>
                    <a:pt x="2743" y="94602"/>
                  </a:lnTo>
                  <a:lnTo>
                    <a:pt x="635" y="95872"/>
                  </a:lnTo>
                  <a:lnTo>
                    <a:pt x="0" y="95872"/>
                  </a:lnTo>
                  <a:lnTo>
                    <a:pt x="1498" y="98412"/>
                  </a:lnTo>
                  <a:lnTo>
                    <a:pt x="1447" y="95872"/>
                  </a:lnTo>
                  <a:lnTo>
                    <a:pt x="2768" y="98412"/>
                  </a:lnTo>
                  <a:lnTo>
                    <a:pt x="3238" y="98412"/>
                  </a:lnTo>
                  <a:lnTo>
                    <a:pt x="3556" y="97574"/>
                  </a:lnTo>
                  <a:lnTo>
                    <a:pt x="3644" y="97345"/>
                  </a:lnTo>
                  <a:lnTo>
                    <a:pt x="3721" y="97142"/>
                  </a:lnTo>
                  <a:lnTo>
                    <a:pt x="4673" y="98412"/>
                  </a:lnTo>
                  <a:lnTo>
                    <a:pt x="5549" y="99682"/>
                  </a:lnTo>
                  <a:lnTo>
                    <a:pt x="6134" y="99682"/>
                  </a:lnTo>
                  <a:lnTo>
                    <a:pt x="4622" y="100952"/>
                  </a:lnTo>
                  <a:lnTo>
                    <a:pt x="5715" y="100952"/>
                  </a:lnTo>
                  <a:lnTo>
                    <a:pt x="6667" y="99682"/>
                  </a:lnTo>
                  <a:lnTo>
                    <a:pt x="7035" y="99682"/>
                  </a:lnTo>
                  <a:lnTo>
                    <a:pt x="5930" y="100952"/>
                  </a:lnTo>
                  <a:lnTo>
                    <a:pt x="6197" y="100952"/>
                  </a:lnTo>
                  <a:lnTo>
                    <a:pt x="6705" y="102222"/>
                  </a:lnTo>
                  <a:lnTo>
                    <a:pt x="5207" y="102222"/>
                  </a:lnTo>
                  <a:lnTo>
                    <a:pt x="6248" y="103492"/>
                  </a:lnTo>
                  <a:lnTo>
                    <a:pt x="8051" y="102222"/>
                  </a:lnTo>
                  <a:lnTo>
                    <a:pt x="10490" y="102222"/>
                  </a:lnTo>
                  <a:lnTo>
                    <a:pt x="11176" y="103492"/>
                  </a:lnTo>
                  <a:lnTo>
                    <a:pt x="9525" y="103492"/>
                  </a:lnTo>
                  <a:lnTo>
                    <a:pt x="10972" y="104889"/>
                  </a:lnTo>
                  <a:lnTo>
                    <a:pt x="10769" y="105664"/>
                  </a:lnTo>
                  <a:lnTo>
                    <a:pt x="11938" y="104889"/>
                  </a:lnTo>
                  <a:lnTo>
                    <a:pt x="12103" y="104889"/>
                  </a:lnTo>
                  <a:lnTo>
                    <a:pt x="11861" y="105664"/>
                  </a:lnTo>
                  <a:lnTo>
                    <a:pt x="11747" y="106032"/>
                  </a:lnTo>
                  <a:lnTo>
                    <a:pt x="12903" y="107302"/>
                  </a:lnTo>
                  <a:lnTo>
                    <a:pt x="13931" y="107302"/>
                  </a:lnTo>
                  <a:lnTo>
                    <a:pt x="13677" y="108369"/>
                  </a:lnTo>
                  <a:lnTo>
                    <a:pt x="13589" y="108724"/>
                  </a:lnTo>
                  <a:lnTo>
                    <a:pt x="13982" y="108724"/>
                  </a:lnTo>
                  <a:lnTo>
                    <a:pt x="17830" y="107302"/>
                  </a:lnTo>
                  <a:lnTo>
                    <a:pt x="16497" y="109842"/>
                  </a:lnTo>
                  <a:lnTo>
                    <a:pt x="21247" y="109842"/>
                  </a:lnTo>
                  <a:lnTo>
                    <a:pt x="19189" y="111163"/>
                  </a:lnTo>
                  <a:lnTo>
                    <a:pt x="19392" y="111163"/>
                  </a:lnTo>
                  <a:lnTo>
                    <a:pt x="22466" y="112382"/>
                  </a:lnTo>
                  <a:lnTo>
                    <a:pt x="23431" y="112382"/>
                  </a:lnTo>
                  <a:lnTo>
                    <a:pt x="22631" y="113652"/>
                  </a:lnTo>
                  <a:lnTo>
                    <a:pt x="23761" y="113652"/>
                  </a:lnTo>
                  <a:lnTo>
                    <a:pt x="24320" y="114922"/>
                  </a:lnTo>
                  <a:lnTo>
                    <a:pt x="27127" y="114922"/>
                  </a:lnTo>
                  <a:lnTo>
                    <a:pt x="26543" y="115658"/>
                  </a:lnTo>
                  <a:lnTo>
                    <a:pt x="25958" y="115341"/>
                  </a:lnTo>
                  <a:lnTo>
                    <a:pt x="26504" y="115697"/>
                  </a:lnTo>
                  <a:lnTo>
                    <a:pt x="26123" y="116192"/>
                  </a:lnTo>
                  <a:lnTo>
                    <a:pt x="27076" y="116192"/>
                  </a:lnTo>
                  <a:lnTo>
                    <a:pt x="27609" y="117284"/>
                  </a:lnTo>
                  <a:lnTo>
                    <a:pt x="27698" y="117462"/>
                  </a:lnTo>
                  <a:lnTo>
                    <a:pt x="28689" y="117462"/>
                  </a:lnTo>
                  <a:lnTo>
                    <a:pt x="29883" y="118732"/>
                  </a:lnTo>
                  <a:lnTo>
                    <a:pt x="30149" y="117462"/>
                  </a:lnTo>
                  <a:lnTo>
                    <a:pt x="31356" y="120002"/>
                  </a:lnTo>
                  <a:lnTo>
                    <a:pt x="33489" y="117462"/>
                  </a:lnTo>
                  <a:lnTo>
                    <a:pt x="34429" y="120002"/>
                  </a:lnTo>
                  <a:lnTo>
                    <a:pt x="34759" y="120002"/>
                  </a:lnTo>
                  <a:lnTo>
                    <a:pt x="36512" y="121272"/>
                  </a:lnTo>
                  <a:lnTo>
                    <a:pt x="38087" y="121272"/>
                  </a:lnTo>
                  <a:lnTo>
                    <a:pt x="37973" y="122542"/>
                  </a:lnTo>
                  <a:lnTo>
                    <a:pt x="38963" y="123812"/>
                  </a:lnTo>
                  <a:lnTo>
                    <a:pt x="43129" y="123812"/>
                  </a:lnTo>
                  <a:lnTo>
                    <a:pt x="42773" y="125260"/>
                  </a:lnTo>
                  <a:lnTo>
                    <a:pt x="44500" y="125260"/>
                  </a:lnTo>
                  <a:lnTo>
                    <a:pt x="45212" y="127723"/>
                  </a:lnTo>
                  <a:lnTo>
                    <a:pt x="46291" y="126352"/>
                  </a:lnTo>
                  <a:lnTo>
                    <a:pt x="47244" y="125260"/>
                  </a:lnTo>
                  <a:lnTo>
                    <a:pt x="47459" y="125260"/>
                  </a:lnTo>
                  <a:lnTo>
                    <a:pt x="48285" y="127723"/>
                  </a:lnTo>
                  <a:lnTo>
                    <a:pt x="50952" y="128892"/>
                  </a:lnTo>
                  <a:lnTo>
                    <a:pt x="52539" y="128892"/>
                  </a:lnTo>
                  <a:lnTo>
                    <a:pt x="50838" y="130162"/>
                  </a:lnTo>
                  <a:lnTo>
                    <a:pt x="52539" y="130162"/>
                  </a:lnTo>
                  <a:lnTo>
                    <a:pt x="53428" y="131432"/>
                  </a:lnTo>
                  <a:lnTo>
                    <a:pt x="53606" y="130581"/>
                  </a:lnTo>
                  <a:lnTo>
                    <a:pt x="53708" y="130162"/>
                  </a:lnTo>
                  <a:lnTo>
                    <a:pt x="54483" y="130162"/>
                  </a:lnTo>
                  <a:lnTo>
                    <a:pt x="54483" y="130581"/>
                  </a:lnTo>
                  <a:lnTo>
                    <a:pt x="54749" y="130378"/>
                  </a:lnTo>
                  <a:lnTo>
                    <a:pt x="54940" y="130162"/>
                  </a:lnTo>
                  <a:lnTo>
                    <a:pt x="55778" y="130162"/>
                  </a:lnTo>
                  <a:lnTo>
                    <a:pt x="56045" y="131432"/>
                  </a:lnTo>
                  <a:lnTo>
                    <a:pt x="56629" y="131432"/>
                  </a:lnTo>
                  <a:lnTo>
                    <a:pt x="57797" y="132702"/>
                  </a:lnTo>
                  <a:lnTo>
                    <a:pt x="60134" y="132702"/>
                  </a:lnTo>
                  <a:lnTo>
                    <a:pt x="58737" y="133972"/>
                  </a:lnTo>
                  <a:lnTo>
                    <a:pt x="61582" y="133972"/>
                  </a:lnTo>
                  <a:lnTo>
                    <a:pt x="62026" y="135242"/>
                  </a:lnTo>
                  <a:lnTo>
                    <a:pt x="63258" y="135242"/>
                  </a:lnTo>
                  <a:lnTo>
                    <a:pt x="65163" y="136512"/>
                  </a:lnTo>
                  <a:lnTo>
                    <a:pt x="64808" y="137782"/>
                  </a:lnTo>
                  <a:lnTo>
                    <a:pt x="68402" y="137782"/>
                  </a:lnTo>
                  <a:lnTo>
                    <a:pt x="67068" y="139052"/>
                  </a:lnTo>
                  <a:lnTo>
                    <a:pt x="69024" y="139052"/>
                  </a:lnTo>
                  <a:lnTo>
                    <a:pt x="68884" y="140322"/>
                  </a:lnTo>
                  <a:lnTo>
                    <a:pt x="69786" y="139052"/>
                  </a:lnTo>
                  <a:lnTo>
                    <a:pt x="69342" y="140322"/>
                  </a:lnTo>
                  <a:lnTo>
                    <a:pt x="70485" y="139052"/>
                  </a:lnTo>
                  <a:lnTo>
                    <a:pt x="70523" y="140322"/>
                  </a:lnTo>
                  <a:lnTo>
                    <a:pt x="70993" y="140322"/>
                  </a:lnTo>
                  <a:lnTo>
                    <a:pt x="71005" y="142862"/>
                  </a:lnTo>
                  <a:lnTo>
                    <a:pt x="72631" y="141592"/>
                  </a:lnTo>
                  <a:lnTo>
                    <a:pt x="73113" y="142862"/>
                  </a:lnTo>
                  <a:lnTo>
                    <a:pt x="73431" y="141592"/>
                  </a:lnTo>
                  <a:lnTo>
                    <a:pt x="77038" y="141592"/>
                  </a:lnTo>
                  <a:lnTo>
                    <a:pt x="78841" y="145402"/>
                  </a:lnTo>
                  <a:lnTo>
                    <a:pt x="82448" y="146672"/>
                  </a:lnTo>
                  <a:lnTo>
                    <a:pt x="83769" y="146672"/>
                  </a:lnTo>
                  <a:lnTo>
                    <a:pt x="84162" y="147942"/>
                  </a:lnTo>
                  <a:lnTo>
                    <a:pt x="84645" y="147942"/>
                  </a:lnTo>
                  <a:lnTo>
                    <a:pt x="84188" y="146672"/>
                  </a:lnTo>
                  <a:lnTo>
                    <a:pt x="85915" y="147942"/>
                  </a:lnTo>
                  <a:lnTo>
                    <a:pt x="86525" y="147942"/>
                  </a:lnTo>
                  <a:lnTo>
                    <a:pt x="89077" y="149263"/>
                  </a:lnTo>
                  <a:lnTo>
                    <a:pt x="89725" y="149263"/>
                  </a:lnTo>
                  <a:lnTo>
                    <a:pt x="90043" y="149326"/>
                  </a:lnTo>
                  <a:lnTo>
                    <a:pt x="91249" y="149263"/>
                  </a:lnTo>
                  <a:lnTo>
                    <a:pt x="92278" y="150406"/>
                  </a:lnTo>
                  <a:lnTo>
                    <a:pt x="92100" y="150647"/>
                  </a:lnTo>
                  <a:lnTo>
                    <a:pt x="92278" y="150520"/>
                  </a:lnTo>
                  <a:lnTo>
                    <a:pt x="92481" y="150545"/>
                  </a:lnTo>
                  <a:lnTo>
                    <a:pt x="92671" y="150583"/>
                  </a:lnTo>
                  <a:lnTo>
                    <a:pt x="92506" y="150482"/>
                  </a:lnTo>
                  <a:lnTo>
                    <a:pt x="93497" y="150482"/>
                  </a:lnTo>
                  <a:lnTo>
                    <a:pt x="93256" y="151752"/>
                  </a:lnTo>
                  <a:lnTo>
                    <a:pt x="94043" y="153022"/>
                  </a:lnTo>
                  <a:lnTo>
                    <a:pt x="95846" y="153022"/>
                  </a:lnTo>
                  <a:lnTo>
                    <a:pt x="95834" y="153327"/>
                  </a:lnTo>
                  <a:lnTo>
                    <a:pt x="95999" y="153022"/>
                  </a:lnTo>
                  <a:lnTo>
                    <a:pt x="96901" y="153022"/>
                  </a:lnTo>
                  <a:lnTo>
                    <a:pt x="96723" y="154292"/>
                  </a:lnTo>
                  <a:lnTo>
                    <a:pt x="99161" y="153022"/>
                  </a:lnTo>
                  <a:lnTo>
                    <a:pt x="100025" y="154292"/>
                  </a:lnTo>
                  <a:lnTo>
                    <a:pt x="99745" y="155562"/>
                  </a:lnTo>
                  <a:lnTo>
                    <a:pt x="100342" y="155562"/>
                  </a:lnTo>
                  <a:lnTo>
                    <a:pt x="101041" y="154292"/>
                  </a:lnTo>
                  <a:lnTo>
                    <a:pt x="100647" y="155562"/>
                  </a:lnTo>
                  <a:lnTo>
                    <a:pt x="103733" y="155562"/>
                  </a:lnTo>
                  <a:lnTo>
                    <a:pt x="103555" y="156832"/>
                  </a:lnTo>
                  <a:lnTo>
                    <a:pt x="105244" y="156832"/>
                  </a:lnTo>
                  <a:lnTo>
                    <a:pt x="106095" y="157530"/>
                  </a:lnTo>
                  <a:lnTo>
                    <a:pt x="106426" y="156832"/>
                  </a:lnTo>
                  <a:lnTo>
                    <a:pt x="106553" y="156832"/>
                  </a:lnTo>
                  <a:lnTo>
                    <a:pt x="106641" y="158000"/>
                  </a:lnTo>
                  <a:lnTo>
                    <a:pt x="106095" y="157530"/>
                  </a:lnTo>
                  <a:lnTo>
                    <a:pt x="105816" y="158102"/>
                  </a:lnTo>
                  <a:lnTo>
                    <a:pt x="106654" y="158102"/>
                  </a:lnTo>
                  <a:lnTo>
                    <a:pt x="106781" y="158102"/>
                  </a:lnTo>
                  <a:lnTo>
                    <a:pt x="107823" y="156832"/>
                  </a:lnTo>
                  <a:lnTo>
                    <a:pt x="107378" y="158102"/>
                  </a:lnTo>
                  <a:lnTo>
                    <a:pt x="108102" y="158102"/>
                  </a:lnTo>
                  <a:lnTo>
                    <a:pt x="107188" y="159372"/>
                  </a:lnTo>
                  <a:lnTo>
                    <a:pt x="108940" y="159372"/>
                  </a:lnTo>
                  <a:lnTo>
                    <a:pt x="109258" y="158102"/>
                  </a:lnTo>
                  <a:lnTo>
                    <a:pt x="109753" y="159372"/>
                  </a:lnTo>
                  <a:lnTo>
                    <a:pt x="110934" y="159372"/>
                  </a:lnTo>
                  <a:lnTo>
                    <a:pt x="110566" y="160642"/>
                  </a:lnTo>
                  <a:lnTo>
                    <a:pt x="112725" y="160642"/>
                  </a:lnTo>
                  <a:lnTo>
                    <a:pt x="112763" y="161912"/>
                  </a:lnTo>
                  <a:lnTo>
                    <a:pt x="112852" y="164452"/>
                  </a:lnTo>
                  <a:lnTo>
                    <a:pt x="114871" y="163271"/>
                  </a:lnTo>
                  <a:lnTo>
                    <a:pt x="115989" y="164452"/>
                  </a:lnTo>
                  <a:lnTo>
                    <a:pt x="117678" y="164452"/>
                  </a:lnTo>
                  <a:lnTo>
                    <a:pt x="118948" y="165722"/>
                  </a:lnTo>
                  <a:lnTo>
                    <a:pt x="121170" y="165722"/>
                  </a:lnTo>
                  <a:lnTo>
                    <a:pt x="122948" y="166992"/>
                  </a:lnTo>
                  <a:lnTo>
                    <a:pt x="124802" y="166992"/>
                  </a:lnTo>
                  <a:lnTo>
                    <a:pt x="124256" y="168262"/>
                  </a:lnTo>
                  <a:lnTo>
                    <a:pt x="125691" y="168262"/>
                  </a:lnTo>
                  <a:lnTo>
                    <a:pt x="126885" y="169532"/>
                  </a:lnTo>
                  <a:lnTo>
                    <a:pt x="127749" y="169532"/>
                  </a:lnTo>
                  <a:lnTo>
                    <a:pt x="128524" y="172072"/>
                  </a:lnTo>
                  <a:lnTo>
                    <a:pt x="128308" y="170802"/>
                  </a:lnTo>
                  <a:lnTo>
                    <a:pt x="130124" y="170802"/>
                  </a:lnTo>
                  <a:lnTo>
                    <a:pt x="130517" y="169532"/>
                  </a:lnTo>
                  <a:lnTo>
                    <a:pt x="131902" y="170802"/>
                  </a:lnTo>
                  <a:lnTo>
                    <a:pt x="130606" y="170802"/>
                  </a:lnTo>
                  <a:lnTo>
                    <a:pt x="131292" y="172072"/>
                  </a:lnTo>
                  <a:lnTo>
                    <a:pt x="132257" y="172072"/>
                  </a:lnTo>
                  <a:lnTo>
                    <a:pt x="132753" y="170802"/>
                  </a:lnTo>
                  <a:lnTo>
                    <a:pt x="133921" y="172072"/>
                  </a:lnTo>
                  <a:lnTo>
                    <a:pt x="133705" y="173342"/>
                  </a:lnTo>
                  <a:lnTo>
                    <a:pt x="137261" y="173342"/>
                  </a:lnTo>
                  <a:lnTo>
                    <a:pt x="136639" y="175882"/>
                  </a:lnTo>
                  <a:lnTo>
                    <a:pt x="138582" y="173342"/>
                  </a:lnTo>
                  <a:lnTo>
                    <a:pt x="139026" y="174612"/>
                  </a:lnTo>
                  <a:lnTo>
                    <a:pt x="140284" y="174612"/>
                  </a:lnTo>
                  <a:lnTo>
                    <a:pt x="139839" y="175882"/>
                  </a:lnTo>
                  <a:lnTo>
                    <a:pt x="141859" y="175882"/>
                  </a:lnTo>
                  <a:lnTo>
                    <a:pt x="145249" y="177152"/>
                  </a:lnTo>
                  <a:lnTo>
                    <a:pt x="144907" y="178422"/>
                  </a:lnTo>
                  <a:lnTo>
                    <a:pt x="145669" y="177152"/>
                  </a:lnTo>
                  <a:lnTo>
                    <a:pt x="146367" y="178422"/>
                  </a:lnTo>
                  <a:lnTo>
                    <a:pt x="146634" y="177152"/>
                  </a:lnTo>
                  <a:lnTo>
                    <a:pt x="149161" y="178422"/>
                  </a:lnTo>
                  <a:lnTo>
                    <a:pt x="151168" y="180962"/>
                  </a:lnTo>
                  <a:lnTo>
                    <a:pt x="154038" y="182232"/>
                  </a:lnTo>
                  <a:lnTo>
                    <a:pt x="153784" y="183502"/>
                  </a:lnTo>
                  <a:lnTo>
                    <a:pt x="154698" y="182232"/>
                  </a:lnTo>
                  <a:lnTo>
                    <a:pt x="157492" y="184772"/>
                  </a:lnTo>
                  <a:lnTo>
                    <a:pt x="161163" y="186042"/>
                  </a:lnTo>
                  <a:lnTo>
                    <a:pt x="163512" y="187312"/>
                  </a:lnTo>
                  <a:lnTo>
                    <a:pt x="166954" y="187312"/>
                  </a:lnTo>
                  <a:lnTo>
                    <a:pt x="169278" y="188582"/>
                  </a:lnTo>
                  <a:lnTo>
                    <a:pt x="171665" y="188582"/>
                  </a:lnTo>
                  <a:lnTo>
                    <a:pt x="173799" y="189852"/>
                  </a:lnTo>
                  <a:lnTo>
                    <a:pt x="173507" y="191122"/>
                  </a:lnTo>
                  <a:lnTo>
                    <a:pt x="174675" y="191122"/>
                  </a:lnTo>
                  <a:lnTo>
                    <a:pt x="175158" y="192392"/>
                  </a:lnTo>
                  <a:lnTo>
                    <a:pt x="174828" y="191122"/>
                  </a:lnTo>
                  <a:lnTo>
                    <a:pt x="175806" y="191122"/>
                  </a:lnTo>
                  <a:lnTo>
                    <a:pt x="176530" y="192392"/>
                  </a:lnTo>
                  <a:lnTo>
                    <a:pt x="178346" y="192392"/>
                  </a:lnTo>
                  <a:lnTo>
                    <a:pt x="178460" y="193662"/>
                  </a:lnTo>
                  <a:lnTo>
                    <a:pt x="180301" y="193662"/>
                  </a:lnTo>
                  <a:lnTo>
                    <a:pt x="181165" y="192392"/>
                  </a:lnTo>
                  <a:lnTo>
                    <a:pt x="181140" y="193662"/>
                  </a:lnTo>
                  <a:lnTo>
                    <a:pt x="184823" y="196202"/>
                  </a:lnTo>
                  <a:lnTo>
                    <a:pt x="184391" y="194932"/>
                  </a:lnTo>
                  <a:lnTo>
                    <a:pt x="185394" y="194932"/>
                  </a:lnTo>
                  <a:lnTo>
                    <a:pt x="185902" y="196202"/>
                  </a:lnTo>
                  <a:lnTo>
                    <a:pt x="185991" y="197472"/>
                  </a:lnTo>
                  <a:lnTo>
                    <a:pt x="186677" y="196202"/>
                  </a:lnTo>
                  <a:lnTo>
                    <a:pt x="186296" y="196202"/>
                  </a:lnTo>
                  <a:lnTo>
                    <a:pt x="187172" y="194932"/>
                  </a:lnTo>
                  <a:lnTo>
                    <a:pt x="188658" y="196202"/>
                  </a:lnTo>
                  <a:lnTo>
                    <a:pt x="189331" y="196202"/>
                  </a:lnTo>
                  <a:lnTo>
                    <a:pt x="189255" y="197472"/>
                  </a:lnTo>
                  <a:lnTo>
                    <a:pt x="189166" y="198742"/>
                  </a:lnTo>
                  <a:lnTo>
                    <a:pt x="191439" y="198742"/>
                  </a:lnTo>
                  <a:lnTo>
                    <a:pt x="191858" y="197472"/>
                  </a:lnTo>
                  <a:lnTo>
                    <a:pt x="193116" y="197472"/>
                  </a:lnTo>
                  <a:lnTo>
                    <a:pt x="191897" y="198742"/>
                  </a:lnTo>
                  <a:lnTo>
                    <a:pt x="193014" y="198742"/>
                  </a:lnTo>
                  <a:lnTo>
                    <a:pt x="194335" y="200012"/>
                  </a:lnTo>
                  <a:lnTo>
                    <a:pt x="195808" y="198742"/>
                  </a:lnTo>
                  <a:lnTo>
                    <a:pt x="197053" y="202552"/>
                  </a:lnTo>
                  <a:lnTo>
                    <a:pt x="198018" y="201282"/>
                  </a:lnTo>
                  <a:lnTo>
                    <a:pt x="198602" y="202679"/>
                  </a:lnTo>
                  <a:lnTo>
                    <a:pt x="199377" y="201282"/>
                  </a:lnTo>
                  <a:lnTo>
                    <a:pt x="200202" y="201282"/>
                  </a:lnTo>
                  <a:lnTo>
                    <a:pt x="200837" y="202679"/>
                  </a:lnTo>
                  <a:lnTo>
                    <a:pt x="201422" y="201282"/>
                  </a:lnTo>
                  <a:lnTo>
                    <a:pt x="204749" y="205092"/>
                  </a:lnTo>
                  <a:lnTo>
                    <a:pt x="210654" y="206362"/>
                  </a:lnTo>
                  <a:lnTo>
                    <a:pt x="214490" y="210172"/>
                  </a:lnTo>
                  <a:lnTo>
                    <a:pt x="216649" y="210172"/>
                  </a:lnTo>
                  <a:lnTo>
                    <a:pt x="219494" y="211442"/>
                  </a:lnTo>
                  <a:lnTo>
                    <a:pt x="221742" y="212712"/>
                  </a:lnTo>
                  <a:lnTo>
                    <a:pt x="221386" y="212712"/>
                  </a:lnTo>
                  <a:lnTo>
                    <a:pt x="223520" y="213982"/>
                  </a:lnTo>
                  <a:lnTo>
                    <a:pt x="222148" y="212712"/>
                  </a:lnTo>
                  <a:lnTo>
                    <a:pt x="223748" y="212712"/>
                  </a:lnTo>
                  <a:lnTo>
                    <a:pt x="225996" y="213982"/>
                  </a:lnTo>
                  <a:lnTo>
                    <a:pt x="229044" y="216522"/>
                  </a:lnTo>
                  <a:lnTo>
                    <a:pt x="232537" y="217792"/>
                  </a:lnTo>
                  <a:lnTo>
                    <a:pt x="235394" y="216522"/>
                  </a:lnTo>
                  <a:lnTo>
                    <a:pt x="233172" y="219062"/>
                  </a:lnTo>
                  <a:lnTo>
                    <a:pt x="235051" y="219062"/>
                  </a:lnTo>
                  <a:lnTo>
                    <a:pt x="238937" y="220408"/>
                  </a:lnTo>
                  <a:lnTo>
                    <a:pt x="241223" y="220408"/>
                  </a:lnTo>
                  <a:lnTo>
                    <a:pt x="240233" y="221602"/>
                  </a:lnTo>
                  <a:lnTo>
                    <a:pt x="242531" y="220408"/>
                  </a:lnTo>
                  <a:lnTo>
                    <a:pt x="242824" y="221602"/>
                  </a:lnTo>
                  <a:lnTo>
                    <a:pt x="243852" y="221602"/>
                  </a:lnTo>
                  <a:lnTo>
                    <a:pt x="243459" y="222872"/>
                  </a:lnTo>
                  <a:lnTo>
                    <a:pt x="244792" y="221602"/>
                  </a:lnTo>
                  <a:lnTo>
                    <a:pt x="244538" y="222872"/>
                  </a:lnTo>
                  <a:lnTo>
                    <a:pt x="245732" y="222872"/>
                  </a:lnTo>
                  <a:lnTo>
                    <a:pt x="248653" y="224142"/>
                  </a:lnTo>
                  <a:lnTo>
                    <a:pt x="248615" y="225412"/>
                  </a:lnTo>
                  <a:lnTo>
                    <a:pt x="252158" y="225412"/>
                  </a:lnTo>
                  <a:lnTo>
                    <a:pt x="256819" y="227952"/>
                  </a:lnTo>
                  <a:lnTo>
                    <a:pt x="260489" y="230492"/>
                  </a:lnTo>
                  <a:lnTo>
                    <a:pt x="263347" y="230492"/>
                  </a:lnTo>
                  <a:lnTo>
                    <a:pt x="263867" y="231762"/>
                  </a:lnTo>
                  <a:lnTo>
                    <a:pt x="266331" y="231762"/>
                  </a:lnTo>
                  <a:lnTo>
                    <a:pt x="266496" y="232143"/>
                  </a:lnTo>
                  <a:lnTo>
                    <a:pt x="266369" y="232117"/>
                  </a:lnTo>
                  <a:lnTo>
                    <a:pt x="266496" y="232181"/>
                  </a:lnTo>
                  <a:lnTo>
                    <a:pt x="266890" y="233032"/>
                  </a:lnTo>
                  <a:lnTo>
                    <a:pt x="267665" y="233032"/>
                  </a:lnTo>
                  <a:lnTo>
                    <a:pt x="268312" y="234302"/>
                  </a:lnTo>
                  <a:lnTo>
                    <a:pt x="269532" y="233032"/>
                  </a:lnTo>
                  <a:lnTo>
                    <a:pt x="270497" y="234302"/>
                  </a:lnTo>
                  <a:lnTo>
                    <a:pt x="271322" y="234302"/>
                  </a:lnTo>
                  <a:lnTo>
                    <a:pt x="272554" y="236842"/>
                  </a:lnTo>
                  <a:lnTo>
                    <a:pt x="301117" y="252082"/>
                  </a:lnTo>
                  <a:lnTo>
                    <a:pt x="317398" y="259702"/>
                  </a:lnTo>
                  <a:lnTo>
                    <a:pt x="327507" y="260972"/>
                  </a:lnTo>
                  <a:lnTo>
                    <a:pt x="337527" y="260972"/>
                  </a:lnTo>
                  <a:lnTo>
                    <a:pt x="337997" y="260146"/>
                  </a:lnTo>
                  <a:lnTo>
                    <a:pt x="338582" y="259905"/>
                  </a:lnTo>
                  <a:lnTo>
                    <a:pt x="339166" y="259753"/>
                  </a:lnTo>
                  <a:lnTo>
                    <a:pt x="338175" y="259854"/>
                  </a:lnTo>
                  <a:lnTo>
                    <a:pt x="338264" y="259702"/>
                  </a:lnTo>
                  <a:lnTo>
                    <a:pt x="339344" y="259702"/>
                  </a:lnTo>
                  <a:lnTo>
                    <a:pt x="339166" y="259753"/>
                  </a:lnTo>
                  <a:lnTo>
                    <a:pt x="340106" y="259664"/>
                  </a:lnTo>
                  <a:lnTo>
                    <a:pt x="339813" y="259600"/>
                  </a:lnTo>
                  <a:lnTo>
                    <a:pt x="339610" y="259638"/>
                  </a:lnTo>
                  <a:lnTo>
                    <a:pt x="339585" y="258432"/>
                  </a:lnTo>
                  <a:lnTo>
                    <a:pt x="340588" y="259702"/>
                  </a:lnTo>
                  <a:lnTo>
                    <a:pt x="340410" y="260972"/>
                  </a:lnTo>
                  <a:lnTo>
                    <a:pt x="340918" y="259702"/>
                  </a:lnTo>
                  <a:lnTo>
                    <a:pt x="339928" y="258432"/>
                  </a:lnTo>
                  <a:lnTo>
                    <a:pt x="342150" y="258432"/>
                  </a:lnTo>
                  <a:lnTo>
                    <a:pt x="341477" y="257327"/>
                  </a:lnTo>
                  <a:lnTo>
                    <a:pt x="341376" y="257162"/>
                  </a:lnTo>
                  <a:lnTo>
                    <a:pt x="342214" y="257162"/>
                  </a:lnTo>
                  <a:lnTo>
                    <a:pt x="342607" y="255892"/>
                  </a:lnTo>
                  <a:close/>
                </a:path>
                <a:path w="1132205" h="345439">
                  <a:moveTo>
                    <a:pt x="598500" y="345262"/>
                  </a:moveTo>
                  <a:lnTo>
                    <a:pt x="598373" y="345211"/>
                  </a:lnTo>
                  <a:lnTo>
                    <a:pt x="598500" y="345262"/>
                  </a:lnTo>
                  <a:close/>
                </a:path>
                <a:path w="1132205" h="345439">
                  <a:moveTo>
                    <a:pt x="609917" y="343573"/>
                  </a:moveTo>
                  <a:lnTo>
                    <a:pt x="609625" y="343700"/>
                  </a:lnTo>
                  <a:lnTo>
                    <a:pt x="609219" y="343827"/>
                  </a:lnTo>
                  <a:lnTo>
                    <a:pt x="609282" y="344081"/>
                  </a:lnTo>
                  <a:lnTo>
                    <a:pt x="609434" y="343954"/>
                  </a:lnTo>
                  <a:lnTo>
                    <a:pt x="609676" y="343763"/>
                  </a:lnTo>
                  <a:lnTo>
                    <a:pt x="609917" y="343573"/>
                  </a:lnTo>
                  <a:close/>
                </a:path>
                <a:path w="1132205" h="345439">
                  <a:moveTo>
                    <a:pt x="610260" y="343420"/>
                  </a:moveTo>
                  <a:lnTo>
                    <a:pt x="609917" y="343573"/>
                  </a:lnTo>
                  <a:lnTo>
                    <a:pt x="610108" y="343484"/>
                  </a:lnTo>
                  <a:lnTo>
                    <a:pt x="610260" y="343420"/>
                  </a:lnTo>
                  <a:close/>
                </a:path>
                <a:path w="1132205" h="345439">
                  <a:moveTo>
                    <a:pt x="624332" y="334302"/>
                  </a:moveTo>
                  <a:lnTo>
                    <a:pt x="624230" y="334048"/>
                  </a:lnTo>
                  <a:lnTo>
                    <a:pt x="623887" y="333883"/>
                  </a:lnTo>
                  <a:lnTo>
                    <a:pt x="623404" y="333959"/>
                  </a:lnTo>
                  <a:lnTo>
                    <a:pt x="624332" y="334302"/>
                  </a:lnTo>
                  <a:close/>
                </a:path>
                <a:path w="1132205" h="345439">
                  <a:moveTo>
                    <a:pt x="638873" y="327025"/>
                  </a:moveTo>
                  <a:lnTo>
                    <a:pt x="638670" y="326478"/>
                  </a:lnTo>
                  <a:lnTo>
                    <a:pt x="637908" y="326834"/>
                  </a:lnTo>
                  <a:lnTo>
                    <a:pt x="636638" y="326796"/>
                  </a:lnTo>
                  <a:lnTo>
                    <a:pt x="636549" y="327698"/>
                  </a:lnTo>
                  <a:lnTo>
                    <a:pt x="637108" y="326872"/>
                  </a:lnTo>
                  <a:lnTo>
                    <a:pt x="638873" y="327025"/>
                  </a:lnTo>
                  <a:close/>
                </a:path>
                <a:path w="1132205" h="345439">
                  <a:moveTo>
                    <a:pt x="639864" y="337845"/>
                  </a:moveTo>
                  <a:lnTo>
                    <a:pt x="639457" y="337972"/>
                  </a:lnTo>
                  <a:lnTo>
                    <a:pt x="638048" y="338404"/>
                  </a:lnTo>
                  <a:lnTo>
                    <a:pt x="639838" y="337972"/>
                  </a:lnTo>
                  <a:lnTo>
                    <a:pt x="639864" y="337845"/>
                  </a:lnTo>
                  <a:close/>
                </a:path>
                <a:path w="1132205" h="345439">
                  <a:moveTo>
                    <a:pt x="665759" y="330530"/>
                  </a:moveTo>
                  <a:lnTo>
                    <a:pt x="665734" y="330390"/>
                  </a:lnTo>
                  <a:lnTo>
                    <a:pt x="665683" y="330530"/>
                  </a:lnTo>
                  <a:lnTo>
                    <a:pt x="665721" y="330720"/>
                  </a:lnTo>
                  <a:lnTo>
                    <a:pt x="665759" y="330530"/>
                  </a:lnTo>
                  <a:close/>
                </a:path>
                <a:path w="1132205" h="345439">
                  <a:moveTo>
                    <a:pt x="709079" y="318223"/>
                  </a:moveTo>
                  <a:lnTo>
                    <a:pt x="708660" y="318592"/>
                  </a:lnTo>
                  <a:lnTo>
                    <a:pt x="708964" y="318452"/>
                  </a:lnTo>
                  <a:lnTo>
                    <a:pt x="709079" y="318223"/>
                  </a:lnTo>
                  <a:close/>
                </a:path>
                <a:path w="1132205" h="345439">
                  <a:moveTo>
                    <a:pt x="738657" y="290817"/>
                  </a:moveTo>
                  <a:close/>
                </a:path>
                <a:path w="1132205" h="345439">
                  <a:moveTo>
                    <a:pt x="742797" y="307327"/>
                  </a:moveTo>
                  <a:lnTo>
                    <a:pt x="742365" y="307340"/>
                  </a:lnTo>
                  <a:lnTo>
                    <a:pt x="742365" y="307479"/>
                  </a:lnTo>
                  <a:lnTo>
                    <a:pt x="742797" y="307327"/>
                  </a:lnTo>
                  <a:close/>
                </a:path>
                <a:path w="1132205" h="345439">
                  <a:moveTo>
                    <a:pt x="746366" y="288328"/>
                  </a:moveTo>
                  <a:lnTo>
                    <a:pt x="746213" y="288264"/>
                  </a:lnTo>
                  <a:lnTo>
                    <a:pt x="746023" y="288226"/>
                  </a:lnTo>
                  <a:lnTo>
                    <a:pt x="745794" y="288251"/>
                  </a:lnTo>
                  <a:lnTo>
                    <a:pt x="745959" y="288315"/>
                  </a:lnTo>
                  <a:lnTo>
                    <a:pt x="746175" y="288340"/>
                  </a:lnTo>
                  <a:lnTo>
                    <a:pt x="746366" y="288328"/>
                  </a:lnTo>
                  <a:close/>
                </a:path>
                <a:path w="1132205" h="345439">
                  <a:moveTo>
                    <a:pt x="746988" y="305943"/>
                  </a:moveTo>
                  <a:lnTo>
                    <a:pt x="746633" y="306031"/>
                  </a:lnTo>
                  <a:lnTo>
                    <a:pt x="746353" y="306158"/>
                  </a:lnTo>
                  <a:lnTo>
                    <a:pt x="746353" y="306463"/>
                  </a:lnTo>
                  <a:lnTo>
                    <a:pt x="746467" y="306247"/>
                  </a:lnTo>
                  <a:lnTo>
                    <a:pt x="746988" y="305943"/>
                  </a:lnTo>
                  <a:close/>
                </a:path>
                <a:path w="1132205" h="345439">
                  <a:moveTo>
                    <a:pt x="771347" y="280504"/>
                  </a:moveTo>
                  <a:lnTo>
                    <a:pt x="770775" y="280695"/>
                  </a:lnTo>
                  <a:lnTo>
                    <a:pt x="770293" y="281012"/>
                  </a:lnTo>
                  <a:lnTo>
                    <a:pt x="769785" y="281825"/>
                  </a:lnTo>
                  <a:lnTo>
                    <a:pt x="770394" y="281762"/>
                  </a:lnTo>
                  <a:lnTo>
                    <a:pt x="771055" y="281076"/>
                  </a:lnTo>
                  <a:lnTo>
                    <a:pt x="771347" y="280504"/>
                  </a:lnTo>
                  <a:close/>
                </a:path>
                <a:path w="1132205" h="345439">
                  <a:moveTo>
                    <a:pt x="771359" y="280492"/>
                  </a:moveTo>
                  <a:close/>
                </a:path>
                <a:path w="1132205" h="345439">
                  <a:moveTo>
                    <a:pt x="792695" y="271703"/>
                  </a:moveTo>
                  <a:close/>
                </a:path>
                <a:path w="1132205" h="345439">
                  <a:moveTo>
                    <a:pt x="800773" y="289902"/>
                  </a:moveTo>
                  <a:lnTo>
                    <a:pt x="800468" y="290017"/>
                  </a:lnTo>
                  <a:lnTo>
                    <a:pt x="800633" y="290017"/>
                  </a:lnTo>
                  <a:lnTo>
                    <a:pt x="800773" y="289902"/>
                  </a:lnTo>
                  <a:close/>
                </a:path>
                <a:path w="1132205" h="345439">
                  <a:moveTo>
                    <a:pt x="824661" y="30238"/>
                  </a:moveTo>
                  <a:lnTo>
                    <a:pt x="824522" y="30264"/>
                  </a:lnTo>
                  <a:lnTo>
                    <a:pt x="824395" y="30302"/>
                  </a:lnTo>
                  <a:lnTo>
                    <a:pt x="824242" y="30327"/>
                  </a:lnTo>
                  <a:lnTo>
                    <a:pt x="824369" y="30492"/>
                  </a:lnTo>
                  <a:lnTo>
                    <a:pt x="824509" y="30480"/>
                  </a:lnTo>
                  <a:lnTo>
                    <a:pt x="824661" y="30238"/>
                  </a:lnTo>
                  <a:close/>
                </a:path>
                <a:path w="1132205" h="345439">
                  <a:moveTo>
                    <a:pt x="828205" y="29171"/>
                  </a:moveTo>
                  <a:lnTo>
                    <a:pt x="827773" y="29108"/>
                  </a:lnTo>
                  <a:lnTo>
                    <a:pt x="827519" y="29235"/>
                  </a:lnTo>
                  <a:lnTo>
                    <a:pt x="827341" y="29476"/>
                  </a:lnTo>
                  <a:lnTo>
                    <a:pt x="827620" y="29387"/>
                  </a:lnTo>
                  <a:lnTo>
                    <a:pt x="827951" y="29210"/>
                  </a:lnTo>
                  <a:lnTo>
                    <a:pt x="828205" y="29171"/>
                  </a:lnTo>
                  <a:close/>
                </a:path>
                <a:path w="1132205" h="345439">
                  <a:moveTo>
                    <a:pt x="832993" y="28130"/>
                  </a:moveTo>
                  <a:lnTo>
                    <a:pt x="832929" y="27965"/>
                  </a:lnTo>
                  <a:lnTo>
                    <a:pt x="832307" y="28359"/>
                  </a:lnTo>
                  <a:lnTo>
                    <a:pt x="832993" y="28130"/>
                  </a:lnTo>
                  <a:close/>
                </a:path>
                <a:path w="1132205" h="345439">
                  <a:moveTo>
                    <a:pt x="834567" y="25158"/>
                  </a:moveTo>
                  <a:lnTo>
                    <a:pt x="834390" y="25501"/>
                  </a:lnTo>
                  <a:lnTo>
                    <a:pt x="834567" y="25158"/>
                  </a:lnTo>
                  <a:close/>
                </a:path>
                <a:path w="1132205" h="345439">
                  <a:moveTo>
                    <a:pt x="848233" y="20167"/>
                  </a:moveTo>
                  <a:lnTo>
                    <a:pt x="847864" y="19685"/>
                  </a:lnTo>
                  <a:lnTo>
                    <a:pt x="847852" y="20078"/>
                  </a:lnTo>
                  <a:lnTo>
                    <a:pt x="847877" y="20332"/>
                  </a:lnTo>
                  <a:lnTo>
                    <a:pt x="847966" y="20497"/>
                  </a:lnTo>
                  <a:lnTo>
                    <a:pt x="848169" y="20370"/>
                  </a:lnTo>
                  <a:lnTo>
                    <a:pt x="848233" y="20167"/>
                  </a:lnTo>
                  <a:close/>
                </a:path>
                <a:path w="1132205" h="345439">
                  <a:moveTo>
                    <a:pt x="858532" y="15430"/>
                  </a:moveTo>
                  <a:lnTo>
                    <a:pt x="858291" y="15748"/>
                  </a:lnTo>
                  <a:lnTo>
                    <a:pt x="858151" y="16103"/>
                  </a:lnTo>
                  <a:lnTo>
                    <a:pt x="858532" y="15430"/>
                  </a:lnTo>
                  <a:close/>
                </a:path>
                <a:path w="1132205" h="345439">
                  <a:moveTo>
                    <a:pt x="883043" y="262051"/>
                  </a:moveTo>
                  <a:lnTo>
                    <a:pt x="882904" y="262280"/>
                  </a:lnTo>
                  <a:lnTo>
                    <a:pt x="883043" y="262140"/>
                  </a:lnTo>
                  <a:close/>
                </a:path>
                <a:path w="1132205" h="345439">
                  <a:moveTo>
                    <a:pt x="885825" y="0"/>
                  </a:moveTo>
                  <a:lnTo>
                    <a:pt x="885558" y="152"/>
                  </a:lnTo>
                  <a:lnTo>
                    <a:pt x="885494" y="330"/>
                  </a:lnTo>
                  <a:lnTo>
                    <a:pt x="885469" y="508"/>
                  </a:lnTo>
                  <a:lnTo>
                    <a:pt x="885621" y="393"/>
                  </a:lnTo>
                  <a:lnTo>
                    <a:pt x="885761" y="254"/>
                  </a:lnTo>
                  <a:lnTo>
                    <a:pt x="885825" y="0"/>
                  </a:lnTo>
                  <a:close/>
                </a:path>
                <a:path w="1132205" h="345439">
                  <a:moveTo>
                    <a:pt x="893419" y="234264"/>
                  </a:moveTo>
                  <a:lnTo>
                    <a:pt x="893178" y="234327"/>
                  </a:lnTo>
                  <a:lnTo>
                    <a:pt x="893038" y="234403"/>
                  </a:lnTo>
                  <a:lnTo>
                    <a:pt x="893419" y="234264"/>
                  </a:lnTo>
                  <a:close/>
                </a:path>
                <a:path w="1132205" h="345439">
                  <a:moveTo>
                    <a:pt x="968578" y="232791"/>
                  </a:moveTo>
                  <a:lnTo>
                    <a:pt x="968413" y="232968"/>
                  </a:lnTo>
                  <a:lnTo>
                    <a:pt x="968578" y="232791"/>
                  </a:lnTo>
                  <a:close/>
                </a:path>
                <a:path w="1132205" h="345439">
                  <a:moveTo>
                    <a:pt x="973429" y="232156"/>
                  </a:moveTo>
                  <a:lnTo>
                    <a:pt x="973137" y="232321"/>
                  </a:lnTo>
                  <a:lnTo>
                    <a:pt x="972858" y="232486"/>
                  </a:lnTo>
                  <a:lnTo>
                    <a:pt x="972527" y="232676"/>
                  </a:lnTo>
                  <a:lnTo>
                    <a:pt x="973061" y="232562"/>
                  </a:lnTo>
                  <a:lnTo>
                    <a:pt x="973302" y="232371"/>
                  </a:lnTo>
                  <a:lnTo>
                    <a:pt x="973429" y="232156"/>
                  </a:lnTo>
                  <a:close/>
                </a:path>
                <a:path w="1132205" h="345439">
                  <a:moveTo>
                    <a:pt x="1022032" y="214490"/>
                  </a:moveTo>
                  <a:lnTo>
                    <a:pt x="1021613" y="214718"/>
                  </a:lnTo>
                  <a:lnTo>
                    <a:pt x="1021816" y="214655"/>
                  </a:lnTo>
                  <a:lnTo>
                    <a:pt x="1021943" y="214591"/>
                  </a:lnTo>
                  <a:close/>
                </a:path>
                <a:path w="1132205" h="345439">
                  <a:moveTo>
                    <a:pt x="1128344" y="168262"/>
                  </a:moveTo>
                  <a:lnTo>
                    <a:pt x="1127683" y="168338"/>
                  </a:lnTo>
                  <a:lnTo>
                    <a:pt x="1127963" y="168554"/>
                  </a:lnTo>
                  <a:lnTo>
                    <a:pt x="1128077" y="168427"/>
                  </a:lnTo>
                  <a:lnTo>
                    <a:pt x="1128204" y="168325"/>
                  </a:lnTo>
                  <a:lnTo>
                    <a:pt x="1128344" y="168262"/>
                  </a:lnTo>
                  <a:close/>
                </a:path>
                <a:path w="1132205" h="345439">
                  <a:moveTo>
                    <a:pt x="1128903" y="168211"/>
                  </a:moveTo>
                  <a:lnTo>
                    <a:pt x="1128687" y="168173"/>
                  </a:lnTo>
                  <a:lnTo>
                    <a:pt x="1128509" y="168211"/>
                  </a:lnTo>
                  <a:lnTo>
                    <a:pt x="1128344" y="168262"/>
                  </a:lnTo>
                  <a:lnTo>
                    <a:pt x="1128903" y="168211"/>
                  </a:lnTo>
                  <a:close/>
                </a:path>
                <a:path w="1132205" h="345439">
                  <a:moveTo>
                    <a:pt x="1130935" y="172161"/>
                  </a:moveTo>
                  <a:lnTo>
                    <a:pt x="1129157" y="173647"/>
                  </a:lnTo>
                  <a:lnTo>
                    <a:pt x="1129919" y="173418"/>
                  </a:lnTo>
                  <a:lnTo>
                    <a:pt x="1130401" y="172758"/>
                  </a:lnTo>
                  <a:lnTo>
                    <a:pt x="1130935" y="172161"/>
                  </a:lnTo>
                  <a:close/>
                </a:path>
                <a:path w="1132205" h="345439">
                  <a:moveTo>
                    <a:pt x="1131951" y="171310"/>
                  </a:moveTo>
                  <a:lnTo>
                    <a:pt x="1131557" y="171513"/>
                  </a:lnTo>
                  <a:lnTo>
                    <a:pt x="1131239" y="171831"/>
                  </a:lnTo>
                  <a:lnTo>
                    <a:pt x="1130947" y="172161"/>
                  </a:lnTo>
                  <a:lnTo>
                    <a:pt x="1131951" y="171310"/>
                  </a:lnTo>
                  <a:close/>
                </a:path>
              </a:pathLst>
            </a:custGeom>
            <a:solidFill>
              <a:srgbClr val="D6D6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50176" y="5630772"/>
              <a:ext cx="557530" cy="179070"/>
            </a:xfrm>
            <a:custGeom>
              <a:avLst/>
              <a:gdLst/>
              <a:ahLst/>
              <a:cxnLst/>
              <a:rect l="l" t="t" r="r" b="b"/>
              <a:pathLst>
                <a:path w="557530" h="179070">
                  <a:moveTo>
                    <a:pt x="2463" y="175463"/>
                  </a:moveTo>
                  <a:lnTo>
                    <a:pt x="2184" y="175260"/>
                  </a:lnTo>
                  <a:lnTo>
                    <a:pt x="1016" y="176530"/>
                  </a:lnTo>
                  <a:lnTo>
                    <a:pt x="1524" y="176530"/>
                  </a:lnTo>
                  <a:lnTo>
                    <a:pt x="2463" y="175463"/>
                  </a:lnTo>
                  <a:close/>
                </a:path>
                <a:path w="557530" h="179070">
                  <a:moveTo>
                    <a:pt x="3276" y="176060"/>
                  </a:moveTo>
                  <a:lnTo>
                    <a:pt x="3124" y="175463"/>
                  </a:lnTo>
                  <a:lnTo>
                    <a:pt x="3073" y="175260"/>
                  </a:lnTo>
                  <a:lnTo>
                    <a:pt x="2641" y="175260"/>
                  </a:lnTo>
                  <a:lnTo>
                    <a:pt x="2463" y="175463"/>
                  </a:lnTo>
                  <a:lnTo>
                    <a:pt x="3276" y="176060"/>
                  </a:lnTo>
                  <a:close/>
                </a:path>
                <a:path w="557530" h="179070">
                  <a:moveTo>
                    <a:pt x="8369" y="172720"/>
                  </a:moveTo>
                  <a:lnTo>
                    <a:pt x="7924" y="172720"/>
                  </a:lnTo>
                  <a:lnTo>
                    <a:pt x="3962" y="173990"/>
                  </a:lnTo>
                  <a:lnTo>
                    <a:pt x="6858" y="175094"/>
                  </a:lnTo>
                  <a:lnTo>
                    <a:pt x="6921" y="173990"/>
                  </a:lnTo>
                  <a:lnTo>
                    <a:pt x="7810" y="173990"/>
                  </a:lnTo>
                  <a:lnTo>
                    <a:pt x="8369" y="172720"/>
                  </a:lnTo>
                  <a:close/>
                </a:path>
                <a:path w="557530" h="179070">
                  <a:moveTo>
                    <a:pt x="16598" y="176288"/>
                  </a:moveTo>
                  <a:lnTo>
                    <a:pt x="16421" y="176530"/>
                  </a:lnTo>
                  <a:lnTo>
                    <a:pt x="16573" y="176530"/>
                  </a:lnTo>
                  <a:lnTo>
                    <a:pt x="16598" y="176288"/>
                  </a:lnTo>
                  <a:close/>
                </a:path>
                <a:path w="557530" h="179070">
                  <a:moveTo>
                    <a:pt x="26911" y="176530"/>
                  </a:moveTo>
                  <a:lnTo>
                    <a:pt x="26784" y="176288"/>
                  </a:lnTo>
                  <a:lnTo>
                    <a:pt x="26593" y="176530"/>
                  </a:lnTo>
                  <a:lnTo>
                    <a:pt x="26911" y="176530"/>
                  </a:lnTo>
                  <a:close/>
                </a:path>
                <a:path w="557530" h="179070">
                  <a:moveTo>
                    <a:pt x="38709" y="163880"/>
                  </a:moveTo>
                  <a:lnTo>
                    <a:pt x="38519" y="163525"/>
                  </a:lnTo>
                  <a:lnTo>
                    <a:pt x="37934" y="162610"/>
                  </a:lnTo>
                  <a:lnTo>
                    <a:pt x="34861" y="163880"/>
                  </a:lnTo>
                  <a:lnTo>
                    <a:pt x="35064" y="163880"/>
                  </a:lnTo>
                  <a:lnTo>
                    <a:pt x="36601" y="165100"/>
                  </a:lnTo>
                  <a:lnTo>
                    <a:pt x="38315" y="165100"/>
                  </a:lnTo>
                  <a:lnTo>
                    <a:pt x="38709" y="163880"/>
                  </a:lnTo>
                  <a:close/>
                </a:path>
                <a:path w="557530" h="179070">
                  <a:moveTo>
                    <a:pt x="39890" y="172720"/>
                  </a:moveTo>
                  <a:lnTo>
                    <a:pt x="39827" y="171869"/>
                  </a:lnTo>
                  <a:lnTo>
                    <a:pt x="38214" y="172720"/>
                  </a:lnTo>
                  <a:lnTo>
                    <a:pt x="39890" y="172720"/>
                  </a:lnTo>
                  <a:close/>
                </a:path>
                <a:path w="557530" h="179070">
                  <a:moveTo>
                    <a:pt x="40627" y="171450"/>
                  </a:moveTo>
                  <a:lnTo>
                    <a:pt x="39801" y="171640"/>
                  </a:lnTo>
                  <a:lnTo>
                    <a:pt x="39827" y="171869"/>
                  </a:lnTo>
                  <a:lnTo>
                    <a:pt x="40627" y="171450"/>
                  </a:lnTo>
                  <a:close/>
                </a:path>
                <a:path w="557530" h="179070">
                  <a:moveTo>
                    <a:pt x="42672" y="162610"/>
                  </a:moveTo>
                  <a:lnTo>
                    <a:pt x="42151" y="163880"/>
                  </a:lnTo>
                  <a:lnTo>
                    <a:pt x="42672" y="163525"/>
                  </a:lnTo>
                  <a:lnTo>
                    <a:pt x="42672" y="162610"/>
                  </a:lnTo>
                  <a:close/>
                </a:path>
                <a:path w="557530" h="179070">
                  <a:moveTo>
                    <a:pt x="44208" y="162610"/>
                  </a:moveTo>
                  <a:lnTo>
                    <a:pt x="42672" y="163525"/>
                  </a:lnTo>
                  <a:lnTo>
                    <a:pt x="42672" y="163830"/>
                  </a:lnTo>
                  <a:lnTo>
                    <a:pt x="43815" y="163347"/>
                  </a:lnTo>
                  <a:lnTo>
                    <a:pt x="44208" y="162610"/>
                  </a:lnTo>
                  <a:close/>
                </a:path>
                <a:path w="557530" h="179070">
                  <a:moveTo>
                    <a:pt x="53936" y="157137"/>
                  </a:moveTo>
                  <a:lnTo>
                    <a:pt x="53378" y="157060"/>
                  </a:lnTo>
                  <a:lnTo>
                    <a:pt x="52997" y="157187"/>
                  </a:lnTo>
                  <a:lnTo>
                    <a:pt x="52692" y="157441"/>
                  </a:lnTo>
                  <a:lnTo>
                    <a:pt x="53086" y="157340"/>
                  </a:lnTo>
                  <a:lnTo>
                    <a:pt x="53594" y="157175"/>
                  </a:lnTo>
                  <a:lnTo>
                    <a:pt x="53936" y="157137"/>
                  </a:lnTo>
                  <a:close/>
                </a:path>
                <a:path w="557530" h="179070">
                  <a:moveTo>
                    <a:pt x="54267" y="157175"/>
                  </a:moveTo>
                  <a:lnTo>
                    <a:pt x="54089" y="157124"/>
                  </a:lnTo>
                  <a:lnTo>
                    <a:pt x="53949" y="157137"/>
                  </a:lnTo>
                  <a:lnTo>
                    <a:pt x="54267" y="157175"/>
                  </a:lnTo>
                  <a:close/>
                </a:path>
                <a:path w="557530" h="179070">
                  <a:moveTo>
                    <a:pt x="58991" y="156819"/>
                  </a:moveTo>
                  <a:lnTo>
                    <a:pt x="58623" y="156883"/>
                  </a:lnTo>
                  <a:lnTo>
                    <a:pt x="58420" y="157035"/>
                  </a:lnTo>
                  <a:lnTo>
                    <a:pt x="58254" y="157213"/>
                  </a:lnTo>
                  <a:lnTo>
                    <a:pt x="58432" y="157162"/>
                  </a:lnTo>
                  <a:lnTo>
                    <a:pt x="58674" y="157035"/>
                  </a:lnTo>
                  <a:lnTo>
                    <a:pt x="58991" y="156819"/>
                  </a:lnTo>
                  <a:close/>
                </a:path>
                <a:path w="557530" h="179070">
                  <a:moveTo>
                    <a:pt x="60706" y="156121"/>
                  </a:moveTo>
                  <a:lnTo>
                    <a:pt x="60667" y="155930"/>
                  </a:lnTo>
                  <a:lnTo>
                    <a:pt x="59715" y="156349"/>
                  </a:lnTo>
                  <a:lnTo>
                    <a:pt x="60706" y="156121"/>
                  </a:lnTo>
                  <a:close/>
                </a:path>
                <a:path w="557530" h="179070">
                  <a:moveTo>
                    <a:pt x="63741" y="153022"/>
                  </a:moveTo>
                  <a:lnTo>
                    <a:pt x="63398" y="153377"/>
                  </a:lnTo>
                  <a:lnTo>
                    <a:pt x="63538" y="153365"/>
                  </a:lnTo>
                  <a:lnTo>
                    <a:pt x="63741" y="153022"/>
                  </a:lnTo>
                  <a:close/>
                </a:path>
                <a:path w="557530" h="179070">
                  <a:moveTo>
                    <a:pt x="83667" y="147993"/>
                  </a:moveTo>
                  <a:lnTo>
                    <a:pt x="83337" y="147472"/>
                  </a:lnTo>
                  <a:lnTo>
                    <a:pt x="83185" y="147904"/>
                  </a:lnTo>
                  <a:lnTo>
                    <a:pt x="83146" y="148158"/>
                  </a:lnTo>
                  <a:lnTo>
                    <a:pt x="83210" y="148336"/>
                  </a:lnTo>
                  <a:lnTo>
                    <a:pt x="83515" y="148209"/>
                  </a:lnTo>
                  <a:lnTo>
                    <a:pt x="83667" y="147993"/>
                  </a:lnTo>
                  <a:close/>
                </a:path>
                <a:path w="557530" h="179070">
                  <a:moveTo>
                    <a:pt x="93078" y="144780"/>
                  </a:moveTo>
                  <a:lnTo>
                    <a:pt x="92138" y="144780"/>
                  </a:lnTo>
                  <a:lnTo>
                    <a:pt x="93065" y="145275"/>
                  </a:lnTo>
                  <a:lnTo>
                    <a:pt x="93078" y="144780"/>
                  </a:lnTo>
                  <a:close/>
                </a:path>
                <a:path w="557530" h="179070">
                  <a:moveTo>
                    <a:pt x="94322" y="157480"/>
                  </a:moveTo>
                  <a:lnTo>
                    <a:pt x="94310" y="156870"/>
                  </a:lnTo>
                  <a:lnTo>
                    <a:pt x="94018" y="157480"/>
                  </a:lnTo>
                  <a:lnTo>
                    <a:pt x="94322" y="157480"/>
                  </a:lnTo>
                  <a:close/>
                </a:path>
                <a:path w="557530" h="179070">
                  <a:moveTo>
                    <a:pt x="95681" y="157480"/>
                  </a:moveTo>
                  <a:lnTo>
                    <a:pt x="94322" y="157480"/>
                  </a:lnTo>
                  <a:lnTo>
                    <a:pt x="94348" y="158788"/>
                  </a:lnTo>
                  <a:lnTo>
                    <a:pt x="95681" y="157480"/>
                  </a:lnTo>
                  <a:close/>
                </a:path>
                <a:path w="557530" h="179070">
                  <a:moveTo>
                    <a:pt x="117551" y="134620"/>
                  </a:moveTo>
                  <a:lnTo>
                    <a:pt x="117221" y="134620"/>
                  </a:lnTo>
                  <a:lnTo>
                    <a:pt x="117373" y="134886"/>
                  </a:lnTo>
                  <a:lnTo>
                    <a:pt x="117551" y="134620"/>
                  </a:lnTo>
                  <a:close/>
                </a:path>
                <a:path w="557530" h="179070">
                  <a:moveTo>
                    <a:pt x="123418" y="133718"/>
                  </a:moveTo>
                  <a:lnTo>
                    <a:pt x="123317" y="133540"/>
                  </a:lnTo>
                  <a:lnTo>
                    <a:pt x="123164" y="133781"/>
                  </a:lnTo>
                  <a:lnTo>
                    <a:pt x="123151" y="133921"/>
                  </a:lnTo>
                  <a:lnTo>
                    <a:pt x="123355" y="133870"/>
                  </a:lnTo>
                  <a:lnTo>
                    <a:pt x="123418" y="133718"/>
                  </a:lnTo>
                  <a:close/>
                </a:path>
                <a:path w="557530" h="179070">
                  <a:moveTo>
                    <a:pt x="137210" y="127000"/>
                  </a:moveTo>
                  <a:lnTo>
                    <a:pt x="135204" y="128371"/>
                  </a:lnTo>
                  <a:lnTo>
                    <a:pt x="136652" y="128371"/>
                  </a:lnTo>
                  <a:lnTo>
                    <a:pt x="137210" y="127000"/>
                  </a:lnTo>
                  <a:close/>
                </a:path>
                <a:path w="557530" h="179070">
                  <a:moveTo>
                    <a:pt x="140474" y="127393"/>
                  </a:moveTo>
                  <a:lnTo>
                    <a:pt x="140093" y="127546"/>
                  </a:lnTo>
                  <a:lnTo>
                    <a:pt x="139941" y="127736"/>
                  </a:lnTo>
                  <a:lnTo>
                    <a:pt x="139852" y="127927"/>
                  </a:lnTo>
                  <a:lnTo>
                    <a:pt x="140106" y="127812"/>
                  </a:lnTo>
                  <a:lnTo>
                    <a:pt x="140335" y="127660"/>
                  </a:lnTo>
                  <a:lnTo>
                    <a:pt x="140474" y="127393"/>
                  </a:lnTo>
                  <a:close/>
                </a:path>
                <a:path w="557530" h="179070">
                  <a:moveTo>
                    <a:pt x="148640" y="122072"/>
                  </a:moveTo>
                  <a:lnTo>
                    <a:pt x="147396" y="123063"/>
                  </a:lnTo>
                  <a:lnTo>
                    <a:pt x="148374" y="122872"/>
                  </a:lnTo>
                  <a:lnTo>
                    <a:pt x="148310" y="122682"/>
                  </a:lnTo>
                  <a:lnTo>
                    <a:pt x="148285" y="122440"/>
                  </a:lnTo>
                  <a:lnTo>
                    <a:pt x="148640" y="122072"/>
                  </a:lnTo>
                  <a:close/>
                </a:path>
                <a:path w="557530" h="179070">
                  <a:moveTo>
                    <a:pt x="151739" y="123190"/>
                  </a:moveTo>
                  <a:lnTo>
                    <a:pt x="150964" y="123190"/>
                  </a:lnTo>
                  <a:lnTo>
                    <a:pt x="151117" y="123520"/>
                  </a:lnTo>
                  <a:lnTo>
                    <a:pt x="151739" y="123190"/>
                  </a:lnTo>
                  <a:close/>
                </a:path>
                <a:path w="557530" h="179070">
                  <a:moveTo>
                    <a:pt x="159207" y="119380"/>
                  </a:moveTo>
                  <a:lnTo>
                    <a:pt x="158496" y="118110"/>
                  </a:lnTo>
                  <a:lnTo>
                    <a:pt x="157162" y="118110"/>
                  </a:lnTo>
                  <a:lnTo>
                    <a:pt x="156819" y="119380"/>
                  </a:lnTo>
                  <a:lnTo>
                    <a:pt x="159207" y="119380"/>
                  </a:lnTo>
                  <a:close/>
                </a:path>
                <a:path w="557530" h="179070">
                  <a:moveTo>
                    <a:pt x="171716" y="133350"/>
                  </a:moveTo>
                  <a:lnTo>
                    <a:pt x="127558" y="133350"/>
                  </a:lnTo>
                  <a:lnTo>
                    <a:pt x="126949" y="133350"/>
                  </a:lnTo>
                  <a:lnTo>
                    <a:pt x="128562" y="134620"/>
                  </a:lnTo>
                  <a:lnTo>
                    <a:pt x="127050" y="134620"/>
                  </a:lnTo>
                  <a:lnTo>
                    <a:pt x="126949" y="133350"/>
                  </a:lnTo>
                  <a:lnTo>
                    <a:pt x="127457" y="133197"/>
                  </a:lnTo>
                  <a:lnTo>
                    <a:pt x="126733" y="132080"/>
                  </a:lnTo>
                  <a:lnTo>
                    <a:pt x="126276" y="134620"/>
                  </a:lnTo>
                  <a:lnTo>
                    <a:pt x="122796" y="134620"/>
                  </a:lnTo>
                  <a:lnTo>
                    <a:pt x="121412" y="135890"/>
                  </a:lnTo>
                  <a:lnTo>
                    <a:pt x="121081" y="134886"/>
                  </a:lnTo>
                  <a:lnTo>
                    <a:pt x="120992" y="134620"/>
                  </a:lnTo>
                  <a:lnTo>
                    <a:pt x="120269" y="135890"/>
                  </a:lnTo>
                  <a:lnTo>
                    <a:pt x="121043" y="135890"/>
                  </a:lnTo>
                  <a:lnTo>
                    <a:pt x="118313" y="137160"/>
                  </a:lnTo>
                  <a:lnTo>
                    <a:pt x="117970" y="135890"/>
                  </a:lnTo>
                  <a:lnTo>
                    <a:pt x="117373" y="134886"/>
                  </a:lnTo>
                  <a:lnTo>
                    <a:pt x="116713" y="135890"/>
                  </a:lnTo>
                  <a:lnTo>
                    <a:pt x="117754" y="135890"/>
                  </a:lnTo>
                  <a:lnTo>
                    <a:pt x="116192" y="137160"/>
                  </a:lnTo>
                  <a:lnTo>
                    <a:pt x="116713" y="135890"/>
                  </a:lnTo>
                  <a:lnTo>
                    <a:pt x="113868" y="137160"/>
                  </a:lnTo>
                  <a:lnTo>
                    <a:pt x="114617" y="134886"/>
                  </a:lnTo>
                  <a:lnTo>
                    <a:pt x="114706" y="134620"/>
                  </a:lnTo>
                  <a:lnTo>
                    <a:pt x="113550" y="134620"/>
                  </a:lnTo>
                  <a:lnTo>
                    <a:pt x="111048" y="135890"/>
                  </a:lnTo>
                  <a:lnTo>
                    <a:pt x="109753" y="135890"/>
                  </a:lnTo>
                  <a:lnTo>
                    <a:pt x="109194" y="137160"/>
                  </a:lnTo>
                  <a:lnTo>
                    <a:pt x="111417" y="135890"/>
                  </a:lnTo>
                  <a:lnTo>
                    <a:pt x="111645" y="137160"/>
                  </a:lnTo>
                  <a:lnTo>
                    <a:pt x="107861" y="138430"/>
                  </a:lnTo>
                  <a:lnTo>
                    <a:pt x="108458" y="140970"/>
                  </a:lnTo>
                  <a:lnTo>
                    <a:pt x="105448" y="142240"/>
                  </a:lnTo>
                  <a:lnTo>
                    <a:pt x="104825" y="142240"/>
                  </a:lnTo>
                  <a:lnTo>
                    <a:pt x="104038" y="143510"/>
                  </a:lnTo>
                  <a:lnTo>
                    <a:pt x="104165" y="142240"/>
                  </a:lnTo>
                  <a:lnTo>
                    <a:pt x="101003" y="140970"/>
                  </a:lnTo>
                  <a:lnTo>
                    <a:pt x="98158" y="142240"/>
                  </a:lnTo>
                  <a:lnTo>
                    <a:pt x="98094" y="143510"/>
                  </a:lnTo>
                  <a:lnTo>
                    <a:pt x="98564" y="143510"/>
                  </a:lnTo>
                  <a:lnTo>
                    <a:pt x="98272" y="143878"/>
                  </a:lnTo>
                  <a:lnTo>
                    <a:pt x="98653" y="143510"/>
                  </a:lnTo>
                  <a:lnTo>
                    <a:pt x="100152" y="143510"/>
                  </a:lnTo>
                  <a:lnTo>
                    <a:pt x="99974" y="144780"/>
                  </a:lnTo>
                  <a:lnTo>
                    <a:pt x="98272" y="144780"/>
                  </a:lnTo>
                  <a:lnTo>
                    <a:pt x="96659" y="146050"/>
                  </a:lnTo>
                  <a:lnTo>
                    <a:pt x="94526" y="144780"/>
                  </a:lnTo>
                  <a:lnTo>
                    <a:pt x="94475" y="146050"/>
                  </a:lnTo>
                  <a:lnTo>
                    <a:pt x="93065" y="145275"/>
                  </a:lnTo>
                  <a:lnTo>
                    <a:pt x="93027" y="146050"/>
                  </a:lnTo>
                  <a:lnTo>
                    <a:pt x="91135" y="146050"/>
                  </a:lnTo>
                  <a:lnTo>
                    <a:pt x="90792" y="147320"/>
                  </a:lnTo>
                  <a:lnTo>
                    <a:pt x="89001" y="148590"/>
                  </a:lnTo>
                  <a:lnTo>
                    <a:pt x="86779" y="147320"/>
                  </a:lnTo>
                  <a:lnTo>
                    <a:pt x="87287" y="148590"/>
                  </a:lnTo>
                  <a:lnTo>
                    <a:pt x="88506" y="148590"/>
                  </a:lnTo>
                  <a:lnTo>
                    <a:pt x="86995" y="149860"/>
                  </a:lnTo>
                  <a:lnTo>
                    <a:pt x="86385" y="147320"/>
                  </a:lnTo>
                  <a:lnTo>
                    <a:pt x="83477" y="149860"/>
                  </a:lnTo>
                  <a:lnTo>
                    <a:pt x="83197" y="148590"/>
                  </a:lnTo>
                  <a:lnTo>
                    <a:pt x="81153" y="148590"/>
                  </a:lnTo>
                  <a:lnTo>
                    <a:pt x="81546" y="149860"/>
                  </a:lnTo>
                  <a:lnTo>
                    <a:pt x="79209" y="151130"/>
                  </a:lnTo>
                  <a:lnTo>
                    <a:pt x="77533" y="152400"/>
                  </a:lnTo>
                  <a:lnTo>
                    <a:pt x="77216" y="149860"/>
                  </a:lnTo>
                  <a:lnTo>
                    <a:pt x="75641" y="152400"/>
                  </a:lnTo>
                  <a:lnTo>
                    <a:pt x="74193" y="151130"/>
                  </a:lnTo>
                  <a:lnTo>
                    <a:pt x="74358" y="152400"/>
                  </a:lnTo>
                  <a:lnTo>
                    <a:pt x="71247" y="152400"/>
                  </a:lnTo>
                  <a:lnTo>
                    <a:pt x="71348" y="153670"/>
                  </a:lnTo>
                  <a:lnTo>
                    <a:pt x="70015" y="154940"/>
                  </a:lnTo>
                  <a:lnTo>
                    <a:pt x="69684" y="153670"/>
                  </a:lnTo>
                  <a:lnTo>
                    <a:pt x="69176" y="152400"/>
                  </a:lnTo>
                  <a:lnTo>
                    <a:pt x="68732" y="153670"/>
                  </a:lnTo>
                  <a:lnTo>
                    <a:pt x="63550" y="153670"/>
                  </a:lnTo>
                  <a:lnTo>
                    <a:pt x="62560" y="156210"/>
                  </a:lnTo>
                  <a:lnTo>
                    <a:pt x="61849" y="154952"/>
                  </a:lnTo>
                  <a:lnTo>
                    <a:pt x="61709" y="156210"/>
                  </a:lnTo>
                  <a:lnTo>
                    <a:pt x="60718" y="156210"/>
                  </a:lnTo>
                  <a:lnTo>
                    <a:pt x="61112" y="158750"/>
                  </a:lnTo>
                  <a:lnTo>
                    <a:pt x="59766" y="157480"/>
                  </a:lnTo>
                  <a:lnTo>
                    <a:pt x="58381" y="158788"/>
                  </a:lnTo>
                  <a:lnTo>
                    <a:pt x="57975" y="158788"/>
                  </a:lnTo>
                  <a:lnTo>
                    <a:pt x="58242" y="157480"/>
                  </a:lnTo>
                  <a:lnTo>
                    <a:pt x="57658" y="157480"/>
                  </a:lnTo>
                  <a:lnTo>
                    <a:pt x="54965" y="160096"/>
                  </a:lnTo>
                  <a:lnTo>
                    <a:pt x="57378" y="160096"/>
                  </a:lnTo>
                  <a:lnTo>
                    <a:pt x="57708" y="161340"/>
                  </a:lnTo>
                  <a:lnTo>
                    <a:pt x="55829" y="161340"/>
                  </a:lnTo>
                  <a:lnTo>
                    <a:pt x="55054" y="160096"/>
                  </a:lnTo>
                  <a:lnTo>
                    <a:pt x="54737" y="161340"/>
                  </a:lnTo>
                  <a:lnTo>
                    <a:pt x="54444" y="162610"/>
                  </a:lnTo>
                  <a:lnTo>
                    <a:pt x="51536" y="162610"/>
                  </a:lnTo>
                  <a:lnTo>
                    <a:pt x="52476" y="161340"/>
                  </a:lnTo>
                  <a:lnTo>
                    <a:pt x="52705" y="160096"/>
                  </a:lnTo>
                  <a:lnTo>
                    <a:pt x="52832" y="159245"/>
                  </a:lnTo>
                  <a:lnTo>
                    <a:pt x="52908" y="158788"/>
                  </a:lnTo>
                  <a:lnTo>
                    <a:pt x="51930" y="159245"/>
                  </a:lnTo>
                  <a:lnTo>
                    <a:pt x="52082" y="158788"/>
                  </a:lnTo>
                  <a:lnTo>
                    <a:pt x="52692" y="157480"/>
                  </a:lnTo>
                  <a:lnTo>
                    <a:pt x="51866" y="158724"/>
                  </a:lnTo>
                  <a:lnTo>
                    <a:pt x="52476" y="157480"/>
                  </a:lnTo>
                  <a:lnTo>
                    <a:pt x="50584" y="158788"/>
                  </a:lnTo>
                  <a:lnTo>
                    <a:pt x="50215" y="158788"/>
                  </a:lnTo>
                  <a:lnTo>
                    <a:pt x="49923" y="157480"/>
                  </a:lnTo>
                  <a:lnTo>
                    <a:pt x="47421" y="157480"/>
                  </a:lnTo>
                  <a:lnTo>
                    <a:pt x="48348" y="158280"/>
                  </a:lnTo>
                  <a:lnTo>
                    <a:pt x="48387" y="158457"/>
                  </a:lnTo>
                  <a:lnTo>
                    <a:pt x="48564" y="158457"/>
                  </a:lnTo>
                  <a:lnTo>
                    <a:pt x="48958" y="158788"/>
                  </a:lnTo>
                  <a:lnTo>
                    <a:pt x="49784" y="158788"/>
                  </a:lnTo>
                  <a:lnTo>
                    <a:pt x="49657" y="159245"/>
                  </a:lnTo>
                  <a:lnTo>
                    <a:pt x="49339" y="160096"/>
                  </a:lnTo>
                  <a:lnTo>
                    <a:pt x="47967" y="161340"/>
                  </a:lnTo>
                  <a:lnTo>
                    <a:pt x="47574" y="161340"/>
                  </a:lnTo>
                  <a:lnTo>
                    <a:pt x="50114" y="162610"/>
                  </a:lnTo>
                  <a:lnTo>
                    <a:pt x="49784" y="162610"/>
                  </a:lnTo>
                  <a:lnTo>
                    <a:pt x="45948" y="163512"/>
                  </a:lnTo>
                  <a:lnTo>
                    <a:pt x="45948" y="163880"/>
                  </a:lnTo>
                  <a:lnTo>
                    <a:pt x="44665" y="165100"/>
                  </a:lnTo>
                  <a:lnTo>
                    <a:pt x="44348" y="163880"/>
                  </a:lnTo>
                  <a:lnTo>
                    <a:pt x="45948" y="163880"/>
                  </a:lnTo>
                  <a:lnTo>
                    <a:pt x="45948" y="163512"/>
                  </a:lnTo>
                  <a:lnTo>
                    <a:pt x="44361" y="163868"/>
                  </a:lnTo>
                  <a:lnTo>
                    <a:pt x="44653" y="163525"/>
                  </a:lnTo>
                  <a:lnTo>
                    <a:pt x="45618" y="162610"/>
                  </a:lnTo>
                  <a:lnTo>
                    <a:pt x="43815" y="163347"/>
                  </a:lnTo>
                  <a:lnTo>
                    <a:pt x="43522" y="163880"/>
                  </a:lnTo>
                  <a:lnTo>
                    <a:pt x="42672" y="163880"/>
                  </a:lnTo>
                  <a:lnTo>
                    <a:pt x="42545" y="163880"/>
                  </a:lnTo>
                  <a:lnTo>
                    <a:pt x="42151" y="163880"/>
                  </a:lnTo>
                  <a:lnTo>
                    <a:pt x="41389" y="163880"/>
                  </a:lnTo>
                  <a:lnTo>
                    <a:pt x="40157" y="165100"/>
                  </a:lnTo>
                  <a:lnTo>
                    <a:pt x="39738" y="163880"/>
                  </a:lnTo>
                  <a:lnTo>
                    <a:pt x="38315" y="165100"/>
                  </a:lnTo>
                  <a:lnTo>
                    <a:pt x="38658" y="165100"/>
                  </a:lnTo>
                  <a:lnTo>
                    <a:pt x="36322" y="166370"/>
                  </a:lnTo>
                  <a:lnTo>
                    <a:pt x="34975" y="167640"/>
                  </a:lnTo>
                  <a:lnTo>
                    <a:pt x="34074" y="166370"/>
                  </a:lnTo>
                  <a:lnTo>
                    <a:pt x="34188" y="167640"/>
                  </a:lnTo>
                  <a:lnTo>
                    <a:pt x="30695" y="167640"/>
                  </a:lnTo>
                  <a:lnTo>
                    <a:pt x="30911" y="168910"/>
                  </a:lnTo>
                  <a:lnTo>
                    <a:pt x="29514" y="168910"/>
                  </a:lnTo>
                  <a:lnTo>
                    <a:pt x="29743" y="167640"/>
                  </a:lnTo>
                  <a:lnTo>
                    <a:pt x="28359" y="168910"/>
                  </a:lnTo>
                  <a:lnTo>
                    <a:pt x="25400" y="168910"/>
                  </a:lnTo>
                  <a:lnTo>
                    <a:pt x="24612" y="170180"/>
                  </a:lnTo>
                  <a:lnTo>
                    <a:pt x="23952" y="169799"/>
                  </a:lnTo>
                  <a:lnTo>
                    <a:pt x="23329" y="170180"/>
                  </a:lnTo>
                  <a:lnTo>
                    <a:pt x="23939" y="169799"/>
                  </a:lnTo>
                  <a:lnTo>
                    <a:pt x="25400" y="168910"/>
                  </a:lnTo>
                  <a:lnTo>
                    <a:pt x="24955" y="168910"/>
                  </a:lnTo>
                  <a:lnTo>
                    <a:pt x="23863" y="169760"/>
                  </a:lnTo>
                  <a:lnTo>
                    <a:pt x="22402" y="168910"/>
                  </a:lnTo>
                  <a:lnTo>
                    <a:pt x="18440" y="171450"/>
                  </a:lnTo>
                  <a:lnTo>
                    <a:pt x="15595" y="172720"/>
                  </a:lnTo>
                  <a:lnTo>
                    <a:pt x="16967" y="173990"/>
                  </a:lnTo>
                  <a:lnTo>
                    <a:pt x="15316" y="173990"/>
                  </a:lnTo>
                  <a:lnTo>
                    <a:pt x="14871" y="173990"/>
                  </a:lnTo>
                  <a:lnTo>
                    <a:pt x="14871" y="174142"/>
                  </a:lnTo>
                  <a:lnTo>
                    <a:pt x="11645" y="175260"/>
                  </a:lnTo>
                  <a:lnTo>
                    <a:pt x="14033" y="173990"/>
                  </a:lnTo>
                  <a:lnTo>
                    <a:pt x="11150" y="173990"/>
                  </a:lnTo>
                  <a:lnTo>
                    <a:pt x="14884" y="172720"/>
                  </a:lnTo>
                  <a:lnTo>
                    <a:pt x="12827" y="171450"/>
                  </a:lnTo>
                  <a:lnTo>
                    <a:pt x="11087" y="172720"/>
                  </a:lnTo>
                  <a:lnTo>
                    <a:pt x="10591" y="175260"/>
                  </a:lnTo>
                  <a:lnTo>
                    <a:pt x="8305" y="175260"/>
                  </a:lnTo>
                  <a:lnTo>
                    <a:pt x="8547" y="174142"/>
                  </a:lnTo>
                  <a:lnTo>
                    <a:pt x="8585" y="173990"/>
                  </a:lnTo>
                  <a:lnTo>
                    <a:pt x="6997" y="175158"/>
                  </a:lnTo>
                  <a:lnTo>
                    <a:pt x="7302" y="175260"/>
                  </a:lnTo>
                  <a:lnTo>
                    <a:pt x="5575" y="176530"/>
                  </a:lnTo>
                  <a:lnTo>
                    <a:pt x="3543" y="177660"/>
                  </a:lnTo>
                  <a:lnTo>
                    <a:pt x="3911" y="176530"/>
                  </a:lnTo>
                  <a:lnTo>
                    <a:pt x="3276" y="176060"/>
                  </a:lnTo>
                  <a:lnTo>
                    <a:pt x="3403" y="176530"/>
                  </a:lnTo>
                  <a:lnTo>
                    <a:pt x="3302" y="177634"/>
                  </a:lnTo>
                  <a:lnTo>
                    <a:pt x="2006" y="176530"/>
                  </a:lnTo>
                  <a:lnTo>
                    <a:pt x="0" y="179070"/>
                  </a:lnTo>
                  <a:lnTo>
                    <a:pt x="5829" y="179070"/>
                  </a:lnTo>
                  <a:lnTo>
                    <a:pt x="5384" y="177914"/>
                  </a:lnTo>
                  <a:lnTo>
                    <a:pt x="7353" y="177914"/>
                  </a:lnTo>
                  <a:lnTo>
                    <a:pt x="9321" y="176530"/>
                  </a:lnTo>
                  <a:lnTo>
                    <a:pt x="10515" y="176530"/>
                  </a:lnTo>
                  <a:lnTo>
                    <a:pt x="9220" y="179070"/>
                  </a:lnTo>
                  <a:lnTo>
                    <a:pt x="11049" y="177914"/>
                  </a:lnTo>
                  <a:lnTo>
                    <a:pt x="11023" y="176530"/>
                  </a:lnTo>
                  <a:lnTo>
                    <a:pt x="11861" y="176530"/>
                  </a:lnTo>
                  <a:lnTo>
                    <a:pt x="11112" y="177914"/>
                  </a:lnTo>
                  <a:lnTo>
                    <a:pt x="12573" y="176530"/>
                  </a:lnTo>
                  <a:lnTo>
                    <a:pt x="11963" y="177914"/>
                  </a:lnTo>
                  <a:lnTo>
                    <a:pt x="13106" y="177914"/>
                  </a:lnTo>
                  <a:lnTo>
                    <a:pt x="11239" y="179070"/>
                  </a:lnTo>
                  <a:lnTo>
                    <a:pt x="14274" y="179070"/>
                  </a:lnTo>
                  <a:lnTo>
                    <a:pt x="14897" y="176530"/>
                  </a:lnTo>
                  <a:lnTo>
                    <a:pt x="16687" y="175260"/>
                  </a:lnTo>
                  <a:lnTo>
                    <a:pt x="19481" y="175260"/>
                  </a:lnTo>
                  <a:lnTo>
                    <a:pt x="17246" y="176530"/>
                  </a:lnTo>
                  <a:lnTo>
                    <a:pt x="19850" y="176530"/>
                  </a:lnTo>
                  <a:lnTo>
                    <a:pt x="20345" y="175463"/>
                  </a:lnTo>
                  <a:lnTo>
                    <a:pt x="20434" y="175260"/>
                  </a:lnTo>
                  <a:lnTo>
                    <a:pt x="21259" y="175260"/>
                  </a:lnTo>
                  <a:lnTo>
                    <a:pt x="20929" y="176060"/>
                  </a:lnTo>
                  <a:lnTo>
                    <a:pt x="20840" y="176288"/>
                  </a:lnTo>
                  <a:lnTo>
                    <a:pt x="20751" y="176530"/>
                  </a:lnTo>
                  <a:lnTo>
                    <a:pt x="20434" y="177914"/>
                  </a:lnTo>
                  <a:lnTo>
                    <a:pt x="21386" y="176530"/>
                  </a:lnTo>
                  <a:lnTo>
                    <a:pt x="22313" y="175260"/>
                  </a:lnTo>
                  <a:lnTo>
                    <a:pt x="22250" y="176530"/>
                  </a:lnTo>
                  <a:lnTo>
                    <a:pt x="23012" y="176530"/>
                  </a:lnTo>
                  <a:lnTo>
                    <a:pt x="26250" y="175260"/>
                  </a:lnTo>
                  <a:lnTo>
                    <a:pt x="26670" y="176060"/>
                  </a:lnTo>
                  <a:lnTo>
                    <a:pt x="26784" y="176288"/>
                  </a:lnTo>
                  <a:lnTo>
                    <a:pt x="26949" y="176072"/>
                  </a:lnTo>
                  <a:lnTo>
                    <a:pt x="26911" y="176530"/>
                  </a:lnTo>
                  <a:lnTo>
                    <a:pt x="27635" y="176530"/>
                  </a:lnTo>
                  <a:lnTo>
                    <a:pt x="27813" y="176530"/>
                  </a:lnTo>
                  <a:lnTo>
                    <a:pt x="30949" y="172720"/>
                  </a:lnTo>
                  <a:lnTo>
                    <a:pt x="31026" y="173990"/>
                  </a:lnTo>
                  <a:lnTo>
                    <a:pt x="31102" y="175260"/>
                  </a:lnTo>
                  <a:lnTo>
                    <a:pt x="33375" y="172720"/>
                  </a:lnTo>
                  <a:lnTo>
                    <a:pt x="34455" y="172720"/>
                  </a:lnTo>
                  <a:lnTo>
                    <a:pt x="37388" y="171450"/>
                  </a:lnTo>
                  <a:lnTo>
                    <a:pt x="35331" y="172720"/>
                  </a:lnTo>
                  <a:lnTo>
                    <a:pt x="39801" y="171640"/>
                  </a:lnTo>
                  <a:lnTo>
                    <a:pt x="39789" y="171450"/>
                  </a:lnTo>
                  <a:lnTo>
                    <a:pt x="40627" y="171450"/>
                  </a:lnTo>
                  <a:lnTo>
                    <a:pt x="42176" y="171450"/>
                  </a:lnTo>
                  <a:lnTo>
                    <a:pt x="42062" y="172720"/>
                  </a:lnTo>
                  <a:lnTo>
                    <a:pt x="42278" y="172720"/>
                  </a:lnTo>
                  <a:lnTo>
                    <a:pt x="43294" y="171450"/>
                  </a:lnTo>
                  <a:lnTo>
                    <a:pt x="44792" y="171450"/>
                  </a:lnTo>
                  <a:lnTo>
                    <a:pt x="43954" y="172720"/>
                  </a:lnTo>
                  <a:lnTo>
                    <a:pt x="45339" y="172720"/>
                  </a:lnTo>
                  <a:lnTo>
                    <a:pt x="45300" y="171450"/>
                  </a:lnTo>
                  <a:lnTo>
                    <a:pt x="45910" y="171450"/>
                  </a:lnTo>
                  <a:lnTo>
                    <a:pt x="46621" y="170180"/>
                  </a:lnTo>
                  <a:lnTo>
                    <a:pt x="50634" y="170180"/>
                  </a:lnTo>
                  <a:lnTo>
                    <a:pt x="52412" y="168910"/>
                  </a:lnTo>
                  <a:lnTo>
                    <a:pt x="51854" y="168910"/>
                  </a:lnTo>
                  <a:lnTo>
                    <a:pt x="54051" y="167640"/>
                  </a:lnTo>
                  <a:lnTo>
                    <a:pt x="52311" y="170180"/>
                  </a:lnTo>
                  <a:lnTo>
                    <a:pt x="54254" y="168910"/>
                  </a:lnTo>
                  <a:lnTo>
                    <a:pt x="57086" y="168910"/>
                  </a:lnTo>
                  <a:lnTo>
                    <a:pt x="58331" y="166370"/>
                  </a:lnTo>
                  <a:lnTo>
                    <a:pt x="59550" y="166370"/>
                  </a:lnTo>
                  <a:lnTo>
                    <a:pt x="60109" y="167640"/>
                  </a:lnTo>
                  <a:lnTo>
                    <a:pt x="61772" y="166370"/>
                  </a:lnTo>
                  <a:lnTo>
                    <a:pt x="64719" y="166370"/>
                  </a:lnTo>
                  <a:lnTo>
                    <a:pt x="66205" y="163880"/>
                  </a:lnTo>
                  <a:lnTo>
                    <a:pt x="67284" y="165100"/>
                  </a:lnTo>
                  <a:lnTo>
                    <a:pt x="71120" y="165100"/>
                  </a:lnTo>
                  <a:lnTo>
                    <a:pt x="71335" y="163880"/>
                  </a:lnTo>
                  <a:lnTo>
                    <a:pt x="72720" y="163880"/>
                  </a:lnTo>
                  <a:lnTo>
                    <a:pt x="74980" y="162610"/>
                  </a:lnTo>
                  <a:lnTo>
                    <a:pt x="76644" y="162610"/>
                  </a:lnTo>
                  <a:lnTo>
                    <a:pt x="77177" y="161340"/>
                  </a:lnTo>
                  <a:lnTo>
                    <a:pt x="80035" y="162560"/>
                  </a:lnTo>
                  <a:lnTo>
                    <a:pt x="80619" y="159245"/>
                  </a:lnTo>
                  <a:lnTo>
                    <a:pt x="80695" y="158788"/>
                  </a:lnTo>
                  <a:lnTo>
                    <a:pt x="83781" y="160096"/>
                  </a:lnTo>
                  <a:lnTo>
                    <a:pt x="83934" y="160096"/>
                  </a:lnTo>
                  <a:lnTo>
                    <a:pt x="88722" y="158788"/>
                  </a:lnTo>
                  <a:lnTo>
                    <a:pt x="89115" y="157480"/>
                  </a:lnTo>
                  <a:lnTo>
                    <a:pt x="90398" y="157480"/>
                  </a:lnTo>
                  <a:lnTo>
                    <a:pt x="88874" y="158788"/>
                  </a:lnTo>
                  <a:lnTo>
                    <a:pt x="91948" y="157480"/>
                  </a:lnTo>
                  <a:lnTo>
                    <a:pt x="92570" y="157480"/>
                  </a:lnTo>
                  <a:lnTo>
                    <a:pt x="91643" y="158788"/>
                  </a:lnTo>
                  <a:lnTo>
                    <a:pt x="93014" y="157480"/>
                  </a:lnTo>
                  <a:lnTo>
                    <a:pt x="92621" y="157480"/>
                  </a:lnTo>
                  <a:lnTo>
                    <a:pt x="94297" y="156210"/>
                  </a:lnTo>
                  <a:lnTo>
                    <a:pt x="94310" y="156870"/>
                  </a:lnTo>
                  <a:lnTo>
                    <a:pt x="94627" y="156210"/>
                  </a:lnTo>
                  <a:lnTo>
                    <a:pt x="95745" y="156210"/>
                  </a:lnTo>
                  <a:lnTo>
                    <a:pt x="97002" y="154952"/>
                  </a:lnTo>
                  <a:lnTo>
                    <a:pt x="100520" y="154952"/>
                  </a:lnTo>
                  <a:lnTo>
                    <a:pt x="100203" y="156210"/>
                  </a:lnTo>
                  <a:lnTo>
                    <a:pt x="101561" y="154952"/>
                  </a:lnTo>
                  <a:lnTo>
                    <a:pt x="104432" y="153670"/>
                  </a:lnTo>
                  <a:lnTo>
                    <a:pt x="106324" y="153670"/>
                  </a:lnTo>
                  <a:lnTo>
                    <a:pt x="107264" y="152400"/>
                  </a:lnTo>
                  <a:lnTo>
                    <a:pt x="108762" y="152400"/>
                  </a:lnTo>
                  <a:lnTo>
                    <a:pt x="111391" y="151130"/>
                  </a:lnTo>
                  <a:lnTo>
                    <a:pt x="112318" y="152400"/>
                  </a:lnTo>
                  <a:lnTo>
                    <a:pt x="114617" y="151130"/>
                  </a:lnTo>
                  <a:lnTo>
                    <a:pt x="114846" y="151130"/>
                  </a:lnTo>
                  <a:lnTo>
                    <a:pt x="114338" y="152400"/>
                  </a:lnTo>
                  <a:lnTo>
                    <a:pt x="115366" y="151130"/>
                  </a:lnTo>
                  <a:lnTo>
                    <a:pt x="116408" y="149860"/>
                  </a:lnTo>
                  <a:lnTo>
                    <a:pt x="116484" y="151130"/>
                  </a:lnTo>
                  <a:lnTo>
                    <a:pt x="116560" y="152400"/>
                  </a:lnTo>
                  <a:lnTo>
                    <a:pt x="118567" y="149860"/>
                  </a:lnTo>
                  <a:lnTo>
                    <a:pt x="118503" y="151130"/>
                  </a:lnTo>
                  <a:lnTo>
                    <a:pt x="118833" y="151130"/>
                  </a:lnTo>
                  <a:lnTo>
                    <a:pt x="119799" y="149860"/>
                  </a:lnTo>
                  <a:lnTo>
                    <a:pt x="120002" y="151130"/>
                  </a:lnTo>
                  <a:lnTo>
                    <a:pt x="120459" y="149860"/>
                  </a:lnTo>
                  <a:lnTo>
                    <a:pt x="121742" y="149860"/>
                  </a:lnTo>
                  <a:lnTo>
                    <a:pt x="123507" y="151130"/>
                  </a:lnTo>
                  <a:lnTo>
                    <a:pt x="124739" y="148590"/>
                  </a:lnTo>
                  <a:lnTo>
                    <a:pt x="126809" y="149860"/>
                  </a:lnTo>
                  <a:lnTo>
                    <a:pt x="126149" y="148590"/>
                  </a:lnTo>
                  <a:lnTo>
                    <a:pt x="129438" y="144780"/>
                  </a:lnTo>
                  <a:lnTo>
                    <a:pt x="135928" y="147320"/>
                  </a:lnTo>
                  <a:lnTo>
                    <a:pt x="140500" y="143510"/>
                  </a:lnTo>
                  <a:lnTo>
                    <a:pt x="140716" y="144780"/>
                  </a:lnTo>
                  <a:lnTo>
                    <a:pt x="142087" y="143738"/>
                  </a:lnTo>
                  <a:lnTo>
                    <a:pt x="142506" y="144780"/>
                  </a:lnTo>
                  <a:lnTo>
                    <a:pt x="144513" y="143510"/>
                  </a:lnTo>
                  <a:lnTo>
                    <a:pt x="142963" y="142240"/>
                  </a:lnTo>
                  <a:lnTo>
                    <a:pt x="145186" y="142240"/>
                  </a:lnTo>
                  <a:lnTo>
                    <a:pt x="144678" y="143510"/>
                  </a:lnTo>
                  <a:lnTo>
                    <a:pt x="146900" y="142240"/>
                  </a:lnTo>
                  <a:lnTo>
                    <a:pt x="150241" y="139700"/>
                  </a:lnTo>
                  <a:lnTo>
                    <a:pt x="152146" y="139700"/>
                  </a:lnTo>
                  <a:lnTo>
                    <a:pt x="153492" y="138430"/>
                  </a:lnTo>
                  <a:lnTo>
                    <a:pt x="155714" y="138430"/>
                  </a:lnTo>
                  <a:lnTo>
                    <a:pt x="157441" y="137160"/>
                  </a:lnTo>
                  <a:lnTo>
                    <a:pt x="157530" y="138430"/>
                  </a:lnTo>
                  <a:lnTo>
                    <a:pt x="159715" y="138430"/>
                  </a:lnTo>
                  <a:lnTo>
                    <a:pt x="162052" y="137160"/>
                  </a:lnTo>
                  <a:lnTo>
                    <a:pt x="162229" y="137160"/>
                  </a:lnTo>
                  <a:lnTo>
                    <a:pt x="163398" y="135890"/>
                  </a:lnTo>
                  <a:lnTo>
                    <a:pt x="164503" y="137160"/>
                  </a:lnTo>
                  <a:lnTo>
                    <a:pt x="166357" y="134620"/>
                  </a:lnTo>
                  <a:lnTo>
                    <a:pt x="168465" y="134620"/>
                  </a:lnTo>
                  <a:lnTo>
                    <a:pt x="168351" y="135890"/>
                  </a:lnTo>
                  <a:lnTo>
                    <a:pt x="168948" y="134886"/>
                  </a:lnTo>
                  <a:lnTo>
                    <a:pt x="169075" y="134620"/>
                  </a:lnTo>
                  <a:lnTo>
                    <a:pt x="169684" y="134620"/>
                  </a:lnTo>
                  <a:lnTo>
                    <a:pt x="171716" y="133350"/>
                  </a:lnTo>
                  <a:close/>
                </a:path>
                <a:path w="557530" h="179070">
                  <a:moveTo>
                    <a:pt x="173520" y="115570"/>
                  </a:moveTo>
                  <a:lnTo>
                    <a:pt x="173126" y="114300"/>
                  </a:lnTo>
                  <a:lnTo>
                    <a:pt x="173101" y="115570"/>
                  </a:lnTo>
                  <a:lnTo>
                    <a:pt x="173520" y="115570"/>
                  </a:lnTo>
                  <a:close/>
                </a:path>
                <a:path w="557530" h="179070">
                  <a:moveTo>
                    <a:pt x="174358" y="115570"/>
                  </a:moveTo>
                  <a:lnTo>
                    <a:pt x="173685" y="115570"/>
                  </a:lnTo>
                  <a:lnTo>
                    <a:pt x="173685" y="116230"/>
                  </a:lnTo>
                  <a:lnTo>
                    <a:pt x="174358" y="115570"/>
                  </a:lnTo>
                  <a:close/>
                </a:path>
                <a:path w="557530" h="179070">
                  <a:moveTo>
                    <a:pt x="183375" y="113030"/>
                  </a:moveTo>
                  <a:lnTo>
                    <a:pt x="183108" y="111760"/>
                  </a:lnTo>
                  <a:lnTo>
                    <a:pt x="182549" y="111760"/>
                  </a:lnTo>
                  <a:lnTo>
                    <a:pt x="182664" y="113030"/>
                  </a:lnTo>
                  <a:lnTo>
                    <a:pt x="181089" y="113030"/>
                  </a:lnTo>
                  <a:lnTo>
                    <a:pt x="181102" y="114300"/>
                  </a:lnTo>
                  <a:lnTo>
                    <a:pt x="182041" y="114300"/>
                  </a:lnTo>
                  <a:lnTo>
                    <a:pt x="181571" y="115570"/>
                  </a:lnTo>
                  <a:lnTo>
                    <a:pt x="182753" y="114300"/>
                  </a:lnTo>
                  <a:lnTo>
                    <a:pt x="182918" y="114300"/>
                  </a:lnTo>
                  <a:lnTo>
                    <a:pt x="183375" y="113030"/>
                  </a:lnTo>
                  <a:close/>
                </a:path>
                <a:path w="557530" h="179070">
                  <a:moveTo>
                    <a:pt x="184505" y="110490"/>
                  </a:moveTo>
                  <a:lnTo>
                    <a:pt x="183108" y="111760"/>
                  </a:lnTo>
                  <a:lnTo>
                    <a:pt x="183616" y="111760"/>
                  </a:lnTo>
                  <a:lnTo>
                    <a:pt x="184505" y="110490"/>
                  </a:lnTo>
                  <a:close/>
                </a:path>
                <a:path w="557530" h="179070">
                  <a:moveTo>
                    <a:pt x="191947" y="108089"/>
                  </a:moveTo>
                  <a:lnTo>
                    <a:pt x="191744" y="108204"/>
                  </a:lnTo>
                  <a:lnTo>
                    <a:pt x="191706" y="108445"/>
                  </a:lnTo>
                  <a:lnTo>
                    <a:pt x="191897" y="108229"/>
                  </a:lnTo>
                  <a:lnTo>
                    <a:pt x="191947" y="108089"/>
                  </a:lnTo>
                  <a:close/>
                </a:path>
                <a:path w="557530" h="179070">
                  <a:moveTo>
                    <a:pt x="196418" y="106680"/>
                  </a:moveTo>
                  <a:lnTo>
                    <a:pt x="196316" y="105410"/>
                  </a:lnTo>
                  <a:lnTo>
                    <a:pt x="196075" y="106680"/>
                  </a:lnTo>
                  <a:lnTo>
                    <a:pt x="196418" y="106680"/>
                  </a:lnTo>
                  <a:close/>
                </a:path>
                <a:path w="557530" h="179070">
                  <a:moveTo>
                    <a:pt x="202399" y="103733"/>
                  </a:moveTo>
                  <a:lnTo>
                    <a:pt x="202349" y="103568"/>
                  </a:lnTo>
                  <a:lnTo>
                    <a:pt x="202260" y="103352"/>
                  </a:lnTo>
                  <a:lnTo>
                    <a:pt x="201879" y="103187"/>
                  </a:lnTo>
                  <a:lnTo>
                    <a:pt x="201193" y="103644"/>
                  </a:lnTo>
                  <a:lnTo>
                    <a:pt x="201942" y="103644"/>
                  </a:lnTo>
                  <a:lnTo>
                    <a:pt x="202399" y="103733"/>
                  </a:lnTo>
                  <a:close/>
                </a:path>
                <a:path w="557530" h="179070">
                  <a:moveTo>
                    <a:pt x="202438" y="103759"/>
                  </a:moveTo>
                  <a:close/>
                </a:path>
                <a:path w="557530" h="179070">
                  <a:moveTo>
                    <a:pt x="216738" y="121920"/>
                  </a:moveTo>
                  <a:lnTo>
                    <a:pt x="215760" y="121564"/>
                  </a:lnTo>
                  <a:lnTo>
                    <a:pt x="215569" y="121920"/>
                  </a:lnTo>
                  <a:lnTo>
                    <a:pt x="216738" y="121920"/>
                  </a:lnTo>
                  <a:close/>
                </a:path>
                <a:path w="557530" h="179070">
                  <a:moveTo>
                    <a:pt x="217830" y="96520"/>
                  </a:moveTo>
                  <a:lnTo>
                    <a:pt x="217157" y="97790"/>
                  </a:lnTo>
                  <a:lnTo>
                    <a:pt x="217487" y="97790"/>
                  </a:lnTo>
                  <a:lnTo>
                    <a:pt x="217830" y="96520"/>
                  </a:lnTo>
                  <a:close/>
                </a:path>
                <a:path w="557530" h="179070">
                  <a:moveTo>
                    <a:pt x="240385" y="87630"/>
                  </a:moveTo>
                  <a:lnTo>
                    <a:pt x="238887" y="87630"/>
                  </a:lnTo>
                  <a:lnTo>
                    <a:pt x="238620" y="88658"/>
                  </a:lnTo>
                  <a:lnTo>
                    <a:pt x="240385" y="87630"/>
                  </a:lnTo>
                  <a:close/>
                </a:path>
                <a:path w="557530" h="179070">
                  <a:moveTo>
                    <a:pt x="274866" y="145973"/>
                  </a:moveTo>
                  <a:lnTo>
                    <a:pt x="274053" y="145338"/>
                  </a:lnTo>
                  <a:lnTo>
                    <a:pt x="273558" y="144957"/>
                  </a:lnTo>
                  <a:lnTo>
                    <a:pt x="272643" y="145338"/>
                  </a:lnTo>
                  <a:lnTo>
                    <a:pt x="272694" y="146989"/>
                  </a:lnTo>
                  <a:lnTo>
                    <a:pt x="271373" y="146989"/>
                  </a:lnTo>
                  <a:lnTo>
                    <a:pt x="271335" y="145973"/>
                  </a:lnTo>
                  <a:lnTo>
                    <a:pt x="271170" y="146354"/>
                  </a:lnTo>
                  <a:lnTo>
                    <a:pt x="270967" y="146989"/>
                  </a:lnTo>
                  <a:lnTo>
                    <a:pt x="270675" y="147878"/>
                  </a:lnTo>
                  <a:lnTo>
                    <a:pt x="270560" y="145973"/>
                  </a:lnTo>
                  <a:lnTo>
                    <a:pt x="271322" y="145973"/>
                  </a:lnTo>
                  <a:lnTo>
                    <a:pt x="270916" y="145605"/>
                  </a:lnTo>
                  <a:lnTo>
                    <a:pt x="268757" y="145973"/>
                  </a:lnTo>
                  <a:lnTo>
                    <a:pt x="270421" y="146989"/>
                  </a:lnTo>
                  <a:lnTo>
                    <a:pt x="268376" y="146989"/>
                  </a:lnTo>
                  <a:lnTo>
                    <a:pt x="268084" y="147193"/>
                  </a:lnTo>
                  <a:lnTo>
                    <a:pt x="266903" y="148005"/>
                  </a:lnTo>
                  <a:lnTo>
                    <a:pt x="272884" y="148005"/>
                  </a:lnTo>
                  <a:lnTo>
                    <a:pt x="274066" y="146989"/>
                  </a:lnTo>
                  <a:lnTo>
                    <a:pt x="274370" y="146735"/>
                  </a:lnTo>
                  <a:lnTo>
                    <a:pt x="273939" y="146989"/>
                  </a:lnTo>
                  <a:lnTo>
                    <a:pt x="273596" y="146989"/>
                  </a:lnTo>
                  <a:lnTo>
                    <a:pt x="272859" y="146354"/>
                  </a:lnTo>
                  <a:lnTo>
                    <a:pt x="274866" y="145973"/>
                  </a:lnTo>
                  <a:close/>
                </a:path>
                <a:path w="557530" h="179070">
                  <a:moveTo>
                    <a:pt x="281216" y="73660"/>
                  </a:moveTo>
                  <a:lnTo>
                    <a:pt x="280543" y="73660"/>
                  </a:lnTo>
                  <a:lnTo>
                    <a:pt x="280898" y="74244"/>
                  </a:lnTo>
                  <a:lnTo>
                    <a:pt x="281216" y="73660"/>
                  </a:lnTo>
                  <a:close/>
                </a:path>
                <a:path w="557530" h="179070">
                  <a:moveTo>
                    <a:pt x="284276" y="72390"/>
                  </a:moveTo>
                  <a:lnTo>
                    <a:pt x="282994" y="72390"/>
                  </a:lnTo>
                  <a:lnTo>
                    <a:pt x="283222" y="72859"/>
                  </a:lnTo>
                  <a:lnTo>
                    <a:pt x="284276" y="72390"/>
                  </a:lnTo>
                  <a:close/>
                </a:path>
                <a:path w="557530" h="179070">
                  <a:moveTo>
                    <a:pt x="285203" y="143179"/>
                  </a:moveTo>
                  <a:lnTo>
                    <a:pt x="285127" y="142951"/>
                  </a:lnTo>
                  <a:lnTo>
                    <a:pt x="284899" y="142735"/>
                  </a:lnTo>
                  <a:lnTo>
                    <a:pt x="284632" y="142748"/>
                  </a:lnTo>
                  <a:lnTo>
                    <a:pt x="285203" y="143179"/>
                  </a:lnTo>
                  <a:close/>
                </a:path>
                <a:path w="557530" h="179070">
                  <a:moveTo>
                    <a:pt x="285216" y="143179"/>
                  </a:moveTo>
                  <a:close/>
                </a:path>
                <a:path w="557530" h="179070">
                  <a:moveTo>
                    <a:pt x="285457" y="71120"/>
                  </a:moveTo>
                  <a:lnTo>
                    <a:pt x="284276" y="72390"/>
                  </a:lnTo>
                  <a:lnTo>
                    <a:pt x="284784" y="72390"/>
                  </a:lnTo>
                  <a:lnTo>
                    <a:pt x="285457" y="71120"/>
                  </a:lnTo>
                  <a:close/>
                </a:path>
                <a:path w="557530" h="179070">
                  <a:moveTo>
                    <a:pt x="289788" y="148640"/>
                  </a:moveTo>
                  <a:lnTo>
                    <a:pt x="289229" y="148767"/>
                  </a:lnTo>
                  <a:lnTo>
                    <a:pt x="289369" y="148767"/>
                  </a:lnTo>
                  <a:lnTo>
                    <a:pt x="289623" y="148767"/>
                  </a:lnTo>
                  <a:lnTo>
                    <a:pt x="289788" y="148640"/>
                  </a:lnTo>
                  <a:close/>
                </a:path>
                <a:path w="557530" h="179070">
                  <a:moveTo>
                    <a:pt x="290664" y="149656"/>
                  </a:moveTo>
                  <a:lnTo>
                    <a:pt x="289560" y="149656"/>
                  </a:lnTo>
                  <a:lnTo>
                    <a:pt x="289445" y="149148"/>
                  </a:lnTo>
                  <a:lnTo>
                    <a:pt x="289394" y="148945"/>
                  </a:lnTo>
                  <a:lnTo>
                    <a:pt x="289115" y="149148"/>
                  </a:lnTo>
                  <a:lnTo>
                    <a:pt x="288429" y="149656"/>
                  </a:lnTo>
                  <a:lnTo>
                    <a:pt x="285153" y="149656"/>
                  </a:lnTo>
                  <a:lnTo>
                    <a:pt x="284797" y="150164"/>
                  </a:lnTo>
                  <a:lnTo>
                    <a:pt x="290271" y="150164"/>
                  </a:lnTo>
                  <a:lnTo>
                    <a:pt x="290664" y="149656"/>
                  </a:lnTo>
                  <a:close/>
                </a:path>
                <a:path w="557530" h="179070">
                  <a:moveTo>
                    <a:pt x="292582" y="138264"/>
                  </a:moveTo>
                  <a:lnTo>
                    <a:pt x="292379" y="137706"/>
                  </a:lnTo>
                  <a:lnTo>
                    <a:pt x="291998" y="137947"/>
                  </a:lnTo>
                  <a:lnTo>
                    <a:pt x="291249" y="137731"/>
                  </a:lnTo>
                  <a:lnTo>
                    <a:pt x="291338" y="138582"/>
                  </a:lnTo>
                  <a:lnTo>
                    <a:pt x="291528" y="137871"/>
                  </a:lnTo>
                  <a:lnTo>
                    <a:pt x="292582" y="138264"/>
                  </a:lnTo>
                  <a:close/>
                </a:path>
                <a:path w="557530" h="179070">
                  <a:moveTo>
                    <a:pt x="292582" y="137452"/>
                  </a:moveTo>
                  <a:lnTo>
                    <a:pt x="292252" y="137464"/>
                  </a:lnTo>
                  <a:lnTo>
                    <a:pt x="292354" y="137642"/>
                  </a:lnTo>
                  <a:lnTo>
                    <a:pt x="292481" y="137655"/>
                  </a:lnTo>
                  <a:lnTo>
                    <a:pt x="292582" y="137452"/>
                  </a:lnTo>
                  <a:close/>
                </a:path>
                <a:path w="557530" h="179070">
                  <a:moveTo>
                    <a:pt x="295402" y="137121"/>
                  </a:moveTo>
                  <a:lnTo>
                    <a:pt x="295059" y="136982"/>
                  </a:lnTo>
                  <a:lnTo>
                    <a:pt x="294855" y="137058"/>
                  </a:lnTo>
                  <a:lnTo>
                    <a:pt x="294716" y="137261"/>
                  </a:lnTo>
                  <a:lnTo>
                    <a:pt x="294932" y="137210"/>
                  </a:lnTo>
                  <a:lnTo>
                    <a:pt x="295198" y="137121"/>
                  </a:lnTo>
                  <a:lnTo>
                    <a:pt x="295402" y="137121"/>
                  </a:lnTo>
                  <a:close/>
                </a:path>
                <a:path w="557530" h="179070">
                  <a:moveTo>
                    <a:pt x="295592" y="137210"/>
                  </a:moveTo>
                  <a:lnTo>
                    <a:pt x="295402" y="137134"/>
                  </a:lnTo>
                  <a:lnTo>
                    <a:pt x="295592" y="137210"/>
                  </a:lnTo>
                  <a:close/>
                </a:path>
                <a:path w="557530" h="179070">
                  <a:moveTo>
                    <a:pt x="297510" y="136956"/>
                  </a:moveTo>
                  <a:lnTo>
                    <a:pt x="297180" y="136956"/>
                  </a:lnTo>
                  <a:lnTo>
                    <a:pt x="297421" y="137198"/>
                  </a:lnTo>
                  <a:lnTo>
                    <a:pt x="297510" y="136956"/>
                  </a:lnTo>
                  <a:close/>
                </a:path>
                <a:path w="557530" h="179070">
                  <a:moveTo>
                    <a:pt x="298297" y="137515"/>
                  </a:moveTo>
                  <a:lnTo>
                    <a:pt x="298094" y="137528"/>
                  </a:lnTo>
                  <a:lnTo>
                    <a:pt x="297929" y="137782"/>
                  </a:lnTo>
                  <a:lnTo>
                    <a:pt x="298157" y="137680"/>
                  </a:lnTo>
                  <a:lnTo>
                    <a:pt x="298297" y="137515"/>
                  </a:lnTo>
                  <a:close/>
                </a:path>
                <a:path w="557530" h="179070">
                  <a:moveTo>
                    <a:pt x="300482" y="134556"/>
                  </a:moveTo>
                  <a:lnTo>
                    <a:pt x="300342" y="134848"/>
                  </a:lnTo>
                  <a:lnTo>
                    <a:pt x="300482" y="134556"/>
                  </a:lnTo>
                  <a:close/>
                </a:path>
                <a:path w="557530" h="179070">
                  <a:moveTo>
                    <a:pt x="304838" y="64770"/>
                  </a:moveTo>
                  <a:lnTo>
                    <a:pt x="302260" y="67310"/>
                  </a:lnTo>
                  <a:lnTo>
                    <a:pt x="304571" y="66459"/>
                  </a:lnTo>
                  <a:lnTo>
                    <a:pt x="304838" y="64770"/>
                  </a:lnTo>
                  <a:close/>
                </a:path>
                <a:path w="557530" h="179070">
                  <a:moveTo>
                    <a:pt x="305714" y="66040"/>
                  </a:moveTo>
                  <a:lnTo>
                    <a:pt x="304571" y="66459"/>
                  </a:lnTo>
                  <a:lnTo>
                    <a:pt x="304520" y="66700"/>
                  </a:lnTo>
                  <a:lnTo>
                    <a:pt x="304431" y="67310"/>
                  </a:lnTo>
                  <a:lnTo>
                    <a:pt x="305244" y="66700"/>
                  </a:lnTo>
                  <a:lnTo>
                    <a:pt x="305714" y="66040"/>
                  </a:lnTo>
                  <a:close/>
                </a:path>
                <a:path w="557530" h="179070">
                  <a:moveTo>
                    <a:pt x="308876" y="145389"/>
                  </a:moveTo>
                  <a:lnTo>
                    <a:pt x="308864" y="145211"/>
                  </a:lnTo>
                  <a:lnTo>
                    <a:pt x="308825" y="145084"/>
                  </a:lnTo>
                  <a:lnTo>
                    <a:pt x="308825" y="145211"/>
                  </a:lnTo>
                  <a:lnTo>
                    <a:pt x="308876" y="145389"/>
                  </a:lnTo>
                  <a:close/>
                </a:path>
                <a:path w="557530" h="179070">
                  <a:moveTo>
                    <a:pt x="311340" y="132473"/>
                  </a:moveTo>
                  <a:lnTo>
                    <a:pt x="311073" y="131940"/>
                  </a:lnTo>
                  <a:lnTo>
                    <a:pt x="311048" y="132321"/>
                  </a:lnTo>
                  <a:lnTo>
                    <a:pt x="311073" y="132562"/>
                  </a:lnTo>
                  <a:lnTo>
                    <a:pt x="311124" y="132740"/>
                  </a:lnTo>
                  <a:lnTo>
                    <a:pt x="311289" y="132664"/>
                  </a:lnTo>
                  <a:lnTo>
                    <a:pt x="311340" y="132473"/>
                  </a:lnTo>
                  <a:close/>
                </a:path>
                <a:path w="557530" h="179070">
                  <a:moveTo>
                    <a:pt x="317119" y="142163"/>
                  </a:moveTo>
                  <a:lnTo>
                    <a:pt x="316598" y="142163"/>
                  </a:lnTo>
                  <a:lnTo>
                    <a:pt x="316217" y="143179"/>
                  </a:lnTo>
                  <a:lnTo>
                    <a:pt x="316623" y="142798"/>
                  </a:lnTo>
                  <a:lnTo>
                    <a:pt x="317119" y="142163"/>
                  </a:lnTo>
                  <a:close/>
                </a:path>
                <a:path w="557530" h="179070">
                  <a:moveTo>
                    <a:pt x="318046" y="142798"/>
                  </a:moveTo>
                  <a:lnTo>
                    <a:pt x="317792" y="142798"/>
                  </a:lnTo>
                  <a:lnTo>
                    <a:pt x="317474" y="143179"/>
                  </a:lnTo>
                  <a:lnTo>
                    <a:pt x="318046" y="142798"/>
                  </a:lnTo>
                  <a:close/>
                </a:path>
                <a:path w="557530" h="179070">
                  <a:moveTo>
                    <a:pt x="318338" y="142798"/>
                  </a:moveTo>
                  <a:lnTo>
                    <a:pt x="318058" y="142163"/>
                  </a:lnTo>
                  <a:lnTo>
                    <a:pt x="317792" y="142163"/>
                  </a:lnTo>
                  <a:lnTo>
                    <a:pt x="318147" y="142798"/>
                  </a:lnTo>
                  <a:lnTo>
                    <a:pt x="318338" y="142798"/>
                  </a:lnTo>
                  <a:close/>
                </a:path>
                <a:path w="557530" h="179070">
                  <a:moveTo>
                    <a:pt x="319544" y="129984"/>
                  </a:moveTo>
                  <a:lnTo>
                    <a:pt x="319354" y="130225"/>
                  </a:lnTo>
                  <a:lnTo>
                    <a:pt x="319239" y="130543"/>
                  </a:lnTo>
                  <a:lnTo>
                    <a:pt x="319544" y="129984"/>
                  </a:lnTo>
                  <a:close/>
                </a:path>
                <a:path w="557530" h="179070">
                  <a:moveTo>
                    <a:pt x="319620" y="142163"/>
                  </a:moveTo>
                  <a:lnTo>
                    <a:pt x="318973" y="142163"/>
                  </a:lnTo>
                  <a:lnTo>
                    <a:pt x="319049" y="142798"/>
                  </a:lnTo>
                  <a:lnTo>
                    <a:pt x="319112" y="143179"/>
                  </a:lnTo>
                  <a:lnTo>
                    <a:pt x="319620" y="142163"/>
                  </a:lnTo>
                  <a:close/>
                </a:path>
                <a:path w="557530" h="179070">
                  <a:moveTo>
                    <a:pt x="322427" y="60629"/>
                  </a:moveTo>
                  <a:lnTo>
                    <a:pt x="321437" y="59690"/>
                  </a:lnTo>
                  <a:lnTo>
                    <a:pt x="322427" y="60960"/>
                  </a:lnTo>
                  <a:lnTo>
                    <a:pt x="322427" y="60629"/>
                  </a:lnTo>
                  <a:close/>
                </a:path>
                <a:path w="557530" h="179070">
                  <a:moveTo>
                    <a:pt x="323545" y="59690"/>
                  </a:moveTo>
                  <a:lnTo>
                    <a:pt x="322427" y="59690"/>
                  </a:lnTo>
                  <a:lnTo>
                    <a:pt x="322427" y="60629"/>
                  </a:lnTo>
                  <a:lnTo>
                    <a:pt x="322770" y="60960"/>
                  </a:lnTo>
                  <a:lnTo>
                    <a:pt x="323545" y="59690"/>
                  </a:lnTo>
                  <a:close/>
                </a:path>
                <a:path w="557530" h="179070">
                  <a:moveTo>
                    <a:pt x="329336" y="125399"/>
                  </a:moveTo>
                  <a:lnTo>
                    <a:pt x="329311" y="125145"/>
                  </a:lnTo>
                  <a:lnTo>
                    <a:pt x="329196" y="124891"/>
                  </a:lnTo>
                  <a:lnTo>
                    <a:pt x="329082" y="124637"/>
                  </a:lnTo>
                  <a:lnTo>
                    <a:pt x="328968" y="124383"/>
                  </a:lnTo>
                  <a:lnTo>
                    <a:pt x="328853" y="124129"/>
                  </a:lnTo>
                  <a:lnTo>
                    <a:pt x="328726" y="124129"/>
                  </a:lnTo>
                  <a:lnTo>
                    <a:pt x="328587" y="124383"/>
                  </a:lnTo>
                  <a:lnTo>
                    <a:pt x="329336" y="125399"/>
                  </a:lnTo>
                  <a:close/>
                </a:path>
                <a:path w="557530" h="179070">
                  <a:moveTo>
                    <a:pt x="332282" y="139509"/>
                  </a:moveTo>
                  <a:lnTo>
                    <a:pt x="332079" y="139687"/>
                  </a:lnTo>
                  <a:lnTo>
                    <a:pt x="332232" y="139598"/>
                  </a:lnTo>
                  <a:close/>
                </a:path>
                <a:path w="557530" h="179070">
                  <a:moveTo>
                    <a:pt x="332359" y="124320"/>
                  </a:moveTo>
                  <a:lnTo>
                    <a:pt x="332270" y="124129"/>
                  </a:lnTo>
                  <a:lnTo>
                    <a:pt x="332219" y="124333"/>
                  </a:lnTo>
                  <a:lnTo>
                    <a:pt x="332232" y="124460"/>
                  </a:lnTo>
                  <a:lnTo>
                    <a:pt x="332359" y="124320"/>
                  </a:lnTo>
                  <a:close/>
                </a:path>
                <a:path w="557530" h="179070">
                  <a:moveTo>
                    <a:pt x="339953" y="120192"/>
                  </a:moveTo>
                  <a:lnTo>
                    <a:pt x="339140" y="120332"/>
                  </a:lnTo>
                  <a:lnTo>
                    <a:pt x="339229" y="120065"/>
                  </a:lnTo>
                  <a:lnTo>
                    <a:pt x="339331" y="119684"/>
                  </a:lnTo>
                  <a:lnTo>
                    <a:pt x="338416" y="120446"/>
                  </a:lnTo>
                  <a:lnTo>
                    <a:pt x="339115" y="120446"/>
                  </a:lnTo>
                  <a:lnTo>
                    <a:pt x="339293" y="120446"/>
                  </a:lnTo>
                  <a:lnTo>
                    <a:pt x="339763" y="120446"/>
                  </a:lnTo>
                  <a:lnTo>
                    <a:pt x="339953" y="120192"/>
                  </a:lnTo>
                  <a:close/>
                </a:path>
                <a:path w="557530" h="179070">
                  <a:moveTo>
                    <a:pt x="341299" y="122224"/>
                  </a:moveTo>
                  <a:lnTo>
                    <a:pt x="340766" y="122224"/>
                  </a:lnTo>
                  <a:lnTo>
                    <a:pt x="341185" y="122478"/>
                  </a:lnTo>
                  <a:lnTo>
                    <a:pt x="341299" y="122224"/>
                  </a:lnTo>
                  <a:close/>
                </a:path>
                <a:path w="557530" h="179070">
                  <a:moveTo>
                    <a:pt x="341337" y="120611"/>
                  </a:moveTo>
                  <a:lnTo>
                    <a:pt x="341134" y="120713"/>
                  </a:lnTo>
                  <a:lnTo>
                    <a:pt x="341071" y="120878"/>
                  </a:lnTo>
                  <a:lnTo>
                    <a:pt x="341058" y="121043"/>
                  </a:lnTo>
                  <a:lnTo>
                    <a:pt x="341185" y="120954"/>
                  </a:lnTo>
                  <a:lnTo>
                    <a:pt x="341337" y="120611"/>
                  </a:lnTo>
                  <a:close/>
                </a:path>
                <a:path w="557530" h="179070">
                  <a:moveTo>
                    <a:pt x="341337" y="77470"/>
                  </a:moveTo>
                  <a:lnTo>
                    <a:pt x="271640" y="77470"/>
                  </a:lnTo>
                  <a:lnTo>
                    <a:pt x="268681" y="77470"/>
                  </a:lnTo>
                  <a:lnTo>
                    <a:pt x="262001" y="80010"/>
                  </a:lnTo>
                  <a:lnTo>
                    <a:pt x="253593" y="83820"/>
                  </a:lnTo>
                  <a:lnTo>
                    <a:pt x="246735" y="85090"/>
                  </a:lnTo>
                  <a:lnTo>
                    <a:pt x="245681" y="87630"/>
                  </a:lnTo>
                  <a:lnTo>
                    <a:pt x="243547" y="87630"/>
                  </a:lnTo>
                  <a:lnTo>
                    <a:pt x="241490" y="88900"/>
                  </a:lnTo>
                  <a:lnTo>
                    <a:pt x="240728" y="87630"/>
                  </a:lnTo>
                  <a:lnTo>
                    <a:pt x="239102" y="88900"/>
                  </a:lnTo>
                  <a:lnTo>
                    <a:pt x="238556" y="88900"/>
                  </a:lnTo>
                  <a:lnTo>
                    <a:pt x="238620" y="88658"/>
                  </a:lnTo>
                  <a:lnTo>
                    <a:pt x="238213" y="88900"/>
                  </a:lnTo>
                  <a:lnTo>
                    <a:pt x="233819" y="90170"/>
                  </a:lnTo>
                  <a:lnTo>
                    <a:pt x="236435" y="87630"/>
                  </a:lnTo>
                  <a:lnTo>
                    <a:pt x="229476" y="90170"/>
                  </a:lnTo>
                  <a:lnTo>
                    <a:pt x="227914" y="91440"/>
                  </a:lnTo>
                  <a:lnTo>
                    <a:pt x="229019" y="92710"/>
                  </a:lnTo>
                  <a:lnTo>
                    <a:pt x="227190" y="92710"/>
                  </a:lnTo>
                  <a:lnTo>
                    <a:pt x="226682" y="91440"/>
                  </a:lnTo>
                  <a:lnTo>
                    <a:pt x="221843" y="91440"/>
                  </a:lnTo>
                  <a:lnTo>
                    <a:pt x="222491" y="96520"/>
                  </a:lnTo>
                  <a:lnTo>
                    <a:pt x="217487" y="97790"/>
                  </a:lnTo>
                  <a:lnTo>
                    <a:pt x="217982" y="97790"/>
                  </a:lnTo>
                  <a:lnTo>
                    <a:pt x="218313" y="99060"/>
                  </a:lnTo>
                  <a:lnTo>
                    <a:pt x="216509" y="99060"/>
                  </a:lnTo>
                  <a:lnTo>
                    <a:pt x="216217" y="97790"/>
                  </a:lnTo>
                  <a:lnTo>
                    <a:pt x="215646" y="97790"/>
                  </a:lnTo>
                  <a:lnTo>
                    <a:pt x="216801" y="100330"/>
                  </a:lnTo>
                  <a:lnTo>
                    <a:pt x="216674" y="99809"/>
                  </a:lnTo>
                  <a:lnTo>
                    <a:pt x="216865" y="100330"/>
                  </a:lnTo>
                  <a:lnTo>
                    <a:pt x="215176" y="100330"/>
                  </a:lnTo>
                  <a:lnTo>
                    <a:pt x="214236" y="101600"/>
                  </a:lnTo>
                  <a:lnTo>
                    <a:pt x="212293" y="101600"/>
                  </a:lnTo>
                  <a:lnTo>
                    <a:pt x="210121" y="102870"/>
                  </a:lnTo>
                  <a:lnTo>
                    <a:pt x="208508" y="101600"/>
                  </a:lnTo>
                  <a:lnTo>
                    <a:pt x="207835" y="102870"/>
                  </a:lnTo>
                  <a:lnTo>
                    <a:pt x="207378" y="104140"/>
                  </a:lnTo>
                  <a:lnTo>
                    <a:pt x="203771" y="104140"/>
                  </a:lnTo>
                  <a:lnTo>
                    <a:pt x="202323" y="105410"/>
                  </a:lnTo>
                  <a:lnTo>
                    <a:pt x="202399" y="104140"/>
                  </a:lnTo>
                  <a:lnTo>
                    <a:pt x="200888" y="105410"/>
                  </a:lnTo>
                  <a:lnTo>
                    <a:pt x="198374" y="105410"/>
                  </a:lnTo>
                  <a:lnTo>
                    <a:pt x="196418" y="106680"/>
                  </a:lnTo>
                  <a:lnTo>
                    <a:pt x="197142" y="106680"/>
                  </a:lnTo>
                  <a:lnTo>
                    <a:pt x="196748" y="107950"/>
                  </a:lnTo>
                  <a:lnTo>
                    <a:pt x="195732" y="107950"/>
                  </a:lnTo>
                  <a:lnTo>
                    <a:pt x="195072" y="109220"/>
                  </a:lnTo>
                  <a:lnTo>
                    <a:pt x="194068" y="109220"/>
                  </a:lnTo>
                  <a:lnTo>
                    <a:pt x="194856" y="107950"/>
                  </a:lnTo>
                  <a:lnTo>
                    <a:pt x="193065" y="109220"/>
                  </a:lnTo>
                  <a:lnTo>
                    <a:pt x="191706" y="109220"/>
                  </a:lnTo>
                  <a:lnTo>
                    <a:pt x="190601" y="110490"/>
                  </a:lnTo>
                  <a:lnTo>
                    <a:pt x="186563" y="110490"/>
                  </a:lnTo>
                  <a:lnTo>
                    <a:pt x="185788" y="111760"/>
                  </a:lnTo>
                  <a:lnTo>
                    <a:pt x="186436" y="111760"/>
                  </a:lnTo>
                  <a:lnTo>
                    <a:pt x="186182" y="113030"/>
                  </a:lnTo>
                  <a:lnTo>
                    <a:pt x="184492" y="113030"/>
                  </a:lnTo>
                  <a:lnTo>
                    <a:pt x="184594" y="115570"/>
                  </a:lnTo>
                  <a:lnTo>
                    <a:pt x="181571" y="115570"/>
                  </a:lnTo>
                  <a:lnTo>
                    <a:pt x="180086" y="115570"/>
                  </a:lnTo>
                  <a:lnTo>
                    <a:pt x="180200" y="114300"/>
                  </a:lnTo>
                  <a:lnTo>
                    <a:pt x="178193" y="115570"/>
                  </a:lnTo>
                  <a:lnTo>
                    <a:pt x="179743" y="116840"/>
                  </a:lnTo>
                  <a:lnTo>
                    <a:pt x="177507" y="116840"/>
                  </a:lnTo>
                  <a:lnTo>
                    <a:pt x="178028" y="115570"/>
                  </a:lnTo>
                  <a:lnTo>
                    <a:pt x="176580" y="115570"/>
                  </a:lnTo>
                  <a:lnTo>
                    <a:pt x="174625" y="118110"/>
                  </a:lnTo>
                  <a:lnTo>
                    <a:pt x="173685" y="116840"/>
                  </a:lnTo>
                  <a:lnTo>
                    <a:pt x="173685" y="116230"/>
                  </a:lnTo>
                  <a:lnTo>
                    <a:pt x="173075" y="116840"/>
                  </a:lnTo>
                  <a:lnTo>
                    <a:pt x="173101" y="115570"/>
                  </a:lnTo>
                  <a:lnTo>
                    <a:pt x="171348" y="115570"/>
                  </a:lnTo>
                  <a:lnTo>
                    <a:pt x="170345" y="116840"/>
                  </a:lnTo>
                  <a:lnTo>
                    <a:pt x="170954" y="116840"/>
                  </a:lnTo>
                  <a:lnTo>
                    <a:pt x="168706" y="120650"/>
                  </a:lnTo>
                  <a:lnTo>
                    <a:pt x="170065" y="116840"/>
                  </a:lnTo>
                  <a:lnTo>
                    <a:pt x="170522" y="115570"/>
                  </a:lnTo>
                  <a:lnTo>
                    <a:pt x="168351" y="116497"/>
                  </a:lnTo>
                  <a:lnTo>
                    <a:pt x="168351" y="116840"/>
                  </a:lnTo>
                  <a:lnTo>
                    <a:pt x="167347" y="118110"/>
                  </a:lnTo>
                  <a:lnTo>
                    <a:pt x="165938" y="118110"/>
                  </a:lnTo>
                  <a:lnTo>
                    <a:pt x="168351" y="116840"/>
                  </a:lnTo>
                  <a:lnTo>
                    <a:pt x="168351" y="116497"/>
                  </a:lnTo>
                  <a:lnTo>
                    <a:pt x="167513" y="116840"/>
                  </a:lnTo>
                  <a:lnTo>
                    <a:pt x="165862" y="118008"/>
                  </a:lnTo>
                  <a:lnTo>
                    <a:pt x="165176" y="116840"/>
                  </a:lnTo>
                  <a:lnTo>
                    <a:pt x="163334" y="118110"/>
                  </a:lnTo>
                  <a:lnTo>
                    <a:pt x="161378" y="118110"/>
                  </a:lnTo>
                  <a:lnTo>
                    <a:pt x="160947" y="116840"/>
                  </a:lnTo>
                  <a:lnTo>
                    <a:pt x="159893" y="118110"/>
                  </a:lnTo>
                  <a:lnTo>
                    <a:pt x="161340" y="118110"/>
                  </a:lnTo>
                  <a:lnTo>
                    <a:pt x="160997" y="119380"/>
                  </a:lnTo>
                  <a:lnTo>
                    <a:pt x="159321" y="119380"/>
                  </a:lnTo>
                  <a:lnTo>
                    <a:pt x="157378" y="120650"/>
                  </a:lnTo>
                  <a:lnTo>
                    <a:pt x="156413" y="120650"/>
                  </a:lnTo>
                  <a:lnTo>
                    <a:pt x="156527" y="121920"/>
                  </a:lnTo>
                  <a:lnTo>
                    <a:pt x="154305" y="123190"/>
                  </a:lnTo>
                  <a:lnTo>
                    <a:pt x="153962" y="124460"/>
                  </a:lnTo>
                  <a:lnTo>
                    <a:pt x="151574" y="124460"/>
                  </a:lnTo>
                  <a:lnTo>
                    <a:pt x="151117" y="123520"/>
                  </a:lnTo>
                  <a:lnTo>
                    <a:pt x="149352" y="124460"/>
                  </a:lnTo>
                  <a:lnTo>
                    <a:pt x="149059" y="123520"/>
                  </a:lnTo>
                  <a:lnTo>
                    <a:pt x="148958" y="123190"/>
                  </a:lnTo>
                  <a:lnTo>
                    <a:pt x="148399" y="123190"/>
                  </a:lnTo>
                  <a:lnTo>
                    <a:pt x="148475" y="124460"/>
                  </a:lnTo>
                  <a:lnTo>
                    <a:pt x="145008" y="124460"/>
                  </a:lnTo>
                  <a:lnTo>
                    <a:pt x="141325" y="125730"/>
                  </a:lnTo>
                  <a:lnTo>
                    <a:pt x="141376" y="128371"/>
                  </a:lnTo>
                  <a:lnTo>
                    <a:pt x="141236" y="128371"/>
                  </a:lnTo>
                  <a:lnTo>
                    <a:pt x="139700" y="129540"/>
                  </a:lnTo>
                  <a:lnTo>
                    <a:pt x="139839" y="128371"/>
                  </a:lnTo>
                  <a:lnTo>
                    <a:pt x="138658" y="129540"/>
                  </a:lnTo>
                  <a:lnTo>
                    <a:pt x="136867" y="128371"/>
                  </a:lnTo>
                  <a:lnTo>
                    <a:pt x="134366" y="129540"/>
                  </a:lnTo>
                  <a:lnTo>
                    <a:pt x="135902" y="129540"/>
                  </a:lnTo>
                  <a:lnTo>
                    <a:pt x="134696" y="130810"/>
                  </a:lnTo>
                  <a:lnTo>
                    <a:pt x="133578" y="132080"/>
                  </a:lnTo>
                  <a:lnTo>
                    <a:pt x="131521" y="132080"/>
                  </a:lnTo>
                  <a:lnTo>
                    <a:pt x="130568" y="130810"/>
                  </a:lnTo>
                  <a:lnTo>
                    <a:pt x="129730" y="130810"/>
                  </a:lnTo>
                  <a:lnTo>
                    <a:pt x="129514" y="132080"/>
                  </a:lnTo>
                  <a:lnTo>
                    <a:pt x="131406" y="132080"/>
                  </a:lnTo>
                  <a:lnTo>
                    <a:pt x="127457" y="133197"/>
                  </a:lnTo>
                  <a:lnTo>
                    <a:pt x="171958" y="133197"/>
                  </a:lnTo>
                  <a:lnTo>
                    <a:pt x="173761" y="132080"/>
                  </a:lnTo>
                  <a:lnTo>
                    <a:pt x="174866" y="133350"/>
                  </a:lnTo>
                  <a:lnTo>
                    <a:pt x="176314" y="132080"/>
                  </a:lnTo>
                  <a:lnTo>
                    <a:pt x="177812" y="132080"/>
                  </a:lnTo>
                  <a:lnTo>
                    <a:pt x="177787" y="131089"/>
                  </a:lnTo>
                  <a:lnTo>
                    <a:pt x="176339" y="132067"/>
                  </a:lnTo>
                  <a:lnTo>
                    <a:pt x="177774" y="130810"/>
                  </a:lnTo>
                  <a:lnTo>
                    <a:pt x="177787" y="131089"/>
                  </a:lnTo>
                  <a:lnTo>
                    <a:pt x="178219" y="130810"/>
                  </a:lnTo>
                  <a:lnTo>
                    <a:pt x="178930" y="130810"/>
                  </a:lnTo>
                  <a:lnTo>
                    <a:pt x="179882" y="129540"/>
                  </a:lnTo>
                  <a:lnTo>
                    <a:pt x="180111" y="130810"/>
                  </a:lnTo>
                  <a:lnTo>
                    <a:pt x="181279" y="130810"/>
                  </a:lnTo>
                  <a:lnTo>
                    <a:pt x="180721" y="132080"/>
                  </a:lnTo>
                  <a:lnTo>
                    <a:pt x="181825" y="130810"/>
                  </a:lnTo>
                  <a:lnTo>
                    <a:pt x="182384" y="129540"/>
                  </a:lnTo>
                  <a:lnTo>
                    <a:pt x="183502" y="129540"/>
                  </a:lnTo>
                  <a:lnTo>
                    <a:pt x="184835" y="128371"/>
                  </a:lnTo>
                  <a:lnTo>
                    <a:pt x="185013" y="128371"/>
                  </a:lnTo>
                  <a:lnTo>
                    <a:pt x="185648" y="129438"/>
                  </a:lnTo>
                  <a:lnTo>
                    <a:pt x="188137" y="128371"/>
                  </a:lnTo>
                  <a:lnTo>
                    <a:pt x="188658" y="128371"/>
                  </a:lnTo>
                  <a:lnTo>
                    <a:pt x="191401" y="129540"/>
                  </a:lnTo>
                  <a:lnTo>
                    <a:pt x="193179" y="128371"/>
                  </a:lnTo>
                  <a:lnTo>
                    <a:pt x="195199" y="127000"/>
                  </a:lnTo>
                  <a:lnTo>
                    <a:pt x="194932" y="128371"/>
                  </a:lnTo>
                  <a:lnTo>
                    <a:pt x="196380" y="127000"/>
                  </a:lnTo>
                  <a:lnTo>
                    <a:pt x="197802" y="125730"/>
                  </a:lnTo>
                  <a:lnTo>
                    <a:pt x="197916" y="127000"/>
                  </a:lnTo>
                  <a:lnTo>
                    <a:pt x="200088" y="125730"/>
                  </a:lnTo>
                  <a:lnTo>
                    <a:pt x="203327" y="124460"/>
                  </a:lnTo>
                  <a:lnTo>
                    <a:pt x="205994" y="123190"/>
                  </a:lnTo>
                  <a:lnTo>
                    <a:pt x="205651" y="124460"/>
                  </a:lnTo>
                  <a:lnTo>
                    <a:pt x="207022" y="123190"/>
                  </a:lnTo>
                  <a:lnTo>
                    <a:pt x="208394" y="121920"/>
                  </a:lnTo>
                  <a:lnTo>
                    <a:pt x="208661" y="123190"/>
                  </a:lnTo>
                  <a:lnTo>
                    <a:pt x="210642" y="121920"/>
                  </a:lnTo>
                  <a:lnTo>
                    <a:pt x="210515" y="123190"/>
                  </a:lnTo>
                  <a:lnTo>
                    <a:pt x="212445" y="121920"/>
                  </a:lnTo>
                  <a:lnTo>
                    <a:pt x="212166" y="121920"/>
                  </a:lnTo>
                  <a:lnTo>
                    <a:pt x="213283" y="120650"/>
                  </a:lnTo>
                  <a:lnTo>
                    <a:pt x="215760" y="121564"/>
                  </a:lnTo>
                  <a:lnTo>
                    <a:pt x="216242" y="120650"/>
                  </a:lnTo>
                  <a:lnTo>
                    <a:pt x="217474" y="120650"/>
                  </a:lnTo>
                  <a:lnTo>
                    <a:pt x="217525" y="119380"/>
                  </a:lnTo>
                  <a:lnTo>
                    <a:pt x="219633" y="118110"/>
                  </a:lnTo>
                  <a:lnTo>
                    <a:pt x="218249" y="119380"/>
                  </a:lnTo>
                  <a:lnTo>
                    <a:pt x="221246" y="119380"/>
                  </a:lnTo>
                  <a:lnTo>
                    <a:pt x="221259" y="118110"/>
                  </a:lnTo>
                  <a:lnTo>
                    <a:pt x="225031" y="118110"/>
                  </a:lnTo>
                  <a:lnTo>
                    <a:pt x="226377" y="116840"/>
                  </a:lnTo>
                  <a:lnTo>
                    <a:pt x="226047" y="116840"/>
                  </a:lnTo>
                  <a:lnTo>
                    <a:pt x="227939" y="115570"/>
                  </a:lnTo>
                  <a:lnTo>
                    <a:pt x="229260" y="118110"/>
                  </a:lnTo>
                  <a:lnTo>
                    <a:pt x="230339" y="115570"/>
                  </a:lnTo>
                  <a:lnTo>
                    <a:pt x="231394" y="115570"/>
                  </a:lnTo>
                  <a:lnTo>
                    <a:pt x="233057" y="114300"/>
                  </a:lnTo>
                  <a:lnTo>
                    <a:pt x="233286" y="115570"/>
                  </a:lnTo>
                  <a:lnTo>
                    <a:pt x="235851" y="114300"/>
                  </a:lnTo>
                  <a:lnTo>
                    <a:pt x="240525" y="111760"/>
                  </a:lnTo>
                  <a:lnTo>
                    <a:pt x="241465" y="113030"/>
                  </a:lnTo>
                  <a:lnTo>
                    <a:pt x="241096" y="111760"/>
                  </a:lnTo>
                  <a:lnTo>
                    <a:pt x="243027" y="111760"/>
                  </a:lnTo>
                  <a:lnTo>
                    <a:pt x="242646" y="110490"/>
                  </a:lnTo>
                  <a:lnTo>
                    <a:pt x="246494" y="109220"/>
                  </a:lnTo>
                  <a:lnTo>
                    <a:pt x="251612" y="109220"/>
                  </a:lnTo>
                  <a:lnTo>
                    <a:pt x="255778" y="107950"/>
                  </a:lnTo>
                  <a:lnTo>
                    <a:pt x="256171" y="109220"/>
                  </a:lnTo>
                  <a:lnTo>
                    <a:pt x="256730" y="107950"/>
                  </a:lnTo>
                  <a:lnTo>
                    <a:pt x="261467" y="106680"/>
                  </a:lnTo>
                  <a:lnTo>
                    <a:pt x="267525" y="104140"/>
                  </a:lnTo>
                  <a:lnTo>
                    <a:pt x="271195" y="102870"/>
                  </a:lnTo>
                  <a:lnTo>
                    <a:pt x="272275" y="102870"/>
                  </a:lnTo>
                  <a:lnTo>
                    <a:pt x="273773" y="100330"/>
                  </a:lnTo>
                  <a:lnTo>
                    <a:pt x="275628" y="100330"/>
                  </a:lnTo>
                  <a:lnTo>
                    <a:pt x="278790" y="99060"/>
                  </a:lnTo>
                  <a:lnTo>
                    <a:pt x="282181" y="97790"/>
                  </a:lnTo>
                  <a:lnTo>
                    <a:pt x="285978" y="96520"/>
                  </a:lnTo>
                  <a:lnTo>
                    <a:pt x="285864" y="97790"/>
                  </a:lnTo>
                  <a:lnTo>
                    <a:pt x="286537" y="96520"/>
                  </a:lnTo>
                  <a:lnTo>
                    <a:pt x="287756" y="96520"/>
                  </a:lnTo>
                  <a:lnTo>
                    <a:pt x="288544" y="95250"/>
                  </a:lnTo>
                  <a:lnTo>
                    <a:pt x="290982" y="95250"/>
                  </a:lnTo>
                  <a:lnTo>
                    <a:pt x="292328" y="93980"/>
                  </a:lnTo>
                  <a:lnTo>
                    <a:pt x="292874" y="93980"/>
                  </a:lnTo>
                  <a:lnTo>
                    <a:pt x="294106" y="95250"/>
                  </a:lnTo>
                  <a:lnTo>
                    <a:pt x="294436" y="93980"/>
                  </a:lnTo>
                  <a:lnTo>
                    <a:pt x="296506" y="93980"/>
                  </a:lnTo>
                  <a:lnTo>
                    <a:pt x="296837" y="92710"/>
                  </a:lnTo>
                  <a:lnTo>
                    <a:pt x="297611" y="92710"/>
                  </a:lnTo>
                  <a:lnTo>
                    <a:pt x="303682" y="91440"/>
                  </a:lnTo>
                  <a:lnTo>
                    <a:pt x="302628" y="91440"/>
                  </a:lnTo>
                  <a:lnTo>
                    <a:pt x="302234" y="90170"/>
                  </a:lnTo>
                  <a:lnTo>
                    <a:pt x="303860" y="88900"/>
                  </a:lnTo>
                  <a:lnTo>
                    <a:pt x="304914" y="88900"/>
                  </a:lnTo>
                  <a:lnTo>
                    <a:pt x="303911" y="90170"/>
                  </a:lnTo>
                  <a:lnTo>
                    <a:pt x="305193" y="90170"/>
                  </a:lnTo>
                  <a:lnTo>
                    <a:pt x="305904" y="91440"/>
                  </a:lnTo>
                  <a:lnTo>
                    <a:pt x="306578" y="90170"/>
                  </a:lnTo>
                  <a:lnTo>
                    <a:pt x="305257" y="90170"/>
                  </a:lnTo>
                  <a:lnTo>
                    <a:pt x="306082" y="88900"/>
                  </a:lnTo>
                  <a:lnTo>
                    <a:pt x="308152" y="87630"/>
                  </a:lnTo>
                  <a:lnTo>
                    <a:pt x="308813" y="87630"/>
                  </a:lnTo>
                  <a:lnTo>
                    <a:pt x="308406" y="88658"/>
                  </a:lnTo>
                  <a:lnTo>
                    <a:pt x="308305" y="88900"/>
                  </a:lnTo>
                  <a:lnTo>
                    <a:pt x="309587" y="87630"/>
                  </a:lnTo>
                  <a:lnTo>
                    <a:pt x="310692" y="88900"/>
                  </a:lnTo>
                  <a:lnTo>
                    <a:pt x="312039" y="88900"/>
                  </a:lnTo>
                  <a:lnTo>
                    <a:pt x="313055" y="87630"/>
                  </a:lnTo>
                  <a:lnTo>
                    <a:pt x="314159" y="87630"/>
                  </a:lnTo>
                  <a:lnTo>
                    <a:pt x="313436" y="86360"/>
                  </a:lnTo>
                  <a:lnTo>
                    <a:pt x="315125" y="85090"/>
                  </a:lnTo>
                  <a:lnTo>
                    <a:pt x="314439" y="87630"/>
                  </a:lnTo>
                  <a:lnTo>
                    <a:pt x="315048" y="87630"/>
                  </a:lnTo>
                  <a:lnTo>
                    <a:pt x="315658" y="86360"/>
                  </a:lnTo>
                  <a:lnTo>
                    <a:pt x="318287" y="85090"/>
                  </a:lnTo>
                  <a:lnTo>
                    <a:pt x="318820" y="86360"/>
                  </a:lnTo>
                  <a:lnTo>
                    <a:pt x="318973" y="85090"/>
                  </a:lnTo>
                  <a:lnTo>
                    <a:pt x="319112" y="83820"/>
                  </a:lnTo>
                  <a:lnTo>
                    <a:pt x="323837" y="85090"/>
                  </a:lnTo>
                  <a:lnTo>
                    <a:pt x="323634" y="83820"/>
                  </a:lnTo>
                  <a:lnTo>
                    <a:pt x="325310" y="83820"/>
                  </a:lnTo>
                  <a:lnTo>
                    <a:pt x="325247" y="82550"/>
                  </a:lnTo>
                  <a:lnTo>
                    <a:pt x="326364" y="81280"/>
                  </a:lnTo>
                  <a:lnTo>
                    <a:pt x="327634" y="82550"/>
                  </a:lnTo>
                  <a:lnTo>
                    <a:pt x="328129" y="82550"/>
                  </a:lnTo>
                  <a:lnTo>
                    <a:pt x="328320" y="81280"/>
                  </a:lnTo>
                  <a:lnTo>
                    <a:pt x="335318" y="81280"/>
                  </a:lnTo>
                  <a:lnTo>
                    <a:pt x="341337" y="77470"/>
                  </a:lnTo>
                  <a:close/>
                </a:path>
                <a:path w="557530" h="179070">
                  <a:moveTo>
                    <a:pt x="345262" y="116674"/>
                  </a:moveTo>
                  <a:lnTo>
                    <a:pt x="344703" y="117436"/>
                  </a:lnTo>
                  <a:lnTo>
                    <a:pt x="345236" y="117398"/>
                  </a:lnTo>
                  <a:lnTo>
                    <a:pt x="345173" y="117208"/>
                  </a:lnTo>
                  <a:lnTo>
                    <a:pt x="345109" y="116967"/>
                  </a:lnTo>
                  <a:lnTo>
                    <a:pt x="345262" y="116674"/>
                  </a:lnTo>
                  <a:close/>
                </a:path>
                <a:path w="557530" h="179070">
                  <a:moveTo>
                    <a:pt x="346278" y="135813"/>
                  </a:moveTo>
                  <a:lnTo>
                    <a:pt x="346087" y="135699"/>
                  </a:lnTo>
                  <a:lnTo>
                    <a:pt x="346278" y="135813"/>
                  </a:lnTo>
                  <a:close/>
                </a:path>
                <a:path w="557530" h="179070">
                  <a:moveTo>
                    <a:pt x="346913" y="116890"/>
                  </a:moveTo>
                  <a:lnTo>
                    <a:pt x="346557" y="116890"/>
                  </a:lnTo>
                  <a:lnTo>
                    <a:pt x="346570" y="117030"/>
                  </a:lnTo>
                  <a:lnTo>
                    <a:pt x="346913" y="116890"/>
                  </a:lnTo>
                  <a:close/>
                </a:path>
                <a:path w="557530" h="179070">
                  <a:moveTo>
                    <a:pt x="349377" y="116090"/>
                  </a:moveTo>
                  <a:lnTo>
                    <a:pt x="349148" y="115938"/>
                  </a:lnTo>
                  <a:lnTo>
                    <a:pt x="349021" y="115925"/>
                  </a:lnTo>
                  <a:lnTo>
                    <a:pt x="349262" y="116065"/>
                  </a:lnTo>
                  <a:close/>
                </a:path>
                <a:path w="557530" h="179070">
                  <a:moveTo>
                    <a:pt x="350266" y="133616"/>
                  </a:moveTo>
                  <a:lnTo>
                    <a:pt x="350100" y="133578"/>
                  </a:lnTo>
                  <a:lnTo>
                    <a:pt x="350050" y="133705"/>
                  </a:lnTo>
                  <a:lnTo>
                    <a:pt x="350266" y="133616"/>
                  </a:lnTo>
                  <a:close/>
                </a:path>
                <a:path w="557530" h="179070">
                  <a:moveTo>
                    <a:pt x="350901" y="115112"/>
                  </a:moveTo>
                  <a:lnTo>
                    <a:pt x="350583" y="114223"/>
                  </a:lnTo>
                  <a:lnTo>
                    <a:pt x="350494" y="113969"/>
                  </a:lnTo>
                  <a:lnTo>
                    <a:pt x="349529" y="113969"/>
                  </a:lnTo>
                  <a:lnTo>
                    <a:pt x="349516" y="114604"/>
                  </a:lnTo>
                  <a:lnTo>
                    <a:pt x="350901" y="115112"/>
                  </a:lnTo>
                  <a:close/>
                </a:path>
                <a:path w="557530" h="179070">
                  <a:moveTo>
                    <a:pt x="351904" y="113969"/>
                  </a:moveTo>
                  <a:lnTo>
                    <a:pt x="351612" y="113347"/>
                  </a:lnTo>
                  <a:lnTo>
                    <a:pt x="351294" y="113766"/>
                  </a:lnTo>
                  <a:lnTo>
                    <a:pt x="350227" y="113207"/>
                  </a:lnTo>
                  <a:lnTo>
                    <a:pt x="350494" y="113969"/>
                  </a:lnTo>
                  <a:lnTo>
                    <a:pt x="351129" y="113969"/>
                  </a:lnTo>
                  <a:lnTo>
                    <a:pt x="351713" y="113969"/>
                  </a:lnTo>
                  <a:lnTo>
                    <a:pt x="351904" y="113969"/>
                  </a:lnTo>
                  <a:close/>
                </a:path>
                <a:path w="557530" h="179070">
                  <a:moveTo>
                    <a:pt x="352209" y="114223"/>
                  </a:moveTo>
                  <a:lnTo>
                    <a:pt x="351955" y="114096"/>
                  </a:lnTo>
                  <a:lnTo>
                    <a:pt x="352018" y="114223"/>
                  </a:lnTo>
                  <a:lnTo>
                    <a:pt x="352209" y="114223"/>
                  </a:lnTo>
                  <a:close/>
                </a:path>
                <a:path w="557530" h="179070">
                  <a:moveTo>
                    <a:pt x="363562" y="113207"/>
                  </a:moveTo>
                  <a:lnTo>
                    <a:pt x="363131" y="113207"/>
                  </a:lnTo>
                  <a:lnTo>
                    <a:pt x="363499" y="113474"/>
                  </a:lnTo>
                  <a:lnTo>
                    <a:pt x="363562" y="113207"/>
                  </a:lnTo>
                  <a:close/>
                </a:path>
                <a:path w="557530" h="179070">
                  <a:moveTo>
                    <a:pt x="364007" y="110794"/>
                  </a:moveTo>
                  <a:lnTo>
                    <a:pt x="363575" y="111048"/>
                  </a:lnTo>
                  <a:lnTo>
                    <a:pt x="363194" y="111302"/>
                  </a:lnTo>
                  <a:lnTo>
                    <a:pt x="363486" y="111302"/>
                  </a:lnTo>
                  <a:lnTo>
                    <a:pt x="363562" y="111683"/>
                  </a:lnTo>
                  <a:lnTo>
                    <a:pt x="363613" y="111937"/>
                  </a:lnTo>
                  <a:lnTo>
                    <a:pt x="363283" y="111937"/>
                  </a:lnTo>
                  <a:lnTo>
                    <a:pt x="362737" y="112077"/>
                  </a:lnTo>
                  <a:lnTo>
                    <a:pt x="362445" y="112141"/>
                  </a:lnTo>
                  <a:lnTo>
                    <a:pt x="362242" y="112191"/>
                  </a:lnTo>
                  <a:lnTo>
                    <a:pt x="362394" y="112191"/>
                  </a:lnTo>
                  <a:lnTo>
                    <a:pt x="362216" y="112369"/>
                  </a:lnTo>
                  <a:lnTo>
                    <a:pt x="362051" y="113080"/>
                  </a:lnTo>
                  <a:lnTo>
                    <a:pt x="362394" y="113106"/>
                  </a:lnTo>
                  <a:lnTo>
                    <a:pt x="362673" y="112547"/>
                  </a:lnTo>
                  <a:lnTo>
                    <a:pt x="362724" y="112191"/>
                  </a:lnTo>
                  <a:lnTo>
                    <a:pt x="362889" y="112953"/>
                  </a:lnTo>
                  <a:lnTo>
                    <a:pt x="364007" y="113106"/>
                  </a:lnTo>
                  <a:lnTo>
                    <a:pt x="363956" y="111937"/>
                  </a:lnTo>
                  <a:lnTo>
                    <a:pt x="363880" y="111683"/>
                  </a:lnTo>
                  <a:lnTo>
                    <a:pt x="363778" y="111302"/>
                  </a:lnTo>
                  <a:lnTo>
                    <a:pt x="363651" y="111302"/>
                  </a:lnTo>
                  <a:lnTo>
                    <a:pt x="364007" y="110794"/>
                  </a:lnTo>
                  <a:close/>
                </a:path>
                <a:path w="557530" h="179070">
                  <a:moveTo>
                    <a:pt x="364045" y="113842"/>
                  </a:moveTo>
                  <a:lnTo>
                    <a:pt x="364020" y="113207"/>
                  </a:lnTo>
                  <a:lnTo>
                    <a:pt x="363766" y="113207"/>
                  </a:lnTo>
                  <a:lnTo>
                    <a:pt x="363537" y="113499"/>
                  </a:lnTo>
                  <a:lnTo>
                    <a:pt x="364045" y="113842"/>
                  </a:lnTo>
                  <a:close/>
                </a:path>
                <a:path w="557530" h="179070">
                  <a:moveTo>
                    <a:pt x="368414" y="109258"/>
                  </a:moveTo>
                  <a:lnTo>
                    <a:pt x="368287" y="109461"/>
                  </a:lnTo>
                  <a:lnTo>
                    <a:pt x="368414" y="109258"/>
                  </a:lnTo>
                  <a:close/>
                </a:path>
                <a:path w="557530" h="179070">
                  <a:moveTo>
                    <a:pt x="369951" y="108762"/>
                  </a:moveTo>
                  <a:lnTo>
                    <a:pt x="369100" y="109778"/>
                  </a:lnTo>
                  <a:lnTo>
                    <a:pt x="369608" y="109778"/>
                  </a:lnTo>
                  <a:lnTo>
                    <a:pt x="369697" y="109524"/>
                  </a:lnTo>
                  <a:lnTo>
                    <a:pt x="369824" y="109143"/>
                  </a:lnTo>
                  <a:lnTo>
                    <a:pt x="369951" y="108762"/>
                  </a:lnTo>
                  <a:close/>
                </a:path>
                <a:path w="557530" h="179070">
                  <a:moveTo>
                    <a:pt x="371271" y="107111"/>
                  </a:moveTo>
                  <a:lnTo>
                    <a:pt x="370446" y="106349"/>
                  </a:lnTo>
                  <a:lnTo>
                    <a:pt x="370433" y="107251"/>
                  </a:lnTo>
                  <a:lnTo>
                    <a:pt x="371271" y="107111"/>
                  </a:lnTo>
                  <a:close/>
                </a:path>
                <a:path w="557530" h="179070">
                  <a:moveTo>
                    <a:pt x="373824" y="106553"/>
                  </a:moveTo>
                  <a:lnTo>
                    <a:pt x="373773" y="106375"/>
                  </a:lnTo>
                  <a:lnTo>
                    <a:pt x="373684" y="106159"/>
                  </a:lnTo>
                  <a:lnTo>
                    <a:pt x="373443" y="105956"/>
                  </a:lnTo>
                  <a:lnTo>
                    <a:pt x="373100" y="106299"/>
                  </a:lnTo>
                  <a:lnTo>
                    <a:pt x="373545" y="106400"/>
                  </a:lnTo>
                  <a:lnTo>
                    <a:pt x="373824" y="106553"/>
                  </a:lnTo>
                  <a:close/>
                </a:path>
                <a:path w="557530" h="179070">
                  <a:moveTo>
                    <a:pt x="373849" y="106565"/>
                  </a:moveTo>
                  <a:close/>
                </a:path>
                <a:path w="557530" h="179070">
                  <a:moveTo>
                    <a:pt x="378701" y="125653"/>
                  </a:moveTo>
                  <a:lnTo>
                    <a:pt x="370459" y="125653"/>
                  </a:lnTo>
                  <a:lnTo>
                    <a:pt x="370459" y="128447"/>
                  </a:lnTo>
                  <a:lnTo>
                    <a:pt x="366153" y="128447"/>
                  </a:lnTo>
                  <a:lnTo>
                    <a:pt x="365594" y="128727"/>
                  </a:lnTo>
                  <a:lnTo>
                    <a:pt x="365150" y="128955"/>
                  </a:lnTo>
                  <a:lnTo>
                    <a:pt x="365569" y="128955"/>
                  </a:lnTo>
                  <a:lnTo>
                    <a:pt x="365518" y="129286"/>
                  </a:lnTo>
                  <a:lnTo>
                    <a:pt x="363728" y="129146"/>
                  </a:lnTo>
                  <a:lnTo>
                    <a:pt x="363702" y="128955"/>
                  </a:lnTo>
                  <a:lnTo>
                    <a:pt x="364236" y="128955"/>
                  </a:lnTo>
                  <a:lnTo>
                    <a:pt x="364388" y="128955"/>
                  </a:lnTo>
                  <a:lnTo>
                    <a:pt x="365023" y="128955"/>
                  </a:lnTo>
                  <a:lnTo>
                    <a:pt x="365150" y="128955"/>
                  </a:lnTo>
                  <a:lnTo>
                    <a:pt x="365594" y="128714"/>
                  </a:lnTo>
                  <a:lnTo>
                    <a:pt x="366077" y="128447"/>
                  </a:lnTo>
                  <a:lnTo>
                    <a:pt x="366064" y="127939"/>
                  </a:lnTo>
                  <a:lnTo>
                    <a:pt x="366026" y="127812"/>
                  </a:lnTo>
                  <a:lnTo>
                    <a:pt x="366471" y="127812"/>
                  </a:lnTo>
                  <a:lnTo>
                    <a:pt x="366725" y="127939"/>
                  </a:lnTo>
                  <a:lnTo>
                    <a:pt x="366839" y="127812"/>
                  </a:lnTo>
                  <a:lnTo>
                    <a:pt x="367436" y="127177"/>
                  </a:lnTo>
                  <a:lnTo>
                    <a:pt x="367982" y="127812"/>
                  </a:lnTo>
                  <a:lnTo>
                    <a:pt x="367817" y="128206"/>
                  </a:lnTo>
                  <a:lnTo>
                    <a:pt x="369366" y="127177"/>
                  </a:lnTo>
                  <a:lnTo>
                    <a:pt x="370459" y="128447"/>
                  </a:lnTo>
                  <a:lnTo>
                    <a:pt x="370459" y="125653"/>
                  </a:lnTo>
                  <a:lnTo>
                    <a:pt x="364871" y="125653"/>
                  </a:lnTo>
                  <a:lnTo>
                    <a:pt x="364871" y="128447"/>
                  </a:lnTo>
                  <a:lnTo>
                    <a:pt x="364553" y="128447"/>
                  </a:lnTo>
                  <a:lnTo>
                    <a:pt x="364591" y="128320"/>
                  </a:lnTo>
                  <a:lnTo>
                    <a:pt x="364718" y="127939"/>
                  </a:lnTo>
                  <a:lnTo>
                    <a:pt x="364871" y="128447"/>
                  </a:lnTo>
                  <a:lnTo>
                    <a:pt x="364871" y="125653"/>
                  </a:lnTo>
                  <a:lnTo>
                    <a:pt x="364121" y="125653"/>
                  </a:lnTo>
                  <a:lnTo>
                    <a:pt x="364121" y="128447"/>
                  </a:lnTo>
                  <a:lnTo>
                    <a:pt x="363880" y="128574"/>
                  </a:lnTo>
                  <a:lnTo>
                    <a:pt x="363766" y="128447"/>
                  </a:lnTo>
                  <a:lnTo>
                    <a:pt x="363740" y="128651"/>
                  </a:lnTo>
                  <a:lnTo>
                    <a:pt x="363601" y="128447"/>
                  </a:lnTo>
                  <a:lnTo>
                    <a:pt x="363766" y="128447"/>
                  </a:lnTo>
                  <a:lnTo>
                    <a:pt x="364121" y="128447"/>
                  </a:lnTo>
                  <a:lnTo>
                    <a:pt x="364121" y="125653"/>
                  </a:lnTo>
                  <a:lnTo>
                    <a:pt x="363296" y="125653"/>
                  </a:lnTo>
                  <a:lnTo>
                    <a:pt x="363296" y="128955"/>
                  </a:lnTo>
                  <a:lnTo>
                    <a:pt x="363207" y="129108"/>
                  </a:lnTo>
                  <a:lnTo>
                    <a:pt x="361149" y="128955"/>
                  </a:lnTo>
                  <a:lnTo>
                    <a:pt x="363143" y="128955"/>
                  </a:lnTo>
                  <a:lnTo>
                    <a:pt x="363296" y="128955"/>
                  </a:lnTo>
                  <a:lnTo>
                    <a:pt x="363296" y="125653"/>
                  </a:lnTo>
                  <a:lnTo>
                    <a:pt x="356679" y="125653"/>
                  </a:lnTo>
                  <a:lnTo>
                    <a:pt x="356679" y="131622"/>
                  </a:lnTo>
                  <a:lnTo>
                    <a:pt x="356057" y="131749"/>
                  </a:lnTo>
                  <a:lnTo>
                    <a:pt x="355981" y="131622"/>
                  </a:lnTo>
                  <a:lnTo>
                    <a:pt x="356679" y="131622"/>
                  </a:lnTo>
                  <a:lnTo>
                    <a:pt x="356679" y="125653"/>
                  </a:lnTo>
                  <a:lnTo>
                    <a:pt x="349110" y="125653"/>
                  </a:lnTo>
                  <a:lnTo>
                    <a:pt x="349110" y="133273"/>
                  </a:lnTo>
                  <a:lnTo>
                    <a:pt x="348932" y="133400"/>
                  </a:lnTo>
                  <a:lnTo>
                    <a:pt x="348411" y="133273"/>
                  </a:lnTo>
                  <a:lnTo>
                    <a:pt x="349110" y="133273"/>
                  </a:lnTo>
                  <a:lnTo>
                    <a:pt x="349110" y="125653"/>
                  </a:lnTo>
                  <a:lnTo>
                    <a:pt x="331216" y="125653"/>
                  </a:lnTo>
                  <a:lnTo>
                    <a:pt x="331089" y="125691"/>
                  </a:lnTo>
                  <a:lnTo>
                    <a:pt x="331089" y="140131"/>
                  </a:lnTo>
                  <a:lnTo>
                    <a:pt x="329184" y="140131"/>
                  </a:lnTo>
                  <a:lnTo>
                    <a:pt x="329666" y="139496"/>
                  </a:lnTo>
                  <a:lnTo>
                    <a:pt x="329933" y="139496"/>
                  </a:lnTo>
                  <a:lnTo>
                    <a:pt x="330466" y="138607"/>
                  </a:lnTo>
                  <a:lnTo>
                    <a:pt x="330542" y="138480"/>
                  </a:lnTo>
                  <a:lnTo>
                    <a:pt x="330758" y="138480"/>
                  </a:lnTo>
                  <a:lnTo>
                    <a:pt x="330860" y="138988"/>
                  </a:lnTo>
                  <a:lnTo>
                    <a:pt x="330962" y="139496"/>
                  </a:lnTo>
                  <a:lnTo>
                    <a:pt x="331063" y="140004"/>
                  </a:lnTo>
                  <a:lnTo>
                    <a:pt x="331089" y="140131"/>
                  </a:lnTo>
                  <a:lnTo>
                    <a:pt x="331089" y="125691"/>
                  </a:lnTo>
                  <a:lnTo>
                    <a:pt x="330847" y="125755"/>
                  </a:lnTo>
                  <a:lnTo>
                    <a:pt x="330847" y="137972"/>
                  </a:lnTo>
                  <a:lnTo>
                    <a:pt x="330695" y="138226"/>
                  </a:lnTo>
                  <a:lnTo>
                    <a:pt x="330644" y="137972"/>
                  </a:lnTo>
                  <a:lnTo>
                    <a:pt x="330847" y="137972"/>
                  </a:lnTo>
                  <a:lnTo>
                    <a:pt x="330847" y="125755"/>
                  </a:lnTo>
                  <a:lnTo>
                    <a:pt x="329755" y="126034"/>
                  </a:lnTo>
                  <a:lnTo>
                    <a:pt x="329615" y="125780"/>
                  </a:lnTo>
                  <a:lnTo>
                    <a:pt x="329552" y="125653"/>
                  </a:lnTo>
                  <a:lnTo>
                    <a:pt x="331216" y="125653"/>
                  </a:lnTo>
                  <a:lnTo>
                    <a:pt x="331216" y="125399"/>
                  </a:lnTo>
                  <a:lnTo>
                    <a:pt x="329425" y="125399"/>
                  </a:lnTo>
                  <a:lnTo>
                    <a:pt x="328523" y="125653"/>
                  </a:lnTo>
                  <a:lnTo>
                    <a:pt x="328523" y="140131"/>
                  </a:lnTo>
                  <a:lnTo>
                    <a:pt x="326707" y="140131"/>
                  </a:lnTo>
                  <a:lnTo>
                    <a:pt x="325450" y="140131"/>
                  </a:lnTo>
                  <a:lnTo>
                    <a:pt x="325323" y="140004"/>
                  </a:lnTo>
                  <a:lnTo>
                    <a:pt x="325678" y="140004"/>
                  </a:lnTo>
                  <a:lnTo>
                    <a:pt x="325958" y="139496"/>
                  </a:lnTo>
                  <a:lnTo>
                    <a:pt x="326720" y="139496"/>
                  </a:lnTo>
                  <a:lnTo>
                    <a:pt x="326707" y="140131"/>
                  </a:lnTo>
                  <a:lnTo>
                    <a:pt x="327672" y="139496"/>
                  </a:lnTo>
                  <a:lnTo>
                    <a:pt x="328193" y="139496"/>
                  </a:lnTo>
                  <a:lnTo>
                    <a:pt x="328523" y="140131"/>
                  </a:lnTo>
                  <a:lnTo>
                    <a:pt x="328523" y="125653"/>
                  </a:lnTo>
                  <a:lnTo>
                    <a:pt x="328587" y="124383"/>
                  </a:lnTo>
                  <a:lnTo>
                    <a:pt x="327113" y="125272"/>
                  </a:lnTo>
                  <a:lnTo>
                    <a:pt x="327215" y="124637"/>
                  </a:lnTo>
                  <a:lnTo>
                    <a:pt x="327253" y="124383"/>
                  </a:lnTo>
                  <a:lnTo>
                    <a:pt x="327342" y="123748"/>
                  </a:lnTo>
                  <a:lnTo>
                    <a:pt x="326732" y="123240"/>
                  </a:lnTo>
                  <a:lnTo>
                    <a:pt x="326250" y="123240"/>
                  </a:lnTo>
                  <a:lnTo>
                    <a:pt x="324916" y="123748"/>
                  </a:lnTo>
                  <a:lnTo>
                    <a:pt x="325094" y="123748"/>
                  </a:lnTo>
                  <a:lnTo>
                    <a:pt x="324624" y="124129"/>
                  </a:lnTo>
                  <a:lnTo>
                    <a:pt x="324586" y="124383"/>
                  </a:lnTo>
                  <a:lnTo>
                    <a:pt x="324472" y="125145"/>
                  </a:lnTo>
                  <a:lnTo>
                    <a:pt x="325589" y="124383"/>
                  </a:lnTo>
                  <a:lnTo>
                    <a:pt x="325678" y="124637"/>
                  </a:lnTo>
                  <a:lnTo>
                    <a:pt x="325755" y="124891"/>
                  </a:lnTo>
                  <a:lnTo>
                    <a:pt x="325831" y="125145"/>
                  </a:lnTo>
                  <a:lnTo>
                    <a:pt x="325907" y="125399"/>
                  </a:lnTo>
                  <a:lnTo>
                    <a:pt x="325628" y="125399"/>
                  </a:lnTo>
                  <a:lnTo>
                    <a:pt x="325145" y="125653"/>
                  </a:lnTo>
                  <a:lnTo>
                    <a:pt x="325145" y="140131"/>
                  </a:lnTo>
                  <a:lnTo>
                    <a:pt x="324561" y="140131"/>
                  </a:lnTo>
                  <a:lnTo>
                    <a:pt x="324637" y="140004"/>
                  </a:lnTo>
                  <a:lnTo>
                    <a:pt x="324929" y="140004"/>
                  </a:lnTo>
                  <a:lnTo>
                    <a:pt x="325145" y="140131"/>
                  </a:lnTo>
                  <a:lnTo>
                    <a:pt x="325145" y="125653"/>
                  </a:lnTo>
                  <a:lnTo>
                    <a:pt x="323913" y="126288"/>
                  </a:lnTo>
                  <a:lnTo>
                    <a:pt x="324650" y="128701"/>
                  </a:lnTo>
                  <a:lnTo>
                    <a:pt x="324739" y="128955"/>
                  </a:lnTo>
                  <a:lnTo>
                    <a:pt x="323469" y="128955"/>
                  </a:lnTo>
                  <a:lnTo>
                    <a:pt x="322999" y="129463"/>
                  </a:lnTo>
                  <a:lnTo>
                    <a:pt x="322808" y="129590"/>
                  </a:lnTo>
                  <a:lnTo>
                    <a:pt x="322694" y="129971"/>
                  </a:lnTo>
                  <a:lnTo>
                    <a:pt x="322567" y="130263"/>
                  </a:lnTo>
                  <a:lnTo>
                    <a:pt x="322567" y="140639"/>
                  </a:lnTo>
                  <a:lnTo>
                    <a:pt x="322262" y="141147"/>
                  </a:lnTo>
                  <a:lnTo>
                    <a:pt x="322211" y="140639"/>
                  </a:lnTo>
                  <a:lnTo>
                    <a:pt x="322567" y="140639"/>
                  </a:lnTo>
                  <a:lnTo>
                    <a:pt x="322567" y="130263"/>
                  </a:lnTo>
                  <a:lnTo>
                    <a:pt x="322465" y="130479"/>
                  </a:lnTo>
                  <a:lnTo>
                    <a:pt x="322364" y="129463"/>
                  </a:lnTo>
                  <a:lnTo>
                    <a:pt x="321627" y="128955"/>
                  </a:lnTo>
                  <a:lnTo>
                    <a:pt x="320713" y="128320"/>
                  </a:lnTo>
                  <a:lnTo>
                    <a:pt x="320344" y="128079"/>
                  </a:lnTo>
                  <a:lnTo>
                    <a:pt x="319862" y="128320"/>
                  </a:lnTo>
                  <a:lnTo>
                    <a:pt x="318630" y="128955"/>
                  </a:lnTo>
                  <a:lnTo>
                    <a:pt x="318897" y="128955"/>
                  </a:lnTo>
                  <a:lnTo>
                    <a:pt x="318947" y="129463"/>
                  </a:lnTo>
                  <a:lnTo>
                    <a:pt x="320128" y="129590"/>
                  </a:lnTo>
                  <a:lnTo>
                    <a:pt x="320179" y="130606"/>
                  </a:lnTo>
                  <a:lnTo>
                    <a:pt x="319214" y="131114"/>
                  </a:lnTo>
                  <a:lnTo>
                    <a:pt x="319227" y="130606"/>
                  </a:lnTo>
                  <a:lnTo>
                    <a:pt x="319036" y="130797"/>
                  </a:lnTo>
                  <a:lnTo>
                    <a:pt x="319036" y="140639"/>
                  </a:lnTo>
                  <a:lnTo>
                    <a:pt x="318858" y="140639"/>
                  </a:lnTo>
                  <a:lnTo>
                    <a:pt x="319036" y="140639"/>
                  </a:lnTo>
                  <a:lnTo>
                    <a:pt x="319036" y="130797"/>
                  </a:lnTo>
                  <a:lnTo>
                    <a:pt x="318452" y="131368"/>
                  </a:lnTo>
                  <a:lnTo>
                    <a:pt x="317119" y="129971"/>
                  </a:lnTo>
                  <a:lnTo>
                    <a:pt x="317207" y="131267"/>
                  </a:lnTo>
                  <a:lnTo>
                    <a:pt x="316293" y="130479"/>
                  </a:lnTo>
                  <a:lnTo>
                    <a:pt x="316357" y="131114"/>
                  </a:lnTo>
                  <a:lnTo>
                    <a:pt x="315391" y="131622"/>
                  </a:lnTo>
                  <a:lnTo>
                    <a:pt x="315036" y="132130"/>
                  </a:lnTo>
                  <a:lnTo>
                    <a:pt x="314388" y="132892"/>
                  </a:lnTo>
                  <a:lnTo>
                    <a:pt x="313207" y="132130"/>
                  </a:lnTo>
                  <a:lnTo>
                    <a:pt x="313245" y="132257"/>
                  </a:lnTo>
                  <a:lnTo>
                    <a:pt x="314185" y="133273"/>
                  </a:lnTo>
                  <a:lnTo>
                    <a:pt x="313423" y="133781"/>
                  </a:lnTo>
                  <a:lnTo>
                    <a:pt x="312877" y="132257"/>
                  </a:lnTo>
                  <a:lnTo>
                    <a:pt x="312826" y="132130"/>
                  </a:lnTo>
                  <a:lnTo>
                    <a:pt x="312686" y="132130"/>
                  </a:lnTo>
                  <a:lnTo>
                    <a:pt x="311531" y="133654"/>
                  </a:lnTo>
                  <a:lnTo>
                    <a:pt x="311429" y="133781"/>
                  </a:lnTo>
                  <a:lnTo>
                    <a:pt x="311391" y="133654"/>
                  </a:lnTo>
                  <a:lnTo>
                    <a:pt x="311277" y="133273"/>
                  </a:lnTo>
                  <a:lnTo>
                    <a:pt x="311200" y="133019"/>
                  </a:lnTo>
                  <a:lnTo>
                    <a:pt x="311124" y="132765"/>
                  </a:lnTo>
                  <a:lnTo>
                    <a:pt x="310794" y="132892"/>
                  </a:lnTo>
                  <a:lnTo>
                    <a:pt x="309994" y="132638"/>
                  </a:lnTo>
                  <a:lnTo>
                    <a:pt x="310121" y="133019"/>
                  </a:lnTo>
                  <a:lnTo>
                    <a:pt x="310197" y="133273"/>
                  </a:lnTo>
                  <a:lnTo>
                    <a:pt x="310324" y="133654"/>
                  </a:lnTo>
                  <a:lnTo>
                    <a:pt x="310362" y="133781"/>
                  </a:lnTo>
                  <a:lnTo>
                    <a:pt x="309105" y="134162"/>
                  </a:lnTo>
                  <a:lnTo>
                    <a:pt x="308267" y="134797"/>
                  </a:lnTo>
                  <a:lnTo>
                    <a:pt x="308241" y="134670"/>
                  </a:lnTo>
                  <a:lnTo>
                    <a:pt x="308140" y="134289"/>
                  </a:lnTo>
                  <a:lnTo>
                    <a:pt x="308114" y="134162"/>
                  </a:lnTo>
                  <a:lnTo>
                    <a:pt x="308013" y="133781"/>
                  </a:lnTo>
                  <a:lnTo>
                    <a:pt x="307987" y="133654"/>
                  </a:lnTo>
                  <a:lnTo>
                    <a:pt x="307886" y="133273"/>
                  </a:lnTo>
                  <a:lnTo>
                    <a:pt x="307822" y="133019"/>
                  </a:lnTo>
                  <a:lnTo>
                    <a:pt x="307759" y="132765"/>
                  </a:lnTo>
                  <a:lnTo>
                    <a:pt x="307670" y="133019"/>
                  </a:lnTo>
                  <a:lnTo>
                    <a:pt x="307568" y="133654"/>
                  </a:lnTo>
                  <a:lnTo>
                    <a:pt x="307479" y="134162"/>
                  </a:lnTo>
                  <a:lnTo>
                    <a:pt x="307403" y="134670"/>
                  </a:lnTo>
                  <a:lnTo>
                    <a:pt x="307301" y="135216"/>
                  </a:lnTo>
                  <a:lnTo>
                    <a:pt x="306349" y="133781"/>
                  </a:lnTo>
                  <a:lnTo>
                    <a:pt x="306476" y="134797"/>
                  </a:lnTo>
                  <a:lnTo>
                    <a:pt x="306527" y="135064"/>
                  </a:lnTo>
                  <a:lnTo>
                    <a:pt x="304723" y="134670"/>
                  </a:lnTo>
                  <a:lnTo>
                    <a:pt x="304749" y="134797"/>
                  </a:lnTo>
                  <a:lnTo>
                    <a:pt x="304850" y="135305"/>
                  </a:lnTo>
                  <a:lnTo>
                    <a:pt x="304965" y="135813"/>
                  </a:lnTo>
                  <a:lnTo>
                    <a:pt x="304990" y="135940"/>
                  </a:lnTo>
                  <a:lnTo>
                    <a:pt x="304292" y="136321"/>
                  </a:lnTo>
                  <a:lnTo>
                    <a:pt x="303999" y="135305"/>
                  </a:lnTo>
                  <a:lnTo>
                    <a:pt x="303847" y="134797"/>
                  </a:lnTo>
                  <a:lnTo>
                    <a:pt x="303657" y="134670"/>
                  </a:lnTo>
                  <a:lnTo>
                    <a:pt x="303517" y="134670"/>
                  </a:lnTo>
                  <a:lnTo>
                    <a:pt x="303479" y="134797"/>
                  </a:lnTo>
                  <a:lnTo>
                    <a:pt x="303390" y="135191"/>
                  </a:lnTo>
                  <a:lnTo>
                    <a:pt x="302793" y="134670"/>
                  </a:lnTo>
                  <a:lnTo>
                    <a:pt x="301332" y="135051"/>
                  </a:lnTo>
                  <a:lnTo>
                    <a:pt x="300405" y="134937"/>
                  </a:lnTo>
                  <a:lnTo>
                    <a:pt x="300342" y="135305"/>
                  </a:lnTo>
                  <a:lnTo>
                    <a:pt x="300240" y="135813"/>
                  </a:lnTo>
                  <a:lnTo>
                    <a:pt x="300113" y="136448"/>
                  </a:lnTo>
                  <a:lnTo>
                    <a:pt x="299643" y="135940"/>
                  </a:lnTo>
                  <a:lnTo>
                    <a:pt x="299631" y="136321"/>
                  </a:lnTo>
                  <a:lnTo>
                    <a:pt x="298894" y="136829"/>
                  </a:lnTo>
                  <a:lnTo>
                    <a:pt x="299262" y="136829"/>
                  </a:lnTo>
                  <a:lnTo>
                    <a:pt x="299440" y="136956"/>
                  </a:lnTo>
                  <a:lnTo>
                    <a:pt x="299161" y="136956"/>
                  </a:lnTo>
                  <a:lnTo>
                    <a:pt x="298653" y="137172"/>
                  </a:lnTo>
                  <a:lnTo>
                    <a:pt x="299173" y="137083"/>
                  </a:lnTo>
                  <a:lnTo>
                    <a:pt x="299643" y="138480"/>
                  </a:lnTo>
                  <a:lnTo>
                    <a:pt x="298907" y="137845"/>
                  </a:lnTo>
                  <a:lnTo>
                    <a:pt x="298665" y="137845"/>
                  </a:lnTo>
                  <a:lnTo>
                    <a:pt x="298246" y="138480"/>
                  </a:lnTo>
                  <a:lnTo>
                    <a:pt x="298157" y="138607"/>
                  </a:lnTo>
                  <a:lnTo>
                    <a:pt x="297891" y="138480"/>
                  </a:lnTo>
                  <a:lnTo>
                    <a:pt x="297916" y="137972"/>
                  </a:lnTo>
                  <a:lnTo>
                    <a:pt x="297929" y="137845"/>
                  </a:lnTo>
                  <a:lnTo>
                    <a:pt x="297522" y="137972"/>
                  </a:lnTo>
                  <a:lnTo>
                    <a:pt x="297446" y="137337"/>
                  </a:lnTo>
                  <a:lnTo>
                    <a:pt x="297319" y="137464"/>
                  </a:lnTo>
                  <a:lnTo>
                    <a:pt x="296341" y="140004"/>
                  </a:lnTo>
                  <a:lnTo>
                    <a:pt x="297789" y="140004"/>
                  </a:lnTo>
                  <a:lnTo>
                    <a:pt x="297853" y="140131"/>
                  </a:lnTo>
                  <a:lnTo>
                    <a:pt x="296976" y="140131"/>
                  </a:lnTo>
                  <a:lnTo>
                    <a:pt x="296976" y="146354"/>
                  </a:lnTo>
                  <a:lnTo>
                    <a:pt x="296862" y="146989"/>
                  </a:lnTo>
                  <a:lnTo>
                    <a:pt x="296748" y="147269"/>
                  </a:lnTo>
                  <a:lnTo>
                    <a:pt x="296062" y="146989"/>
                  </a:lnTo>
                  <a:lnTo>
                    <a:pt x="296316" y="146989"/>
                  </a:lnTo>
                  <a:lnTo>
                    <a:pt x="296976" y="146354"/>
                  </a:lnTo>
                  <a:lnTo>
                    <a:pt x="296976" y="140131"/>
                  </a:lnTo>
                  <a:lnTo>
                    <a:pt x="296481" y="140131"/>
                  </a:lnTo>
                  <a:lnTo>
                    <a:pt x="296430" y="140982"/>
                  </a:lnTo>
                  <a:lnTo>
                    <a:pt x="296392" y="140639"/>
                  </a:lnTo>
                  <a:lnTo>
                    <a:pt x="295567" y="140703"/>
                  </a:lnTo>
                  <a:lnTo>
                    <a:pt x="295402" y="140716"/>
                  </a:lnTo>
                  <a:lnTo>
                    <a:pt x="295109" y="140639"/>
                  </a:lnTo>
                  <a:lnTo>
                    <a:pt x="295148" y="140144"/>
                  </a:lnTo>
                  <a:lnTo>
                    <a:pt x="295109" y="139496"/>
                  </a:lnTo>
                  <a:lnTo>
                    <a:pt x="295071" y="138988"/>
                  </a:lnTo>
                  <a:lnTo>
                    <a:pt x="295021" y="138480"/>
                  </a:lnTo>
                  <a:lnTo>
                    <a:pt x="293878" y="138925"/>
                  </a:lnTo>
                  <a:lnTo>
                    <a:pt x="293878" y="148005"/>
                  </a:lnTo>
                  <a:lnTo>
                    <a:pt x="293624" y="148145"/>
                  </a:lnTo>
                  <a:lnTo>
                    <a:pt x="293585" y="148005"/>
                  </a:lnTo>
                  <a:lnTo>
                    <a:pt x="293878" y="148005"/>
                  </a:lnTo>
                  <a:lnTo>
                    <a:pt x="293878" y="138925"/>
                  </a:lnTo>
                  <a:lnTo>
                    <a:pt x="293700" y="138988"/>
                  </a:lnTo>
                  <a:lnTo>
                    <a:pt x="294347" y="138480"/>
                  </a:lnTo>
                  <a:lnTo>
                    <a:pt x="294411" y="137972"/>
                  </a:lnTo>
                  <a:lnTo>
                    <a:pt x="294424" y="137845"/>
                  </a:lnTo>
                  <a:lnTo>
                    <a:pt x="294627" y="137464"/>
                  </a:lnTo>
                  <a:lnTo>
                    <a:pt x="294716" y="137337"/>
                  </a:lnTo>
                  <a:lnTo>
                    <a:pt x="294233" y="137337"/>
                  </a:lnTo>
                  <a:lnTo>
                    <a:pt x="294360" y="136956"/>
                  </a:lnTo>
                  <a:lnTo>
                    <a:pt x="294398" y="136829"/>
                  </a:lnTo>
                  <a:lnTo>
                    <a:pt x="294525" y="136448"/>
                  </a:lnTo>
                  <a:lnTo>
                    <a:pt x="294182" y="136829"/>
                  </a:lnTo>
                  <a:lnTo>
                    <a:pt x="293585" y="137337"/>
                  </a:lnTo>
                  <a:lnTo>
                    <a:pt x="294398" y="137464"/>
                  </a:lnTo>
                  <a:lnTo>
                    <a:pt x="293433" y="137972"/>
                  </a:lnTo>
                  <a:lnTo>
                    <a:pt x="293090" y="136956"/>
                  </a:lnTo>
                  <a:lnTo>
                    <a:pt x="292874" y="136829"/>
                  </a:lnTo>
                  <a:lnTo>
                    <a:pt x="293712" y="136829"/>
                  </a:lnTo>
                  <a:lnTo>
                    <a:pt x="291642" y="136588"/>
                  </a:lnTo>
                  <a:lnTo>
                    <a:pt x="292023" y="136829"/>
                  </a:lnTo>
                  <a:lnTo>
                    <a:pt x="292798" y="137337"/>
                  </a:lnTo>
                  <a:lnTo>
                    <a:pt x="292595" y="137337"/>
                  </a:lnTo>
                  <a:lnTo>
                    <a:pt x="292582" y="137464"/>
                  </a:lnTo>
                  <a:lnTo>
                    <a:pt x="292735" y="137464"/>
                  </a:lnTo>
                  <a:lnTo>
                    <a:pt x="293077" y="137845"/>
                  </a:lnTo>
                  <a:lnTo>
                    <a:pt x="292569" y="139649"/>
                  </a:lnTo>
                  <a:lnTo>
                    <a:pt x="292404" y="139496"/>
                  </a:lnTo>
                  <a:lnTo>
                    <a:pt x="292265" y="139496"/>
                  </a:lnTo>
                  <a:lnTo>
                    <a:pt x="292506" y="139877"/>
                  </a:lnTo>
                  <a:lnTo>
                    <a:pt x="292468" y="140004"/>
                  </a:lnTo>
                  <a:lnTo>
                    <a:pt x="292595" y="140004"/>
                  </a:lnTo>
                  <a:lnTo>
                    <a:pt x="293001" y="140004"/>
                  </a:lnTo>
                  <a:lnTo>
                    <a:pt x="293141" y="140131"/>
                  </a:lnTo>
                  <a:lnTo>
                    <a:pt x="292252" y="140131"/>
                  </a:lnTo>
                  <a:lnTo>
                    <a:pt x="292252" y="142163"/>
                  </a:lnTo>
                  <a:lnTo>
                    <a:pt x="291096" y="142798"/>
                  </a:lnTo>
                  <a:lnTo>
                    <a:pt x="290817" y="142163"/>
                  </a:lnTo>
                  <a:lnTo>
                    <a:pt x="291071" y="141655"/>
                  </a:lnTo>
                  <a:lnTo>
                    <a:pt x="291274" y="141655"/>
                  </a:lnTo>
                  <a:lnTo>
                    <a:pt x="291960" y="142163"/>
                  </a:lnTo>
                  <a:lnTo>
                    <a:pt x="292252" y="142163"/>
                  </a:lnTo>
                  <a:lnTo>
                    <a:pt x="292252" y="140131"/>
                  </a:lnTo>
                  <a:lnTo>
                    <a:pt x="290068" y="140131"/>
                  </a:lnTo>
                  <a:lnTo>
                    <a:pt x="290068" y="148005"/>
                  </a:lnTo>
                  <a:lnTo>
                    <a:pt x="289864" y="148145"/>
                  </a:lnTo>
                  <a:lnTo>
                    <a:pt x="289496" y="148005"/>
                  </a:lnTo>
                  <a:lnTo>
                    <a:pt x="290068" y="148005"/>
                  </a:lnTo>
                  <a:lnTo>
                    <a:pt x="290068" y="140131"/>
                  </a:lnTo>
                  <a:lnTo>
                    <a:pt x="289712" y="140131"/>
                  </a:lnTo>
                  <a:lnTo>
                    <a:pt x="289585" y="140373"/>
                  </a:lnTo>
                  <a:lnTo>
                    <a:pt x="289534" y="140131"/>
                  </a:lnTo>
                  <a:lnTo>
                    <a:pt x="287959" y="140131"/>
                  </a:lnTo>
                  <a:lnTo>
                    <a:pt x="287959" y="141655"/>
                  </a:lnTo>
                  <a:lnTo>
                    <a:pt x="287477" y="142036"/>
                  </a:lnTo>
                  <a:lnTo>
                    <a:pt x="287464" y="141655"/>
                  </a:lnTo>
                  <a:lnTo>
                    <a:pt x="287959" y="141655"/>
                  </a:lnTo>
                  <a:lnTo>
                    <a:pt x="287959" y="140131"/>
                  </a:lnTo>
                  <a:lnTo>
                    <a:pt x="287934" y="141287"/>
                  </a:lnTo>
                  <a:lnTo>
                    <a:pt x="287451" y="141325"/>
                  </a:lnTo>
                  <a:lnTo>
                    <a:pt x="287426" y="140639"/>
                  </a:lnTo>
                  <a:lnTo>
                    <a:pt x="287921" y="140639"/>
                  </a:lnTo>
                  <a:lnTo>
                    <a:pt x="287934" y="141287"/>
                  </a:lnTo>
                  <a:lnTo>
                    <a:pt x="287934" y="140131"/>
                  </a:lnTo>
                  <a:lnTo>
                    <a:pt x="286994" y="140131"/>
                  </a:lnTo>
                  <a:lnTo>
                    <a:pt x="286905" y="140004"/>
                  </a:lnTo>
                  <a:lnTo>
                    <a:pt x="286639" y="140004"/>
                  </a:lnTo>
                  <a:lnTo>
                    <a:pt x="287375" y="139496"/>
                  </a:lnTo>
                  <a:lnTo>
                    <a:pt x="286385" y="140004"/>
                  </a:lnTo>
                  <a:lnTo>
                    <a:pt x="286232" y="140004"/>
                  </a:lnTo>
                  <a:lnTo>
                    <a:pt x="285915" y="140131"/>
                  </a:lnTo>
                  <a:lnTo>
                    <a:pt x="284975" y="140131"/>
                  </a:lnTo>
                  <a:lnTo>
                    <a:pt x="285267" y="140398"/>
                  </a:lnTo>
                  <a:lnTo>
                    <a:pt x="285559" y="140639"/>
                  </a:lnTo>
                  <a:lnTo>
                    <a:pt x="286448" y="141401"/>
                  </a:lnTo>
                  <a:lnTo>
                    <a:pt x="283044" y="141655"/>
                  </a:lnTo>
                  <a:lnTo>
                    <a:pt x="285775" y="141655"/>
                  </a:lnTo>
                  <a:lnTo>
                    <a:pt x="287401" y="142113"/>
                  </a:lnTo>
                  <a:lnTo>
                    <a:pt x="287629" y="142163"/>
                  </a:lnTo>
                  <a:lnTo>
                    <a:pt x="286435" y="142798"/>
                  </a:lnTo>
                  <a:lnTo>
                    <a:pt x="286245" y="142798"/>
                  </a:lnTo>
                  <a:lnTo>
                    <a:pt x="285800" y="143687"/>
                  </a:lnTo>
                  <a:lnTo>
                    <a:pt x="285229" y="143306"/>
                  </a:lnTo>
                  <a:lnTo>
                    <a:pt x="285292" y="143814"/>
                  </a:lnTo>
                  <a:lnTo>
                    <a:pt x="284594" y="143814"/>
                  </a:lnTo>
                  <a:lnTo>
                    <a:pt x="284594" y="149656"/>
                  </a:lnTo>
                  <a:lnTo>
                    <a:pt x="283502" y="149656"/>
                  </a:lnTo>
                  <a:lnTo>
                    <a:pt x="284187" y="148005"/>
                  </a:lnTo>
                  <a:lnTo>
                    <a:pt x="284365" y="148513"/>
                  </a:lnTo>
                  <a:lnTo>
                    <a:pt x="284492" y="149148"/>
                  </a:lnTo>
                  <a:lnTo>
                    <a:pt x="284594" y="149656"/>
                  </a:lnTo>
                  <a:lnTo>
                    <a:pt x="284594" y="143814"/>
                  </a:lnTo>
                  <a:lnTo>
                    <a:pt x="284403" y="143522"/>
                  </a:lnTo>
                  <a:lnTo>
                    <a:pt x="284403" y="144322"/>
                  </a:lnTo>
                  <a:lnTo>
                    <a:pt x="282879" y="144576"/>
                  </a:lnTo>
                  <a:lnTo>
                    <a:pt x="282892" y="143814"/>
                  </a:lnTo>
                  <a:lnTo>
                    <a:pt x="283514" y="143814"/>
                  </a:lnTo>
                  <a:lnTo>
                    <a:pt x="283794" y="144322"/>
                  </a:lnTo>
                  <a:lnTo>
                    <a:pt x="284403" y="144322"/>
                  </a:lnTo>
                  <a:lnTo>
                    <a:pt x="284403" y="143522"/>
                  </a:lnTo>
                  <a:lnTo>
                    <a:pt x="284289" y="143179"/>
                  </a:lnTo>
                  <a:lnTo>
                    <a:pt x="282765" y="143814"/>
                  </a:lnTo>
                  <a:lnTo>
                    <a:pt x="282422" y="143814"/>
                  </a:lnTo>
                  <a:lnTo>
                    <a:pt x="281228" y="144322"/>
                  </a:lnTo>
                  <a:lnTo>
                    <a:pt x="281025" y="144322"/>
                  </a:lnTo>
                  <a:lnTo>
                    <a:pt x="281025" y="150418"/>
                  </a:lnTo>
                  <a:lnTo>
                    <a:pt x="280898" y="150558"/>
                  </a:lnTo>
                  <a:lnTo>
                    <a:pt x="280200" y="150418"/>
                  </a:lnTo>
                  <a:lnTo>
                    <a:pt x="281025" y="150418"/>
                  </a:lnTo>
                  <a:lnTo>
                    <a:pt x="281025" y="144322"/>
                  </a:lnTo>
                  <a:lnTo>
                    <a:pt x="280479" y="144322"/>
                  </a:lnTo>
                  <a:lnTo>
                    <a:pt x="280225" y="145211"/>
                  </a:lnTo>
                  <a:lnTo>
                    <a:pt x="279730" y="144678"/>
                  </a:lnTo>
                  <a:lnTo>
                    <a:pt x="280339" y="144322"/>
                  </a:lnTo>
                  <a:lnTo>
                    <a:pt x="280022" y="144322"/>
                  </a:lnTo>
                  <a:lnTo>
                    <a:pt x="279717" y="144665"/>
                  </a:lnTo>
                  <a:lnTo>
                    <a:pt x="279044" y="143929"/>
                  </a:lnTo>
                  <a:lnTo>
                    <a:pt x="279044" y="150164"/>
                  </a:lnTo>
                  <a:lnTo>
                    <a:pt x="279031" y="150418"/>
                  </a:lnTo>
                  <a:lnTo>
                    <a:pt x="277977" y="150418"/>
                  </a:lnTo>
                  <a:lnTo>
                    <a:pt x="278155" y="150190"/>
                  </a:lnTo>
                  <a:lnTo>
                    <a:pt x="279044" y="150164"/>
                  </a:lnTo>
                  <a:lnTo>
                    <a:pt x="279044" y="143929"/>
                  </a:lnTo>
                  <a:lnTo>
                    <a:pt x="278942" y="149148"/>
                  </a:lnTo>
                  <a:lnTo>
                    <a:pt x="278841" y="149301"/>
                  </a:lnTo>
                  <a:lnTo>
                    <a:pt x="278752" y="149148"/>
                  </a:lnTo>
                  <a:lnTo>
                    <a:pt x="278942" y="149148"/>
                  </a:lnTo>
                  <a:lnTo>
                    <a:pt x="278942" y="143814"/>
                  </a:lnTo>
                  <a:lnTo>
                    <a:pt x="278472" y="143814"/>
                  </a:lnTo>
                  <a:lnTo>
                    <a:pt x="277977" y="144348"/>
                  </a:lnTo>
                  <a:lnTo>
                    <a:pt x="277977" y="150164"/>
                  </a:lnTo>
                  <a:lnTo>
                    <a:pt x="277952" y="150418"/>
                  </a:lnTo>
                  <a:lnTo>
                    <a:pt x="277304" y="150418"/>
                  </a:lnTo>
                  <a:lnTo>
                    <a:pt x="277190" y="150291"/>
                  </a:lnTo>
                  <a:lnTo>
                    <a:pt x="276910" y="150418"/>
                  </a:lnTo>
                  <a:lnTo>
                    <a:pt x="275602" y="150418"/>
                  </a:lnTo>
                  <a:lnTo>
                    <a:pt x="275602" y="150164"/>
                  </a:lnTo>
                  <a:lnTo>
                    <a:pt x="276085" y="149656"/>
                  </a:lnTo>
                  <a:lnTo>
                    <a:pt x="276567" y="149148"/>
                  </a:lnTo>
                  <a:lnTo>
                    <a:pt x="277812" y="149148"/>
                  </a:lnTo>
                  <a:lnTo>
                    <a:pt x="277177" y="149656"/>
                  </a:lnTo>
                  <a:lnTo>
                    <a:pt x="276847" y="149910"/>
                  </a:lnTo>
                  <a:lnTo>
                    <a:pt x="276529" y="150164"/>
                  </a:lnTo>
                  <a:lnTo>
                    <a:pt x="277075" y="150164"/>
                  </a:lnTo>
                  <a:lnTo>
                    <a:pt x="277469" y="150164"/>
                  </a:lnTo>
                  <a:lnTo>
                    <a:pt x="277977" y="150164"/>
                  </a:lnTo>
                  <a:lnTo>
                    <a:pt x="277977" y="144348"/>
                  </a:lnTo>
                  <a:lnTo>
                    <a:pt x="277050" y="145338"/>
                  </a:lnTo>
                  <a:lnTo>
                    <a:pt x="277304" y="145338"/>
                  </a:lnTo>
                  <a:lnTo>
                    <a:pt x="275361" y="146354"/>
                  </a:lnTo>
                  <a:lnTo>
                    <a:pt x="275780" y="146989"/>
                  </a:lnTo>
                  <a:lnTo>
                    <a:pt x="275310" y="146989"/>
                  </a:lnTo>
                  <a:lnTo>
                    <a:pt x="276364" y="147866"/>
                  </a:lnTo>
                  <a:lnTo>
                    <a:pt x="274993" y="146735"/>
                  </a:lnTo>
                  <a:lnTo>
                    <a:pt x="275031" y="146989"/>
                  </a:lnTo>
                  <a:lnTo>
                    <a:pt x="275209" y="148005"/>
                  </a:lnTo>
                  <a:lnTo>
                    <a:pt x="275259" y="148386"/>
                  </a:lnTo>
                  <a:lnTo>
                    <a:pt x="275285" y="148513"/>
                  </a:lnTo>
                  <a:lnTo>
                    <a:pt x="274205" y="148513"/>
                  </a:lnTo>
                  <a:lnTo>
                    <a:pt x="274205" y="149783"/>
                  </a:lnTo>
                  <a:lnTo>
                    <a:pt x="274116" y="150418"/>
                  </a:lnTo>
                  <a:lnTo>
                    <a:pt x="273532" y="150418"/>
                  </a:lnTo>
                  <a:lnTo>
                    <a:pt x="273570" y="150647"/>
                  </a:lnTo>
                  <a:lnTo>
                    <a:pt x="272923" y="150418"/>
                  </a:lnTo>
                  <a:lnTo>
                    <a:pt x="273519" y="150418"/>
                  </a:lnTo>
                  <a:lnTo>
                    <a:pt x="274205" y="149783"/>
                  </a:lnTo>
                  <a:lnTo>
                    <a:pt x="274205" y="148513"/>
                  </a:lnTo>
                  <a:lnTo>
                    <a:pt x="273761" y="148513"/>
                  </a:lnTo>
                  <a:lnTo>
                    <a:pt x="273761" y="149148"/>
                  </a:lnTo>
                  <a:lnTo>
                    <a:pt x="273659" y="149656"/>
                  </a:lnTo>
                  <a:lnTo>
                    <a:pt x="273507" y="150037"/>
                  </a:lnTo>
                  <a:lnTo>
                    <a:pt x="273354" y="149656"/>
                  </a:lnTo>
                  <a:lnTo>
                    <a:pt x="273240" y="149148"/>
                  </a:lnTo>
                  <a:lnTo>
                    <a:pt x="273761" y="149148"/>
                  </a:lnTo>
                  <a:lnTo>
                    <a:pt x="273761" y="148513"/>
                  </a:lnTo>
                  <a:lnTo>
                    <a:pt x="269976" y="148513"/>
                  </a:lnTo>
                  <a:lnTo>
                    <a:pt x="269824" y="148513"/>
                  </a:lnTo>
                  <a:lnTo>
                    <a:pt x="268947" y="148983"/>
                  </a:lnTo>
                  <a:lnTo>
                    <a:pt x="269036" y="148767"/>
                  </a:lnTo>
                  <a:lnTo>
                    <a:pt x="269062" y="148513"/>
                  </a:lnTo>
                  <a:lnTo>
                    <a:pt x="269316" y="148513"/>
                  </a:lnTo>
                  <a:lnTo>
                    <a:pt x="268846" y="148005"/>
                  </a:lnTo>
                  <a:lnTo>
                    <a:pt x="268871" y="149009"/>
                  </a:lnTo>
                  <a:lnTo>
                    <a:pt x="268236" y="148310"/>
                  </a:lnTo>
                  <a:lnTo>
                    <a:pt x="268236" y="149910"/>
                  </a:lnTo>
                  <a:lnTo>
                    <a:pt x="267677" y="149656"/>
                  </a:lnTo>
                  <a:lnTo>
                    <a:pt x="268008" y="149656"/>
                  </a:lnTo>
                  <a:lnTo>
                    <a:pt x="268236" y="149910"/>
                  </a:lnTo>
                  <a:lnTo>
                    <a:pt x="268236" y="148310"/>
                  </a:lnTo>
                  <a:lnTo>
                    <a:pt x="267970" y="148005"/>
                  </a:lnTo>
                  <a:lnTo>
                    <a:pt x="267131" y="149656"/>
                  </a:lnTo>
                  <a:lnTo>
                    <a:pt x="267004" y="150164"/>
                  </a:lnTo>
                  <a:lnTo>
                    <a:pt x="266941" y="150418"/>
                  </a:lnTo>
                  <a:lnTo>
                    <a:pt x="267360" y="150418"/>
                  </a:lnTo>
                  <a:lnTo>
                    <a:pt x="269265" y="151053"/>
                  </a:lnTo>
                  <a:lnTo>
                    <a:pt x="268465" y="150164"/>
                  </a:lnTo>
                  <a:lnTo>
                    <a:pt x="268795" y="150164"/>
                  </a:lnTo>
                  <a:lnTo>
                    <a:pt x="270421" y="150914"/>
                  </a:lnTo>
                  <a:lnTo>
                    <a:pt x="270433" y="150164"/>
                  </a:lnTo>
                  <a:lnTo>
                    <a:pt x="270243" y="149656"/>
                  </a:lnTo>
                  <a:lnTo>
                    <a:pt x="270040" y="149148"/>
                  </a:lnTo>
                  <a:lnTo>
                    <a:pt x="271297" y="149148"/>
                  </a:lnTo>
                  <a:lnTo>
                    <a:pt x="270827" y="150164"/>
                  </a:lnTo>
                  <a:lnTo>
                    <a:pt x="271868" y="150164"/>
                  </a:lnTo>
                  <a:lnTo>
                    <a:pt x="271424" y="149656"/>
                  </a:lnTo>
                  <a:lnTo>
                    <a:pt x="272288" y="149656"/>
                  </a:lnTo>
                  <a:lnTo>
                    <a:pt x="272554" y="149148"/>
                  </a:lnTo>
                  <a:lnTo>
                    <a:pt x="273037" y="149656"/>
                  </a:lnTo>
                  <a:lnTo>
                    <a:pt x="272491" y="151180"/>
                  </a:lnTo>
                  <a:lnTo>
                    <a:pt x="273697" y="151180"/>
                  </a:lnTo>
                  <a:lnTo>
                    <a:pt x="274015" y="151180"/>
                  </a:lnTo>
                  <a:lnTo>
                    <a:pt x="274624" y="151180"/>
                  </a:lnTo>
                  <a:lnTo>
                    <a:pt x="273786" y="151688"/>
                  </a:lnTo>
                  <a:lnTo>
                    <a:pt x="275653" y="152577"/>
                  </a:lnTo>
                  <a:lnTo>
                    <a:pt x="275615" y="151180"/>
                  </a:lnTo>
                  <a:lnTo>
                    <a:pt x="278980" y="151180"/>
                  </a:lnTo>
                  <a:lnTo>
                    <a:pt x="279438" y="150418"/>
                  </a:lnTo>
                  <a:lnTo>
                    <a:pt x="279577" y="150164"/>
                  </a:lnTo>
                  <a:lnTo>
                    <a:pt x="279666" y="149656"/>
                  </a:lnTo>
                  <a:lnTo>
                    <a:pt x="279831" y="149656"/>
                  </a:lnTo>
                  <a:lnTo>
                    <a:pt x="279577" y="150164"/>
                  </a:lnTo>
                  <a:lnTo>
                    <a:pt x="279742" y="150164"/>
                  </a:lnTo>
                  <a:lnTo>
                    <a:pt x="279768" y="150418"/>
                  </a:lnTo>
                  <a:lnTo>
                    <a:pt x="279438" y="150418"/>
                  </a:lnTo>
                  <a:lnTo>
                    <a:pt x="279057" y="151180"/>
                  </a:lnTo>
                  <a:lnTo>
                    <a:pt x="280327" y="151180"/>
                  </a:lnTo>
                  <a:lnTo>
                    <a:pt x="282473" y="151180"/>
                  </a:lnTo>
                  <a:lnTo>
                    <a:pt x="282536" y="151307"/>
                  </a:lnTo>
                  <a:lnTo>
                    <a:pt x="282714" y="151180"/>
                  </a:lnTo>
                  <a:lnTo>
                    <a:pt x="282917" y="151180"/>
                  </a:lnTo>
                  <a:lnTo>
                    <a:pt x="284353" y="151180"/>
                  </a:lnTo>
                  <a:lnTo>
                    <a:pt x="282994" y="150939"/>
                  </a:lnTo>
                  <a:lnTo>
                    <a:pt x="283184" y="150418"/>
                  </a:lnTo>
                  <a:lnTo>
                    <a:pt x="283286" y="150164"/>
                  </a:lnTo>
                  <a:lnTo>
                    <a:pt x="284683" y="150164"/>
                  </a:lnTo>
                  <a:lnTo>
                    <a:pt x="285153" y="149656"/>
                  </a:lnTo>
                  <a:lnTo>
                    <a:pt x="285762" y="148767"/>
                  </a:lnTo>
                  <a:lnTo>
                    <a:pt x="286385" y="149021"/>
                  </a:lnTo>
                  <a:lnTo>
                    <a:pt x="286715" y="148767"/>
                  </a:lnTo>
                  <a:lnTo>
                    <a:pt x="287705" y="148005"/>
                  </a:lnTo>
                  <a:lnTo>
                    <a:pt x="287032" y="149148"/>
                  </a:lnTo>
                  <a:lnTo>
                    <a:pt x="287515" y="149148"/>
                  </a:lnTo>
                  <a:lnTo>
                    <a:pt x="289229" y="148767"/>
                  </a:lnTo>
                  <a:lnTo>
                    <a:pt x="289306" y="148513"/>
                  </a:lnTo>
                  <a:lnTo>
                    <a:pt x="289966" y="148513"/>
                  </a:lnTo>
                  <a:lnTo>
                    <a:pt x="290360" y="148513"/>
                  </a:lnTo>
                  <a:lnTo>
                    <a:pt x="290639" y="148513"/>
                  </a:lnTo>
                  <a:lnTo>
                    <a:pt x="290677" y="148767"/>
                  </a:lnTo>
                  <a:lnTo>
                    <a:pt x="290766" y="149656"/>
                  </a:lnTo>
                  <a:lnTo>
                    <a:pt x="291134" y="149148"/>
                  </a:lnTo>
                  <a:lnTo>
                    <a:pt x="291325" y="148767"/>
                  </a:lnTo>
                  <a:lnTo>
                    <a:pt x="292227" y="149148"/>
                  </a:lnTo>
                  <a:lnTo>
                    <a:pt x="291947" y="149656"/>
                  </a:lnTo>
                  <a:lnTo>
                    <a:pt x="292620" y="149656"/>
                  </a:lnTo>
                  <a:lnTo>
                    <a:pt x="292531" y="149148"/>
                  </a:lnTo>
                  <a:lnTo>
                    <a:pt x="292455" y="148767"/>
                  </a:lnTo>
                  <a:lnTo>
                    <a:pt x="292608" y="148767"/>
                  </a:lnTo>
                  <a:lnTo>
                    <a:pt x="293128" y="149148"/>
                  </a:lnTo>
                  <a:lnTo>
                    <a:pt x="292798" y="148767"/>
                  </a:lnTo>
                  <a:lnTo>
                    <a:pt x="293014" y="148513"/>
                  </a:lnTo>
                  <a:lnTo>
                    <a:pt x="293560" y="148513"/>
                  </a:lnTo>
                  <a:lnTo>
                    <a:pt x="293738" y="148513"/>
                  </a:lnTo>
                  <a:lnTo>
                    <a:pt x="293687" y="148386"/>
                  </a:lnTo>
                  <a:lnTo>
                    <a:pt x="294106" y="148005"/>
                  </a:lnTo>
                  <a:lnTo>
                    <a:pt x="293966" y="148513"/>
                  </a:lnTo>
                  <a:lnTo>
                    <a:pt x="293852" y="148767"/>
                  </a:lnTo>
                  <a:lnTo>
                    <a:pt x="294754" y="148005"/>
                  </a:lnTo>
                  <a:lnTo>
                    <a:pt x="294906" y="148005"/>
                  </a:lnTo>
                  <a:lnTo>
                    <a:pt x="294868" y="148653"/>
                  </a:lnTo>
                  <a:lnTo>
                    <a:pt x="293890" y="148932"/>
                  </a:lnTo>
                  <a:lnTo>
                    <a:pt x="294868" y="148767"/>
                  </a:lnTo>
                  <a:lnTo>
                    <a:pt x="295249" y="148767"/>
                  </a:lnTo>
                  <a:lnTo>
                    <a:pt x="296329" y="148005"/>
                  </a:lnTo>
                  <a:lnTo>
                    <a:pt x="295668" y="146989"/>
                  </a:lnTo>
                  <a:lnTo>
                    <a:pt x="296456" y="148005"/>
                  </a:lnTo>
                  <a:lnTo>
                    <a:pt x="296329" y="148386"/>
                  </a:lnTo>
                  <a:lnTo>
                    <a:pt x="297903" y="148005"/>
                  </a:lnTo>
                  <a:lnTo>
                    <a:pt x="298653" y="148005"/>
                  </a:lnTo>
                  <a:lnTo>
                    <a:pt x="298996" y="148005"/>
                  </a:lnTo>
                  <a:lnTo>
                    <a:pt x="299123" y="146989"/>
                  </a:lnTo>
                  <a:lnTo>
                    <a:pt x="299199" y="146354"/>
                  </a:lnTo>
                  <a:lnTo>
                    <a:pt x="299237" y="145973"/>
                  </a:lnTo>
                  <a:lnTo>
                    <a:pt x="300812" y="145973"/>
                  </a:lnTo>
                  <a:lnTo>
                    <a:pt x="299961" y="146735"/>
                  </a:lnTo>
                  <a:lnTo>
                    <a:pt x="300189" y="146735"/>
                  </a:lnTo>
                  <a:lnTo>
                    <a:pt x="300355" y="146989"/>
                  </a:lnTo>
                  <a:lnTo>
                    <a:pt x="300850" y="146989"/>
                  </a:lnTo>
                  <a:lnTo>
                    <a:pt x="301193" y="146735"/>
                  </a:lnTo>
                  <a:lnTo>
                    <a:pt x="300812" y="146735"/>
                  </a:lnTo>
                  <a:lnTo>
                    <a:pt x="302425" y="146354"/>
                  </a:lnTo>
                  <a:lnTo>
                    <a:pt x="302907" y="146354"/>
                  </a:lnTo>
                  <a:lnTo>
                    <a:pt x="303098" y="145973"/>
                  </a:lnTo>
                  <a:lnTo>
                    <a:pt x="303403" y="145338"/>
                  </a:lnTo>
                  <a:lnTo>
                    <a:pt x="303885" y="145338"/>
                  </a:lnTo>
                  <a:lnTo>
                    <a:pt x="304647" y="146354"/>
                  </a:lnTo>
                  <a:lnTo>
                    <a:pt x="305739" y="146354"/>
                  </a:lnTo>
                  <a:lnTo>
                    <a:pt x="306781" y="145973"/>
                  </a:lnTo>
                  <a:lnTo>
                    <a:pt x="306451" y="145973"/>
                  </a:lnTo>
                  <a:lnTo>
                    <a:pt x="306501" y="145338"/>
                  </a:lnTo>
                  <a:lnTo>
                    <a:pt x="307365" y="145338"/>
                  </a:lnTo>
                  <a:lnTo>
                    <a:pt x="308343" y="144322"/>
                  </a:lnTo>
                  <a:lnTo>
                    <a:pt x="308508" y="144322"/>
                  </a:lnTo>
                  <a:lnTo>
                    <a:pt x="308660" y="144716"/>
                  </a:lnTo>
                  <a:lnTo>
                    <a:pt x="308711" y="144322"/>
                  </a:lnTo>
                  <a:lnTo>
                    <a:pt x="309194" y="144716"/>
                  </a:lnTo>
                  <a:lnTo>
                    <a:pt x="309524" y="144716"/>
                  </a:lnTo>
                  <a:lnTo>
                    <a:pt x="309511" y="143814"/>
                  </a:lnTo>
                  <a:lnTo>
                    <a:pt x="311378" y="145084"/>
                  </a:lnTo>
                  <a:lnTo>
                    <a:pt x="311277" y="142163"/>
                  </a:lnTo>
                  <a:lnTo>
                    <a:pt x="311467" y="142163"/>
                  </a:lnTo>
                  <a:lnTo>
                    <a:pt x="313067" y="143179"/>
                  </a:lnTo>
                  <a:lnTo>
                    <a:pt x="313550" y="143179"/>
                  </a:lnTo>
                  <a:lnTo>
                    <a:pt x="313321" y="143814"/>
                  </a:lnTo>
                  <a:lnTo>
                    <a:pt x="313956" y="143814"/>
                  </a:lnTo>
                  <a:lnTo>
                    <a:pt x="316052" y="143179"/>
                  </a:lnTo>
                  <a:lnTo>
                    <a:pt x="315366" y="142798"/>
                  </a:lnTo>
                  <a:lnTo>
                    <a:pt x="315836" y="142798"/>
                  </a:lnTo>
                  <a:lnTo>
                    <a:pt x="315925" y="141655"/>
                  </a:lnTo>
                  <a:lnTo>
                    <a:pt x="317182" y="142087"/>
                  </a:lnTo>
                  <a:lnTo>
                    <a:pt x="317525" y="141655"/>
                  </a:lnTo>
                  <a:lnTo>
                    <a:pt x="317728" y="142049"/>
                  </a:lnTo>
                  <a:lnTo>
                    <a:pt x="318363" y="141655"/>
                  </a:lnTo>
                  <a:lnTo>
                    <a:pt x="318617" y="141655"/>
                  </a:lnTo>
                  <a:lnTo>
                    <a:pt x="322630" y="141655"/>
                  </a:lnTo>
                  <a:lnTo>
                    <a:pt x="322884" y="141401"/>
                  </a:lnTo>
                  <a:lnTo>
                    <a:pt x="323684" y="140639"/>
                  </a:lnTo>
                  <a:lnTo>
                    <a:pt x="324281" y="140639"/>
                  </a:lnTo>
                  <a:lnTo>
                    <a:pt x="325945" y="140639"/>
                  </a:lnTo>
                  <a:lnTo>
                    <a:pt x="328790" y="140639"/>
                  </a:lnTo>
                  <a:lnTo>
                    <a:pt x="331190" y="140639"/>
                  </a:lnTo>
                  <a:lnTo>
                    <a:pt x="331355" y="140131"/>
                  </a:lnTo>
                  <a:lnTo>
                    <a:pt x="332016" y="138747"/>
                  </a:lnTo>
                  <a:lnTo>
                    <a:pt x="332016" y="138988"/>
                  </a:lnTo>
                  <a:lnTo>
                    <a:pt x="332359" y="139369"/>
                  </a:lnTo>
                  <a:lnTo>
                    <a:pt x="332625" y="138988"/>
                  </a:lnTo>
                  <a:lnTo>
                    <a:pt x="332752" y="138988"/>
                  </a:lnTo>
                  <a:lnTo>
                    <a:pt x="332905" y="139496"/>
                  </a:lnTo>
                  <a:lnTo>
                    <a:pt x="332994" y="138988"/>
                  </a:lnTo>
                  <a:lnTo>
                    <a:pt x="332994" y="138607"/>
                  </a:lnTo>
                  <a:lnTo>
                    <a:pt x="332994" y="138480"/>
                  </a:lnTo>
                  <a:lnTo>
                    <a:pt x="333222" y="138480"/>
                  </a:lnTo>
                  <a:lnTo>
                    <a:pt x="333679" y="138988"/>
                  </a:lnTo>
                  <a:lnTo>
                    <a:pt x="333756" y="138480"/>
                  </a:lnTo>
                  <a:lnTo>
                    <a:pt x="334987" y="140004"/>
                  </a:lnTo>
                  <a:lnTo>
                    <a:pt x="335267" y="138988"/>
                  </a:lnTo>
                  <a:lnTo>
                    <a:pt x="335356" y="138607"/>
                  </a:lnTo>
                  <a:lnTo>
                    <a:pt x="335394" y="138480"/>
                  </a:lnTo>
                  <a:lnTo>
                    <a:pt x="335597" y="138480"/>
                  </a:lnTo>
                  <a:lnTo>
                    <a:pt x="336905" y="139496"/>
                  </a:lnTo>
                  <a:lnTo>
                    <a:pt x="336537" y="138988"/>
                  </a:lnTo>
                  <a:lnTo>
                    <a:pt x="336334" y="138607"/>
                  </a:lnTo>
                  <a:lnTo>
                    <a:pt x="336359" y="137972"/>
                  </a:lnTo>
                  <a:lnTo>
                    <a:pt x="336994" y="136448"/>
                  </a:lnTo>
                  <a:lnTo>
                    <a:pt x="337045" y="136321"/>
                  </a:lnTo>
                  <a:lnTo>
                    <a:pt x="337477" y="135305"/>
                  </a:lnTo>
                  <a:lnTo>
                    <a:pt x="337731" y="135305"/>
                  </a:lnTo>
                  <a:lnTo>
                    <a:pt x="341617" y="137845"/>
                  </a:lnTo>
                  <a:lnTo>
                    <a:pt x="343865" y="135813"/>
                  </a:lnTo>
                  <a:lnTo>
                    <a:pt x="343903" y="135940"/>
                  </a:lnTo>
                  <a:lnTo>
                    <a:pt x="344017" y="136321"/>
                  </a:lnTo>
                  <a:lnTo>
                    <a:pt x="344055" y="136448"/>
                  </a:lnTo>
                  <a:lnTo>
                    <a:pt x="344170" y="136829"/>
                  </a:lnTo>
                  <a:lnTo>
                    <a:pt x="344258" y="136448"/>
                  </a:lnTo>
                  <a:lnTo>
                    <a:pt x="344512" y="135940"/>
                  </a:lnTo>
                  <a:lnTo>
                    <a:pt x="344576" y="135813"/>
                  </a:lnTo>
                  <a:lnTo>
                    <a:pt x="344843" y="135305"/>
                  </a:lnTo>
                  <a:lnTo>
                    <a:pt x="345655" y="135813"/>
                  </a:lnTo>
                  <a:lnTo>
                    <a:pt x="344449" y="136321"/>
                  </a:lnTo>
                  <a:lnTo>
                    <a:pt x="344868" y="136321"/>
                  </a:lnTo>
                  <a:lnTo>
                    <a:pt x="344982" y="136448"/>
                  </a:lnTo>
                  <a:lnTo>
                    <a:pt x="345236" y="136448"/>
                  </a:lnTo>
                  <a:lnTo>
                    <a:pt x="345948" y="135813"/>
                  </a:lnTo>
                  <a:lnTo>
                    <a:pt x="346024" y="135661"/>
                  </a:lnTo>
                  <a:lnTo>
                    <a:pt x="345503" y="135305"/>
                  </a:lnTo>
                  <a:lnTo>
                    <a:pt x="345757" y="135305"/>
                  </a:lnTo>
                  <a:lnTo>
                    <a:pt x="346265" y="135305"/>
                  </a:lnTo>
                  <a:lnTo>
                    <a:pt x="346151" y="135559"/>
                  </a:lnTo>
                  <a:lnTo>
                    <a:pt x="347256" y="134670"/>
                  </a:lnTo>
                  <a:lnTo>
                    <a:pt x="346367" y="135051"/>
                  </a:lnTo>
                  <a:lnTo>
                    <a:pt x="346468" y="134797"/>
                  </a:lnTo>
                  <a:lnTo>
                    <a:pt x="345541" y="134797"/>
                  </a:lnTo>
                  <a:lnTo>
                    <a:pt x="345109" y="135064"/>
                  </a:lnTo>
                  <a:lnTo>
                    <a:pt x="344728" y="134797"/>
                  </a:lnTo>
                  <a:lnTo>
                    <a:pt x="345541" y="134797"/>
                  </a:lnTo>
                  <a:lnTo>
                    <a:pt x="346367" y="134289"/>
                  </a:lnTo>
                  <a:lnTo>
                    <a:pt x="347256" y="134670"/>
                  </a:lnTo>
                  <a:lnTo>
                    <a:pt x="347764" y="134289"/>
                  </a:lnTo>
                  <a:lnTo>
                    <a:pt x="348437" y="133781"/>
                  </a:lnTo>
                  <a:lnTo>
                    <a:pt x="348602" y="133654"/>
                  </a:lnTo>
                  <a:lnTo>
                    <a:pt x="350012" y="133654"/>
                  </a:lnTo>
                  <a:lnTo>
                    <a:pt x="349999" y="133273"/>
                  </a:lnTo>
                  <a:lnTo>
                    <a:pt x="350253" y="133019"/>
                  </a:lnTo>
                  <a:lnTo>
                    <a:pt x="350494" y="132765"/>
                  </a:lnTo>
                  <a:lnTo>
                    <a:pt x="350621" y="132638"/>
                  </a:lnTo>
                  <a:lnTo>
                    <a:pt x="351878" y="132638"/>
                  </a:lnTo>
                  <a:lnTo>
                    <a:pt x="352793" y="132257"/>
                  </a:lnTo>
                  <a:lnTo>
                    <a:pt x="352907" y="132638"/>
                  </a:lnTo>
                  <a:lnTo>
                    <a:pt x="352704" y="132765"/>
                  </a:lnTo>
                  <a:lnTo>
                    <a:pt x="351599" y="132765"/>
                  </a:lnTo>
                  <a:lnTo>
                    <a:pt x="352437" y="132880"/>
                  </a:lnTo>
                  <a:lnTo>
                    <a:pt x="352310" y="132905"/>
                  </a:lnTo>
                  <a:lnTo>
                    <a:pt x="352171" y="132994"/>
                  </a:lnTo>
                  <a:lnTo>
                    <a:pt x="352221" y="133286"/>
                  </a:lnTo>
                  <a:lnTo>
                    <a:pt x="352247" y="133083"/>
                  </a:lnTo>
                  <a:lnTo>
                    <a:pt x="352374" y="132981"/>
                  </a:lnTo>
                  <a:lnTo>
                    <a:pt x="352513" y="132892"/>
                  </a:lnTo>
                  <a:lnTo>
                    <a:pt x="353415" y="133019"/>
                  </a:lnTo>
                  <a:lnTo>
                    <a:pt x="353517" y="132638"/>
                  </a:lnTo>
                  <a:lnTo>
                    <a:pt x="353504" y="133019"/>
                  </a:lnTo>
                  <a:lnTo>
                    <a:pt x="353479" y="133273"/>
                  </a:lnTo>
                  <a:lnTo>
                    <a:pt x="354241" y="133273"/>
                  </a:lnTo>
                  <a:lnTo>
                    <a:pt x="354482" y="133019"/>
                  </a:lnTo>
                  <a:lnTo>
                    <a:pt x="355930" y="133019"/>
                  </a:lnTo>
                  <a:lnTo>
                    <a:pt x="355841" y="132892"/>
                  </a:lnTo>
                  <a:lnTo>
                    <a:pt x="355955" y="133019"/>
                  </a:lnTo>
                  <a:lnTo>
                    <a:pt x="356882" y="133019"/>
                  </a:lnTo>
                  <a:lnTo>
                    <a:pt x="356717" y="132765"/>
                  </a:lnTo>
                  <a:lnTo>
                    <a:pt x="355765" y="132765"/>
                  </a:lnTo>
                  <a:lnTo>
                    <a:pt x="354736" y="132765"/>
                  </a:lnTo>
                  <a:lnTo>
                    <a:pt x="354863" y="132638"/>
                  </a:lnTo>
                  <a:lnTo>
                    <a:pt x="355244" y="132257"/>
                  </a:lnTo>
                  <a:lnTo>
                    <a:pt x="355358" y="132130"/>
                  </a:lnTo>
                  <a:lnTo>
                    <a:pt x="355498" y="132130"/>
                  </a:lnTo>
                  <a:lnTo>
                    <a:pt x="356298" y="132130"/>
                  </a:lnTo>
                  <a:lnTo>
                    <a:pt x="357124" y="132130"/>
                  </a:lnTo>
                  <a:lnTo>
                    <a:pt x="357251" y="131622"/>
                  </a:lnTo>
                  <a:lnTo>
                    <a:pt x="357327" y="131368"/>
                  </a:lnTo>
                  <a:lnTo>
                    <a:pt x="357390" y="131114"/>
                  </a:lnTo>
                  <a:lnTo>
                    <a:pt x="357428" y="130987"/>
                  </a:lnTo>
                  <a:lnTo>
                    <a:pt x="357530" y="130606"/>
                  </a:lnTo>
                  <a:lnTo>
                    <a:pt x="358775" y="130987"/>
                  </a:lnTo>
                  <a:lnTo>
                    <a:pt x="358775" y="131368"/>
                  </a:lnTo>
                  <a:lnTo>
                    <a:pt x="358063" y="131622"/>
                  </a:lnTo>
                  <a:lnTo>
                    <a:pt x="358940" y="131622"/>
                  </a:lnTo>
                  <a:lnTo>
                    <a:pt x="359016" y="131368"/>
                  </a:lnTo>
                  <a:lnTo>
                    <a:pt x="359130" y="130987"/>
                  </a:lnTo>
                  <a:lnTo>
                    <a:pt x="359295" y="130606"/>
                  </a:lnTo>
                  <a:lnTo>
                    <a:pt x="359359" y="130479"/>
                  </a:lnTo>
                  <a:lnTo>
                    <a:pt x="359473" y="130987"/>
                  </a:lnTo>
                  <a:lnTo>
                    <a:pt x="360146" y="130479"/>
                  </a:lnTo>
                  <a:lnTo>
                    <a:pt x="361505" y="129463"/>
                  </a:lnTo>
                  <a:lnTo>
                    <a:pt x="362242" y="130479"/>
                  </a:lnTo>
                  <a:lnTo>
                    <a:pt x="362331" y="130606"/>
                  </a:lnTo>
                  <a:lnTo>
                    <a:pt x="362927" y="129590"/>
                  </a:lnTo>
                  <a:lnTo>
                    <a:pt x="363004" y="129463"/>
                  </a:lnTo>
                  <a:lnTo>
                    <a:pt x="363791" y="129463"/>
                  </a:lnTo>
                  <a:lnTo>
                    <a:pt x="365493" y="129463"/>
                  </a:lnTo>
                  <a:lnTo>
                    <a:pt x="365480" y="129590"/>
                  </a:lnTo>
                  <a:lnTo>
                    <a:pt x="365645" y="129590"/>
                  </a:lnTo>
                  <a:lnTo>
                    <a:pt x="365836" y="129463"/>
                  </a:lnTo>
                  <a:lnTo>
                    <a:pt x="366001" y="129463"/>
                  </a:lnTo>
                  <a:lnTo>
                    <a:pt x="368109" y="129463"/>
                  </a:lnTo>
                  <a:lnTo>
                    <a:pt x="366014" y="129324"/>
                  </a:lnTo>
                  <a:lnTo>
                    <a:pt x="366077" y="128955"/>
                  </a:lnTo>
                  <a:lnTo>
                    <a:pt x="370890" y="128955"/>
                  </a:lnTo>
                  <a:lnTo>
                    <a:pt x="371335" y="129463"/>
                  </a:lnTo>
                  <a:lnTo>
                    <a:pt x="371436" y="129590"/>
                  </a:lnTo>
                  <a:lnTo>
                    <a:pt x="372071" y="127939"/>
                  </a:lnTo>
                  <a:lnTo>
                    <a:pt x="372122" y="127812"/>
                  </a:lnTo>
                  <a:lnTo>
                    <a:pt x="372389" y="127812"/>
                  </a:lnTo>
                  <a:lnTo>
                    <a:pt x="372745" y="127812"/>
                  </a:lnTo>
                  <a:lnTo>
                    <a:pt x="373265" y="127812"/>
                  </a:lnTo>
                  <a:lnTo>
                    <a:pt x="373253" y="128320"/>
                  </a:lnTo>
                  <a:lnTo>
                    <a:pt x="373672" y="127939"/>
                  </a:lnTo>
                  <a:lnTo>
                    <a:pt x="373773" y="127812"/>
                  </a:lnTo>
                  <a:lnTo>
                    <a:pt x="374281" y="127177"/>
                  </a:lnTo>
                  <a:lnTo>
                    <a:pt x="374599" y="126796"/>
                  </a:lnTo>
                  <a:lnTo>
                    <a:pt x="374738" y="127177"/>
                  </a:lnTo>
                  <a:lnTo>
                    <a:pt x="375666" y="127177"/>
                  </a:lnTo>
                  <a:lnTo>
                    <a:pt x="376389" y="126796"/>
                  </a:lnTo>
                  <a:lnTo>
                    <a:pt x="377596" y="126161"/>
                  </a:lnTo>
                  <a:lnTo>
                    <a:pt x="378701" y="125653"/>
                  </a:lnTo>
                  <a:close/>
                </a:path>
                <a:path w="557530" h="179070">
                  <a:moveTo>
                    <a:pt x="381304" y="103454"/>
                  </a:moveTo>
                  <a:lnTo>
                    <a:pt x="381076" y="102666"/>
                  </a:lnTo>
                  <a:lnTo>
                    <a:pt x="381000" y="102412"/>
                  </a:lnTo>
                  <a:lnTo>
                    <a:pt x="380555" y="102412"/>
                  </a:lnTo>
                  <a:lnTo>
                    <a:pt x="380631" y="102666"/>
                  </a:lnTo>
                  <a:lnTo>
                    <a:pt x="381088" y="103454"/>
                  </a:lnTo>
                  <a:lnTo>
                    <a:pt x="381304" y="103454"/>
                  </a:lnTo>
                  <a:close/>
                </a:path>
                <a:path w="557530" h="179070">
                  <a:moveTo>
                    <a:pt x="383844" y="124637"/>
                  </a:moveTo>
                  <a:lnTo>
                    <a:pt x="383501" y="124383"/>
                  </a:lnTo>
                  <a:lnTo>
                    <a:pt x="382651" y="124383"/>
                  </a:lnTo>
                  <a:lnTo>
                    <a:pt x="382562" y="124637"/>
                  </a:lnTo>
                  <a:lnTo>
                    <a:pt x="383844" y="124637"/>
                  </a:lnTo>
                  <a:close/>
                </a:path>
                <a:path w="557530" h="179070">
                  <a:moveTo>
                    <a:pt x="384416" y="124637"/>
                  </a:moveTo>
                  <a:lnTo>
                    <a:pt x="383844" y="124637"/>
                  </a:lnTo>
                  <a:lnTo>
                    <a:pt x="384187" y="124891"/>
                  </a:lnTo>
                  <a:lnTo>
                    <a:pt x="384416" y="124637"/>
                  </a:lnTo>
                  <a:close/>
                </a:path>
                <a:path w="557530" h="179070">
                  <a:moveTo>
                    <a:pt x="384530" y="125145"/>
                  </a:moveTo>
                  <a:lnTo>
                    <a:pt x="384187" y="124891"/>
                  </a:lnTo>
                  <a:lnTo>
                    <a:pt x="382473" y="124891"/>
                  </a:lnTo>
                  <a:lnTo>
                    <a:pt x="382397" y="125145"/>
                  </a:lnTo>
                  <a:lnTo>
                    <a:pt x="384530" y="125145"/>
                  </a:lnTo>
                  <a:close/>
                </a:path>
                <a:path w="557530" h="179070">
                  <a:moveTo>
                    <a:pt x="385140" y="123748"/>
                  </a:moveTo>
                  <a:lnTo>
                    <a:pt x="385051" y="122986"/>
                  </a:lnTo>
                  <a:lnTo>
                    <a:pt x="382854" y="122986"/>
                  </a:lnTo>
                  <a:lnTo>
                    <a:pt x="382854" y="123748"/>
                  </a:lnTo>
                  <a:lnTo>
                    <a:pt x="382803" y="123875"/>
                  </a:lnTo>
                  <a:lnTo>
                    <a:pt x="382651" y="123748"/>
                  </a:lnTo>
                  <a:lnTo>
                    <a:pt x="382854" y="123748"/>
                  </a:lnTo>
                  <a:lnTo>
                    <a:pt x="382854" y="122986"/>
                  </a:lnTo>
                  <a:lnTo>
                    <a:pt x="337845" y="122986"/>
                  </a:lnTo>
                  <a:lnTo>
                    <a:pt x="338213" y="122732"/>
                  </a:lnTo>
                  <a:lnTo>
                    <a:pt x="336664" y="122732"/>
                  </a:lnTo>
                  <a:lnTo>
                    <a:pt x="336664" y="122872"/>
                  </a:lnTo>
                  <a:lnTo>
                    <a:pt x="336194" y="122478"/>
                  </a:lnTo>
                  <a:lnTo>
                    <a:pt x="338493" y="122478"/>
                  </a:lnTo>
                  <a:lnTo>
                    <a:pt x="338683" y="122224"/>
                  </a:lnTo>
                  <a:lnTo>
                    <a:pt x="336664" y="122224"/>
                  </a:lnTo>
                  <a:lnTo>
                    <a:pt x="336042" y="122351"/>
                  </a:lnTo>
                  <a:lnTo>
                    <a:pt x="335889" y="122224"/>
                  </a:lnTo>
                  <a:lnTo>
                    <a:pt x="335559" y="122224"/>
                  </a:lnTo>
                  <a:lnTo>
                    <a:pt x="335546" y="122453"/>
                  </a:lnTo>
                  <a:lnTo>
                    <a:pt x="335419" y="122478"/>
                  </a:lnTo>
                  <a:lnTo>
                    <a:pt x="335546" y="122478"/>
                  </a:lnTo>
                  <a:lnTo>
                    <a:pt x="335546" y="122986"/>
                  </a:lnTo>
                  <a:lnTo>
                    <a:pt x="336664" y="123240"/>
                  </a:lnTo>
                  <a:lnTo>
                    <a:pt x="336664" y="122986"/>
                  </a:lnTo>
                  <a:lnTo>
                    <a:pt x="336816" y="122986"/>
                  </a:lnTo>
                  <a:lnTo>
                    <a:pt x="337502" y="122986"/>
                  </a:lnTo>
                  <a:lnTo>
                    <a:pt x="336664" y="123240"/>
                  </a:lnTo>
                  <a:lnTo>
                    <a:pt x="334568" y="124028"/>
                  </a:lnTo>
                  <a:lnTo>
                    <a:pt x="334022" y="123240"/>
                  </a:lnTo>
                  <a:lnTo>
                    <a:pt x="334010" y="124637"/>
                  </a:lnTo>
                  <a:lnTo>
                    <a:pt x="332689" y="124891"/>
                  </a:lnTo>
                  <a:lnTo>
                    <a:pt x="332917" y="124891"/>
                  </a:lnTo>
                  <a:lnTo>
                    <a:pt x="332486" y="125018"/>
                  </a:lnTo>
                  <a:lnTo>
                    <a:pt x="332282" y="124637"/>
                  </a:lnTo>
                  <a:lnTo>
                    <a:pt x="332168" y="124891"/>
                  </a:lnTo>
                  <a:lnTo>
                    <a:pt x="332041" y="125145"/>
                  </a:lnTo>
                  <a:lnTo>
                    <a:pt x="331444" y="125145"/>
                  </a:lnTo>
                  <a:lnTo>
                    <a:pt x="331012" y="124637"/>
                  </a:lnTo>
                  <a:lnTo>
                    <a:pt x="330669" y="124891"/>
                  </a:lnTo>
                  <a:lnTo>
                    <a:pt x="331406" y="125399"/>
                  </a:lnTo>
                  <a:lnTo>
                    <a:pt x="379056" y="125399"/>
                  </a:lnTo>
                  <a:lnTo>
                    <a:pt x="378980" y="125526"/>
                  </a:lnTo>
                  <a:lnTo>
                    <a:pt x="379209" y="125425"/>
                  </a:lnTo>
                  <a:lnTo>
                    <a:pt x="378968" y="125653"/>
                  </a:lnTo>
                  <a:lnTo>
                    <a:pt x="380504" y="125653"/>
                  </a:lnTo>
                  <a:lnTo>
                    <a:pt x="380441" y="125399"/>
                  </a:lnTo>
                  <a:lnTo>
                    <a:pt x="379260" y="125399"/>
                  </a:lnTo>
                  <a:lnTo>
                    <a:pt x="379501" y="125145"/>
                  </a:lnTo>
                  <a:lnTo>
                    <a:pt x="380365" y="125145"/>
                  </a:lnTo>
                  <a:lnTo>
                    <a:pt x="380441" y="125399"/>
                  </a:lnTo>
                  <a:lnTo>
                    <a:pt x="380834" y="125399"/>
                  </a:lnTo>
                  <a:lnTo>
                    <a:pt x="381165" y="125145"/>
                  </a:lnTo>
                  <a:lnTo>
                    <a:pt x="382397" y="125145"/>
                  </a:lnTo>
                  <a:lnTo>
                    <a:pt x="382435" y="124891"/>
                  </a:lnTo>
                  <a:lnTo>
                    <a:pt x="381495" y="124891"/>
                  </a:lnTo>
                  <a:lnTo>
                    <a:pt x="382473" y="124637"/>
                  </a:lnTo>
                  <a:lnTo>
                    <a:pt x="380212" y="124637"/>
                  </a:lnTo>
                  <a:lnTo>
                    <a:pt x="380288" y="124891"/>
                  </a:lnTo>
                  <a:lnTo>
                    <a:pt x="379768" y="124891"/>
                  </a:lnTo>
                  <a:lnTo>
                    <a:pt x="380034" y="124637"/>
                  </a:lnTo>
                  <a:lnTo>
                    <a:pt x="334975" y="124637"/>
                  </a:lnTo>
                  <a:lnTo>
                    <a:pt x="335318" y="124891"/>
                  </a:lnTo>
                  <a:lnTo>
                    <a:pt x="334213" y="124637"/>
                  </a:lnTo>
                  <a:lnTo>
                    <a:pt x="334454" y="124637"/>
                  </a:lnTo>
                  <a:lnTo>
                    <a:pt x="334975" y="124637"/>
                  </a:lnTo>
                  <a:lnTo>
                    <a:pt x="334632" y="124383"/>
                  </a:lnTo>
                  <a:lnTo>
                    <a:pt x="334416" y="124523"/>
                  </a:lnTo>
                  <a:lnTo>
                    <a:pt x="334378" y="124383"/>
                  </a:lnTo>
                  <a:lnTo>
                    <a:pt x="334289" y="124129"/>
                  </a:lnTo>
                  <a:lnTo>
                    <a:pt x="334632" y="124383"/>
                  </a:lnTo>
                  <a:lnTo>
                    <a:pt x="380301" y="124383"/>
                  </a:lnTo>
                  <a:lnTo>
                    <a:pt x="382651" y="124383"/>
                  </a:lnTo>
                  <a:lnTo>
                    <a:pt x="382727" y="124129"/>
                  </a:lnTo>
                  <a:lnTo>
                    <a:pt x="383159" y="124129"/>
                  </a:lnTo>
                  <a:lnTo>
                    <a:pt x="383501" y="124383"/>
                  </a:lnTo>
                  <a:lnTo>
                    <a:pt x="384556" y="124383"/>
                  </a:lnTo>
                  <a:lnTo>
                    <a:pt x="385025" y="123748"/>
                  </a:lnTo>
                  <a:close/>
                </a:path>
                <a:path w="557530" h="179070">
                  <a:moveTo>
                    <a:pt x="385191" y="125653"/>
                  </a:moveTo>
                  <a:lnTo>
                    <a:pt x="384886" y="125399"/>
                  </a:lnTo>
                  <a:lnTo>
                    <a:pt x="380834" y="125399"/>
                  </a:lnTo>
                  <a:lnTo>
                    <a:pt x="380504" y="125653"/>
                  </a:lnTo>
                  <a:lnTo>
                    <a:pt x="385191" y="125653"/>
                  </a:lnTo>
                  <a:close/>
                </a:path>
                <a:path w="557530" h="179070">
                  <a:moveTo>
                    <a:pt x="387108" y="122732"/>
                  </a:moveTo>
                  <a:lnTo>
                    <a:pt x="387070" y="122478"/>
                  </a:lnTo>
                  <a:lnTo>
                    <a:pt x="341185" y="122478"/>
                  </a:lnTo>
                  <a:lnTo>
                    <a:pt x="338493" y="122478"/>
                  </a:lnTo>
                  <a:lnTo>
                    <a:pt x="338315" y="122732"/>
                  </a:lnTo>
                  <a:lnTo>
                    <a:pt x="385800" y="122732"/>
                  </a:lnTo>
                  <a:lnTo>
                    <a:pt x="385051" y="122986"/>
                  </a:lnTo>
                  <a:lnTo>
                    <a:pt x="385902" y="122986"/>
                  </a:lnTo>
                  <a:lnTo>
                    <a:pt x="386080" y="122732"/>
                  </a:lnTo>
                  <a:lnTo>
                    <a:pt x="387108" y="122732"/>
                  </a:lnTo>
                  <a:close/>
                </a:path>
                <a:path w="557530" h="179070">
                  <a:moveTo>
                    <a:pt x="387223" y="123494"/>
                  </a:moveTo>
                  <a:lnTo>
                    <a:pt x="387146" y="122986"/>
                  </a:lnTo>
                  <a:lnTo>
                    <a:pt x="385902" y="122986"/>
                  </a:lnTo>
                  <a:lnTo>
                    <a:pt x="385533" y="123494"/>
                  </a:lnTo>
                  <a:lnTo>
                    <a:pt x="386359" y="123634"/>
                  </a:lnTo>
                  <a:lnTo>
                    <a:pt x="386791" y="123494"/>
                  </a:lnTo>
                  <a:lnTo>
                    <a:pt x="387223" y="123494"/>
                  </a:lnTo>
                  <a:close/>
                </a:path>
                <a:path w="557530" h="179070">
                  <a:moveTo>
                    <a:pt x="388467" y="122986"/>
                  </a:moveTo>
                  <a:lnTo>
                    <a:pt x="388391" y="122732"/>
                  </a:lnTo>
                  <a:lnTo>
                    <a:pt x="387108" y="122732"/>
                  </a:lnTo>
                  <a:lnTo>
                    <a:pt x="387146" y="122986"/>
                  </a:lnTo>
                  <a:lnTo>
                    <a:pt x="388467" y="122986"/>
                  </a:lnTo>
                  <a:close/>
                </a:path>
                <a:path w="557530" h="179070">
                  <a:moveTo>
                    <a:pt x="389051" y="122478"/>
                  </a:moveTo>
                  <a:lnTo>
                    <a:pt x="388315" y="122478"/>
                  </a:lnTo>
                  <a:lnTo>
                    <a:pt x="388391" y="122732"/>
                  </a:lnTo>
                  <a:lnTo>
                    <a:pt x="388950" y="122732"/>
                  </a:lnTo>
                  <a:lnTo>
                    <a:pt x="389051" y="122478"/>
                  </a:lnTo>
                  <a:close/>
                </a:path>
                <a:path w="557530" h="179070">
                  <a:moveTo>
                    <a:pt x="391401" y="122478"/>
                  </a:moveTo>
                  <a:lnTo>
                    <a:pt x="391274" y="122224"/>
                  </a:lnTo>
                  <a:lnTo>
                    <a:pt x="389153" y="122224"/>
                  </a:lnTo>
                  <a:lnTo>
                    <a:pt x="389051" y="122478"/>
                  </a:lnTo>
                  <a:lnTo>
                    <a:pt x="391401" y="122478"/>
                  </a:lnTo>
                  <a:close/>
                </a:path>
                <a:path w="557530" h="179070">
                  <a:moveTo>
                    <a:pt x="391655" y="122986"/>
                  </a:moveTo>
                  <a:lnTo>
                    <a:pt x="391528" y="122732"/>
                  </a:lnTo>
                  <a:lnTo>
                    <a:pt x="388950" y="122732"/>
                  </a:lnTo>
                  <a:lnTo>
                    <a:pt x="388467" y="122986"/>
                  </a:lnTo>
                  <a:lnTo>
                    <a:pt x="391655" y="122986"/>
                  </a:lnTo>
                  <a:close/>
                </a:path>
                <a:path w="557530" h="179070">
                  <a:moveTo>
                    <a:pt x="391706" y="122478"/>
                  </a:moveTo>
                  <a:lnTo>
                    <a:pt x="391401" y="122478"/>
                  </a:lnTo>
                  <a:lnTo>
                    <a:pt x="391528" y="122732"/>
                  </a:lnTo>
                  <a:lnTo>
                    <a:pt x="391680" y="122732"/>
                  </a:lnTo>
                  <a:lnTo>
                    <a:pt x="391706" y="122478"/>
                  </a:lnTo>
                  <a:close/>
                </a:path>
                <a:path w="557530" h="179070">
                  <a:moveTo>
                    <a:pt x="392658" y="96697"/>
                  </a:moveTo>
                  <a:lnTo>
                    <a:pt x="392569" y="96443"/>
                  </a:lnTo>
                  <a:lnTo>
                    <a:pt x="392290" y="96443"/>
                  </a:lnTo>
                  <a:lnTo>
                    <a:pt x="392658" y="96697"/>
                  </a:lnTo>
                  <a:close/>
                </a:path>
                <a:path w="557530" h="179070">
                  <a:moveTo>
                    <a:pt x="403796" y="31750"/>
                  </a:moveTo>
                  <a:lnTo>
                    <a:pt x="402082" y="33020"/>
                  </a:lnTo>
                  <a:lnTo>
                    <a:pt x="403771" y="32283"/>
                  </a:lnTo>
                  <a:lnTo>
                    <a:pt x="403796" y="31750"/>
                  </a:lnTo>
                  <a:close/>
                </a:path>
                <a:path w="557530" h="179070">
                  <a:moveTo>
                    <a:pt x="415086" y="88696"/>
                  </a:moveTo>
                  <a:lnTo>
                    <a:pt x="414642" y="88188"/>
                  </a:lnTo>
                  <a:lnTo>
                    <a:pt x="414261" y="88188"/>
                  </a:lnTo>
                  <a:lnTo>
                    <a:pt x="414388" y="88696"/>
                  </a:lnTo>
                  <a:lnTo>
                    <a:pt x="415086" y="88696"/>
                  </a:lnTo>
                  <a:close/>
                </a:path>
                <a:path w="557530" h="179070">
                  <a:moveTo>
                    <a:pt x="425183" y="109715"/>
                  </a:moveTo>
                  <a:lnTo>
                    <a:pt x="425145" y="109550"/>
                  </a:lnTo>
                  <a:lnTo>
                    <a:pt x="425145" y="109829"/>
                  </a:lnTo>
                  <a:close/>
                </a:path>
                <a:path w="557530" h="179070">
                  <a:moveTo>
                    <a:pt x="426872" y="84683"/>
                  </a:moveTo>
                  <a:lnTo>
                    <a:pt x="426669" y="84747"/>
                  </a:lnTo>
                  <a:lnTo>
                    <a:pt x="426872" y="84683"/>
                  </a:lnTo>
                  <a:close/>
                </a:path>
                <a:path w="557530" h="179070">
                  <a:moveTo>
                    <a:pt x="431876" y="106349"/>
                  </a:moveTo>
                  <a:lnTo>
                    <a:pt x="431368" y="106349"/>
                  </a:lnTo>
                  <a:lnTo>
                    <a:pt x="431241" y="106603"/>
                  </a:lnTo>
                  <a:lnTo>
                    <a:pt x="431126" y="106857"/>
                  </a:lnTo>
                  <a:lnTo>
                    <a:pt x="430999" y="107111"/>
                  </a:lnTo>
                  <a:lnTo>
                    <a:pt x="431609" y="107327"/>
                  </a:lnTo>
                  <a:lnTo>
                    <a:pt x="431685" y="106857"/>
                  </a:lnTo>
                  <a:lnTo>
                    <a:pt x="431761" y="106603"/>
                  </a:lnTo>
                  <a:lnTo>
                    <a:pt x="431876" y="106349"/>
                  </a:lnTo>
                  <a:close/>
                </a:path>
                <a:path w="557530" h="179070">
                  <a:moveTo>
                    <a:pt x="432460" y="107365"/>
                  </a:moveTo>
                  <a:lnTo>
                    <a:pt x="431761" y="107365"/>
                  </a:lnTo>
                  <a:lnTo>
                    <a:pt x="432244" y="107759"/>
                  </a:lnTo>
                  <a:lnTo>
                    <a:pt x="432460" y="107365"/>
                  </a:lnTo>
                  <a:close/>
                </a:path>
                <a:path w="557530" h="179070">
                  <a:moveTo>
                    <a:pt x="437489" y="80822"/>
                  </a:moveTo>
                  <a:lnTo>
                    <a:pt x="437057" y="80822"/>
                  </a:lnTo>
                  <a:lnTo>
                    <a:pt x="437121" y="81203"/>
                  </a:lnTo>
                  <a:lnTo>
                    <a:pt x="436714" y="80949"/>
                  </a:lnTo>
                  <a:lnTo>
                    <a:pt x="436968" y="81330"/>
                  </a:lnTo>
                  <a:lnTo>
                    <a:pt x="437184" y="81584"/>
                  </a:lnTo>
                  <a:lnTo>
                    <a:pt x="437146" y="81330"/>
                  </a:lnTo>
                  <a:lnTo>
                    <a:pt x="437337" y="81330"/>
                  </a:lnTo>
                  <a:lnTo>
                    <a:pt x="437451" y="80949"/>
                  </a:lnTo>
                  <a:lnTo>
                    <a:pt x="437489" y="80822"/>
                  </a:lnTo>
                  <a:close/>
                </a:path>
                <a:path w="557530" h="179070">
                  <a:moveTo>
                    <a:pt x="437527" y="81838"/>
                  </a:moveTo>
                  <a:lnTo>
                    <a:pt x="437388" y="81813"/>
                  </a:lnTo>
                  <a:lnTo>
                    <a:pt x="437527" y="81838"/>
                  </a:lnTo>
                  <a:close/>
                </a:path>
                <a:path w="557530" h="179070">
                  <a:moveTo>
                    <a:pt x="444080" y="103454"/>
                  </a:moveTo>
                  <a:lnTo>
                    <a:pt x="443953" y="102666"/>
                  </a:lnTo>
                  <a:lnTo>
                    <a:pt x="443915" y="102412"/>
                  </a:lnTo>
                  <a:lnTo>
                    <a:pt x="443572" y="102412"/>
                  </a:lnTo>
                  <a:lnTo>
                    <a:pt x="443699" y="103174"/>
                  </a:lnTo>
                  <a:lnTo>
                    <a:pt x="444080" y="103454"/>
                  </a:lnTo>
                  <a:close/>
                </a:path>
                <a:path w="557530" h="179070">
                  <a:moveTo>
                    <a:pt x="461403" y="96951"/>
                  </a:moveTo>
                  <a:lnTo>
                    <a:pt x="459371" y="97205"/>
                  </a:lnTo>
                  <a:lnTo>
                    <a:pt x="461276" y="97205"/>
                  </a:lnTo>
                  <a:lnTo>
                    <a:pt x="461403" y="96951"/>
                  </a:lnTo>
                  <a:close/>
                </a:path>
                <a:path w="557530" h="179070">
                  <a:moveTo>
                    <a:pt x="463867" y="71043"/>
                  </a:moveTo>
                  <a:lnTo>
                    <a:pt x="463702" y="70662"/>
                  </a:lnTo>
                  <a:lnTo>
                    <a:pt x="463080" y="70408"/>
                  </a:lnTo>
                  <a:lnTo>
                    <a:pt x="463130" y="71043"/>
                  </a:lnTo>
                  <a:lnTo>
                    <a:pt x="463867" y="71043"/>
                  </a:lnTo>
                  <a:close/>
                </a:path>
                <a:path w="557530" h="179070">
                  <a:moveTo>
                    <a:pt x="464121" y="12700"/>
                  </a:moveTo>
                  <a:lnTo>
                    <a:pt x="462445" y="13970"/>
                  </a:lnTo>
                  <a:lnTo>
                    <a:pt x="463613" y="13970"/>
                  </a:lnTo>
                  <a:lnTo>
                    <a:pt x="464121" y="12700"/>
                  </a:lnTo>
                  <a:close/>
                </a:path>
                <a:path w="557530" h="179070">
                  <a:moveTo>
                    <a:pt x="473341" y="93484"/>
                  </a:moveTo>
                  <a:lnTo>
                    <a:pt x="472897" y="93853"/>
                  </a:lnTo>
                  <a:lnTo>
                    <a:pt x="473189" y="93814"/>
                  </a:lnTo>
                  <a:lnTo>
                    <a:pt x="473303" y="93675"/>
                  </a:lnTo>
                  <a:lnTo>
                    <a:pt x="473341" y="93484"/>
                  </a:lnTo>
                  <a:close/>
                </a:path>
                <a:path w="557530" h="179070">
                  <a:moveTo>
                    <a:pt x="497535" y="85013"/>
                  </a:moveTo>
                  <a:lnTo>
                    <a:pt x="497090" y="84759"/>
                  </a:lnTo>
                  <a:lnTo>
                    <a:pt x="496773" y="85013"/>
                  </a:lnTo>
                  <a:lnTo>
                    <a:pt x="497535" y="85013"/>
                  </a:lnTo>
                  <a:close/>
                </a:path>
                <a:path w="557530" h="179070">
                  <a:moveTo>
                    <a:pt x="498995" y="83299"/>
                  </a:moveTo>
                  <a:lnTo>
                    <a:pt x="498779" y="83451"/>
                  </a:lnTo>
                  <a:lnTo>
                    <a:pt x="498957" y="83375"/>
                  </a:lnTo>
                  <a:close/>
                </a:path>
                <a:path w="557530" h="179070">
                  <a:moveTo>
                    <a:pt x="502818" y="82981"/>
                  </a:moveTo>
                  <a:lnTo>
                    <a:pt x="502754" y="82092"/>
                  </a:lnTo>
                  <a:lnTo>
                    <a:pt x="502640" y="82346"/>
                  </a:lnTo>
                  <a:lnTo>
                    <a:pt x="502818" y="82981"/>
                  </a:lnTo>
                  <a:close/>
                </a:path>
                <a:path w="557530" h="179070">
                  <a:moveTo>
                    <a:pt x="512521" y="55422"/>
                  </a:moveTo>
                  <a:lnTo>
                    <a:pt x="512076" y="55422"/>
                  </a:lnTo>
                  <a:lnTo>
                    <a:pt x="511225" y="55930"/>
                  </a:lnTo>
                  <a:lnTo>
                    <a:pt x="512419" y="55930"/>
                  </a:lnTo>
                  <a:lnTo>
                    <a:pt x="512419" y="56324"/>
                  </a:lnTo>
                  <a:lnTo>
                    <a:pt x="512521" y="55422"/>
                  </a:lnTo>
                  <a:close/>
                </a:path>
                <a:path w="557530" h="179070">
                  <a:moveTo>
                    <a:pt x="513638" y="5080"/>
                  </a:moveTo>
                  <a:lnTo>
                    <a:pt x="512521" y="5080"/>
                  </a:lnTo>
                  <a:lnTo>
                    <a:pt x="512737" y="5549"/>
                  </a:lnTo>
                  <a:lnTo>
                    <a:pt x="513638" y="5080"/>
                  </a:lnTo>
                  <a:close/>
                </a:path>
                <a:path w="557530" h="179070">
                  <a:moveTo>
                    <a:pt x="529145" y="52247"/>
                  </a:moveTo>
                  <a:lnTo>
                    <a:pt x="527913" y="52247"/>
                  </a:lnTo>
                  <a:lnTo>
                    <a:pt x="528561" y="52793"/>
                  </a:lnTo>
                  <a:lnTo>
                    <a:pt x="529145" y="52247"/>
                  </a:lnTo>
                  <a:close/>
                </a:path>
                <a:path w="557530" h="179070">
                  <a:moveTo>
                    <a:pt x="529412" y="51993"/>
                  </a:moveTo>
                  <a:lnTo>
                    <a:pt x="529145" y="52247"/>
                  </a:lnTo>
                  <a:lnTo>
                    <a:pt x="529361" y="52247"/>
                  </a:lnTo>
                  <a:lnTo>
                    <a:pt x="529412" y="51993"/>
                  </a:lnTo>
                  <a:close/>
                </a:path>
                <a:path w="557530" h="179070">
                  <a:moveTo>
                    <a:pt x="530453" y="1270"/>
                  </a:moveTo>
                  <a:lnTo>
                    <a:pt x="530047" y="1270"/>
                  </a:lnTo>
                  <a:lnTo>
                    <a:pt x="530085" y="1498"/>
                  </a:lnTo>
                  <a:lnTo>
                    <a:pt x="530453" y="1270"/>
                  </a:lnTo>
                  <a:close/>
                </a:path>
                <a:path w="557530" h="179070">
                  <a:moveTo>
                    <a:pt x="532028" y="74980"/>
                  </a:moveTo>
                  <a:lnTo>
                    <a:pt x="455726" y="74980"/>
                  </a:lnTo>
                  <a:lnTo>
                    <a:pt x="455523" y="74866"/>
                  </a:lnTo>
                  <a:lnTo>
                    <a:pt x="453859" y="74980"/>
                  </a:lnTo>
                  <a:lnTo>
                    <a:pt x="452310" y="76250"/>
                  </a:lnTo>
                  <a:lnTo>
                    <a:pt x="450786" y="76504"/>
                  </a:lnTo>
                  <a:lnTo>
                    <a:pt x="450227" y="75869"/>
                  </a:lnTo>
                  <a:lnTo>
                    <a:pt x="448487" y="76504"/>
                  </a:lnTo>
                  <a:lnTo>
                    <a:pt x="447243" y="76504"/>
                  </a:lnTo>
                  <a:lnTo>
                    <a:pt x="442137" y="78790"/>
                  </a:lnTo>
                  <a:lnTo>
                    <a:pt x="441464" y="78981"/>
                  </a:lnTo>
                  <a:lnTo>
                    <a:pt x="441464" y="103301"/>
                  </a:lnTo>
                  <a:lnTo>
                    <a:pt x="441248" y="103174"/>
                  </a:lnTo>
                  <a:lnTo>
                    <a:pt x="441439" y="103174"/>
                  </a:lnTo>
                  <a:lnTo>
                    <a:pt x="441464" y="103301"/>
                  </a:lnTo>
                  <a:lnTo>
                    <a:pt x="441464" y="78981"/>
                  </a:lnTo>
                  <a:lnTo>
                    <a:pt x="439293" y="79552"/>
                  </a:lnTo>
                  <a:lnTo>
                    <a:pt x="439635" y="80314"/>
                  </a:lnTo>
                  <a:lnTo>
                    <a:pt x="439928" y="80314"/>
                  </a:lnTo>
                  <a:lnTo>
                    <a:pt x="439013" y="80822"/>
                  </a:lnTo>
                  <a:lnTo>
                    <a:pt x="438873" y="80314"/>
                  </a:lnTo>
                  <a:lnTo>
                    <a:pt x="438048" y="79552"/>
                  </a:lnTo>
                  <a:lnTo>
                    <a:pt x="437870" y="79552"/>
                  </a:lnTo>
                  <a:lnTo>
                    <a:pt x="437489" y="80822"/>
                  </a:lnTo>
                  <a:lnTo>
                    <a:pt x="437857" y="80822"/>
                  </a:lnTo>
                  <a:lnTo>
                    <a:pt x="438238" y="80949"/>
                  </a:lnTo>
                  <a:lnTo>
                    <a:pt x="438162" y="81330"/>
                  </a:lnTo>
                  <a:lnTo>
                    <a:pt x="438073" y="81838"/>
                  </a:lnTo>
                  <a:lnTo>
                    <a:pt x="438023" y="82092"/>
                  </a:lnTo>
                  <a:lnTo>
                    <a:pt x="437045" y="81838"/>
                  </a:lnTo>
                  <a:lnTo>
                    <a:pt x="437235" y="81838"/>
                  </a:lnTo>
                  <a:lnTo>
                    <a:pt x="436867" y="81724"/>
                  </a:lnTo>
                  <a:lnTo>
                    <a:pt x="436740" y="82092"/>
                  </a:lnTo>
                  <a:lnTo>
                    <a:pt x="436626" y="82346"/>
                  </a:lnTo>
                  <a:lnTo>
                    <a:pt x="436511" y="82092"/>
                  </a:lnTo>
                  <a:lnTo>
                    <a:pt x="436397" y="81838"/>
                  </a:lnTo>
                  <a:lnTo>
                    <a:pt x="436867" y="81838"/>
                  </a:lnTo>
                  <a:lnTo>
                    <a:pt x="435038" y="81330"/>
                  </a:lnTo>
                  <a:lnTo>
                    <a:pt x="435610" y="81330"/>
                  </a:lnTo>
                  <a:lnTo>
                    <a:pt x="435432" y="80949"/>
                  </a:lnTo>
                  <a:lnTo>
                    <a:pt x="435381" y="80822"/>
                  </a:lnTo>
                  <a:lnTo>
                    <a:pt x="435025" y="80822"/>
                  </a:lnTo>
                  <a:lnTo>
                    <a:pt x="432727" y="81838"/>
                  </a:lnTo>
                  <a:lnTo>
                    <a:pt x="432943" y="81838"/>
                  </a:lnTo>
                  <a:lnTo>
                    <a:pt x="431888" y="83616"/>
                  </a:lnTo>
                  <a:lnTo>
                    <a:pt x="429310" y="84137"/>
                  </a:lnTo>
                  <a:lnTo>
                    <a:pt x="429260" y="83362"/>
                  </a:lnTo>
                  <a:lnTo>
                    <a:pt x="428904" y="83616"/>
                  </a:lnTo>
                  <a:lnTo>
                    <a:pt x="428256" y="84340"/>
                  </a:lnTo>
                  <a:lnTo>
                    <a:pt x="427609" y="84467"/>
                  </a:lnTo>
                  <a:lnTo>
                    <a:pt x="427583" y="83362"/>
                  </a:lnTo>
                  <a:lnTo>
                    <a:pt x="426161" y="84505"/>
                  </a:lnTo>
                  <a:lnTo>
                    <a:pt x="427380" y="84505"/>
                  </a:lnTo>
                  <a:lnTo>
                    <a:pt x="427621" y="84505"/>
                  </a:lnTo>
                  <a:lnTo>
                    <a:pt x="427634" y="85013"/>
                  </a:lnTo>
                  <a:lnTo>
                    <a:pt x="428104" y="84505"/>
                  </a:lnTo>
                  <a:lnTo>
                    <a:pt x="428269" y="84505"/>
                  </a:lnTo>
                  <a:lnTo>
                    <a:pt x="428155" y="85013"/>
                  </a:lnTo>
                  <a:lnTo>
                    <a:pt x="428040" y="85521"/>
                  </a:lnTo>
                  <a:lnTo>
                    <a:pt x="427951" y="85902"/>
                  </a:lnTo>
                  <a:lnTo>
                    <a:pt x="427558" y="85902"/>
                  </a:lnTo>
                  <a:lnTo>
                    <a:pt x="427266" y="86423"/>
                  </a:lnTo>
                  <a:lnTo>
                    <a:pt x="426999" y="85902"/>
                  </a:lnTo>
                  <a:lnTo>
                    <a:pt x="427062" y="85521"/>
                  </a:lnTo>
                  <a:lnTo>
                    <a:pt x="426250" y="85090"/>
                  </a:lnTo>
                  <a:lnTo>
                    <a:pt x="425450" y="85521"/>
                  </a:lnTo>
                  <a:lnTo>
                    <a:pt x="425691" y="85013"/>
                  </a:lnTo>
                  <a:lnTo>
                    <a:pt x="425056" y="85521"/>
                  </a:lnTo>
                  <a:lnTo>
                    <a:pt x="424078" y="86410"/>
                  </a:lnTo>
                  <a:lnTo>
                    <a:pt x="422529" y="85521"/>
                  </a:lnTo>
                  <a:lnTo>
                    <a:pt x="421855" y="85140"/>
                  </a:lnTo>
                  <a:lnTo>
                    <a:pt x="421500" y="85521"/>
                  </a:lnTo>
                  <a:lnTo>
                    <a:pt x="420395" y="86664"/>
                  </a:lnTo>
                  <a:lnTo>
                    <a:pt x="420458" y="87172"/>
                  </a:lnTo>
                  <a:lnTo>
                    <a:pt x="421017" y="86664"/>
                  </a:lnTo>
                  <a:lnTo>
                    <a:pt x="421170" y="86664"/>
                  </a:lnTo>
                  <a:lnTo>
                    <a:pt x="421220" y="87172"/>
                  </a:lnTo>
                  <a:lnTo>
                    <a:pt x="419811" y="88950"/>
                  </a:lnTo>
                  <a:lnTo>
                    <a:pt x="419633" y="88188"/>
                  </a:lnTo>
                  <a:lnTo>
                    <a:pt x="419468" y="87553"/>
                  </a:lnTo>
                  <a:lnTo>
                    <a:pt x="419366" y="87172"/>
                  </a:lnTo>
                  <a:lnTo>
                    <a:pt x="419277" y="86791"/>
                  </a:lnTo>
                  <a:lnTo>
                    <a:pt x="417868" y="88074"/>
                  </a:lnTo>
                  <a:lnTo>
                    <a:pt x="417957" y="87172"/>
                  </a:lnTo>
                  <a:lnTo>
                    <a:pt x="417779" y="87553"/>
                  </a:lnTo>
                  <a:lnTo>
                    <a:pt x="417601" y="88188"/>
                  </a:lnTo>
                  <a:lnTo>
                    <a:pt x="417601" y="88696"/>
                  </a:lnTo>
                  <a:lnTo>
                    <a:pt x="416623" y="88696"/>
                  </a:lnTo>
                  <a:lnTo>
                    <a:pt x="416001" y="87553"/>
                  </a:lnTo>
                  <a:lnTo>
                    <a:pt x="416928" y="87553"/>
                  </a:lnTo>
                  <a:lnTo>
                    <a:pt x="417271" y="86791"/>
                  </a:lnTo>
                  <a:lnTo>
                    <a:pt x="416382" y="87172"/>
                  </a:lnTo>
                  <a:lnTo>
                    <a:pt x="415645" y="87553"/>
                  </a:lnTo>
                  <a:lnTo>
                    <a:pt x="414858" y="87553"/>
                  </a:lnTo>
                  <a:lnTo>
                    <a:pt x="416229" y="88696"/>
                  </a:lnTo>
                  <a:lnTo>
                    <a:pt x="415607" y="88696"/>
                  </a:lnTo>
                  <a:lnTo>
                    <a:pt x="415290" y="88950"/>
                  </a:lnTo>
                  <a:lnTo>
                    <a:pt x="415086" y="88696"/>
                  </a:lnTo>
                  <a:lnTo>
                    <a:pt x="414807" y="89204"/>
                  </a:lnTo>
                  <a:lnTo>
                    <a:pt x="413080" y="89204"/>
                  </a:lnTo>
                  <a:lnTo>
                    <a:pt x="411543" y="89839"/>
                  </a:lnTo>
                  <a:lnTo>
                    <a:pt x="411327" y="89839"/>
                  </a:lnTo>
                  <a:lnTo>
                    <a:pt x="410908" y="89966"/>
                  </a:lnTo>
                  <a:lnTo>
                    <a:pt x="410705" y="89204"/>
                  </a:lnTo>
                  <a:lnTo>
                    <a:pt x="410235" y="90474"/>
                  </a:lnTo>
                  <a:lnTo>
                    <a:pt x="410133" y="90728"/>
                  </a:lnTo>
                  <a:lnTo>
                    <a:pt x="409524" y="88696"/>
                  </a:lnTo>
                  <a:lnTo>
                    <a:pt x="408800" y="89204"/>
                  </a:lnTo>
                  <a:lnTo>
                    <a:pt x="405663" y="90690"/>
                  </a:lnTo>
                  <a:lnTo>
                    <a:pt x="405663" y="117271"/>
                  </a:lnTo>
                  <a:lnTo>
                    <a:pt x="405371" y="117271"/>
                  </a:lnTo>
                  <a:lnTo>
                    <a:pt x="405612" y="117144"/>
                  </a:lnTo>
                  <a:lnTo>
                    <a:pt x="405663" y="117271"/>
                  </a:lnTo>
                  <a:lnTo>
                    <a:pt x="405663" y="90690"/>
                  </a:lnTo>
                  <a:lnTo>
                    <a:pt x="404774" y="91109"/>
                  </a:lnTo>
                  <a:lnTo>
                    <a:pt x="400519" y="93903"/>
                  </a:lnTo>
                  <a:lnTo>
                    <a:pt x="396824" y="94919"/>
                  </a:lnTo>
                  <a:lnTo>
                    <a:pt x="396506" y="96189"/>
                  </a:lnTo>
                  <a:lnTo>
                    <a:pt x="396443" y="96443"/>
                  </a:lnTo>
                  <a:lnTo>
                    <a:pt x="396189" y="96443"/>
                  </a:lnTo>
                  <a:lnTo>
                    <a:pt x="395554" y="96697"/>
                  </a:lnTo>
                  <a:lnTo>
                    <a:pt x="394284" y="97459"/>
                  </a:lnTo>
                  <a:lnTo>
                    <a:pt x="394182" y="97205"/>
                  </a:lnTo>
                  <a:lnTo>
                    <a:pt x="393954" y="96697"/>
                  </a:lnTo>
                  <a:lnTo>
                    <a:pt x="393839" y="96443"/>
                  </a:lnTo>
                  <a:lnTo>
                    <a:pt x="393725" y="96189"/>
                  </a:lnTo>
                  <a:lnTo>
                    <a:pt x="393471" y="96189"/>
                  </a:lnTo>
                  <a:lnTo>
                    <a:pt x="392569" y="96189"/>
                  </a:lnTo>
                  <a:lnTo>
                    <a:pt x="392569" y="96393"/>
                  </a:lnTo>
                  <a:lnTo>
                    <a:pt x="393369" y="96215"/>
                  </a:lnTo>
                  <a:lnTo>
                    <a:pt x="392963" y="96697"/>
                  </a:lnTo>
                  <a:lnTo>
                    <a:pt x="392658" y="96697"/>
                  </a:lnTo>
                  <a:lnTo>
                    <a:pt x="392569" y="96951"/>
                  </a:lnTo>
                  <a:lnTo>
                    <a:pt x="392290" y="96443"/>
                  </a:lnTo>
                  <a:lnTo>
                    <a:pt x="390753" y="97129"/>
                  </a:lnTo>
                  <a:lnTo>
                    <a:pt x="390753" y="121208"/>
                  </a:lnTo>
                  <a:lnTo>
                    <a:pt x="390334" y="121208"/>
                  </a:lnTo>
                  <a:lnTo>
                    <a:pt x="390486" y="120954"/>
                  </a:lnTo>
                  <a:lnTo>
                    <a:pt x="390626" y="120954"/>
                  </a:lnTo>
                  <a:lnTo>
                    <a:pt x="390753" y="121208"/>
                  </a:lnTo>
                  <a:lnTo>
                    <a:pt x="390753" y="97129"/>
                  </a:lnTo>
                  <a:lnTo>
                    <a:pt x="389991" y="97459"/>
                  </a:lnTo>
                  <a:lnTo>
                    <a:pt x="390918" y="96189"/>
                  </a:lnTo>
                  <a:lnTo>
                    <a:pt x="391185" y="95808"/>
                  </a:lnTo>
                  <a:lnTo>
                    <a:pt x="390182" y="96189"/>
                  </a:lnTo>
                  <a:lnTo>
                    <a:pt x="387489" y="97205"/>
                  </a:lnTo>
                  <a:lnTo>
                    <a:pt x="387477" y="98602"/>
                  </a:lnTo>
                  <a:lnTo>
                    <a:pt x="386435" y="98602"/>
                  </a:lnTo>
                  <a:lnTo>
                    <a:pt x="386080" y="98221"/>
                  </a:lnTo>
                  <a:lnTo>
                    <a:pt x="386715" y="98221"/>
                  </a:lnTo>
                  <a:lnTo>
                    <a:pt x="386372" y="97586"/>
                  </a:lnTo>
                  <a:lnTo>
                    <a:pt x="386740" y="97586"/>
                  </a:lnTo>
                  <a:lnTo>
                    <a:pt x="387477" y="98602"/>
                  </a:lnTo>
                  <a:lnTo>
                    <a:pt x="387477" y="97218"/>
                  </a:lnTo>
                  <a:lnTo>
                    <a:pt x="386232" y="97586"/>
                  </a:lnTo>
                  <a:lnTo>
                    <a:pt x="383273" y="97586"/>
                  </a:lnTo>
                  <a:lnTo>
                    <a:pt x="384352" y="101904"/>
                  </a:lnTo>
                  <a:lnTo>
                    <a:pt x="381571" y="101904"/>
                  </a:lnTo>
                  <a:lnTo>
                    <a:pt x="381228" y="101904"/>
                  </a:lnTo>
                  <a:lnTo>
                    <a:pt x="380860" y="101904"/>
                  </a:lnTo>
                  <a:lnTo>
                    <a:pt x="380898" y="102031"/>
                  </a:lnTo>
                  <a:lnTo>
                    <a:pt x="381000" y="102412"/>
                  </a:lnTo>
                  <a:lnTo>
                    <a:pt x="381355" y="102412"/>
                  </a:lnTo>
                  <a:lnTo>
                    <a:pt x="381495" y="102069"/>
                  </a:lnTo>
                  <a:lnTo>
                    <a:pt x="382104" y="102412"/>
                  </a:lnTo>
                  <a:lnTo>
                    <a:pt x="381990" y="102666"/>
                  </a:lnTo>
                  <a:lnTo>
                    <a:pt x="382143" y="103174"/>
                  </a:lnTo>
                  <a:lnTo>
                    <a:pt x="382219" y="103454"/>
                  </a:lnTo>
                  <a:lnTo>
                    <a:pt x="382282" y="103682"/>
                  </a:lnTo>
                  <a:lnTo>
                    <a:pt x="381304" y="103454"/>
                  </a:lnTo>
                  <a:lnTo>
                    <a:pt x="381419" y="103936"/>
                  </a:lnTo>
                  <a:lnTo>
                    <a:pt x="381533" y="104190"/>
                  </a:lnTo>
                  <a:lnTo>
                    <a:pt x="381596" y="104317"/>
                  </a:lnTo>
                  <a:lnTo>
                    <a:pt x="381215" y="104190"/>
                  </a:lnTo>
                  <a:lnTo>
                    <a:pt x="380822" y="104190"/>
                  </a:lnTo>
                  <a:lnTo>
                    <a:pt x="380746" y="104952"/>
                  </a:lnTo>
                  <a:lnTo>
                    <a:pt x="380250" y="105219"/>
                  </a:lnTo>
                  <a:lnTo>
                    <a:pt x="379082" y="104698"/>
                  </a:lnTo>
                  <a:lnTo>
                    <a:pt x="378028" y="105841"/>
                  </a:lnTo>
                  <a:lnTo>
                    <a:pt x="376999" y="104952"/>
                  </a:lnTo>
                  <a:lnTo>
                    <a:pt x="376821" y="105333"/>
                  </a:lnTo>
                  <a:lnTo>
                    <a:pt x="376694" y="107111"/>
                  </a:lnTo>
                  <a:lnTo>
                    <a:pt x="376402" y="107111"/>
                  </a:lnTo>
                  <a:lnTo>
                    <a:pt x="375793" y="107365"/>
                  </a:lnTo>
                  <a:lnTo>
                    <a:pt x="374764" y="106603"/>
                  </a:lnTo>
                  <a:lnTo>
                    <a:pt x="375589" y="106349"/>
                  </a:lnTo>
                  <a:lnTo>
                    <a:pt x="374548" y="106349"/>
                  </a:lnTo>
                  <a:lnTo>
                    <a:pt x="374586" y="106603"/>
                  </a:lnTo>
                  <a:lnTo>
                    <a:pt x="374675" y="107111"/>
                  </a:lnTo>
                  <a:lnTo>
                    <a:pt x="373888" y="107251"/>
                  </a:lnTo>
                  <a:lnTo>
                    <a:pt x="373824" y="106603"/>
                  </a:lnTo>
                  <a:lnTo>
                    <a:pt x="373024" y="106857"/>
                  </a:lnTo>
                  <a:lnTo>
                    <a:pt x="373265" y="107353"/>
                  </a:lnTo>
                  <a:lnTo>
                    <a:pt x="373126" y="107365"/>
                  </a:lnTo>
                  <a:lnTo>
                    <a:pt x="373278" y="107365"/>
                  </a:lnTo>
                  <a:lnTo>
                    <a:pt x="373545" y="107873"/>
                  </a:lnTo>
                  <a:lnTo>
                    <a:pt x="372338" y="107873"/>
                  </a:lnTo>
                  <a:lnTo>
                    <a:pt x="372427" y="107619"/>
                  </a:lnTo>
                  <a:lnTo>
                    <a:pt x="372503" y="107365"/>
                  </a:lnTo>
                  <a:lnTo>
                    <a:pt x="372579" y="107111"/>
                  </a:lnTo>
                  <a:lnTo>
                    <a:pt x="372668" y="106857"/>
                  </a:lnTo>
                  <a:lnTo>
                    <a:pt x="372046" y="107365"/>
                  </a:lnTo>
                  <a:lnTo>
                    <a:pt x="371690" y="107365"/>
                  </a:lnTo>
                  <a:lnTo>
                    <a:pt x="370293" y="107873"/>
                  </a:lnTo>
                  <a:lnTo>
                    <a:pt x="369201" y="107873"/>
                  </a:lnTo>
                  <a:lnTo>
                    <a:pt x="372084" y="108254"/>
                  </a:lnTo>
                  <a:lnTo>
                    <a:pt x="371119" y="108254"/>
                  </a:lnTo>
                  <a:lnTo>
                    <a:pt x="371055" y="109016"/>
                  </a:lnTo>
                  <a:lnTo>
                    <a:pt x="370484" y="109143"/>
                  </a:lnTo>
                  <a:lnTo>
                    <a:pt x="370446" y="109524"/>
                  </a:lnTo>
                  <a:lnTo>
                    <a:pt x="370344" y="110426"/>
                  </a:lnTo>
                  <a:lnTo>
                    <a:pt x="370001" y="110032"/>
                  </a:lnTo>
                  <a:lnTo>
                    <a:pt x="368401" y="110032"/>
                  </a:lnTo>
                  <a:lnTo>
                    <a:pt x="368185" y="110032"/>
                  </a:lnTo>
                  <a:lnTo>
                    <a:pt x="368109" y="110286"/>
                  </a:lnTo>
                  <a:lnTo>
                    <a:pt x="368020" y="110540"/>
                  </a:lnTo>
                  <a:lnTo>
                    <a:pt x="367944" y="110794"/>
                  </a:lnTo>
                  <a:lnTo>
                    <a:pt x="367893" y="110921"/>
                  </a:lnTo>
                  <a:lnTo>
                    <a:pt x="367576" y="110794"/>
                  </a:lnTo>
                  <a:lnTo>
                    <a:pt x="365340" y="110794"/>
                  </a:lnTo>
                  <a:lnTo>
                    <a:pt x="365404" y="110667"/>
                  </a:lnTo>
                  <a:lnTo>
                    <a:pt x="364832" y="110794"/>
                  </a:lnTo>
                  <a:lnTo>
                    <a:pt x="365188" y="110794"/>
                  </a:lnTo>
                  <a:lnTo>
                    <a:pt x="365188" y="111683"/>
                  </a:lnTo>
                  <a:lnTo>
                    <a:pt x="364909" y="111683"/>
                  </a:lnTo>
                  <a:lnTo>
                    <a:pt x="366509" y="111937"/>
                  </a:lnTo>
                  <a:lnTo>
                    <a:pt x="366141" y="111937"/>
                  </a:lnTo>
                  <a:lnTo>
                    <a:pt x="366141" y="112953"/>
                  </a:lnTo>
                  <a:lnTo>
                    <a:pt x="366014" y="112953"/>
                  </a:lnTo>
                  <a:lnTo>
                    <a:pt x="365950" y="112826"/>
                  </a:lnTo>
                  <a:lnTo>
                    <a:pt x="366141" y="112953"/>
                  </a:lnTo>
                  <a:lnTo>
                    <a:pt x="366141" y="111937"/>
                  </a:lnTo>
                  <a:lnTo>
                    <a:pt x="365683" y="111937"/>
                  </a:lnTo>
                  <a:lnTo>
                    <a:pt x="365747" y="112636"/>
                  </a:lnTo>
                  <a:lnTo>
                    <a:pt x="365201" y="112318"/>
                  </a:lnTo>
                  <a:lnTo>
                    <a:pt x="364629" y="111937"/>
                  </a:lnTo>
                  <a:lnTo>
                    <a:pt x="365023" y="113969"/>
                  </a:lnTo>
                  <a:lnTo>
                    <a:pt x="365061" y="114223"/>
                  </a:lnTo>
                  <a:lnTo>
                    <a:pt x="365163" y="114744"/>
                  </a:lnTo>
                  <a:lnTo>
                    <a:pt x="363499" y="114604"/>
                  </a:lnTo>
                  <a:lnTo>
                    <a:pt x="363385" y="113969"/>
                  </a:lnTo>
                  <a:lnTo>
                    <a:pt x="363461" y="113601"/>
                  </a:lnTo>
                  <a:lnTo>
                    <a:pt x="363194" y="113969"/>
                  </a:lnTo>
                  <a:lnTo>
                    <a:pt x="362597" y="114604"/>
                  </a:lnTo>
                  <a:lnTo>
                    <a:pt x="362521" y="113969"/>
                  </a:lnTo>
                  <a:lnTo>
                    <a:pt x="362610" y="113207"/>
                  </a:lnTo>
                  <a:lnTo>
                    <a:pt x="362458" y="113347"/>
                  </a:lnTo>
                  <a:lnTo>
                    <a:pt x="362458" y="114858"/>
                  </a:lnTo>
                  <a:lnTo>
                    <a:pt x="361200" y="114858"/>
                  </a:lnTo>
                  <a:lnTo>
                    <a:pt x="361340" y="114604"/>
                  </a:lnTo>
                  <a:lnTo>
                    <a:pt x="362064" y="114604"/>
                  </a:lnTo>
                  <a:lnTo>
                    <a:pt x="362458" y="114858"/>
                  </a:lnTo>
                  <a:lnTo>
                    <a:pt x="362458" y="113347"/>
                  </a:lnTo>
                  <a:lnTo>
                    <a:pt x="361759" y="113969"/>
                  </a:lnTo>
                  <a:lnTo>
                    <a:pt x="361480" y="114223"/>
                  </a:lnTo>
                  <a:lnTo>
                    <a:pt x="361950" y="114541"/>
                  </a:lnTo>
                  <a:lnTo>
                    <a:pt x="360565" y="114363"/>
                  </a:lnTo>
                  <a:lnTo>
                    <a:pt x="360375" y="114604"/>
                  </a:lnTo>
                  <a:lnTo>
                    <a:pt x="359664" y="115493"/>
                  </a:lnTo>
                  <a:lnTo>
                    <a:pt x="358990" y="114223"/>
                  </a:lnTo>
                  <a:lnTo>
                    <a:pt x="358914" y="113969"/>
                  </a:lnTo>
                  <a:lnTo>
                    <a:pt x="358635" y="113969"/>
                  </a:lnTo>
                  <a:lnTo>
                    <a:pt x="358838" y="113614"/>
                  </a:lnTo>
                  <a:lnTo>
                    <a:pt x="358952" y="113436"/>
                  </a:lnTo>
                  <a:lnTo>
                    <a:pt x="359092" y="113207"/>
                  </a:lnTo>
                  <a:lnTo>
                    <a:pt x="358775" y="113207"/>
                  </a:lnTo>
                  <a:lnTo>
                    <a:pt x="358838" y="113449"/>
                  </a:lnTo>
                  <a:lnTo>
                    <a:pt x="358775" y="113207"/>
                  </a:lnTo>
                  <a:lnTo>
                    <a:pt x="358597" y="113207"/>
                  </a:lnTo>
                  <a:lnTo>
                    <a:pt x="358584" y="114223"/>
                  </a:lnTo>
                  <a:lnTo>
                    <a:pt x="358571" y="114084"/>
                  </a:lnTo>
                  <a:lnTo>
                    <a:pt x="358584" y="114223"/>
                  </a:lnTo>
                  <a:lnTo>
                    <a:pt x="358584" y="113182"/>
                  </a:lnTo>
                  <a:lnTo>
                    <a:pt x="358482" y="112953"/>
                  </a:lnTo>
                  <a:lnTo>
                    <a:pt x="358521" y="113487"/>
                  </a:lnTo>
                  <a:lnTo>
                    <a:pt x="356920" y="113665"/>
                  </a:lnTo>
                  <a:lnTo>
                    <a:pt x="356882" y="113207"/>
                  </a:lnTo>
                  <a:lnTo>
                    <a:pt x="356908" y="112699"/>
                  </a:lnTo>
                  <a:lnTo>
                    <a:pt x="355739" y="113385"/>
                  </a:lnTo>
                  <a:lnTo>
                    <a:pt x="355739" y="113969"/>
                  </a:lnTo>
                  <a:lnTo>
                    <a:pt x="355434" y="114604"/>
                  </a:lnTo>
                  <a:lnTo>
                    <a:pt x="354660" y="114744"/>
                  </a:lnTo>
                  <a:lnTo>
                    <a:pt x="354558" y="114592"/>
                  </a:lnTo>
                  <a:lnTo>
                    <a:pt x="355473" y="113969"/>
                  </a:lnTo>
                  <a:lnTo>
                    <a:pt x="355739" y="113969"/>
                  </a:lnTo>
                  <a:lnTo>
                    <a:pt x="355739" y="113385"/>
                  </a:lnTo>
                  <a:lnTo>
                    <a:pt x="354863" y="113880"/>
                  </a:lnTo>
                  <a:lnTo>
                    <a:pt x="353961" y="113969"/>
                  </a:lnTo>
                  <a:lnTo>
                    <a:pt x="354114" y="113969"/>
                  </a:lnTo>
                  <a:lnTo>
                    <a:pt x="354698" y="113969"/>
                  </a:lnTo>
                  <a:lnTo>
                    <a:pt x="355053" y="113969"/>
                  </a:lnTo>
                  <a:lnTo>
                    <a:pt x="354545" y="114579"/>
                  </a:lnTo>
                  <a:lnTo>
                    <a:pt x="354114" y="113969"/>
                  </a:lnTo>
                  <a:lnTo>
                    <a:pt x="353199" y="114731"/>
                  </a:lnTo>
                  <a:lnTo>
                    <a:pt x="352996" y="114604"/>
                  </a:lnTo>
                  <a:lnTo>
                    <a:pt x="353174" y="114604"/>
                  </a:lnTo>
                  <a:lnTo>
                    <a:pt x="352018" y="114223"/>
                  </a:lnTo>
                  <a:lnTo>
                    <a:pt x="351955" y="115112"/>
                  </a:lnTo>
                  <a:lnTo>
                    <a:pt x="351053" y="115366"/>
                  </a:lnTo>
                  <a:lnTo>
                    <a:pt x="350240" y="116128"/>
                  </a:lnTo>
                  <a:lnTo>
                    <a:pt x="356781" y="116128"/>
                  </a:lnTo>
                  <a:lnTo>
                    <a:pt x="356831" y="114858"/>
                  </a:lnTo>
                  <a:lnTo>
                    <a:pt x="356857" y="113969"/>
                  </a:lnTo>
                  <a:lnTo>
                    <a:pt x="357124" y="113969"/>
                  </a:lnTo>
                  <a:lnTo>
                    <a:pt x="357035" y="116382"/>
                  </a:lnTo>
                  <a:lnTo>
                    <a:pt x="356920" y="116890"/>
                  </a:lnTo>
                  <a:lnTo>
                    <a:pt x="356870" y="117144"/>
                  </a:lnTo>
                  <a:lnTo>
                    <a:pt x="356743" y="117271"/>
                  </a:lnTo>
                  <a:lnTo>
                    <a:pt x="356781" y="116382"/>
                  </a:lnTo>
                  <a:lnTo>
                    <a:pt x="350837" y="116382"/>
                  </a:lnTo>
                  <a:lnTo>
                    <a:pt x="350100" y="116268"/>
                  </a:lnTo>
                  <a:lnTo>
                    <a:pt x="349973" y="116382"/>
                  </a:lnTo>
                  <a:lnTo>
                    <a:pt x="349643" y="116382"/>
                  </a:lnTo>
                  <a:lnTo>
                    <a:pt x="349707" y="116890"/>
                  </a:lnTo>
                  <a:lnTo>
                    <a:pt x="349516" y="116890"/>
                  </a:lnTo>
                  <a:lnTo>
                    <a:pt x="348957" y="117271"/>
                  </a:lnTo>
                  <a:lnTo>
                    <a:pt x="348589" y="117271"/>
                  </a:lnTo>
                  <a:lnTo>
                    <a:pt x="348589" y="117525"/>
                  </a:lnTo>
                  <a:lnTo>
                    <a:pt x="348589" y="117779"/>
                  </a:lnTo>
                  <a:lnTo>
                    <a:pt x="348589" y="118668"/>
                  </a:lnTo>
                  <a:lnTo>
                    <a:pt x="348589" y="118795"/>
                  </a:lnTo>
                  <a:lnTo>
                    <a:pt x="347256" y="118795"/>
                  </a:lnTo>
                  <a:lnTo>
                    <a:pt x="346773" y="118033"/>
                  </a:lnTo>
                  <a:lnTo>
                    <a:pt x="345884" y="118033"/>
                  </a:lnTo>
                  <a:lnTo>
                    <a:pt x="345757" y="117779"/>
                  </a:lnTo>
                  <a:lnTo>
                    <a:pt x="346722" y="117779"/>
                  </a:lnTo>
                  <a:lnTo>
                    <a:pt x="347167" y="117779"/>
                  </a:lnTo>
                  <a:lnTo>
                    <a:pt x="347230" y="118033"/>
                  </a:lnTo>
                  <a:lnTo>
                    <a:pt x="347789" y="117779"/>
                  </a:lnTo>
                  <a:lnTo>
                    <a:pt x="348221" y="117779"/>
                  </a:lnTo>
                  <a:lnTo>
                    <a:pt x="348589" y="117779"/>
                  </a:lnTo>
                  <a:lnTo>
                    <a:pt x="348589" y="117538"/>
                  </a:lnTo>
                  <a:lnTo>
                    <a:pt x="348246" y="117767"/>
                  </a:lnTo>
                  <a:lnTo>
                    <a:pt x="348589" y="117525"/>
                  </a:lnTo>
                  <a:lnTo>
                    <a:pt x="348589" y="117271"/>
                  </a:lnTo>
                  <a:lnTo>
                    <a:pt x="347256" y="117271"/>
                  </a:lnTo>
                  <a:lnTo>
                    <a:pt x="347002" y="117144"/>
                  </a:lnTo>
                  <a:lnTo>
                    <a:pt x="347027" y="117271"/>
                  </a:lnTo>
                  <a:lnTo>
                    <a:pt x="346621" y="117271"/>
                  </a:lnTo>
                  <a:lnTo>
                    <a:pt x="346595" y="117144"/>
                  </a:lnTo>
                  <a:lnTo>
                    <a:pt x="346252" y="117144"/>
                  </a:lnTo>
                  <a:lnTo>
                    <a:pt x="345922" y="117271"/>
                  </a:lnTo>
                  <a:lnTo>
                    <a:pt x="345706" y="117360"/>
                  </a:lnTo>
                  <a:lnTo>
                    <a:pt x="345579" y="117411"/>
                  </a:lnTo>
                  <a:lnTo>
                    <a:pt x="345528" y="117271"/>
                  </a:lnTo>
                  <a:lnTo>
                    <a:pt x="345211" y="117271"/>
                  </a:lnTo>
                  <a:lnTo>
                    <a:pt x="345236" y="117398"/>
                  </a:lnTo>
                  <a:lnTo>
                    <a:pt x="345262" y="117525"/>
                  </a:lnTo>
                  <a:lnTo>
                    <a:pt x="344601" y="117779"/>
                  </a:lnTo>
                  <a:lnTo>
                    <a:pt x="345313" y="117779"/>
                  </a:lnTo>
                  <a:lnTo>
                    <a:pt x="345376" y="118719"/>
                  </a:lnTo>
                  <a:lnTo>
                    <a:pt x="345097" y="118541"/>
                  </a:lnTo>
                  <a:lnTo>
                    <a:pt x="344208" y="117779"/>
                  </a:lnTo>
                  <a:lnTo>
                    <a:pt x="343369" y="118541"/>
                  </a:lnTo>
                  <a:lnTo>
                    <a:pt x="343179" y="118541"/>
                  </a:lnTo>
                  <a:lnTo>
                    <a:pt x="341553" y="119176"/>
                  </a:lnTo>
                  <a:lnTo>
                    <a:pt x="341642" y="121208"/>
                  </a:lnTo>
                  <a:lnTo>
                    <a:pt x="341033" y="121208"/>
                  </a:lnTo>
                  <a:lnTo>
                    <a:pt x="340842" y="121208"/>
                  </a:lnTo>
                  <a:lnTo>
                    <a:pt x="340156" y="121208"/>
                  </a:lnTo>
                  <a:lnTo>
                    <a:pt x="340436" y="121462"/>
                  </a:lnTo>
                  <a:lnTo>
                    <a:pt x="339864" y="120954"/>
                  </a:lnTo>
                  <a:lnTo>
                    <a:pt x="339559" y="120700"/>
                  </a:lnTo>
                  <a:lnTo>
                    <a:pt x="339369" y="120954"/>
                  </a:lnTo>
                  <a:lnTo>
                    <a:pt x="339090" y="120954"/>
                  </a:lnTo>
                  <a:lnTo>
                    <a:pt x="338366" y="121208"/>
                  </a:lnTo>
                  <a:lnTo>
                    <a:pt x="337908" y="121208"/>
                  </a:lnTo>
                  <a:lnTo>
                    <a:pt x="337985" y="121348"/>
                  </a:lnTo>
                  <a:lnTo>
                    <a:pt x="338404" y="121970"/>
                  </a:lnTo>
                  <a:lnTo>
                    <a:pt x="338861" y="121970"/>
                  </a:lnTo>
                  <a:lnTo>
                    <a:pt x="338683" y="122224"/>
                  </a:lnTo>
                  <a:lnTo>
                    <a:pt x="340766" y="122224"/>
                  </a:lnTo>
                  <a:lnTo>
                    <a:pt x="340639" y="121970"/>
                  </a:lnTo>
                  <a:lnTo>
                    <a:pt x="340563" y="121462"/>
                  </a:lnTo>
                  <a:lnTo>
                    <a:pt x="341249" y="121970"/>
                  </a:lnTo>
                  <a:lnTo>
                    <a:pt x="341007" y="121462"/>
                  </a:lnTo>
                  <a:lnTo>
                    <a:pt x="341655" y="121462"/>
                  </a:lnTo>
                  <a:lnTo>
                    <a:pt x="341414" y="121970"/>
                  </a:lnTo>
                  <a:lnTo>
                    <a:pt x="341299" y="122224"/>
                  </a:lnTo>
                  <a:lnTo>
                    <a:pt x="389153" y="122224"/>
                  </a:lnTo>
                  <a:lnTo>
                    <a:pt x="389864" y="121970"/>
                  </a:lnTo>
                  <a:lnTo>
                    <a:pt x="390182" y="121462"/>
                  </a:lnTo>
                  <a:lnTo>
                    <a:pt x="390880" y="121462"/>
                  </a:lnTo>
                  <a:lnTo>
                    <a:pt x="391274" y="122224"/>
                  </a:lnTo>
                  <a:lnTo>
                    <a:pt x="391731" y="122224"/>
                  </a:lnTo>
                  <a:lnTo>
                    <a:pt x="391858" y="120954"/>
                  </a:lnTo>
                  <a:lnTo>
                    <a:pt x="392506" y="120954"/>
                  </a:lnTo>
                  <a:lnTo>
                    <a:pt x="393179" y="120446"/>
                  </a:lnTo>
                  <a:lnTo>
                    <a:pt x="393382" y="120446"/>
                  </a:lnTo>
                  <a:lnTo>
                    <a:pt x="393547" y="120954"/>
                  </a:lnTo>
                  <a:lnTo>
                    <a:pt x="393623" y="121208"/>
                  </a:lnTo>
                  <a:lnTo>
                    <a:pt x="394462" y="120446"/>
                  </a:lnTo>
                  <a:lnTo>
                    <a:pt x="394881" y="120065"/>
                  </a:lnTo>
                  <a:lnTo>
                    <a:pt x="396671" y="118922"/>
                  </a:lnTo>
                  <a:lnTo>
                    <a:pt x="396862" y="118795"/>
                  </a:lnTo>
                  <a:lnTo>
                    <a:pt x="397383" y="118795"/>
                  </a:lnTo>
                  <a:lnTo>
                    <a:pt x="397878" y="119684"/>
                  </a:lnTo>
                  <a:lnTo>
                    <a:pt x="397776" y="119176"/>
                  </a:lnTo>
                  <a:lnTo>
                    <a:pt x="397662" y="118795"/>
                  </a:lnTo>
                  <a:lnTo>
                    <a:pt x="398424" y="118795"/>
                  </a:lnTo>
                  <a:lnTo>
                    <a:pt x="398716" y="118922"/>
                  </a:lnTo>
                  <a:lnTo>
                    <a:pt x="398665" y="118795"/>
                  </a:lnTo>
                  <a:lnTo>
                    <a:pt x="398551" y="118541"/>
                  </a:lnTo>
                  <a:lnTo>
                    <a:pt x="398437" y="118287"/>
                  </a:lnTo>
                  <a:lnTo>
                    <a:pt x="403453" y="118287"/>
                  </a:lnTo>
                  <a:lnTo>
                    <a:pt x="402691" y="118033"/>
                  </a:lnTo>
                  <a:lnTo>
                    <a:pt x="398665" y="118033"/>
                  </a:lnTo>
                  <a:lnTo>
                    <a:pt x="398373" y="118160"/>
                  </a:lnTo>
                  <a:lnTo>
                    <a:pt x="398322" y="118033"/>
                  </a:lnTo>
                  <a:lnTo>
                    <a:pt x="398665" y="118033"/>
                  </a:lnTo>
                  <a:lnTo>
                    <a:pt x="399249" y="117779"/>
                  </a:lnTo>
                  <a:lnTo>
                    <a:pt x="401929" y="117779"/>
                  </a:lnTo>
                  <a:lnTo>
                    <a:pt x="402691" y="118033"/>
                  </a:lnTo>
                  <a:lnTo>
                    <a:pt x="403936" y="118033"/>
                  </a:lnTo>
                  <a:lnTo>
                    <a:pt x="404418" y="117779"/>
                  </a:lnTo>
                  <a:lnTo>
                    <a:pt x="405892" y="117779"/>
                  </a:lnTo>
                  <a:lnTo>
                    <a:pt x="406044" y="117271"/>
                  </a:lnTo>
                  <a:lnTo>
                    <a:pt x="406069" y="117144"/>
                  </a:lnTo>
                  <a:lnTo>
                    <a:pt x="406107" y="116890"/>
                  </a:lnTo>
                  <a:lnTo>
                    <a:pt x="408686" y="116382"/>
                  </a:lnTo>
                  <a:lnTo>
                    <a:pt x="411949" y="115620"/>
                  </a:lnTo>
                  <a:lnTo>
                    <a:pt x="413905" y="114858"/>
                  </a:lnTo>
                  <a:lnTo>
                    <a:pt x="414401" y="114223"/>
                  </a:lnTo>
                  <a:lnTo>
                    <a:pt x="415036" y="112953"/>
                  </a:lnTo>
                  <a:lnTo>
                    <a:pt x="416115" y="112953"/>
                  </a:lnTo>
                  <a:lnTo>
                    <a:pt x="416064" y="113093"/>
                  </a:lnTo>
                  <a:lnTo>
                    <a:pt x="417690" y="111937"/>
                  </a:lnTo>
                  <a:lnTo>
                    <a:pt x="419214" y="111048"/>
                  </a:lnTo>
                  <a:lnTo>
                    <a:pt x="418388" y="111048"/>
                  </a:lnTo>
                  <a:lnTo>
                    <a:pt x="420471" y="110794"/>
                  </a:lnTo>
                  <a:lnTo>
                    <a:pt x="421525" y="110794"/>
                  </a:lnTo>
                  <a:lnTo>
                    <a:pt x="421525" y="111048"/>
                  </a:lnTo>
                  <a:lnTo>
                    <a:pt x="421792" y="111302"/>
                  </a:lnTo>
                  <a:lnTo>
                    <a:pt x="421754" y="110794"/>
                  </a:lnTo>
                  <a:lnTo>
                    <a:pt x="421792" y="110540"/>
                  </a:lnTo>
                  <a:lnTo>
                    <a:pt x="422770" y="111048"/>
                  </a:lnTo>
                  <a:lnTo>
                    <a:pt x="423418" y="111048"/>
                  </a:lnTo>
                  <a:lnTo>
                    <a:pt x="422490" y="110540"/>
                  </a:lnTo>
                  <a:lnTo>
                    <a:pt x="422567" y="110286"/>
                  </a:lnTo>
                  <a:lnTo>
                    <a:pt x="422656" y="110032"/>
                  </a:lnTo>
                  <a:lnTo>
                    <a:pt x="422744" y="109778"/>
                  </a:lnTo>
                  <a:lnTo>
                    <a:pt x="423125" y="109778"/>
                  </a:lnTo>
                  <a:lnTo>
                    <a:pt x="423811" y="110032"/>
                  </a:lnTo>
                  <a:lnTo>
                    <a:pt x="424294" y="110540"/>
                  </a:lnTo>
                  <a:lnTo>
                    <a:pt x="424421" y="110286"/>
                  </a:lnTo>
                  <a:lnTo>
                    <a:pt x="424548" y="110032"/>
                  </a:lnTo>
                  <a:lnTo>
                    <a:pt x="424675" y="109778"/>
                  </a:lnTo>
                  <a:lnTo>
                    <a:pt x="424802" y="109524"/>
                  </a:lnTo>
                  <a:lnTo>
                    <a:pt x="425132" y="109524"/>
                  </a:lnTo>
                  <a:lnTo>
                    <a:pt x="425145" y="109143"/>
                  </a:lnTo>
                  <a:lnTo>
                    <a:pt x="425970" y="110032"/>
                  </a:lnTo>
                  <a:lnTo>
                    <a:pt x="426110" y="109778"/>
                  </a:lnTo>
                  <a:lnTo>
                    <a:pt x="426986" y="109143"/>
                  </a:lnTo>
                  <a:lnTo>
                    <a:pt x="427164" y="109016"/>
                  </a:lnTo>
                  <a:lnTo>
                    <a:pt x="427164" y="108000"/>
                  </a:lnTo>
                  <a:lnTo>
                    <a:pt x="427380" y="108254"/>
                  </a:lnTo>
                  <a:lnTo>
                    <a:pt x="428282" y="108254"/>
                  </a:lnTo>
                  <a:lnTo>
                    <a:pt x="427710" y="108648"/>
                  </a:lnTo>
                  <a:lnTo>
                    <a:pt x="430530" y="107873"/>
                  </a:lnTo>
                  <a:lnTo>
                    <a:pt x="431634" y="107873"/>
                  </a:lnTo>
                  <a:lnTo>
                    <a:pt x="430364" y="107619"/>
                  </a:lnTo>
                  <a:lnTo>
                    <a:pt x="430250" y="107365"/>
                  </a:lnTo>
                  <a:lnTo>
                    <a:pt x="430136" y="107111"/>
                  </a:lnTo>
                  <a:lnTo>
                    <a:pt x="430022" y="106857"/>
                  </a:lnTo>
                  <a:lnTo>
                    <a:pt x="430809" y="106095"/>
                  </a:lnTo>
                  <a:lnTo>
                    <a:pt x="431888" y="106324"/>
                  </a:lnTo>
                  <a:lnTo>
                    <a:pt x="432003" y="106095"/>
                  </a:lnTo>
                  <a:lnTo>
                    <a:pt x="431850" y="106095"/>
                  </a:lnTo>
                  <a:lnTo>
                    <a:pt x="432269" y="105841"/>
                  </a:lnTo>
                  <a:lnTo>
                    <a:pt x="433108" y="105333"/>
                  </a:lnTo>
                  <a:lnTo>
                    <a:pt x="433514" y="105587"/>
                  </a:lnTo>
                  <a:lnTo>
                    <a:pt x="433374" y="105841"/>
                  </a:lnTo>
                  <a:lnTo>
                    <a:pt x="433781" y="105587"/>
                  </a:lnTo>
                  <a:lnTo>
                    <a:pt x="434009" y="105587"/>
                  </a:lnTo>
                  <a:lnTo>
                    <a:pt x="434746" y="106730"/>
                  </a:lnTo>
                  <a:lnTo>
                    <a:pt x="435457" y="106349"/>
                  </a:lnTo>
                  <a:lnTo>
                    <a:pt x="435584" y="106095"/>
                  </a:lnTo>
                  <a:lnTo>
                    <a:pt x="435698" y="105841"/>
                  </a:lnTo>
                  <a:lnTo>
                    <a:pt x="435825" y="105587"/>
                  </a:lnTo>
                  <a:lnTo>
                    <a:pt x="436054" y="105587"/>
                  </a:lnTo>
                  <a:lnTo>
                    <a:pt x="436410" y="105841"/>
                  </a:lnTo>
                  <a:lnTo>
                    <a:pt x="436397" y="105587"/>
                  </a:lnTo>
                  <a:lnTo>
                    <a:pt x="436079" y="104952"/>
                  </a:lnTo>
                  <a:lnTo>
                    <a:pt x="435952" y="104698"/>
                  </a:lnTo>
                  <a:lnTo>
                    <a:pt x="436460" y="104317"/>
                  </a:lnTo>
                  <a:lnTo>
                    <a:pt x="436638" y="104190"/>
                  </a:lnTo>
                  <a:lnTo>
                    <a:pt x="436791" y="104190"/>
                  </a:lnTo>
                  <a:lnTo>
                    <a:pt x="436727" y="104698"/>
                  </a:lnTo>
                  <a:lnTo>
                    <a:pt x="436638" y="105587"/>
                  </a:lnTo>
                  <a:lnTo>
                    <a:pt x="436968" y="105587"/>
                  </a:lnTo>
                  <a:lnTo>
                    <a:pt x="437032" y="105333"/>
                  </a:lnTo>
                  <a:lnTo>
                    <a:pt x="437146" y="104952"/>
                  </a:lnTo>
                  <a:lnTo>
                    <a:pt x="437210" y="104698"/>
                  </a:lnTo>
                  <a:lnTo>
                    <a:pt x="438759" y="104698"/>
                  </a:lnTo>
                  <a:lnTo>
                    <a:pt x="439166" y="105333"/>
                  </a:lnTo>
                  <a:lnTo>
                    <a:pt x="439039" y="104698"/>
                  </a:lnTo>
                  <a:lnTo>
                    <a:pt x="439000" y="104190"/>
                  </a:lnTo>
                  <a:lnTo>
                    <a:pt x="438950" y="103682"/>
                  </a:lnTo>
                  <a:lnTo>
                    <a:pt x="438912" y="103174"/>
                  </a:lnTo>
                  <a:lnTo>
                    <a:pt x="439089" y="103174"/>
                  </a:lnTo>
                  <a:lnTo>
                    <a:pt x="441871" y="104952"/>
                  </a:lnTo>
                  <a:lnTo>
                    <a:pt x="441807" y="104698"/>
                  </a:lnTo>
                  <a:lnTo>
                    <a:pt x="441680" y="104190"/>
                  </a:lnTo>
                  <a:lnTo>
                    <a:pt x="441566" y="103682"/>
                  </a:lnTo>
                  <a:lnTo>
                    <a:pt x="441515" y="103454"/>
                  </a:lnTo>
                  <a:lnTo>
                    <a:pt x="441744" y="103454"/>
                  </a:lnTo>
                  <a:lnTo>
                    <a:pt x="442569" y="103936"/>
                  </a:lnTo>
                  <a:lnTo>
                    <a:pt x="442442" y="103454"/>
                  </a:lnTo>
                  <a:lnTo>
                    <a:pt x="442391" y="103174"/>
                  </a:lnTo>
                  <a:lnTo>
                    <a:pt x="442290" y="102666"/>
                  </a:lnTo>
                  <a:lnTo>
                    <a:pt x="442239" y="102412"/>
                  </a:lnTo>
                  <a:lnTo>
                    <a:pt x="442798" y="102031"/>
                  </a:lnTo>
                  <a:lnTo>
                    <a:pt x="443915" y="102412"/>
                  </a:lnTo>
                  <a:lnTo>
                    <a:pt x="443877" y="102031"/>
                  </a:lnTo>
                  <a:lnTo>
                    <a:pt x="443865" y="101904"/>
                  </a:lnTo>
                  <a:lnTo>
                    <a:pt x="444855" y="101904"/>
                  </a:lnTo>
                  <a:lnTo>
                    <a:pt x="447865" y="102285"/>
                  </a:lnTo>
                  <a:lnTo>
                    <a:pt x="451739" y="99618"/>
                  </a:lnTo>
                  <a:lnTo>
                    <a:pt x="456158" y="99618"/>
                  </a:lnTo>
                  <a:lnTo>
                    <a:pt x="457708" y="98602"/>
                  </a:lnTo>
                  <a:lnTo>
                    <a:pt x="459371" y="97205"/>
                  </a:lnTo>
                  <a:lnTo>
                    <a:pt x="458851" y="97205"/>
                  </a:lnTo>
                  <a:lnTo>
                    <a:pt x="461530" y="96697"/>
                  </a:lnTo>
                  <a:lnTo>
                    <a:pt x="463486" y="96697"/>
                  </a:lnTo>
                  <a:lnTo>
                    <a:pt x="461822" y="96443"/>
                  </a:lnTo>
                  <a:lnTo>
                    <a:pt x="462051" y="96189"/>
                  </a:lnTo>
                  <a:lnTo>
                    <a:pt x="462381" y="95681"/>
                  </a:lnTo>
                  <a:lnTo>
                    <a:pt x="467791" y="95681"/>
                  </a:lnTo>
                  <a:lnTo>
                    <a:pt x="470598" y="93522"/>
                  </a:lnTo>
                  <a:lnTo>
                    <a:pt x="471551" y="91109"/>
                  </a:lnTo>
                  <a:lnTo>
                    <a:pt x="472338" y="94919"/>
                  </a:lnTo>
                  <a:lnTo>
                    <a:pt x="472808" y="93903"/>
                  </a:lnTo>
                  <a:lnTo>
                    <a:pt x="473443" y="92760"/>
                  </a:lnTo>
                  <a:lnTo>
                    <a:pt x="473341" y="93484"/>
                  </a:lnTo>
                  <a:lnTo>
                    <a:pt x="474281" y="92760"/>
                  </a:lnTo>
                  <a:lnTo>
                    <a:pt x="475691" y="91617"/>
                  </a:lnTo>
                  <a:lnTo>
                    <a:pt x="476097" y="91109"/>
                  </a:lnTo>
                  <a:lnTo>
                    <a:pt x="476402" y="90728"/>
                  </a:lnTo>
                  <a:lnTo>
                    <a:pt x="477024" y="89966"/>
                  </a:lnTo>
                  <a:lnTo>
                    <a:pt x="477151" y="90474"/>
                  </a:lnTo>
                  <a:lnTo>
                    <a:pt x="477215" y="90728"/>
                  </a:lnTo>
                  <a:lnTo>
                    <a:pt x="477304" y="91109"/>
                  </a:lnTo>
                  <a:lnTo>
                    <a:pt x="477431" y="91617"/>
                  </a:lnTo>
                  <a:lnTo>
                    <a:pt x="477494" y="91871"/>
                  </a:lnTo>
                  <a:lnTo>
                    <a:pt x="478142" y="89484"/>
                  </a:lnTo>
                  <a:lnTo>
                    <a:pt x="478218" y="89839"/>
                  </a:lnTo>
                  <a:lnTo>
                    <a:pt x="478497" y="89839"/>
                  </a:lnTo>
                  <a:lnTo>
                    <a:pt x="478777" y="89966"/>
                  </a:lnTo>
                  <a:lnTo>
                    <a:pt x="479742" y="89839"/>
                  </a:lnTo>
                  <a:lnTo>
                    <a:pt x="479818" y="90474"/>
                  </a:lnTo>
                  <a:lnTo>
                    <a:pt x="480237" y="89204"/>
                  </a:lnTo>
                  <a:lnTo>
                    <a:pt x="480517" y="89839"/>
                  </a:lnTo>
                  <a:lnTo>
                    <a:pt x="480580" y="89966"/>
                  </a:lnTo>
                  <a:lnTo>
                    <a:pt x="481101" y="89839"/>
                  </a:lnTo>
                  <a:lnTo>
                    <a:pt x="481457" y="89839"/>
                  </a:lnTo>
                  <a:lnTo>
                    <a:pt x="483577" y="88188"/>
                  </a:lnTo>
                  <a:lnTo>
                    <a:pt x="484670" y="89585"/>
                  </a:lnTo>
                  <a:lnTo>
                    <a:pt x="486130" y="88188"/>
                  </a:lnTo>
                  <a:lnTo>
                    <a:pt x="486791" y="87553"/>
                  </a:lnTo>
                  <a:lnTo>
                    <a:pt x="494665" y="85521"/>
                  </a:lnTo>
                  <a:lnTo>
                    <a:pt x="494207" y="85521"/>
                  </a:lnTo>
                  <a:lnTo>
                    <a:pt x="494347" y="85013"/>
                  </a:lnTo>
                  <a:lnTo>
                    <a:pt x="494157" y="85013"/>
                  </a:lnTo>
                  <a:lnTo>
                    <a:pt x="495071" y="84505"/>
                  </a:lnTo>
                  <a:lnTo>
                    <a:pt x="496646" y="84505"/>
                  </a:lnTo>
                  <a:lnTo>
                    <a:pt x="497408" y="84505"/>
                  </a:lnTo>
                  <a:lnTo>
                    <a:pt x="497662" y="84505"/>
                  </a:lnTo>
                  <a:lnTo>
                    <a:pt x="497878" y="83616"/>
                  </a:lnTo>
                  <a:lnTo>
                    <a:pt x="497941" y="83362"/>
                  </a:lnTo>
                  <a:lnTo>
                    <a:pt x="498030" y="82981"/>
                  </a:lnTo>
                  <a:lnTo>
                    <a:pt x="498551" y="82981"/>
                  </a:lnTo>
                  <a:lnTo>
                    <a:pt x="499008" y="83248"/>
                  </a:lnTo>
                  <a:lnTo>
                    <a:pt x="499452" y="82981"/>
                  </a:lnTo>
                  <a:lnTo>
                    <a:pt x="500608" y="82981"/>
                  </a:lnTo>
                  <a:lnTo>
                    <a:pt x="500849" y="82346"/>
                  </a:lnTo>
                  <a:lnTo>
                    <a:pt x="500951" y="82092"/>
                  </a:lnTo>
                  <a:lnTo>
                    <a:pt x="501789" y="81838"/>
                  </a:lnTo>
                  <a:lnTo>
                    <a:pt x="502513" y="81940"/>
                  </a:lnTo>
                  <a:lnTo>
                    <a:pt x="502335" y="81330"/>
                  </a:lnTo>
                  <a:lnTo>
                    <a:pt x="503720" y="82092"/>
                  </a:lnTo>
                  <a:lnTo>
                    <a:pt x="504177" y="82346"/>
                  </a:lnTo>
                  <a:lnTo>
                    <a:pt x="505561" y="82346"/>
                  </a:lnTo>
                  <a:lnTo>
                    <a:pt x="506501" y="82092"/>
                  </a:lnTo>
                  <a:lnTo>
                    <a:pt x="509295" y="81330"/>
                  </a:lnTo>
                  <a:lnTo>
                    <a:pt x="529348" y="75869"/>
                  </a:lnTo>
                  <a:lnTo>
                    <a:pt x="532028" y="74980"/>
                  </a:lnTo>
                  <a:close/>
                </a:path>
                <a:path w="557530" h="179070">
                  <a:moveTo>
                    <a:pt x="541210" y="0"/>
                  </a:moveTo>
                  <a:lnTo>
                    <a:pt x="540054" y="0"/>
                  </a:lnTo>
                  <a:lnTo>
                    <a:pt x="540753" y="406"/>
                  </a:lnTo>
                  <a:lnTo>
                    <a:pt x="541210" y="0"/>
                  </a:lnTo>
                  <a:close/>
                </a:path>
                <a:path w="557530" h="179070">
                  <a:moveTo>
                    <a:pt x="541591" y="2984"/>
                  </a:moveTo>
                  <a:lnTo>
                    <a:pt x="541223" y="2552"/>
                  </a:lnTo>
                  <a:lnTo>
                    <a:pt x="540245" y="3810"/>
                  </a:lnTo>
                  <a:lnTo>
                    <a:pt x="541591" y="2984"/>
                  </a:lnTo>
                  <a:close/>
                </a:path>
                <a:path w="557530" h="179070">
                  <a:moveTo>
                    <a:pt x="542213" y="1270"/>
                  </a:moveTo>
                  <a:lnTo>
                    <a:pt x="540753" y="406"/>
                  </a:lnTo>
                  <a:lnTo>
                    <a:pt x="539762" y="1270"/>
                  </a:lnTo>
                  <a:lnTo>
                    <a:pt x="537705" y="1270"/>
                  </a:lnTo>
                  <a:lnTo>
                    <a:pt x="537006" y="2552"/>
                  </a:lnTo>
                  <a:lnTo>
                    <a:pt x="537095" y="3810"/>
                  </a:lnTo>
                  <a:lnTo>
                    <a:pt x="535216" y="3810"/>
                  </a:lnTo>
                  <a:lnTo>
                    <a:pt x="533488" y="5080"/>
                  </a:lnTo>
                  <a:lnTo>
                    <a:pt x="533831" y="3810"/>
                  </a:lnTo>
                  <a:lnTo>
                    <a:pt x="533374" y="3810"/>
                  </a:lnTo>
                  <a:lnTo>
                    <a:pt x="533768" y="2552"/>
                  </a:lnTo>
                  <a:lnTo>
                    <a:pt x="533311" y="2552"/>
                  </a:lnTo>
                  <a:lnTo>
                    <a:pt x="534784" y="1270"/>
                  </a:lnTo>
                  <a:lnTo>
                    <a:pt x="534492" y="1270"/>
                  </a:lnTo>
                  <a:lnTo>
                    <a:pt x="532968" y="2552"/>
                  </a:lnTo>
                  <a:lnTo>
                    <a:pt x="532053" y="2552"/>
                  </a:lnTo>
                  <a:lnTo>
                    <a:pt x="531952" y="1270"/>
                  </a:lnTo>
                  <a:lnTo>
                    <a:pt x="530212" y="2540"/>
                  </a:lnTo>
                  <a:lnTo>
                    <a:pt x="530085" y="1498"/>
                  </a:lnTo>
                  <a:lnTo>
                    <a:pt x="528472" y="2540"/>
                  </a:lnTo>
                  <a:lnTo>
                    <a:pt x="527494" y="1270"/>
                  </a:lnTo>
                  <a:lnTo>
                    <a:pt x="526376" y="5080"/>
                  </a:lnTo>
                  <a:lnTo>
                    <a:pt x="524814" y="3810"/>
                  </a:lnTo>
                  <a:lnTo>
                    <a:pt x="526249" y="2552"/>
                  </a:lnTo>
                  <a:lnTo>
                    <a:pt x="524497" y="2552"/>
                  </a:lnTo>
                  <a:lnTo>
                    <a:pt x="520700" y="3810"/>
                  </a:lnTo>
                  <a:lnTo>
                    <a:pt x="520255" y="3810"/>
                  </a:lnTo>
                  <a:lnTo>
                    <a:pt x="521525" y="2552"/>
                  </a:lnTo>
                  <a:lnTo>
                    <a:pt x="520103" y="2552"/>
                  </a:lnTo>
                  <a:lnTo>
                    <a:pt x="520039" y="2984"/>
                  </a:lnTo>
                  <a:lnTo>
                    <a:pt x="519925" y="3810"/>
                  </a:lnTo>
                  <a:lnTo>
                    <a:pt x="519049" y="3810"/>
                  </a:lnTo>
                  <a:lnTo>
                    <a:pt x="516648" y="5080"/>
                  </a:lnTo>
                  <a:lnTo>
                    <a:pt x="516369" y="3810"/>
                  </a:lnTo>
                  <a:lnTo>
                    <a:pt x="513473" y="3810"/>
                  </a:lnTo>
                  <a:lnTo>
                    <a:pt x="515747" y="5080"/>
                  </a:lnTo>
                  <a:lnTo>
                    <a:pt x="513080" y="6350"/>
                  </a:lnTo>
                  <a:lnTo>
                    <a:pt x="512737" y="5549"/>
                  </a:lnTo>
                  <a:lnTo>
                    <a:pt x="511187" y="6350"/>
                  </a:lnTo>
                  <a:lnTo>
                    <a:pt x="511302" y="5080"/>
                  </a:lnTo>
                  <a:lnTo>
                    <a:pt x="512305" y="3810"/>
                  </a:lnTo>
                  <a:lnTo>
                    <a:pt x="505129" y="6350"/>
                  </a:lnTo>
                  <a:lnTo>
                    <a:pt x="500202" y="3810"/>
                  </a:lnTo>
                  <a:lnTo>
                    <a:pt x="494753" y="6121"/>
                  </a:lnTo>
                  <a:lnTo>
                    <a:pt x="495122" y="5080"/>
                  </a:lnTo>
                  <a:lnTo>
                    <a:pt x="490943" y="7620"/>
                  </a:lnTo>
                  <a:lnTo>
                    <a:pt x="488124" y="5080"/>
                  </a:lnTo>
                  <a:lnTo>
                    <a:pt x="484276" y="6350"/>
                  </a:lnTo>
                  <a:lnTo>
                    <a:pt x="484441" y="7620"/>
                  </a:lnTo>
                  <a:lnTo>
                    <a:pt x="478320" y="7620"/>
                  </a:lnTo>
                  <a:lnTo>
                    <a:pt x="472249" y="11430"/>
                  </a:lnTo>
                  <a:lnTo>
                    <a:pt x="465848" y="12700"/>
                  </a:lnTo>
                  <a:lnTo>
                    <a:pt x="466115" y="12700"/>
                  </a:lnTo>
                  <a:lnTo>
                    <a:pt x="464781" y="13970"/>
                  </a:lnTo>
                  <a:lnTo>
                    <a:pt x="463613" y="13970"/>
                  </a:lnTo>
                  <a:lnTo>
                    <a:pt x="458393" y="15240"/>
                  </a:lnTo>
                  <a:lnTo>
                    <a:pt x="451929" y="16510"/>
                  </a:lnTo>
                  <a:lnTo>
                    <a:pt x="444893" y="19050"/>
                  </a:lnTo>
                  <a:lnTo>
                    <a:pt x="437946" y="20320"/>
                  </a:lnTo>
                  <a:lnTo>
                    <a:pt x="429094" y="24130"/>
                  </a:lnTo>
                  <a:lnTo>
                    <a:pt x="410845" y="29210"/>
                  </a:lnTo>
                  <a:lnTo>
                    <a:pt x="403771" y="32283"/>
                  </a:lnTo>
                  <a:lnTo>
                    <a:pt x="403720" y="33020"/>
                  </a:lnTo>
                  <a:lnTo>
                    <a:pt x="403631" y="34290"/>
                  </a:lnTo>
                  <a:lnTo>
                    <a:pt x="402183" y="34290"/>
                  </a:lnTo>
                  <a:lnTo>
                    <a:pt x="397637" y="31750"/>
                  </a:lnTo>
                  <a:lnTo>
                    <a:pt x="396113" y="36830"/>
                  </a:lnTo>
                  <a:lnTo>
                    <a:pt x="391782" y="35560"/>
                  </a:lnTo>
                  <a:lnTo>
                    <a:pt x="385419" y="39370"/>
                  </a:lnTo>
                  <a:lnTo>
                    <a:pt x="378650" y="38100"/>
                  </a:lnTo>
                  <a:lnTo>
                    <a:pt x="373176" y="43180"/>
                  </a:lnTo>
                  <a:lnTo>
                    <a:pt x="372783" y="41910"/>
                  </a:lnTo>
                  <a:lnTo>
                    <a:pt x="371729" y="41910"/>
                  </a:lnTo>
                  <a:lnTo>
                    <a:pt x="371665" y="43180"/>
                  </a:lnTo>
                  <a:lnTo>
                    <a:pt x="368274" y="43180"/>
                  </a:lnTo>
                  <a:lnTo>
                    <a:pt x="365760" y="45720"/>
                  </a:lnTo>
                  <a:lnTo>
                    <a:pt x="364528" y="45720"/>
                  </a:lnTo>
                  <a:lnTo>
                    <a:pt x="363194" y="46990"/>
                  </a:lnTo>
                  <a:lnTo>
                    <a:pt x="363588" y="45720"/>
                  </a:lnTo>
                  <a:lnTo>
                    <a:pt x="362369" y="46990"/>
                  </a:lnTo>
                  <a:lnTo>
                    <a:pt x="362254" y="45720"/>
                  </a:lnTo>
                  <a:lnTo>
                    <a:pt x="360908" y="48260"/>
                  </a:lnTo>
                  <a:lnTo>
                    <a:pt x="360527" y="45720"/>
                  </a:lnTo>
                  <a:lnTo>
                    <a:pt x="357009" y="48260"/>
                  </a:lnTo>
                  <a:lnTo>
                    <a:pt x="355688" y="48260"/>
                  </a:lnTo>
                  <a:lnTo>
                    <a:pt x="354012" y="49530"/>
                  </a:lnTo>
                  <a:lnTo>
                    <a:pt x="350888" y="50800"/>
                  </a:lnTo>
                  <a:lnTo>
                    <a:pt x="348094" y="52070"/>
                  </a:lnTo>
                  <a:lnTo>
                    <a:pt x="347332" y="50800"/>
                  </a:lnTo>
                  <a:lnTo>
                    <a:pt x="344043" y="52070"/>
                  </a:lnTo>
                  <a:lnTo>
                    <a:pt x="341820" y="52070"/>
                  </a:lnTo>
                  <a:lnTo>
                    <a:pt x="332066" y="57150"/>
                  </a:lnTo>
                  <a:lnTo>
                    <a:pt x="326771" y="58420"/>
                  </a:lnTo>
                  <a:lnTo>
                    <a:pt x="327215" y="58420"/>
                  </a:lnTo>
                  <a:lnTo>
                    <a:pt x="325818" y="59690"/>
                  </a:lnTo>
                  <a:lnTo>
                    <a:pt x="324332" y="58420"/>
                  </a:lnTo>
                  <a:lnTo>
                    <a:pt x="323545" y="59690"/>
                  </a:lnTo>
                  <a:lnTo>
                    <a:pt x="324485" y="59690"/>
                  </a:lnTo>
                  <a:lnTo>
                    <a:pt x="323748" y="60960"/>
                  </a:lnTo>
                  <a:lnTo>
                    <a:pt x="322770" y="60960"/>
                  </a:lnTo>
                  <a:lnTo>
                    <a:pt x="322427" y="60960"/>
                  </a:lnTo>
                  <a:lnTo>
                    <a:pt x="322033" y="60960"/>
                  </a:lnTo>
                  <a:lnTo>
                    <a:pt x="321195" y="62230"/>
                  </a:lnTo>
                  <a:lnTo>
                    <a:pt x="320814" y="60960"/>
                  </a:lnTo>
                  <a:lnTo>
                    <a:pt x="319366" y="60960"/>
                  </a:lnTo>
                  <a:lnTo>
                    <a:pt x="314972" y="62230"/>
                  </a:lnTo>
                  <a:lnTo>
                    <a:pt x="312407" y="64770"/>
                  </a:lnTo>
                  <a:lnTo>
                    <a:pt x="307657" y="66040"/>
                  </a:lnTo>
                  <a:lnTo>
                    <a:pt x="307835" y="64770"/>
                  </a:lnTo>
                  <a:lnTo>
                    <a:pt x="305244" y="66700"/>
                  </a:lnTo>
                  <a:lnTo>
                    <a:pt x="304812" y="67310"/>
                  </a:lnTo>
                  <a:lnTo>
                    <a:pt x="304038" y="68580"/>
                  </a:lnTo>
                  <a:lnTo>
                    <a:pt x="303034" y="68580"/>
                  </a:lnTo>
                  <a:lnTo>
                    <a:pt x="303276" y="67310"/>
                  </a:lnTo>
                  <a:lnTo>
                    <a:pt x="302260" y="67310"/>
                  </a:lnTo>
                  <a:lnTo>
                    <a:pt x="301155" y="67310"/>
                  </a:lnTo>
                  <a:lnTo>
                    <a:pt x="297675" y="69850"/>
                  </a:lnTo>
                  <a:lnTo>
                    <a:pt x="294132" y="68580"/>
                  </a:lnTo>
                  <a:lnTo>
                    <a:pt x="292468" y="69938"/>
                  </a:lnTo>
                  <a:lnTo>
                    <a:pt x="292404" y="71120"/>
                  </a:lnTo>
                  <a:lnTo>
                    <a:pt x="289394" y="73660"/>
                  </a:lnTo>
                  <a:lnTo>
                    <a:pt x="289064" y="71120"/>
                  </a:lnTo>
                  <a:lnTo>
                    <a:pt x="286169" y="72390"/>
                  </a:lnTo>
                  <a:lnTo>
                    <a:pt x="285711" y="72390"/>
                  </a:lnTo>
                  <a:lnTo>
                    <a:pt x="285496" y="73660"/>
                  </a:lnTo>
                  <a:lnTo>
                    <a:pt x="283603" y="73660"/>
                  </a:lnTo>
                  <a:lnTo>
                    <a:pt x="283222" y="72859"/>
                  </a:lnTo>
                  <a:lnTo>
                    <a:pt x="281432" y="73660"/>
                  </a:lnTo>
                  <a:lnTo>
                    <a:pt x="282613" y="73660"/>
                  </a:lnTo>
                  <a:lnTo>
                    <a:pt x="281317" y="74930"/>
                  </a:lnTo>
                  <a:lnTo>
                    <a:pt x="280898" y="74244"/>
                  </a:lnTo>
                  <a:lnTo>
                    <a:pt x="280543" y="74930"/>
                  </a:lnTo>
                  <a:lnTo>
                    <a:pt x="278485" y="74930"/>
                  </a:lnTo>
                  <a:lnTo>
                    <a:pt x="275577" y="76200"/>
                  </a:lnTo>
                  <a:lnTo>
                    <a:pt x="343344" y="76200"/>
                  </a:lnTo>
                  <a:lnTo>
                    <a:pt x="350862" y="76200"/>
                  </a:lnTo>
                  <a:lnTo>
                    <a:pt x="353860" y="74930"/>
                  </a:lnTo>
                  <a:lnTo>
                    <a:pt x="357543" y="72390"/>
                  </a:lnTo>
                  <a:lnTo>
                    <a:pt x="361289" y="71120"/>
                  </a:lnTo>
                  <a:lnTo>
                    <a:pt x="361835" y="71120"/>
                  </a:lnTo>
                  <a:lnTo>
                    <a:pt x="362508" y="69938"/>
                  </a:lnTo>
                  <a:lnTo>
                    <a:pt x="363550" y="69938"/>
                  </a:lnTo>
                  <a:lnTo>
                    <a:pt x="368071" y="68580"/>
                  </a:lnTo>
                  <a:lnTo>
                    <a:pt x="373672" y="68580"/>
                  </a:lnTo>
                  <a:lnTo>
                    <a:pt x="378294" y="66040"/>
                  </a:lnTo>
                  <a:lnTo>
                    <a:pt x="380822" y="62230"/>
                  </a:lnTo>
                  <a:lnTo>
                    <a:pt x="380873" y="63500"/>
                  </a:lnTo>
                  <a:lnTo>
                    <a:pt x="380974" y="66040"/>
                  </a:lnTo>
                  <a:lnTo>
                    <a:pt x="383552" y="63500"/>
                  </a:lnTo>
                  <a:lnTo>
                    <a:pt x="383349" y="64693"/>
                  </a:lnTo>
                  <a:lnTo>
                    <a:pt x="386232" y="63500"/>
                  </a:lnTo>
                  <a:lnTo>
                    <a:pt x="387896" y="62230"/>
                  </a:lnTo>
                  <a:lnTo>
                    <a:pt x="390804" y="59690"/>
                  </a:lnTo>
                  <a:lnTo>
                    <a:pt x="391071" y="62230"/>
                  </a:lnTo>
                  <a:lnTo>
                    <a:pt x="392976" y="59690"/>
                  </a:lnTo>
                  <a:lnTo>
                    <a:pt x="395579" y="59690"/>
                  </a:lnTo>
                  <a:lnTo>
                    <a:pt x="396709" y="58420"/>
                  </a:lnTo>
                  <a:lnTo>
                    <a:pt x="397103" y="59690"/>
                  </a:lnTo>
                  <a:lnTo>
                    <a:pt x="402945" y="55880"/>
                  </a:lnTo>
                  <a:lnTo>
                    <a:pt x="404495" y="57150"/>
                  </a:lnTo>
                  <a:lnTo>
                    <a:pt x="406666" y="55880"/>
                  </a:lnTo>
                  <a:lnTo>
                    <a:pt x="408851" y="54610"/>
                  </a:lnTo>
                  <a:lnTo>
                    <a:pt x="416471" y="52070"/>
                  </a:lnTo>
                  <a:lnTo>
                    <a:pt x="422541" y="50800"/>
                  </a:lnTo>
                  <a:lnTo>
                    <a:pt x="423164" y="49530"/>
                  </a:lnTo>
                  <a:lnTo>
                    <a:pt x="426224" y="48260"/>
                  </a:lnTo>
                  <a:lnTo>
                    <a:pt x="427990" y="49530"/>
                  </a:lnTo>
                  <a:lnTo>
                    <a:pt x="429285" y="48260"/>
                  </a:lnTo>
                  <a:lnTo>
                    <a:pt x="430352" y="46990"/>
                  </a:lnTo>
                  <a:lnTo>
                    <a:pt x="434619" y="46990"/>
                  </a:lnTo>
                  <a:lnTo>
                    <a:pt x="435635" y="45720"/>
                  </a:lnTo>
                  <a:lnTo>
                    <a:pt x="437197" y="44450"/>
                  </a:lnTo>
                  <a:lnTo>
                    <a:pt x="438315" y="44450"/>
                  </a:lnTo>
                  <a:lnTo>
                    <a:pt x="438696" y="45720"/>
                  </a:lnTo>
                  <a:lnTo>
                    <a:pt x="438873" y="44450"/>
                  </a:lnTo>
                  <a:lnTo>
                    <a:pt x="442036" y="44450"/>
                  </a:lnTo>
                  <a:lnTo>
                    <a:pt x="459041" y="39370"/>
                  </a:lnTo>
                  <a:lnTo>
                    <a:pt x="467550" y="36830"/>
                  </a:lnTo>
                  <a:lnTo>
                    <a:pt x="476046" y="34290"/>
                  </a:lnTo>
                  <a:lnTo>
                    <a:pt x="514477" y="22860"/>
                  </a:lnTo>
                  <a:lnTo>
                    <a:pt x="528154" y="15240"/>
                  </a:lnTo>
                  <a:lnTo>
                    <a:pt x="538911" y="6350"/>
                  </a:lnTo>
                  <a:lnTo>
                    <a:pt x="539292" y="5080"/>
                  </a:lnTo>
                  <a:lnTo>
                    <a:pt x="540918" y="3810"/>
                  </a:lnTo>
                  <a:lnTo>
                    <a:pt x="540245" y="3810"/>
                  </a:lnTo>
                  <a:lnTo>
                    <a:pt x="539915" y="3810"/>
                  </a:lnTo>
                  <a:lnTo>
                    <a:pt x="541185" y="2552"/>
                  </a:lnTo>
                  <a:lnTo>
                    <a:pt x="542213" y="1270"/>
                  </a:lnTo>
                  <a:close/>
                </a:path>
                <a:path w="557530" h="179070">
                  <a:moveTo>
                    <a:pt x="542302" y="2552"/>
                  </a:moveTo>
                  <a:lnTo>
                    <a:pt x="541591" y="2984"/>
                  </a:lnTo>
                  <a:lnTo>
                    <a:pt x="542302" y="3810"/>
                  </a:lnTo>
                  <a:lnTo>
                    <a:pt x="542302" y="2552"/>
                  </a:lnTo>
                  <a:close/>
                </a:path>
                <a:path w="557530" h="179070">
                  <a:moveTo>
                    <a:pt x="553897" y="53822"/>
                  </a:moveTo>
                  <a:lnTo>
                    <a:pt x="553516" y="53809"/>
                  </a:lnTo>
                  <a:lnTo>
                    <a:pt x="553720" y="54063"/>
                  </a:lnTo>
                  <a:lnTo>
                    <a:pt x="553834" y="53873"/>
                  </a:lnTo>
                  <a:close/>
                </a:path>
                <a:path w="557530" h="179070">
                  <a:moveTo>
                    <a:pt x="554215" y="53848"/>
                  </a:moveTo>
                  <a:lnTo>
                    <a:pt x="554088" y="53784"/>
                  </a:lnTo>
                  <a:lnTo>
                    <a:pt x="553897" y="53822"/>
                  </a:lnTo>
                  <a:lnTo>
                    <a:pt x="554215" y="53848"/>
                  </a:lnTo>
                  <a:close/>
                </a:path>
                <a:path w="557530" h="179070">
                  <a:moveTo>
                    <a:pt x="555675" y="52247"/>
                  </a:moveTo>
                  <a:lnTo>
                    <a:pt x="555447" y="52247"/>
                  </a:lnTo>
                  <a:lnTo>
                    <a:pt x="555485" y="52743"/>
                  </a:lnTo>
                  <a:lnTo>
                    <a:pt x="555675" y="52247"/>
                  </a:lnTo>
                  <a:close/>
                </a:path>
                <a:path w="557530" h="179070">
                  <a:moveTo>
                    <a:pt x="556031" y="57873"/>
                  </a:moveTo>
                  <a:lnTo>
                    <a:pt x="555231" y="59042"/>
                  </a:lnTo>
                  <a:lnTo>
                    <a:pt x="555625" y="58928"/>
                  </a:lnTo>
                  <a:lnTo>
                    <a:pt x="555802" y="58356"/>
                  </a:lnTo>
                  <a:lnTo>
                    <a:pt x="556031" y="57873"/>
                  </a:lnTo>
                  <a:close/>
                </a:path>
                <a:path w="557530" h="179070">
                  <a:moveTo>
                    <a:pt x="556260" y="56438"/>
                  </a:moveTo>
                  <a:lnTo>
                    <a:pt x="556006" y="56070"/>
                  </a:lnTo>
                  <a:lnTo>
                    <a:pt x="555637" y="56438"/>
                  </a:lnTo>
                  <a:lnTo>
                    <a:pt x="556260" y="56438"/>
                  </a:lnTo>
                  <a:close/>
                </a:path>
                <a:path w="557530" h="179070">
                  <a:moveTo>
                    <a:pt x="556310" y="54406"/>
                  </a:moveTo>
                  <a:lnTo>
                    <a:pt x="555117" y="53848"/>
                  </a:lnTo>
                  <a:lnTo>
                    <a:pt x="555294" y="53263"/>
                  </a:lnTo>
                  <a:lnTo>
                    <a:pt x="554710" y="53263"/>
                  </a:lnTo>
                  <a:lnTo>
                    <a:pt x="554786" y="53682"/>
                  </a:lnTo>
                  <a:lnTo>
                    <a:pt x="554939" y="54406"/>
                  </a:lnTo>
                  <a:lnTo>
                    <a:pt x="555078" y="54914"/>
                  </a:lnTo>
                  <a:lnTo>
                    <a:pt x="554659" y="54914"/>
                  </a:lnTo>
                  <a:lnTo>
                    <a:pt x="553885" y="54406"/>
                  </a:lnTo>
                  <a:lnTo>
                    <a:pt x="553631" y="54406"/>
                  </a:lnTo>
                  <a:lnTo>
                    <a:pt x="553745" y="56438"/>
                  </a:lnTo>
                  <a:lnTo>
                    <a:pt x="553847" y="56946"/>
                  </a:lnTo>
                  <a:lnTo>
                    <a:pt x="553123" y="56692"/>
                  </a:lnTo>
                  <a:lnTo>
                    <a:pt x="552399" y="56438"/>
                  </a:lnTo>
                  <a:lnTo>
                    <a:pt x="551776" y="56692"/>
                  </a:lnTo>
                  <a:lnTo>
                    <a:pt x="551789" y="55422"/>
                  </a:lnTo>
                  <a:lnTo>
                    <a:pt x="551332" y="55422"/>
                  </a:lnTo>
                  <a:lnTo>
                    <a:pt x="551408" y="55194"/>
                  </a:lnTo>
                  <a:lnTo>
                    <a:pt x="550672" y="54914"/>
                  </a:lnTo>
                  <a:lnTo>
                    <a:pt x="550595" y="54406"/>
                  </a:lnTo>
                  <a:lnTo>
                    <a:pt x="551548" y="54406"/>
                  </a:lnTo>
                  <a:lnTo>
                    <a:pt x="550672" y="54914"/>
                  </a:lnTo>
                  <a:lnTo>
                    <a:pt x="551421" y="55168"/>
                  </a:lnTo>
                  <a:lnTo>
                    <a:pt x="551713" y="54406"/>
                  </a:lnTo>
                  <a:lnTo>
                    <a:pt x="551992" y="53644"/>
                  </a:lnTo>
                  <a:lnTo>
                    <a:pt x="550646" y="54356"/>
                  </a:lnTo>
                  <a:lnTo>
                    <a:pt x="550405" y="53644"/>
                  </a:lnTo>
                  <a:lnTo>
                    <a:pt x="549478" y="54038"/>
                  </a:lnTo>
                  <a:lnTo>
                    <a:pt x="549313" y="53492"/>
                  </a:lnTo>
                  <a:lnTo>
                    <a:pt x="548589" y="54406"/>
                  </a:lnTo>
                  <a:lnTo>
                    <a:pt x="547979" y="53263"/>
                  </a:lnTo>
                  <a:lnTo>
                    <a:pt x="547751" y="53263"/>
                  </a:lnTo>
                  <a:lnTo>
                    <a:pt x="547687" y="54406"/>
                  </a:lnTo>
                  <a:lnTo>
                    <a:pt x="547611" y="55689"/>
                  </a:lnTo>
                  <a:lnTo>
                    <a:pt x="547408" y="55422"/>
                  </a:lnTo>
                  <a:lnTo>
                    <a:pt x="547001" y="54914"/>
                  </a:lnTo>
                  <a:lnTo>
                    <a:pt x="546608" y="54406"/>
                  </a:lnTo>
                  <a:lnTo>
                    <a:pt x="546366" y="54406"/>
                  </a:lnTo>
                  <a:lnTo>
                    <a:pt x="547636" y="53263"/>
                  </a:lnTo>
                  <a:lnTo>
                    <a:pt x="545871" y="53263"/>
                  </a:lnTo>
                  <a:lnTo>
                    <a:pt x="543725" y="54216"/>
                  </a:lnTo>
                  <a:lnTo>
                    <a:pt x="543737" y="54406"/>
                  </a:lnTo>
                  <a:lnTo>
                    <a:pt x="543598" y="54267"/>
                  </a:lnTo>
                  <a:lnTo>
                    <a:pt x="543166" y="53771"/>
                  </a:lnTo>
                  <a:lnTo>
                    <a:pt x="543674" y="53340"/>
                  </a:lnTo>
                  <a:lnTo>
                    <a:pt x="543712" y="54051"/>
                  </a:lnTo>
                  <a:lnTo>
                    <a:pt x="544499" y="53263"/>
                  </a:lnTo>
                  <a:lnTo>
                    <a:pt x="543763" y="53263"/>
                  </a:lnTo>
                  <a:lnTo>
                    <a:pt x="543331" y="53263"/>
                  </a:lnTo>
                  <a:lnTo>
                    <a:pt x="542759" y="53327"/>
                  </a:lnTo>
                  <a:lnTo>
                    <a:pt x="542429" y="53263"/>
                  </a:lnTo>
                  <a:lnTo>
                    <a:pt x="542429" y="54406"/>
                  </a:lnTo>
                  <a:lnTo>
                    <a:pt x="541972" y="54787"/>
                  </a:lnTo>
                  <a:lnTo>
                    <a:pt x="541870" y="54406"/>
                  </a:lnTo>
                  <a:lnTo>
                    <a:pt x="542429" y="54406"/>
                  </a:lnTo>
                  <a:lnTo>
                    <a:pt x="542429" y="53263"/>
                  </a:lnTo>
                  <a:lnTo>
                    <a:pt x="541528" y="53263"/>
                  </a:lnTo>
                  <a:lnTo>
                    <a:pt x="541566" y="53441"/>
                  </a:lnTo>
                  <a:lnTo>
                    <a:pt x="541553" y="55295"/>
                  </a:lnTo>
                  <a:lnTo>
                    <a:pt x="539267" y="54914"/>
                  </a:lnTo>
                  <a:lnTo>
                    <a:pt x="539927" y="54914"/>
                  </a:lnTo>
                  <a:lnTo>
                    <a:pt x="539521" y="54406"/>
                  </a:lnTo>
                  <a:lnTo>
                    <a:pt x="538911" y="54787"/>
                  </a:lnTo>
                  <a:lnTo>
                    <a:pt x="538924" y="54406"/>
                  </a:lnTo>
                  <a:lnTo>
                    <a:pt x="539521" y="54406"/>
                  </a:lnTo>
                  <a:lnTo>
                    <a:pt x="540816" y="54406"/>
                  </a:lnTo>
                  <a:lnTo>
                    <a:pt x="541553" y="55295"/>
                  </a:lnTo>
                  <a:lnTo>
                    <a:pt x="541553" y="53454"/>
                  </a:lnTo>
                  <a:lnTo>
                    <a:pt x="540118" y="53581"/>
                  </a:lnTo>
                  <a:lnTo>
                    <a:pt x="539864" y="53263"/>
                  </a:lnTo>
                  <a:lnTo>
                    <a:pt x="538721" y="53263"/>
                  </a:lnTo>
                  <a:lnTo>
                    <a:pt x="538797" y="53708"/>
                  </a:lnTo>
                  <a:lnTo>
                    <a:pt x="535381" y="54025"/>
                  </a:lnTo>
                  <a:lnTo>
                    <a:pt x="532130" y="51231"/>
                  </a:lnTo>
                  <a:lnTo>
                    <a:pt x="529132" y="53263"/>
                  </a:lnTo>
                  <a:lnTo>
                    <a:pt x="528066" y="53263"/>
                  </a:lnTo>
                  <a:lnTo>
                    <a:pt x="527380" y="53898"/>
                  </a:lnTo>
                  <a:lnTo>
                    <a:pt x="526859" y="53263"/>
                  </a:lnTo>
                  <a:lnTo>
                    <a:pt x="525386" y="51485"/>
                  </a:lnTo>
                  <a:lnTo>
                    <a:pt x="523367" y="52247"/>
                  </a:lnTo>
                  <a:lnTo>
                    <a:pt x="523557" y="53009"/>
                  </a:lnTo>
                  <a:lnTo>
                    <a:pt x="519963" y="51993"/>
                  </a:lnTo>
                  <a:lnTo>
                    <a:pt x="516953" y="54406"/>
                  </a:lnTo>
                  <a:lnTo>
                    <a:pt x="512216" y="54914"/>
                  </a:lnTo>
                  <a:lnTo>
                    <a:pt x="513994" y="54914"/>
                  </a:lnTo>
                  <a:lnTo>
                    <a:pt x="513715" y="55930"/>
                  </a:lnTo>
                  <a:lnTo>
                    <a:pt x="513511" y="55930"/>
                  </a:lnTo>
                  <a:lnTo>
                    <a:pt x="512826" y="56311"/>
                  </a:lnTo>
                  <a:lnTo>
                    <a:pt x="512826" y="56438"/>
                  </a:lnTo>
                  <a:lnTo>
                    <a:pt x="512622" y="56692"/>
                  </a:lnTo>
                  <a:lnTo>
                    <a:pt x="512597" y="56438"/>
                  </a:lnTo>
                  <a:lnTo>
                    <a:pt x="512826" y="56438"/>
                  </a:lnTo>
                  <a:lnTo>
                    <a:pt x="512826" y="56311"/>
                  </a:lnTo>
                  <a:lnTo>
                    <a:pt x="512699" y="56375"/>
                  </a:lnTo>
                  <a:lnTo>
                    <a:pt x="512419" y="56324"/>
                  </a:lnTo>
                  <a:lnTo>
                    <a:pt x="510374" y="55930"/>
                  </a:lnTo>
                  <a:lnTo>
                    <a:pt x="508444" y="55930"/>
                  </a:lnTo>
                  <a:lnTo>
                    <a:pt x="503288" y="58216"/>
                  </a:lnTo>
                  <a:lnTo>
                    <a:pt x="497611" y="59105"/>
                  </a:lnTo>
                  <a:lnTo>
                    <a:pt x="498144" y="59105"/>
                  </a:lnTo>
                  <a:lnTo>
                    <a:pt x="492417" y="61772"/>
                  </a:lnTo>
                  <a:lnTo>
                    <a:pt x="485254" y="62915"/>
                  </a:lnTo>
                  <a:lnTo>
                    <a:pt x="480225" y="65074"/>
                  </a:lnTo>
                  <a:lnTo>
                    <a:pt x="480352" y="66217"/>
                  </a:lnTo>
                  <a:lnTo>
                    <a:pt x="480415" y="66852"/>
                  </a:lnTo>
                  <a:lnTo>
                    <a:pt x="479755" y="66852"/>
                  </a:lnTo>
                  <a:lnTo>
                    <a:pt x="476681" y="64693"/>
                  </a:lnTo>
                  <a:lnTo>
                    <a:pt x="476656" y="65074"/>
                  </a:lnTo>
                  <a:lnTo>
                    <a:pt x="476542" y="66852"/>
                  </a:lnTo>
                  <a:lnTo>
                    <a:pt x="476440" y="68376"/>
                  </a:lnTo>
                  <a:lnTo>
                    <a:pt x="473811" y="67233"/>
                  </a:lnTo>
                  <a:lnTo>
                    <a:pt x="470598" y="69392"/>
                  </a:lnTo>
                  <a:lnTo>
                    <a:pt x="466572" y="68122"/>
                  </a:lnTo>
                  <a:lnTo>
                    <a:pt x="464134" y="71297"/>
                  </a:lnTo>
                  <a:lnTo>
                    <a:pt x="464045" y="71424"/>
                  </a:lnTo>
                  <a:lnTo>
                    <a:pt x="463981" y="71297"/>
                  </a:lnTo>
                  <a:lnTo>
                    <a:pt x="462648" y="71297"/>
                  </a:lnTo>
                  <a:lnTo>
                    <a:pt x="461264" y="71297"/>
                  </a:lnTo>
                  <a:lnTo>
                    <a:pt x="459828" y="72821"/>
                  </a:lnTo>
                  <a:lnTo>
                    <a:pt x="459346" y="72821"/>
                  </a:lnTo>
                  <a:lnTo>
                    <a:pt x="459422" y="73075"/>
                  </a:lnTo>
                  <a:lnTo>
                    <a:pt x="459498" y="73329"/>
                  </a:lnTo>
                  <a:lnTo>
                    <a:pt x="458812" y="73710"/>
                  </a:lnTo>
                  <a:lnTo>
                    <a:pt x="458876" y="72821"/>
                  </a:lnTo>
                  <a:lnTo>
                    <a:pt x="458317" y="73583"/>
                  </a:lnTo>
                  <a:lnTo>
                    <a:pt x="458254" y="73329"/>
                  </a:lnTo>
                  <a:lnTo>
                    <a:pt x="458190" y="73075"/>
                  </a:lnTo>
                  <a:lnTo>
                    <a:pt x="457619" y="74218"/>
                  </a:lnTo>
                  <a:lnTo>
                    <a:pt x="457466" y="73710"/>
                  </a:lnTo>
                  <a:lnTo>
                    <a:pt x="457339" y="73329"/>
                  </a:lnTo>
                  <a:lnTo>
                    <a:pt x="457263" y="73075"/>
                  </a:lnTo>
                  <a:lnTo>
                    <a:pt x="457187" y="72821"/>
                  </a:lnTo>
                  <a:lnTo>
                    <a:pt x="457060" y="72821"/>
                  </a:lnTo>
                  <a:lnTo>
                    <a:pt x="455904" y="74345"/>
                  </a:lnTo>
                  <a:lnTo>
                    <a:pt x="457555" y="74345"/>
                  </a:lnTo>
                  <a:lnTo>
                    <a:pt x="533869" y="74345"/>
                  </a:lnTo>
                  <a:lnTo>
                    <a:pt x="535711" y="73710"/>
                  </a:lnTo>
                  <a:lnTo>
                    <a:pt x="542366" y="71424"/>
                  </a:lnTo>
                  <a:lnTo>
                    <a:pt x="543471" y="71043"/>
                  </a:lnTo>
                  <a:lnTo>
                    <a:pt x="545833" y="69392"/>
                  </a:lnTo>
                  <a:lnTo>
                    <a:pt x="547281" y="68376"/>
                  </a:lnTo>
                  <a:lnTo>
                    <a:pt x="549452" y="66852"/>
                  </a:lnTo>
                  <a:lnTo>
                    <a:pt x="550367" y="66217"/>
                  </a:lnTo>
                  <a:lnTo>
                    <a:pt x="555231" y="59105"/>
                  </a:lnTo>
                  <a:lnTo>
                    <a:pt x="555294" y="58216"/>
                  </a:lnTo>
                  <a:lnTo>
                    <a:pt x="556082" y="57454"/>
                  </a:lnTo>
                  <a:lnTo>
                    <a:pt x="555612" y="56946"/>
                  </a:lnTo>
                  <a:lnTo>
                    <a:pt x="555383" y="56692"/>
                  </a:lnTo>
                  <a:lnTo>
                    <a:pt x="555637" y="56438"/>
                  </a:lnTo>
                  <a:lnTo>
                    <a:pt x="555472" y="56438"/>
                  </a:lnTo>
                  <a:lnTo>
                    <a:pt x="556107" y="54914"/>
                  </a:lnTo>
                  <a:lnTo>
                    <a:pt x="556310" y="54406"/>
                  </a:lnTo>
                  <a:close/>
                </a:path>
                <a:path w="557530" h="179070">
                  <a:moveTo>
                    <a:pt x="556488" y="57200"/>
                  </a:moveTo>
                  <a:lnTo>
                    <a:pt x="556285" y="57340"/>
                  </a:lnTo>
                  <a:lnTo>
                    <a:pt x="556158" y="57607"/>
                  </a:lnTo>
                  <a:lnTo>
                    <a:pt x="556031" y="57873"/>
                  </a:lnTo>
                  <a:lnTo>
                    <a:pt x="556488" y="57200"/>
                  </a:lnTo>
                  <a:close/>
                </a:path>
                <a:path w="557530" h="179070">
                  <a:moveTo>
                    <a:pt x="556920" y="57454"/>
                  </a:moveTo>
                  <a:lnTo>
                    <a:pt x="556780" y="56946"/>
                  </a:lnTo>
                  <a:lnTo>
                    <a:pt x="556717" y="56438"/>
                  </a:lnTo>
                  <a:lnTo>
                    <a:pt x="556260" y="56438"/>
                  </a:lnTo>
                  <a:lnTo>
                    <a:pt x="556920" y="57454"/>
                  </a:lnTo>
                  <a:close/>
                </a:path>
              </a:pathLst>
            </a:custGeom>
            <a:solidFill>
              <a:srgbClr val="D6D6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0" y="5701733"/>
              <a:ext cx="200906" cy="115188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0553" y="5881805"/>
              <a:ext cx="201771" cy="70738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298668" y="4927680"/>
              <a:ext cx="774700" cy="341630"/>
            </a:xfrm>
            <a:custGeom>
              <a:avLst/>
              <a:gdLst/>
              <a:ahLst/>
              <a:cxnLst/>
              <a:rect l="l" t="t" r="r" b="b"/>
              <a:pathLst>
                <a:path w="774700" h="341629">
                  <a:moveTo>
                    <a:pt x="218578" y="0"/>
                  </a:moveTo>
                  <a:lnTo>
                    <a:pt x="0" y="105443"/>
                  </a:lnTo>
                  <a:lnTo>
                    <a:pt x="508915" y="341041"/>
                  </a:lnTo>
                  <a:lnTo>
                    <a:pt x="774141" y="229093"/>
                  </a:lnTo>
                  <a:lnTo>
                    <a:pt x="218578" y="0"/>
                  </a:lnTo>
                  <a:close/>
                </a:path>
              </a:pathLst>
            </a:custGeom>
            <a:solidFill>
              <a:srgbClr val="F3DF7C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78413" y="13552005"/>
              <a:ext cx="1829077" cy="1872698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696372" y="14806589"/>
              <a:ext cx="213360" cy="276225"/>
            </a:xfrm>
            <a:custGeom>
              <a:avLst/>
              <a:gdLst/>
              <a:ahLst/>
              <a:cxnLst/>
              <a:rect l="l" t="t" r="r" b="b"/>
              <a:pathLst>
                <a:path w="213359" h="276225">
                  <a:moveTo>
                    <a:pt x="8256" y="0"/>
                  </a:moveTo>
                  <a:lnTo>
                    <a:pt x="1940" y="5786"/>
                  </a:lnTo>
                  <a:lnTo>
                    <a:pt x="0" y="15019"/>
                  </a:lnTo>
                  <a:lnTo>
                    <a:pt x="517" y="29368"/>
                  </a:lnTo>
                  <a:lnTo>
                    <a:pt x="6986" y="34814"/>
                  </a:lnTo>
                  <a:lnTo>
                    <a:pt x="54731" y="38935"/>
                  </a:lnTo>
                  <a:lnTo>
                    <a:pt x="69559" y="40657"/>
                  </a:lnTo>
                  <a:lnTo>
                    <a:pt x="82108" y="42565"/>
                  </a:lnTo>
                  <a:lnTo>
                    <a:pt x="160528" y="58508"/>
                  </a:lnTo>
                  <a:lnTo>
                    <a:pt x="176236" y="61454"/>
                  </a:lnTo>
                  <a:lnTo>
                    <a:pt x="167368" y="100059"/>
                  </a:lnTo>
                  <a:lnTo>
                    <a:pt x="150455" y="178518"/>
                  </a:lnTo>
                  <a:lnTo>
                    <a:pt x="141604" y="222148"/>
                  </a:lnTo>
                  <a:lnTo>
                    <a:pt x="135877" y="262461"/>
                  </a:lnTo>
                  <a:lnTo>
                    <a:pt x="157294" y="275712"/>
                  </a:lnTo>
                  <a:lnTo>
                    <a:pt x="163460" y="273227"/>
                  </a:lnTo>
                  <a:lnTo>
                    <a:pt x="187045" y="185763"/>
                  </a:lnTo>
                  <a:lnTo>
                    <a:pt x="211157" y="69358"/>
                  </a:lnTo>
                  <a:lnTo>
                    <a:pt x="212802" y="53558"/>
                  </a:lnTo>
                  <a:lnTo>
                    <a:pt x="209895" y="41702"/>
                  </a:lnTo>
                  <a:lnTo>
                    <a:pt x="90294" y="8703"/>
                  </a:lnTo>
                  <a:lnTo>
                    <a:pt x="31404" y="1187"/>
                  </a:lnTo>
                  <a:lnTo>
                    <a:pt x="16348" y="188"/>
                  </a:lnTo>
                  <a:lnTo>
                    <a:pt x="8256" y="0"/>
                  </a:lnTo>
                  <a:close/>
                </a:path>
              </a:pathLst>
            </a:custGeom>
            <a:solidFill>
              <a:srgbClr val="0086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46626" y="14834271"/>
              <a:ext cx="120358" cy="243494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57533" y="18374487"/>
              <a:ext cx="1317706" cy="1308426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0" y="17619376"/>
              <a:ext cx="5695950" cy="2461106"/>
            </a:xfrm>
            <a:custGeom>
              <a:avLst/>
              <a:gdLst/>
              <a:ahLst/>
              <a:cxnLst/>
              <a:rect l="l" t="t" r="r" b="b"/>
              <a:pathLst>
                <a:path w="5695950" h="2740025">
                  <a:moveTo>
                    <a:pt x="0" y="487029"/>
                  </a:moveTo>
                  <a:lnTo>
                    <a:pt x="48715" y="452638"/>
                  </a:lnTo>
                  <a:lnTo>
                    <a:pt x="82761" y="429380"/>
                  </a:lnTo>
                  <a:lnTo>
                    <a:pt x="117840" y="406037"/>
                  </a:lnTo>
                  <a:lnTo>
                    <a:pt x="153922" y="382680"/>
                  </a:lnTo>
                  <a:lnTo>
                    <a:pt x="190977" y="359379"/>
                  </a:lnTo>
                  <a:lnTo>
                    <a:pt x="228975" y="336204"/>
                  </a:lnTo>
                  <a:lnTo>
                    <a:pt x="267885" y="313226"/>
                  </a:lnTo>
                  <a:lnTo>
                    <a:pt x="307676" y="290514"/>
                  </a:lnTo>
                  <a:lnTo>
                    <a:pt x="348318" y="268141"/>
                  </a:lnTo>
                  <a:lnTo>
                    <a:pt x="389780" y="246175"/>
                  </a:lnTo>
                  <a:lnTo>
                    <a:pt x="432033" y="224687"/>
                  </a:lnTo>
                  <a:lnTo>
                    <a:pt x="475045" y="203749"/>
                  </a:lnTo>
                  <a:lnTo>
                    <a:pt x="518786" y="183430"/>
                  </a:lnTo>
                  <a:lnTo>
                    <a:pt x="563226" y="163800"/>
                  </a:lnTo>
                  <a:lnTo>
                    <a:pt x="608334" y="144930"/>
                  </a:lnTo>
                  <a:lnTo>
                    <a:pt x="654079" y="126891"/>
                  </a:lnTo>
                  <a:lnTo>
                    <a:pt x="700432" y="109753"/>
                  </a:lnTo>
                  <a:lnTo>
                    <a:pt x="747361" y="93586"/>
                  </a:lnTo>
                  <a:lnTo>
                    <a:pt x="794836" y="78461"/>
                  </a:lnTo>
                  <a:lnTo>
                    <a:pt x="842828" y="64448"/>
                  </a:lnTo>
                  <a:lnTo>
                    <a:pt x="891304" y="51618"/>
                  </a:lnTo>
                  <a:lnTo>
                    <a:pt x="940235" y="40040"/>
                  </a:lnTo>
                  <a:lnTo>
                    <a:pt x="989591" y="29786"/>
                  </a:lnTo>
                  <a:lnTo>
                    <a:pt x="1039340" y="20926"/>
                  </a:lnTo>
                  <a:lnTo>
                    <a:pt x="1089453" y="13531"/>
                  </a:lnTo>
                  <a:lnTo>
                    <a:pt x="1139898" y="7670"/>
                  </a:lnTo>
                  <a:lnTo>
                    <a:pt x="1190646" y="3414"/>
                  </a:lnTo>
                  <a:lnTo>
                    <a:pt x="1241666" y="834"/>
                  </a:lnTo>
                  <a:lnTo>
                    <a:pt x="1292927" y="0"/>
                  </a:lnTo>
                  <a:lnTo>
                    <a:pt x="1344399" y="982"/>
                  </a:lnTo>
                  <a:lnTo>
                    <a:pt x="1396052" y="3851"/>
                  </a:lnTo>
                  <a:lnTo>
                    <a:pt x="1447854" y="8677"/>
                  </a:lnTo>
                  <a:lnTo>
                    <a:pt x="1499776" y="15531"/>
                  </a:lnTo>
                  <a:lnTo>
                    <a:pt x="1551788" y="24483"/>
                  </a:lnTo>
                  <a:lnTo>
                    <a:pt x="1603857" y="35603"/>
                  </a:lnTo>
                  <a:lnTo>
                    <a:pt x="1655955" y="48963"/>
                  </a:lnTo>
                  <a:lnTo>
                    <a:pt x="1708051" y="64632"/>
                  </a:lnTo>
                  <a:lnTo>
                    <a:pt x="1760113" y="82680"/>
                  </a:lnTo>
                  <a:lnTo>
                    <a:pt x="1812112" y="103179"/>
                  </a:lnTo>
                  <a:lnTo>
                    <a:pt x="1864018" y="126199"/>
                  </a:lnTo>
                  <a:lnTo>
                    <a:pt x="2051785" y="287128"/>
                  </a:lnTo>
                  <a:lnTo>
                    <a:pt x="2220629" y="458114"/>
                  </a:lnTo>
                  <a:lnTo>
                    <a:pt x="2466177" y="744767"/>
                  </a:lnTo>
                  <a:lnTo>
                    <a:pt x="2884060" y="1252696"/>
                  </a:lnTo>
                  <a:lnTo>
                    <a:pt x="2914844" y="1289591"/>
                  </a:lnTo>
                  <a:lnTo>
                    <a:pt x="2946349" y="1326064"/>
                  </a:lnTo>
                  <a:lnTo>
                    <a:pt x="2978561" y="1362113"/>
                  </a:lnTo>
                  <a:lnTo>
                    <a:pt x="3011467" y="1397739"/>
                  </a:lnTo>
                  <a:lnTo>
                    <a:pt x="3045051" y="1432940"/>
                  </a:lnTo>
                  <a:lnTo>
                    <a:pt x="3079300" y="1467717"/>
                  </a:lnTo>
                  <a:lnTo>
                    <a:pt x="3114199" y="1502069"/>
                  </a:lnTo>
                  <a:lnTo>
                    <a:pt x="3149733" y="1535996"/>
                  </a:lnTo>
                  <a:lnTo>
                    <a:pt x="3185889" y="1569496"/>
                  </a:lnTo>
                  <a:lnTo>
                    <a:pt x="3222651" y="1602571"/>
                  </a:lnTo>
                  <a:lnTo>
                    <a:pt x="3260007" y="1635218"/>
                  </a:lnTo>
                  <a:lnTo>
                    <a:pt x="3297941" y="1667438"/>
                  </a:lnTo>
                  <a:lnTo>
                    <a:pt x="3336438" y="1699231"/>
                  </a:lnTo>
                  <a:lnTo>
                    <a:pt x="3375485" y="1730595"/>
                  </a:lnTo>
                  <a:lnTo>
                    <a:pt x="3415068" y="1761531"/>
                  </a:lnTo>
                  <a:lnTo>
                    <a:pt x="3455171" y="1792038"/>
                  </a:lnTo>
                  <a:lnTo>
                    <a:pt x="3495781" y="1822115"/>
                  </a:lnTo>
                  <a:lnTo>
                    <a:pt x="3536884" y="1851762"/>
                  </a:lnTo>
                  <a:lnTo>
                    <a:pt x="3578464" y="1880979"/>
                  </a:lnTo>
                  <a:lnTo>
                    <a:pt x="3620507" y="1909766"/>
                  </a:lnTo>
                  <a:lnTo>
                    <a:pt x="3663000" y="1938120"/>
                  </a:lnTo>
                  <a:lnTo>
                    <a:pt x="3705928" y="1966044"/>
                  </a:lnTo>
                  <a:lnTo>
                    <a:pt x="3749276" y="1993535"/>
                  </a:lnTo>
                  <a:lnTo>
                    <a:pt x="3793030" y="2020593"/>
                  </a:lnTo>
                  <a:lnTo>
                    <a:pt x="3837176" y="2047219"/>
                  </a:lnTo>
                  <a:lnTo>
                    <a:pt x="3881700" y="2073411"/>
                  </a:lnTo>
                  <a:lnTo>
                    <a:pt x="3926587" y="2099169"/>
                  </a:lnTo>
                  <a:lnTo>
                    <a:pt x="3971822" y="2124492"/>
                  </a:lnTo>
                  <a:lnTo>
                    <a:pt x="4017392" y="2149381"/>
                  </a:lnTo>
                  <a:lnTo>
                    <a:pt x="4063282" y="2173834"/>
                  </a:lnTo>
                  <a:lnTo>
                    <a:pt x="4109477" y="2197852"/>
                  </a:lnTo>
                  <a:lnTo>
                    <a:pt x="4155964" y="2221434"/>
                  </a:lnTo>
                  <a:lnTo>
                    <a:pt x="4202728" y="2244579"/>
                  </a:lnTo>
                  <a:lnTo>
                    <a:pt x="4249755" y="2267287"/>
                  </a:lnTo>
                  <a:lnTo>
                    <a:pt x="4297030" y="2289557"/>
                  </a:lnTo>
                  <a:lnTo>
                    <a:pt x="4344539" y="2311390"/>
                  </a:lnTo>
                  <a:lnTo>
                    <a:pt x="4392268" y="2332784"/>
                  </a:lnTo>
                  <a:lnTo>
                    <a:pt x="4440202" y="2353739"/>
                  </a:lnTo>
                  <a:lnTo>
                    <a:pt x="4488327" y="2374255"/>
                  </a:lnTo>
                  <a:lnTo>
                    <a:pt x="4536628" y="2394331"/>
                  </a:lnTo>
                  <a:lnTo>
                    <a:pt x="4585092" y="2413967"/>
                  </a:lnTo>
                  <a:lnTo>
                    <a:pt x="4633704" y="2433163"/>
                  </a:lnTo>
                  <a:lnTo>
                    <a:pt x="4682449" y="2451917"/>
                  </a:lnTo>
                  <a:lnTo>
                    <a:pt x="4731314" y="2470230"/>
                  </a:lnTo>
                  <a:lnTo>
                    <a:pt x="4780283" y="2488101"/>
                  </a:lnTo>
                  <a:lnTo>
                    <a:pt x="4829343" y="2505529"/>
                  </a:lnTo>
                  <a:lnTo>
                    <a:pt x="4878479" y="2522515"/>
                  </a:lnTo>
                  <a:lnTo>
                    <a:pt x="4927677" y="2539057"/>
                  </a:lnTo>
                  <a:lnTo>
                    <a:pt x="4976923" y="2555155"/>
                  </a:lnTo>
                  <a:lnTo>
                    <a:pt x="5026201" y="2570810"/>
                  </a:lnTo>
                  <a:lnTo>
                    <a:pt x="5075499" y="2586019"/>
                  </a:lnTo>
                  <a:lnTo>
                    <a:pt x="5124800" y="2600784"/>
                  </a:lnTo>
                  <a:lnTo>
                    <a:pt x="5174092" y="2615103"/>
                  </a:lnTo>
                  <a:lnTo>
                    <a:pt x="5223360" y="2628976"/>
                  </a:lnTo>
                  <a:lnTo>
                    <a:pt x="5272589" y="2642402"/>
                  </a:lnTo>
                  <a:lnTo>
                    <a:pt x="5321765" y="2655382"/>
                  </a:lnTo>
                  <a:lnTo>
                    <a:pt x="5370874" y="2667914"/>
                  </a:lnTo>
                  <a:lnTo>
                    <a:pt x="5419901" y="2679999"/>
                  </a:lnTo>
                  <a:lnTo>
                    <a:pt x="5468833" y="2691635"/>
                  </a:lnTo>
                  <a:lnTo>
                    <a:pt x="5517654" y="2702823"/>
                  </a:lnTo>
                  <a:lnTo>
                    <a:pt x="5566350" y="2713562"/>
                  </a:lnTo>
                  <a:lnTo>
                    <a:pt x="5614907" y="2723851"/>
                  </a:lnTo>
                  <a:lnTo>
                    <a:pt x="5663311" y="2733690"/>
                  </a:lnTo>
                  <a:lnTo>
                    <a:pt x="5695787" y="2740011"/>
                  </a:lnTo>
                </a:path>
              </a:pathLst>
            </a:custGeom>
            <a:ln w="35285">
              <a:solidFill>
                <a:srgbClr val="31BEC2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710905" y="18860916"/>
              <a:ext cx="1234130" cy="1243183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88653" y="16423445"/>
              <a:ext cx="11207904" cy="974868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1509391" y="17834283"/>
              <a:ext cx="11184255" cy="0"/>
            </a:xfrm>
            <a:custGeom>
              <a:avLst/>
              <a:gdLst/>
              <a:ahLst/>
              <a:cxnLst/>
              <a:rect l="l" t="t" r="r" b="b"/>
              <a:pathLst>
                <a:path w="11184255">
                  <a:moveTo>
                    <a:pt x="11184157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509391" y="17834283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2652384" y="17834283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41275">
                  <a:moveTo>
                    <a:pt x="0" y="0"/>
                  </a:moveTo>
                  <a:lnTo>
                    <a:pt x="41165" y="0"/>
                  </a:lnTo>
                </a:path>
              </a:pathLst>
            </a:custGeom>
            <a:ln w="1764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979739" y="12056650"/>
              <a:ext cx="2223166" cy="3084127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029172" y="19107498"/>
              <a:ext cx="561266" cy="473477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586172" y="17733572"/>
              <a:ext cx="2265680" cy="2237867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8812" y="17834283"/>
              <a:ext cx="1445073" cy="2269812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35968" y="1557227"/>
              <a:ext cx="1985493" cy="1896374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350675" y="1490018"/>
              <a:ext cx="1109739" cy="1112412"/>
            </a:xfrm>
            <a:prstGeom prst="rect">
              <a:avLst/>
            </a:prstGeom>
          </p:spPr>
        </p:pic>
      </p:grpSp>
      <p:sp>
        <p:nvSpPr>
          <p:cNvPr id="180" name="TextBox 179"/>
          <p:cNvSpPr txBox="1"/>
          <p:nvPr/>
        </p:nvSpPr>
        <p:spPr>
          <a:xfrm>
            <a:off x="1471371" y="2124645"/>
            <a:ext cx="114292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dirty="0">
                <a:solidFill>
                  <a:schemeClr val="tx2"/>
                </a:solidFill>
                <a:latin typeface="CookieRunOTF Black" pitchFamily="34" charset="-127"/>
                <a:ea typeface="CookieRunOTF Black" pitchFamily="34" charset="-127"/>
                <a:cs typeface="Arial Unicode MS" panose="020B0604020202020204" pitchFamily="50" charset="-127"/>
              </a:rPr>
              <a:t>2026</a:t>
            </a:r>
            <a:r>
              <a:rPr lang="ko-KR" altLang="en-US" sz="8000" dirty="0">
                <a:solidFill>
                  <a:schemeClr val="tx2"/>
                </a:solidFill>
                <a:latin typeface="CookieRunOTF Black" pitchFamily="34" charset="-127"/>
                <a:ea typeface="CookieRunOTF Black" pitchFamily="34" charset="-127"/>
                <a:cs typeface="Arial Unicode MS" panose="020B0604020202020204" pitchFamily="50" charset="-127"/>
              </a:rPr>
              <a:t>년도 </a:t>
            </a:r>
            <a:endParaRPr lang="en-US" altLang="ko-KR" sz="8000" dirty="0">
              <a:solidFill>
                <a:schemeClr val="tx2"/>
              </a:solidFill>
              <a:latin typeface="CookieRunOTF Black" pitchFamily="34" charset="-127"/>
              <a:ea typeface="CookieRunOTF Black" pitchFamily="34" charset="-127"/>
              <a:cs typeface="Arial Unicode MS" panose="020B0604020202020204" pitchFamily="50" charset="-127"/>
            </a:endParaRPr>
          </a:p>
          <a:p>
            <a:pPr algn="ctr"/>
            <a:r>
              <a:rPr lang="ko-KR" altLang="en-US" sz="8000" dirty="0" err="1">
                <a:solidFill>
                  <a:schemeClr val="tx2"/>
                </a:solidFill>
                <a:latin typeface="CookieRunOTF Black" pitchFamily="34" charset="-127"/>
                <a:ea typeface="CookieRunOTF Black" pitchFamily="34" charset="-127"/>
                <a:cs typeface="Arial Unicode MS" panose="020B0604020202020204" pitchFamily="50" charset="-127"/>
              </a:rPr>
              <a:t>영진어린이집</a:t>
            </a:r>
            <a:r>
              <a:rPr lang="ko-KR" altLang="en-US" sz="8000" dirty="0">
                <a:solidFill>
                  <a:schemeClr val="tx2"/>
                </a:solidFill>
                <a:latin typeface="CookieRunOTF Black" pitchFamily="34" charset="-127"/>
                <a:ea typeface="CookieRunOTF Black" pitchFamily="34" charset="-127"/>
                <a:cs typeface="Arial Unicode MS" panose="020B0604020202020204" pitchFamily="50" charset="-127"/>
              </a:rPr>
              <a:t> 원아모집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434880" y="5419612"/>
            <a:ext cx="9563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 err="1">
                <a:solidFill>
                  <a:schemeClr val="bg1"/>
                </a:solidFill>
                <a:latin typeface="CookieRunOTF Black" pitchFamily="34" charset="-127"/>
                <a:ea typeface="CookieRunOTF Black" pitchFamily="34" charset="-127"/>
              </a:rPr>
              <a:t>어린이집에서</a:t>
            </a:r>
            <a:r>
              <a:rPr lang="ko-KR" altLang="en-US" sz="4400" dirty="0">
                <a:solidFill>
                  <a:schemeClr val="bg1"/>
                </a:solidFill>
                <a:latin typeface="CookieRunOTF Black" pitchFamily="34" charset="-127"/>
                <a:ea typeface="CookieRunOTF Black" pitchFamily="34" charset="-127"/>
              </a:rPr>
              <a:t> 초등학교까지 유초이음교육 </a:t>
            </a:r>
          </a:p>
        </p:txBody>
      </p:sp>
      <p:sp>
        <p:nvSpPr>
          <p:cNvPr id="182" name="object 129"/>
          <p:cNvSpPr/>
          <p:nvPr/>
        </p:nvSpPr>
        <p:spPr>
          <a:xfrm>
            <a:off x="2586988" y="7744718"/>
            <a:ext cx="1441450" cy="433705"/>
          </a:xfrm>
          <a:custGeom>
            <a:avLst/>
            <a:gdLst/>
            <a:ahLst/>
            <a:cxnLst/>
            <a:rect l="l" t="t" r="r" b="b"/>
            <a:pathLst>
              <a:path w="1441450" h="433704">
                <a:moveTo>
                  <a:pt x="297408" y="10083"/>
                </a:moveTo>
                <a:lnTo>
                  <a:pt x="292112" y="4762"/>
                </a:lnTo>
                <a:lnTo>
                  <a:pt x="227965" y="4762"/>
                </a:lnTo>
                <a:lnTo>
                  <a:pt x="227965" y="64681"/>
                </a:lnTo>
                <a:lnTo>
                  <a:pt x="227965" y="240157"/>
                </a:lnTo>
                <a:lnTo>
                  <a:pt x="68922" y="240157"/>
                </a:lnTo>
                <a:lnTo>
                  <a:pt x="68922" y="64681"/>
                </a:lnTo>
                <a:lnTo>
                  <a:pt x="227965" y="64681"/>
                </a:lnTo>
                <a:lnTo>
                  <a:pt x="227965" y="4762"/>
                </a:lnTo>
                <a:lnTo>
                  <a:pt x="5308" y="4762"/>
                </a:lnTo>
                <a:lnTo>
                  <a:pt x="0" y="10083"/>
                </a:lnTo>
                <a:lnTo>
                  <a:pt x="0" y="295833"/>
                </a:lnTo>
                <a:lnTo>
                  <a:pt x="5829" y="301129"/>
                </a:lnTo>
                <a:lnTo>
                  <a:pt x="113982" y="301129"/>
                </a:lnTo>
                <a:lnTo>
                  <a:pt x="113982" y="357847"/>
                </a:lnTo>
                <a:lnTo>
                  <a:pt x="4775" y="357847"/>
                </a:lnTo>
                <a:lnTo>
                  <a:pt x="0" y="362623"/>
                </a:lnTo>
                <a:lnTo>
                  <a:pt x="0" y="415112"/>
                </a:lnTo>
                <a:lnTo>
                  <a:pt x="4229" y="419874"/>
                </a:lnTo>
                <a:lnTo>
                  <a:pt x="293166" y="419874"/>
                </a:lnTo>
                <a:lnTo>
                  <a:pt x="297408" y="416166"/>
                </a:lnTo>
                <a:lnTo>
                  <a:pt x="297408" y="362089"/>
                </a:lnTo>
                <a:lnTo>
                  <a:pt x="293166" y="357847"/>
                </a:lnTo>
                <a:lnTo>
                  <a:pt x="182892" y="357847"/>
                </a:lnTo>
                <a:lnTo>
                  <a:pt x="182892" y="301129"/>
                </a:lnTo>
                <a:lnTo>
                  <a:pt x="291579" y="301129"/>
                </a:lnTo>
                <a:lnTo>
                  <a:pt x="297408" y="295833"/>
                </a:lnTo>
                <a:lnTo>
                  <a:pt x="297408" y="240157"/>
                </a:lnTo>
                <a:lnTo>
                  <a:pt x="297408" y="64681"/>
                </a:lnTo>
                <a:lnTo>
                  <a:pt x="297408" y="10083"/>
                </a:lnTo>
                <a:close/>
              </a:path>
              <a:path w="1441450" h="433704">
                <a:moveTo>
                  <a:pt x="562991" y="13792"/>
                </a:moveTo>
                <a:lnTo>
                  <a:pt x="558215" y="8483"/>
                </a:lnTo>
                <a:lnTo>
                  <a:pt x="348805" y="8483"/>
                </a:lnTo>
                <a:lnTo>
                  <a:pt x="344030" y="13792"/>
                </a:lnTo>
                <a:lnTo>
                  <a:pt x="344030" y="60972"/>
                </a:lnTo>
                <a:lnTo>
                  <a:pt x="348272" y="66268"/>
                </a:lnTo>
                <a:lnTo>
                  <a:pt x="375843" y="66268"/>
                </a:lnTo>
                <a:lnTo>
                  <a:pt x="364007" y="102260"/>
                </a:lnTo>
                <a:lnTo>
                  <a:pt x="355561" y="140233"/>
                </a:lnTo>
                <a:lnTo>
                  <a:pt x="350494" y="180187"/>
                </a:lnTo>
                <a:lnTo>
                  <a:pt x="348843" y="221081"/>
                </a:lnTo>
                <a:lnTo>
                  <a:pt x="348805" y="222135"/>
                </a:lnTo>
                <a:lnTo>
                  <a:pt x="349846" y="229120"/>
                </a:lnTo>
                <a:lnTo>
                  <a:pt x="349897" y="229425"/>
                </a:lnTo>
                <a:lnTo>
                  <a:pt x="349999" y="230098"/>
                </a:lnTo>
                <a:lnTo>
                  <a:pt x="353580" y="235724"/>
                </a:lnTo>
                <a:lnTo>
                  <a:pt x="359537" y="239052"/>
                </a:lnTo>
                <a:lnTo>
                  <a:pt x="367893" y="240157"/>
                </a:lnTo>
                <a:lnTo>
                  <a:pt x="394411" y="240157"/>
                </a:lnTo>
                <a:lnTo>
                  <a:pt x="401828" y="239052"/>
                </a:lnTo>
                <a:lnTo>
                  <a:pt x="402297" y="239052"/>
                </a:lnTo>
                <a:lnTo>
                  <a:pt x="408254" y="235381"/>
                </a:lnTo>
                <a:lnTo>
                  <a:pt x="411772" y="229425"/>
                </a:lnTo>
                <a:lnTo>
                  <a:pt x="412953" y="221081"/>
                </a:lnTo>
                <a:lnTo>
                  <a:pt x="413346" y="201383"/>
                </a:lnTo>
                <a:lnTo>
                  <a:pt x="414540" y="182041"/>
                </a:lnTo>
                <a:lnTo>
                  <a:pt x="416534" y="163004"/>
                </a:lnTo>
                <a:lnTo>
                  <a:pt x="419315" y="144208"/>
                </a:lnTo>
                <a:lnTo>
                  <a:pt x="454215" y="145808"/>
                </a:lnTo>
                <a:lnTo>
                  <a:pt x="478624" y="159448"/>
                </a:lnTo>
                <a:lnTo>
                  <a:pt x="492594" y="185204"/>
                </a:lnTo>
                <a:lnTo>
                  <a:pt x="495985" y="221081"/>
                </a:lnTo>
                <a:lnTo>
                  <a:pt x="496087" y="222135"/>
                </a:lnTo>
                <a:lnTo>
                  <a:pt x="496189" y="233807"/>
                </a:lnTo>
                <a:lnTo>
                  <a:pt x="501497" y="239623"/>
                </a:lnTo>
                <a:lnTo>
                  <a:pt x="543382" y="239623"/>
                </a:lnTo>
                <a:lnTo>
                  <a:pt x="552030" y="238442"/>
                </a:lnTo>
                <a:lnTo>
                  <a:pt x="558152" y="234924"/>
                </a:lnTo>
                <a:lnTo>
                  <a:pt x="561784" y="229120"/>
                </a:lnTo>
                <a:lnTo>
                  <a:pt x="562991" y="221081"/>
                </a:lnTo>
                <a:lnTo>
                  <a:pt x="559879" y="169799"/>
                </a:lnTo>
                <a:lnTo>
                  <a:pt x="550494" y="144208"/>
                </a:lnTo>
                <a:lnTo>
                  <a:pt x="545465" y="130454"/>
                </a:lnTo>
                <a:lnTo>
                  <a:pt x="519772" y="103009"/>
                </a:lnTo>
                <a:lnTo>
                  <a:pt x="482841" y="87452"/>
                </a:lnTo>
                <a:lnTo>
                  <a:pt x="434682" y="83756"/>
                </a:lnTo>
                <a:lnTo>
                  <a:pt x="438937" y="72097"/>
                </a:lnTo>
                <a:lnTo>
                  <a:pt x="441579" y="66268"/>
                </a:lnTo>
                <a:lnTo>
                  <a:pt x="557682" y="66268"/>
                </a:lnTo>
                <a:lnTo>
                  <a:pt x="562991" y="60452"/>
                </a:lnTo>
                <a:lnTo>
                  <a:pt x="562991" y="13792"/>
                </a:lnTo>
                <a:close/>
              </a:path>
              <a:path w="1441450" h="433704">
                <a:moveTo>
                  <a:pt x="657872" y="262953"/>
                </a:moveTo>
                <a:lnTo>
                  <a:pt x="651510" y="258711"/>
                </a:lnTo>
                <a:lnTo>
                  <a:pt x="597446" y="258711"/>
                </a:lnTo>
                <a:lnTo>
                  <a:pt x="591629" y="264020"/>
                </a:lnTo>
                <a:lnTo>
                  <a:pt x="591629" y="348297"/>
                </a:lnTo>
                <a:lnTo>
                  <a:pt x="591629" y="374815"/>
                </a:lnTo>
                <a:lnTo>
                  <a:pt x="417195" y="374815"/>
                </a:lnTo>
                <a:lnTo>
                  <a:pt x="417195" y="348297"/>
                </a:lnTo>
                <a:lnTo>
                  <a:pt x="591629" y="348297"/>
                </a:lnTo>
                <a:lnTo>
                  <a:pt x="591629" y="264020"/>
                </a:lnTo>
                <a:lnTo>
                  <a:pt x="591616" y="299008"/>
                </a:lnTo>
                <a:lnTo>
                  <a:pt x="417195" y="299008"/>
                </a:lnTo>
                <a:lnTo>
                  <a:pt x="417195" y="263474"/>
                </a:lnTo>
                <a:lnTo>
                  <a:pt x="411899" y="258711"/>
                </a:lnTo>
                <a:lnTo>
                  <a:pt x="370014" y="258711"/>
                </a:lnTo>
                <a:lnTo>
                  <a:pt x="358355" y="258191"/>
                </a:lnTo>
                <a:lnTo>
                  <a:pt x="351993" y="263474"/>
                </a:lnTo>
                <a:lnTo>
                  <a:pt x="351993" y="413524"/>
                </a:lnTo>
                <a:lnTo>
                  <a:pt x="352513" y="423595"/>
                </a:lnTo>
                <a:lnTo>
                  <a:pt x="358355" y="428891"/>
                </a:lnTo>
                <a:lnTo>
                  <a:pt x="636689" y="428891"/>
                </a:lnTo>
                <a:lnTo>
                  <a:pt x="646023" y="427697"/>
                </a:lnTo>
                <a:lnTo>
                  <a:pt x="652640" y="424116"/>
                </a:lnTo>
                <a:lnTo>
                  <a:pt x="656577" y="418160"/>
                </a:lnTo>
                <a:lnTo>
                  <a:pt x="657872" y="409803"/>
                </a:lnTo>
                <a:lnTo>
                  <a:pt x="657872" y="374815"/>
                </a:lnTo>
                <a:lnTo>
                  <a:pt x="657872" y="348297"/>
                </a:lnTo>
                <a:lnTo>
                  <a:pt x="657872" y="299008"/>
                </a:lnTo>
                <a:lnTo>
                  <a:pt x="657872" y="262953"/>
                </a:lnTo>
                <a:close/>
              </a:path>
              <a:path w="1441450" h="433704">
                <a:moveTo>
                  <a:pt x="657872" y="5295"/>
                </a:moveTo>
                <a:lnTo>
                  <a:pt x="652056" y="0"/>
                </a:lnTo>
                <a:lnTo>
                  <a:pt x="595858" y="0"/>
                </a:lnTo>
                <a:lnTo>
                  <a:pt x="589495" y="5295"/>
                </a:lnTo>
                <a:lnTo>
                  <a:pt x="589495" y="224777"/>
                </a:lnTo>
                <a:lnTo>
                  <a:pt x="590791" y="231432"/>
                </a:lnTo>
                <a:lnTo>
                  <a:pt x="594664" y="236245"/>
                </a:lnTo>
                <a:lnTo>
                  <a:pt x="601129" y="239166"/>
                </a:lnTo>
                <a:lnTo>
                  <a:pt x="610171" y="240157"/>
                </a:lnTo>
                <a:lnTo>
                  <a:pt x="652056" y="240157"/>
                </a:lnTo>
                <a:lnTo>
                  <a:pt x="657872" y="234861"/>
                </a:lnTo>
                <a:lnTo>
                  <a:pt x="657872" y="5295"/>
                </a:lnTo>
                <a:close/>
              </a:path>
              <a:path w="1441450" h="433704">
                <a:moveTo>
                  <a:pt x="1054404" y="5295"/>
                </a:moveTo>
                <a:lnTo>
                  <a:pt x="1049096" y="533"/>
                </a:lnTo>
                <a:lnTo>
                  <a:pt x="998207" y="533"/>
                </a:lnTo>
                <a:lnTo>
                  <a:pt x="992365" y="5295"/>
                </a:lnTo>
                <a:lnTo>
                  <a:pt x="992365" y="114503"/>
                </a:lnTo>
                <a:lnTo>
                  <a:pt x="969581" y="114503"/>
                </a:lnTo>
                <a:lnTo>
                  <a:pt x="969581" y="5295"/>
                </a:lnTo>
                <a:lnTo>
                  <a:pt x="964272" y="533"/>
                </a:lnTo>
                <a:lnTo>
                  <a:pt x="913904" y="533"/>
                </a:lnTo>
                <a:lnTo>
                  <a:pt x="908608" y="5295"/>
                </a:lnTo>
                <a:lnTo>
                  <a:pt x="908608" y="330809"/>
                </a:lnTo>
                <a:lnTo>
                  <a:pt x="875588" y="340969"/>
                </a:lnTo>
                <a:lnTo>
                  <a:pt x="842467" y="348373"/>
                </a:lnTo>
                <a:lnTo>
                  <a:pt x="809155" y="353098"/>
                </a:lnTo>
                <a:lnTo>
                  <a:pt x="775538" y="355193"/>
                </a:lnTo>
                <a:lnTo>
                  <a:pt x="775538" y="69443"/>
                </a:lnTo>
                <a:lnTo>
                  <a:pt x="877328" y="69443"/>
                </a:lnTo>
                <a:lnTo>
                  <a:pt x="883158" y="63614"/>
                </a:lnTo>
                <a:lnTo>
                  <a:pt x="883158" y="25450"/>
                </a:lnTo>
                <a:lnTo>
                  <a:pt x="883158" y="14325"/>
                </a:lnTo>
                <a:lnTo>
                  <a:pt x="877862" y="9017"/>
                </a:lnTo>
                <a:lnTo>
                  <a:pt x="715632" y="9017"/>
                </a:lnTo>
                <a:lnTo>
                  <a:pt x="709269" y="14325"/>
                </a:lnTo>
                <a:lnTo>
                  <a:pt x="709269" y="414578"/>
                </a:lnTo>
                <a:lnTo>
                  <a:pt x="714044" y="418820"/>
                </a:lnTo>
                <a:lnTo>
                  <a:pt x="723582" y="418820"/>
                </a:lnTo>
                <a:lnTo>
                  <a:pt x="769112" y="417334"/>
                </a:lnTo>
                <a:lnTo>
                  <a:pt x="815035" y="412927"/>
                </a:lnTo>
                <a:lnTo>
                  <a:pt x="861352" y="405625"/>
                </a:lnTo>
                <a:lnTo>
                  <a:pt x="908075" y="395490"/>
                </a:lnTo>
                <a:lnTo>
                  <a:pt x="908075" y="423608"/>
                </a:lnTo>
                <a:lnTo>
                  <a:pt x="912850" y="428891"/>
                </a:lnTo>
                <a:lnTo>
                  <a:pt x="964272" y="428891"/>
                </a:lnTo>
                <a:lnTo>
                  <a:pt x="969581" y="423608"/>
                </a:lnTo>
                <a:lnTo>
                  <a:pt x="969581" y="180251"/>
                </a:lnTo>
                <a:lnTo>
                  <a:pt x="992365" y="180251"/>
                </a:lnTo>
                <a:lnTo>
                  <a:pt x="992365" y="423608"/>
                </a:lnTo>
                <a:lnTo>
                  <a:pt x="998207" y="428891"/>
                </a:lnTo>
                <a:lnTo>
                  <a:pt x="1049096" y="428891"/>
                </a:lnTo>
                <a:lnTo>
                  <a:pt x="1054404" y="423062"/>
                </a:lnTo>
                <a:lnTo>
                  <a:pt x="1054404" y="5295"/>
                </a:lnTo>
                <a:close/>
              </a:path>
              <a:path w="1441450" h="433704">
                <a:moveTo>
                  <a:pt x="1309890" y="230098"/>
                </a:moveTo>
                <a:lnTo>
                  <a:pt x="1308430" y="161251"/>
                </a:lnTo>
                <a:lnTo>
                  <a:pt x="1298295" y="114515"/>
                </a:lnTo>
                <a:lnTo>
                  <a:pt x="1297038" y="108712"/>
                </a:lnTo>
                <a:lnTo>
                  <a:pt x="1275727" y="72440"/>
                </a:lnTo>
                <a:lnTo>
                  <a:pt x="1244498" y="52463"/>
                </a:lnTo>
                <a:lnTo>
                  <a:pt x="1203337" y="48780"/>
                </a:lnTo>
                <a:lnTo>
                  <a:pt x="1211808" y="24396"/>
                </a:lnTo>
                <a:lnTo>
                  <a:pt x="1212583" y="17741"/>
                </a:lnTo>
                <a:lnTo>
                  <a:pt x="1210017" y="12915"/>
                </a:lnTo>
                <a:lnTo>
                  <a:pt x="1203985" y="9994"/>
                </a:lnTo>
                <a:lnTo>
                  <a:pt x="1194320" y="9004"/>
                </a:lnTo>
                <a:lnTo>
                  <a:pt x="1172057" y="9004"/>
                </a:lnTo>
                <a:lnTo>
                  <a:pt x="1125334" y="74231"/>
                </a:lnTo>
                <a:lnTo>
                  <a:pt x="1112405" y="124447"/>
                </a:lnTo>
                <a:lnTo>
                  <a:pt x="1104658" y="178841"/>
                </a:lnTo>
                <a:lnTo>
                  <a:pt x="1102144" y="235915"/>
                </a:lnTo>
                <a:lnTo>
                  <a:pt x="1102067" y="248107"/>
                </a:lnTo>
                <a:lnTo>
                  <a:pt x="1107909" y="253403"/>
                </a:lnTo>
                <a:lnTo>
                  <a:pt x="1150315" y="253403"/>
                </a:lnTo>
                <a:lnTo>
                  <a:pt x="1158671" y="252310"/>
                </a:lnTo>
                <a:lnTo>
                  <a:pt x="1164640" y="249034"/>
                </a:lnTo>
                <a:lnTo>
                  <a:pt x="1168209" y="243573"/>
                </a:lnTo>
                <a:lnTo>
                  <a:pt x="1169403" y="235915"/>
                </a:lnTo>
                <a:lnTo>
                  <a:pt x="1170305" y="206806"/>
                </a:lnTo>
                <a:lnTo>
                  <a:pt x="1172984" y="176809"/>
                </a:lnTo>
                <a:lnTo>
                  <a:pt x="1177455" y="146011"/>
                </a:lnTo>
                <a:lnTo>
                  <a:pt x="1183716" y="114515"/>
                </a:lnTo>
                <a:lnTo>
                  <a:pt x="1211948" y="114515"/>
                </a:lnTo>
                <a:lnTo>
                  <a:pt x="1231099" y="133997"/>
                </a:lnTo>
                <a:lnTo>
                  <a:pt x="1241488" y="173266"/>
                </a:lnTo>
                <a:lnTo>
                  <a:pt x="1243037" y="230098"/>
                </a:lnTo>
                <a:lnTo>
                  <a:pt x="1243088" y="243332"/>
                </a:lnTo>
                <a:lnTo>
                  <a:pt x="1248397" y="248640"/>
                </a:lnTo>
                <a:lnTo>
                  <a:pt x="1259522" y="249174"/>
                </a:lnTo>
                <a:lnTo>
                  <a:pt x="1290281" y="249174"/>
                </a:lnTo>
                <a:lnTo>
                  <a:pt x="1298943" y="247751"/>
                </a:lnTo>
                <a:lnTo>
                  <a:pt x="1305052" y="244195"/>
                </a:lnTo>
                <a:lnTo>
                  <a:pt x="1308684" y="238366"/>
                </a:lnTo>
                <a:lnTo>
                  <a:pt x="1309890" y="230098"/>
                </a:lnTo>
                <a:close/>
              </a:path>
              <a:path w="1441450" h="433704">
                <a:moveTo>
                  <a:pt x="1429702" y="351485"/>
                </a:moveTo>
                <a:lnTo>
                  <a:pt x="1425194" y="320205"/>
                </a:lnTo>
                <a:lnTo>
                  <a:pt x="1423339" y="314909"/>
                </a:lnTo>
                <a:lnTo>
                  <a:pt x="1390472" y="283540"/>
                </a:lnTo>
                <a:lnTo>
                  <a:pt x="1362379" y="275043"/>
                </a:lnTo>
                <a:lnTo>
                  <a:pt x="1362379" y="345668"/>
                </a:lnTo>
                <a:lnTo>
                  <a:pt x="1362379" y="356260"/>
                </a:lnTo>
                <a:lnTo>
                  <a:pt x="1361325" y="360502"/>
                </a:lnTo>
                <a:lnTo>
                  <a:pt x="1358138" y="364210"/>
                </a:lnTo>
                <a:lnTo>
                  <a:pt x="1355483" y="367931"/>
                </a:lnTo>
                <a:lnTo>
                  <a:pt x="1350708" y="371106"/>
                </a:lnTo>
                <a:lnTo>
                  <a:pt x="1343825" y="373227"/>
                </a:lnTo>
                <a:lnTo>
                  <a:pt x="1338249" y="375107"/>
                </a:lnTo>
                <a:lnTo>
                  <a:pt x="1331823" y="376732"/>
                </a:lnTo>
                <a:lnTo>
                  <a:pt x="1324508" y="378066"/>
                </a:lnTo>
                <a:lnTo>
                  <a:pt x="1315440" y="379145"/>
                </a:lnTo>
                <a:lnTo>
                  <a:pt x="1315085" y="379145"/>
                </a:lnTo>
                <a:lnTo>
                  <a:pt x="1306830" y="379844"/>
                </a:lnTo>
                <a:lnTo>
                  <a:pt x="1296111" y="380517"/>
                </a:lnTo>
                <a:lnTo>
                  <a:pt x="1284198" y="381000"/>
                </a:lnTo>
                <a:lnTo>
                  <a:pt x="1271193" y="381177"/>
                </a:lnTo>
                <a:lnTo>
                  <a:pt x="1256385" y="381000"/>
                </a:lnTo>
                <a:lnTo>
                  <a:pt x="1242961" y="380517"/>
                </a:lnTo>
                <a:lnTo>
                  <a:pt x="1230934" y="379844"/>
                </a:lnTo>
                <a:lnTo>
                  <a:pt x="1221613" y="379145"/>
                </a:lnTo>
                <a:lnTo>
                  <a:pt x="1221193" y="379145"/>
                </a:lnTo>
                <a:lnTo>
                  <a:pt x="1211173" y="378066"/>
                </a:lnTo>
                <a:lnTo>
                  <a:pt x="1202931" y="376732"/>
                </a:lnTo>
                <a:lnTo>
                  <a:pt x="1195692" y="375107"/>
                </a:lnTo>
                <a:lnTo>
                  <a:pt x="1189545" y="373227"/>
                </a:lnTo>
                <a:lnTo>
                  <a:pt x="1182116" y="371106"/>
                </a:lnTo>
                <a:lnTo>
                  <a:pt x="1176832" y="367931"/>
                </a:lnTo>
                <a:lnTo>
                  <a:pt x="1174165" y="364210"/>
                </a:lnTo>
                <a:lnTo>
                  <a:pt x="1170990" y="360502"/>
                </a:lnTo>
                <a:lnTo>
                  <a:pt x="1169403" y="356260"/>
                </a:lnTo>
                <a:lnTo>
                  <a:pt x="1169403" y="345668"/>
                </a:lnTo>
                <a:lnTo>
                  <a:pt x="1203998" y="324853"/>
                </a:lnTo>
                <a:lnTo>
                  <a:pt x="1243622" y="320878"/>
                </a:lnTo>
                <a:lnTo>
                  <a:pt x="1270660" y="320205"/>
                </a:lnTo>
                <a:lnTo>
                  <a:pt x="1283970" y="320395"/>
                </a:lnTo>
                <a:lnTo>
                  <a:pt x="1324813" y="323545"/>
                </a:lnTo>
                <a:lnTo>
                  <a:pt x="1361325" y="341414"/>
                </a:lnTo>
                <a:lnTo>
                  <a:pt x="1362379" y="345668"/>
                </a:lnTo>
                <a:lnTo>
                  <a:pt x="1362379" y="275043"/>
                </a:lnTo>
                <a:lnTo>
                  <a:pt x="1315593" y="268986"/>
                </a:lnTo>
                <a:lnTo>
                  <a:pt x="1270660" y="267728"/>
                </a:lnTo>
                <a:lnTo>
                  <a:pt x="1246708" y="268033"/>
                </a:lnTo>
                <a:lnTo>
                  <a:pt x="1205357" y="270637"/>
                </a:lnTo>
                <a:lnTo>
                  <a:pt x="1158862" y="279323"/>
                </a:lnTo>
                <a:lnTo>
                  <a:pt x="1120559" y="300266"/>
                </a:lnTo>
                <a:lnTo>
                  <a:pt x="1103617" y="340918"/>
                </a:lnTo>
                <a:lnTo>
                  <a:pt x="1103134" y="350951"/>
                </a:lnTo>
                <a:lnTo>
                  <a:pt x="1103604" y="360502"/>
                </a:lnTo>
                <a:lnTo>
                  <a:pt x="1121816" y="401193"/>
                </a:lnTo>
                <a:lnTo>
                  <a:pt x="1160919" y="421868"/>
                </a:lnTo>
                <a:lnTo>
                  <a:pt x="1207071" y="430453"/>
                </a:lnTo>
                <a:lnTo>
                  <a:pt x="1247406" y="432841"/>
                </a:lnTo>
                <a:lnTo>
                  <a:pt x="1270660" y="433133"/>
                </a:lnTo>
                <a:lnTo>
                  <a:pt x="1293825" y="432841"/>
                </a:lnTo>
                <a:lnTo>
                  <a:pt x="1333588" y="430453"/>
                </a:lnTo>
                <a:lnTo>
                  <a:pt x="1377683" y="421868"/>
                </a:lnTo>
                <a:lnTo>
                  <a:pt x="1413395" y="401396"/>
                </a:lnTo>
                <a:lnTo>
                  <a:pt x="1429219" y="361429"/>
                </a:lnTo>
                <a:lnTo>
                  <a:pt x="1429702" y="351485"/>
                </a:lnTo>
                <a:close/>
              </a:path>
              <a:path w="1441450" h="433704">
                <a:moveTo>
                  <a:pt x="1440840" y="97015"/>
                </a:moveTo>
                <a:lnTo>
                  <a:pt x="1435544" y="92252"/>
                </a:lnTo>
                <a:lnTo>
                  <a:pt x="1402664" y="92252"/>
                </a:lnTo>
                <a:lnTo>
                  <a:pt x="1402664" y="5829"/>
                </a:lnTo>
                <a:lnTo>
                  <a:pt x="1396847" y="533"/>
                </a:lnTo>
                <a:lnTo>
                  <a:pt x="1339062" y="533"/>
                </a:lnTo>
                <a:lnTo>
                  <a:pt x="1333754" y="5308"/>
                </a:lnTo>
                <a:lnTo>
                  <a:pt x="1333754" y="248107"/>
                </a:lnTo>
                <a:lnTo>
                  <a:pt x="1339583" y="252869"/>
                </a:lnTo>
                <a:lnTo>
                  <a:pt x="1396301" y="252869"/>
                </a:lnTo>
                <a:lnTo>
                  <a:pt x="1402664" y="247586"/>
                </a:lnTo>
                <a:lnTo>
                  <a:pt x="1402664" y="160108"/>
                </a:lnTo>
                <a:lnTo>
                  <a:pt x="1435011" y="160108"/>
                </a:lnTo>
                <a:lnTo>
                  <a:pt x="1440840" y="154813"/>
                </a:lnTo>
                <a:lnTo>
                  <a:pt x="1440840" y="970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60"/>
          <p:cNvSpPr/>
          <p:nvPr/>
        </p:nvSpPr>
        <p:spPr>
          <a:xfrm>
            <a:off x="2599815" y="8779314"/>
            <a:ext cx="1409700" cy="433705"/>
          </a:xfrm>
          <a:custGeom>
            <a:avLst/>
            <a:gdLst/>
            <a:ahLst/>
            <a:cxnLst/>
            <a:rect l="l" t="t" r="r" b="b"/>
            <a:pathLst>
              <a:path w="1409700" h="433704">
                <a:moveTo>
                  <a:pt x="297408" y="10083"/>
                </a:moveTo>
                <a:lnTo>
                  <a:pt x="292112" y="4775"/>
                </a:lnTo>
                <a:lnTo>
                  <a:pt x="227965" y="4775"/>
                </a:lnTo>
                <a:lnTo>
                  <a:pt x="227965" y="64693"/>
                </a:lnTo>
                <a:lnTo>
                  <a:pt x="227965" y="240169"/>
                </a:lnTo>
                <a:lnTo>
                  <a:pt x="68922" y="240169"/>
                </a:lnTo>
                <a:lnTo>
                  <a:pt x="68922" y="64693"/>
                </a:lnTo>
                <a:lnTo>
                  <a:pt x="227965" y="64693"/>
                </a:lnTo>
                <a:lnTo>
                  <a:pt x="227965" y="4775"/>
                </a:lnTo>
                <a:lnTo>
                  <a:pt x="5295" y="4775"/>
                </a:lnTo>
                <a:lnTo>
                  <a:pt x="0" y="10083"/>
                </a:lnTo>
                <a:lnTo>
                  <a:pt x="0" y="295833"/>
                </a:lnTo>
                <a:lnTo>
                  <a:pt x="5829" y="301129"/>
                </a:lnTo>
                <a:lnTo>
                  <a:pt x="113982" y="301129"/>
                </a:lnTo>
                <a:lnTo>
                  <a:pt x="113982" y="357860"/>
                </a:lnTo>
                <a:lnTo>
                  <a:pt x="4775" y="357860"/>
                </a:lnTo>
                <a:lnTo>
                  <a:pt x="0" y="362635"/>
                </a:lnTo>
                <a:lnTo>
                  <a:pt x="0" y="415112"/>
                </a:lnTo>
                <a:lnTo>
                  <a:pt x="4241" y="419887"/>
                </a:lnTo>
                <a:lnTo>
                  <a:pt x="293179" y="419887"/>
                </a:lnTo>
                <a:lnTo>
                  <a:pt x="297408" y="416179"/>
                </a:lnTo>
                <a:lnTo>
                  <a:pt x="297408" y="362102"/>
                </a:lnTo>
                <a:lnTo>
                  <a:pt x="293179" y="357860"/>
                </a:lnTo>
                <a:lnTo>
                  <a:pt x="182905" y="357860"/>
                </a:lnTo>
                <a:lnTo>
                  <a:pt x="182905" y="301129"/>
                </a:lnTo>
                <a:lnTo>
                  <a:pt x="291579" y="301129"/>
                </a:lnTo>
                <a:lnTo>
                  <a:pt x="297408" y="295833"/>
                </a:lnTo>
                <a:lnTo>
                  <a:pt x="297408" y="240169"/>
                </a:lnTo>
                <a:lnTo>
                  <a:pt x="297408" y="64693"/>
                </a:lnTo>
                <a:lnTo>
                  <a:pt x="297408" y="10083"/>
                </a:lnTo>
                <a:close/>
              </a:path>
              <a:path w="1409700" h="433704">
                <a:moveTo>
                  <a:pt x="562991" y="13792"/>
                </a:moveTo>
                <a:lnTo>
                  <a:pt x="558215" y="8483"/>
                </a:lnTo>
                <a:lnTo>
                  <a:pt x="348805" y="8483"/>
                </a:lnTo>
                <a:lnTo>
                  <a:pt x="344030" y="13792"/>
                </a:lnTo>
                <a:lnTo>
                  <a:pt x="344030" y="60972"/>
                </a:lnTo>
                <a:lnTo>
                  <a:pt x="348272" y="66268"/>
                </a:lnTo>
                <a:lnTo>
                  <a:pt x="375843" y="66268"/>
                </a:lnTo>
                <a:lnTo>
                  <a:pt x="364020" y="102260"/>
                </a:lnTo>
                <a:lnTo>
                  <a:pt x="355561" y="140233"/>
                </a:lnTo>
                <a:lnTo>
                  <a:pt x="350494" y="180187"/>
                </a:lnTo>
                <a:lnTo>
                  <a:pt x="348843" y="221081"/>
                </a:lnTo>
                <a:lnTo>
                  <a:pt x="348805" y="222135"/>
                </a:lnTo>
                <a:lnTo>
                  <a:pt x="349859" y="229120"/>
                </a:lnTo>
                <a:lnTo>
                  <a:pt x="349897" y="229425"/>
                </a:lnTo>
                <a:lnTo>
                  <a:pt x="349999" y="230098"/>
                </a:lnTo>
                <a:lnTo>
                  <a:pt x="353580" y="235724"/>
                </a:lnTo>
                <a:lnTo>
                  <a:pt x="359549" y="239064"/>
                </a:lnTo>
                <a:lnTo>
                  <a:pt x="367893" y="240169"/>
                </a:lnTo>
                <a:lnTo>
                  <a:pt x="394411" y="240169"/>
                </a:lnTo>
                <a:lnTo>
                  <a:pt x="401828" y="239064"/>
                </a:lnTo>
                <a:lnTo>
                  <a:pt x="402297" y="239064"/>
                </a:lnTo>
                <a:lnTo>
                  <a:pt x="408254" y="235394"/>
                </a:lnTo>
                <a:lnTo>
                  <a:pt x="411772" y="229425"/>
                </a:lnTo>
                <a:lnTo>
                  <a:pt x="412953" y="221081"/>
                </a:lnTo>
                <a:lnTo>
                  <a:pt x="413346" y="201396"/>
                </a:lnTo>
                <a:lnTo>
                  <a:pt x="414540" y="182054"/>
                </a:lnTo>
                <a:lnTo>
                  <a:pt x="416534" y="163004"/>
                </a:lnTo>
                <a:lnTo>
                  <a:pt x="419315" y="144208"/>
                </a:lnTo>
                <a:lnTo>
                  <a:pt x="454215" y="145808"/>
                </a:lnTo>
                <a:lnTo>
                  <a:pt x="478624" y="159448"/>
                </a:lnTo>
                <a:lnTo>
                  <a:pt x="492607" y="185216"/>
                </a:lnTo>
                <a:lnTo>
                  <a:pt x="495985" y="221081"/>
                </a:lnTo>
                <a:lnTo>
                  <a:pt x="496087" y="222135"/>
                </a:lnTo>
                <a:lnTo>
                  <a:pt x="496189" y="233807"/>
                </a:lnTo>
                <a:lnTo>
                  <a:pt x="501497" y="239636"/>
                </a:lnTo>
                <a:lnTo>
                  <a:pt x="543382" y="239636"/>
                </a:lnTo>
                <a:lnTo>
                  <a:pt x="552030" y="238455"/>
                </a:lnTo>
                <a:lnTo>
                  <a:pt x="558152" y="234937"/>
                </a:lnTo>
                <a:lnTo>
                  <a:pt x="561784" y="229120"/>
                </a:lnTo>
                <a:lnTo>
                  <a:pt x="562991" y="221081"/>
                </a:lnTo>
                <a:lnTo>
                  <a:pt x="559879" y="169799"/>
                </a:lnTo>
                <a:lnTo>
                  <a:pt x="550494" y="144208"/>
                </a:lnTo>
                <a:lnTo>
                  <a:pt x="545465" y="130454"/>
                </a:lnTo>
                <a:lnTo>
                  <a:pt x="519772" y="103022"/>
                </a:lnTo>
                <a:lnTo>
                  <a:pt x="482841" y="87464"/>
                </a:lnTo>
                <a:lnTo>
                  <a:pt x="434695" y="83769"/>
                </a:lnTo>
                <a:lnTo>
                  <a:pt x="438937" y="72097"/>
                </a:lnTo>
                <a:lnTo>
                  <a:pt x="441579" y="66268"/>
                </a:lnTo>
                <a:lnTo>
                  <a:pt x="557682" y="66268"/>
                </a:lnTo>
                <a:lnTo>
                  <a:pt x="562991" y="60452"/>
                </a:lnTo>
                <a:lnTo>
                  <a:pt x="562991" y="13792"/>
                </a:lnTo>
                <a:close/>
              </a:path>
              <a:path w="1409700" h="433704">
                <a:moveTo>
                  <a:pt x="657885" y="262966"/>
                </a:moveTo>
                <a:lnTo>
                  <a:pt x="651522" y="258724"/>
                </a:lnTo>
                <a:lnTo>
                  <a:pt x="597446" y="258724"/>
                </a:lnTo>
                <a:lnTo>
                  <a:pt x="591629" y="264020"/>
                </a:lnTo>
                <a:lnTo>
                  <a:pt x="591629" y="348322"/>
                </a:lnTo>
                <a:lnTo>
                  <a:pt x="591629" y="374827"/>
                </a:lnTo>
                <a:lnTo>
                  <a:pt x="417195" y="374827"/>
                </a:lnTo>
                <a:lnTo>
                  <a:pt x="417195" y="348322"/>
                </a:lnTo>
                <a:lnTo>
                  <a:pt x="591629" y="348322"/>
                </a:lnTo>
                <a:lnTo>
                  <a:pt x="591629" y="264020"/>
                </a:lnTo>
                <a:lnTo>
                  <a:pt x="591616" y="299008"/>
                </a:lnTo>
                <a:lnTo>
                  <a:pt x="417195" y="299008"/>
                </a:lnTo>
                <a:lnTo>
                  <a:pt x="417195" y="263486"/>
                </a:lnTo>
                <a:lnTo>
                  <a:pt x="411899" y="258724"/>
                </a:lnTo>
                <a:lnTo>
                  <a:pt x="370014" y="258724"/>
                </a:lnTo>
                <a:lnTo>
                  <a:pt x="358355" y="258191"/>
                </a:lnTo>
                <a:lnTo>
                  <a:pt x="351993" y="263486"/>
                </a:lnTo>
                <a:lnTo>
                  <a:pt x="351993" y="413524"/>
                </a:lnTo>
                <a:lnTo>
                  <a:pt x="352513" y="423595"/>
                </a:lnTo>
                <a:lnTo>
                  <a:pt x="358355" y="428891"/>
                </a:lnTo>
                <a:lnTo>
                  <a:pt x="636689" y="428891"/>
                </a:lnTo>
                <a:lnTo>
                  <a:pt x="646036" y="427697"/>
                </a:lnTo>
                <a:lnTo>
                  <a:pt x="652640" y="424129"/>
                </a:lnTo>
                <a:lnTo>
                  <a:pt x="656577" y="418160"/>
                </a:lnTo>
                <a:lnTo>
                  <a:pt x="657885" y="409816"/>
                </a:lnTo>
                <a:lnTo>
                  <a:pt x="657885" y="374827"/>
                </a:lnTo>
                <a:lnTo>
                  <a:pt x="657885" y="348322"/>
                </a:lnTo>
                <a:lnTo>
                  <a:pt x="657885" y="299008"/>
                </a:lnTo>
                <a:lnTo>
                  <a:pt x="657885" y="262966"/>
                </a:lnTo>
                <a:close/>
              </a:path>
              <a:path w="1409700" h="433704">
                <a:moveTo>
                  <a:pt x="657885" y="5308"/>
                </a:moveTo>
                <a:lnTo>
                  <a:pt x="652056" y="0"/>
                </a:lnTo>
                <a:lnTo>
                  <a:pt x="595858" y="0"/>
                </a:lnTo>
                <a:lnTo>
                  <a:pt x="589495" y="5308"/>
                </a:lnTo>
                <a:lnTo>
                  <a:pt x="589495" y="224790"/>
                </a:lnTo>
                <a:lnTo>
                  <a:pt x="590791" y="231444"/>
                </a:lnTo>
                <a:lnTo>
                  <a:pt x="594664" y="236258"/>
                </a:lnTo>
                <a:lnTo>
                  <a:pt x="601129" y="239179"/>
                </a:lnTo>
                <a:lnTo>
                  <a:pt x="610171" y="240169"/>
                </a:lnTo>
                <a:lnTo>
                  <a:pt x="652056" y="240169"/>
                </a:lnTo>
                <a:lnTo>
                  <a:pt x="657885" y="234861"/>
                </a:lnTo>
                <a:lnTo>
                  <a:pt x="657885" y="5308"/>
                </a:lnTo>
                <a:close/>
              </a:path>
              <a:path w="1409700" h="433704">
                <a:moveTo>
                  <a:pt x="933005" y="117170"/>
                </a:moveTo>
                <a:lnTo>
                  <a:pt x="932764" y="108686"/>
                </a:lnTo>
                <a:lnTo>
                  <a:pt x="932662" y="104813"/>
                </a:lnTo>
                <a:lnTo>
                  <a:pt x="932611" y="103251"/>
                </a:lnTo>
                <a:lnTo>
                  <a:pt x="925410" y="60452"/>
                </a:lnTo>
                <a:lnTo>
                  <a:pt x="924039" y="55867"/>
                </a:lnTo>
                <a:lnTo>
                  <a:pt x="901661" y="22644"/>
                </a:lnTo>
                <a:lnTo>
                  <a:pt x="869378" y="6108"/>
                </a:lnTo>
                <a:lnTo>
                  <a:pt x="869378" y="118237"/>
                </a:lnTo>
                <a:lnTo>
                  <a:pt x="868680" y="131267"/>
                </a:lnTo>
                <a:lnTo>
                  <a:pt x="851585" y="166077"/>
                </a:lnTo>
                <a:lnTo>
                  <a:pt x="831392" y="173088"/>
                </a:lnTo>
                <a:lnTo>
                  <a:pt x="830592" y="173088"/>
                </a:lnTo>
                <a:lnTo>
                  <a:pt x="818476" y="173901"/>
                </a:lnTo>
                <a:lnTo>
                  <a:pt x="778192" y="160121"/>
                </a:lnTo>
                <a:lnTo>
                  <a:pt x="767054" y="118237"/>
                </a:lnTo>
                <a:lnTo>
                  <a:pt x="767054" y="108686"/>
                </a:lnTo>
                <a:lnTo>
                  <a:pt x="768121" y="100203"/>
                </a:lnTo>
                <a:lnTo>
                  <a:pt x="769708" y="93306"/>
                </a:lnTo>
                <a:lnTo>
                  <a:pt x="771296" y="85890"/>
                </a:lnTo>
                <a:lnTo>
                  <a:pt x="774471" y="79527"/>
                </a:lnTo>
                <a:lnTo>
                  <a:pt x="778192" y="75298"/>
                </a:lnTo>
                <a:lnTo>
                  <a:pt x="781913" y="70523"/>
                </a:lnTo>
                <a:lnTo>
                  <a:pt x="787196" y="66814"/>
                </a:lnTo>
                <a:lnTo>
                  <a:pt x="793559" y="64160"/>
                </a:lnTo>
                <a:lnTo>
                  <a:pt x="799922" y="62039"/>
                </a:lnTo>
                <a:lnTo>
                  <a:pt x="807885" y="60452"/>
                </a:lnTo>
                <a:lnTo>
                  <a:pt x="817956" y="60452"/>
                </a:lnTo>
                <a:lnTo>
                  <a:pt x="831481" y="61353"/>
                </a:lnTo>
                <a:lnTo>
                  <a:pt x="842924" y="64160"/>
                </a:lnTo>
                <a:lnTo>
                  <a:pt x="842797" y="64160"/>
                </a:lnTo>
                <a:lnTo>
                  <a:pt x="851573" y="68719"/>
                </a:lnTo>
                <a:lnTo>
                  <a:pt x="868680" y="104813"/>
                </a:lnTo>
                <a:lnTo>
                  <a:pt x="869378" y="118237"/>
                </a:lnTo>
                <a:lnTo>
                  <a:pt x="869378" y="6108"/>
                </a:lnTo>
                <a:lnTo>
                  <a:pt x="862723" y="4254"/>
                </a:lnTo>
                <a:lnTo>
                  <a:pt x="849960" y="1930"/>
                </a:lnTo>
                <a:lnTo>
                  <a:pt x="835901" y="495"/>
                </a:lnTo>
                <a:lnTo>
                  <a:pt x="820610" y="12"/>
                </a:lnTo>
                <a:lnTo>
                  <a:pt x="804595" y="495"/>
                </a:lnTo>
                <a:lnTo>
                  <a:pt x="764933" y="7429"/>
                </a:lnTo>
                <a:lnTo>
                  <a:pt x="728891" y="29692"/>
                </a:lnTo>
                <a:lnTo>
                  <a:pt x="717219" y="45999"/>
                </a:lnTo>
                <a:lnTo>
                  <a:pt x="717092" y="46202"/>
                </a:lnTo>
                <a:lnTo>
                  <a:pt x="704532" y="89928"/>
                </a:lnTo>
                <a:lnTo>
                  <a:pt x="704494" y="90131"/>
                </a:lnTo>
                <a:lnTo>
                  <a:pt x="703300" y="103251"/>
                </a:lnTo>
                <a:lnTo>
                  <a:pt x="702906" y="117170"/>
                </a:lnTo>
                <a:lnTo>
                  <a:pt x="703287" y="131267"/>
                </a:lnTo>
                <a:lnTo>
                  <a:pt x="712025" y="178930"/>
                </a:lnTo>
                <a:lnTo>
                  <a:pt x="735088" y="211924"/>
                </a:lnTo>
                <a:lnTo>
                  <a:pt x="774865" y="230085"/>
                </a:lnTo>
                <a:lnTo>
                  <a:pt x="818476" y="234340"/>
                </a:lnTo>
                <a:lnTo>
                  <a:pt x="833488" y="233845"/>
                </a:lnTo>
                <a:lnTo>
                  <a:pt x="872032" y="226910"/>
                </a:lnTo>
                <a:lnTo>
                  <a:pt x="907542" y="205181"/>
                </a:lnTo>
                <a:lnTo>
                  <a:pt x="924953" y="173901"/>
                </a:lnTo>
                <a:lnTo>
                  <a:pt x="926642" y="168605"/>
                </a:lnTo>
                <a:lnTo>
                  <a:pt x="929424" y="157060"/>
                </a:lnTo>
                <a:lnTo>
                  <a:pt x="931405" y="144678"/>
                </a:lnTo>
                <a:lnTo>
                  <a:pt x="932586" y="131559"/>
                </a:lnTo>
                <a:lnTo>
                  <a:pt x="932967" y="118237"/>
                </a:lnTo>
                <a:lnTo>
                  <a:pt x="933005" y="117170"/>
                </a:lnTo>
                <a:close/>
              </a:path>
              <a:path w="1409700" h="433704">
                <a:moveTo>
                  <a:pt x="1030008" y="257657"/>
                </a:moveTo>
                <a:lnTo>
                  <a:pt x="1023645" y="252882"/>
                </a:lnTo>
                <a:lnTo>
                  <a:pt x="720407" y="252882"/>
                </a:lnTo>
                <a:lnTo>
                  <a:pt x="715632" y="258711"/>
                </a:lnTo>
                <a:lnTo>
                  <a:pt x="715632" y="301663"/>
                </a:lnTo>
                <a:lnTo>
                  <a:pt x="721461" y="306438"/>
                </a:lnTo>
                <a:lnTo>
                  <a:pt x="966406" y="306438"/>
                </a:lnTo>
                <a:lnTo>
                  <a:pt x="966406" y="320217"/>
                </a:lnTo>
                <a:lnTo>
                  <a:pt x="721461" y="320217"/>
                </a:lnTo>
                <a:lnTo>
                  <a:pt x="715632" y="326580"/>
                </a:lnTo>
                <a:lnTo>
                  <a:pt x="715632" y="410883"/>
                </a:lnTo>
                <a:lnTo>
                  <a:pt x="716838" y="418604"/>
                </a:lnTo>
                <a:lnTo>
                  <a:pt x="720382" y="424116"/>
                </a:lnTo>
                <a:lnTo>
                  <a:pt x="720471" y="424256"/>
                </a:lnTo>
                <a:lnTo>
                  <a:pt x="726592" y="427723"/>
                </a:lnTo>
                <a:lnTo>
                  <a:pt x="735253" y="428891"/>
                </a:lnTo>
                <a:lnTo>
                  <a:pt x="1024712" y="428891"/>
                </a:lnTo>
                <a:lnTo>
                  <a:pt x="1030008" y="424116"/>
                </a:lnTo>
                <a:lnTo>
                  <a:pt x="1030008" y="378536"/>
                </a:lnTo>
                <a:lnTo>
                  <a:pt x="1025245" y="374827"/>
                </a:lnTo>
                <a:lnTo>
                  <a:pt x="777138" y="374827"/>
                </a:lnTo>
                <a:lnTo>
                  <a:pt x="777138" y="359981"/>
                </a:lnTo>
                <a:lnTo>
                  <a:pt x="1024712" y="359981"/>
                </a:lnTo>
                <a:lnTo>
                  <a:pt x="1030008" y="355739"/>
                </a:lnTo>
                <a:lnTo>
                  <a:pt x="1030008" y="257657"/>
                </a:lnTo>
                <a:close/>
              </a:path>
              <a:path w="1409700" h="433704">
                <a:moveTo>
                  <a:pt x="1030008" y="5308"/>
                </a:moveTo>
                <a:lnTo>
                  <a:pt x="1024191" y="533"/>
                </a:lnTo>
                <a:lnTo>
                  <a:pt x="965860" y="533"/>
                </a:lnTo>
                <a:lnTo>
                  <a:pt x="960564" y="5308"/>
                </a:lnTo>
                <a:lnTo>
                  <a:pt x="960564" y="227444"/>
                </a:lnTo>
                <a:lnTo>
                  <a:pt x="966406" y="232752"/>
                </a:lnTo>
                <a:lnTo>
                  <a:pt x="1024191" y="232752"/>
                </a:lnTo>
                <a:lnTo>
                  <a:pt x="1030008" y="227444"/>
                </a:lnTo>
                <a:lnTo>
                  <a:pt x="1030008" y="5308"/>
                </a:lnTo>
                <a:close/>
              </a:path>
              <a:path w="1409700" h="433704">
                <a:moveTo>
                  <a:pt x="1298232" y="13779"/>
                </a:moveTo>
                <a:lnTo>
                  <a:pt x="1292936" y="9017"/>
                </a:lnTo>
                <a:lnTo>
                  <a:pt x="1081938" y="9017"/>
                </a:lnTo>
                <a:lnTo>
                  <a:pt x="1077163" y="13779"/>
                </a:lnTo>
                <a:lnTo>
                  <a:pt x="1077163" y="62560"/>
                </a:lnTo>
                <a:lnTo>
                  <a:pt x="1081938" y="67335"/>
                </a:lnTo>
                <a:lnTo>
                  <a:pt x="1113205" y="67335"/>
                </a:lnTo>
                <a:lnTo>
                  <a:pt x="1101293" y="106870"/>
                </a:lnTo>
                <a:lnTo>
                  <a:pt x="1092669" y="147459"/>
                </a:lnTo>
                <a:lnTo>
                  <a:pt x="1087412" y="188925"/>
                </a:lnTo>
                <a:lnTo>
                  <a:pt x="1085684" y="230098"/>
                </a:lnTo>
                <a:lnTo>
                  <a:pt x="1085646" y="231152"/>
                </a:lnTo>
                <a:lnTo>
                  <a:pt x="1086637" y="238366"/>
                </a:lnTo>
                <a:lnTo>
                  <a:pt x="1086739" y="239115"/>
                </a:lnTo>
                <a:lnTo>
                  <a:pt x="1090079" y="244741"/>
                </a:lnTo>
                <a:lnTo>
                  <a:pt x="1095705" y="248081"/>
                </a:lnTo>
                <a:lnTo>
                  <a:pt x="1103668" y="249186"/>
                </a:lnTo>
                <a:lnTo>
                  <a:pt x="1145552" y="249186"/>
                </a:lnTo>
                <a:lnTo>
                  <a:pt x="1151394" y="243878"/>
                </a:lnTo>
                <a:lnTo>
                  <a:pt x="1151483" y="230098"/>
                </a:lnTo>
                <a:lnTo>
                  <a:pt x="1152182" y="208699"/>
                </a:lnTo>
                <a:lnTo>
                  <a:pt x="1153769" y="185826"/>
                </a:lnTo>
                <a:lnTo>
                  <a:pt x="1156157" y="164160"/>
                </a:lnTo>
                <a:lnTo>
                  <a:pt x="1159332" y="143675"/>
                </a:lnTo>
                <a:lnTo>
                  <a:pt x="1185875" y="145059"/>
                </a:lnTo>
                <a:lnTo>
                  <a:pt x="1216888" y="189382"/>
                </a:lnTo>
                <a:lnTo>
                  <a:pt x="1221143" y="230098"/>
                </a:lnTo>
                <a:lnTo>
                  <a:pt x="1221359" y="243344"/>
                </a:lnTo>
                <a:lnTo>
                  <a:pt x="1226667" y="248653"/>
                </a:lnTo>
                <a:lnTo>
                  <a:pt x="1237259" y="249186"/>
                </a:lnTo>
                <a:lnTo>
                  <a:pt x="1268552" y="249186"/>
                </a:lnTo>
                <a:lnTo>
                  <a:pt x="1277200" y="247764"/>
                </a:lnTo>
                <a:lnTo>
                  <a:pt x="1283322" y="244208"/>
                </a:lnTo>
                <a:lnTo>
                  <a:pt x="1286967" y="238366"/>
                </a:lnTo>
                <a:lnTo>
                  <a:pt x="1288161" y="230098"/>
                </a:lnTo>
                <a:lnTo>
                  <a:pt x="1284224" y="176339"/>
                </a:lnTo>
                <a:lnTo>
                  <a:pt x="1273949" y="143675"/>
                </a:lnTo>
                <a:lnTo>
                  <a:pt x="1271117" y="134670"/>
                </a:lnTo>
                <a:lnTo>
                  <a:pt x="1248854" y="105079"/>
                </a:lnTo>
                <a:lnTo>
                  <a:pt x="1217422" y="87591"/>
                </a:lnTo>
                <a:lnTo>
                  <a:pt x="1176832" y="82181"/>
                </a:lnTo>
                <a:lnTo>
                  <a:pt x="1184249" y="67335"/>
                </a:lnTo>
                <a:lnTo>
                  <a:pt x="1292936" y="67335"/>
                </a:lnTo>
                <a:lnTo>
                  <a:pt x="1298232" y="62039"/>
                </a:lnTo>
                <a:lnTo>
                  <a:pt x="1298232" y="13779"/>
                </a:lnTo>
                <a:close/>
              </a:path>
              <a:path w="1409700" h="433704">
                <a:moveTo>
                  <a:pt x="1400022" y="5321"/>
                </a:moveTo>
                <a:lnTo>
                  <a:pt x="1394193" y="546"/>
                </a:lnTo>
                <a:lnTo>
                  <a:pt x="1336941" y="546"/>
                </a:lnTo>
                <a:lnTo>
                  <a:pt x="1331633" y="5842"/>
                </a:lnTo>
                <a:lnTo>
                  <a:pt x="1331633" y="91719"/>
                </a:lnTo>
                <a:lnTo>
                  <a:pt x="1298765" y="91719"/>
                </a:lnTo>
                <a:lnTo>
                  <a:pt x="1294003" y="96494"/>
                </a:lnTo>
                <a:lnTo>
                  <a:pt x="1294003" y="154279"/>
                </a:lnTo>
                <a:lnTo>
                  <a:pt x="1298765" y="158521"/>
                </a:lnTo>
                <a:lnTo>
                  <a:pt x="1331633" y="158521"/>
                </a:lnTo>
                <a:lnTo>
                  <a:pt x="1331633" y="247586"/>
                </a:lnTo>
                <a:lnTo>
                  <a:pt x="1336408" y="252361"/>
                </a:lnTo>
                <a:lnTo>
                  <a:pt x="1394193" y="252361"/>
                </a:lnTo>
                <a:lnTo>
                  <a:pt x="1400022" y="247586"/>
                </a:lnTo>
                <a:lnTo>
                  <a:pt x="1400022" y="5321"/>
                </a:lnTo>
                <a:close/>
              </a:path>
              <a:path w="1409700" h="433704">
                <a:moveTo>
                  <a:pt x="1409573" y="351497"/>
                </a:moveTo>
                <a:lnTo>
                  <a:pt x="1405839" y="321678"/>
                </a:lnTo>
                <a:lnTo>
                  <a:pt x="1405750" y="321386"/>
                </a:lnTo>
                <a:lnTo>
                  <a:pt x="1380413" y="288404"/>
                </a:lnTo>
                <a:lnTo>
                  <a:pt x="1342758" y="275132"/>
                </a:lnTo>
                <a:lnTo>
                  <a:pt x="1342758" y="345668"/>
                </a:lnTo>
                <a:lnTo>
                  <a:pt x="1342758" y="356273"/>
                </a:lnTo>
                <a:lnTo>
                  <a:pt x="1304683" y="377558"/>
                </a:lnTo>
                <a:lnTo>
                  <a:pt x="1264272" y="380022"/>
                </a:lnTo>
                <a:lnTo>
                  <a:pt x="1236319" y="380022"/>
                </a:lnTo>
                <a:lnTo>
                  <a:pt x="1191564" y="377558"/>
                </a:lnTo>
                <a:lnTo>
                  <a:pt x="1154036" y="364223"/>
                </a:lnTo>
                <a:lnTo>
                  <a:pt x="1149794" y="356273"/>
                </a:lnTo>
                <a:lnTo>
                  <a:pt x="1149794" y="345668"/>
                </a:lnTo>
                <a:lnTo>
                  <a:pt x="1184122" y="325120"/>
                </a:lnTo>
                <a:lnTo>
                  <a:pt x="1223606" y="321678"/>
                </a:lnTo>
                <a:lnTo>
                  <a:pt x="1236637" y="321386"/>
                </a:lnTo>
                <a:lnTo>
                  <a:pt x="1264285" y="321386"/>
                </a:lnTo>
                <a:lnTo>
                  <a:pt x="1304988" y="323850"/>
                </a:lnTo>
                <a:lnTo>
                  <a:pt x="1341170" y="341426"/>
                </a:lnTo>
                <a:lnTo>
                  <a:pt x="1342758" y="345668"/>
                </a:lnTo>
                <a:lnTo>
                  <a:pt x="1342758" y="275132"/>
                </a:lnTo>
                <a:lnTo>
                  <a:pt x="1295920" y="268998"/>
                </a:lnTo>
                <a:lnTo>
                  <a:pt x="1251051" y="267728"/>
                </a:lnTo>
                <a:lnTo>
                  <a:pt x="1226794" y="268033"/>
                </a:lnTo>
                <a:lnTo>
                  <a:pt x="1185443" y="270637"/>
                </a:lnTo>
                <a:lnTo>
                  <a:pt x="1139266" y="279323"/>
                </a:lnTo>
                <a:lnTo>
                  <a:pt x="1100886" y="300278"/>
                </a:lnTo>
                <a:lnTo>
                  <a:pt x="1083932" y="340931"/>
                </a:lnTo>
                <a:lnTo>
                  <a:pt x="1083525" y="350964"/>
                </a:lnTo>
                <a:lnTo>
                  <a:pt x="1083995" y="360502"/>
                </a:lnTo>
                <a:lnTo>
                  <a:pt x="1102207" y="401193"/>
                </a:lnTo>
                <a:lnTo>
                  <a:pt x="1141044" y="421881"/>
                </a:lnTo>
                <a:lnTo>
                  <a:pt x="1187234" y="430453"/>
                </a:lnTo>
                <a:lnTo>
                  <a:pt x="1227785" y="432841"/>
                </a:lnTo>
                <a:lnTo>
                  <a:pt x="1251051" y="433146"/>
                </a:lnTo>
                <a:lnTo>
                  <a:pt x="1274203" y="432841"/>
                </a:lnTo>
                <a:lnTo>
                  <a:pt x="1313751" y="430453"/>
                </a:lnTo>
                <a:lnTo>
                  <a:pt x="1357807" y="421881"/>
                </a:lnTo>
                <a:lnTo>
                  <a:pt x="1393596" y="401396"/>
                </a:lnTo>
                <a:lnTo>
                  <a:pt x="1405686" y="380022"/>
                </a:lnTo>
                <a:lnTo>
                  <a:pt x="1405966" y="379234"/>
                </a:lnTo>
                <a:lnTo>
                  <a:pt x="1407972" y="370649"/>
                </a:lnTo>
                <a:lnTo>
                  <a:pt x="1409166" y="361442"/>
                </a:lnTo>
                <a:lnTo>
                  <a:pt x="1409573" y="3514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523274" y="8629246"/>
            <a:ext cx="8605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900" b="1" dirty="0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연중 수시 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541137" y="7583243"/>
            <a:ext cx="8605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900" b="1" dirty="0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0</a:t>
            </a:r>
            <a:r>
              <a:rPr lang="ko-KR" altLang="en-US" sz="3900" b="1" dirty="0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세부터 초등학교 </a:t>
            </a:r>
            <a:r>
              <a:rPr lang="ko-KR" altLang="en-US" sz="3900" b="1" dirty="0" err="1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취전까지의</a:t>
            </a:r>
            <a:r>
              <a:rPr lang="ko-KR" altLang="en-US" sz="3900" b="1" dirty="0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 </a:t>
            </a:r>
            <a:r>
              <a:rPr lang="ko-KR" altLang="en-US" sz="3900" b="1" dirty="0" err="1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영유아</a:t>
            </a:r>
            <a:endParaRPr lang="ko-KR" altLang="en-US" sz="3900" b="1" dirty="0">
              <a:solidFill>
                <a:srgbClr val="265A9A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4529154" y="9699867"/>
            <a:ext cx="8605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900" b="1" dirty="0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유보통합포털</a:t>
            </a:r>
            <a:r>
              <a:rPr lang="ko-KR" altLang="en-US" sz="4000" b="1" dirty="0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 </a:t>
            </a:r>
            <a:r>
              <a:rPr lang="en-US" altLang="ko-KR" sz="3500" b="1" dirty="0">
                <a:solidFill>
                  <a:srgbClr val="265A9A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(enter.childinfo.go.kr)</a:t>
            </a:r>
            <a:endParaRPr lang="ko-KR" altLang="en-US" sz="3500" b="1" dirty="0">
              <a:solidFill>
                <a:srgbClr val="265A9A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3029985" y="11349272"/>
            <a:ext cx="9632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</a:t>
            </a:r>
            <a:r>
              <a:rPr lang="ko-KR" altLang="en-US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세부터 </a:t>
            </a:r>
            <a:r>
              <a:rPr lang="en-US" altLang="ko-KR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r>
              <a:rPr lang="ko-KR" altLang="en-US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세까지 배움과 성장을 함께하는 행복한 첫걸음  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052054" y="12406378"/>
            <a:ext cx="9632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표준보육과정부터 누리과정까지 놀이에서 배우는 즐거움  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115710" y="13407246"/>
            <a:ext cx="96325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방학없이</a:t>
            </a:r>
            <a:r>
              <a:rPr lang="en-US" altLang="ko-KR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연장보육으로 언제나 든든한 있는 보육환경</a:t>
            </a:r>
            <a:endParaRPr lang="en-US" altLang="ko-KR" sz="2800" dirty="0">
              <a:solidFill>
                <a:srgbClr val="265A9A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( </a:t>
            </a:r>
            <a:r>
              <a:rPr lang="ko-KR" altLang="en-US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보육시간 </a:t>
            </a:r>
            <a:r>
              <a:rPr lang="en-US" altLang="ko-KR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07:30 ~ 19:30 , </a:t>
            </a:r>
            <a:r>
              <a:rPr lang="ko-KR" altLang="en-US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연장보육 전담교사 배치 </a:t>
            </a:r>
            <a:r>
              <a:rPr lang="en-US" altLang="ko-KR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80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</a:p>
        </p:txBody>
      </p:sp>
      <p:sp>
        <p:nvSpPr>
          <p:cNvPr id="200" name="object 44"/>
          <p:cNvSpPr/>
          <p:nvPr/>
        </p:nvSpPr>
        <p:spPr>
          <a:xfrm>
            <a:off x="2557750" y="15677749"/>
            <a:ext cx="9540533" cy="0"/>
          </a:xfrm>
          <a:custGeom>
            <a:avLst/>
            <a:gdLst/>
            <a:ahLst/>
            <a:cxnLst/>
            <a:rect l="l" t="t" r="r" b="b"/>
            <a:pathLst>
              <a:path w="9458960">
                <a:moveTo>
                  <a:pt x="0" y="0"/>
                </a:moveTo>
                <a:lnTo>
                  <a:pt x="9458356" y="0"/>
                </a:lnTo>
              </a:path>
            </a:pathLst>
          </a:custGeom>
          <a:ln w="17642">
            <a:solidFill>
              <a:srgbClr val="343469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38"/>
          <p:cNvSpPr/>
          <p:nvPr/>
        </p:nvSpPr>
        <p:spPr>
          <a:xfrm>
            <a:off x="2342925" y="14846771"/>
            <a:ext cx="532876" cy="534672"/>
          </a:xfrm>
          <a:custGeom>
            <a:avLst/>
            <a:gdLst/>
            <a:ahLst/>
            <a:cxnLst/>
            <a:rect l="l" t="t" r="r" b="b"/>
            <a:pathLst>
              <a:path w="528319" h="528319">
                <a:moveTo>
                  <a:pt x="263967" y="0"/>
                </a:moveTo>
                <a:lnTo>
                  <a:pt x="216518" y="4253"/>
                </a:lnTo>
                <a:lnTo>
                  <a:pt x="171860" y="16515"/>
                </a:lnTo>
                <a:lnTo>
                  <a:pt x="130737" y="36042"/>
                </a:lnTo>
                <a:lnTo>
                  <a:pt x="93896" y="62086"/>
                </a:lnTo>
                <a:lnTo>
                  <a:pt x="62081" y="93902"/>
                </a:lnTo>
                <a:lnTo>
                  <a:pt x="36039" y="130746"/>
                </a:lnTo>
                <a:lnTo>
                  <a:pt x="16514" y="171870"/>
                </a:lnTo>
                <a:lnTo>
                  <a:pt x="4252" y="216529"/>
                </a:lnTo>
                <a:lnTo>
                  <a:pt x="0" y="263978"/>
                </a:lnTo>
                <a:lnTo>
                  <a:pt x="4252" y="311427"/>
                </a:lnTo>
                <a:lnTo>
                  <a:pt x="16514" y="356087"/>
                </a:lnTo>
                <a:lnTo>
                  <a:pt x="36039" y="397211"/>
                </a:lnTo>
                <a:lnTo>
                  <a:pt x="62081" y="434054"/>
                </a:lnTo>
                <a:lnTo>
                  <a:pt x="93896" y="465871"/>
                </a:lnTo>
                <a:lnTo>
                  <a:pt x="130737" y="491915"/>
                </a:lnTo>
                <a:lnTo>
                  <a:pt x="171860" y="511441"/>
                </a:lnTo>
                <a:lnTo>
                  <a:pt x="216518" y="523704"/>
                </a:lnTo>
                <a:lnTo>
                  <a:pt x="263967" y="527957"/>
                </a:lnTo>
                <a:lnTo>
                  <a:pt x="311419" y="523704"/>
                </a:lnTo>
                <a:lnTo>
                  <a:pt x="356080" y="511441"/>
                </a:lnTo>
                <a:lnTo>
                  <a:pt x="397204" y="491915"/>
                </a:lnTo>
                <a:lnTo>
                  <a:pt x="434047" y="465871"/>
                </a:lnTo>
                <a:lnTo>
                  <a:pt x="465863" y="434054"/>
                </a:lnTo>
                <a:lnTo>
                  <a:pt x="491906" y="397211"/>
                </a:lnTo>
                <a:lnTo>
                  <a:pt x="511431" y="356087"/>
                </a:lnTo>
                <a:lnTo>
                  <a:pt x="523693" y="311427"/>
                </a:lnTo>
                <a:lnTo>
                  <a:pt x="527945" y="263978"/>
                </a:lnTo>
                <a:lnTo>
                  <a:pt x="523693" y="216529"/>
                </a:lnTo>
                <a:lnTo>
                  <a:pt x="511431" y="171870"/>
                </a:lnTo>
                <a:lnTo>
                  <a:pt x="491906" y="130746"/>
                </a:lnTo>
                <a:lnTo>
                  <a:pt x="465863" y="93902"/>
                </a:lnTo>
                <a:lnTo>
                  <a:pt x="434047" y="62086"/>
                </a:lnTo>
                <a:lnTo>
                  <a:pt x="397204" y="36042"/>
                </a:lnTo>
                <a:lnTo>
                  <a:pt x="356080" y="16515"/>
                </a:lnTo>
                <a:lnTo>
                  <a:pt x="311419" y="4253"/>
                </a:lnTo>
                <a:lnTo>
                  <a:pt x="263967" y="0"/>
                </a:lnTo>
                <a:close/>
              </a:path>
            </a:pathLst>
          </a:custGeom>
          <a:solidFill>
            <a:srgbClr val="3434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39"/>
          <p:cNvSpPr/>
          <p:nvPr/>
        </p:nvSpPr>
        <p:spPr>
          <a:xfrm>
            <a:off x="2450269" y="14996719"/>
            <a:ext cx="297821" cy="218496"/>
          </a:xfrm>
          <a:custGeom>
            <a:avLst/>
            <a:gdLst/>
            <a:ahLst/>
            <a:cxnLst/>
            <a:rect l="l" t="t" r="r" b="b"/>
            <a:pathLst>
              <a:path w="295275" h="215900">
                <a:moveTo>
                  <a:pt x="0" y="65289"/>
                </a:moveTo>
                <a:lnTo>
                  <a:pt x="120686" y="215650"/>
                </a:lnTo>
                <a:lnTo>
                  <a:pt x="294794" y="0"/>
                </a:lnTo>
              </a:path>
            </a:pathLst>
          </a:custGeom>
          <a:ln w="3528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3066323" y="14946226"/>
            <a:ext cx="1039278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800" kern="100" spc="-15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교육과 돌봄</a:t>
            </a:r>
            <a:r>
              <a:rPr lang="en-US" altLang="ko-KR" sz="2800" kern="100" spc="-15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800" kern="100" spc="-150" dirty="0" err="1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어린이집에서</a:t>
            </a:r>
            <a:r>
              <a:rPr lang="ko-KR" altLang="en-US" sz="2800" kern="100" spc="-150" dirty="0">
                <a:solidFill>
                  <a:srgbClr val="265A9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초등학교까지 연계하는 이음교육  </a:t>
            </a:r>
          </a:p>
        </p:txBody>
      </p:sp>
      <p:pic>
        <p:nvPicPr>
          <p:cNvPr id="204" name="object 165"/>
          <p:cNvPicPr/>
          <p:nvPr/>
        </p:nvPicPr>
        <p:blipFill>
          <a:blip r:embed="rId30" cstate="print"/>
          <a:stretch>
            <a:fillRect/>
          </a:stretch>
        </p:blipFill>
        <p:spPr>
          <a:xfrm flipV="1">
            <a:off x="1486700" y="16681450"/>
            <a:ext cx="11304560" cy="1112256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1201527" y="16239188"/>
            <a:ext cx="10210178" cy="2069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CookieRunOTF Black" pitchFamily="34" charset="-127"/>
                <a:ea typeface="CookieRunOTF Black" pitchFamily="34" charset="-127"/>
              </a:rPr>
              <a:t>아이들의 미래를 준비하는 </a:t>
            </a:r>
            <a:r>
              <a:rPr lang="ko-KR" altLang="en-US" sz="5500" dirty="0">
                <a:solidFill>
                  <a:schemeClr val="bg1"/>
                </a:solidFill>
                <a:latin typeface="CookieRunOTF Black" pitchFamily="34" charset="-127"/>
                <a:ea typeface="CookieRunOTF Black" pitchFamily="34" charset="-127"/>
              </a:rPr>
              <a:t>영진어린이집</a:t>
            </a:r>
            <a:endParaRPr lang="en-US" altLang="ko-KR" sz="5500" dirty="0">
              <a:solidFill>
                <a:schemeClr val="bg1"/>
              </a:solidFill>
              <a:latin typeface="CookieRunOTF Black" pitchFamily="34" charset="-127"/>
              <a:ea typeface="CookieRunOTF Black" pitchFamily="34" charset="-127"/>
            </a:endParaRPr>
          </a:p>
          <a:p>
            <a:pPr algn="ctr">
              <a:lnSpc>
                <a:spcPct val="200000"/>
              </a:lnSpc>
            </a:pPr>
            <a:r>
              <a:rPr lang="en-US" altLang="ko-KR" sz="28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 (</a:t>
            </a:r>
            <a:r>
              <a:rPr lang="ko-KR" altLang="en-US" sz="28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원주 톨게이트 </a:t>
            </a:r>
            <a:r>
              <a:rPr lang="en-US" altLang="ko-KR" sz="28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28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 거리</a:t>
            </a:r>
            <a:r>
              <a:rPr lang="en-US" altLang="ko-KR" sz="28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8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기업도시 차량운행 합니다</a:t>
            </a:r>
            <a:r>
              <a:rPr lang="en-US" altLang="ko-KR" sz="28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28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64</ep:Words>
  <ep:PresentationFormat>사용자 지정</ep:PresentationFormat>
  <ep:Paragraphs>13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Office Theme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2025-12-09T00:26:21.000</dcterms:created>
  <dc:creator>함형우</dc:creator>
  <cp:lastModifiedBy>U</cp:lastModifiedBy>
  <dcterms:modified xsi:type="dcterms:W3CDTF">2026-06-08T07:50:09.969</dcterms:modified>
  <cp:revision>24</cp:revision>
  <dc:title>한국보육진흥원_포스터1_아웃라인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