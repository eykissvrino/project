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08" y="303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53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80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29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86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04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86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83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885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1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61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43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DA0D7-EA75-4740-AFA0-5B3EFB7F4E4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1E662-B66C-4D75-B792-5F6E7CE8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29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2FB51D7-180D-33E2-FC3D-EE75C9753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77" y="0"/>
            <a:ext cx="9657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04F744F-BADB-7241-950C-5FB650AE4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77" y="0"/>
            <a:ext cx="9657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황</dc:creator>
  <cp:lastModifiedBy>다원 황</cp:lastModifiedBy>
  <cp:revision>1</cp:revision>
  <dcterms:created xsi:type="dcterms:W3CDTF">2026-06-09T09:00:10Z</dcterms:created>
  <dcterms:modified xsi:type="dcterms:W3CDTF">2026-06-09T09:01:59Z</dcterms:modified>
</cp:coreProperties>
</file>