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08" y="291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7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7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42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2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51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56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46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77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5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86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713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81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75662ED-50B0-D80B-74DF-7005D3F3A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6" y="0"/>
            <a:ext cx="96965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6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8049F23-6E4B-EF81-FDD4-64F04B64B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00" y="0"/>
            <a:ext cx="956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49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황</dc:creator>
  <cp:lastModifiedBy>다원 황</cp:lastModifiedBy>
  <cp:revision>2</cp:revision>
  <dcterms:created xsi:type="dcterms:W3CDTF">2026-06-09T09:02:32Z</dcterms:created>
  <dcterms:modified xsi:type="dcterms:W3CDTF">2026-06-09T09:23:27Z</dcterms:modified>
</cp:coreProperties>
</file>