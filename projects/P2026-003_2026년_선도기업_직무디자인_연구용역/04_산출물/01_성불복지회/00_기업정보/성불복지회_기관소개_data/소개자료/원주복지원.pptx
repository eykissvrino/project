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08" y="291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71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7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3421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627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51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56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246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77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58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861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713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B8B417-A753-41C2-9C0A-EC919D7F88AB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7F573-77BD-49A8-B26D-80D948DE30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81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9307151-FD00-02E2-FCAA-963A42B6F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7" y="0"/>
            <a:ext cx="9633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662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￬ﾛﾐ￬ﾣﾼ￫ﾳﾵ￬ﾧﾀ￬ﾛﾐ&#10;&#10;AI 생성 콘텐츠는 정확하지 않을 수 있습니다.">
            <a:extLst>
              <a:ext uri="{FF2B5EF4-FFF2-40B4-BE49-F238E27FC236}">
                <a16:creationId xmlns:a16="http://schemas.microsoft.com/office/drawing/2014/main" id="{E8FA5B75-1A4C-7160-A599-50CDE0977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7" y="0"/>
            <a:ext cx="9633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49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0</Words>
  <Application>Microsoft Office PowerPoint</Application>
  <PresentationFormat>A4 용지(210x297mm)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다원 황</dc:creator>
  <cp:lastModifiedBy>다원 황</cp:lastModifiedBy>
  <cp:revision>1</cp:revision>
  <dcterms:created xsi:type="dcterms:W3CDTF">2026-06-09T09:02:32Z</dcterms:created>
  <dcterms:modified xsi:type="dcterms:W3CDTF">2026-06-09T09:22:53Z</dcterms:modified>
</cp:coreProperties>
</file>